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60" r:id="rId5"/>
    <p:sldId id="302" r:id="rId6"/>
    <p:sldId id="261" r:id="rId7"/>
    <p:sldId id="262" r:id="rId8"/>
    <p:sldId id="304" r:id="rId9"/>
    <p:sldId id="305" r:id="rId10"/>
    <p:sldId id="306" r:id="rId11"/>
    <p:sldId id="263" r:id="rId12"/>
    <p:sldId id="307" r:id="rId13"/>
    <p:sldId id="264" r:id="rId14"/>
    <p:sldId id="303" r:id="rId15"/>
    <p:sldId id="265" r:id="rId16"/>
    <p:sldId id="308" r:id="rId17"/>
    <p:sldId id="309" r:id="rId18"/>
    <p:sldId id="266" r:id="rId19"/>
    <p:sldId id="310" r:id="rId20"/>
    <p:sldId id="267" r:id="rId21"/>
    <p:sldId id="268" r:id="rId22"/>
    <p:sldId id="269" r:id="rId23"/>
    <p:sldId id="270" r:id="rId24"/>
    <p:sldId id="271" r:id="rId25"/>
    <p:sldId id="272" r:id="rId26"/>
    <p:sldId id="311" r:id="rId27"/>
    <p:sldId id="273" r:id="rId28"/>
    <p:sldId id="274" r:id="rId29"/>
    <p:sldId id="275" r:id="rId30"/>
    <p:sldId id="313" r:id="rId31"/>
    <p:sldId id="312" r:id="rId32"/>
    <p:sldId id="278" r:id="rId33"/>
    <p:sldId id="279" r:id="rId34"/>
    <p:sldId id="314" r:id="rId35"/>
    <p:sldId id="280" r:id="rId36"/>
    <p:sldId id="281" r:id="rId37"/>
    <p:sldId id="282" r:id="rId38"/>
    <p:sldId id="283" r:id="rId39"/>
    <p:sldId id="284" r:id="rId40"/>
    <p:sldId id="315" r:id="rId41"/>
    <p:sldId id="286" r:id="rId42"/>
    <p:sldId id="287" r:id="rId43"/>
    <p:sldId id="288" r:id="rId44"/>
    <p:sldId id="290" r:id="rId45"/>
    <p:sldId id="292" r:id="rId46"/>
    <p:sldId id="293" r:id="rId47"/>
    <p:sldId id="294" r:id="rId48"/>
    <p:sldId id="296" r:id="rId49"/>
    <p:sldId id="299" r:id="rId50"/>
    <p:sldId id="300" r:id="rId5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81343D-EA76-A54E-9BF9-8CFDF8F4BA40}" v="203" dt="2026-06-01T07:35:31.912"/>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78"/>
    <p:restoredTop sz="94658"/>
  </p:normalViewPr>
  <p:slideViewPr>
    <p:cSldViewPr snapToGrid="0">
      <p:cViewPr varScale="1">
        <p:scale>
          <a:sx n="116" d="100"/>
          <a:sy n="116" d="100"/>
        </p:scale>
        <p:origin x="103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ronari Yamada" userId="e57621f8-ec3c-449e-bb19-001fffcc008e" providerId="ADAL" clId="{BC0BD879-F267-5CCA-8DEA-E3B2DD07DA4E}"/>
    <pc:docChg chg="undo custSel addSld delSld modSld sldOrd">
      <pc:chgData name="Hironari Yamada" userId="e57621f8-ec3c-449e-bb19-001fffcc008e" providerId="ADAL" clId="{BC0BD879-F267-5CCA-8DEA-E3B2DD07DA4E}" dt="2026-06-01T07:35:49.901" v="7393" actId="403"/>
      <pc:docMkLst>
        <pc:docMk/>
      </pc:docMkLst>
      <pc:sldChg chg="delSp modSp mod">
        <pc:chgData name="Hironari Yamada" userId="e57621f8-ec3c-449e-bb19-001fffcc008e" providerId="ADAL" clId="{BC0BD879-F267-5CCA-8DEA-E3B2DD07DA4E}" dt="2026-06-01T01:46:34.728" v="253" actId="478"/>
        <pc:sldMkLst>
          <pc:docMk/>
          <pc:sldMk cId="1186077149" sldId="257"/>
        </pc:sldMkLst>
        <pc:spChg chg="del">
          <ac:chgData name="Hironari Yamada" userId="e57621f8-ec3c-449e-bb19-001fffcc008e" providerId="ADAL" clId="{BC0BD879-F267-5CCA-8DEA-E3B2DD07DA4E}" dt="2026-06-01T01:46:34.728" v="253" actId="478"/>
          <ac:spMkLst>
            <pc:docMk/>
            <pc:sldMk cId="1186077149" sldId="257"/>
            <ac:spMk id="3" creationId="{215ABA3C-8968-4666-954D-0FF39486869C}"/>
          </ac:spMkLst>
        </pc:spChg>
        <pc:spChg chg="mod">
          <ac:chgData name="Hironari Yamada" userId="e57621f8-ec3c-449e-bb19-001fffcc008e" providerId="ADAL" clId="{BC0BD879-F267-5CCA-8DEA-E3B2DD07DA4E}" dt="2026-06-01T01:30:44.626" v="92" actId="403"/>
          <ac:spMkLst>
            <pc:docMk/>
            <pc:sldMk cId="1186077149" sldId="257"/>
            <ac:spMk id="6" creationId="{380A7E71-033F-4C7D-B741-C41BB9493886}"/>
          </ac:spMkLst>
        </pc:spChg>
        <pc:spChg chg="mod">
          <ac:chgData name="Hironari Yamada" userId="e57621f8-ec3c-449e-bb19-001fffcc008e" providerId="ADAL" clId="{BC0BD879-F267-5CCA-8DEA-E3B2DD07DA4E}" dt="2026-06-01T01:31:13.857" v="129" actId="20577"/>
          <ac:spMkLst>
            <pc:docMk/>
            <pc:sldMk cId="1186077149" sldId="257"/>
            <ac:spMk id="8" creationId="{19C42695-A401-4B6B-AAFC-6124F0D5C10E}"/>
          </ac:spMkLst>
        </pc:spChg>
        <pc:spChg chg="mod">
          <ac:chgData name="Hironari Yamada" userId="e57621f8-ec3c-449e-bb19-001fffcc008e" providerId="ADAL" clId="{BC0BD879-F267-5CCA-8DEA-E3B2DD07DA4E}" dt="2026-06-01T01:31:17.609" v="137" actId="20577"/>
          <ac:spMkLst>
            <pc:docMk/>
            <pc:sldMk cId="1186077149" sldId="257"/>
            <ac:spMk id="13" creationId="{58995B95-9B85-4695-B4E9-C8991AE4131C}"/>
          </ac:spMkLst>
        </pc:spChg>
        <pc:spChg chg="mod">
          <ac:chgData name="Hironari Yamada" userId="e57621f8-ec3c-449e-bb19-001fffcc008e" providerId="ADAL" clId="{BC0BD879-F267-5CCA-8DEA-E3B2DD07DA4E}" dt="2026-06-01T01:30:44.626" v="92" actId="403"/>
          <ac:spMkLst>
            <pc:docMk/>
            <pc:sldMk cId="1186077149" sldId="257"/>
            <ac:spMk id="15" creationId="{AFAA0059-F04D-4767-973B-4E185C7C6B05}"/>
          </ac:spMkLst>
        </pc:spChg>
        <pc:spChg chg="mod">
          <ac:chgData name="Hironari Yamada" userId="e57621f8-ec3c-449e-bb19-001fffcc008e" providerId="ADAL" clId="{BC0BD879-F267-5CCA-8DEA-E3B2DD07DA4E}" dt="2026-06-01T01:30:44.626" v="92" actId="403"/>
          <ac:spMkLst>
            <pc:docMk/>
            <pc:sldMk cId="1186077149" sldId="257"/>
            <ac:spMk id="16" creationId="{4DB7D9AA-CC66-434C-8553-E773EB50636D}"/>
          </ac:spMkLst>
        </pc:spChg>
        <pc:spChg chg="mod">
          <ac:chgData name="Hironari Yamada" userId="e57621f8-ec3c-449e-bb19-001fffcc008e" providerId="ADAL" clId="{BC0BD879-F267-5CCA-8DEA-E3B2DD07DA4E}" dt="2026-06-01T01:31:22.116" v="145" actId="20577"/>
          <ac:spMkLst>
            <pc:docMk/>
            <pc:sldMk cId="1186077149" sldId="257"/>
            <ac:spMk id="18" creationId="{234F552D-F3BB-4E12-BFC0-3C166A8402E0}"/>
          </ac:spMkLst>
        </pc:spChg>
        <pc:spChg chg="mod">
          <ac:chgData name="Hironari Yamada" userId="e57621f8-ec3c-449e-bb19-001fffcc008e" providerId="ADAL" clId="{BC0BD879-F267-5CCA-8DEA-E3B2DD07DA4E}" dt="2026-06-01T01:30:44.626" v="92" actId="403"/>
          <ac:spMkLst>
            <pc:docMk/>
            <pc:sldMk cId="1186077149" sldId="257"/>
            <ac:spMk id="19" creationId="{A701E741-8BBA-46D5-A16B-7F43B5360B68}"/>
          </ac:spMkLst>
        </pc:spChg>
        <pc:spChg chg="mod">
          <ac:chgData name="Hironari Yamada" userId="e57621f8-ec3c-449e-bb19-001fffcc008e" providerId="ADAL" clId="{BC0BD879-F267-5CCA-8DEA-E3B2DD07DA4E}" dt="2026-06-01T01:30:44.626" v="92" actId="403"/>
          <ac:spMkLst>
            <pc:docMk/>
            <pc:sldMk cId="1186077149" sldId="257"/>
            <ac:spMk id="21" creationId="{76B60639-B024-4805-B031-10A7DB3606B7}"/>
          </ac:spMkLst>
        </pc:spChg>
        <pc:spChg chg="mod">
          <ac:chgData name="Hironari Yamada" userId="e57621f8-ec3c-449e-bb19-001fffcc008e" providerId="ADAL" clId="{BC0BD879-F267-5CCA-8DEA-E3B2DD07DA4E}" dt="2026-06-01T01:30:44.626" v="92" actId="403"/>
          <ac:spMkLst>
            <pc:docMk/>
            <pc:sldMk cId="1186077149" sldId="257"/>
            <ac:spMk id="22" creationId="{A7FE47EF-40F3-4B12-8189-BAFE316BE289}"/>
          </ac:spMkLst>
        </pc:spChg>
        <pc:spChg chg="mod">
          <ac:chgData name="Hironari Yamada" userId="e57621f8-ec3c-449e-bb19-001fffcc008e" providerId="ADAL" clId="{BC0BD879-F267-5CCA-8DEA-E3B2DD07DA4E}" dt="2026-06-01T01:31:26.221" v="153" actId="20577"/>
          <ac:spMkLst>
            <pc:docMk/>
            <pc:sldMk cId="1186077149" sldId="257"/>
            <ac:spMk id="23" creationId="{07028301-CDAC-4905-8AE9-838CEC6B2ADA}"/>
          </ac:spMkLst>
        </pc:spChg>
        <pc:spChg chg="mod">
          <ac:chgData name="Hironari Yamada" userId="e57621f8-ec3c-449e-bb19-001fffcc008e" providerId="ADAL" clId="{BC0BD879-F267-5CCA-8DEA-E3B2DD07DA4E}" dt="2026-06-01T01:30:52.160" v="104" actId="20577"/>
          <ac:spMkLst>
            <pc:docMk/>
            <pc:sldMk cId="1186077149" sldId="257"/>
            <ac:spMk id="24" creationId="{393CDDB1-E5BA-441B-927D-222050358892}"/>
          </ac:spMkLst>
        </pc:spChg>
        <pc:spChg chg="mod">
          <ac:chgData name="Hironari Yamada" userId="e57621f8-ec3c-449e-bb19-001fffcc008e" providerId="ADAL" clId="{BC0BD879-F267-5CCA-8DEA-E3B2DD07DA4E}" dt="2026-06-01T01:30:44.626" v="92" actId="403"/>
          <ac:spMkLst>
            <pc:docMk/>
            <pc:sldMk cId="1186077149" sldId="257"/>
            <ac:spMk id="25" creationId="{8F9D1949-0EED-437A-A730-763C16F2978F}"/>
          </ac:spMkLst>
        </pc:spChg>
        <pc:spChg chg="del">
          <ac:chgData name="Hironari Yamada" userId="e57621f8-ec3c-449e-bb19-001fffcc008e" providerId="ADAL" clId="{BC0BD879-F267-5CCA-8DEA-E3B2DD07DA4E}" dt="2026-06-01T01:46:34.728" v="253" actId="478"/>
          <ac:spMkLst>
            <pc:docMk/>
            <pc:sldMk cId="1186077149" sldId="257"/>
            <ac:spMk id="26" creationId="{7F0A8CC4-1FBE-4474-94B3-F1D877176992}"/>
          </ac:spMkLst>
        </pc:spChg>
        <pc:spChg chg="mod">
          <ac:chgData name="Hironari Yamada" userId="e57621f8-ec3c-449e-bb19-001fffcc008e" providerId="ADAL" clId="{BC0BD879-F267-5CCA-8DEA-E3B2DD07DA4E}" dt="2026-06-01T01:31:09.628" v="119" actId="20577"/>
          <ac:spMkLst>
            <pc:docMk/>
            <pc:sldMk cId="1186077149" sldId="257"/>
            <ac:spMk id="27" creationId="{35530251-992A-4156-B83D-4C1DDE9EBC6A}"/>
          </ac:spMkLst>
        </pc:spChg>
      </pc:sldChg>
      <pc:sldChg chg="addSp delSp modSp mod">
        <pc:chgData name="Hironari Yamada" userId="e57621f8-ec3c-449e-bb19-001fffcc008e" providerId="ADAL" clId="{BC0BD879-F267-5CCA-8DEA-E3B2DD07DA4E}" dt="2026-06-01T01:46:40.877" v="254" actId="478"/>
        <pc:sldMkLst>
          <pc:docMk/>
          <pc:sldMk cId="1186077149" sldId="258"/>
        </pc:sldMkLst>
        <pc:spChg chg="del">
          <ac:chgData name="Hironari Yamada" userId="e57621f8-ec3c-449e-bb19-001fffcc008e" providerId="ADAL" clId="{BC0BD879-F267-5CCA-8DEA-E3B2DD07DA4E}" dt="2026-06-01T01:46:40.877" v="254" actId="478"/>
          <ac:spMkLst>
            <pc:docMk/>
            <pc:sldMk cId="1186077149" sldId="258"/>
            <ac:spMk id="3" creationId="{A37FC832-DBB8-40EB-937C-D01DD777FD15}"/>
          </ac:spMkLst>
        </pc:spChg>
        <pc:spChg chg="del">
          <ac:chgData name="Hironari Yamada" userId="e57621f8-ec3c-449e-bb19-001fffcc008e" providerId="ADAL" clId="{BC0BD879-F267-5CCA-8DEA-E3B2DD07DA4E}" dt="2026-06-01T01:25:46.387" v="0" actId="478"/>
          <ac:spMkLst>
            <pc:docMk/>
            <pc:sldMk cId="1186077149" sldId="258"/>
            <ac:spMk id="6" creationId="{8E43CE41-5392-4D4F-A81A-760A6037981A}"/>
          </ac:spMkLst>
        </pc:spChg>
        <pc:spChg chg="del">
          <ac:chgData name="Hironari Yamada" userId="e57621f8-ec3c-449e-bb19-001fffcc008e" providerId="ADAL" clId="{BC0BD879-F267-5CCA-8DEA-E3B2DD07DA4E}" dt="2026-06-01T01:25:46.387" v="0" actId="478"/>
          <ac:spMkLst>
            <pc:docMk/>
            <pc:sldMk cId="1186077149" sldId="258"/>
            <ac:spMk id="7" creationId="{BF6EFBB1-953C-4775-B8EE-B70E2DD4D269}"/>
          </ac:spMkLst>
        </pc:spChg>
        <pc:spChg chg="del">
          <ac:chgData name="Hironari Yamada" userId="e57621f8-ec3c-449e-bb19-001fffcc008e" providerId="ADAL" clId="{BC0BD879-F267-5CCA-8DEA-E3B2DD07DA4E}" dt="2026-06-01T01:25:46.387" v="0" actId="478"/>
          <ac:spMkLst>
            <pc:docMk/>
            <pc:sldMk cId="1186077149" sldId="258"/>
            <ac:spMk id="8" creationId="{1D042785-E752-43F3-ADA1-2F441F231DB9}"/>
          </ac:spMkLst>
        </pc:spChg>
        <pc:spChg chg="del">
          <ac:chgData name="Hironari Yamada" userId="e57621f8-ec3c-449e-bb19-001fffcc008e" providerId="ADAL" clId="{BC0BD879-F267-5CCA-8DEA-E3B2DD07DA4E}" dt="2026-06-01T01:25:46.387" v="0" actId="478"/>
          <ac:spMkLst>
            <pc:docMk/>
            <pc:sldMk cId="1186077149" sldId="258"/>
            <ac:spMk id="9" creationId="{36DCDEC3-AC1A-44C6-BCFD-788FE13CE391}"/>
          </ac:spMkLst>
        </pc:spChg>
        <pc:spChg chg="del">
          <ac:chgData name="Hironari Yamada" userId="e57621f8-ec3c-449e-bb19-001fffcc008e" providerId="ADAL" clId="{BC0BD879-F267-5CCA-8DEA-E3B2DD07DA4E}" dt="2026-06-01T01:25:46.387" v="0" actId="478"/>
          <ac:spMkLst>
            <pc:docMk/>
            <pc:sldMk cId="1186077149" sldId="258"/>
            <ac:spMk id="10" creationId="{C144C09E-FF28-40A0-8035-1A12547C939F}"/>
          </ac:spMkLst>
        </pc:spChg>
        <pc:spChg chg="del">
          <ac:chgData name="Hironari Yamada" userId="e57621f8-ec3c-449e-bb19-001fffcc008e" providerId="ADAL" clId="{BC0BD879-F267-5CCA-8DEA-E3B2DD07DA4E}" dt="2026-06-01T01:25:46.387" v="0" actId="478"/>
          <ac:spMkLst>
            <pc:docMk/>
            <pc:sldMk cId="1186077149" sldId="258"/>
            <ac:spMk id="11" creationId="{A8D58A6D-D793-4496-82A9-694F9DD940BF}"/>
          </ac:spMkLst>
        </pc:spChg>
        <pc:spChg chg="del">
          <ac:chgData name="Hironari Yamada" userId="e57621f8-ec3c-449e-bb19-001fffcc008e" providerId="ADAL" clId="{BC0BD879-F267-5CCA-8DEA-E3B2DD07DA4E}" dt="2026-06-01T01:25:46.387" v="0" actId="478"/>
          <ac:spMkLst>
            <pc:docMk/>
            <pc:sldMk cId="1186077149" sldId="258"/>
            <ac:spMk id="12" creationId="{27B6741C-CB2A-4A2D-A74E-94F7DC54BF57}"/>
          </ac:spMkLst>
        </pc:spChg>
        <pc:spChg chg="del">
          <ac:chgData name="Hironari Yamada" userId="e57621f8-ec3c-449e-bb19-001fffcc008e" providerId="ADAL" clId="{BC0BD879-F267-5CCA-8DEA-E3B2DD07DA4E}" dt="2026-06-01T01:25:46.387" v="0" actId="478"/>
          <ac:spMkLst>
            <pc:docMk/>
            <pc:sldMk cId="1186077149" sldId="258"/>
            <ac:spMk id="13" creationId="{F69E8553-1D81-413D-B275-0B78246FD992}"/>
          </ac:spMkLst>
        </pc:spChg>
        <pc:spChg chg="del">
          <ac:chgData name="Hironari Yamada" userId="e57621f8-ec3c-449e-bb19-001fffcc008e" providerId="ADAL" clId="{BC0BD879-F267-5CCA-8DEA-E3B2DD07DA4E}" dt="2026-06-01T01:46:40.877" v="254" actId="478"/>
          <ac:spMkLst>
            <pc:docMk/>
            <pc:sldMk cId="1186077149" sldId="258"/>
            <ac:spMk id="14" creationId="{4BC74250-1B6A-4941-9FF7-3FEE4C11E101}"/>
          </ac:spMkLst>
        </pc:spChg>
        <pc:spChg chg="add mod">
          <ac:chgData name="Hironari Yamada" userId="e57621f8-ec3c-449e-bb19-001fffcc008e" providerId="ADAL" clId="{BC0BD879-F267-5CCA-8DEA-E3B2DD07DA4E}" dt="2026-06-01T01:25:54.022" v="1"/>
          <ac:spMkLst>
            <pc:docMk/>
            <pc:sldMk cId="1186077149" sldId="258"/>
            <ac:spMk id="17" creationId="{5A7DBDAE-3D63-D7ED-ADBE-0A8068D8CE13}"/>
          </ac:spMkLst>
        </pc:spChg>
        <pc:spChg chg="add mod">
          <ac:chgData name="Hironari Yamada" userId="e57621f8-ec3c-449e-bb19-001fffcc008e" providerId="ADAL" clId="{BC0BD879-F267-5CCA-8DEA-E3B2DD07DA4E}" dt="2026-06-01T01:25:54.022" v="1"/>
          <ac:spMkLst>
            <pc:docMk/>
            <pc:sldMk cId="1186077149" sldId="258"/>
            <ac:spMk id="22" creationId="{6BDA3482-0C85-235B-CA57-B41F9C8045DF}"/>
          </ac:spMkLst>
        </pc:spChg>
        <pc:spChg chg="add mod">
          <ac:chgData name="Hironari Yamada" userId="e57621f8-ec3c-449e-bb19-001fffcc008e" providerId="ADAL" clId="{BC0BD879-F267-5CCA-8DEA-E3B2DD07DA4E}" dt="2026-06-01T01:25:54.022" v="1"/>
          <ac:spMkLst>
            <pc:docMk/>
            <pc:sldMk cId="1186077149" sldId="258"/>
            <ac:spMk id="23" creationId="{8030A32A-CA25-421F-F51B-B57F4C5E7A3E}"/>
          </ac:spMkLst>
        </pc:spChg>
        <pc:spChg chg="add mod">
          <ac:chgData name="Hironari Yamada" userId="e57621f8-ec3c-449e-bb19-001fffcc008e" providerId="ADAL" clId="{BC0BD879-F267-5CCA-8DEA-E3B2DD07DA4E}" dt="2026-06-01T01:25:54.022" v="1"/>
          <ac:spMkLst>
            <pc:docMk/>
            <pc:sldMk cId="1186077149" sldId="258"/>
            <ac:spMk id="24" creationId="{07C2B5F8-261F-5E81-6B49-0A6DEECFDB35}"/>
          </ac:spMkLst>
        </pc:spChg>
        <pc:spChg chg="add mod">
          <ac:chgData name="Hironari Yamada" userId="e57621f8-ec3c-449e-bb19-001fffcc008e" providerId="ADAL" clId="{BC0BD879-F267-5CCA-8DEA-E3B2DD07DA4E}" dt="2026-06-01T01:25:54.022" v="1"/>
          <ac:spMkLst>
            <pc:docMk/>
            <pc:sldMk cId="1186077149" sldId="258"/>
            <ac:spMk id="25" creationId="{84DE8D39-486F-C1CC-C81C-516DB5B94B89}"/>
          </ac:spMkLst>
        </pc:spChg>
        <pc:spChg chg="add mod">
          <ac:chgData name="Hironari Yamada" userId="e57621f8-ec3c-449e-bb19-001fffcc008e" providerId="ADAL" clId="{BC0BD879-F267-5CCA-8DEA-E3B2DD07DA4E}" dt="2026-06-01T01:25:54.022" v="1"/>
          <ac:spMkLst>
            <pc:docMk/>
            <pc:sldMk cId="1186077149" sldId="258"/>
            <ac:spMk id="26" creationId="{14426BCA-8482-1978-6C24-95D2256B74D2}"/>
          </ac:spMkLst>
        </pc:spChg>
        <pc:spChg chg="add mod">
          <ac:chgData name="Hironari Yamada" userId="e57621f8-ec3c-449e-bb19-001fffcc008e" providerId="ADAL" clId="{BC0BD879-F267-5CCA-8DEA-E3B2DD07DA4E}" dt="2026-06-01T01:25:54.022" v="1"/>
          <ac:spMkLst>
            <pc:docMk/>
            <pc:sldMk cId="1186077149" sldId="258"/>
            <ac:spMk id="30" creationId="{06927102-A974-64E8-3158-C017E3849724}"/>
          </ac:spMkLst>
        </pc:spChg>
        <pc:spChg chg="add mod">
          <ac:chgData name="Hironari Yamada" userId="e57621f8-ec3c-449e-bb19-001fffcc008e" providerId="ADAL" clId="{BC0BD879-F267-5CCA-8DEA-E3B2DD07DA4E}" dt="2026-06-01T01:25:54.022" v="1"/>
          <ac:spMkLst>
            <pc:docMk/>
            <pc:sldMk cId="1186077149" sldId="258"/>
            <ac:spMk id="38" creationId="{3D3CCE14-4D27-7818-F2FC-C8AEFB674E26}"/>
          </ac:spMkLst>
        </pc:spChg>
        <pc:spChg chg="add mod">
          <ac:chgData name="Hironari Yamada" userId="e57621f8-ec3c-449e-bb19-001fffcc008e" providerId="ADAL" clId="{BC0BD879-F267-5CCA-8DEA-E3B2DD07DA4E}" dt="2026-06-01T01:25:54.022" v="1"/>
          <ac:spMkLst>
            <pc:docMk/>
            <pc:sldMk cId="1186077149" sldId="258"/>
            <ac:spMk id="41" creationId="{6A18B1A9-5980-33D9-464A-02982BC3EF09}"/>
          </ac:spMkLst>
        </pc:spChg>
        <pc:spChg chg="add mod">
          <ac:chgData name="Hironari Yamada" userId="e57621f8-ec3c-449e-bb19-001fffcc008e" providerId="ADAL" clId="{BC0BD879-F267-5CCA-8DEA-E3B2DD07DA4E}" dt="2026-06-01T01:25:54.022" v="1"/>
          <ac:spMkLst>
            <pc:docMk/>
            <pc:sldMk cId="1186077149" sldId="258"/>
            <ac:spMk id="43" creationId="{34140946-B951-4FE6-DC51-661DDBD70E0B}"/>
          </ac:spMkLst>
        </pc:spChg>
      </pc:sldChg>
      <pc:sldChg chg="del">
        <pc:chgData name="Hironari Yamada" userId="e57621f8-ec3c-449e-bb19-001fffcc008e" providerId="ADAL" clId="{BC0BD879-F267-5CCA-8DEA-E3B2DD07DA4E}" dt="2026-06-01T01:26:03.257" v="2" actId="2696"/>
        <pc:sldMkLst>
          <pc:docMk/>
          <pc:sldMk cId="1186077149" sldId="259"/>
        </pc:sldMkLst>
      </pc:sldChg>
      <pc:sldChg chg="delSp modSp mod">
        <pc:chgData name="Hironari Yamada" userId="e57621f8-ec3c-449e-bb19-001fffcc008e" providerId="ADAL" clId="{BC0BD879-F267-5CCA-8DEA-E3B2DD07DA4E}" dt="2026-06-01T01:46:46.338" v="255" actId="478"/>
        <pc:sldMkLst>
          <pc:docMk/>
          <pc:sldMk cId="1186077149" sldId="260"/>
        </pc:sldMkLst>
        <pc:spChg chg="del">
          <ac:chgData name="Hironari Yamada" userId="e57621f8-ec3c-449e-bb19-001fffcc008e" providerId="ADAL" clId="{BC0BD879-F267-5CCA-8DEA-E3B2DD07DA4E}" dt="2026-06-01T01:46:46.338" v="255" actId="478"/>
          <ac:spMkLst>
            <pc:docMk/>
            <pc:sldMk cId="1186077149" sldId="260"/>
            <ac:spMk id="3" creationId="{F2D711AE-1B03-4364-B8BB-B324A68BD32A}"/>
          </ac:spMkLst>
        </pc:spChg>
        <pc:spChg chg="mod">
          <ac:chgData name="Hironari Yamada" userId="e57621f8-ec3c-449e-bb19-001fffcc008e" providerId="ADAL" clId="{BC0BD879-F267-5CCA-8DEA-E3B2DD07DA4E}" dt="2026-06-01T01:26:12.999" v="6" actId="403"/>
          <ac:spMkLst>
            <pc:docMk/>
            <pc:sldMk cId="1186077149" sldId="260"/>
            <ac:spMk id="10" creationId="{FC0E0142-F966-4E09-8E8A-79157EF029F7}"/>
          </ac:spMkLst>
        </pc:spChg>
        <pc:spChg chg="mod">
          <ac:chgData name="Hironari Yamada" userId="e57621f8-ec3c-449e-bb19-001fffcc008e" providerId="ADAL" clId="{BC0BD879-F267-5CCA-8DEA-E3B2DD07DA4E}" dt="2026-06-01T01:26:12.999" v="6" actId="403"/>
          <ac:spMkLst>
            <pc:docMk/>
            <pc:sldMk cId="1186077149" sldId="260"/>
            <ac:spMk id="13" creationId="{8A98ADE2-B55A-43AF-BE16-C0649709F53C}"/>
          </ac:spMkLst>
        </pc:spChg>
        <pc:spChg chg="mod">
          <ac:chgData name="Hironari Yamada" userId="e57621f8-ec3c-449e-bb19-001fffcc008e" providerId="ADAL" clId="{BC0BD879-F267-5CCA-8DEA-E3B2DD07DA4E}" dt="2026-06-01T01:26:12.999" v="6" actId="403"/>
          <ac:spMkLst>
            <pc:docMk/>
            <pc:sldMk cId="1186077149" sldId="260"/>
            <ac:spMk id="14" creationId="{7EEB80C0-8B61-4CEF-9B4C-AED64B0B8692}"/>
          </ac:spMkLst>
        </pc:spChg>
        <pc:spChg chg="mod">
          <ac:chgData name="Hironari Yamada" userId="e57621f8-ec3c-449e-bb19-001fffcc008e" providerId="ADAL" clId="{BC0BD879-F267-5CCA-8DEA-E3B2DD07DA4E}" dt="2026-06-01T01:26:12.999" v="6" actId="403"/>
          <ac:spMkLst>
            <pc:docMk/>
            <pc:sldMk cId="1186077149" sldId="260"/>
            <ac:spMk id="15" creationId="{89E9456B-A5C7-4132-BDE8-00CA7F910D94}"/>
          </ac:spMkLst>
        </pc:spChg>
        <pc:spChg chg="mod">
          <ac:chgData name="Hironari Yamada" userId="e57621f8-ec3c-449e-bb19-001fffcc008e" providerId="ADAL" clId="{BC0BD879-F267-5CCA-8DEA-E3B2DD07DA4E}" dt="2026-06-01T01:26:12.999" v="6" actId="403"/>
          <ac:spMkLst>
            <pc:docMk/>
            <pc:sldMk cId="1186077149" sldId="260"/>
            <ac:spMk id="17" creationId="{52944795-6A78-4A0E-9804-552950E553E5}"/>
          </ac:spMkLst>
        </pc:spChg>
        <pc:spChg chg="mod">
          <ac:chgData name="Hironari Yamada" userId="e57621f8-ec3c-449e-bb19-001fffcc008e" providerId="ADAL" clId="{BC0BD879-F267-5CCA-8DEA-E3B2DD07DA4E}" dt="2026-06-01T01:26:12.999" v="6" actId="403"/>
          <ac:spMkLst>
            <pc:docMk/>
            <pc:sldMk cId="1186077149" sldId="260"/>
            <ac:spMk id="18" creationId="{CC942FFD-2D7C-48FC-B41E-74E5083688BF}"/>
          </ac:spMkLst>
        </pc:spChg>
        <pc:spChg chg="mod">
          <ac:chgData name="Hironari Yamada" userId="e57621f8-ec3c-449e-bb19-001fffcc008e" providerId="ADAL" clId="{BC0BD879-F267-5CCA-8DEA-E3B2DD07DA4E}" dt="2026-06-01T01:26:12.999" v="6" actId="403"/>
          <ac:spMkLst>
            <pc:docMk/>
            <pc:sldMk cId="1186077149" sldId="260"/>
            <ac:spMk id="21" creationId="{BA18ADAD-3151-40AE-ACC3-9BC6D14EE2F7}"/>
          </ac:spMkLst>
        </pc:spChg>
        <pc:spChg chg="mod">
          <ac:chgData name="Hironari Yamada" userId="e57621f8-ec3c-449e-bb19-001fffcc008e" providerId="ADAL" clId="{BC0BD879-F267-5CCA-8DEA-E3B2DD07DA4E}" dt="2026-06-01T01:26:12.999" v="6" actId="403"/>
          <ac:spMkLst>
            <pc:docMk/>
            <pc:sldMk cId="1186077149" sldId="260"/>
            <ac:spMk id="22" creationId="{29B9CF1C-7367-4CA7-A366-10B3D0FCA818}"/>
          </ac:spMkLst>
        </pc:spChg>
        <pc:spChg chg="mod">
          <ac:chgData name="Hironari Yamada" userId="e57621f8-ec3c-449e-bb19-001fffcc008e" providerId="ADAL" clId="{BC0BD879-F267-5CCA-8DEA-E3B2DD07DA4E}" dt="2026-06-01T01:26:12.999" v="6" actId="403"/>
          <ac:spMkLst>
            <pc:docMk/>
            <pc:sldMk cId="1186077149" sldId="260"/>
            <ac:spMk id="23" creationId="{FD859892-89D2-4BD7-9985-1C6DA93198C4}"/>
          </ac:spMkLst>
        </pc:spChg>
        <pc:spChg chg="mod">
          <ac:chgData name="Hironari Yamada" userId="e57621f8-ec3c-449e-bb19-001fffcc008e" providerId="ADAL" clId="{BC0BD879-F267-5CCA-8DEA-E3B2DD07DA4E}" dt="2026-06-01T01:26:12.999" v="6" actId="403"/>
          <ac:spMkLst>
            <pc:docMk/>
            <pc:sldMk cId="1186077149" sldId="260"/>
            <ac:spMk id="25" creationId="{0E85E0D7-2E0C-4361-A405-8CF53F417567}"/>
          </ac:spMkLst>
        </pc:spChg>
        <pc:spChg chg="del">
          <ac:chgData name="Hironari Yamada" userId="e57621f8-ec3c-449e-bb19-001fffcc008e" providerId="ADAL" clId="{BC0BD879-F267-5CCA-8DEA-E3B2DD07DA4E}" dt="2026-06-01T01:46:46.338" v="255" actId="478"/>
          <ac:spMkLst>
            <pc:docMk/>
            <pc:sldMk cId="1186077149" sldId="260"/>
            <ac:spMk id="26" creationId="{24929DA4-4D94-4454-A4B8-2D6B4502E4B4}"/>
          </ac:spMkLst>
        </pc:spChg>
      </pc:sldChg>
      <pc:sldChg chg="addSp delSp modSp mod">
        <pc:chgData name="Hironari Yamada" userId="e57621f8-ec3c-449e-bb19-001fffcc008e" providerId="ADAL" clId="{BC0BD879-F267-5CCA-8DEA-E3B2DD07DA4E}" dt="2026-06-01T04:47:06.526" v="1895"/>
        <pc:sldMkLst>
          <pc:docMk/>
          <pc:sldMk cId="1186077149" sldId="261"/>
        </pc:sldMkLst>
        <pc:spChg chg="del">
          <ac:chgData name="Hironari Yamada" userId="e57621f8-ec3c-449e-bb19-001fffcc008e" providerId="ADAL" clId="{BC0BD879-F267-5CCA-8DEA-E3B2DD07DA4E}" dt="2026-06-01T01:46:57.227" v="257" actId="478"/>
          <ac:spMkLst>
            <pc:docMk/>
            <pc:sldMk cId="1186077149" sldId="261"/>
            <ac:spMk id="3" creationId="{9066AF89-DA63-47EA-8F72-FFAA23326E41}"/>
          </ac:spMkLst>
        </pc:spChg>
        <pc:spChg chg="del">
          <ac:chgData name="Hironari Yamada" userId="e57621f8-ec3c-449e-bb19-001fffcc008e" providerId="ADAL" clId="{BC0BD879-F267-5CCA-8DEA-E3B2DD07DA4E}" dt="2026-06-01T01:46:57.227" v="257" actId="478"/>
          <ac:spMkLst>
            <pc:docMk/>
            <pc:sldMk cId="1186077149" sldId="261"/>
            <ac:spMk id="8" creationId="{7609CA6D-DCCD-4F27-BE5D-C593C16814ED}"/>
          </ac:spMkLst>
        </pc:spChg>
        <pc:spChg chg="add mod">
          <ac:chgData name="Hironari Yamada" userId="e57621f8-ec3c-449e-bb19-001fffcc008e" providerId="ADAL" clId="{BC0BD879-F267-5CCA-8DEA-E3B2DD07DA4E}" dt="2026-06-01T01:31:51.496" v="156" actId="1076"/>
          <ac:spMkLst>
            <pc:docMk/>
            <pc:sldMk cId="1186077149" sldId="261"/>
            <ac:spMk id="11" creationId="{CC734329-52C3-D3E0-CCCF-5C2A0EFC2B37}"/>
          </ac:spMkLst>
        </pc:spChg>
        <pc:spChg chg="add mod">
          <ac:chgData name="Hironari Yamada" userId="e57621f8-ec3c-449e-bb19-001fffcc008e" providerId="ADAL" clId="{BC0BD879-F267-5CCA-8DEA-E3B2DD07DA4E}" dt="2026-06-01T01:31:51.496" v="156" actId="1076"/>
          <ac:spMkLst>
            <pc:docMk/>
            <pc:sldMk cId="1186077149" sldId="261"/>
            <ac:spMk id="12" creationId="{1086A695-879F-4061-DCBA-D2BFB92386EE}"/>
          </ac:spMkLst>
        </pc:spChg>
        <pc:spChg chg="add mod">
          <ac:chgData name="Hironari Yamada" userId="e57621f8-ec3c-449e-bb19-001fffcc008e" providerId="ADAL" clId="{BC0BD879-F267-5CCA-8DEA-E3B2DD07DA4E}" dt="2026-06-01T01:31:51.496" v="156" actId="1076"/>
          <ac:spMkLst>
            <pc:docMk/>
            <pc:sldMk cId="1186077149" sldId="261"/>
            <ac:spMk id="21" creationId="{6298BFFD-89E6-B0C2-C07B-5F09C02FB936}"/>
          </ac:spMkLst>
        </pc:spChg>
        <pc:spChg chg="add mod">
          <ac:chgData name="Hironari Yamada" userId="e57621f8-ec3c-449e-bb19-001fffcc008e" providerId="ADAL" clId="{BC0BD879-F267-5CCA-8DEA-E3B2DD07DA4E}" dt="2026-06-01T01:31:51.496" v="156" actId="1076"/>
          <ac:spMkLst>
            <pc:docMk/>
            <pc:sldMk cId="1186077149" sldId="261"/>
            <ac:spMk id="27" creationId="{889A4E06-5F24-662C-E3D5-141C01A1DA8C}"/>
          </ac:spMkLst>
        </pc:spChg>
        <pc:spChg chg="add mod">
          <ac:chgData name="Hironari Yamada" userId="e57621f8-ec3c-449e-bb19-001fffcc008e" providerId="ADAL" clId="{BC0BD879-F267-5CCA-8DEA-E3B2DD07DA4E}" dt="2026-06-01T01:31:51.496" v="156" actId="1076"/>
          <ac:spMkLst>
            <pc:docMk/>
            <pc:sldMk cId="1186077149" sldId="261"/>
            <ac:spMk id="28" creationId="{B0361493-1CC8-1624-D619-DFE8C9D45A98}"/>
          </ac:spMkLst>
        </pc:spChg>
        <pc:spChg chg="add mod">
          <ac:chgData name="Hironari Yamada" userId="e57621f8-ec3c-449e-bb19-001fffcc008e" providerId="ADAL" clId="{BC0BD879-F267-5CCA-8DEA-E3B2DD07DA4E}" dt="2026-06-01T01:31:51.496" v="156" actId="1076"/>
          <ac:spMkLst>
            <pc:docMk/>
            <pc:sldMk cId="1186077149" sldId="261"/>
            <ac:spMk id="31" creationId="{2589D822-EB2A-0FAF-21AC-BDF4BFA3DD38}"/>
          </ac:spMkLst>
        </pc:spChg>
        <pc:spChg chg="add mod">
          <ac:chgData name="Hironari Yamada" userId="e57621f8-ec3c-449e-bb19-001fffcc008e" providerId="ADAL" clId="{BC0BD879-F267-5CCA-8DEA-E3B2DD07DA4E}" dt="2026-06-01T01:31:51.496" v="156" actId="1076"/>
          <ac:spMkLst>
            <pc:docMk/>
            <pc:sldMk cId="1186077149" sldId="261"/>
            <ac:spMk id="32" creationId="{109CA1D1-3ECB-A636-E99D-6816BFE4C5F4}"/>
          </ac:spMkLst>
        </pc:spChg>
        <pc:spChg chg="add mod">
          <ac:chgData name="Hironari Yamada" userId="e57621f8-ec3c-449e-bb19-001fffcc008e" providerId="ADAL" clId="{BC0BD879-F267-5CCA-8DEA-E3B2DD07DA4E}" dt="2026-06-01T01:31:51.496" v="156" actId="1076"/>
          <ac:spMkLst>
            <pc:docMk/>
            <pc:sldMk cId="1186077149" sldId="261"/>
            <ac:spMk id="33" creationId="{C3CC1311-7737-99F1-20C3-A3632FBDF7BC}"/>
          </ac:spMkLst>
        </pc:spChg>
        <pc:spChg chg="add mod">
          <ac:chgData name="Hironari Yamada" userId="e57621f8-ec3c-449e-bb19-001fffcc008e" providerId="ADAL" clId="{BC0BD879-F267-5CCA-8DEA-E3B2DD07DA4E}" dt="2026-06-01T01:31:51.496" v="156" actId="1076"/>
          <ac:spMkLst>
            <pc:docMk/>
            <pc:sldMk cId="1186077149" sldId="261"/>
            <ac:spMk id="36" creationId="{D0B4D5D0-3330-2769-0D00-EFCAA9E023BB}"/>
          </ac:spMkLst>
        </pc:spChg>
        <pc:spChg chg="add mod">
          <ac:chgData name="Hironari Yamada" userId="e57621f8-ec3c-449e-bb19-001fffcc008e" providerId="ADAL" clId="{BC0BD879-F267-5CCA-8DEA-E3B2DD07DA4E}" dt="2026-06-01T01:31:51.496" v="156" actId="1076"/>
          <ac:spMkLst>
            <pc:docMk/>
            <pc:sldMk cId="1186077149" sldId="261"/>
            <ac:spMk id="37" creationId="{E1402093-FBF2-CAC5-9C2B-CB22E1B919EC}"/>
          </ac:spMkLst>
        </pc:spChg>
        <pc:spChg chg="add mod">
          <ac:chgData name="Hironari Yamada" userId="e57621f8-ec3c-449e-bb19-001fffcc008e" providerId="ADAL" clId="{BC0BD879-F267-5CCA-8DEA-E3B2DD07DA4E}" dt="2026-06-01T01:32:49.839" v="174" actId="1076"/>
          <ac:spMkLst>
            <pc:docMk/>
            <pc:sldMk cId="1186077149" sldId="261"/>
            <ac:spMk id="46" creationId="{3F6291D1-9B83-3CE4-5CA4-0FA0F0BF27D2}"/>
          </ac:spMkLst>
        </pc:spChg>
        <pc:spChg chg="add del mod">
          <ac:chgData name="Hironari Yamada" userId="e57621f8-ec3c-449e-bb19-001fffcc008e" providerId="ADAL" clId="{BC0BD879-F267-5CCA-8DEA-E3B2DD07DA4E}" dt="2026-06-01T04:47:06.526" v="1895"/>
          <ac:spMkLst>
            <pc:docMk/>
            <pc:sldMk cId="1186077149" sldId="261"/>
            <ac:spMk id="47" creationId="{F0799258-A005-0034-B2B9-B198B2BE6DFF}"/>
          </ac:spMkLst>
        </pc:spChg>
        <pc:picChg chg="del">
          <ac:chgData name="Hironari Yamada" userId="e57621f8-ec3c-449e-bb19-001fffcc008e" providerId="ADAL" clId="{BC0BD879-F267-5CCA-8DEA-E3B2DD07DA4E}" dt="2026-06-01T01:31:46.935" v="154" actId="478"/>
          <ac:picMkLst>
            <pc:docMk/>
            <pc:sldMk cId="1186077149" sldId="261"/>
            <ac:picMk id="7" creationId="{00000000-0000-0000-0000-000000000000}"/>
          </ac:picMkLst>
        </pc:picChg>
        <pc:picChg chg="add mod">
          <ac:chgData name="Hironari Yamada" userId="e57621f8-ec3c-449e-bb19-001fffcc008e" providerId="ADAL" clId="{BC0BD879-F267-5CCA-8DEA-E3B2DD07DA4E}" dt="2026-06-01T01:32:39.596" v="167" actId="1076"/>
          <ac:picMkLst>
            <pc:docMk/>
            <pc:sldMk cId="1186077149" sldId="261"/>
            <ac:picMk id="40" creationId="{AE9AF469-6937-22A9-BBDE-7E8766AA0678}"/>
          </ac:picMkLst>
        </pc:picChg>
        <pc:cxnChg chg="add mod">
          <ac:chgData name="Hironari Yamada" userId="e57621f8-ec3c-449e-bb19-001fffcc008e" providerId="ADAL" clId="{BC0BD879-F267-5CCA-8DEA-E3B2DD07DA4E}" dt="2026-06-01T01:32:39.596" v="167" actId="1076"/>
          <ac:cxnSpMkLst>
            <pc:docMk/>
            <pc:sldMk cId="1186077149" sldId="261"/>
            <ac:cxnSpMk id="41" creationId="{C6C3089B-7A7D-6C51-EA24-DEE794D4DED0}"/>
          </ac:cxnSpMkLst>
        </pc:cxnChg>
      </pc:sldChg>
      <pc:sldChg chg="addSp delSp modSp mod">
        <pc:chgData name="Hironari Yamada" userId="e57621f8-ec3c-449e-bb19-001fffcc008e" providerId="ADAL" clId="{BC0BD879-F267-5CCA-8DEA-E3B2DD07DA4E}" dt="2026-06-01T01:47:38.354" v="297" actId="478"/>
        <pc:sldMkLst>
          <pc:docMk/>
          <pc:sldMk cId="1186077149" sldId="262"/>
        </pc:sldMkLst>
        <pc:spChg chg="del">
          <ac:chgData name="Hironari Yamada" userId="e57621f8-ec3c-449e-bb19-001fffcc008e" providerId="ADAL" clId="{BC0BD879-F267-5CCA-8DEA-E3B2DD07DA4E}" dt="2026-06-01T01:47:38.354" v="297" actId="478"/>
          <ac:spMkLst>
            <pc:docMk/>
            <pc:sldMk cId="1186077149" sldId="262"/>
            <ac:spMk id="3" creationId="{C98DC7CB-DBE4-4C83-9762-C62E93417DA1}"/>
          </ac:spMkLst>
        </pc:spChg>
        <pc:spChg chg="mod">
          <ac:chgData name="Hironari Yamada" userId="e57621f8-ec3c-449e-bb19-001fffcc008e" providerId="ADAL" clId="{BC0BD879-F267-5CCA-8DEA-E3B2DD07DA4E}" dt="2026-06-01T01:36:09.534" v="190" actId="1076"/>
          <ac:spMkLst>
            <pc:docMk/>
            <pc:sldMk cId="1186077149" sldId="262"/>
            <ac:spMk id="6" creationId="{00080C07-A6F3-4201-B016-E3A717446E83}"/>
          </ac:spMkLst>
        </pc:spChg>
        <pc:spChg chg="mod">
          <ac:chgData name="Hironari Yamada" userId="e57621f8-ec3c-449e-bb19-001fffcc008e" providerId="ADAL" clId="{BC0BD879-F267-5CCA-8DEA-E3B2DD07DA4E}" dt="2026-06-01T01:35:45.253" v="189" actId="403"/>
          <ac:spMkLst>
            <pc:docMk/>
            <pc:sldMk cId="1186077149" sldId="262"/>
            <ac:spMk id="7" creationId="{F28C9052-5DD6-4D86-8025-3AEC7F0180C2}"/>
          </ac:spMkLst>
        </pc:spChg>
        <pc:spChg chg="mod">
          <ac:chgData name="Hironari Yamada" userId="e57621f8-ec3c-449e-bb19-001fffcc008e" providerId="ADAL" clId="{BC0BD879-F267-5CCA-8DEA-E3B2DD07DA4E}" dt="2026-06-01T01:35:45.253" v="189" actId="403"/>
          <ac:spMkLst>
            <pc:docMk/>
            <pc:sldMk cId="1186077149" sldId="262"/>
            <ac:spMk id="8" creationId="{E6FF861A-50EF-4A0B-8F59-99E29943A3CF}"/>
          </ac:spMkLst>
        </pc:spChg>
        <pc:spChg chg="mod">
          <ac:chgData name="Hironari Yamada" userId="e57621f8-ec3c-449e-bb19-001fffcc008e" providerId="ADAL" clId="{BC0BD879-F267-5CCA-8DEA-E3B2DD07DA4E}" dt="2026-06-01T01:36:09.534" v="190" actId="1076"/>
          <ac:spMkLst>
            <pc:docMk/>
            <pc:sldMk cId="1186077149" sldId="262"/>
            <ac:spMk id="9" creationId="{280929AD-26BC-41D0-B56D-3C81525400AE}"/>
          </ac:spMkLst>
        </pc:spChg>
        <pc:spChg chg="mod">
          <ac:chgData name="Hironari Yamada" userId="e57621f8-ec3c-449e-bb19-001fffcc008e" providerId="ADAL" clId="{BC0BD879-F267-5CCA-8DEA-E3B2DD07DA4E}" dt="2026-06-01T01:36:09.534" v="190" actId="1076"/>
          <ac:spMkLst>
            <pc:docMk/>
            <pc:sldMk cId="1186077149" sldId="262"/>
            <ac:spMk id="10" creationId="{BC2D03DE-D277-4C88-A575-BA33CCA45B55}"/>
          </ac:spMkLst>
        </pc:spChg>
        <pc:spChg chg="mod">
          <ac:chgData name="Hironari Yamada" userId="e57621f8-ec3c-449e-bb19-001fffcc008e" providerId="ADAL" clId="{BC0BD879-F267-5CCA-8DEA-E3B2DD07DA4E}" dt="2026-06-01T01:35:45.253" v="189" actId="403"/>
          <ac:spMkLst>
            <pc:docMk/>
            <pc:sldMk cId="1186077149" sldId="262"/>
            <ac:spMk id="11" creationId="{ADE203D8-65CB-4C28-B068-55374BEECAA5}"/>
          </ac:spMkLst>
        </pc:spChg>
        <pc:spChg chg="mod">
          <ac:chgData name="Hironari Yamada" userId="e57621f8-ec3c-449e-bb19-001fffcc008e" providerId="ADAL" clId="{BC0BD879-F267-5CCA-8DEA-E3B2DD07DA4E}" dt="2026-06-01T01:35:45.253" v="189" actId="403"/>
          <ac:spMkLst>
            <pc:docMk/>
            <pc:sldMk cId="1186077149" sldId="262"/>
            <ac:spMk id="12" creationId="{DE58A1D4-63F5-4919-8891-AF1907D8C7AE}"/>
          </ac:spMkLst>
        </pc:spChg>
        <pc:spChg chg="mod">
          <ac:chgData name="Hironari Yamada" userId="e57621f8-ec3c-449e-bb19-001fffcc008e" providerId="ADAL" clId="{BC0BD879-F267-5CCA-8DEA-E3B2DD07DA4E}" dt="2026-06-01T01:35:45.253" v="189" actId="403"/>
          <ac:spMkLst>
            <pc:docMk/>
            <pc:sldMk cId="1186077149" sldId="262"/>
            <ac:spMk id="13" creationId="{29CE76FF-380D-46C0-958B-0D7E75105DE4}"/>
          </ac:spMkLst>
        </pc:spChg>
        <pc:spChg chg="mod">
          <ac:chgData name="Hironari Yamada" userId="e57621f8-ec3c-449e-bb19-001fffcc008e" providerId="ADAL" clId="{BC0BD879-F267-5CCA-8DEA-E3B2DD07DA4E}" dt="2026-06-01T01:36:09.534" v="190" actId="1076"/>
          <ac:spMkLst>
            <pc:docMk/>
            <pc:sldMk cId="1186077149" sldId="262"/>
            <ac:spMk id="17" creationId="{03866A56-EA97-4E1F-BBBB-F7F453D34002}"/>
          </ac:spMkLst>
        </pc:spChg>
        <pc:spChg chg="mod">
          <ac:chgData name="Hironari Yamada" userId="e57621f8-ec3c-449e-bb19-001fffcc008e" providerId="ADAL" clId="{BC0BD879-F267-5CCA-8DEA-E3B2DD07DA4E}" dt="2026-06-01T01:36:09.534" v="190" actId="1076"/>
          <ac:spMkLst>
            <pc:docMk/>
            <pc:sldMk cId="1186077149" sldId="262"/>
            <ac:spMk id="18" creationId="{D263B5F2-142C-479D-B752-AC587CE89481}"/>
          </ac:spMkLst>
        </pc:spChg>
        <pc:spChg chg="mod">
          <ac:chgData name="Hironari Yamada" userId="e57621f8-ec3c-449e-bb19-001fffcc008e" providerId="ADAL" clId="{BC0BD879-F267-5CCA-8DEA-E3B2DD07DA4E}" dt="2026-06-01T01:36:09.534" v="190" actId="1076"/>
          <ac:spMkLst>
            <pc:docMk/>
            <pc:sldMk cId="1186077149" sldId="262"/>
            <ac:spMk id="20" creationId="{8613A8F9-B6CD-4768-8B97-6E8B2071FB22}"/>
          </ac:spMkLst>
        </pc:spChg>
        <pc:spChg chg="mod">
          <ac:chgData name="Hironari Yamada" userId="e57621f8-ec3c-449e-bb19-001fffcc008e" providerId="ADAL" clId="{BC0BD879-F267-5CCA-8DEA-E3B2DD07DA4E}" dt="2026-06-01T01:36:09.534" v="190" actId="1076"/>
          <ac:spMkLst>
            <pc:docMk/>
            <pc:sldMk cId="1186077149" sldId="262"/>
            <ac:spMk id="22" creationId="{C2F47952-1E86-4FFE-9AF1-347200723967}"/>
          </ac:spMkLst>
        </pc:spChg>
        <pc:spChg chg="mod">
          <ac:chgData name="Hironari Yamada" userId="e57621f8-ec3c-449e-bb19-001fffcc008e" providerId="ADAL" clId="{BC0BD879-F267-5CCA-8DEA-E3B2DD07DA4E}" dt="2026-06-01T01:36:09.534" v="190" actId="1076"/>
          <ac:spMkLst>
            <pc:docMk/>
            <pc:sldMk cId="1186077149" sldId="262"/>
            <ac:spMk id="23" creationId="{90CA6E71-85D7-4915-8C8E-CCE51F21E9EA}"/>
          </ac:spMkLst>
        </pc:spChg>
        <pc:spChg chg="mod">
          <ac:chgData name="Hironari Yamada" userId="e57621f8-ec3c-449e-bb19-001fffcc008e" providerId="ADAL" clId="{BC0BD879-F267-5CCA-8DEA-E3B2DD07DA4E}" dt="2026-06-01T01:47:34.680" v="296" actId="20577"/>
          <ac:spMkLst>
            <pc:docMk/>
            <pc:sldMk cId="1186077149" sldId="262"/>
            <ac:spMk id="25" creationId="{D70E6302-5A0E-47CD-8015-F330C566E4DC}"/>
          </ac:spMkLst>
        </pc:spChg>
        <pc:spChg chg="mod">
          <ac:chgData name="Hironari Yamada" userId="e57621f8-ec3c-449e-bb19-001fffcc008e" providerId="ADAL" clId="{BC0BD879-F267-5CCA-8DEA-E3B2DD07DA4E}" dt="2026-06-01T01:36:09.534" v="190" actId="1076"/>
          <ac:spMkLst>
            <pc:docMk/>
            <pc:sldMk cId="1186077149" sldId="262"/>
            <ac:spMk id="33" creationId="{731E2B21-1FE4-4345-A859-A56A48DDEE16}"/>
          </ac:spMkLst>
        </pc:spChg>
        <pc:spChg chg="mod">
          <ac:chgData name="Hironari Yamada" userId="e57621f8-ec3c-449e-bb19-001fffcc008e" providerId="ADAL" clId="{BC0BD879-F267-5CCA-8DEA-E3B2DD07DA4E}" dt="2026-06-01T01:36:09.534" v="190" actId="1076"/>
          <ac:spMkLst>
            <pc:docMk/>
            <pc:sldMk cId="1186077149" sldId="262"/>
            <ac:spMk id="34" creationId="{63FFC32C-68DD-4167-AB2C-75163DD2B892}"/>
          </ac:spMkLst>
        </pc:spChg>
        <pc:spChg chg="mod">
          <ac:chgData name="Hironari Yamada" userId="e57621f8-ec3c-449e-bb19-001fffcc008e" providerId="ADAL" clId="{BC0BD879-F267-5CCA-8DEA-E3B2DD07DA4E}" dt="2026-06-01T01:34:22.775" v="176" actId="1076"/>
          <ac:spMkLst>
            <pc:docMk/>
            <pc:sldMk cId="1186077149" sldId="262"/>
            <ac:spMk id="37" creationId="{75EDEBEA-E37C-40C2-9D58-B24343EC8A68}"/>
          </ac:spMkLst>
        </pc:spChg>
        <pc:spChg chg="del">
          <ac:chgData name="Hironari Yamada" userId="e57621f8-ec3c-449e-bb19-001fffcc008e" providerId="ADAL" clId="{BC0BD879-F267-5CCA-8DEA-E3B2DD07DA4E}" dt="2026-06-01T01:47:38.354" v="297" actId="478"/>
          <ac:spMkLst>
            <pc:docMk/>
            <pc:sldMk cId="1186077149" sldId="262"/>
            <ac:spMk id="38" creationId="{615FD68E-4115-4693-859D-61E8BE437328}"/>
          </ac:spMkLst>
        </pc:spChg>
        <pc:spChg chg="add mod">
          <ac:chgData name="Hironari Yamada" userId="e57621f8-ec3c-449e-bb19-001fffcc008e" providerId="ADAL" clId="{BC0BD879-F267-5CCA-8DEA-E3B2DD07DA4E}" dt="2026-06-01T01:36:33.680" v="239" actId="207"/>
          <ac:spMkLst>
            <pc:docMk/>
            <pc:sldMk cId="1186077149" sldId="262"/>
            <ac:spMk id="40" creationId="{217B2490-6FA4-3E86-60F2-9C974F5DFECD}"/>
          </ac:spMkLst>
        </pc:spChg>
      </pc:sldChg>
      <pc:sldChg chg="addSp delSp modSp mod">
        <pc:chgData name="Hironari Yamada" userId="e57621f8-ec3c-449e-bb19-001fffcc008e" providerId="ADAL" clId="{BC0BD879-F267-5CCA-8DEA-E3B2DD07DA4E}" dt="2026-06-01T04:14:26.357" v="936" actId="1076"/>
        <pc:sldMkLst>
          <pc:docMk/>
          <pc:sldMk cId="1186077149" sldId="263"/>
        </pc:sldMkLst>
        <pc:spChg chg="del">
          <ac:chgData name="Hironari Yamada" userId="e57621f8-ec3c-449e-bb19-001fffcc008e" providerId="ADAL" clId="{BC0BD879-F267-5CCA-8DEA-E3B2DD07DA4E}" dt="2026-06-01T04:12:47.072" v="904" actId="478"/>
          <ac:spMkLst>
            <pc:docMk/>
            <pc:sldMk cId="1186077149" sldId="263"/>
            <ac:spMk id="3" creationId="{DDFFD262-4B32-46D6-82C6-309BAB451379}"/>
          </ac:spMkLst>
        </pc:spChg>
        <pc:spChg chg="del">
          <ac:chgData name="Hironari Yamada" userId="e57621f8-ec3c-449e-bb19-001fffcc008e" providerId="ADAL" clId="{BC0BD879-F267-5CCA-8DEA-E3B2DD07DA4E}" dt="2026-06-01T04:12:53.076" v="906" actId="478"/>
          <ac:spMkLst>
            <pc:docMk/>
            <pc:sldMk cId="1186077149" sldId="263"/>
            <ac:spMk id="5" creationId="{AFA7AEBA-70B6-4B4A-A27D-DC8DAA14CADB}"/>
          </ac:spMkLst>
        </pc:spChg>
        <pc:spChg chg="del mod">
          <ac:chgData name="Hironari Yamada" userId="e57621f8-ec3c-449e-bb19-001fffcc008e" providerId="ADAL" clId="{BC0BD879-F267-5CCA-8DEA-E3B2DD07DA4E}" dt="2026-06-01T04:12:27.722" v="901" actId="478"/>
          <ac:spMkLst>
            <pc:docMk/>
            <pc:sldMk cId="1186077149" sldId="263"/>
            <ac:spMk id="6" creationId="{7DA86F5F-E412-4289-A02A-632378C026AB}"/>
          </ac:spMkLst>
        </pc:spChg>
        <pc:spChg chg="del mod">
          <ac:chgData name="Hironari Yamada" userId="e57621f8-ec3c-449e-bb19-001fffcc008e" providerId="ADAL" clId="{BC0BD879-F267-5CCA-8DEA-E3B2DD07DA4E}" dt="2026-06-01T04:12:27.722" v="901" actId="478"/>
          <ac:spMkLst>
            <pc:docMk/>
            <pc:sldMk cId="1186077149" sldId="263"/>
            <ac:spMk id="10" creationId="{A2658C9F-A867-4402-8E38-31A0FB1F0555}"/>
          </ac:spMkLst>
        </pc:spChg>
        <pc:spChg chg="del mod">
          <ac:chgData name="Hironari Yamada" userId="e57621f8-ec3c-449e-bb19-001fffcc008e" providerId="ADAL" clId="{BC0BD879-F267-5CCA-8DEA-E3B2DD07DA4E}" dt="2026-06-01T04:12:27.722" v="901" actId="478"/>
          <ac:spMkLst>
            <pc:docMk/>
            <pc:sldMk cId="1186077149" sldId="263"/>
            <ac:spMk id="14" creationId="{60C4626D-C3D0-426C-AA10-9D2356F5CEFB}"/>
          </ac:spMkLst>
        </pc:spChg>
        <pc:spChg chg="del mod">
          <ac:chgData name="Hironari Yamada" userId="e57621f8-ec3c-449e-bb19-001fffcc008e" providerId="ADAL" clId="{BC0BD879-F267-5CCA-8DEA-E3B2DD07DA4E}" dt="2026-06-01T04:12:27.722" v="901" actId="478"/>
          <ac:spMkLst>
            <pc:docMk/>
            <pc:sldMk cId="1186077149" sldId="263"/>
            <ac:spMk id="15" creationId="{72BFE8C6-07CB-45B5-B3A2-7337A332957A}"/>
          </ac:spMkLst>
        </pc:spChg>
        <pc:spChg chg="del mod">
          <ac:chgData name="Hironari Yamada" userId="e57621f8-ec3c-449e-bb19-001fffcc008e" providerId="ADAL" clId="{BC0BD879-F267-5CCA-8DEA-E3B2DD07DA4E}" dt="2026-06-01T04:12:27.722" v="901" actId="478"/>
          <ac:spMkLst>
            <pc:docMk/>
            <pc:sldMk cId="1186077149" sldId="263"/>
            <ac:spMk id="16" creationId="{B525E0AC-871F-482A-8FAB-6EC073BE4D9F}"/>
          </ac:spMkLst>
        </pc:spChg>
        <pc:spChg chg="del mod">
          <ac:chgData name="Hironari Yamada" userId="e57621f8-ec3c-449e-bb19-001fffcc008e" providerId="ADAL" clId="{BC0BD879-F267-5CCA-8DEA-E3B2DD07DA4E}" dt="2026-06-01T04:12:27.722" v="901" actId="478"/>
          <ac:spMkLst>
            <pc:docMk/>
            <pc:sldMk cId="1186077149" sldId="263"/>
            <ac:spMk id="20" creationId="{5013D64C-43FA-46B0-8967-063448D76FB6}"/>
          </ac:spMkLst>
        </pc:spChg>
        <pc:spChg chg="del mod">
          <ac:chgData name="Hironari Yamada" userId="e57621f8-ec3c-449e-bb19-001fffcc008e" providerId="ADAL" clId="{BC0BD879-F267-5CCA-8DEA-E3B2DD07DA4E}" dt="2026-06-01T04:12:27.722" v="901" actId="478"/>
          <ac:spMkLst>
            <pc:docMk/>
            <pc:sldMk cId="1186077149" sldId="263"/>
            <ac:spMk id="21" creationId="{8D86C262-1CAE-4DE3-996F-B61AA64E2494}"/>
          </ac:spMkLst>
        </pc:spChg>
        <pc:spChg chg="del mod">
          <ac:chgData name="Hironari Yamada" userId="e57621f8-ec3c-449e-bb19-001fffcc008e" providerId="ADAL" clId="{BC0BD879-F267-5CCA-8DEA-E3B2DD07DA4E}" dt="2026-06-01T04:12:27.722" v="901" actId="478"/>
          <ac:spMkLst>
            <pc:docMk/>
            <pc:sldMk cId="1186077149" sldId="263"/>
            <ac:spMk id="22" creationId="{E9F2D646-FDD4-4E65-88D7-35F05F4FAE9D}"/>
          </ac:spMkLst>
        </pc:spChg>
        <pc:spChg chg="del mod">
          <ac:chgData name="Hironari Yamada" userId="e57621f8-ec3c-449e-bb19-001fffcc008e" providerId="ADAL" clId="{BC0BD879-F267-5CCA-8DEA-E3B2DD07DA4E}" dt="2026-06-01T04:12:27.722" v="901" actId="478"/>
          <ac:spMkLst>
            <pc:docMk/>
            <pc:sldMk cId="1186077149" sldId="263"/>
            <ac:spMk id="23" creationId="{DA8B7D92-A869-4252-A7E9-979F74FF1A2E}"/>
          </ac:spMkLst>
        </pc:spChg>
        <pc:spChg chg="del mod">
          <ac:chgData name="Hironari Yamada" userId="e57621f8-ec3c-449e-bb19-001fffcc008e" providerId="ADAL" clId="{BC0BD879-F267-5CCA-8DEA-E3B2DD07DA4E}" dt="2026-06-01T04:12:27.722" v="901" actId="478"/>
          <ac:spMkLst>
            <pc:docMk/>
            <pc:sldMk cId="1186077149" sldId="263"/>
            <ac:spMk id="24" creationId="{2B15B21D-2FC1-4B44-835E-C1E034672784}"/>
          </ac:spMkLst>
        </pc:spChg>
        <pc:spChg chg="del">
          <ac:chgData name="Hironari Yamada" userId="e57621f8-ec3c-449e-bb19-001fffcc008e" providerId="ADAL" clId="{BC0BD879-F267-5CCA-8DEA-E3B2DD07DA4E}" dt="2026-06-01T04:12:47.072" v="904" actId="478"/>
          <ac:spMkLst>
            <pc:docMk/>
            <pc:sldMk cId="1186077149" sldId="263"/>
            <ac:spMk id="26" creationId="{550FDD40-CCA5-489C-8FAC-CF7E7B5E45ED}"/>
          </ac:spMkLst>
        </pc:spChg>
        <pc:spChg chg="mod">
          <ac:chgData name="Hironari Yamada" userId="e57621f8-ec3c-449e-bb19-001fffcc008e" providerId="ADAL" clId="{BC0BD879-F267-5CCA-8DEA-E3B2DD07DA4E}" dt="2026-06-01T04:14:12.006" v="933" actId="20577"/>
          <ac:spMkLst>
            <pc:docMk/>
            <pc:sldMk cId="1186077149" sldId="263"/>
            <ac:spMk id="27" creationId="{CDCCF31C-2028-491E-A131-D3759279A741}"/>
          </ac:spMkLst>
        </pc:spChg>
        <pc:spChg chg="add del mod">
          <ac:chgData name="Hironari Yamada" userId="e57621f8-ec3c-449e-bb19-001fffcc008e" providerId="ADAL" clId="{BC0BD879-F267-5CCA-8DEA-E3B2DD07DA4E}" dt="2026-06-01T04:14:09.325" v="932" actId="478"/>
          <ac:spMkLst>
            <pc:docMk/>
            <pc:sldMk cId="1186077149" sldId="263"/>
            <ac:spMk id="28" creationId="{822DF04D-C4AE-0D42-C0C0-19DBE9A70926}"/>
          </ac:spMkLst>
        </pc:spChg>
        <pc:spChg chg="mod">
          <ac:chgData name="Hironari Yamada" userId="e57621f8-ec3c-449e-bb19-001fffcc008e" providerId="ADAL" clId="{BC0BD879-F267-5CCA-8DEA-E3B2DD07DA4E}" dt="2026-06-01T04:12:39.450" v="903" actId="1076"/>
          <ac:spMkLst>
            <pc:docMk/>
            <pc:sldMk cId="1186077149" sldId="263"/>
            <ac:spMk id="47" creationId="{B84B2CD7-A5F4-0846-D560-3DEAEEE3C009}"/>
          </ac:spMkLst>
        </pc:spChg>
        <pc:spChg chg="del">
          <ac:chgData name="Hironari Yamada" userId="e57621f8-ec3c-449e-bb19-001fffcc008e" providerId="ADAL" clId="{BC0BD879-F267-5CCA-8DEA-E3B2DD07DA4E}" dt="2026-06-01T04:14:05.148" v="931" actId="478"/>
          <ac:spMkLst>
            <pc:docMk/>
            <pc:sldMk cId="1186077149" sldId="263"/>
            <ac:spMk id="68" creationId="{AF5E1B93-7D69-19FF-B593-BA9935E3B7B7}"/>
          </ac:spMkLst>
        </pc:spChg>
        <pc:spChg chg="del">
          <ac:chgData name="Hironari Yamada" userId="e57621f8-ec3c-449e-bb19-001fffcc008e" providerId="ADAL" clId="{BC0BD879-F267-5CCA-8DEA-E3B2DD07DA4E}" dt="2026-06-01T04:14:05.148" v="931" actId="478"/>
          <ac:spMkLst>
            <pc:docMk/>
            <pc:sldMk cId="1186077149" sldId="263"/>
            <ac:spMk id="69" creationId="{EB6AAB7D-645A-7634-8A5D-8D395130DC76}"/>
          </ac:spMkLst>
        </pc:spChg>
        <pc:spChg chg="del">
          <ac:chgData name="Hironari Yamada" userId="e57621f8-ec3c-449e-bb19-001fffcc008e" providerId="ADAL" clId="{BC0BD879-F267-5CCA-8DEA-E3B2DD07DA4E}" dt="2026-06-01T04:14:05.148" v="931" actId="478"/>
          <ac:spMkLst>
            <pc:docMk/>
            <pc:sldMk cId="1186077149" sldId="263"/>
            <ac:spMk id="73" creationId="{4FA5452F-2163-9943-6900-900D1CDB906F}"/>
          </ac:spMkLst>
        </pc:spChg>
        <pc:spChg chg="mod">
          <ac:chgData name="Hironari Yamada" userId="e57621f8-ec3c-449e-bb19-001fffcc008e" providerId="ADAL" clId="{BC0BD879-F267-5CCA-8DEA-E3B2DD07DA4E}" dt="2026-06-01T04:12:39.450" v="903" actId="1076"/>
          <ac:spMkLst>
            <pc:docMk/>
            <pc:sldMk cId="1186077149" sldId="263"/>
            <ac:spMk id="79" creationId="{28D57FA2-763A-5549-4B94-D5E933701A92}"/>
          </ac:spMkLst>
        </pc:spChg>
        <pc:spChg chg="mod">
          <ac:chgData name="Hironari Yamada" userId="e57621f8-ec3c-449e-bb19-001fffcc008e" providerId="ADAL" clId="{BC0BD879-F267-5CCA-8DEA-E3B2DD07DA4E}" dt="2026-06-01T04:12:39.450" v="903" actId="1076"/>
          <ac:spMkLst>
            <pc:docMk/>
            <pc:sldMk cId="1186077149" sldId="263"/>
            <ac:spMk id="93" creationId="{441E96BA-2A63-350A-6B04-D49FFCA15375}"/>
          </ac:spMkLst>
        </pc:spChg>
        <pc:spChg chg="del">
          <ac:chgData name="Hironari Yamada" userId="e57621f8-ec3c-449e-bb19-001fffcc008e" providerId="ADAL" clId="{BC0BD879-F267-5CCA-8DEA-E3B2DD07DA4E}" dt="2026-06-01T04:14:05.148" v="931" actId="478"/>
          <ac:spMkLst>
            <pc:docMk/>
            <pc:sldMk cId="1186077149" sldId="263"/>
            <ac:spMk id="136" creationId="{293CD6AE-7FE1-4194-9006-13B27C87010E}"/>
          </ac:spMkLst>
        </pc:spChg>
        <pc:spChg chg="mod">
          <ac:chgData name="Hironari Yamada" userId="e57621f8-ec3c-449e-bb19-001fffcc008e" providerId="ADAL" clId="{BC0BD879-F267-5CCA-8DEA-E3B2DD07DA4E}" dt="2026-06-01T04:12:39.450" v="903" actId="1076"/>
          <ac:spMkLst>
            <pc:docMk/>
            <pc:sldMk cId="1186077149" sldId="263"/>
            <ac:spMk id="145" creationId="{40EFCD76-169C-33D7-ECC7-341C1014842F}"/>
          </ac:spMkLst>
        </pc:spChg>
        <pc:spChg chg="mod">
          <ac:chgData name="Hironari Yamada" userId="e57621f8-ec3c-449e-bb19-001fffcc008e" providerId="ADAL" clId="{BC0BD879-F267-5CCA-8DEA-E3B2DD07DA4E}" dt="2026-06-01T04:12:39.450" v="903" actId="1076"/>
          <ac:spMkLst>
            <pc:docMk/>
            <pc:sldMk cId="1186077149" sldId="263"/>
            <ac:spMk id="148" creationId="{DBA20947-45E5-BBF2-F7B1-71FF17724E93}"/>
          </ac:spMkLst>
        </pc:spChg>
        <pc:spChg chg="mod">
          <ac:chgData name="Hironari Yamada" userId="e57621f8-ec3c-449e-bb19-001fffcc008e" providerId="ADAL" clId="{BC0BD879-F267-5CCA-8DEA-E3B2DD07DA4E}" dt="2026-06-01T04:12:39.450" v="903" actId="1076"/>
          <ac:spMkLst>
            <pc:docMk/>
            <pc:sldMk cId="1186077149" sldId="263"/>
            <ac:spMk id="154" creationId="{27535DD2-9C49-5058-FC40-1E5B3C159D51}"/>
          </ac:spMkLst>
        </pc:spChg>
        <pc:spChg chg="del">
          <ac:chgData name="Hironari Yamada" userId="e57621f8-ec3c-449e-bb19-001fffcc008e" providerId="ADAL" clId="{BC0BD879-F267-5CCA-8DEA-E3B2DD07DA4E}" dt="2026-06-01T04:14:05.148" v="931" actId="478"/>
          <ac:spMkLst>
            <pc:docMk/>
            <pc:sldMk cId="1186077149" sldId="263"/>
            <ac:spMk id="180" creationId="{E144DD8F-4438-6B53-9014-8E55031D5C93}"/>
          </ac:spMkLst>
        </pc:spChg>
        <pc:spChg chg="add mod">
          <ac:chgData name="Hironari Yamada" userId="e57621f8-ec3c-449e-bb19-001fffcc008e" providerId="ADAL" clId="{BC0BD879-F267-5CCA-8DEA-E3B2DD07DA4E}" dt="2026-06-01T04:12:39.450" v="903" actId="1076"/>
          <ac:spMkLst>
            <pc:docMk/>
            <pc:sldMk cId="1186077149" sldId="263"/>
            <ac:spMk id="184" creationId="{F9CA54C1-2ECA-F701-D347-9255A98B7D22}"/>
          </ac:spMkLst>
        </pc:spChg>
        <pc:spChg chg="del">
          <ac:chgData name="Hironari Yamada" userId="e57621f8-ec3c-449e-bb19-001fffcc008e" providerId="ADAL" clId="{BC0BD879-F267-5CCA-8DEA-E3B2DD07DA4E}" dt="2026-06-01T04:14:05.148" v="931" actId="478"/>
          <ac:spMkLst>
            <pc:docMk/>
            <pc:sldMk cId="1186077149" sldId="263"/>
            <ac:spMk id="186" creationId="{FCF02DDA-3C8A-3F6C-0DEE-3858404BF189}"/>
          </ac:spMkLst>
        </pc:spChg>
        <pc:spChg chg="del">
          <ac:chgData name="Hironari Yamada" userId="e57621f8-ec3c-449e-bb19-001fffcc008e" providerId="ADAL" clId="{BC0BD879-F267-5CCA-8DEA-E3B2DD07DA4E}" dt="2026-06-01T04:14:05.148" v="931" actId="478"/>
          <ac:spMkLst>
            <pc:docMk/>
            <pc:sldMk cId="1186077149" sldId="263"/>
            <ac:spMk id="191" creationId="{14B74447-205A-F55C-3BDA-59AD0FE2AA47}"/>
          </ac:spMkLst>
        </pc:spChg>
        <pc:spChg chg="add mod">
          <ac:chgData name="Hironari Yamada" userId="e57621f8-ec3c-449e-bb19-001fffcc008e" providerId="ADAL" clId="{BC0BD879-F267-5CCA-8DEA-E3B2DD07DA4E}" dt="2026-06-01T04:12:39.450" v="903" actId="1076"/>
          <ac:spMkLst>
            <pc:docMk/>
            <pc:sldMk cId="1186077149" sldId="263"/>
            <ac:spMk id="192" creationId="{3FDC04A9-36FB-0C63-2E64-0F333818500C}"/>
          </ac:spMkLst>
        </pc:spChg>
        <pc:spChg chg="del">
          <ac:chgData name="Hironari Yamada" userId="e57621f8-ec3c-449e-bb19-001fffcc008e" providerId="ADAL" clId="{BC0BD879-F267-5CCA-8DEA-E3B2DD07DA4E}" dt="2026-06-01T04:14:05.148" v="931" actId="478"/>
          <ac:spMkLst>
            <pc:docMk/>
            <pc:sldMk cId="1186077149" sldId="263"/>
            <ac:spMk id="194" creationId="{A32FC7B2-35D9-8759-0112-4E0BE1CD5B8A}"/>
          </ac:spMkLst>
        </pc:spChg>
        <pc:spChg chg="mod">
          <ac:chgData name="Hironari Yamada" userId="e57621f8-ec3c-449e-bb19-001fffcc008e" providerId="ADAL" clId="{BC0BD879-F267-5CCA-8DEA-E3B2DD07DA4E}" dt="2026-06-01T04:12:39.450" v="903" actId="1076"/>
          <ac:spMkLst>
            <pc:docMk/>
            <pc:sldMk cId="1186077149" sldId="263"/>
            <ac:spMk id="234" creationId="{32A89664-6881-FA21-AD1A-B35F2CB7B33F}"/>
          </ac:spMkLst>
        </pc:spChg>
        <pc:spChg chg="del">
          <ac:chgData name="Hironari Yamada" userId="e57621f8-ec3c-449e-bb19-001fffcc008e" providerId="ADAL" clId="{BC0BD879-F267-5CCA-8DEA-E3B2DD07DA4E}" dt="2026-06-01T04:14:05.148" v="931" actId="478"/>
          <ac:spMkLst>
            <pc:docMk/>
            <pc:sldMk cId="1186077149" sldId="263"/>
            <ac:spMk id="240" creationId="{7977BC90-60DB-C417-A546-1B78671711FA}"/>
          </ac:spMkLst>
        </pc:spChg>
        <pc:spChg chg="del">
          <ac:chgData name="Hironari Yamada" userId="e57621f8-ec3c-449e-bb19-001fffcc008e" providerId="ADAL" clId="{BC0BD879-F267-5CCA-8DEA-E3B2DD07DA4E}" dt="2026-06-01T04:14:05.148" v="931" actId="478"/>
          <ac:spMkLst>
            <pc:docMk/>
            <pc:sldMk cId="1186077149" sldId="263"/>
            <ac:spMk id="241" creationId="{539EFEC9-A8D0-57BA-13A1-7921DB8DC177}"/>
          </ac:spMkLst>
        </pc:spChg>
        <pc:spChg chg="add mod">
          <ac:chgData name="Hironari Yamada" userId="e57621f8-ec3c-449e-bb19-001fffcc008e" providerId="ADAL" clId="{BC0BD879-F267-5CCA-8DEA-E3B2DD07DA4E}" dt="2026-06-01T04:14:18.872" v="934"/>
          <ac:spMkLst>
            <pc:docMk/>
            <pc:sldMk cId="1186077149" sldId="263"/>
            <ac:spMk id="243" creationId="{D5E2627B-7832-785A-D331-F49DC0B529E8}"/>
          </ac:spMkLst>
        </pc:spChg>
        <pc:spChg chg="add mod">
          <ac:chgData name="Hironari Yamada" userId="e57621f8-ec3c-449e-bb19-001fffcc008e" providerId="ADAL" clId="{BC0BD879-F267-5CCA-8DEA-E3B2DD07DA4E}" dt="2026-06-01T04:14:18.872" v="934"/>
          <ac:spMkLst>
            <pc:docMk/>
            <pc:sldMk cId="1186077149" sldId="263"/>
            <ac:spMk id="244" creationId="{CAC60EAD-79C1-0BAB-A77B-3B90D4DBA875}"/>
          </ac:spMkLst>
        </pc:spChg>
        <pc:spChg chg="add mod">
          <ac:chgData name="Hironari Yamada" userId="e57621f8-ec3c-449e-bb19-001fffcc008e" providerId="ADAL" clId="{BC0BD879-F267-5CCA-8DEA-E3B2DD07DA4E}" dt="2026-06-01T04:14:18.872" v="934"/>
          <ac:spMkLst>
            <pc:docMk/>
            <pc:sldMk cId="1186077149" sldId="263"/>
            <ac:spMk id="245" creationId="{201B0A74-296C-71CC-19F7-A71AD65C719D}"/>
          </ac:spMkLst>
        </pc:spChg>
        <pc:spChg chg="add mod">
          <ac:chgData name="Hironari Yamada" userId="e57621f8-ec3c-449e-bb19-001fffcc008e" providerId="ADAL" clId="{BC0BD879-F267-5CCA-8DEA-E3B2DD07DA4E}" dt="2026-06-01T04:14:18.872" v="934"/>
          <ac:spMkLst>
            <pc:docMk/>
            <pc:sldMk cId="1186077149" sldId="263"/>
            <ac:spMk id="247" creationId="{82001091-6409-4502-ACE4-7B41E27D1E86}"/>
          </ac:spMkLst>
        </pc:spChg>
        <pc:spChg chg="add mod">
          <ac:chgData name="Hironari Yamada" userId="e57621f8-ec3c-449e-bb19-001fffcc008e" providerId="ADAL" clId="{BC0BD879-F267-5CCA-8DEA-E3B2DD07DA4E}" dt="2026-06-01T04:14:18.872" v="934"/>
          <ac:spMkLst>
            <pc:docMk/>
            <pc:sldMk cId="1186077149" sldId="263"/>
            <ac:spMk id="248" creationId="{D83026AD-5CA8-0D23-B463-C2F2BE72C516}"/>
          </ac:spMkLst>
        </pc:spChg>
        <pc:spChg chg="add mod">
          <ac:chgData name="Hironari Yamada" userId="e57621f8-ec3c-449e-bb19-001fffcc008e" providerId="ADAL" clId="{BC0BD879-F267-5CCA-8DEA-E3B2DD07DA4E}" dt="2026-06-01T04:14:18.872" v="934"/>
          <ac:spMkLst>
            <pc:docMk/>
            <pc:sldMk cId="1186077149" sldId="263"/>
            <ac:spMk id="249" creationId="{6D0BD05B-0C0A-8A5F-8FED-EF1A399C1CBA}"/>
          </ac:spMkLst>
        </pc:spChg>
        <pc:spChg chg="add mod">
          <ac:chgData name="Hironari Yamada" userId="e57621f8-ec3c-449e-bb19-001fffcc008e" providerId="ADAL" clId="{BC0BD879-F267-5CCA-8DEA-E3B2DD07DA4E}" dt="2026-06-01T04:14:18.872" v="934"/>
          <ac:spMkLst>
            <pc:docMk/>
            <pc:sldMk cId="1186077149" sldId="263"/>
            <ac:spMk id="255" creationId="{29F2C2C4-CE7A-7EC9-F154-94B11997CAD2}"/>
          </ac:spMkLst>
        </pc:spChg>
        <pc:spChg chg="add mod">
          <ac:chgData name="Hironari Yamada" userId="e57621f8-ec3c-449e-bb19-001fffcc008e" providerId="ADAL" clId="{BC0BD879-F267-5CCA-8DEA-E3B2DD07DA4E}" dt="2026-06-01T04:14:18.872" v="934"/>
          <ac:spMkLst>
            <pc:docMk/>
            <pc:sldMk cId="1186077149" sldId="263"/>
            <ac:spMk id="257" creationId="{0CF263A1-EDAF-F3F5-7DBC-859F2112D5B9}"/>
          </ac:spMkLst>
        </pc:spChg>
        <pc:spChg chg="add mod">
          <ac:chgData name="Hironari Yamada" userId="e57621f8-ec3c-449e-bb19-001fffcc008e" providerId="ADAL" clId="{BC0BD879-F267-5CCA-8DEA-E3B2DD07DA4E}" dt="2026-06-01T04:14:26.357" v="936" actId="1076"/>
          <ac:spMkLst>
            <pc:docMk/>
            <pc:sldMk cId="1186077149" sldId="263"/>
            <ac:spMk id="258" creationId="{E544289C-3E94-7875-4D9B-460D48D2537E}"/>
          </ac:spMkLst>
        </pc:spChg>
        <pc:spChg chg="add mod">
          <ac:chgData name="Hironari Yamada" userId="e57621f8-ec3c-449e-bb19-001fffcc008e" providerId="ADAL" clId="{BC0BD879-F267-5CCA-8DEA-E3B2DD07DA4E}" dt="2026-06-01T04:14:26.357" v="936" actId="1076"/>
          <ac:spMkLst>
            <pc:docMk/>
            <pc:sldMk cId="1186077149" sldId="263"/>
            <ac:spMk id="259" creationId="{8634BD44-3139-6C91-A8E7-283B850714F4}"/>
          </ac:spMkLst>
        </pc:spChg>
        <pc:spChg chg="add mod">
          <ac:chgData name="Hironari Yamada" userId="e57621f8-ec3c-449e-bb19-001fffcc008e" providerId="ADAL" clId="{BC0BD879-F267-5CCA-8DEA-E3B2DD07DA4E}" dt="2026-06-01T04:14:26.357" v="936" actId="1076"/>
          <ac:spMkLst>
            <pc:docMk/>
            <pc:sldMk cId="1186077149" sldId="263"/>
            <ac:spMk id="260" creationId="{D1ED8B3A-CB9F-78ED-B3F9-7FEBCF9EFAFD}"/>
          </ac:spMkLst>
        </pc:spChg>
        <pc:spChg chg="add mod">
          <ac:chgData name="Hironari Yamada" userId="e57621f8-ec3c-449e-bb19-001fffcc008e" providerId="ADAL" clId="{BC0BD879-F267-5CCA-8DEA-E3B2DD07DA4E}" dt="2026-06-01T04:14:26.357" v="936" actId="1076"/>
          <ac:spMkLst>
            <pc:docMk/>
            <pc:sldMk cId="1186077149" sldId="263"/>
            <ac:spMk id="262" creationId="{0E67589B-B5B8-BCA7-A735-7E8DBB9E9861}"/>
          </ac:spMkLst>
        </pc:spChg>
        <pc:spChg chg="add mod">
          <ac:chgData name="Hironari Yamada" userId="e57621f8-ec3c-449e-bb19-001fffcc008e" providerId="ADAL" clId="{BC0BD879-F267-5CCA-8DEA-E3B2DD07DA4E}" dt="2026-06-01T04:14:26.357" v="936" actId="1076"/>
          <ac:spMkLst>
            <pc:docMk/>
            <pc:sldMk cId="1186077149" sldId="263"/>
            <ac:spMk id="263" creationId="{36CB722D-764A-E027-E154-9258D02EBF31}"/>
          </ac:spMkLst>
        </pc:spChg>
        <pc:spChg chg="add mod">
          <ac:chgData name="Hironari Yamada" userId="e57621f8-ec3c-449e-bb19-001fffcc008e" providerId="ADAL" clId="{BC0BD879-F267-5CCA-8DEA-E3B2DD07DA4E}" dt="2026-06-01T04:14:26.357" v="936" actId="1076"/>
          <ac:spMkLst>
            <pc:docMk/>
            <pc:sldMk cId="1186077149" sldId="263"/>
            <ac:spMk id="264" creationId="{9262BC6C-FF76-C9B5-593A-A58A78C22514}"/>
          </ac:spMkLst>
        </pc:spChg>
        <pc:spChg chg="add mod">
          <ac:chgData name="Hironari Yamada" userId="e57621f8-ec3c-449e-bb19-001fffcc008e" providerId="ADAL" clId="{BC0BD879-F267-5CCA-8DEA-E3B2DD07DA4E}" dt="2026-06-01T04:14:26.357" v="936" actId="1076"/>
          <ac:spMkLst>
            <pc:docMk/>
            <pc:sldMk cId="1186077149" sldId="263"/>
            <ac:spMk id="270" creationId="{20DD08B8-33D1-42A6-356A-94E2C06D0A42}"/>
          </ac:spMkLst>
        </pc:spChg>
        <pc:spChg chg="add mod">
          <ac:chgData name="Hironari Yamada" userId="e57621f8-ec3c-449e-bb19-001fffcc008e" providerId="ADAL" clId="{BC0BD879-F267-5CCA-8DEA-E3B2DD07DA4E}" dt="2026-06-01T04:14:26.357" v="936" actId="1076"/>
          <ac:spMkLst>
            <pc:docMk/>
            <pc:sldMk cId="1186077149" sldId="263"/>
            <ac:spMk id="272" creationId="{2DA8F01F-94D2-0390-731B-3A885DB21FA0}"/>
          </ac:spMkLst>
        </pc:spChg>
        <pc:picChg chg="add mod">
          <ac:chgData name="Hironari Yamada" userId="e57621f8-ec3c-449e-bb19-001fffcc008e" providerId="ADAL" clId="{BC0BD879-F267-5CCA-8DEA-E3B2DD07DA4E}" dt="2026-06-01T04:14:18.872" v="934"/>
          <ac:picMkLst>
            <pc:docMk/>
            <pc:sldMk cId="1186077149" sldId="263"/>
            <ac:picMk id="253" creationId="{B9C28B55-88A5-F53F-DC20-486890AB5DD1}"/>
          </ac:picMkLst>
        </pc:picChg>
        <pc:picChg chg="add mod">
          <ac:chgData name="Hironari Yamada" userId="e57621f8-ec3c-449e-bb19-001fffcc008e" providerId="ADAL" clId="{BC0BD879-F267-5CCA-8DEA-E3B2DD07DA4E}" dt="2026-06-01T04:14:18.872" v="934"/>
          <ac:picMkLst>
            <pc:docMk/>
            <pc:sldMk cId="1186077149" sldId="263"/>
            <ac:picMk id="254" creationId="{7E349AF4-8258-8171-C02C-4C490F26060A}"/>
          </ac:picMkLst>
        </pc:picChg>
        <pc:picChg chg="add mod">
          <ac:chgData name="Hironari Yamada" userId="e57621f8-ec3c-449e-bb19-001fffcc008e" providerId="ADAL" clId="{BC0BD879-F267-5CCA-8DEA-E3B2DD07DA4E}" dt="2026-06-01T04:14:26.357" v="936" actId="1076"/>
          <ac:picMkLst>
            <pc:docMk/>
            <pc:sldMk cId="1186077149" sldId="263"/>
            <ac:picMk id="268" creationId="{EF3793CC-B83F-8906-33D0-ECCD4CD183E2}"/>
          </ac:picMkLst>
        </pc:picChg>
        <pc:picChg chg="add mod">
          <ac:chgData name="Hironari Yamada" userId="e57621f8-ec3c-449e-bb19-001fffcc008e" providerId="ADAL" clId="{BC0BD879-F267-5CCA-8DEA-E3B2DD07DA4E}" dt="2026-06-01T04:14:26.357" v="936" actId="1076"/>
          <ac:picMkLst>
            <pc:docMk/>
            <pc:sldMk cId="1186077149" sldId="263"/>
            <ac:picMk id="271" creationId="{6B2E569F-8A1D-F7D2-229F-9399B5DFF6F5}"/>
          </ac:picMkLst>
        </pc:picChg>
      </pc:sldChg>
      <pc:sldChg chg="addSp delSp modSp mod">
        <pc:chgData name="Hironari Yamada" userId="e57621f8-ec3c-449e-bb19-001fffcc008e" providerId="ADAL" clId="{BC0BD879-F267-5CCA-8DEA-E3B2DD07DA4E}" dt="2026-06-01T04:08:43.196" v="900" actId="14100"/>
        <pc:sldMkLst>
          <pc:docMk/>
          <pc:sldMk cId="1186077149" sldId="264"/>
        </pc:sldMkLst>
        <pc:spChg chg="del">
          <ac:chgData name="Hironari Yamada" userId="e57621f8-ec3c-449e-bb19-001fffcc008e" providerId="ADAL" clId="{BC0BD879-F267-5CCA-8DEA-E3B2DD07DA4E}" dt="2026-06-01T01:45:28.672" v="243" actId="478"/>
          <ac:spMkLst>
            <pc:docMk/>
            <pc:sldMk cId="1186077149" sldId="264"/>
            <ac:spMk id="7" creationId="{D1F854EE-39F4-4396-A5BE-8316E858D807}"/>
          </ac:spMkLst>
        </pc:spChg>
        <pc:spChg chg="del">
          <ac:chgData name="Hironari Yamada" userId="e57621f8-ec3c-449e-bb19-001fffcc008e" providerId="ADAL" clId="{BC0BD879-F267-5CCA-8DEA-E3B2DD07DA4E}" dt="2026-06-01T01:45:28.672" v="243" actId="478"/>
          <ac:spMkLst>
            <pc:docMk/>
            <pc:sldMk cId="1186077149" sldId="264"/>
            <ac:spMk id="8" creationId="{D832933A-D89E-4CBF-AAC5-FF1CC53EA00C}"/>
          </ac:spMkLst>
        </pc:spChg>
        <pc:spChg chg="del">
          <ac:chgData name="Hironari Yamada" userId="e57621f8-ec3c-449e-bb19-001fffcc008e" providerId="ADAL" clId="{BC0BD879-F267-5CCA-8DEA-E3B2DD07DA4E}" dt="2026-06-01T01:45:28.672" v="243" actId="478"/>
          <ac:spMkLst>
            <pc:docMk/>
            <pc:sldMk cId="1186077149" sldId="264"/>
            <ac:spMk id="9" creationId="{19FF43C6-76F6-4A51-8E6B-92288C49AE12}"/>
          </ac:spMkLst>
        </pc:spChg>
        <pc:spChg chg="del">
          <ac:chgData name="Hironari Yamada" userId="e57621f8-ec3c-449e-bb19-001fffcc008e" providerId="ADAL" clId="{BC0BD879-F267-5CCA-8DEA-E3B2DD07DA4E}" dt="2026-06-01T01:45:28.672" v="243" actId="478"/>
          <ac:spMkLst>
            <pc:docMk/>
            <pc:sldMk cId="1186077149" sldId="264"/>
            <ac:spMk id="10" creationId="{13E3F6D2-675D-4366-8BD4-D9DBB12A7C82}"/>
          </ac:spMkLst>
        </pc:spChg>
        <pc:spChg chg="del">
          <ac:chgData name="Hironari Yamada" userId="e57621f8-ec3c-449e-bb19-001fffcc008e" providerId="ADAL" clId="{BC0BD879-F267-5CCA-8DEA-E3B2DD07DA4E}" dt="2026-06-01T01:45:28.672" v="243" actId="478"/>
          <ac:spMkLst>
            <pc:docMk/>
            <pc:sldMk cId="1186077149" sldId="264"/>
            <ac:spMk id="11" creationId="{C2996C24-43B1-457E-8FF6-67E0B23D6559}"/>
          </ac:spMkLst>
        </pc:spChg>
        <pc:spChg chg="del">
          <ac:chgData name="Hironari Yamada" userId="e57621f8-ec3c-449e-bb19-001fffcc008e" providerId="ADAL" clId="{BC0BD879-F267-5CCA-8DEA-E3B2DD07DA4E}" dt="2026-06-01T01:45:28.672" v="243" actId="478"/>
          <ac:spMkLst>
            <pc:docMk/>
            <pc:sldMk cId="1186077149" sldId="264"/>
            <ac:spMk id="12" creationId="{B2374348-5A0C-449E-9036-CB2430CC1552}"/>
          </ac:spMkLst>
        </pc:spChg>
        <pc:spChg chg="del">
          <ac:chgData name="Hironari Yamada" userId="e57621f8-ec3c-449e-bb19-001fffcc008e" providerId="ADAL" clId="{BC0BD879-F267-5CCA-8DEA-E3B2DD07DA4E}" dt="2026-06-01T01:45:28.672" v="243" actId="478"/>
          <ac:spMkLst>
            <pc:docMk/>
            <pc:sldMk cId="1186077149" sldId="264"/>
            <ac:spMk id="13" creationId="{818E92AE-22B4-4ED6-88A4-710B2429A2F7}"/>
          </ac:spMkLst>
        </pc:spChg>
        <pc:spChg chg="del">
          <ac:chgData name="Hironari Yamada" userId="e57621f8-ec3c-449e-bb19-001fffcc008e" providerId="ADAL" clId="{BC0BD879-F267-5CCA-8DEA-E3B2DD07DA4E}" dt="2026-06-01T01:45:28.672" v="243" actId="478"/>
          <ac:spMkLst>
            <pc:docMk/>
            <pc:sldMk cId="1186077149" sldId="264"/>
            <ac:spMk id="14" creationId="{AE52BEA3-A457-45B5-B7A8-953DCD260623}"/>
          </ac:spMkLst>
        </pc:spChg>
        <pc:spChg chg="del">
          <ac:chgData name="Hironari Yamada" userId="e57621f8-ec3c-449e-bb19-001fffcc008e" providerId="ADAL" clId="{BC0BD879-F267-5CCA-8DEA-E3B2DD07DA4E}" dt="2026-06-01T01:45:28.672" v="243" actId="478"/>
          <ac:spMkLst>
            <pc:docMk/>
            <pc:sldMk cId="1186077149" sldId="264"/>
            <ac:spMk id="15" creationId="{6E56B932-3520-4CB0-848D-B6EAF1DC1E04}"/>
          </ac:spMkLst>
        </pc:spChg>
        <pc:spChg chg="del">
          <ac:chgData name="Hironari Yamada" userId="e57621f8-ec3c-449e-bb19-001fffcc008e" providerId="ADAL" clId="{BC0BD879-F267-5CCA-8DEA-E3B2DD07DA4E}" dt="2026-06-01T01:45:28.672" v="243" actId="478"/>
          <ac:spMkLst>
            <pc:docMk/>
            <pc:sldMk cId="1186077149" sldId="264"/>
            <ac:spMk id="16" creationId="{54661E41-892E-4490-88D7-7B5B4463CF3E}"/>
          </ac:spMkLst>
        </pc:spChg>
        <pc:spChg chg="mod">
          <ac:chgData name="Hironari Yamada" userId="e57621f8-ec3c-449e-bb19-001fffcc008e" providerId="ADAL" clId="{BC0BD879-F267-5CCA-8DEA-E3B2DD07DA4E}" dt="2026-06-01T04:07:03.013" v="622" actId="1076"/>
          <ac:spMkLst>
            <pc:docMk/>
            <pc:sldMk cId="1186077149" sldId="264"/>
            <ac:spMk id="19" creationId="{ACA2B11A-FC3B-856E-F282-EC01958EE31B}"/>
          </ac:spMkLst>
        </pc:spChg>
        <pc:spChg chg="add mod">
          <ac:chgData name="Hironari Yamada" userId="e57621f8-ec3c-449e-bb19-001fffcc008e" providerId="ADAL" clId="{BC0BD879-F267-5CCA-8DEA-E3B2DD07DA4E}" dt="2026-06-01T01:45:35.124" v="244"/>
          <ac:spMkLst>
            <pc:docMk/>
            <pc:sldMk cId="1186077149" sldId="264"/>
            <ac:spMk id="20" creationId="{134B628D-FD87-C52C-B452-BDF5EB2B4B95}"/>
          </ac:spMkLst>
        </pc:spChg>
        <pc:spChg chg="add mod">
          <ac:chgData name="Hironari Yamada" userId="e57621f8-ec3c-449e-bb19-001fffcc008e" providerId="ADAL" clId="{BC0BD879-F267-5CCA-8DEA-E3B2DD07DA4E}" dt="2026-06-01T01:45:35.124" v="244"/>
          <ac:spMkLst>
            <pc:docMk/>
            <pc:sldMk cId="1186077149" sldId="264"/>
            <ac:spMk id="21" creationId="{6DF9E803-F8D1-ABB3-C54C-6594169C921C}"/>
          </ac:spMkLst>
        </pc:spChg>
        <pc:spChg chg="add mod">
          <ac:chgData name="Hironari Yamada" userId="e57621f8-ec3c-449e-bb19-001fffcc008e" providerId="ADAL" clId="{BC0BD879-F267-5CCA-8DEA-E3B2DD07DA4E}" dt="2026-06-01T01:45:35.124" v="244"/>
          <ac:spMkLst>
            <pc:docMk/>
            <pc:sldMk cId="1186077149" sldId="264"/>
            <ac:spMk id="34" creationId="{5A043F84-1CA0-0687-1435-259CF1946C35}"/>
          </ac:spMkLst>
        </pc:spChg>
        <pc:spChg chg="add mod">
          <ac:chgData name="Hironari Yamada" userId="e57621f8-ec3c-449e-bb19-001fffcc008e" providerId="ADAL" clId="{BC0BD879-F267-5CCA-8DEA-E3B2DD07DA4E}" dt="2026-06-01T01:46:25.578" v="252" actId="1076"/>
          <ac:spMkLst>
            <pc:docMk/>
            <pc:sldMk cId="1186077149" sldId="264"/>
            <ac:spMk id="36" creationId="{DA0B493C-92D2-8051-B2D0-9DC168932D40}"/>
          </ac:spMkLst>
        </pc:spChg>
        <pc:spChg chg="add mod">
          <ac:chgData name="Hironari Yamada" userId="e57621f8-ec3c-449e-bb19-001fffcc008e" providerId="ADAL" clId="{BC0BD879-F267-5CCA-8DEA-E3B2DD07DA4E}" dt="2026-06-01T01:45:35.124" v="244"/>
          <ac:spMkLst>
            <pc:docMk/>
            <pc:sldMk cId="1186077149" sldId="264"/>
            <ac:spMk id="38" creationId="{00542C61-3D79-9F69-9C23-AB23A3D631D5}"/>
          </ac:spMkLst>
        </pc:spChg>
        <pc:spChg chg="add mod">
          <ac:chgData name="Hironari Yamada" userId="e57621f8-ec3c-449e-bb19-001fffcc008e" providerId="ADAL" clId="{BC0BD879-F267-5CCA-8DEA-E3B2DD07DA4E}" dt="2026-06-01T01:45:35.124" v="244"/>
          <ac:spMkLst>
            <pc:docMk/>
            <pc:sldMk cId="1186077149" sldId="264"/>
            <ac:spMk id="41" creationId="{4E208A8C-7F6B-AB08-74FB-DA8FF2DD4807}"/>
          </ac:spMkLst>
        </pc:spChg>
        <pc:spChg chg="del">
          <ac:chgData name="Hironari Yamada" userId="e57621f8-ec3c-449e-bb19-001fffcc008e" providerId="ADAL" clId="{BC0BD879-F267-5CCA-8DEA-E3B2DD07DA4E}" dt="2026-06-01T01:45:39.427" v="245" actId="478"/>
          <ac:spMkLst>
            <pc:docMk/>
            <pc:sldMk cId="1186077149" sldId="264"/>
            <ac:spMk id="42" creationId="{F4464387-D068-02F5-3270-685F31A8AE34}"/>
          </ac:spMkLst>
        </pc:spChg>
        <pc:spChg chg="add del mod">
          <ac:chgData name="Hironari Yamada" userId="e57621f8-ec3c-449e-bb19-001fffcc008e" providerId="ADAL" clId="{BC0BD879-F267-5CCA-8DEA-E3B2DD07DA4E}" dt="2026-06-01T01:45:39.427" v="245" actId="478"/>
          <ac:spMkLst>
            <pc:docMk/>
            <pc:sldMk cId="1186077149" sldId="264"/>
            <ac:spMk id="43" creationId="{3D59016B-1E7B-6B58-4FF2-81543C60353D}"/>
          </ac:spMkLst>
        </pc:spChg>
        <pc:spChg chg="del">
          <ac:chgData name="Hironari Yamada" userId="e57621f8-ec3c-449e-bb19-001fffcc008e" providerId="ADAL" clId="{BC0BD879-F267-5CCA-8DEA-E3B2DD07DA4E}" dt="2026-06-01T01:45:39.427" v="245" actId="478"/>
          <ac:spMkLst>
            <pc:docMk/>
            <pc:sldMk cId="1186077149" sldId="264"/>
            <ac:spMk id="44" creationId="{F64A1F1F-30FC-E777-1AF3-44191EAB0BC7}"/>
          </ac:spMkLst>
        </pc:spChg>
        <pc:spChg chg="del">
          <ac:chgData name="Hironari Yamada" userId="e57621f8-ec3c-449e-bb19-001fffcc008e" providerId="ADAL" clId="{BC0BD879-F267-5CCA-8DEA-E3B2DD07DA4E}" dt="2026-06-01T01:45:39.427" v="245" actId="478"/>
          <ac:spMkLst>
            <pc:docMk/>
            <pc:sldMk cId="1186077149" sldId="264"/>
            <ac:spMk id="45" creationId="{30BDAA9B-08D1-6A33-E333-02F0F2D6BECF}"/>
          </ac:spMkLst>
        </pc:spChg>
        <pc:spChg chg="add del mod">
          <ac:chgData name="Hironari Yamada" userId="e57621f8-ec3c-449e-bb19-001fffcc008e" providerId="ADAL" clId="{BC0BD879-F267-5CCA-8DEA-E3B2DD07DA4E}" dt="2026-06-01T01:45:39.427" v="245" actId="478"/>
          <ac:spMkLst>
            <pc:docMk/>
            <pc:sldMk cId="1186077149" sldId="264"/>
            <ac:spMk id="46" creationId="{60038ED6-04C4-BB3A-077B-1A381B4A3832}"/>
          </ac:spMkLst>
        </pc:spChg>
        <pc:spChg chg="del">
          <ac:chgData name="Hironari Yamada" userId="e57621f8-ec3c-449e-bb19-001fffcc008e" providerId="ADAL" clId="{BC0BD879-F267-5CCA-8DEA-E3B2DD07DA4E}" dt="2026-06-01T01:45:39.427" v="245" actId="478"/>
          <ac:spMkLst>
            <pc:docMk/>
            <pc:sldMk cId="1186077149" sldId="264"/>
            <ac:spMk id="47" creationId="{2D395397-F953-43D3-7FEB-F0E2B3627CF1}"/>
          </ac:spMkLst>
        </pc:spChg>
        <pc:spChg chg="add del mod">
          <ac:chgData name="Hironari Yamada" userId="e57621f8-ec3c-449e-bb19-001fffcc008e" providerId="ADAL" clId="{BC0BD879-F267-5CCA-8DEA-E3B2DD07DA4E}" dt="2026-06-01T01:45:39.427" v="245" actId="478"/>
          <ac:spMkLst>
            <pc:docMk/>
            <pc:sldMk cId="1186077149" sldId="264"/>
            <ac:spMk id="48" creationId="{FAD920E7-4A07-7867-4508-C99675F910C0}"/>
          </ac:spMkLst>
        </pc:spChg>
        <pc:spChg chg="add mod">
          <ac:chgData name="Hironari Yamada" userId="e57621f8-ec3c-449e-bb19-001fffcc008e" providerId="ADAL" clId="{BC0BD879-F267-5CCA-8DEA-E3B2DD07DA4E}" dt="2026-06-01T01:45:35.124" v="244"/>
          <ac:spMkLst>
            <pc:docMk/>
            <pc:sldMk cId="1186077149" sldId="264"/>
            <ac:spMk id="51" creationId="{7B191FE9-67BC-640B-2ED2-CEC070D259BE}"/>
          </ac:spMkLst>
        </pc:spChg>
        <pc:spChg chg="add mod">
          <ac:chgData name="Hironari Yamada" userId="e57621f8-ec3c-449e-bb19-001fffcc008e" providerId="ADAL" clId="{BC0BD879-F267-5CCA-8DEA-E3B2DD07DA4E}" dt="2026-06-01T04:05:43.316" v="442" actId="14100"/>
          <ac:spMkLst>
            <pc:docMk/>
            <pc:sldMk cId="1186077149" sldId="264"/>
            <ac:spMk id="59" creationId="{B3FBC5FD-B9EB-8857-985C-991E6A52015B}"/>
          </ac:spMkLst>
        </pc:spChg>
        <pc:spChg chg="add mod">
          <ac:chgData name="Hironari Yamada" userId="e57621f8-ec3c-449e-bb19-001fffcc008e" providerId="ADAL" clId="{BC0BD879-F267-5CCA-8DEA-E3B2DD07DA4E}" dt="2026-06-01T04:08:43.196" v="900" actId="14100"/>
          <ac:spMkLst>
            <pc:docMk/>
            <pc:sldMk cId="1186077149" sldId="264"/>
            <ac:spMk id="60" creationId="{D9A96F61-1FEE-B530-0087-1A6F7FB2642D}"/>
          </ac:spMkLst>
        </pc:spChg>
        <pc:spChg chg="add mod">
          <ac:chgData name="Hironari Yamada" userId="e57621f8-ec3c-449e-bb19-001fffcc008e" providerId="ADAL" clId="{BC0BD879-F267-5CCA-8DEA-E3B2DD07DA4E}" dt="2026-06-01T04:08:34.648" v="897" actId="1076"/>
          <ac:spMkLst>
            <pc:docMk/>
            <pc:sldMk cId="1186077149" sldId="264"/>
            <ac:spMk id="61" creationId="{1CB8F07B-F4B8-195F-B329-81BFFE907869}"/>
          </ac:spMkLst>
        </pc:spChg>
        <pc:picChg chg="mod">
          <ac:chgData name="Hironari Yamada" userId="e57621f8-ec3c-449e-bb19-001fffcc008e" providerId="ADAL" clId="{BC0BD879-F267-5CCA-8DEA-E3B2DD07DA4E}" dt="2026-06-01T01:45:50.026" v="247" actId="14100"/>
          <ac:picMkLst>
            <pc:docMk/>
            <pc:sldMk cId="1186077149" sldId="264"/>
            <ac:picMk id="28" creationId="{21012E5A-B41B-7857-1BE9-0DC9237C81C8}"/>
          </ac:picMkLst>
        </pc:picChg>
        <pc:cxnChg chg="mod">
          <ac:chgData name="Hironari Yamada" userId="e57621f8-ec3c-449e-bb19-001fffcc008e" providerId="ADAL" clId="{BC0BD879-F267-5CCA-8DEA-E3B2DD07DA4E}" dt="2026-06-01T01:45:50.026" v="247" actId="14100"/>
          <ac:cxnSpMkLst>
            <pc:docMk/>
            <pc:sldMk cId="1186077149" sldId="264"/>
            <ac:cxnSpMk id="29" creationId="{E9ADC7C1-7DDD-CDA8-B225-BF07BE48BB8B}"/>
          </ac:cxnSpMkLst>
        </pc:cxnChg>
        <pc:cxnChg chg="mod">
          <ac:chgData name="Hironari Yamada" userId="e57621f8-ec3c-449e-bb19-001fffcc008e" providerId="ADAL" clId="{BC0BD879-F267-5CCA-8DEA-E3B2DD07DA4E}" dt="2026-06-01T01:45:50.026" v="247" actId="14100"/>
          <ac:cxnSpMkLst>
            <pc:docMk/>
            <pc:sldMk cId="1186077149" sldId="264"/>
            <ac:cxnSpMk id="30" creationId="{7B21A1A4-539C-5303-0D7F-5645326591ED}"/>
          </ac:cxnSpMkLst>
        </pc:cxnChg>
        <pc:cxnChg chg="mod">
          <ac:chgData name="Hironari Yamada" userId="e57621f8-ec3c-449e-bb19-001fffcc008e" providerId="ADAL" clId="{BC0BD879-F267-5CCA-8DEA-E3B2DD07DA4E}" dt="2026-06-01T01:45:58.770" v="249" actId="14100"/>
          <ac:cxnSpMkLst>
            <pc:docMk/>
            <pc:sldMk cId="1186077149" sldId="264"/>
            <ac:cxnSpMk id="33" creationId="{142441BB-6EF4-5326-5E52-C405EFCD8AFA}"/>
          </ac:cxnSpMkLst>
        </pc:cxnChg>
        <pc:cxnChg chg="mod">
          <ac:chgData name="Hironari Yamada" userId="e57621f8-ec3c-449e-bb19-001fffcc008e" providerId="ADAL" clId="{BC0BD879-F267-5CCA-8DEA-E3B2DD07DA4E}" dt="2026-06-01T01:46:01.678" v="250" actId="14100"/>
          <ac:cxnSpMkLst>
            <pc:docMk/>
            <pc:sldMk cId="1186077149" sldId="264"/>
            <ac:cxnSpMk id="35" creationId="{04B2CF73-9E5F-AB2D-69B1-D09CFE60B3B2}"/>
          </ac:cxnSpMkLst>
        </pc:cxnChg>
      </pc:sldChg>
      <pc:sldChg chg="addSp delSp modSp mod">
        <pc:chgData name="Hironari Yamada" userId="e57621f8-ec3c-449e-bb19-001fffcc008e" providerId="ADAL" clId="{BC0BD879-F267-5CCA-8DEA-E3B2DD07DA4E}" dt="2026-06-01T04:38:03.578" v="1598" actId="1076"/>
        <pc:sldMkLst>
          <pc:docMk/>
          <pc:sldMk cId="1186077149" sldId="265"/>
        </pc:sldMkLst>
        <pc:spChg chg="del">
          <ac:chgData name="Hironari Yamada" userId="e57621f8-ec3c-449e-bb19-001fffcc008e" providerId="ADAL" clId="{BC0BD879-F267-5CCA-8DEA-E3B2DD07DA4E}" dt="2026-06-01T04:23:26.367" v="1578" actId="478"/>
          <ac:spMkLst>
            <pc:docMk/>
            <pc:sldMk cId="1186077149" sldId="265"/>
            <ac:spMk id="3" creationId="{DDC53CD5-CD1A-4034-B5FC-58DEA87F23B3}"/>
          </ac:spMkLst>
        </pc:spChg>
        <pc:spChg chg="del">
          <ac:chgData name="Hironari Yamada" userId="e57621f8-ec3c-449e-bb19-001fffcc008e" providerId="ADAL" clId="{BC0BD879-F267-5CCA-8DEA-E3B2DD07DA4E}" dt="2026-06-01T04:37:45.934" v="1585" actId="478"/>
          <ac:spMkLst>
            <pc:docMk/>
            <pc:sldMk cId="1186077149" sldId="265"/>
            <ac:spMk id="5" creationId="{284D1AD0-BAD2-414E-B354-C0D044AA5A71}"/>
          </ac:spMkLst>
        </pc:spChg>
        <pc:spChg chg="del">
          <ac:chgData name="Hironari Yamada" userId="e57621f8-ec3c-449e-bb19-001fffcc008e" providerId="ADAL" clId="{BC0BD879-F267-5CCA-8DEA-E3B2DD07DA4E}" dt="2026-06-01T04:23:06.548" v="1573" actId="478"/>
          <ac:spMkLst>
            <pc:docMk/>
            <pc:sldMk cId="1186077149" sldId="265"/>
            <ac:spMk id="6" creationId="{1C50062C-8C82-4600-BE45-CAFF22B3D128}"/>
          </ac:spMkLst>
        </pc:spChg>
        <pc:spChg chg="del">
          <ac:chgData name="Hironari Yamada" userId="e57621f8-ec3c-449e-bb19-001fffcc008e" providerId="ADAL" clId="{BC0BD879-F267-5CCA-8DEA-E3B2DD07DA4E}" dt="2026-06-01T04:23:06.548" v="1573" actId="478"/>
          <ac:spMkLst>
            <pc:docMk/>
            <pc:sldMk cId="1186077149" sldId="265"/>
            <ac:spMk id="7" creationId="{A2CC5958-417B-43A8-B064-E2BEFA627042}"/>
          </ac:spMkLst>
        </pc:spChg>
        <pc:spChg chg="del">
          <ac:chgData name="Hironari Yamada" userId="e57621f8-ec3c-449e-bb19-001fffcc008e" providerId="ADAL" clId="{BC0BD879-F267-5CCA-8DEA-E3B2DD07DA4E}" dt="2026-06-01T04:23:06.548" v="1573" actId="478"/>
          <ac:spMkLst>
            <pc:docMk/>
            <pc:sldMk cId="1186077149" sldId="265"/>
            <ac:spMk id="8" creationId="{9D214A85-45A0-4850-AD13-A7C4595563C9}"/>
          </ac:spMkLst>
        </pc:spChg>
        <pc:spChg chg="del">
          <ac:chgData name="Hironari Yamada" userId="e57621f8-ec3c-449e-bb19-001fffcc008e" providerId="ADAL" clId="{BC0BD879-F267-5CCA-8DEA-E3B2DD07DA4E}" dt="2026-06-01T04:23:06.548" v="1573" actId="478"/>
          <ac:spMkLst>
            <pc:docMk/>
            <pc:sldMk cId="1186077149" sldId="265"/>
            <ac:spMk id="9" creationId="{C386B5F9-A0CA-4A01-8F80-1C3A737B7636}"/>
          </ac:spMkLst>
        </pc:spChg>
        <pc:spChg chg="del">
          <ac:chgData name="Hironari Yamada" userId="e57621f8-ec3c-449e-bb19-001fffcc008e" providerId="ADAL" clId="{BC0BD879-F267-5CCA-8DEA-E3B2DD07DA4E}" dt="2026-06-01T04:23:06.548" v="1573" actId="478"/>
          <ac:spMkLst>
            <pc:docMk/>
            <pc:sldMk cId="1186077149" sldId="265"/>
            <ac:spMk id="10" creationId="{65FA084C-85DD-46FD-BE4B-E04BAAB595DD}"/>
          </ac:spMkLst>
        </pc:spChg>
        <pc:spChg chg="del">
          <ac:chgData name="Hironari Yamada" userId="e57621f8-ec3c-449e-bb19-001fffcc008e" providerId="ADAL" clId="{BC0BD879-F267-5CCA-8DEA-E3B2DD07DA4E}" dt="2026-06-01T04:23:06.548" v="1573" actId="478"/>
          <ac:spMkLst>
            <pc:docMk/>
            <pc:sldMk cId="1186077149" sldId="265"/>
            <ac:spMk id="11" creationId="{9585B524-29E6-4CA4-ABCC-089C493A1039}"/>
          </ac:spMkLst>
        </pc:spChg>
        <pc:spChg chg="del">
          <ac:chgData name="Hironari Yamada" userId="e57621f8-ec3c-449e-bb19-001fffcc008e" providerId="ADAL" clId="{BC0BD879-F267-5CCA-8DEA-E3B2DD07DA4E}" dt="2026-06-01T04:23:06.548" v="1573" actId="478"/>
          <ac:spMkLst>
            <pc:docMk/>
            <pc:sldMk cId="1186077149" sldId="265"/>
            <ac:spMk id="12" creationId="{360D7036-D95E-4FBF-9293-A1298336DBF7}"/>
          </ac:spMkLst>
        </pc:spChg>
        <pc:spChg chg="del">
          <ac:chgData name="Hironari Yamada" userId="e57621f8-ec3c-449e-bb19-001fffcc008e" providerId="ADAL" clId="{BC0BD879-F267-5CCA-8DEA-E3B2DD07DA4E}" dt="2026-06-01T04:23:06.548" v="1573" actId="478"/>
          <ac:spMkLst>
            <pc:docMk/>
            <pc:sldMk cId="1186077149" sldId="265"/>
            <ac:spMk id="13" creationId="{9D85EAA2-9173-45F9-89DD-B8BDD93E6CCF}"/>
          </ac:spMkLst>
        </pc:spChg>
        <pc:spChg chg="del">
          <ac:chgData name="Hironari Yamada" userId="e57621f8-ec3c-449e-bb19-001fffcc008e" providerId="ADAL" clId="{BC0BD879-F267-5CCA-8DEA-E3B2DD07DA4E}" dt="2026-06-01T04:23:30.462" v="1579" actId="478"/>
          <ac:spMkLst>
            <pc:docMk/>
            <pc:sldMk cId="1186077149" sldId="265"/>
            <ac:spMk id="14" creationId="{B24EAD92-50DC-4C34-85C8-E5C95726880A}"/>
          </ac:spMkLst>
        </pc:spChg>
        <pc:spChg chg="mod">
          <ac:chgData name="Hironari Yamada" userId="e57621f8-ec3c-449e-bb19-001fffcc008e" providerId="ADAL" clId="{BC0BD879-F267-5CCA-8DEA-E3B2DD07DA4E}" dt="2026-06-01T04:23:19.797" v="1575"/>
          <ac:spMkLst>
            <pc:docMk/>
            <pc:sldMk cId="1186077149" sldId="265"/>
            <ac:spMk id="16" creationId="{CC9BAAC7-5815-5D37-D6AC-A01882A7C1C2}"/>
          </ac:spMkLst>
        </pc:spChg>
        <pc:spChg chg="add mod">
          <ac:chgData name="Hironari Yamada" userId="e57621f8-ec3c-449e-bb19-001fffcc008e" providerId="ADAL" clId="{BC0BD879-F267-5CCA-8DEA-E3B2DD07DA4E}" dt="2026-06-01T04:23:16.284" v="1574"/>
          <ac:spMkLst>
            <pc:docMk/>
            <pc:sldMk cId="1186077149" sldId="265"/>
            <ac:spMk id="17" creationId="{D6FC1025-264E-AAD1-BA47-B2FD6548F6C4}"/>
          </ac:spMkLst>
        </pc:spChg>
        <pc:spChg chg="add mod">
          <ac:chgData name="Hironari Yamada" userId="e57621f8-ec3c-449e-bb19-001fffcc008e" providerId="ADAL" clId="{BC0BD879-F267-5CCA-8DEA-E3B2DD07DA4E}" dt="2026-06-01T04:23:16.284" v="1574"/>
          <ac:spMkLst>
            <pc:docMk/>
            <pc:sldMk cId="1186077149" sldId="265"/>
            <ac:spMk id="18" creationId="{5E12DDBF-48C1-7554-CD58-2E84E1E12A98}"/>
          </ac:spMkLst>
        </pc:spChg>
        <pc:spChg chg="add mod">
          <ac:chgData name="Hironari Yamada" userId="e57621f8-ec3c-449e-bb19-001fffcc008e" providerId="ADAL" clId="{BC0BD879-F267-5CCA-8DEA-E3B2DD07DA4E}" dt="2026-06-01T04:23:16.284" v="1574"/>
          <ac:spMkLst>
            <pc:docMk/>
            <pc:sldMk cId="1186077149" sldId="265"/>
            <ac:spMk id="19" creationId="{052FCC14-B88D-6100-2872-A4E0430F6166}"/>
          </ac:spMkLst>
        </pc:spChg>
        <pc:spChg chg="add mod">
          <ac:chgData name="Hironari Yamada" userId="e57621f8-ec3c-449e-bb19-001fffcc008e" providerId="ADAL" clId="{BC0BD879-F267-5CCA-8DEA-E3B2DD07DA4E}" dt="2026-06-01T04:23:16.284" v="1574"/>
          <ac:spMkLst>
            <pc:docMk/>
            <pc:sldMk cId="1186077149" sldId="265"/>
            <ac:spMk id="20" creationId="{115230D6-1822-7D3D-761D-6D614502322C}"/>
          </ac:spMkLst>
        </pc:spChg>
        <pc:spChg chg="add mod">
          <ac:chgData name="Hironari Yamada" userId="e57621f8-ec3c-449e-bb19-001fffcc008e" providerId="ADAL" clId="{BC0BD879-F267-5CCA-8DEA-E3B2DD07DA4E}" dt="2026-06-01T04:23:16.284" v="1574"/>
          <ac:spMkLst>
            <pc:docMk/>
            <pc:sldMk cId="1186077149" sldId="265"/>
            <ac:spMk id="22" creationId="{028C44C6-8891-B4A4-679A-A272DD6D015C}"/>
          </ac:spMkLst>
        </pc:spChg>
        <pc:spChg chg="add mod">
          <ac:chgData name="Hironari Yamada" userId="e57621f8-ec3c-449e-bb19-001fffcc008e" providerId="ADAL" clId="{BC0BD879-F267-5CCA-8DEA-E3B2DD07DA4E}" dt="2026-06-01T04:23:16.284" v="1574"/>
          <ac:spMkLst>
            <pc:docMk/>
            <pc:sldMk cId="1186077149" sldId="265"/>
            <ac:spMk id="23" creationId="{3F713003-2F2B-E5F6-23F5-82A2FA259A47}"/>
          </ac:spMkLst>
        </pc:spChg>
        <pc:spChg chg="add mod">
          <ac:chgData name="Hironari Yamada" userId="e57621f8-ec3c-449e-bb19-001fffcc008e" providerId="ADAL" clId="{BC0BD879-F267-5CCA-8DEA-E3B2DD07DA4E}" dt="2026-06-01T04:23:16.284" v="1574"/>
          <ac:spMkLst>
            <pc:docMk/>
            <pc:sldMk cId="1186077149" sldId="265"/>
            <ac:spMk id="24" creationId="{BEC611F0-31E1-9B88-1816-EC367E4E8123}"/>
          </ac:spMkLst>
        </pc:spChg>
        <pc:spChg chg="add mod">
          <ac:chgData name="Hironari Yamada" userId="e57621f8-ec3c-449e-bb19-001fffcc008e" providerId="ADAL" clId="{BC0BD879-F267-5CCA-8DEA-E3B2DD07DA4E}" dt="2026-06-01T04:23:16.284" v="1574"/>
          <ac:spMkLst>
            <pc:docMk/>
            <pc:sldMk cId="1186077149" sldId="265"/>
            <ac:spMk id="25" creationId="{CB6A4FCE-9339-C05F-696D-4846E494F0BF}"/>
          </ac:spMkLst>
        </pc:spChg>
        <pc:spChg chg="add mod">
          <ac:chgData name="Hironari Yamada" userId="e57621f8-ec3c-449e-bb19-001fffcc008e" providerId="ADAL" clId="{BC0BD879-F267-5CCA-8DEA-E3B2DD07DA4E}" dt="2026-06-01T04:23:16.284" v="1574"/>
          <ac:spMkLst>
            <pc:docMk/>
            <pc:sldMk cId="1186077149" sldId="265"/>
            <ac:spMk id="26" creationId="{F195D4F1-8AFC-8663-6F07-B162954E1933}"/>
          </ac:spMkLst>
        </pc:spChg>
        <pc:spChg chg="add mod">
          <ac:chgData name="Hironari Yamada" userId="e57621f8-ec3c-449e-bb19-001fffcc008e" providerId="ADAL" clId="{BC0BD879-F267-5CCA-8DEA-E3B2DD07DA4E}" dt="2026-06-01T04:23:16.284" v="1574"/>
          <ac:spMkLst>
            <pc:docMk/>
            <pc:sldMk cId="1186077149" sldId="265"/>
            <ac:spMk id="27" creationId="{4FFF27AE-520F-C94E-6D94-C45587820A4B}"/>
          </ac:spMkLst>
        </pc:spChg>
        <pc:spChg chg="add mod">
          <ac:chgData name="Hironari Yamada" userId="e57621f8-ec3c-449e-bb19-001fffcc008e" providerId="ADAL" clId="{BC0BD879-F267-5CCA-8DEA-E3B2DD07DA4E}" dt="2026-06-01T04:37:56.945" v="1597" actId="20577"/>
          <ac:spMkLst>
            <pc:docMk/>
            <pc:sldMk cId="1186077149" sldId="265"/>
            <ac:spMk id="33" creationId="{B8C582BD-6FCE-E913-2DDE-5FCD82C5DDF6}"/>
          </ac:spMkLst>
        </pc:spChg>
        <pc:spChg chg="add mod">
          <ac:chgData name="Hironari Yamada" userId="e57621f8-ec3c-449e-bb19-001fffcc008e" providerId="ADAL" clId="{BC0BD879-F267-5CCA-8DEA-E3B2DD07DA4E}" dt="2026-06-01T04:38:03.578" v="1598" actId="1076"/>
          <ac:spMkLst>
            <pc:docMk/>
            <pc:sldMk cId="1186077149" sldId="265"/>
            <ac:spMk id="34" creationId="{1251132C-B80D-A1C4-830A-83FCED7E8E28}"/>
          </ac:spMkLst>
        </pc:spChg>
        <pc:spChg chg="add mod">
          <ac:chgData name="Hironari Yamada" userId="e57621f8-ec3c-449e-bb19-001fffcc008e" providerId="ADAL" clId="{BC0BD879-F267-5CCA-8DEA-E3B2DD07DA4E}" dt="2026-06-01T04:38:03.578" v="1598" actId="1076"/>
          <ac:spMkLst>
            <pc:docMk/>
            <pc:sldMk cId="1186077149" sldId="265"/>
            <ac:spMk id="35" creationId="{3782456B-D806-FB9C-C15D-F21EE0D89AE7}"/>
          </ac:spMkLst>
        </pc:spChg>
        <pc:spChg chg="add mod">
          <ac:chgData name="Hironari Yamada" userId="e57621f8-ec3c-449e-bb19-001fffcc008e" providerId="ADAL" clId="{BC0BD879-F267-5CCA-8DEA-E3B2DD07DA4E}" dt="2026-06-01T04:38:03.578" v="1598" actId="1076"/>
          <ac:spMkLst>
            <pc:docMk/>
            <pc:sldMk cId="1186077149" sldId="265"/>
            <ac:spMk id="36" creationId="{995F0F6A-C186-4C4E-A102-558889A0B0D5}"/>
          </ac:spMkLst>
        </pc:spChg>
        <pc:spChg chg="add mod">
          <ac:chgData name="Hironari Yamada" userId="e57621f8-ec3c-449e-bb19-001fffcc008e" providerId="ADAL" clId="{BC0BD879-F267-5CCA-8DEA-E3B2DD07DA4E}" dt="2026-06-01T04:38:03.578" v="1598" actId="1076"/>
          <ac:spMkLst>
            <pc:docMk/>
            <pc:sldMk cId="1186077149" sldId="265"/>
            <ac:spMk id="37" creationId="{78512585-5B80-2557-7D1F-CEFCDFA51394}"/>
          </ac:spMkLst>
        </pc:spChg>
        <pc:spChg chg="add mod">
          <ac:chgData name="Hironari Yamada" userId="e57621f8-ec3c-449e-bb19-001fffcc008e" providerId="ADAL" clId="{BC0BD879-F267-5CCA-8DEA-E3B2DD07DA4E}" dt="2026-06-01T04:38:03.578" v="1598" actId="1076"/>
          <ac:spMkLst>
            <pc:docMk/>
            <pc:sldMk cId="1186077149" sldId="265"/>
            <ac:spMk id="38" creationId="{69AF3AE2-043B-73CB-48C4-1919D25256BA}"/>
          </ac:spMkLst>
        </pc:spChg>
        <pc:spChg chg="mod">
          <ac:chgData name="Hironari Yamada" userId="e57621f8-ec3c-449e-bb19-001fffcc008e" providerId="ADAL" clId="{BC0BD879-F267-5CCA-8DEA-E3B2DD07DA4E}" dt="2026-06-01T04:38:03.578" v="1598" actId="1076"/>
          <ac:spMkLst>
            <pc:docMk/>
            <pc:sldMk cId="1186077149" sldId="265"/>
            <ac:spMk id="39" creationId="{44F1C2BA-EDEC-DC99-3F4C-0CC45CED616E}"/>
          </ac:spMkLst>
        </pc:spChg>
        <pc:spChg chg="add mod">
          <ac:chgData name="Hironari Yamada" userId="e57621f8-ec3c-449e-bb19-001fffcc008e" providerId="ADAL" clId="{BC0BD879-F267-5CCA-8DEA-E3B2DD07DA4E}" dt="2026-06-01T04:38:03.578" v="1598" actId="1076"/>
          <ac:spMkLst>
            <pc:docMk/>
            <pc:sldMk cId="1186077149" sldId="265"/>
            <ac:spMk id="40" creationId="{7671A67D-64EB-C10E-50A0-3FA513117A10}"/>
          </ac:spMkLst>
        </pc:spChg>
        <pc:spChg chg="add mod">
          <ac:chgData name="Hironari Yamada" userId="e57621f8-ec3c-449e-bb19-001fffcc008e" providerId="ADAL" clId="{BC0BD879-F267-5CCA-8DEA-E3B2DD07DA4E}" dt="2026-06-01T04:38:03.578" v="1598" actId="1076"/>
          <ac:spMkLst>
            <pc:docMk/>
            <pc:sldMk cId="1186077149" sldId="265"/>
            <ac:spMk id="42" creationId="{D98B3B89-23A4-7729-0313-288F6E85F862}"/>
          </ac:spMkLst>
        </pc:spChg>
        <pc:spChg chg="add mod">
          <ac:chgData name="Hironari Yamada" userId="e57621f8-ec3c-449e-bb19-001fffcc008e" providerId="ADAL" clId="{BC0BD879-F267-5CCA-8DEA-E3B2DD07DA4E}" dt="2026-06-01T04:38:03.578" v="1598" actId="1076"/>
          <ac:spMkLst>
            <pc:docMk/>
            <pc:sldMk cId="1186077149" sldId="265"/>
            <ac:spMk id="43" creationId="{048760BE-2654-4F87-0EAC-F1620D3947FD}"/>
          </ac:spMkLst>
        </pc:spChg>
        <pc:spChg chg="add mod">
          <ac:chgData name="Hironari Yamada" userId="e57621f8-ec3c-449e-bb19-001fffcc008e" providerId="ADAL" clId="{BC0BD879-F267-5CCA-8DEA-E3B2DD07DA4E}" dt="2026-06-01T04:38:03.578" v="1598" actId="1076"/>
          <ac:spMkLst>
            <pc:docMk/>
            <pc:sldMk cId="1186077149" sldId="265"/>
            <ac:spMk id="44" creationId="{403584FF-7B8F-0C84-332C-5C66E2E6D33C}"/>
          </ac:spMkLst>
        </pc:spChg>
      </pc:sldChg>
      <pc:sldChg chg="addSp delSp modSp mod">
        <pc:chgData name="Hironari Yamada" userId="e57621f8-ec3c-449e-bb19-001fffcc008e" providerId="ADAL" clId="{BC0BD879-F267-5CCA-8DEA-E3B2DD07DA4E}" dt="2026-06-01T05:58:44.875" v="4664" actId="20577"/>
        <pc:sldMkLst>
          <pc:docMk/>
          <pc:sldMk cId="1186077149" sldId="266"/>
        </pc:sldMkLst>
        <pc:spChg chg="del">
          <ac:chgData name="Hironari Yamada" userId="e57621f8-ec3c-449e-bb19-001fffcc008e" providerId="ADAL" clId="{BC0BD879-F267-5CCA-8DEA-E3B2DD07DA4E}" dt="2026-06-01T04:44:25.806" v="1885" actId="478"/>
          <ac:spMkLst>
            <pc:docMk/>
            <pc:sldMk cId="1186077149" sldId="266"/>
            <ac:spMk id="5" creationId="{F2903B28-8C1B-4C9A-AC72-3BC17B6B681B}"/>
          </ac:spMkLst>
        </pc:spChg>
        <pc:spChg chg="del">
          <ac:chgData name="Hironari Yamada" userId="e57621f8-ec3c-449e-bb19-001fffcc008e" providerId="ADAL" clId="{BC0BD879-F267-5CCA-8DEA-E3B2DD07DA4E}" dt="2026-06-01T04:44:22.229" v="1884" actId="478"/>
          <ac:spMkLst>
            <pc:docMk/>
            <pc:sldMk cId="1186077149" sldId="266"/>
            <ac:spMk id="9" creationId="{80F4C00A-11A9-489D-AF46-6DFCCA17BCC9}"/>
          </ac:spMkLst>
        </pc:spChg>
        <pc:spChg chg="del">
          <ac:chgData name="Hironari Yamada" userId="e57621f8-ec3c-449e-bb19-001fffcc008e" providerId="ADAL" clId="{BC0BD879-F267-5CCA-8DEA-E3B2DD07DA4E}" dt="2026-06-01T04:44:22.229" v="1884" actId="478"/>
          <ac:spMkLst>
            <pc:docMk/>
            <pc:sldMk cId="1186077149" sldId="266"/>
            <ac:spMk id="11" creationId="{7B635E5A-DE04-4642-BA38-C6D128C997F2}"/>
          </ac:spMkLst>
        </pc:spChg>
        <pc:spChg chg="del">
          <ac:chgData name="Hironari Yamada" userId="e57621f8-ec3c-449e-bb19-001fffcc008e" providerId="ADAL" clId="{BC0BD879-F267-5CCA-8DEA-E3B2DD07DA4E}" dt="2026-06-01T04:44:22.229" v="1884" actId="478"/>
          <ac:spMkLst>
            <pc:docMk/>
            <pc:sldMk cId="1186077149" sldId="266"/>
            <ac:spMk id="12" creationId="{1E438863-0FA3-4E32-82C6-EC9F08C2AB7D}"/>
          </ac:spMkLst>
        </pc:spChg>
        <pc:spChg chg="del">
          <ac:chgData name="Hironari Yamada" userId="e57621f8-ec3c-449e-bb19-001fffcc008e" providerId="ADAL" clId="{BC0BD879-F267-5CCA-8DEA-E3B2DD07DA4E}" dt="2026-06-01T04:44:22.229" v="1884" actId="478"/>
          <ac:spMkLst>
            <pc:docMk/>
            <pc:sldMk cId="1186077149" sldId="266"/>
            <ac:spMk id="13" creationId="{45CEC2CF-C870-4F84-AC7C-543AD241F572}"/>
          </ac:spMkLst>
        </pc:spChg>
        <pc:spChg chg="del">
          <ac:chgData name="Hironari Yamada" userId="e57621f8-ec3c-449e-bb19-001fffcc008e" providerId="ADAL" clId="{BC0BD879-F267-5CCA-8DEA-E3B2DD07DA4E}" dt="2026-06-01T04:44:22.229" v="1884" actId="478"/>
          <ac:spMkLst>
            <pc:docMk/>
            <pc:sldMk cId="1186077149" sldId="266"/>
            <ac:spMk id="14" creationId="{33B8267A-3CC2-4119-9CC4-72D78412F9B8}"/>
          </ac:spMkLst>
        </pc:spChg>
        <pc:spChg chg="del">
          <ac:chgData name="Hironari Yamada" userId="e57621f8-ec3c-449e-bb19-001fffcc008e" providerId="ADAL" clId="{BC0BD879-F267-5CCA-8DEA-E3B2DD07DA4E}" dt="2026-06-01T04:44:22.229" v="1884" actId="478"/>
          <ac:spMkLst>
            <pc:docMk/>
            <pc:sldMk cId="1186077149" sldId="266"/>
            <ac:spMk id="16" creationId="{1E123C16-5ECB-44DE-A66B-0CC38932DDEF}"/>
          </ac:spMkLst>
        </pc:spChg>
        <pc:spChg chg="del">
          <ac:chgData name="Hironari Yamada" userId="e57621f8-ec3c-449e-bb19-001fffcc008e" providerId="ADAL" clId="{BC0BD879-F267-5CCA-8DEA-E3B2DD07DA4E}" dt="2026-06-01T04:44:22.229" v="1884" actId="478"/>
          <ac:spMkLst>
            <pc:docMk/>
            <pc:sldMk cId="1186077149" sldId="266"/>
            <ac:spMk id="17" creationId="{984C7A07-CF71-4AA2-BD33-E77D3E0DAC89}"/>
          </ac:spMkLst>
        </pc:spChg>
        <pc:spChg chg="del">
          <ac:chgData name="Hironari Yamada" userId="e57621f8-ec3c-449e-bb19-001fffcc008e" providerId="ADAL" clId="{BC0BD879-F267-5CCA-8DEA-E3B2DD07DA4E}" dt="2026-06-01T04:44:22.229" v="1884" actId="478"/>
          <ac:spMkLst>
            <pc:docMk/>
            <pc:sldMk cId="1186077149" sldId="266"/>
            <ac:spMk id="18" creationId="{0E814686-6B0F-41E9-80F2-B479721C80CC}"/>
          </ac:spMkLst>
        </pc:spChg>
        <pc:spChg chg="del">
          <ac:chgData name="Hironari Yamada" userId="e57621f8-ec3c-449e-bb19-001fffcc008e" providerId="ADAL" clId="{BC0BD879-F267-5CCA-8DEA-E3B2DD07DA4E}" dt="2026-06-01T04:44:22.229" v="1884" actId="478"/>
          <ac:spMkLst>
            <pc:docMk/>
            <pc:sldMk cId="1186077149" sldId="266"/>
            <ac:spMk id="19" creationId="{7FA6FEA0-C6DF-4CB4-A594-D03E8E031C20}"/>
          </ac:spMkLst>
        </pc:spChg>
        <pc:spChg chg="del">
          <ac:chgData name="Hironari Yamada" userId="e57621f8-ec3c-449e-bb19-001fffcc008e" providerId="ADAL" clId="{BC0BD879-F267-5CCA-8DEA-E3B2DD07DA4E}" dt="2026-06-01T04:44:22.229" v="1884" actId="478"/>
          <ac:spMkLst>
            <pc:docMk/>
            <pc:sldMk cId="1186077149" sldId="266"/>
            <ac:spMk id="20" creationId="{2A90668F-3596-47D5-BF2B-2A089C812692}"/>
          </ac:spMkLst>
        </pc:spChg>
        <pc:spChg chg="mod">
          <ac:chgData name="Hironari Yamada" userId="e57621f8-ec3c-449e-bb19-001fffcc008e" providerId="ADAL" clId="{BC0BD879-F267-5CCA-8DEA-E3B2DD07DA4E}" dt="2026-06-01T05:58:44.875" v="4664" actId="20577"/>
          <ac:spMkLst>
            <pc:docMk/>
            <pc:sldMk cId="1186077149" sldId="266"/>
            <ac:spMk id="22" creationId="{13FCCB82-901B-4A79-B643-4760DF8CC772}"/>
          </ac:spMkLst>
        </pc:spChg>
        <pc:spChg chg="add mod">
          <ac:chgData name="Hironari Yamada" userId="e57621f8-ec3c-449e-bb19-001fffcc008e" providerId="ADAL" clId="{BC0BD879-F267-5CCA-8DEA-E3B2DD07DA4E}" dt="2026-06-01T04:44:39.879" v="1888" actId="1076"/>
          <ac:spMkLst>
            <pc:docMk/>
            <pc:sldMk cId="1186077149" sldId="266"/>
            <ac:spMk id="24" creationId="{550756C1-23DE-480A-19DF-22557FCFD6DD}"/>
          </ac:spMkLst>
        </pc:spChg>
        <pc:spChg chg="add mod">
          <ac:chgData name="Hironari Yamada" userId="e57621f8-ec3c-449e-bb19-001fffcc008e" providerId="ADAL" clId="{BC0BD879-F267-5CCA-8DEA-E3B2DD07DA4E}" dt="2026-06-01T04:44:39.879" v="1888" actId="1076"/>
          <ac:spMkLst>
            <pc:docMk/>
            <pc:sldMk cId="1186077149" sldId="266"/>
            <ac:spMk id="25" creationId="{1EC8804D-E2FA-6D5C-8A54-18A7BBD23A00}"/>
          </ac:spMkLst>
        </pc:spChg>
        <pc:spChg chg="add mod">
          <ac:chgData name="Hironari Yamada" userId="e57621f8-ec3c-449e-bb19-001fffcc008e" providerId="ADAL" clId="{BC0BD879-F267-5CCA-8DEA-E3B2DD07DA4E}" dt="2026-06-01T04:44:39.879" v="1888" actId="1076"/>
          <ac:spMkLst>
            <pc:docMk/>
            <pc:sldMk cId="1186077149" sldId="266"/>
            <ac:spMk id="34" creationId="{0A8D01DE-AC29-F6C1-FA7F-58F5143F6B6F}"/>
          </ac:spMkLst>
        </pc:spChg>
        <pc:spChg chg="add mod">
          <ac:chgData name="Hironari Yamada" userId="e57621f8-ec3c-449e-bb19-001fffcc008e" providerId="ADAL" clId="{BC0BD879-F267-5CCA-8DEA-E3B2DD07DA4E}" dt="2026-06-01T04:44:39.879" v="1888" actId="1076"/>
          <ac:spMkLst>
            <pc:docMk/>
            <pc:sldMk cId="1186077149" sldId="266"/>
            <ac:spMk id="35" creationId="{A53D2270-983B-65C2-56C9-5D2D7575AAE5}"/>
          </ac:spMkLst>
        </pc:spChg>
        <pc:spChg chg="add mod">
          <ac:chgData name="Hironari Yamada" userId="e57621f8-ec3c-449e-bb19-001fffcc008e" providerId="ADAL" clId="{BC0BD879-F267-5CCA-8DEA-E3B2DD07DA4E}" dt="2026-06-01T04:44:39.879" v="1888" actId="1076"/>
          <ac:spMkLst>
            <pc:docMk/>
            <pc:sldMk cId="1186077149" sldId="266"/>
            <ac:spMk id="36" creationId="{9DCDA33E-8D44-2138-50A7-30ED36E7FD71}"/>
          </ac:spMkLst>
        </pc:spChg>
        <pc:spChg chg="add mod">
          <ac:chgData name="Hironari Yamada" userId="e57621f8-ec3c-449e-bb19-001fffcc008e" providerId="ADAL" clId="{BC0BD879-F267-5CCA-8DEA-E3B2DD07DA4E}" dt="2026-06-01T04:44:39.879" v="1888" actId="1076"/>
          <ac:spMkLst>
            <pc:docMk/>
            <pc:sldMk cId="1186077149" sldId="266"/>
            <ac:spMk id="37" creationId="{DD22BF65-C232-AAE8-5796-79BD02383373}"/>
          </ac:spMkLst>
        </pc:spChg>
        <pc:spChg chg="add mod">
          <ac:chgData name="Hironari Yamada" userId="e57621f8-ec3c-449e-bb19-001fffcc008e" providerId="ADAL" clId="{BC0BD879-F267-5CCA-8DEA-E3B2DD07DA4E}" dt="2026-06-01T04:44:39.879" v="1888" actId="1076"/>
          <ac:spMkLst>
            <pc:docMk/>
            <pc:sldMk cId="1186077149" sldId="266"/>
            <ac:spMk id="40" creationId="{BC16090E-3D14-B25A-DDB5-1C10F75490A9}"/>
          </ac:spMkLst>
        </pc:spChg>
        <pc:spChg chg="add mod">
          <ac:chgData name="Hironari Yamada" userId="e57621f8-ec3c-449e-bb19-001fffcc008e" providerId="ADAL" clId="{BC0BD879-F267-5CCA-8DEA-E3B2DD07DA4E}" dt="2026-06-01T04:44:39.879" v="1888" actId="1076"/>
          <ac:spMkLst>
            <pc:docMk/>
            <pc:sldMk cId="1186077149" sldId="266"/>
            <ac:spMk id="44" creationId="{299CA70D-0B4B-19A4-BF83-753C6D21D9DC}"/>
          </ac:spMkLst>
        </pc:spChg>
        <pc:spChg chg="add mod">
          <ac:chgData name="Hironari Yamada" userId="e57621f8-ec3c-449e-bb19-001fffcc008e" providerId="ADAL" clId="{BC0BD879-F267-5CCA-8DEA-E3B2DD07DA4E}" dt="2026-06-01T04:44:39.879" v="1888" actId="1076"/>
          <ac:spMkLst>
            <pc:docMk/>
            <pc:sldMk cId="1186077149" sldId="266"/>
            <ac:spMk id="55" creationId="{86057E71-6CC4-8725-EB7D-069BCCF73365}"/>
          </ac:spMkLst>
        </pc:spChg>
        <pc:spChg chg="add mod">
          <ac:chgData name="Hironari Yamada" userId="e57621f8-ec3c-449e-bb19-001fffcc008e" providerId="ADAL" clId="{BC0BD879-F267-5CCA-8DEA-E3B2DD07DA4E}" dt="2026-06-01T04:45:09.889" v="1892" actId="14100"/>
          <ac:spMkLst>
            <pc:docMk/>
            <pc:sldMk cId="1186077149" sldId="266"/>
            <ac:spMk id="60" creationId="{3DE90F9C-686D-174D-C897-8EAA8F954F48}"/>
          </ac:spMkLst>
        </pc:spChg>
      </pc:sldChg>
      <pc:sldChg chg="addSp delSp modSp mod">
        <pc:chgData name="Hironari Yamada" userId="e57621f8-ec3c-449e-bb19-001fffcc008e" providerId="ADAL" clId="{BC0BD879-F267-5CCA-8DEA-E3B2DD07DA4E}" dt="2026-06-01T04:44:04.548" v="1883" actId="1076"/>
        <pc:sldMkLst>
          <pc:docMk/>
          <pc:sldMk cId="1186077149" sldId="267"/>
        </pc:sldMkLst>
        <pc:spChg chg="del">
          <ac:chgData name="Hironari Yamada" userId="e57621f8-ec3c-449e-bb19-001fffcc008e" providerId="ADAL" clId="{BC0BD879-F267-5CCA-8DEA-E3B2DD07DA4E}" dt="2026-06-01T04:43:00.145" v="1682" actId="478"/>
          <ac:spMkLst>
            <pc:docMk/>
            <pc:sldMk cId="1186077149" sldId="267"/>
            <ac:spMk id="3" creationId="{69453E24-7CED-4A22-AB6A-718B067FA39F}"/>
          </ac:spMkLst>
        </pc:spChg>
        <pc:spChg chg="del">
          <ac:chgData name="Hironari Yamada" userId="e57621f8-ec3c-449e-bb19-001fffcc008e" providerId="ADAL" clId="{BC0BD879-F267-5CCA-8DEA-E3B2DD07DA4E}" dt="2026-06-01T04:42:40.207" v="1678" actId="478"/>
          <ac:spMkLst>
            <pc:docMk/>
            <pc:sldMk cId="1186077149" sldId="267"/>
            <ac:spMk id="6" creationId="{34BC70DA-1F4C-4A8D-BB49-59FE29F090A6}"/>
          </ac:spMkLst>
        </pc:spChg>
        <pc:spChg chg="del">
          <ac:chgData name="Hironari Yamada" userId="e57621f8-ec3c-449e-bb19-001fffcc008e" providerId="ADAL" clId="{BC0BD879-F267-5CCA-8DEA-E3B2DD07DA4E}" dt="2026-06-01T04:42:40.207" v="1678" actId="478"/>
          <ac:spMkLst>
            <pc:docMk/>
            <pc:sldMk cId="1186077149" sldId="267"/>
            <ac:spMk id="8" creationId="{C2814EFE-E7D1-47BB-9727-7B31CC11E1A1}"/>
          </ac:spMkLst>
        </pc:spChg>
        <pc:spChg chg="del">
          <ac:chgData name="Hironari Yamada" userId="e57621f8-ec3c-449e-bb19-001fffcc008e" providerId="ADAL" clId="{BC0BD879-F267-5CCA-8DEA-E3B2DD07DA4E}" dt="2026-06-01T04:42:40.207" v="1678" actId="478"/>
          <ac:spMkLst>
            <pc:docMk/>
            <pc:sldMk cId="1186077149" sldId="267"/>
            <ac:spMk id="9" creationId="{B7E3EDD6-10E7-473D-B43F-713F895D24A5}"/>
          </ac:spMkLst>
        </pc:spChg>
        <pc:spChg chg="del">
          <ac:chgData name="Hironari Yamada" userId="e57621f8-ec3c-449e-bb19-001fffcc008e" providerId="ADAL" clId="{BC0BD879-F267-5CCA-8DEA-E3B2DD07DA4E}" dt="2026-06-01T04:42:40.207" v="1678" actId="478"/>
          <ac:spMkLst>
            <pc:docMk/>
            <pc:sldMk cId="1186077149" sldId="267"/>
            <ac:spMk id="15" creationId="{06CF0384-E0BD-449E-AB9D-223ABE05D80D}"/>
          </ac:spMkLst>
        </pc:spChg>
        <pc:spChg chg="del">
          <ac:chgData name="Hironari Yamada" userId="e57621f8-ec3c-449e-bb19-001fffcc008e" providerId="ADAL" clId="{BC0BD879-F267-5CCA-8DEA-E3B2DD07DA4E}" dt="2026-06-01T04:42:40.207" v="1678" actId="478"/>
          <ac:spMkLst>
            <pc:docMk/>
            <pc:sldMk cId="1186077149" sldId="267"/>
            <ac:spMk id="16" creationId="{2E4FC041-AF0C-44E1-8EFB-1EA44634BE16}"/>
          </ac:spMkLst>
        </pc:spChg>
        <pc:spChg chg="del">
          <ac:chgData name="Hironari Yamada" userId="e57621f8-ec3c-449e-bb19-001fffcc008e" providerId="ADAL" clId="{BC0BD879-F267-5CCA-8DEA-E3B2DD07DA4E}" dt="2026-06-01T04:42:40.207" v="1678" actId="478"/>
          <ac:spMkLst>
            <pc:docMk/>
            <pc:sldMk cId="1186077149" sldId="267"/>
            <ac:spMk id="17" creationId="{5B358841-A4E4-4BF9-A2EE-9535E02E9275}"/>
          </ac:spMkLst>
        </pc:spChg>
        <pc:spChg chg="del">
          <ac:chgData name="Hironari Yamada" userId="e57621f8-ec3c-449e-bb19-001fffcc008e" providerId="ADAL" clId="{BC0BD879-F267-5CCA-8DEA-E3B2DD07DA4E}" dt="2026-06-01T04:42:40.207" v="1678" actId="478"/>
          <ac:spMkLst>
            <pc:docMk/>
            <pc:sldMk cId="1186077149" sldId="267"/>
            <ac:spMk id="19" creationId="{E67400B8-241F-4B2B-98F0-96EC19938DCF}"/>
          </ac:spMkLst>
        </pc:spChg>
        <pc:spChg chg="del">
          <ac:chgData name="Hironari Yamada" userId="e57621f8-ec3c-449e-bb19-001fffcc008e" providerId="ADAL" clId="{BC0BD879-F267-5CCA-8DEA-E3B2DD07DA4E}" dt="2026-06-01T04:42:40.207" v="1678" actId="478"/>
          <ac:spMkLst>
            <pc:docMk/>
            <pc:sldMk cId="1186077149" sldId="267"/>
            <ac:spMk id="21" creationId="{FF0BC58F-67C6-4754-B085-6FB5404C5CDF}"/>
          </ac:spMkLst>
        </pc:spChg>
        <pc:spChg chg="del">
          <ac:chgData name="Hironari Yamada" userId="e57621f8-ec3c-449e-bb19-001fffcc008e" providerId="ADAL" clId="{BC0BD879-F267-5CCA-8DEA-E3B2DD07DA4E}" dt="2026-06-01T04:42:40.207" v="1678" actId="478"/>
          <ac:spMkLst>
            <pc:docMk/>
            <pc:sldMk cId="1186077149" sldId="267"/>
            <ac:spMk id="23" creationId="{B6B9A709-84FF-4713-83D1-840D4AA647FD}"/>
          </ac:spMkLst>
        </pc:spChg>
        <pc:spChg chg="del">
          <ac:chgData name="Hironari Yamada" userId="e57621f8-ec3c-449e-bb19-001fffcc008e" providerId="ADAL" clId="{BC0BD879-F267-5CCA-8DEA-E3B2DD07DA4E}" dt="2026-06-01T04:42:40.207" v="1678" actId="478"/>
          <ac:spMkLst>
            <pc:docMk/>
            <pc:sldMk cId="1186077149" sldId="267"/>
            <ac:spMk id="24" creationId="{5B7E30DA-4F33-4298-9306-92B12EC68790}"/>
          </ac:spMkLst>
        </pc:spChg>
        <pc:spChg chg="del">
          <ac:chgData name="Hironari Yamada" userId="e57621f8-ec3c-449e-bb19-001fffcc008e" providerId="ADAL" clId="{BC0BD879-F267-5CCA-8DEA-E3B2DD07DA4E}" dt="2026-06-01T04:43:00.145" v="1682" actId="478"/>
          <ac:spMkLst>
            <pc:docMk/>
            <pc:sldMk cId="1186077149" sldId="267"/>
            <ac:spMk id="26" creationId="{C3C831D4-D12C-478D-A800-547429B128D2}"/>
          </ac:spMkLst>
        </pc:spChg>
        <pc:spChg chg="add mod">
          <ac:chgData name="Hironari Yamada" userId="e57621f8-ec3c-449e-bb19-001fffcc008e" providerId="ADAL" clId="{BC0BD879-F267-5CCA-8DEA-E3B2DD07DA4E}" dt="2026-06-01T04:42:50.015" v="1680" actId="207"/>
          <ac:spMkLst>
            <pc:docMk/>
            <pc:sldMk cId="1186077149" sldId="267"/>
            <ac:spMk id="28" creationId="{63BF3A98-F56F-EA43-5241-BBCA77D591BD}"/>
          </ac:spMkLst>
        </pc:spChg>
        <pc:spChg chg="add mod">
          <ac:chgData name="Hironari Yamada" userId="e57621f8-ec3c-449e-bb19-001fffcc008e" providerId="ADAL" clId="{BC0BD879-F267-5CCA-8DEA-E3B2DD07DA4E}" dt="2026-06-01T04:42:50.015" v="1680" actId="207"/>
          <ac:spMkLst>
            <pc:docMk/>
            <pc:sldMk cId="1186077149" sldId="267"/>
            <ac:spMk id="31" creationId="{33FCA9AC-E14B-596F-A276-3AEDB02EA623}"/>
          </ac:spMkLst>
        </pc:spChg>
        <pc:spChg chg="add mod">
          <ac:chgData name="Hironari Yamada" userId="e57621f8-ec3c-449e-bb19-001fffcc008e" providerId="ADAL" clId="{BC0BD879-F267-5CCA-8DEA-E3B2DD07DA4E}" dt="2026-06-01T04:42:50.015" v="1680" actId="207"/>
          <ac:spMkLst>
            <pc:docMk/>
            <pc:sldMk cId="1186077149" sldId="267"/>
            <ac:spMk id="32" creationId="{69B6DCDC-D797-7ACC-B939-03CCECFBF8F4}"/>
          </ac:spMkLst>
        </pc:spChg>
        <pc:spChg chg="add del mod">
          <ac:chgData name="Hironari Yamada" userId="e57621f8-ec3c-449e-bb19-001fffcc008e" providerId="ADAL" clId="{BC0BD879-F267-5CCA-8DEA-E3B2DD07DA4E}" dt="2026-06-01T04:44:04.548" v="1883" actId="1076"/>
          <ac:spMkLst>
            <pc:docMk/>
            <pc:sldMk cId="1186077149" sldId="267"/>
            <ac:spMk id="33" creationId="{7435D08D-8BA9-59A9-B24C-113D0DF574BD}"/>
          </ac:spMkLst>
        </pc:spChg>
        <pc:picChg chg="add mod">
          <ac:chgData name="Hironari Yamada" userId="e57621f8-ec3c-449e-bb19-001fffcc008e" providerId="ADAL" clId="{BC0BD879-F267-5CCA-8DEA-E3B2DD07DA4E}" dt="2026-06-01T04:42:47.869" v="1679"/>
          <ac:picMkLst>
            <pc:docMk/>
            <pc:sldMk cId="1186077149" sldId="267"/>
            <ac:picMk id="29" creationId="{2FC2B127-2B8F-85CB-6EEA-1E45A919C65B}"/>
          </ac:picMkLst>
        </pc:picChg>
        <pc:picChg chg="add mod">
          <ac:chgData name="Hironari Yamada" userId="e57621f8-ec3c-449e-bb19-001fffcc008e" providerId="ADAL" clId="{BC0BD879-F267-5CCA-8DEA-E3B2DD07DA4E}" dt="2026-06-01T04:42:47.869" v="1679"/>
          <ac:picMkLst>
            <pc:docMk/>
            <pc:sldMk cId="1186077149" sldId="267"/>
            <ac:picMk id="30" creationId="{97EE4E19-6961-CEE2-1695-E5AC505045A1}"/>
          </ac:picMkLst>
        </pc:picChg>
      </pc:sldChg>
      <pc:sldChg chg="addSp delSp modSp mod">
        <pc:chgData name="Hironari Yamada" userId="e57621f8-ec3c-449e-bb19-001fffcc008e" providerId="ADAL" clId="{BC0BD879-F267-5CCA-8DEA-E3B2DD07DA4E}" dt="2026-06-01T05:12:21.012" v="2850" actId="478"/>
        <pc:sldMkLst>
          <pc:docMk/>
          <pc:sldMk cId="1186077149" sldId="268"/>
        </pc:sldMkLst>
        <pc:spChg chg="del">
          <ac:chgData name="Hironari Yamada" userId="e57621f8-ec3c-449e-bb19-001fffcc008e" providerId="ADAL" clId="{BC0BD879-F267-5CCA-8DEA-E3B2DD07DA4E}" dt="2026-06-01T05:12:21.012" v="2850" actId="478"/>
          <ac:spMkLst>
            <pc:docMk/>
            <pc:sldMk cId="1186077149" sldId="268"/>
            <ac:spMk id="3" creationId="{5CB72CF8-38DC-4B99-A833-A5098C2E964D}"/>
          </ac:spMkLst>
        </pc:spChg>
        <pc:spChg chg="del">
          <ac:chgData name="Hironari Yamada" userId="e57621f8-ec3c-449e-bb19-001fffcc008e" providerId="ADAL" clId="{BC0BD879-F267-5CCA-8DEA-E3B2DD07DA4E}" dt="2026-06-01T05:12:21.012" v="2850" actId="478"/>
          <ac:spMkLst>
            <pc:docMk/>
            <pc:sldMk cId="1186077149" sldId="268"/>
            <ac:spMk id="8" creationId="{375F8B79-FB21-4E15-8676-B8B666AFDC47}"/>
          </ac:spMkLst>
        </pc:spChg>
        <pc:spChg chg="add mod">
          <ac:chgData name="Hironari Yamada" userId="e57621f8-ec3c-449e-bb19-001fffcc008e" providerId="ADAL" clId="{BC0BD879-F267-5CCA-8DEA-E3B2DD07DA4E}" dt="2026-06-01T04:47:14.180" v="1897"/>
          <ac:spMkLst>
            <pc:docMk/>
            <pc:sldMk cId="1186077149" sldId="268"/>
            <ac:spMk id="12" creationId="{24A4D9A5-52DA-EFC4-16CF-F56754F03A45}"/>
          </ac:spMkLst>
        </pc:spChg>
        <pc:spChg chg="add mod">
          <ac:chgData name="Hironari Yamada" userId="e57621f8-ec3c-449e-bb19-001fffcc008e" providerId="ADAL" clId="{BC0BD879-F267-5CCA-8DEA-E3B2DD07DA4E}" dt="2026-06-01T04:47:14.180" v="1897"/>
          <ac:spMkLst>
            <pc:docMk/>
            <pc:sldMk cId="1186077149" sldId="268"/>
            <ac:spMk id="13" creationId="{EF0D3CBE-ED2D-A862-38B9-53BA49841070}"/>
          </ac:spMkLst>
        </pc:spChg>
        <pc:spChg chg="add mod">
          <ac:chgData name="Hironari Yamada" userId="e57621f8-ec3c-449e-bb19-001fffcc008e" providerId="ADAL" clId="{BC0BD879-F267-5CCA-8DEA-E3B2DD07DA4E}" dt="2026-06-01T04:47:14.180" v="1897"/>
          <ac:spMkLst>
            <pc:docMk/>
            <pc:sldMk cId="1186077149" sldId="268"/>
            <ac:spMk id="24" creationId="{6BD5DF45-4DE0-BE42-1F60-9F692B8DC5E3}"/>
          </ac:spMkLst>
        </pc:spChg>
        <pc:spChg chg="add mod">
          <ac:chgData name="Hironari Yamada" userId="e57621f8-ec3c-449e-bb19-001fffcc008e" providerId="ADAL" clId="{BC0BD879-F267-5CCA-8DEA-E3B2DD07DA4E}" dt="2026-06-01T04:47:14.180" v="1897"/>
          <ac:spMkLst>
            <pc:docMk/>
            <pc:sldMk cId="1186077149" sldId="268"/>
            <ac:spMk id="26" creationId="{5F8BA292-92CB-6AF2-E9E2-FCDCA98F6D4A}"/>
          </ac:spMkLst>
        </pc:spChg>
        <pc:spChg chg="add mod">
          <ac:chgData name="Hironari Yamada" userId="e57621f8-ec3c-449e-bb19-001fffcc008e" providerId="ADAL" clId="{BC0BD879-F267-5CCA-8DEA-E3B2DD07DA4E}" dt="2026-06-01T04:47:14.180" v="1897"/>
          <ac:spMkLst>
            <pc:docMk/>
            <pc:sldMk cId="1186077149" sldId="268"/>
            <ac:spMk id="27" creationId="{202BDEEC-8854-6824-0455-63B8304242F6}"/>
          </ac:spMkLst>
        </pc:spChg>
        <pc:spChg chg="add mod">
          <ac:chgData name="Hironari Yamada" userId="e57621f8-ec3c-449e-bb19-001fffcc008e" providerId="ADAL" clId="{BC0BD879-F267-5CCA-8DEA-E3B2DD07DA4E}" dt="2026-06-01T04:47:14.180" v="1897"/>
          <ac:spMkLst>
            <pc:docMk/>
            <pc:sldMk cId="1186077149" sldId="268"/>
            <ac:spMk id="29" creationId="{3A7723BD-E8D3-B3D1-701E-7078EEDB7B9E}"/>
          </ac:spMkLst>
        </pc:spChg>
        <pc:spChg chg="add mod">
          <ac:chgData name="Hironari Yamada" userId="e57621f8-ec3c-449e-bb19-001fffcc008e" providerId="ADAL" clId="{BC0BD879-F267-5CCA-8DEA-E3B2DD07DA4E}" dt="2026-06-01T04:47:14.180" v="1897"/>
          <ac:spMkLst>
            <pc:docMk/>
            <pc:sldMk cId="1186077149" sldId="268"/>
            <ac:spMk id="31" creationId="{185E03A3-15F1-FAFE-9B25-FFCC4F302A55}"/>
          </ac:spMkLst>
        </pc:spChg>
        <pc:spChg chg="add mod">
          <ac:chgData name="Hironari Yamada" userId="e57621f8-ec3c-449e-bb19-001fffcc008e" providerId="ADAL" clId="{BC0BD879-F267-5CCA-8DEA-E3B2DD07DA4E}" dt="2026-06-01T04:47:14.180" v="1897"/>
          <ac:spMkLst>
            <pc:docMk/>
            <pc:sldMk cId="1186077149" sldId="268"/>
            <ac:spMk id="33" creationId="{39B4B542-2C63-DB66-AA18-15ED426FE575}"/>
          </ac:spMkLst>
        </pc:spChg>
        <pc:spChg chg="add mod">
          <ac:chgData name="Hironari Yamada" userId="e57621f8-ec3c-449e-bb19-001fffcc008e" providerId="ADAL" clId="{BC0BD879-F267-5CCA-8DEA-E3B2DD07DA4E}" dt="2026-06-01T04:47:14.180" v="1897"/>
          <ac:spMkLst>
            <pc:docMk/>
            <pc:sldMk cId="1186077149" sldId="268"/>
            <ac:spMk id="35" creationId="{2E561D57-C0B5-3A0D-E2FE-108E109DBB12}"/>
          </ac:spMkLst>
        </pc:spChg>
        <pc:spChg chg="add mod">
          <ac:chgData name="Hironari Yamada" userId="e57621f8-ec3c-449e-bb19-001fffcc008e" providerId="ADAL" clId="{BC0BD879-F267-5CCA-8DEA-E3B2DD07DA4E}" dt="2026-06-01T04:47:14.180" v="1897"/>
          <ac:spMkLst>
            <pc:docMk/>
            <pc:sldMk cId="1186077149" sldId="268"/>
            <ac:spMk id="41" creationId="{3560462F-78B8-0941-016E-C117AECF7A57}"/>
          </ac:spMkLst>
        </pc:spChg>
        <pc:picChg chg="del">
          <ac:chgData name="Hironari Yamada" userId="e57621f8-ec3c-449e-bb19-001fffcc008e" providerId="ADAL" clId="{BC0BD879-F267-5CCA-8DEA-E3B2DD07DA4E}" dt="2026-06-01T04:47:13.612" v="1896" actId="478"/>
          <ac:picMkLst>
            <pc:docMk/>
            <pc:sldMk cId="1186077149" sldId="268"/>
            <ac:picMk id="7" creationId="{00000000-0000-0000-0000-000000000000}"/>
          </ac:picMkLst>
        </pc:picChg>
      </pc:sldChg>
      <pc:sldChg chg="addSp delSp modSp mod">
        <pc:chgData name="Hironari Yamada" userId="e57621f8-ec3c-449e-bb19-001fffcc008e" providerId="ADAL" clId="{BC0BD879-F267-5CCA-8DEA-E3B2DD07DA4E}" dt="2026-06-01T05:12:27.278" v="2851" actId="478"/>
        <pc:sldMkLst>
          <pc:docMk/>
          <pc:sldMk cId="1186077149" sldId="269"/>
        </pc:sldMkLst>
        <pc:spChg chg="add del">
          <ac:chgData name="Hironari Yamada" userId="e57621f8-ec3c-449e-bb19-001fffcc008e" providerId="ADAL" clId="{BC0BD879-F267-5CCA-8DEA-E3B2DD07DA4E}" dt="2026-06-01T05:12:27.278" v="2851" actId="478"/>
          <ac:spMkLst>
            <pc:docMk/>
            <pc:sldMk cId="1186077149" sldId="269"/>
            <ac:spMk id="3" creationId="{353810B6-F56C-4055-8D9F-A6AB5312E898}"/>
          </ac:spMkLst>
        </pc:spChg>
        <pc:spChg chg="mod">
          <ac:chgData name="Hironari Yamada" userId="e57621f8-ec3c-449e-bb19-001fffcc008e" providerId="ADAL" clId="{BC0BD879-F267-5CCA-8DEA-E3B2DD07DA4E}" dt="2026-06-01T04:47:28.505" v="1906" actId="403"/>
          <ac:spMkLst>
            <pc:docMk/>
            <pc:sldMk cId="1186077149" sldId="269"/>
            <ac:spMk id="15" creationId="{9344D116-8F10-4A45-846A-2B055D36B174}"/>
          </ac:spMkLst>
        </pc:spChg>
        <pc:spChg chg="mod">
          <ac:chgData name="Hironari Yamada" userId="e57621f8-ec3c-449e-bb19-001fffcc008e" providerId="ADAL" clId="{BC0BD879-F267-5CCA-8DEA-E3B2DD07DA4E}" dt="2026-06-01T04:48:01.702" v="1962" actId="20577"/>
          <ac:spMkLst>
            <pc:docMk/>
            <pc:sldMk cId="1186077149" sldId="269"/>
            <ac:spMk id="21" creationId="{A761810A-2F8C-4D4D-A9BB-8B405925DBF5}"/>
          </ac:spMkLst>
        </pc:spChg>
        <pc:spChg chg="mod">
          <ac:chgData name="Hironari Yamada" userId="e57621f8-ec3c-449e-bb19-001fffcc008e" providerId="ADAL" clId="{BC0BD879-F267-5CCA-8DEA-E3B2DD07DA4E}" dt="2026-06-01T04:47:28.505" v="1906" actId="403"/>
          <ac:spMkLst>
            <pc:docMk/>
            <pc:sldMk cId="1186077149" sldId="269"/>
            <ac:spMk id="25" creationId="{49AE2F72-BEC1-49F5-85F6-FD101C22AF5A}"/>
          </ac:spMkLst>
        </pc:spChg>
        <pc:spChg chg="mod">
          <ac:chgData name="Hironari Yamada" userId="e57621f8-ec3c-449e-bb19-001fffcc008e" providerId="ADAL" clId="{BC0BD879-F267-5CCA-8DEA-E3B2DD07DA4E}" dt="2026-06-01T04:47:28.505" v="1906" actId="403"/>
          <ac:spMkLst>
            <pc:docMk/>
            <pc:sldMk cId="1186077149" sldId="269"/>
            <ac:spMk id="26" creationId="{8467E1EF-978F-488E-8E5E-894FB766EA2E}"/>
          </ac:spMkLst>
        </pc:spChg>
        <pc:spChg chg="mod">
          <ac:chgData name="Hironari Yamada" userId="e57621f8-ec3c-449e-bb19-001fffcc008e" providerId="ADAL" clId="{BC0BD879-F267-5CCA-8DEA-E3B2DD07DA4E}" dt="2026-06-01T04:47:51.412" v="1930" actId="20577"/>
          <ac:spMkLst>
            <pc:docMk/>
            <pc:sldMk cId="1186077149" sldId="269"/>
            <ac:spMk id="27" creationId="{95D99DE0-1908-4669-AA5D-960FE0720710}"/>
          </ac:spMkLst>
        </pc:spChg>
        <pc:spChg chg="mod">
          <ac:chgData name="Hironari Yamada" userId="e57621f8-ec3c-449e-bb19-001fffcc008e" providerId="ADAL" clId="{BC0BD879-F267-5CCA-8DEA-E3B2DD07DA4E}" dt="2026-06-01T04:47:28.505" v="1906" actId="403"/>
          <ac:spMkLst>
            <pc:docMk/>
            <pc:sldMk cId="1186077149" sldId="269"/>
            <ac:spMk id="31" creationId="{9DB601D5-958B-42A6-A6B8-2CE81199DCE9}"/>
          </ac:spMkLst>
        </pc:spChg>
        <pc:spChg chg="mod">
          <ac:chgData name="Hironari Yamada" userId="e57621f8-ec3c-449e-bb19-001fffcc008e" providerId="ADAL" clId="{BC0BD879-F267-5CCA-8DEA-E3B2DD07DA4E}" dt="2026-06-01T04:47:28.505" v="1906" actId="403"/>
          <ac:spMkLst>
            <pc:docMk/>
            <pc:sldMk cId="1186077149" sldId="269"/>
            <ac:spMk id="32" creationId="{1BEAD71A-4025-49E2-97CC-D5D1FAF274DD}"/>
          </ac:spMkLst>
        </pc:spChg>
        <pc:spChg chg="mod">
          <ac:chgData name="Hironari Yamada" userId="e57621f8-ec3c-449e-bb19-001fffcc008e" providerId="ADAL" clId="{BC0BD879-F267-5CCA-8DEA-E3B2DD07DA4E}" dt="2026-06-01T04:48:09.145" v="1986" actId="20577"/>
          <ac:spMkLst>
            <pc:docMk/>
            <pc:sldMk cId="1186077149" sldId="269"/>
            <ac:spMk id="33" creationId="{CB9A3F35-5242-49B4-88F3-A458ABFCC691}"/>
          </ac:spMkLst>
        </pc:spChg>
        <pc:spChg chg="mod">
          <ac:chgData name="Hironari Yamada" userId="e57621f8-ec3c-449e-bb19-001fffcc008e" providerId="ADAL" clId="{BC0BD879-F267-5CCA-8DEA-E3B2DD07DA4E}" dt="2026-06-01T04:47:28.505" v="1906" actId="403"/>
          <ac:spMkLst>
            <pc:docMk/>
            <pc:sldMk cId="1186077149" sldId="269"/>
            <ac:spMk id="35" creationId="{F52EB7AC-061A-40A7-96B8-24530DAE34D1}"/>
          </ac:spMkLst>
        </pc:spChg>
        <pc:spChg chg="mod">
          <ac:chgData name="Hironari Yamada" userId="e57621f8-ec3c-449e-bb19-001fffcc008e" providerId="ADAL" clId="{BC0BD879-F267-5CCA-8DEA-E3B2DD07DA4E}" dt="2026-06-01T04:47:26.464" v="1905" actId="403"/>
          <ac:spMkLst>
            <pc:docMk/>
            <pc:sldMk cId="1186077149" sldId="269"/>
            <ac:spMk id="38" creationId="{F1BDCA45-6CA9-47C8-9EEF-80626F5A6B88}"/>
          </ac:spMkLst>
        </pc:spChg>
        <pc:spChg chg="mod">
          <ac:chgData name="Hironari Yamada" userId="e57621f8-ec3c-449e-bb19-001fffcc008e" providerId="ADAL" clId="{BC0BD879-F267-5CCA-8DEA-E3B2DD07DA4E}" dt="2026-06-01T04:47:28.505" v="1906" actId="403"/>
          <ac:spMkLst>
            <pc:docMk/>
            <pc:sldMk cId="1186077149" sldId="269"/>
            <ac:spMk id="39" creationId="{975C7936-9E55-4FCF-BC16-00A342366BC7}"/>
          </ac:spMkLst>
        </pc:spChg>
        <pc:spChg chg="mod">
          <ac:chgData name="Hironari Yamada" userId="e57621f8-ec3c-449e-bb19-001fffcc008e" providerId="ADAL" clId="{BC0BD879-F267-5CCA-8DEA-E3B2DD07DA4E}" dt="2026-06-01T04:47:28.505" v="1906" actId="403"/>
          <ac:spMkLst>
            <pc:docMk/>
            <pc:sldMk cId="1186077149" sldId="269"/>
            <ac:spMk id="42" creationId="{1DBFEDEE-B398-4DF9-9048-2F8A8BEBB25A}"/>
          </ac:spMkLst>
        </pc:spChg>
        <pc:spChg chg="mod">
          <ac:chgData name="Hironari Yamada" userId="e57621f8-ec3c-449e-bb19-001fffcc008e" providerId="ADAL" clId="{BC0BD879-F267-5CCA-8DEA-E3B2DD07DA4E}" dt="2026-06-01T04:47:28.505" v="1906" actId="403"/>
          <ac:spMkLst>
            <pc:docMk/>
            <pc:sldMk cId="1186077149" sldId="269"/>
            <ac:spMk id="46" creationId="{B783B976-DA63-4D9A-82EA-797B322D44B1}"/>
          </ac:spMkLst>
        </pc:spChg>
        <pc:spChg chg="add del">
          <ac:chgData name="Hironari Yamada" userId="e57621f8-ec3c-449e-bb19-001fffcc008e" providerId="ADAL" clId="{BC0BD879-F267-5CCA-8DEA-E3B2DD07DA4E}" dt="2026-06-01T05:12:27.278" v="2851" actId="478"/>
          <ac:spMkLst>
            <pc:docMk/>
            <pc:sldMk cId="1186077149" sldId="269"/>
            <ac:spMk id="48" creationId="{5A09ECE5-12AF-4BF5-B81E-56BCA3639459}"/>
          </ac:spMkLst>
        </pc:spChg>
      </pc:sldChg>
      <pc:sldChg chg="addSp delSp modSp mod">
        <pc:chgData name="Hironari Yamada" userId="e57621f8-ec3c-449e-bb19-001fffcc008e" providerId="ADAL" clId="{BC0BD879-F267-5CCA-8DEA-E3B2DD07DA4E}" dt="2026-06-01T05:12:34.160" v="2853" actId="478"/>
        <pc:sldMkLst>
          <pc:docMk/>
          <pc:sldMk cId="1186077149" sldId="270"/>
        </pc:sldMkLst>
        <pc:spChg chg="add del">
          <ac:chgData name="Hironari Yamada" userId="e57621f8-ec3c-449e-bb19-001fffcc008e" providerId="ADAL" clId="{BC0BD879-F267-5CCA-8DEA-E3B2DD07DA4E}" dt="2026-06-01T05:12:31.060" v="2852" actId="478"/>
          <ac:spMkLst>
            <pc:docMk/>
            <pc:sldMk cId="1186077149" sldId="270"/>
            <ac:spMk id="3" creationId="{5A77844F-0647-47E3-B1F5-A888DC96CC3A}"/>
          </ac:spMkLst>
        </pc:spChg>
        <pc:spChg chg="mod">
          <ac:chgData name="Hironari Yamada" userId="e57621f8-ec3c-449e-bb19-001fffcc008e" providerId="ADAL" clId="{BC0BD879-F267-5CCA-8DEA-E3B2DD07DA4E}" dt="2026-06-01T04:58:45.469" v="2311" actId="1076"/>
          <ac:spMkLst>
            <pc:docMk/>
            <pc:sldMk cId="1186077149" sldId="270"/>
            <ac:spMk id="6" creationId="{498F44A6-A71B-4E94-8DE4-26C07ABA5459}"/>
          </ac:spMkLst>
        </pc:spChg>
        <pc:spChg chg="add del">
          <ac:chgData name="Hironari Yamada" userId="e57621f8-ec3c-449e-bb19-001fffcc008e" providerId="ADAL" clId="{BC0BD879-F267-5CCA-8DEA-E3B2DD07DA4E}" dt="2026-06-01T05:12:34.160" v="2853" actId="478"/>
          <ac:spMkLst>
            <pc:docMk/>
            <pc:sldMk cId="1186077149" sldId="270"/>
            <ac:spMk id="8" creationId="{1D3D666E-0FA2-4EF3-922F-03D4856B9363}"/>
          </ac:spMkLst>
        </pc:spChg>
        <pc:spChg chg="add mod">
          <ac:chgData name="Hironari Yamada" userId="e57621f8-ec3c-449e-bb19-001fffcc008e" providerId="ADAL" clId="{BC0BD879-F267-5CCA-8DEA-E3B2DD07DA4E}" dt="2026-06-01T04:48:40.344" v="1988"/>
          <ac:spMkLst>
            <pc:docMk/>
            <pc:sldMk cId="1186077149" sldId="270"/>
            <ac:spMk id="10" creationId="{BEB9D790-5943-BBBE-AB26-5A56961D9948}"/>
          </ac:spMkLst>
        </pc:spChg>
        <pc:spChg chg="add mod">
          <ac:chgData name="Hironari Yamada" userId="e57621f8-ec3c-449e-bb19-001fffcc008e" providerId="ADAL" clId="{BC0BD879-F267-5CCA-8DEA-E3B2DD07DA4E}" dt="2026-06-01T04:48:40.344" v="1988"/>
          <ac:spMkLst>
            <pc:docMk/>
            <pc:sldMk cId="1186077149" sldId="270"/>
            <ac:spMk id="11" creationId="{E3C1F6FF-71B0-C6E3-4986-B904615451ED}"/>
          </ac:spMkLst>
        </pc:spChg>
        <pc:spChg chg="add mod">
          <ac:chgData name="Hironari Yamada" userId="e57621f8-ec3c-449e-bb19-001fffcc008e" providerId="ADAL" clId="{BC0BD879-F267-5CCA-8DEA-E3B2DD07DA4E}" dt="2026-06-01T04:48:40.344" v="1988"/>
          <ac:spMkLst>
            <pc:docMk/>
            <pc:sldMk cId="1186077149" sldId="270"/>
            <ac:spMk id="12" creationId="{8788DA75-8106-BBAB-8C66-C944F7682752}"/>
          </ac:spMkLst>
        </pc:spChg>
        <pc:spChg chg="add mod">
          <ac:chgData name="Hironari Yamada" userId="e57621f8-ec3c-449e-bb19-001fffcc008e" providerId="ADAL" clId="{BC0BD879-F267-5CCA-8DEA-E3B2DD07DA4E}" dt="2026-06-01T04:48:48.071" v="2022" actId="20577"/>
          <ac:spMkLst>
            <pc:docMk/>
            <pc:sldMk cId="1186077149" sldId="270"/>
            <ac:spMk id="15" creationId="{B4AB0497-9C7B-1E85-BCBD-A3EE7141D49F}"/>
          </ac:spMkLst>
        </pc:spChg>
        <pc:spChg chg="add mod">
          <ac:chgData name="Hironari Yamada" userId="e57621f8-ec3c-449e-bb19-001fffcc008e" providerId="ADAL" clId="{BC0BD879-F267-5CCA-8DEA-E3B2DD07DA4E}" dt="2026-06-01T04:49:00.985" v="2095" actId="20577"/>
          <ac:spMkLst>
            <pc:docMk/>
            <pc:sldMk cId="1186077149" sldId="270"/>
            <ac:spMk id="16" creationId="{93ACF80E-A6DC-1AA9-69E4-0D68CF824787}"/>
          </ac:spMkLst>
        </pc:spChg>
        <pc:spChg chg="add mod">
          <ac:chgData name="Hironari Yamada" userId="e57621f8-ec3c-449e-bb19-001fffcc008e" providerId="ADAL" clId="{BC0BD879-F267-5CCA-8DEA-E3B2DD07DA4E}" dt="2026-06-01T04:57:18.356" v="2145" actId="20577"/>
          <ac:spMkLst>
            <pc:docMk/>
            <pc:sldMk cId="1186077149" sldId="270"/>
            <ac:spMk id="17" creationId="{7C8675B4-2F13-A04D-58C8-EB896E09F69B}"/>
          </ac:spMkLst>
        </pc:spChg>
        <pc:spChg chg="add mod">
          <ac:chgData name="Hironari Yamada" userId="e57621f8-ec3c-449e-bb19-001fffcc008e" providerId="ADAL" clId="{BC0BD879-F267-5CCA-8DEA-E3B2DD07DA4E}" dt="2026-06-01T04:59:15.895" v="2378" actId="20577"/>
          <ac:spMkLst>
            <pc:docMk/>
            <pc:sldMk cId="1186077149" sldId="270"/>
            <ac:spMk id="18" creationId="{A65BF799-6F3F-0E4A-85E3-4991D446974E}"/>
          </ac:spMkLst>
        </pc:spChg>
        <pc:spChg chg="add mod">
          <ac:chgData name="Hironari Yamada" userId="e57621f8-ec3c-449e-bb19-001fffcc008e" providerId="ADAL" clId="{BC0BD879-F267-5CCA-8DEA-E3B2DD07DA4E}" dt="2026-06-01T04:57:26.230" v="2150" actId="20577"/>
          <ac:spMkLst>
            <pc:docMk/>
            <pc:sldMk cId="1186077149" sldId="270"/>
            <ac:spMk id="19" creationId="{1A2340B2-79E1-DD74-4AD9-643B1B636692}"/>
          </ac:spMkLst>
        </pc:spChg>
        <pc:spChg chg="add mod">
          <ac:chgData name="Hironari Yamada" userId="e57621f8-ec3c-449e-bb19-001fffcc008e" providerId="ADAL" clId="{BC0BD879-F267-5CCA-8DEA-E3B2DD07DA4E}" dt="2026-06-01T04:58:01.765" v="2302" actId="20577"/>
          <ac:spMkLst>
            <pc:docMk/>
            <pc:sldMk cId="1186077149" sldId="270"/>
            <ac:spMk id="20" creationId="{0274B638-34E1-42C3-13FE-5F88765501BA}"/>
          </ac:spMkLst>
        </pc:spChg>
        <pc:spChg chg="mod">
          <ac:chgData name="Hironari Yamada" userId="e57621f8-ec3c-449e-bb19-001fffcc008e" providerId="ADAL" clId="{BC0BD879-F267-5CCA-8DEA-E3B2DD07DA4E}" dt="2026-06-01T04:59:37.182" v="2388" actId="20577"/>
          <ac:spMkLst>
            <pc:docMk/>
            <pc:sldMk cId="1186077149" sldId="270"/>
            <ac:spMk id="25" creationId="{0CE4F7AE-1E02-1AFD-C27C-9EA7F869346F}"/>
          </ac:spMkLst>
        </pc:spChg>
        <pc:spChg chg="add mod">
          <ac:chgData name="Hironari Yamada" userId="e57621f8-ec3c-449e-bb19-001fffcc008e" providerId="ADAL" clId="{BC0BD879-F267-5CCA-8DEA-E3B2DD07DA4E}" dt="2026-06-01T04:59:56.334" v="2482" actId="20577"/>
          <ac:spMkLst>
            <pc:docMk/>
            <pc:sldMk cId="1186077149" sldId="270"/>
            <ac:spMk id="26" creationId="{97138248-00E8-EAC2-369F-5CCEFDE4A15D}"/>
          </ac:spMkLst>
        </pc:spChg>
        <pc:spChg chg="mod">
          <ac:chgData name="Hironari Yamada" userId="e57621f8-ec3c-449e-bb19-001fffcc008e" providerId="ADAL" clId="{BC0BD879-F267-5CCA-8DEA-E3B2DD07DA4E}" dt="2026-06-01T05:00:10.154" v="2501" actId="20577"/>
          <ac:spMkLst>
            <pc:docMk/>
            <pc:sldMk cId="1186077149" sldId="270"/>
            <ac:spMk id="27" creationId="{E3A2EA60-EFE0-B7BB-52B6-31AEC0A5ADB7}"/>
          </ac:spMkLst>
        </pc:spChg>
        <pc:spChg chg="mod">
          <ac:chgData name="Hironari Yamada" userId="e57621f8-ec3c-449e-bb19-001fffcc008e" providerId="ADAL" clId="{BC0BD879-F267-5CCA-8DEA-E3B2DD07DA4E}" dt="2026-06-01T05:00:28.528" v="2590" actId="20577"/>
          <ac:spMkLst>
            <pc:docMk/>
            <pc:sldMk cId="1186077149" sldId="270"/>
            <ac:spMk id="28" creationId="{FB004D8C-8456-6259-04A9-BBD85554D6D2}"/>
          </ac:spMkLst>
        </pc:spChg>
        <pc:picChg chg="del">
          <ac:chgData name="Hironari Yamada" userId="e57621f8-ec3c-449e-bb19-001fffcc008e" providerId="ADAL" clId="{BC0BD879-F267-5CCA-8DEA-E3B2DD07DA4E}" dt="2026-06-01T04:48:24.865" v="1987" actId="478"/>
          <ac:picMkLst>
            <pc:docMk/>
            <pc:sldMk cId="1186077149" sldId="270"/>
            <ac:picMk id="7" creationId="{00000000-0000-0000-0000-000000000000}"/>
          </ac:picMkLst>
        </pc:picChg>
        <pc:picChg chg="mod">
          <ac:chgData name="Hironari Yamada" userId="e57621f8-ec3c-449e-bb19-001fffcc008e" providerId="ADAL" clId="{BC0BD879-F267-5CCA-8DEA-E3B2DD07DA4E}" dt="2026-06-01T04:59:23.454" v="2379" actId="1076"/>
          <ac:picMkLst>
            <pc:docMk/>
            <pc:sldMk cId="1186077149" sldId="270"/>
            <ac:picMk id="29" creationId="{C6C812D8-450A-366B-3A77-27DFAE80B9EC}"/>
          </ac:picMkLst>
        </pc:picChg>
        <pc:picChg chg="del">
          <ac:chgData name="Hironari Yamada" userId="e57621f8-ec3c-449e-bb19-001fffcc008e" providerId="ADAL" clId="{BC0BD879-F267-5CCA-8DEA-E3B2DD07DA4E}" dt="2026-06-01T04:58:04.247" v="2303" actId="478"/>
          <ac:picMkLst>
            <pc:docMk/>
            <pc:sldMk cId="1186077149" sldId="270"/>
            <ac:picMk id="30" creationId="{5578E7CF-C9DC-87A6-CA0B-54778A138524}"/>
          </ac:picMkLst>
        </pc:picChg>
        <pc:picChg chg="del">
          <ac:chgData name="Hironari Yamada" userId="e57621f8-ec3c-449e-bb19-001fffcc008e" providerId="ADAL" clId="{BC0BD879-F267-5CCA-8DEA-E3B2DD07DA4E}" dt="2026-06-01T04:59:59.372" v="2483" actId="478"/>
          <ac:picMkLst>
            <pc:docMk/>
            <pc:sldMk cId="1186077149" sldId="270"/>
            <ac:picMk id="31" creationId="{C63E3D69-1A2C-C26B-D5FE-6D1704D39062}"/>
          </ac:picMkLst>
        </pc:picChg>
        <pc:picChg chg="del">
          <ac:chgData name="Hironari Yamada" userId="e57621f8-ec3c-449e-bb19-001fffcc008e" providerId="ADAL" clId="{BC0BD879-F267-5CCA-8DEA-E3B2DD07DA4E}" dt="2026-06-01T04:59:59.372" v="2483" actId="478"/>
          <ac:picMkLst>
            <pc:docMk/>
            <pc:sldMk cId="1186077149" sldId="270"/>
            <ac:picMk id="32" creationId="{DB59598B-EA7A-66E2-5BA1-9001CE653421}"/>
          </ac:picMkLst>
        </pc:picChg>
        <pc:picChg chg="del">
          <ac:chgData name="Hironari Yamada" userId="e57621f8-ec3c-449e-bb19-001fffcc008e" providerId="ADAL" clId="{BC0BD879-F267-5CCA-8DEA-E3B2DD07DA4E}" dt="2026-06-01T05:00:13.110" v="2502" actId="478"/>
          <ac:picMkLst>
            <pc:docMk/>
            <pc:sldMk cId="1186077149" sldId="270"/>
            <ac:picMk id="33" creationId="{DD00108B-FFC2-FDE4-0686-3EA30E8FC1FE}"/>
          </ac:picMkLst>
        </pc:picChg>
        <pc:picChg chg="add mod">
          <ac:chgData name="Hironari Yamada" userId="e57621f8-ec3c-449e-bb19-001fffcc008e" providerId="ADAL" clId="{BC0BD879-F267-5CCA-8DEA-E3B2DD07DA4E}" dt="2026-06-01T04:50:38.407" v="2134" actId="1076"/>
          <ac:picMkLst>
            <pc:docMk/>
            <pc:sldMk cId="1186077149" sldId="270"/>
            <ac:picMk id="35" creationId="{DCE4E5DF-67C4-87F2-9E03-DE2A0554078C}"/>
          </ac:picMkLst>
        </pc:picChg>
        <pc:picChg chg="add mod">
          <ac:chgData name="Hironari Yamada" userId="e57621f8-ec3c-449e-bb19-001fffcc008e" providerId="ADAL" clId="{BC0BD879-F267-5CCA-8DEA-E3B2DD07DA4E}" dt="2026-06-01T04:58:36.285" v="2307" actId="1076"/>
          <ac:picMkLst>
            <pc:docMk/>
            <pc:sldMk cId="1186077149" sldId="270"/>
            <ac:picMk id="36" creationId="{2FA9FCB5-68E7-3BAC-F3B3-429F8E2C4B67}"/>
          </ac:picMkLst>
        </pc:picChg>
        <pc:picChg chg="add mod">
          <ac:chgData name="Hironari Yamada" userId="e57621f8-ec3c-449e-bb19-001fffcc008e" providerId="ADAL" clId="{BC0BD879-F267-5CCA-8DEA-E3B2DD07DA4E}" dt="2026-06-01T04:58:41.652" v="2309" actId="1076"/>
          <ac:picMkLst>
            <pc:docMk/>
            <pc:sldMk cId="1186077149" sldId="270"/>
            <ac:picMk id="37" creationId="{E3895A60-1ACD-F49F-D113-2F6B949FA001}"/>
          </ac:picMkLst>
        </pc:picChg>
        <pc:picChg chg="add mod">
          <ac:chgData name="Hironari Yamada" userId="e57621f8-ec3c-449e-bb19-001fffcc008e" providerId="ADAL" clId="{BC0BD879-F267-5CCA-8DEA-E3B2DD07DA4E}" dt="2026-06-01T04:58:51.132" v="2312" actId="1076"/>
          <ac:picMkLst>
            <pc:docMk/>
            <pc:sldMk cId="1186077149" sldId="270"/>
            <ac:picMk id="38" creationId="{A80B6743-DB90-1C78-14C8-0375DC01BE39}"/>
          </ac:picMkLst>
        </pc:picChg>
        <pc:picChg chg="add mod">
          <ac:chgData name="Hironari Yamada" userId="e57621f8-ec3c-449e-bb19-001fffcc008e" providerId="ADAL" clId="{BC0BD879-F267-5CCA-8DEA-E3B2DD07DA4E}" dt="2026-06-01T04:59:30.519" v="2383" actId="1076"/>
          <ac:picMkLst>
            <pc:docMk/>
            <pc:sldMk cId="1186077149" sldId="270"/>
            <ac:picMk id="39" creationId="{365159DD-C19D-C99F-31B8-0848DB2B1E34}"/>
          </ac:picMkLst>
        </pc:picChg>
      </pc:sldChg>
      <pc:sldChg chg="addSp delSp modSp mod">
        <pc:chgData name="Hironari Yamada" userId="e57621f8-ec3c-449e-bb19-001fffcc008e" providerId="ADAL" clId="{BC0BD879-F267-5CCA-8DEA-E3B2DD07DA4E}" dt="2026-06-01T05:02:22.814" v="2741" actId="20577"/>
        <pc:sldMkLst>
          <pc:docMk/>
          <pc:sldMk cId="1186077149" sldId="271"/>
        </pc:sldMkLst>
        <pc:spChg chg="del">
          <ac:chgData name="Hironari Yamada" userId="e57621f8-ec3c-449e-bb19-001fffcc008e" providerId="ADAL" clId="{BC0BD879-F267-5CCA-8DEA-E3B2DD07DA4E}" dt="2026-06-01T05:02:05.790" v="2664" actId="478"/>
          <ac:spMkLst>
            <pc:docMk/>
            <pc:sldMk cId="1186077149" sldId="271"/>
            <ac:spMk id="3" creationId="{D85EA643-2FEF-4851-93F6-E3C0A62DBF27}"/>
          </ac:spMkLst>
        </pc:spChg>
        <pc:spChg chg="mod">
          <ac:chgData name="Hironari Yamada" userId="e57621f8-ec3c-449e-bb19-001fffcc008e" providerId="ADAL" clId="{BC0BD879-F267-5CCA-8DEA-E3B2DD07DA4E}" dt="2026-06-01T05:00:53.427" v="2593" actId="403"/>
          <ac:spMkLst>
            <pc:docMk/>
            <pc:sldMk cId="1186077149" sldId="271"/>
            <ac:spMk id="6" creationId="{C72C93D0-EA08-4AA8-AFA2-3A98876F3B70}"/>
          </ac:spMkLst>
        </pc:spChg>
        <pc:spChg chg="mod">
          <ac:chgData name="Hironari Yamada" userId="e57621f8-ec3c-449e-bb19-001fffcc008e" providerId="ADAL" clId="{BC0BD879-F267-5CCA-8DEA-E3B2DD07DA4E}" dt="2026-06-01T05:00:53.427" v="2593" actId="403"/>
          <ac:spMkLst>
            <pc:docMk/>
            <pc:sldMk cId="1186077149" sldId="271"/>
            <ac:spMk id="7" creationId="{1E215199-CA86-454B-A203-B2C0F0375D86}"/>
          </ac:spMkLst>
        </pc:spChg>
        <pc:spChg chg="mod">
          <ac:chgData name="Hironari Yamada" userId="e57621f8-ec3c-449e-bb19-001fffcc008e" providerId="ADAL" clId="{BC0BD879-F267-5CCA-8DEA-E3B2DD07DA4E}" dt="2026-06-01T05:00:56.927" v="2602" actId="20577"/>
          <ac:spMkLst>
            <pc:docMk/>
            <pc:sldMk cId="1186077149" sldId="271"/>
            <ac:spMk id="8" creationId="{308AFF01-5E40-4741-A485-9B94431EDD0E}"/>
          </ac:spMkLst>
        </pc:spChg>
        <pc:spChg chg="mod">
          <ac:chgData name="Hironari Yamada" userId="e57621f8-ec3c-449e-bb19-001fffcc008e" providerId="ADAL" clId="{BC0BD879-F267-5CCA-8DEA-E3B2DD07DA4E}" dt="2026-06-01T05:00:53.427" v="2593" actId="403"/>
          <ac:spMkLst>
            <pc:docMk/>
            <pc:sldMk cId="1186077149" sldId="271"/>
            <ac:spMk id="9" creationId="{595A95CD-5C3C-4C25-999E-EE274F560D4E}"/>
          </ac:spMkLst>
        </pc:spChg>
        <pc:spChg chg="mod">
          <ac:chgData name="Hironari Yamada" userId="e57621f8-ec3c-449e-bb19-001fffcc008e" providerId="ADAL" clId="{BC0BD879-F267-5CCA-8DEA-E3B2DD07DA4E}" dt="2026-06-01T05:00:53.427" v="2593" actId="403"/>
          <ac:spMkLst>
            <pc:docMk/>
            <pc:sldMk cId="1186077149" sldId="271"/>
            <ac:spMk id="10" creationId="{949A56C4-AE95-47B9-97A4-9C2EDED80F71}"/>
          </ac:spMkLst>
        </pc:spChg>
        <pc:spChg chg="mod">
          <ac:chgData name="Hironari Yamada" userId="e57621f8-ec3c-449e-bb19-001fffcc008e" providerId="ADAL" clId="{BC0BD879-F267-5CCA-8DEA-E3B2DD07DA4E}" dt="2026-06-01T05:02:00.250" v="2663" actId="1076"/>
          <ac:spMkLst>
            <pc:docMk/>
            <pc:sldMk cId="1186077149" sldId="271"/>
            <ac:spMk id="11" creationId="{283EE61A-651D-4EAD-BE8A-534116797DE2}"/>
          </ac:spMkLst>
        </pc:spChg>
        <pc:spChg chg="mod">
          <ac:chgData name="Hironari Yamada" userId="e57621f8-ec3c-449e-bb19-001fffcc008e" providerId="ADAL" clId="{BC0BD879-F267-5CCA-8DEA-E3B2DD07DA4E}" dt="2026-06-01T05:02:00.250" v="2663" actId="1076"/>
          <ac:spMkLst>
            <pc:docMk/>
            <pc:sldMk cId="1186077149" sldId="271"/>
            <ac:spMk id="13" creationId="{0601F41D-4B29-4E0A-B5B5-1A8C2F8A9B33}"/>
          </ac:spMkLst>
        </pc:spChg>
        <pc:spChg chg="del">
          <ac:chgData name="Hironari Yamada" userId="e57621f8-ec3c-449e-bb19-001fffcc008e" providerId="ADAL" clId="{BC0BD879-F267-5CCA-8DEA-E3B2DD07DA4E}" dt="2026-06-01T05:02:05.790" v="2664" actId="478"/>
          <ac:spMkLst>
            <pc:docMk/>
            <pc:sldMk cId="1186077149" sldId="271"/>
            <ac:spMk id="14" creationId="{78C3A063-FF6B-431C-9713-C36A633D6F5D}"/>
          </ac:spMkLst>
        </pc:spChg>
        <pc:spChg chg="add mod">
          <ac:chgData name="Hironari Yamada" userId="e57621f8-ec3c-449e-bb19-001fffcc008e" providerId="ADAL" clId="{BC0BD879-F267-5CCA-8DEA-E3B2DD07DA4E}" dt="2026-06-01T05:02:22.814" v="2741" actId="20577"/>
          <ac:spMkLst>
            <pc:docMk/>
            <pc:sldMk cId="1186077149" sldId="271"/>
            <ac:spMk id="16" creationId="{26D20E76-AF1C-9A38-8403-259900AF6F01}"/>
          </ac:spMkLst>
        </pc:spChg>
        <pc:picChg chg="mod">
          <ac:chgData name="Hironari Yamada" userId="e57621f8-ec3c-449e-bb19-001fffcc008e" providerId="ADAL" clId="{BC0BD879-F267-5CCA-8DEA-E3B2DD07DA4E}" dt="2026-06-01T05:02:00.250" v="2663" actId="1076"/>
          <ac:picMkLst>
            <pc:docMk/>
            <pc:sldMk cId="1186077149" sldId="271"/>
            <ac:picMk id="12" creationId="{00000000-0000-0000-0000-000000000000}"/>
          </ac:picMkLst>
        </pc:picChg>
      </pc:sldChg>
      <pc:sldChg chg="addSp delSp modSp mod">
        <pc:chgData name="Hironari Yamada" userId="e57621f8-ec3c-449e-bb19-001fffcc008e" providerId="ADAL" clId="{BC0BD879-F267-5CCA-8DEA-E3B2DD07DA4E}" dt="2026-06-01T05:13:35.970" v="2880" actId="20577"/>
        <pc:sldMkLst>
          <pc:docMk/>
          <pc:sldMk cId="1186077149" sldId="272"/>
        </pc:sldMkLst>
        <pc:spChg chg="add del">
          <ac:chgData name="Hironari Yamada" userId="e57621f8-ec3c-449e-bb19-001fffcc008e" providerId="ADAL" clId="{BC0BD879-F267-5CCA-8DEA-E3B2DD07DA4E}" dt="2026-06-01T05:12:43.783" v="2854" actId="478"/>
          <ac:spMkLst>
            <pc:docMk/>
            <pc:sldMk cId="1186077149" sldId="272"/>
            <ac:spMk id="3" creationId="{06BE9B69-387C-4C18-9701-43B5A049B428}"/>
          </ac:spMkLst>
        </pc:spChg>
        <pc:spChg chg="mod">
          <ac:chgData name="Hironari Yamada" userId="e57621f8-ec3c-449e-bb19-001fffcc008e" providerId="ADAL" clId="{BC0BD879-F267-5CCA-8DEA-E3B2DD07DA4E}" dt="2026-06-01T05:13:29.476" v="2867" actId="14100"/>
          <ac:spMkLst>
            <pc:docMk/>
            <pc:sldMk cId="1186077149" sldId="272"/>
            <ac:spMk id="5" creationId="{CD9AB093-A099-48EB-A117-0B416510E66A}"/>
          </ac:spMkLst>
        </pc:spChg>
        <pc:spChg chg="del">
          <ac:chgData name="Hironari Yamada" userId="e57621f8-ec3c-449e-bb19-001fffcc008e" providerId="ADAL" clId="{BC0BD879-F267-5CCA-8DEA-E3B2DD07DA4E}" dt="2026-06-01T05:02:54.331" v="2743" actId="478"/>
          <ac:spMkLst>
            <pc:docMk/>
            <pc:sldMk cId="1186077149" sldId="272"/>
            <ac:spMk id="6" creationId="{5EE44B11-F16C-4881-BF39-6F7565BA1C9B}"/>
          </ac:spMkLst>
        </pc:spChg>
        <pc:spChg chg="mod">
          <ac:chgData name="Hironari Yamada" userId="e57621f8-ec3c-449e-bb19-001fffcc008e" providerId="ADAL" clId="{BC0BD879-F267-5CCA-8DEA-E3B2DD07DA4E}" dt="2026-06-01T05:02:58.784" v="2744" actId="14100"/>
          <ac:spMkLst>
            <pc:docMk/>
            <pc:sldMk cId="1186077149" sldId="272"/>
            <ac:spMk id="7" creationId="{336A7796-7127-43CD-A8F3-16724DAE9F11}"/>
          </ac:spMkLst>
        </pc:spChg>
        <pc:spChg chg="mod">
          <ac:chgData name="Hironari Yamada" userId="e57621f8-ec3c-449e-bb19-001fffcc008e" providerId="ADAL" clId="{BC0BD879-F267-5CCA-8DEA-E3B2DD07DA4E}" dt="2026-06-01T05:02:49.540" v="2742" actId="1076"/>
          <ac:spMkLst>
            <pc:docMk/>
            <pc:sldMk cId="1186077149" sldId="272"/>
            <ac:spMk id="9" creationId="{B46FF994-9442-459F-8D38-013EBD5D91AA}"/>
          </ac:spMkLst>
        </pc:spChg>
        <pc:spChg chg="add del">
          <ac:chgData name="Hironari Yamada" userId="e57621f8-ec3c-449e-bb19-001fffcc008e" providerId="ADAL" clId="{BC0BD879-F267-5CCA-8DEA-E3B2DD07DA4E}" dt="2026-06-01T05:12:43.783" v="2854" actId="478"/>
          <ac:spMkLst>
            <pc:docMk/>
            <pc:sldMk cId="1186077149" sldId="272"/>
            <ac:spMk id="10" creationId="{ABC256E3-FC2F-43B7-A674-7E1887A04F22}"/>
          </ac:spMkLst>
        </pc:spChg>
        <pc:spChg chg="add del mod">
          <ac:chgData name="Hironari Yamada" userId="e57621f8-ec3c-449e-bb19-001fffcc008e" providerId="ADAL" clId="{BC0BD879-F267-5CCA-8DEA-E3B2DD07DA4E}" dt="2026-06-01T05:12:13.799" v="2848" actId="478"/>
          <ac:spMkLst>
            <pc:docMk/>
            <pc:sldMk cId="1186077149" sldId="272"/>
            <ac:spMk id="15" creationId="{6C0C607D-8624-9410-5E53-E9C770575369}"/>
          </ac:spMkLst>
        </pc:spChg>
        <pc:spChg chg="add del mod">
          <ac:chgData name="Hironari Yamada" userId="e57621f8-ec3c-449e-bb19-001fffcc008e" providerId="ADAL" clId="{BC0BD879-F267-5CCA-8DEA-E3B2DD07DA4E}" dt="2026-06-01T05:12:13.799" v="2848" actId="478"/>
          <ac:spMkLst>
            <pc:docMk/>
            <pc:sldMk cId="1186077149" sldId="272"/>
            <ac:spMk id="16" creationId="{3F098F2C-B283-D848-DF80-B7B897FF1895}"/>
          </ac:spMkLst>
        </pc:spChg>
        <pc:spChg chg="add del mod">
          <ac:chgData name="Hironari Yamada" userId="e57621f8-ec3c-449e-bb19-001fffcc008e" providerId="ADAL" clId="{BC0BD879-F267-5CCA-8DEA-E3B2DD07DA4E}" dt="2026-06-01T05:12:13.799" v="2848" actId="478"/>
          <ac:spMkLst>
            <pc:docMk/>
            <pc:sldMk cId="1186077149" sldId="272"/>
            <ac:spMk id="17" creationId="{E68BC299-C6BA-9535-E820-55746D1EA8E1}"/>
          </ac:spMkLst>
        </pc:spChg>
        <pc:spChg chg="add del mod">
          <ac:chgData name="Hironari Yamada" userId="e57621f8-ec3c-449e-bb19-001fffcc008e" providerId="ADAL" clId="{BC0BD879-F267-5CCA-8DEA-E3B2DD07DA4E}" dt="2026-06-01T05:12:13.799" v="2848" actId="478"/>
          <ac:spMkLst>
            <pc:docMk/>
            <pc:sldMk cId="1186077149" sldId="272"/>
            <ac:spMk id="18" creationId="{B7399C39-9470-13DA-33D0-5A6FDC8F66F1}"/>
          </ac:spMkLst>
        </pc:spChg>
        <pc:spChg chg="add mod">
          <ac:chgData name="Hironari Yamada" userId="e57621f8-ec3c-449e-bb19-001fffcc008e" providerId="ADAL" clId="{BC0BD879-F267-5CCA-8DEA-E3B2DD07DA4E}" dt="2026-06-01T05:13:21.147" v="2863" actId="14100"/>
          <ac:spMkLst>
            <pc:docMk/>
            <pc:sldMk cId="1186077149" sldId="272"/>
            <ac:spMk id="20" creationId="{9F991474-E19A-9EB6-4F88-E081B1A7D4DC}"/>
          </ac:spMkLst>
        </pc:spChg>
        <pc:spChg chg="add mod">
          <ac:chgData name="Hironari Yamada" userId="e57621f8-ec3c-449e-bb19-001fffcc008e" providerId="ADAL" clId="{BC0BD879-F267-5CCA-8DEA-E3B2DD07DA4E}" dt="2026-06-01T05:13:35.970" v="2880" actId="20577"/>
          <ac:spMkLst>
            <pc:docMk/>
            <pc:sldMk cId="1186077149" sldId="272"/>
            <ac:spMk id="21" creationId="{CFE5FFAF-B200-C84A-7F85-F03DD374B521}"/>
          </ac:spMkLst>
        </pc:spChg>
        <pc:picChg chg="add del mod">
          <ac:chgData name="Hironari Yamada" userId="e57621f8-ec3c-449e-bb19-001fffcc008e" providerId="ADAL" clId="{BC0BD879-F267-5CCA-8DEA-E3B2DD07DA4E}" dt="2026-06-01T05:12:48.917" v="2855" actId="478"/>
          <ac:picMkLst>
            <pc:docMk/>
            <pc:sldMk cId="1186077149" sldId="272"/>
            <ac:picMk id="8" creationId="{00000000-0000-0000-0000-000000000000}"/>
          </ac:picMkLst>
        </pc:picChg>
        <pc:picChg chg="add del mod">
          <ac:chgData name="Hironari Yamada" userId="e57621f8-ec3c-449e-bb19-001fffcc008e" providerId="ADAL" clId="{BC0BD879-F267-5CCA-8DEA-E3B2DD07DA4E}" dt="2026-06-01T05:06:27.675" v="2747" actId="478"/>
          <ac:picMkLst>
            <pc:docMk/>
            <pc:sldMk cId="1186077149" sldId="272"/>
            <ac:picMk id="13" creationId="{5511C7DD-17EE-078C-AFA4-60DC6211D76F}"/>
          </ac:picMkLst>
        </pc:picChg>
        <pc:picChg chg="add del mod">
          <ac:chgData name="Hironari Yamada" userId="e57621f8-ec3c-449e-bb19-001fffcc008e" providerId="ADAL" clId="{BC0BD879-F267-5CCA-8DEA-E3B2DD07DA4E}" dt="2026-06-01T05:12:13.799" v="2848" actId="478"/>
          <ac:picMkLst>
            <pc:docMk/>
            <pc:sldMk cId="1186077149" sldId="272"/>
            <ac:picMk id="14" creationId="{78EC4C13-54FA-2821-25FC-D67E17C3464A}"/>
          </ac:picMkLst>
        </pc:picChg>
        <pc:picChg chg="add mod">
          <ac:chgData name="Hironari Yamada" userId="e57621f8-ec3c-449e-bb19-001fffcc008e" providerId="ADAL" clId="{BC0BD879-F267-5CCA-8DEA-E3B2DD07DA4E}" dt="2026-06-01T05:13:14.280" v="2860" actId="1076"/>
          <ac:picMkLst>
            <pc:docMk/>
            <pc:sldMk cId="1186077149" sldId="272"/>
            <ac:picMk id="19" creationId="{EBBD5602-15AE-7B0C-4D8E-486753A78962}"/>
          </ac:picMkLst>
        </pc:picChg>
      </pc:sldChg>
      <pc:sldChg chg="addSp delSp modSp mod">
        <pc:chgData name="Hironari Yamada" userId="e57621f8-ec3c-449e-bb19-001fffcc008e" providerId="ADAL" clId="{BC0BD879-F267-5CCA-8DEA-E3B2DD07DA4E}" dt="2026-06-01T05:22:03.461" v="3458" actId="478"/>
        <pc:sldMkLst>
          <pc:docMk/>
          <pc:sldMk cId="1186077149" sldId="273"/>
        </pc:sldMkLst>
        <pc:spChg chg="del">
          <ac:chgData name="Hironari Yamada" userId="e57621f8-ec3c-449e-bb19-001fffcc008e" providerId="ADAL" clId="{BC0BD879-F267-5CCA-8DEA-E3B2DD07DA4E}" dt="2026-06-01T05:22:03.461" v="3458" actId="478"/>
          <ac:spMkLst>
            <pc:docMk/>
            <pc:sldMk cId="1186077149" sldId="273"/>
            <ac:spMk id="3" creationId="{89872A47-62F5-43FA-B267-235F9BFAADBC}"/>
          </ac:spMkLst>
        </pc:spChg>
        <pc:spChg chg="mod">
          <ac:chgData name="Hironari Yamada" userId="e57621f8-ec3c-449e-bb19-001fffcc008e" providerId="ADAL" clId="{BC0BD879-F267-5CCA-8DEA-E3B2DD07DA4E}" dt="2026-06-01T05:21:58.065" v="3457" actId="14100"/>
          <ac:spMkLst>
            <pc:docMk/>
            <pc:sldMk cId="1186077149" sldId="273"/>
            <ac:spMk id="5" creationId="{08425234-AC25-4894-AB2C-ED66DDE65E38}"/>
          </ac:spMkLst>
        </pc:spChg>
        <pc:spChg chg="mod">
          <ac:chgData name="Hironari Yamada" userId="e57621f8-ec3c-449e-bb19-001fffcc008e" providerId="ADAL" clId="{BC0BD879-F267-5CCA-8DEA-E3B2DD07DA4E}" dt="2026-06-01T05:21:41.199" v="3371" actId="403"/>
          <ac:spMkLst>
            <pc:docMk/>
            <pc:sldMk cId="1186077149" sldId="273"/>
            <ac:spMk id="6" creationId="{28740068-FAC4-4BD6-B0CC-354B50AC84FF}"/>
          </ac:spMkLst>
        </pc:spChg>
        <pc:spChg chg="mod">
          <ac:chgData name="Hironari Yamada" userId="e57621f8-ec3c-449e-bb19-001fffcc008e" providerId="ADAL" clId="{BC0BD879-F267-5CCA-8DEA-E3B2DD07DA4E}" dt="2026-06-01T05:21:41.199" v="3371" actId="403"/>
          <ac:spMkLst>
            <pc:docMk/>
            <pc:sldMk cId="1186077149" sldId="273"/>
            <ac:spMk id="7" creationId="{468543DF-0EF0-4D9F-A816-86D60A4B7AF8}"/>
          </ac:spMkLst>
        </pc:spChg>
        <pc:spChg chg="mod">
          <ac:chgData name="Hironari Yamada" userId="e57621f8-ec3c-449e-bb19-001fffcc008e" providerId="ADAL" clId="{BC0BD879-F267-5CCA-8DEA-E3B2DD07DA4E}" dt="2026-06-01T05:21:41.199" v="3371" actId="403"/>
          <ac:spMkLst>
            <pc:docMk/>
            <pc:sldMk cId="1186077149" sldId="273"/>
            <ac:spMk id="8" creationId="{4028EE55-779F-4024-A944-81A359D9A209}"/>
          </ac:spMkLst>
        </pc:spChg>
        <pc:spChg chg="mod">
          <ac:chgData name="Hironari Yamada" userId="e57621f8-ec3c-449e-bb19-001fffcc008e" providerId="ADAL" clId="{BC0BD879-F267-5CCA-8DEA-E3B2DD07DA4E}" dt="2026-06-01T05:21:41.199" v="3371" actId="403"/>
          <ac:spMkLst>
            <pc:docMk/>
            <pc:sldMk cId="1186077149" sldId="273"/>
            <ac:spMk id="9" creationId="{FC8C0686-FD62-4170-8800-E6CDE3BFF8A7}"/>
          </ac:spMkLst>
        </pc:spChg>
        <pc:spChg chg="mod">
          <ac:chgData name="Hironari Yamada" userId="e57621f8-ec3c-449e-bb19-001fffcc008e" providerId="ADAL" clId="{BC0BD879-F267-5CCA-8DEA-E3B2DD07DA4E}" dt="2026-06-01T05:21:41.199" v="3371" actId="403"/>
          <ac:spMkLst>
            <pc:docMk/>
            <pc:sldMk cId="1186077149" sldId="273"/>
            <ac:spMk id="10" creationId="{A98D067A-B3AF-4A45-BBE4-69362764DA0E}"/>
          </ac:spMkLst>
        </pc:spChg>
        <pc:spChg chg="add mod">
          <ac:chgData name="Hironari Yamada" userId="e57621f8-ec3c-449e-bb19-001fffcc008e" providerId="ADAL" clId="{BC0BD879-F267-5CCA-8DEA-E3B2DD07DA4E}" dt="2026-06-01T05:20:47.311" v="3236" actId="14100"/>
          <ac:spMkLst>
            <pc:docMk/>
            <pc:sldMk cId="1186077149" sldId="273"/>
            <ac:spMk id="16" creationId="{0216DE1E-143C-5964-29F1-78388C2B5099}"/>
          </ac:spMkLst>
        </pc:spChg>
        <pc:spChg chg="add mod">
          <ac:chgData name="Hironari Yamada" userId="e57621f8-ec3c-449e-bb19-001fffcc008e" providerId="ADAL" clId="{BC0BD879-F267-5CCA-8DEA-E3B2DD07DA4E}" dt="2026-06-01T05:21:21.696" v="3361" actId="20577"/>
          <ac:spMkLst>
            <pc:docMk/>
            <pc:sldMk cId="1186077149" sldId="273"/>
            <ac:spMk id="17" creationId="{D0C99BE1-226C-F43E-5D93-9B1FF78DA374}"/>
          </ac:spMkLst>
        </pc:spChg>
        <pc:spChg chg="add mod">
          <ac:chgData name="Hironari Yamada" userId="e57621f8-ec3c-449e-bb19-001fffcc008e" providerId="ADAL" clId="{BC0BD879-F267-5CCA-8DEA-E3B2DD07DA4E}" dt="2026-06-01T05:21:00.796" v="3240" actId="1076"/>
          <ac:spMkLst>
            <pc:docMk/>
            <pc:sldMk cId="1186077149" sldId="273"/>
            <ac:spMk id="18" creationId="{5C3B10DD-E679-AB47-FAE6-BE6478C281FC}"/>
          </ac:spMkLst>
        </pc:spChg>
        <pc:spChg chg="add mod">
          <ac:chgData name="Hironari Yamada" userId="e57621f8-ec3c-449e-bb19-001fffcc008e" providerId="ADAL" clId="{BC0BD879-F267-5CCA-8DEA-E3B2DD07DA4E}" dt="2026-06-01T05:21:29.430" v="3364" actId="14100"/>
          <ac:spMkLst>
            <pc:docMk/>
            <pc:sldMk cId="1186077149" sldId="273"/>
            <ac:spMk id="19" creationId="{B8BA2064-77B2-7722-982E-9B68CF3FD6CB}"/>
          </ac:spMkLst>
        </pc:spChg>
        <pc:spChg chg="add mod">
          <ac:chgData name="Hironari Yamada" userId="e57621f8-ec3c-449e-bb19-001fffcc008e" providerId="ADAL" clId="{BC0BD879-F267-5CCA-8DEA-E3B2DD07DA4E}" dt="2026-06-01T05:21:53.711" v="3456" actId="20577"/>
          <ac:spMkLst>
            <pc:docMk/>
            <pc:sldMk cId="1186077149" sldId="273"/>
            <ac:spMk id="20" creationId="{DF4A41CA-B8DA-77A2-0486-1424B77BDF8B}"/>
          </ac:spMkLst>
        </pc:spChg>
      </pc:sldChg>
      <pc:sldChg chg="addSp delSp modSp mod">
        <pc:chgData name="Hironari Yamada" userId="e57621f8-ec3c-449e-bb19-001fffcc008e" providerId="ADAL" clId="{BC0BD879-F267-5CCA-8DEA-E3B2DD07DA4E}" dt="2026-06-01T05:45:41.270" v="4231" actId="478"/>
        <pc:sldMkLst>
          <pc:docMk/>
          <pc:sldMk cId="1186077149" sldId="274"/>
        </pc:sldMkLst>
        <pc:spChg chg="del">
          <ac:chgData name="Hironari Yamada" userId="e57621f8-ec3c-449e-bb19-001fffcc008e" providerId="ADAL" clId="{BC0BD879-F267-5CCA-8DEA-E3B2DD07DA4E}" dt="2026-06-01T05:45:41.270" v="4231" actId="478"/>
          <ac:spMkLst>
            <pc:docMk/>
            <pc:sldMk cId="1186077149" sldId="274"/>
            <ac:spMk id="3" creationId="{CDF8F547-FBF4-44D6-BE05-6B4CC03164E1}"/>
          </ac:spMkLst>
        </pc:spChg>
        <pc:spChg chg="mod">
          <ac:chgData name="Hironari Yamada" userId="e57621f8-ec3c-449e-bb19-001fffcc008e" providerId="ADAL" clId="{BC0BD879-F267-5CCA-8DEA-E3B2DD07DA4E}" dt="2026-06-01T05:22:44.115" v="3459" actId="14100"/>
          <ac:spMkLst>
            <pc:docMk/>
            <pc:sldMk cId="1186077149" sldId="274"/>
            <ac:spMk id="5" creationId="{1F985C46-1D69-4FF9-818B-1918F8CF68CE}"/>
          </ac:spMkLst>
        </pc:spChg>
        <pc:spChg chg="mod">
          <ac:chgData name="Hironari Yamada" userId="e57621f8-ec3c-449e-bb19-001fffcc008e" providerId="ADAL" clId="{BC0BD879-F267-5CCA-8DEA-E3B2DD07DA4E}" dt="2026-06-01T05:26:08.926" v="3482" actId="1076"/>
          <ac:spMkLst>
            <pc:docMk/>
            <pc:sldMk cId="1186077149" sldId="274"/>
            <ac:spMk id="6" creationId="{93B252E5-24E6-4A12-9B35-641729B1AEE0}"/>
          </ac:spMkLst>
        </pc:spChg>
        <pc:spChg chg="del">
          <ac:chgData name="Hironari Yamada" userId="e57621f8-ec3c-449e-bb19-001fffcc008e" providerId="ADAL" clId="{BC0BD879-F267-5CCA-8DEA-E3B2DD07DA4E}" dt="2026-06-01T05:23:44.061" v="3468" actId="478"/>
          <ac:spMkLst>
            <pc:docMk/>
            <pc:sldMk cId="1186077149" sldId="274"/>
            <ac:spMk id="7" creationId="{D5F8F143-1F7D-434B-BA62-F55807280077}"/>
          </ac:spMkLst>
        </pc:spChg>
        <pc:spChg chg="del mod">
          <ac:chgData name="Hironari Yamada" userId="e57621f8-ec3c-449e-bb19-001fffcc008e" providerId="ADAL" clId="{BC0BD879-F267-5CCA-8DEA-E3B2DD07DA4E}" dt="2026-06-01T05:25:47.034" v="3476" actId="478"/>
          <ac:spMkLst>
            <pc:docMk/>
            <pc:sldMk cId="1186077149" sldId="274"/>
            <ac:spMk id="9" creationId="{A9CEB5C1-2B58-41E1-B360-A514BAFD13B6}"/>
          </ac:spMkLst>
        </pc:spChg>
        <pc:spChg chg="del">
          <ac:chgData name="Hironari Yamada" userId="e57621f8-ec3c-449e-bb19-001fffcc008e" providerId="ADAL" clId="{BC0BD879-F267-5CCA-8DEA-E3B2DD07DA4E}" dt="2026-06-01T05:45:41.270" v="4231" actId="478"/>
          <ac:spMkLst>
            <pc:docMk/>
            <pc:sldMk cId="1186077149" sldId="274"/>
            <ac:spMk id="10" creationId="{C5CEDA0A-0D78-4DA1-8542-5F7B533158A1}"/>
          </ac:spMkLst>
        </pc:spChg>
        <pc:spChg chg="add mod">
          <ac:chgData name="Hironari Yamada" userId="e57621f8-ec3c-449e-bb19-001fffcc008e" providerId="ADAL" clId="{BC0BD879-F267-5CCA-8DEA-E3B2DD07DA4E}" dt="2026-06-01T05:26:06.016" v="3481" actId="14100"/>
          <ac:spMkLst>
            <pc:docMk/>
            <pc:sldMk cId="1186077149" sldId="274"/>
            <ac:spMk id="12" creationId="{D6DD9BC7-C0F5-25AA-1269-EABFC464B38D}"/>
          </ac:spMkLst>
        </pc:spChg>
        <pc:spChg chg="add mod">
          <ac:chgData name="Hironari Yamada" userId="e57621f8-ec3c-449e-bb19-001fffcc008e" providerId="ADAL" clId="{BC0BD879-F267-5CCA-8DEA-E3B2DD07DA4E}" dt="2026-06-01T05:26:17.323" v="3483"/>
          <ac:spMkLst>
            <pc:docMk/>
            <pc:sldMk cId="1186077149" sldId="274"/>
            <ac:spMk id="14" creationId="{5E51FFD9-F69F-DE1C-48D7-38A008A710A9}"/>
          </ac:spMkLst>
        </pc:spChg>
        <pc:spChg chg="add mod">
          <ac:chgData name="Hironari Yamada" userId="e57621f8-ec3c-449e-bb19-001fffcc008e" providerId="ADAL" clId="{BC0BD879-F267-5CCA-8DEA-E3B2DD07DA4E}" dt="2026-06-01T05:26:17.323" v="3483"/>
          <ac:spMkLst>
            <pc:docMk/>
            <pc:sldMk cId="1186077149" sldId="274"/>
            <ac:spMk id="15" creationId="{EC9CEBB1-64EC-37E3-9B9D-8A3953BBD780}"/>
          </ac:spMkLst>
        </pc:spChg>
        <pc:spChg chg="add mod">
          <ac:chgData name="Hironari Yamada" userId="e57621f8-ec3c-449e-bb19-001fffcc008e" providerId="ADAL" clId="{BC0BD879-F267-5CCA-8DEA-E3B2DD07DA4E}" dt="2026-06-01T05:26:25.481" v="3505" actId="20577"/>
          <ac:spMkLst>
            <pc:docMk/>
            <pc:sldMk cId="1186077149" sldId="274"/>
            <ac:spMk id="16" creationId="{2CA8863C-569D-1356-54EA-50B5A1715B81}"/>
          </ac:spMkLst>
        </pc:spChg>
        <pc:spChg chg="add mod">
          <ac:chgData name="Hironari Yamada" userId="e57621f8-ec3c-449e-bb19-001fffcc008e" providerId="ADAL" clId="{BC0BD879-F267-5CCA-8DEA-E3B2DD07DA4E}" dt="2026-06-01T05:26:31.447" v="3536" actId="20577"/>
          <ac:spMkLst>
            <pc:docMk/>
            <pc:sldMk cId="1186077149" sldId="274"/>
            <ac:spMk id="17" creationId="{03388C3E-0983-797D-CDBD-F99998B11FC4}"/>
          </ac:spMkLst>
        </pc:spChg>
        <pc:spChg chg="add mod">
          <ac:chgData name="Hironari Yamada" userId="e57621f8-ec3c-449e-bb19-001fffcc008e" providerId="ADAL" clId="{BC0BD879-F267-5CCA-8DEA-E3B2DD07DA4E}" dt="2026-06-01T05:26:45.452" v="3538" actId="1076"/>
          <ac:spMkLst>
            <pc:docMk/>
            <pc:sldMk cId="1186077149" sldId="274"/>
            <ac:spMk id="18" creationId="{09824AE4-7E7C-CE3E-664E-8D640867EDD5}"/>
          </ac:spMkLst>
        </pc:spChg>
        <pc:spChg chg="add mod">
          <ac:chgData name="Hironari Yamada" userId="e57621f8-ec3c-449e-bb19-001fffcc008e" providerId="ADAL" clId="{BC0BD879-F267-5CCA-8DEA-E3B2DD07DA4E}" dt="2026-06-01T05:29:38.411" v="3571" actId="20577"/>
          <ac:spMkLst>
            <pc:docMk/>
            <pc:sldMk cId="1186077149" sldId="274"/>
            <ac:spMk id="19" creationId="{9C087A91-F439-E912-170B-3611F3E777E5}"/>
          </ac:spMkLst>
        </pc:spChg>
        <pc:picChg chg="mod">
          <ac:chgData name="Hironari Yamada" userId="e57621f8-ec3c-449e-bb19-001fffcc008e" providerId="ADAL" clId="{BC0BD879-F267-5CCA-8DEA-E3B2DD07DA4E}" dt="2026-06-01T05:26:03.346" v="3480" actId="14100"/>
          <ac:picMkLst>
            <pc:docMk/>
            <pc:sldMk cId="1186077149" sldId="274"/>
            <ac:picMk id="8" creationId="{00000000-0000-0000-0000-000000000000}"/>
          </ac:picMkLst>
        </pc:picChg>
        <pc:picChg chg="add mod">
          <ac:chgData name="Hironari Yamada" userId="e57621f8-ec3c-449e-bb19-001fffcc008e" providerId="ADAL" clId="{BC0BD879-F267-5CCA-8DEA-E3B2DD07DA4E}" dt="2026-06-01T05:25:57.692" v="3478" actId="14100"/>
          <ac:picMkLst>
            <pc:docMk/>
            <pc:sldMk cId="1186077149" sldId="274"/>
            <ac:picMk id="13" creationId="{665E9F90-B34D-79E0-F139-1DC13C408243}"/>
          </ac:picMkLst>
        </pc:picChg>
      </pc:sldChg>
      <pc:sldChg chg="addSp delSp modSp mod">
        <pc:chgData name="Hironari Yamada" userId="e57621f8-ec3c-449e-bb19-001fffcc008e" providerId="ADAL" clId="{BC0BD879-F267-5CCA-8DEA-E3B2DD07DA4E}" dt="2026-06-01T05:45:47.619" v="4232" actId="478"/>
        <pc:sldMkLst>
          <pc:docMk/>
          <pc:sldMk cId="1186077149" sldId="275"/>
        </pc:sldMkLst>
        <pc:spChg chg="del">
          <ac:chgData name="Hironari Yamada" userId="e57621f8-ec3c-449e-bb19-001fffcc008e" providerId="ADAL" clId="{BC0BD879-F267-5CCA-8DEA-E3B2DD07DA4E}" dt="2026-06-01T05:45:47.619" v="4232" actId="478"/>
          <ac:spMkLst>
            <pc:docMk/>
            <pc:sldMk cId="1186077149" sldId="275"/>
            <ac:spMk id="3" creationId="{1EF42EB9-513A-46F5-8246-563388FEA681}"/>
          </ac:spMkLst>
        </pc:spChg>
        <pc:spChg chg="mod">
          <ac:chgData name="Hironari Yamada" userId="e57621f8-ec3c-449e-bb19-001fffcc008e" providerId="ADAL" clId="{BC0BD879-F267-5CCA-8DEA-E3B2DD07DA4E}" dt="2026-06-01T05:32:43.592" v="3777" actId="14100"/>
          <ac:spMkLst>
            <pc:docMk/>
            <pc:sldMk cId="1186077149" sldId="275"/>
            <ac:spMk id="5" creationId="{09C1BD16-4B2C-4782-AE8A-AE6C2273792D}"/>
          </ac:spMkLst>
        </pc:spChg>
        <pc:spChg chg="mod">
          <ac:chgData name="Hironari Yamada" userId="e57621f8-ec3c-449e-bb19-001fffcc008e" providerId="ADAL" clId="{BC0BD879-F267-5CCA-8DEA-E3B2DD07DA4E}" dt="2026-06-01T05:28:39.617" v="3541" actId="14100"/>
          <ac:spMkLst>
            <pc:docMk/>
            <pc:sldMk cId="1186077149" sldId="275"/>
            <ac:spMk id="6" creationId="{7E9C7730-5D37-45AE-A87F-055ED3A2A699}"/>
          </ac:spMkLst>
        </pc:spChg>
        <pc:spChg chg="mod">
          <ac:chgData name="Hironari Yamada" userId="e57621f8-ec3c-449e-bb19-001fffcc008e" providerId="ADAL" clId="{BC0BD879-F267-5CCA-8DEA-E3B2DD07DA4E}" dt="2026-06-01T05:28:50.147" v="3543" actId="1076"/>
          <ac:spMkLst>
            <pc:docMk/>
            <pc:sldMk cId="1186077149" sldId="275"/>
            <ac:spMk id="8" creationId="{07B9EBC8-B70A-4CDF-A32C-73792FAB90FA}"/>
          </ac:spMkLst>
        </pc:spChg>
        <pc:spChg chg="del">
          <ac:chgData name="Hironari Yamada" userId="e57621f8-ec3c-449e-bb19-001fffcc008e" providerId="ADAL" clId="{BC0BD879-F267-5CCA-8DEA-E3B2DD07DA4E}" dt="2026-06-01T05:45:47.619" v="4232" actId="478"/>
          <ac:spMkLst>
            <pc:docMk/>
            <pc:sldMk cId="1186077149" sldId="275"/>
            <ac:spMk id="9" creationId="{77CAF785-05BF-4B65-AFA8-446E152EE5BB}"/>
          </ac:spMkLst>
        </pc:spChg>
        <pc:spChg chg="mod">
          <ac:chgData name="Hironari Yamada" userId="e57621f8-ec3c-449e-bb19-001fffcc008e" providerId="ADAL" clId="{BC0BD879-F267-5CCA-8DEA-E3B2DD07DA4E}" dt="2026-06-01T05:39:04.007" v="4099" actId="20577"/>
          <ac:spMkLst>
            <pc:docMk/>
            <pc:sldMk cId="1186077149" sldId="275"/>
            <ac:spMk id="10" creationId="{1F187735-A9E8-4FF9-B624-D2A124E3EC78}"/>
          </ac:spMkLst>
        </pc:spChg>
        <pc:spChg chg="add mod">
          <ac:chgData name="Hironari Yamada" userId="e57621f8-ec3c-449e-bb19-001fffcc008e" providerId="ADAL" clId="{BC0BD879-F267-5CCA-8DEA-E3B2DD07DA4E}" dt="2026-06-01T05:30:09.843" v="3573" actId="14100"/>
          <ac:spMkLst>
            <pc:docMk/>
            <pc:sldMk cId="1186077149" sldId="275"/>
            <ac:spMk id="11" creationId="{8238CFD2-0989-A963-8F1D-478B31CD56F2}"/>
          </ac:spMkLst>
        </pc:spChg>
        <pc:spChg chg="add mod">
          <ac:chgData name="Hironari Yamada" userId="e57621f8-ec3c-449e-bb19-001fffcc008e" providerId="ADAL" clId="{BC0BD879-F267-5CCA-8DEA-E3B2DD07DA4E}" dt="2026-06-01T05:30:34.397" v="3581" actId="14100"/>
          <ac:spMkLst>
            <pc:docMk/>
            <pc:sldMk cId="1186077149" sldId="275"/>
            <ac:spMk id="12" creationId="{BBB869F3-03B6-80AF-382F-BDC60227FD86}"/>
          </ac:spMkLst>
        </pc:spChg>
        <pc:spChg chg="add mod">
          <ac:chgData name="Hironari Yamada" userId="e57621f8-ec3c-449e-bb19-001fffcc008e" providerId="ADAL" clId="{BC0BD879-F267-5CCA-8DEA-E3B2DD07DA4E}" dt="2026-06-01T05:30:19.577" v="3577" actId="14100"/>
          <ac:spMkLst>
            <pc:docMk/>
            <pc:sldMk cId="1186077149" sldId="275"/>
            <ac:spMk id="13" creationId="{B7DE2512-E50D-6216-3B41-D0AB314ABAD0}"/>
          </ac:spMkLst>
        </pc:spChg>
        <pc:spChg chg="add mod">
          <ac:chgData name="Hironari Yamada" userId="e57621f8-ec3c-449e-bb19-001fffcc008e" providerId="ADAL" clId="{BC0BD879-F267-5CCA-8DEA-E3B2DD07DA4E}" dt="2026-06-01T05:30:49.897" v="3639" actId="20577"/>
          <ac:spMkLst>
            <pc:docMk/>
            <pc:sldMk cId="1186077149" sldId="275"/>
            <ac:spMk id="14" creationId="{4F5206B2-09FD-8079-4826-FE3AD001307D}"/>
          </ac:spMkLst>
        </pc:spChg>
        <pc:spChg chg="add mod">
          <ac:chgData name="Hironari Yamada" userId="e57621f8-ec3c-449e-bb19-001fffcc008e" providerId="ADAL" clId="{BC0BD879-F267-5CCA-8DEA-E3B2DD07DA4E}" dt="2026-06-01T05:31:13.660" v="3690" actId="20577"/>
          <ac:spMkLst>
            <pc:docMk/>
            <pc:sldMk cId="1186077149" sldId="275"/>
            <ac:spMk id="15" creationId="{EA2646F7-62DB-2856-F483-501DC9028603}"/>
          </ac:spMkLst>
        </pc:spChg>
        <pc:spChg chg="add mod">
          <ac:chgData name="Hironari Yamada" userId="e57621f8-ec3c-449e-bb19-001fffcc008e" providerId="ADAL" clId="{BC0BD879-F267-5CCA-8DEA-E3B2DD07DA4E}" dt="2026-06-01T05:31:02.478" v="3644" actId="1076"/>
          <ac:spMkLst>
            <pc:docMk/>
            <pc:sldMk cId="1186077149" sldId="275"/>
            <ac:spMk id="16" creationId="{0EAE947A-1794-A1DF-70DB-F6DC8CCACCAB}"/>
          </ac:spMkLst>
        </pc:spChg>
        <pc:spChg chg="add mod">
          <ac:chgData name="Hironari Yamada" userId="e57621f8-ec3c-449e-bb19-001fffcc008e" providerId="ADAL" clId="{BC0BD879-F267-5CCA-8DEA-E3B2DD07DA4E}" dt="2026-06-01T05:31:20.119" v="3692" actId="1076"/>
          <ac:spMkLst>
            <pc:docMk/>
            <pc:sldMk cId="1186077149" sldId="275"/>
            <ac:spMk id="17" creationId="{751B9B15-1FDD-E9E8-81D0-FC2619047944}"/>
          </ac:spMkLst>
        </pc:spChg>
        <pc:spChg chg="add mod">
          <ac:chgData name="Hironari Yamada" userId="e57621f8-ec3c-449e-bb19-001fffcc008e" providerId="ADAL" clId="{BC0BD879-F267-5CCA-8DEA-E3B2DD07DA4E}" dt="2026-06-01T05:31:29.260" v="3716" actId="20577"/>
          <ac:spMkLst>
            <pc:docMk/>
            <pc:sldMk cId="1186077149" sldId="275"/>
            <ac:spMk id="18" creationId="{0E0F59E1-D8F3-E724-C9A9-30540304F03D}"/>
          </ac:spMkLst>
        </pc:spChg>
        <pc:spChg chg="add mod">
          <ac:chgData name="Hironari Yamada" userId="e57621f8-ec3c-449e-bb19-001fffcc008e" providerId="ADAL" clId="{BC0BD879-F267-5CCA-8DEA-E3B2DD07DA4E}" dt="2026-06-01T05:31:44.795" v="3719" actId="14100"/>
          <ac:spMkLst>
            <pc:docMk/>
            <pc:sldMk cId="1186077149" sldId="275"/>
            <ac:spMk id="19" creationId="{BD6455F1-48F9-5421-4E3D-38BD3007B414}"/>
          </ac:spMkLst>
        </pc:spChg>
        <pc:spChg chg="add mod">
          <ac:chgData name="Hironari Yamada" userId="e57621f8-ec3c-449e-bb19-001fffcc008e" providerId="ADAL" clId="{BC0BD879-F267-5CCA-8DEA-E3B2DD07DA4E}" dt="2026-06-01T05:33:10.533" v="3784" actId="14100"/>
          <ac:spMkLst>
            <pc:docMk/>
            <pc:sldMk cId="1186077149" sldId="275"/>
            <ac:spMk id="20" creationId="{318AC8E6-DBA8-BCFF-C242-3CD7A429D75F}"/>
          </ac:spMkLst>
        </pc:spChg>
        <pc:picChg chg="mod">
          <ac:chgData name="Hironari Yamada" userId="e57621f8-ec3c-449e-bb19-001fffcc008e" providerId="ADAL" clId="{BC0BD879-F267-5CCA-8DEA-E3B2DD07DA4E}" dt="2026-06-01T05:28:46.562" v="3542" actId="1076"/>
          <ac:picMkLst>
            <pc:docMk/>
            <pc:sldMk cId="1186077149" sldId="275"/>
            <ac:picMk id="7" creationId="{00000000-0000-0000-0000-000000000000}"/>
          </ac:picMkLst>
        </pc:picChg>
      </pc:sldChg>
      <pc:sldChg chg="delSp modSp add del mod">
        <pc:chgData name="Hironari Yamada" userId="e57621f8-ec3c-449e-bb19-001fffcc008e" providerId="ADAL" clId="{BC0BD879-F267-5CCA-8DEA-E3B2DD07DA4E}" dt="2026-06-01T05:45:07.079" v="4224" actId="2696"/>
        <pc:sldMkLst>
          <pc:docMk/>
          <pc:sldMk cId="1186077149" sldId="276"/>
        </pc:sldMkLst>
        <pc:spChg chg="mod">
          <ac:chgData name="Hironari Yamada" userId="e57621f8-ec3c-449e-bb19-001fffcc008e" providerId="ADAL" clId="{BC0BD879-F267-5CCA-8DEA-E3B2DD07DA4E}" dt="2026-06-01T05:32:48.739" v="3779" actId="14100"/>
          <ac:spMkLst>
            <pc:docMk/>
            <pc:sldMk cId="1186077149" sldId="276"/>
            <ac:spMk id="5" creationId="{142F3537-9D89-482B-B058-97809BF8F17F}"/>
          </ac:spMkLst>
        </pc:spChg>
        <pc:spChg chg="del">
          <ac:chgData name="Hironari Yamada" userId="e57621f8-ec3c-449e-bb19-001fffcc008e" providerId="ADAL" clId="{BC0BD879-F267-5CCA-8DEA-E3B2DD07DA4E}" dt="2026-06-01T05:32:39.174" v="3776" actId="478"/>
          <ac:spMkLst>
            <pc:docMk/>
            <pc:sldMk cId="1186077149" sldId="276"/>
            <ac:spMk id="6" creationId="{59B925CB-05E5-4053-BFC1-4A9760EAD065}"/>
          </ac:spMkLst>
        </pc:spChg>
        <pc:spChg chg="del">
          <ac:chgData name="Hironari Yamada" userId="e57621f8-ec3c-449e-bb19-001fffcc008e" providerId="ADAL" clId="{BC0BD879-F267-5CCA-8DEA-E3B2DD07DA4E}" dt="2026-06-01T05:32:39.174" v="3776" actId="478"/>
          <ac:spMkLst>
            <pc:docMk/>
            <pc:sldMk cId="1186077149" sldId="276"/>
            <ac:spMk id="7" creationId="{EDF5E807-8E6F-4803-B66D-7467B191DCC0}"/>
          </ac:spMkLst>
        </pc:spChg>
        <pc:spChg chg="del">
          <ac:chgData name="Hironari Yamada" userId="e57621f8-ec3c-449e-bb19-001fffcc008e" providerId="ADAL" clId="{BC0BD879-F267-5CCA-8DEA-E3B2DD07DA4E}" dt="2026-06-01T05:32:39.174" v="3776" actId="478"/>
          <ac:spMkLst>
            <pc:docMk/>
            <pc:sldMk cId="1186077149" sldId="276"/>
            <ac:spMk id="8" creationId="{10B7487B-EA23-435E-B23F-32F9AC702250}"/>
          </ac:spMkLst>
        </pc:spChg>
        <pc:spChg chg="del">
          <ac:chgData name="Hironari Yamada" userId="e57621f8-ec3c-449e-bb19-001fffcc008e" providerId="ADAL" clId="{BC0BD879-F267-5CCA-8DEA-E3B2DD07DA4E}" dt="2026-06-01T05:32:39.174" v="3776" actId="478"/>
          <ac:spMkLst>
            <pc:docMk/>
            <pc:sldMk cId="1186077149" sldId="276"/>
            <ac:spMk id="9" creationId="{7C4D528E-9D08-4EC7-99B3-AB1E04326D77}"/>
          </ac:spMkLst>
        </pc:spChg>
        <pc:spChg chg="del">
          <ac:chgData name="Hironari Yamada" userId="e57621f8-ec3c-449e-bb19-001fffcc008e" providerId="ADAL" clId="{BC0BD879-F267-5CCA-8DEA-E3B2DD07DA4E}" dt="2026-06-01T05:32:39.174" v="3776" actId="478"/>
          <ac:spMkLst>
            <pc:docMk/>
            <pc:sldMk cId="1186077149" sldId="276"/>
            <ac:spMk id="10" creationId="{FAC2C979-B545-4755-B5A1-35D5BF493969}"/>
          </ac:spMkLst>
        </pc:spChg>
      </pc:sldChg>
      <pc:sldChg chg="del">
        <pc:chgData name="Hironari Yamada" userId="e57621f8-ec3c-449e-bb19-001fffcc008e" providerId="ADAL" clId="{BC0BD879-F267-5CCA-8DEA-E3B2DD07DA4E}" dt="2026-06-01T05:45:09.285" v="4225" actId="2696"/>
        <pc:sldMkLst>
          <pc:docMk/>
          <pc:sldMk cId="1186077149" sldId="277"/>
        </pc:sldMkLst>
      </pc:sldChg>
      <pc:sldChg chg="addSp delSp modSp mod">
        <pc:chgData name="Hironari Yamada" userId="e57621f8-ec3c-449e-bb19-001fffcc008e" providerId="ADAL" clId="{BC0BD879-F267-5CCA-8DEA-E3B2DD07DA4E}" dt="2026-06-01T05:52:20.398" v="4410" actId="20577"/>
        <pc:sldMkLst>
          <pc:docMk/>
          <pc:sldMk cId="1186077149" sldId="278"/>
        </pc:sldMkLst>
        <pc:spChg chg="del">
          <ac:chgData name="Hironari Yamada" userId="e57621f8-ec3c-449e-bb19-001fffcc008e" providerId="ADAL" clId="{BC0BD879-F267-5CCA-8DEA-E3B2DD07DA4E}" dt="2026-06-01T05:46:00.169" v="4235" actId="478"/>
          <ac:spMkLst>
            <pc:docMk/>
            <pc:sldMk cId="1186077149" sldId="278"/>
            <ac:spMk id="3" creationId="{C92BD637-5506-4FF5-BA8D-FA5533F12ED7}"/>
          </ac:spMkLst>
        </pc:spChg>
        <pc:spChg chg="mod">
          <ac:chgData name="Hironari Yamada" userId="e57621f8-ec3c-449e-bb19-001fffcc008e" providerId="ADAL" clId="{BC0BD879-F267-5CCA-8DEA-E3B2DD07DA4E}" dt="2026-06-01T05:45:17.219" v="4226" actId="14100"/>
          <ac:spMkLst>
            <pc:docMk/>
            <pc:sldMk cId="1186077149" sldId="278"/>
            <ac:spMk id="5" creationId="{4FAD7C64-86CC-4F2C-A343-51CE1A1A1FBB}"/>
          </ac:spMkLst>
        </pc:spChg>
        <pc:spChg chg="mod">
          <ac:chgData name="Hironari Yamada" userId="e57621f8-ec3c-449e-bb19-001fffcc008e" providerId="ADAL" clId="{BC0BD879-F267-5CCA-8DEA-E3B2DD07DA4E}" dt="2026-06-01T05:51:26.226" v="4247" actId="403"/>
          <ac:spMkLst>
            <pc:docMk/>
            <pc:sldMk cId="1186077149" sldId="278"/>
            <ac:spMk id="6" creationId="{A99E8095-D22B-41F0-8D80-5AC30F7842DC}"/>
          </ac:spMkLst>
        </pc:spChg>
        <pc:spChg chg="mod">
          <ac:chgData name="Hironari Yamada" userId="e57621f8-ec3c-449e-bb19-001fffcc008e" providerId="ADAL" clId="{BC0BD879-F267-5CCA-8DEA-E3B2DD07DA4E}" dt="2026-06-01T05:51:26.226" v="4247" actId="403"/>
          <ac:spMkLst>
            <pc:docMk/>
            <pc:sldMk cId="1186077149" sldId="278"/>
            <ac:spMk id="7" creationId="{4F256700-1AA4-4199-9FAB-062D09C7561A}"/>
          </ac:spMkLst>
        </pc:spChg>
        <pc:spChg chg="mod">
          <ac:chgData name="Hironari Yamada" userId="e57621f8-ec3c-449e-bb19-001fffcc008e" providerId="ADAL" clId="{BC0BD879-F267-5CCA-8DEA-E3B2DD07DA4E}" dt="2026-06-01T05:51:26.226" v="4247" actId="403"/>
          <ac:spMkLst>
            <pc:docMk/>
            <pc:sldMk cId="1186077149" sldId="278"/>
            <ac:spMk id="8" creationId="{B2A3F2ED-849F-4DFF-8542-5241E322B6DC}"/>
          </ac:spMkLst>
        </pc:spChg>
        <pc:spChg chg="mod">
          <ac:chgData name="Hironari Yamada" userId="e57621f8-ec3c-449e-bb19-001fffcc008e" providerId="ADAL" clId="{BC0BD879-F267-5CCA-8DEA-E3B2DD07DA4E}" dt="2026-06-01T05:51:26.226" v="4247" actId="403"/>
          <ac:spMkLst>
            <pc:docMk/>
            <pc:sldMk cId="1186077149" sldId="278"/>
            <ac:spMk id="9" creationId="{7E3C988F-189A-4481-97DF-0CCC74936B74}"/>
          </ac:spMkLst>
        </pc:spChg>
        <pc:spChg chg="mod">
          <ac:chgData name="Hironari Yamada" userId="e57621f8-ec3c-449e-bb19-001fffcc008e" providerId="ADAL" clId="{BC0BD879-F267-5CCA-8DEA-E3B2DD07DA4E}" dt="2026-06-01T05:51:26.226" v="4247" actId="403"/>
          <ac:spMkLst>
            <pc:docMk/>
            <pc:sldMk cId="1186077149" sldId="278"/>
            <ac:spMk id="10" creationId="{D684C05E-08F1-499D-AB31-974B61719197}"/>
          </ac:spMkLst>
        </pc:spChg>
        <pc:spChg chg="mod">
          <ac:chgData name="Hironari Yamada" userId="e57621f8-ec3c-449e-bb19-001fffcc008e" providerId="ADAL" clId="{BC0BD879-F267-5CCA-8DEA-E3B2DD07DA4E}" dt="2026-06-01T05:45:30.762" v="4229" actId="1076"/>
          <ac:spMkLst>
            <pc:docMk/>
            <pc:sldMk cId="1186077149" sldId="278"/>
            <ac:spMk id="11" creationId="{01AC75F3-CE98-4BBF-B35B-6CA281750D41}"/>
          </ac:spMkLst>
        </pc:spChg>
        <pc:spChg chg="mod">
          <ac:chgData name="Hironari Yamada" userId="e57621f8-ec3c-449e-bb19-001fffcc008e" providerId="ADAL" clId="{BC0BD879-F267-5CCA-8DEA-E3B2DD07DA4E}" dt="2026-06-01T05:45:30.762" v="4229" actId="1076"/>
          <ac:spMkLst>
            <pc:docMk/>
            <pc:sldMk cId="1186077149" sldId="278"/>
            <ac:spMk id="13" creationId="{CDEC9D68-9338-46DB-A72F-5E7045F98D2C}"/>
          </ac:spMkLst>
        </pc:spChg>
        <pc:spChg chg="del">
          <ac:chgData name="Hironari Yamada" userId="e57621f8-ec3c-449e-bb19-001fffcc008e" providerId="ADAL" clId="{BC0BD879-F267-5CCA-8DEA-E3B2DD07DA4E}" dt="2026-06-01T05:46:00.169" v="4235" actId="478"/>
          <ac:spMkLst>
            <pc:docMk/>
            <pc:sldMk cId="1186077149" sldId="278"/>
            <ac:spMk id="14" creationId="{1AE6D7B4-F66C-4ADF-BD86-8E4F661CE823}"/>
          </ac:spMkLst>
        </pc:spChg>
        <pc:spChg chg="add mod">
          <ac:chgData name="Hironari Yamada" userId="e57621f8-ec3c-449e-bb19-001fffcc008e" providerId="ADAL" clId="{BC0BD879-F267-5CCA-8DEA-E3B2DD07DA4E}" dt="2026-06-01T05:51:00.309" v="4239" actId="14100"/>
          <ac:spMkLst>
            <pc:docMk/>
            <pc:sldMk cId="1186077149" sldId="278"/>
            <ac:spMk id="16" creationId="{258F6AD2-1222-5DF5-38B4-6727661DE7EB}"/>
          </ac:spMkLst>
        </pc:spChg>
        <pc:spChg chg="add mod">
          <ac:chgData name="Hironari Yamada" userId="e57621f8-ec3c-449e-bb19-001fffcc008e" providerId="ADAL" clId="{BC0BD879-F267-5CCA-8DEA-E3B2DD07DA4E}" dt="2026-06-01T05:51:06.609" v="4241" actId="1076"/>
          <ac:spMkLst>
            <pc:docMk/>
            <pc:sldMk cId="1186077149" sldId="278"/>
            <ac:spMk id="17" creationId="{3E6CE65C-8226-4841-4FF0-D78561049A98}"/>
          </ac:spMkLst>
        </pc:spChg>
        <pc:spChg chg="add mod">
          <ac:chgData name="Hironari Yamada" userId="e57621f8-ec3c-449e-bb19-001fffcc008e" providerId="ADAL" clId="{BC0BD879-F267-5CCA-8DEA-E3B2DD07DA4E}" dt="2026-06-01T05:51:44.984" v="4310" actId="20577"/>
          <ac:spMkLst>
            <pc:docMk/>
            <pc:sldMk cId="1186077149" sldId="278"/>
            <ac:spMk id="18" creationId="{20D7F158-CC72-F303-E789-A0E961518CDB}"/>
          </ac:spMkLst>
        </pc:spChg>
        <pc:spChg chg="add mod">
          <ac:chgData name="Hironari Yamada" userId="e57621f8-ec3c-449e-bb19-001fffcc008e" providerId="ADAL" clId="{BC0BD879-F267-5CCA-8DEA-E3B2DD07DA4E}" dt="2026-06-01T05:52:00.665" v="4369" actId="20577"/>
          <ac:spMkLst>
            <pc:docMk/>
            <pc:sldMk cId="1186077149" sldId="278"/>
            <ac:spMk id="19" creationId="{F59BE0B5-9206-9A7A-1435-043717D91E15}"/>
          </ac:spMkLst>
        </pc:spChg>
        <pc:spChg chg="add mod">
          <ac:chgData name="Hironari Yamada" userId="e57621f8-ec3c-449e-bb19-001fffcc008e" providerId="ADAL" clId="{BC0BD879-F267-5CCA-8DEA-E3B2DD07DA4E}" dt="2026-06-01T05:52:07.838" v="4372" actId="14100"/>
          <ac:spMkLst>
            <pc:docMk/>
            <pc:sldMk cId="1186077149" sldId="278"/>
            <ac:spMk id="20" creationId="{0429980A-8643-F2AE-7ADA-3201A66FAF34}"/>
          </ac:spMkLst>
        </pc:spChg>
        <pc:spChg chg="add mod">
          <ac:chgData name="Hironari Yamada" userId="e57621f8-ec3c-449e-bb19-001fffcc008e" providerId="ADAL" clId="{BC0BD879-F267-5CCA-8DEA-E3B2DD07DA4E}" dt="2026-06-01T05:52:20.398" v="4410" actId="20577"/>
          <ac:spMkLst>
            <pc:docMk/>
            <pc:sldMk cId="1186077149" sldId="278"/>
            <ac:spMk id="21" creationId="{1B0A9823-D184-309A-F2D1-DF6B622B5CA8}"/>
          </ac:spMkLst>
        </pc:spChg>
        <pc:picChg chg="mod">
          <ac:chgData name="Hironari Yamada" userId="e57621f8-ec3c-449e-bb19-001fffcc008e" providerId="ADAL" clId="{BC0BD879-F267-5CCA-8DEA-E3B2DD07DA4E}" dt="2026-06-01T05:45:30.762" v="4229" actId="1076"/>
          <ac:picMkLst>
            <pc:docMk/>
            <pc:sldMk cId="1186077149" sldId="278"/>
            <ac:picMk id="12" creationId="{00000000-0000-0000-0000-000000000000}"/>
          </ac:picMkLst>
        </pc:picChg>
      </pc:sldChg>
      <pc:sldChg chg="addSp delSp modSp mod">
        <pc:chgData name="Hironari Yamada" userId="e57621f8-ec3c-449e-bb19-001fffcc008e" providerId="ADAL" clId="{BC0BD879-F267-5CCA-8DEA-E3B2DD07DA4E}" dt="2026-06-01T06:21:18.407" v="4905" actId="1076"/>
        <pc:sldMkLst>
          <pc:docMk/>
          <pc:sldMk cId="1186077149" sldId="279"/>
        </pc:sldMkLst>
        <pc:spChg chg="del">
          <ac:chgData name="Hironari Yamada" userId="e57621f8-ec3c-449e-bb19-001fffcc008e" providerId="ADAL" clId="{BC0BD879-F267-5CCA-8DEA-E3B2DD07DA4E}" dt="2026-06-01T05:46:07.919" v="4236" actId="478"/>
          <ac:spMkLst>
            <pc:docMk/>
            <pc:sldMk cId="1186077149" sldId="279"/>
            <ac:spMk id="3" creationId="{F5340A38-FCB6-442B-9B37-2393739A5E51}"/>
          </ac:spMkLst>
        </pc:spChg>
        <pc:spChg chg="mod">
          <ac:chgData name="Hironari Yamada" userId="e57621f8-ec3c-449e-bb19-001fffcc008e" providerId="ADAL" clId="{BC0BD879-F267-5CCA-8DEA-E3B2DD07DA4E}" dt="2026-06-01T06:21:18.407" v="4905" actId="1076"/>
          <ac:spMkLst>
            <pc:docMk/>
            <pc:sldMk cId="1186077149" sldId="279"/>
            <ac:spMk id="6" creationId="{C0F59C86-D6C5-4DCF-8E1B-CBEB028A5DEF}"/>
          </ac:spMkLst>
        </pc:spChg>
        <pc:spChg chg="del mod">
          <ac:chgData name="Hironari Yamada" userId="e57621f8-ec3c-449e-bb19-001fffcc008e" providerId="ADAL" clId="{BC0BD879-F267-5CCA-8DEA-E3B2DD07DA4E}" dt="2026-06-01T05:56:50.532" v="4416" actId="478"/>
          <ac:spMkLst>
            <pc:docMk/>
            <pc:sldMk cId="1186077149" sldId="279"/>
            <ac:spMk id="7" creationId="{1B9B66E8-D023-4382-88B6-09B6CB1031E1}"/>
          </ac:spMkLst>
        </pc:spChg>
        <pc:spChg chg="mod">
          <ac:chgData name="Hironari Yamada" userId="e57621f8-ec3c-449e-bb19-001fffcc008e" providerId="ADAL" clId="{BC0BD879-F267-5CCA-8DEA-E3B2DD07DA4E}" dt="2026-06-01T05:56:41.638" v="4414" actId="167"/>
          <ac:spMkLst>
            <pc:docMk/>
            <pc:sldMk cId="1186077149" sldId="279"/>
            <ac:spMk id="9" creationId="{E9A32FF1-D372-4A86-B2F0-DFA1622C799C}"/>
          </ac:spMkLst>
        </pc:spChg>
        <pc:spChg chg="del">
          <ac:chgData name="Hironari Yamada" userId="e57621f8-ec3c-449e-bb19-001fffcc008e" providerId="ADAL" clId="{BC0BD879-F267-5CCA-8DEA-E3B2DD07DA4E}" dt="2026-06-01T05:46:07.919" v="4236" actId="478"/>
          <ac:spMkLst>
            <pc:docMk/>
            <pc:sldMk cId="1186077149" sldId="279"/>
            <ac:spMk id="10" creationId="{E9FC15B5-9FC7-4CE8-BB76-C6B7E8C0FFF0}"/>
          </ac:spMkLst>
        </pc:spChg>
        <pc:spChg chg="mod">
          <ac:chgData name="Hironari Yamada" userId="e57621f8-ec3c-449e-bb19-001fffcc008e" providerId="ADAL" clId="{BC0BD879-F267-5CCA-8DEA-E3B2DD07DA4E}" dt="2026-06-01T06:21:09.658" v="4902" actId="1076"/>
          <ac:spMkLst>
            <pc:docMk/>
            <pc:sldMk cId="1186077149" sldId="279"/>
            <ac:spMk id="11" creationId="{B8602024-68C3-441B-9275-30C16BD455D0}"/>
          </ac:spMkLst>
        </pc:spChg>
        <pc:spChg chg="add mod">
          <ac:chgData name="Hironari Yamada" userId="e57621f8-ec3c-449e-bb19-001fffcc008e" providerId="ADAL" clId="{BC0BD879-F267-5CCA-8DEA-E3B2DD07DA4E}" dt="2026-06-01T05:56:58.949" v="4419" actId="167"/>
          <ac:spMkLst>
            <pc:docMk/>
            <pc:sldMk cId="1186077149" sldId="279"/>
            <ac:spMk id="13" creationId="{74950326-A8B9-CDB4-FC63-DEBF5026BA20}"/>
          </ac:spMkLst>
        </pc:spChg>
        <pc:spChg chg="add mod">
          <ac:chgData name="Hironari Yamada" userId="e57621f8-ec3c-449e-bb19-001fffcc008e" providerId="ADAL" clId="{BC0BD879-F267-5CCA-8DEA-E3B2DD07DA4E}" dt="2026-06-01T05:57:24.412" v="4425" actId="14100"/>
          <ac:spMkLst>
            <pc:docMk/>
            <pc:sldMk cId="1186077149" sldId="279"/>
            <ac:spMk id="14" creationId="{77F8D7DB-E137-C82F-F62E-A4CE94B7A67E}"/>
          </ac:spMkLst>
        </pc:spChg>
        <pc:spChg chg="add mod">
          <ac:chgData name="Hironari Yamada" userId="e57621f8-ec3c-449e-bb19-001fffcc008e" providerId="ADAL" clId="{BC0BD879-F267-5CCA-8DEA-E3B2DD07DA4E}" dt="2026-06-01T05:58:01.784" v="4605" actId="14100"/>
          <ac:spMkLst>
            <pc:docMk/>
            <pc:sldMk cId="1186077149" sldId="279"/>
            <ac:spMk id="15" creationId="{884DEED6-5CEA-121C-0898-E5D3B63F4DE7}"/>
          </ac:spMkLst>
        </pc:spChg>
        <pc:spChg chg="add mod">
          <ac:chgData name="Hironari Yamada" userId="e57621f8-ec3c-449e-bb19-001fffcc008e" providerId="ADAL" clId="{BC0BD879-F267-5CCA-8DEA-E3B2DD07DA4E}" dt="2026-06-01T05:58:09.584" v="4608" actId="14100"/>
          <ac:spMkLst>
            <pc:docMk/>
            <pc:sldMk cId="1186077149" sldId="279"/>
            <ac:spMk id="16" creationId="{392AB672-D6D8-AAEA-E7AF-21A2643E0315}"/>
          </ac:spMkLst>
        </pc:spChg>
        <pc:spChg chg="add del mod">
          <ac:chgData name="Hironari Yamada" userId="e57621f8-ec3c-449e-bb19-001fffcc008e" providerId="ADAL" clId="{BC0BD879-F267-5CCA-8DEA-E3B2DD07DA4E}" dt="2026-06-01T05:58:15.044" v="4610" actId="478"/>
          <ac:spMkLst>
            <pc:docMk/>
            <pc:sldMk cId="1186077149" sldId="279"/>
            <ac:spMk id="17" creationId="{88113A06-365F-2B2E-35D3-B7430CE4FD19}"/>
          </ac:spMkLst>
        </pc:spChg>
        <pc:spChg chg="add mod">
          <ac:chgData name="Hironari Yamada" userId="e57621f8-ec3c-449e-bb19-001fffcc008e" providerId="ADAL" clId="{BC0BD879-F267-5CCA-8DEA-E3B2DD07DA4E}" dt="2026-06-01T05:59:18.236" v="4712" actId="14100"/>
          <ac:spMkLst>
            <pc:docMk/>
            <pc:sldMk cId="1186077149" sldId="279"/>
            <ac:spMk id="18" creationId="{504EA64B-071E-A992-448A-E9DB09A88D23}"/>
          </ac:spMkLst>
        </pc:spChg>
        <pc:spChg chg="add mod">
          <ac:chgData name="Hironari Yamada" userId="e57621f8-ec3c-449e-bb19-001fffcc008e" providerId="ADAL" clId="{BC0BD879-F267-5CCA-8DEA-E3B2DD07DA4E}" dt="2026-06-01T05:59:56.291" v="4783" actId="20577"/>
          <ac:spMkLst>
            <pc:docMk/>
            <pc:sldMk cId="1186077149" sldId="279"/>
            <ac:spMk id="19" creationId="{FAA68399-6EEB-C055-FF3F-7965DC5A6863}"/>
          </ac:spMkLst>
        </pc:spChg>
        <pc:spChg chg="add mod">
          <ac:chgData name="Hironari Yamada" userId="e57621f8-ec3c-449e-bb19-001fffcc008e" providerId="ADAL" clId="{BC0BD879-F267-5CCA-8DEA-E3B2DD07DA4E}" dt="2026-06-01T05:59:31.657" v="4719" actId="14100"/>
          <ac:spMkLst>
            <pc:docMk/>
            <pc:sldMk cId="1186077149" sldId="279"/>
            <ac:spMk id="20" creationId="{76C3BEBA-7C28-556D-BA7E-A20BE2CBA026}"/>
          </ac:spMkLst>
        </pc:spChg>
        <pc:spChg chg="add mod">
          <ac:chgData name="Hironari Yamada" userId="e57621f8-ec3c-449e-bb19-001fffcc008e" providerId="ADAL" clId="{BC0BD879-F267-5CCA-8DEA-E3B2DD07DA4E}" dt="2026-06-01T06:00:02.857" v="4785" actId="1076"/>
          <ac:spMkLst>
            <pc:docMk/>
            <pc:sldMk cId="1186077149" sldId="279"/>
            <ac:spMk id="21" creationId="{207B46F6-83A6-23B3-BF36-8593616CFC92}"/>
          </ac:spMkLst>
        </pc:spChg>
        <pc:spChg chg="add mod">
          <ac:chgData name="Hironari Yamada" userId="e57621f8-ec3c-449e-bb19-001fffcc008e" providerId="ADAL" clId="{BC0BD879-F267-5CCA-8DEA-E3B2DD07DA4E}" dt="2026-06-01T06:00:20.953" v="4864" actId="20577"/>
          <ac:spMkLst>
            <pc:docMk/>
            <pc:sldMk cId="1186077149" sldId="279"/>
            <ac:spMk id="22" creationId="{9ACA3D38-2EEC-7E89-7002-609F56DCAEF5}"/>
          </ac:spMkLst>
        </pc:spChg>
        <pc:spChg chg="add mod">
          <ac:chgData name="Hironari Yamada" userId="e57621f8-ec3c-449e-bb19-001fffcc008e" providerId="ADAL" clId="{BC0BD879-F267-5CCA-8DEA-E3B2DD07DA4E}" dt="2026-06-01T06:00:47.046" v="4868" actId="14100"/>
          <ac:spMkLst>
            <pc:docMk/>
            <pc:sldMk cId="1186077149" sldId="279"/>
            <ac:spMk id="23" creationId="{1B37750F-01BD-0E4F-0698-CA53A72883C6}"/>
          </ac:spMkLst>
        </pc:spChg>
        <pc:spChg chg="add mod">
          <ac:chgData name="Hironari Yamada" userId="e57621f8-ec3c-449e-bb19-001fffcc008e" providerId="ADAL" clId="{BC0BD879-F267-5CCA-8DEA-E3B2DD07DA4E}" dt="2026-06-01T06:00:57.459" v="4891" actId="20577"/>
          <ac:spMkLst>
            <pc:docMk/>
            <pc:sldMk cId="1186077149" sldId="279"/>
            <ac:spMk id="24" creationId="{D5EABFA6-24EB-FE5B-E6E9-9ED7894A67E6}"/>
          </ac:spMkLst>
        </pc:spChg>
        <pc:picChg chg="del">
          <ac:chgData name="Hironari Yamada" userId="e57621f8-ec3c-449e-bb19-001fffcc008e" providerId="ADAL" clId="{BC0BD879-F267-5CCA-8DEA-E3B2DD07DA4E}" dt="2026-06-01T05:53:04.692" v="4411" actId="478"/>
          <ac:picMkLst>
            <pc:docMk/>
            <pc:sldMk cId="1186077149" sldId="279"/>
            <ac:picMk id="8" creationId="{00000000-0000-0000-0000-000000000000}"/>
          </ac:picMkLst>
        </pc:picChg>
        <pc:picChg chg="add mod">
          <ac:chgData name="Hironari Yamada" userId="e57621f8-ec3c-449e-bb19-001fffcc008e" providerId="ADAL" clId="{BC0BD879-F267-5CCA-8DEA-E3B2DD07DA4E}" dt="2026-06-01T05:57:10.687" v="4422" actId="14100"/>
          <ac:picMkLst>
            <pc:docMk/>
            <pc:sldMk cId="1186077149" sldId="279"/>
            <ac:picMk id="12" creationId="{623AE905-BDF5-D658-8C84-EEC5EE13A2FB}"/>
          </ac:picMkLst>
        </pc:picChg>
      </pc:sldChg>
      <pc:sldChg chg="addSp delSp modSp mod">
        <pc:chgData name="Hironari Yamada" userId="e57621f8-ec3c-449e-bb19-001fffcc008e" providerId="ADAL" clId="{BC0BD879-F267-5CCA-8DEA-E3B2DD07DA4E}" dt="2026-06-01T06:43:48.517" v="5441" actId="20577"/>
        <pc:sldMkLst>
          <pc:docMk/>
          <pc:sldMk cId="1186077149" sldId="280"/>
        </pc:sldMkLst>
        <pc:spChg chg="del">
          <ac:chgData name="Hironari Yamada" userId="e57621f8-ec3c-449e-bb19-001fffcc008e" providerId="ADAL" clId="{BC0BD879-F267-5CCA-8DEA-E3B2DD07DA4E}" dt="2026-06-01T06:43:22.778" v="5419" actId="478"/>
          <ac:spMkLst>
            <pc:docMk/>
            <pc:sldMk cId="1186077149" sldId="280"/>
            <ac:spMk id="3" creationId="{52F32CC4-693F-4AEB-805E-016565D902F0}"/>
          </ac:spMkLst>
        </pc:spChg>
        <pc:spChg chg="mod">
          <ac:chgData name="Hironari Yamada" userId="e57621f8-ec3c-449e-bb19-001fffcc008e" providerId="ADAL" clId="{BC0BD879-F267-5CCA-8DEA-E3B2DD07DA4E}" dt="2026-06-01T06:42:57.485" v="5417" actId="20577"/>
          <ac:spMkLst>
            <pc:docMk/>
            <pc:sldMk cId="1186077149" sldId="280"/>
            <ac:spMk id="5" creationId="{D982F5D5-EE7E-4F7F-B6DC-CE068860F11A}"/>
          </ac:spMkLst>
        </pc:spChg>
        <pc:spChg chg="del">
          <ac:chgData name="Hironari Yamada" userId="e57621f8-ec3c-449e-bb19-001fffcc008e" providerId="ADAL" clId="{BC0BD879-F267-5CCA-8DEA-E3B2DD07DA4E}" dt="2026-06-01T06:32:17.955" v="5057" actId="478"/>
          <ac:spMkLst>
            <pc:docMk/>
            <pc:sldMk cId="1186077149" sldId="280"/>
            <ac:spMk id="6" creationId="{0563E359-7B5B-43AB-8FA8-AA40F3936CDA}"/>
          </ac:spMkLst>
        </pc:spChg>
        <pc:spChg chg="del">
          <ac:chgData name="Hironari Yamada" userId="e57621f8-ec3c-449e-bb19-001fffcc008e" providerId="ADAL" clId="{BC0BD879-F267-5CCA-8DEA-E3B2DD07DA4E}" dt="2026-06-01T06:32:21.014" v="5059" actId="478"/>
          <ac:spMkLst>
            <pc:docMk/>
            <pc:sldMk cId="1186077149" sldId="280"/>
            <ac:spMk id="8" creationId="{DFB6553E-2190-44EF-9654-203587474AAC}"/>
          </ac:spMkLst>
        </pc:spChg>
        <pc:spChg chg="del">
          <ac:chgData name="Hironari Yamada" userId="e57621f8-ec3c-449e-bb19-001fffcc008e" providerId="ADAL" clId="{BC0BD879-F267-5CCA-8DEA-E3B2DD07DA4E}" dt="2026-06-01T06:43:22.778" v="5419" actId="478"/>
          <ac:spMkLst>
            <pc:docMk/>
            <pc:sldMk cId="1186077149" sldId="280"/>
            <ac:spMk id="9" creationId="{7D998321-CB7B-4D0E-BFAB-04B545AF3DA6}"/>
          </ac:spMkLst>
        </pc:spChg>
        <pc:spChg chg="add mod">
          <ac:chgData name="Hironari Yamada" userId="e57621f8-ec3c-449e-bb19-001fffcc008e" providerId="ADAL" clId="{BC0BD879-F267-5CCA-8DEA-E3B2DD07DA4E}" dt="2026-06-01T06:32:21.503" v="5060"/>
          <ac:spMkLst>
            <pc:docMk/>
            <pc:sldMk cId="1186077149" sldId="280"/>
            <ac:spMk id="11" creationId="{6E805FCE-2E88-F96A-F86E-688096483056}"/>
          </ac:spMkLst>
        </pc:spChg>
        <pc:spChg chg="add mod">
          <ac:chgData name="Hironari Yamada" userId="e57621f8-ec3c-449e-bb19-001fffcc008e" providerId="ADAL" clId="{BC0BD879-F267-5CCA-8DEA-E3B2DD07DA4E}" dt="2026-06-01T06:40:51.199" v="5068" actId="14100"/>
          <ac:spMkLst>
            <pc:docMk/>
            <pc:sldMk cId="1186077149" sldId="280"/>
            <ac:spMk id="13" creationId="{4E1D2F9E-58B8-2248-A9F3-C4E08815327C}"/>
          </ac:spMkLst>
        </pc:spChg>
        <pc:spChg chg="add mod">
          <ac:chgData name="Hironari Yamada" userId="e57621f8-ec3c-449e-bb19-001fffcc008e" providerId="ADAL" clId="{BC0BD879-F267-5CCA-8DEA-E3B2DD07DA4E}" dt="2026-06-01T06:43:41.509" v="5426" actId="1076"/>
          <ac:spMkLst>
            <pc:docMk/>
            <pc:sldMk cId="1186077149" sldId="280"/>
            <ac:spMk id="14" creationId="{115B267E-CC71-CDC4-2B1B-387F2B3B3F45}"/>
          </ac:spMkLst>
        </pc:spChg>
        <pc:spChg chg="add mod">
          <ac:chgData name="Hironari Yamada" userId="e57621f8-ec3c-449e-bb19-001fffcc008e" providerId="ADAL" clId="{BC0BD879-F267-5CCA-8DEA-E3B2DD07DA4E}" dt="2026-06-01T06:42:20.078" v="5361" actId="20577"/>
          <ac:spMkLst>
            <pc:docMk/>
            <pc:sldMk cId="1186077149" sldId="280"/>
            <ac:spMk id="15" creationId="{60F55D23-442B-9089-40E7-7478BA04F1F0}"/>
          </ac:spMkLst>
        </pc:spChg>
        <pc:spChg chg="add del mod">
          <ac:chgData name="Hironari Yamada" userId="e57621f8-ec3c-449e-bb19-001fffcc008e" providerId="ADAL" clId="{BC0BD879-F267-5CCA-8DEA-E3B2DD07DA4E}" dt="2026-06-01T06:42:27.292" v="5364" actId="478"/>
          <ac:spMkLst>
            <pc:docMk/>
            <pc:sldMk cId="1186077149" sldId="280"/>
            <ac:spMk id="16" creationId="{A839D961-9687-8CDD-BF24-92D1E02319A7}"/>
          </ac:spMkLst>
        </pc:spChg>
        <pc:spChg chg="add mod">
          <ac:chgData name="Hironari Yamada" userId="e57621f8-ec3c-449e-bb19-001fffcc008e" providerId="ADAL" clId="{BC0BD879-F267-5CCA-8DEA-E3B2DD07DA4E}" dt="2026-06-01T06:43:48.517" v="5441" actId="20577"/>
          <ac:spMkLst>
            <pc:docMk/>
            <pc:sldMk cId="1186077149" sldId="280"/>
            <ac:spMk id="17" creationId="{A8B76A82-1247-5E63-1237-4818117FE1FB}"/>
          </ac:spMkLst>
        </pc:spChg>
        <pc:picChg chg="del">
          <ac:chgData name="Hironari Yamada" userId="e57621f8-ec3c-449e-bb19-001fffcc008e" providerId="ADAL" clId="{BC0BD879-F267-5CCA-8DEA-E3B2DD07DA4E}" dt="2026-06-01T06:32:19.122" v="5058" actId="478"/>
          <ac:picMkLst>
            <pc:docMk/>
            <pc:sldMk cId="1186077149" sldId="280"/>
            <ac:picMk id="7" creationId="{00000000-0000-0000-0000-000000000000}"/>
          </ac:picMkLst>
        </pc:picChg>
        <pc:picChg chg="add mod">
          <ac:chgData name="Hironari Yamada" userId="e57621f8-ec3c-449e-bb19-001fffcc008e" providerId="ADAL" clId="{BC0BD879-F267-5CCA-8DEA-E3B2DD07DA4E}" dt="2026-06-01T06:43:36.434" v="5425" actId="1076"/>
          <ac:picMkLst>
            <pc:docMk/>
            <pc:sldMk cId="1186077149" sldId="280"/>
            <ac:picMk id="12" creationId="{8B732A3B-0B29-4AD7-AC5D-2D7D7EB3A881}"/>
          </ac:picMkLst>
        </pc:picChg>
      </pc:sldChg>
      <pc:sldChg chg="addSp delSp modSp mod">
        <pc:chgData name="Hironari Yamada" userId="e57621f8-ec3c-449e-bb19-001fffcc008e" providerId="ADAL" clId="{BC0BD879-F267-5CCA-8DEA-E3B2DD07DA4E}" dt="2026-06-01T06:45:10.613" v="5547" actId="20577"/>
        <pc:sldMkLst>
          <pc:docMk/>
          <pc:sldMk cId="1186077149" sldId="281"/>
        </pc:sldMkLst>
        <pc:spChg chg="del">
          <ac:chgData name="Hironari Yamada" userId="e57621f8-ec3c-449e-bb19-001fffcc008e" providerId="ADAL" clId="{BC0BD879-F267-5CCA-8DEA-E3B2DD07DA4E}" dt="2026-06-01T06:43:28.613" v="5420" actId="478"/>
          <ac:spMkLst>
            <pc:docMk/>
            <pc:sldMk cId="1186077149" sldId="281"/>
            <ac:spMk id="3" creationId="{3A64B493-4ED4-464B-8D3F-9FD859EAFCCE}"/>
          </ac:spMkLst>
        </pc:spChg>
        <pc:spChg chg="mod">
          <ac:chgData name="Hironari Yamada" userId="e57621f8-ec3c-449e-bb19-001fffcc008e" providerId="ADAL" clId="{BC0BD879-F267-5CCA-8DEA-E3B2DD07DA4E}" dt="2026-06-01T06:43:18.333" v="5418" actId="14100"/>
          <ac:spMkLst>
            <pc:docMk/>
            <pc:sldMk cId="1186077149" sldId="281"/>
            <ac:spMk id="5" creationId="{FFD9B11B-CD5E-4B3E-A472-BA5512821D6A}"/>
          </ac:spMkLst>
        </pc:spChg>
        <pc:spChg chg="mod">
          <ac:chgData name="Hironari Yamada" userId="e57621f8-ec3c-449e-bb19-001fffcc008e" providerId="ADAL" clId="{BC0BD879-F267-5CCA-8DEA-E3B2DD07DA4E}" dt="2026-06-01T06:44:13.713" v="5449" actId="14100"/>
          <ac:spMkLst>
            <pc:docMk/>
            <pc:sldMk cId="1186077149" sldId="281"/>
            <ac:spMk id="6" creationId="{1886B38F-0D84-4041-AF7C-38A7CF9E034F}"/>
          </ac:spMkLst>
        </pc:spChg>
        <pc:spChg chg="del mod">
          <ac:chgData name="Hironari Yamada" userId="e57621f8-ec3c-449e-bb19-001fffcc008e" providerId="ADAL" clId="{BC0BD879-F267-5CCA-8DEA-E3B2DD07DA4E}" dt="2026-06-01T06:44:10.661" v="5448" actId="478"/>
          <ac:spMkLst>
            <pc:docMk/>
            <pc:sldMk cId="1186077149" sldId="281"/>
            <ac:spMk id="8" creationId="{4CE02023-1405-431B-BD20-219D37FF153F}"/>
          </ac:spMkLst>
        </pc:spChg>
        <pc:spChg chg="del">
          <ac:chgData name="Hironari Yamada" userId="e57621f8-ec3c-449e-bb19-001fffcc008e" providerId="ADAL" clId="{BC0BD879-F267-5CCA-8DEA-E3B2DD07DA4E}" dt="2026-06-01T06:43:28.613" v="5420" actId="478"/>
          <ac:spMkLst>
            <pc:docMk/>
            <pc:sldMk cId="1186077149" sldId="281"/>
            <ac:spMk id="9" creationId="{0B8BFF73-31C1-4280-88A3-AB3A2C065541}"/>
          </ac:spMkLst>
        </pc:spChg>
        <pc:spChg chg="add del mod">
          <ac:chgData name="Hironari Yamada" userId="e57621f8-ec3c-449e-bb19-001fffcc008e" providerId="ADAL" clId="{BC0BD879-F267-5CCA-8DEA-E3B2DD07DA4E}" dt="2026-06-01T06:43:33.701" v="5423"/>
          <ac:spMkLst>
            <pc:docMk/>
            <pc:sldMk cId="1186077149" sldId="281"/>
            <ac:spMk id="11" creationId="{1E0A3399-2668-7819-62AB-926AFBD0F6B9}"/>
          </ac:spMkLst>
        </pc:spChg>
        <pc:spChg chg="add mod">
          <ac:chgData name="Hironari Yamada" userId="e57621f8-ec3c-449e-bb19-001fffcc008e" providerId="ADAL" clId="{BC0BD879-F267-5CCA-8DEA-E3B2DD07DA4E}" dt="2026-06-01T06:44:28.300" v="5455" actId="14100"/>
          <ac:spMkLst>
            <pc:docMk/>
            <pc:sldMk cId="1186077149" sldId="281"/>
            <ac:spMk id="12" creationId="{DF1883F0-7271-E679-6E1E-D73E3AB66D76}"/>
          </ac:spMkLst>
        </pc:spChg>
        <pc:spChg chg="add mod">
          <ac:chgData name="Hironari Yamada" userId="e57621f8-ec3c-449e-bb19-001fffcc008e" providerId="ADAL" clId="{BC0BD879-F267-5CCA-8DEA-E3B2DD07DA4E}" dt="2026-06-01T06:44:51.501" v="5507" actId="14100"/>
          <ac:spMkLst>
            <pc:docMk/>
            <pc:sldMk cId="1186077149" sldId="281"/>
            <ac:spMk id="13" creationId="{5AD323D3-217D-3891-94C8-4F1ECA8A23C9}"/>
          </ac:spMkLst>
        </pc:spChg>
        <pc:spChg chg="add mod">
          <ac:chgData name="Hironari Yamada" userId="e57621f8-ec3c-449e-bb19-001fffcc008e" providerId="ADAL" clId="{BC0BD879-F267-5CCA-8DEA-E3B2DD07DA4E}" dt="2026-06-01T06:44:58.278" v="5510" actId="14100"/>
          <ac:spMkLst>
            <pc:docMk/>
            <pc:sldMk cId="1186077149" sldId="281"/>
            <ac:spMk id="14" creationId="{0220AEB6-A3DB-90E5-74D5-D5A19B597EB3}"/>
          </ac:spMkLst>
        </pc:spChg>
        <pc:spChg chg="add mod">
          <ac:chgData name="Hironari Yamada" userId="e57621f8-ec3c-449e-bb19-001fffcc008e" providerId="ADAL" clId="{BC0BD879-F267-5CCA-8DEA-E3B2DD07DA4E}" dt="2026-06-01T06:45:10.613" v="5547" actId="20577"/>
          <ac:spMkLst>
            <pc:docMk/>
            <pc:sldMk cId="1186077149" sldId="281"/>
            <ac:spMk id="15" creationId="{E60108DF-59ED-E2A5-9E7F-499A3E3A75FB}"/>
          </ac:spMkLst>
        </pc:spChg>
        <pc:picChg chg="mod">
          <ac:chgData name="Hironari Yamada" userId="e57621f8-ec3c-449e-bb19-001fffcc008e" providerId="ADAL" clId="{BC0BD879-F267-5CCA-8DEA-E3B2DD07DA4E}" dt="2026-06-01T06:44:17.659" v="5451" actId="1076"/>
          <ac:picMkLst>
            <pc:docMk/>
            <pc:sldMk cId="1186077149" sldId="281"/>
            <ac:picMk id="7" creationId="{00000000-0000-0000-0000-000000000000}"/>
          </ac:picMkLst>
        </pc:picChg>
      </pc:sldChg>
      <pc:sldChg chg="addSp delSp modSp mod">
        <pc:chgData name="Hironari Yamada" userId="e57621f8-ec3c-449e-bb19-001fffcc008e" providerId="ADAL" clId="{BC0BD879-F267-5CCA-8DEA-E3B2DD07DA4E}" dt="2026-06-01T06:48:29.604" v="5563" actId="478"/>
        <pc:sldMkLst>
          <pc:docMk/>
          <pc:sldMk cId="1186077149" sldId="282"/>
        </pc:sldMkLst>
        <pc:spChg chg="del">
          <ac:chgData name="Hironari Yamada" userId="e57621f8-ec3c-449e-bb19-001fffcc008e" providerId="ADAL" clId="{BC0BD879-F267-5CCA-8DEA-E3B2DD07DA4E}" dt="2026-06-01T06:48:29.604" v="5563" actId="478"/>
          <ac:spMkLst>
            <pc:docMk/>
            <pc:sldMk cId="1186077149" sldId="282"/>
            <ac:spMk id="3" creationId="{2E3D5C1A-B6B8-4886-9D86-B4542CCFD07A}"/>
          </ac:spMkLst>
        </pc:spChg>
        <pc:spChg chg="mod">
          <ac:chgData name="Hironari Yamada" userId="e57621f8-ec3c-449e-bb19-001fffcc008e" providerId="ADAL" clId="{BC0BD879-F267-5CCA-8DEA-E3B2DD07DA4E}" dt="2026-06-01T06:46:24.002" v="5552" actId="403"/>
          <ac:spMkLst>
            <pc:docMk/>
            <pc:sldMk cId="1186077149" sldId="282"/>
            <ac:spMk id="6" creationId="{697EA0BA-0137-4742-ADEE-92D9C566A296}"/>
          </ac:spMkLst>
        </pc:spChg>
        <pc:spChg chg="mod">
          <ac:chgData name="Hironari Yamada" userId="e57621f8-ec3c-449e-bb19-001fffcc008e" providerId="ADAL" clId="{BC0BD879-F267-5CCA-8DEA-E3B2DD07DA4E}" dt="2026-06-01T06:46:24.002" v="5552" actId="403"/>
          <ac:spMkLst>
            <pc:docMk/>
            <pc:sldMk cId="1186077149" sldId="282"/>
            <ac:spMk id="7" creationId="{CCD1D91A-AE96-44D5-8194-616D55D66D0F}"/>
          </ac:spMkLst>
        </pc:spChg>
        <pc:spChg chg="mod">
          <ac:chgData name="Hironari Yamada" userId="e57621f8-ec3c-449e-bb19-001fffcc008e" providerId="ADAL" clId="{BC0BD879-F267-5CCA-8DEA-E3B2DD07DA4E}" dt="2026-06-01T06:46:24.002" v="5552" actId="403"/>
          <ac:spMkLst>
            <pc:docMk/>
            <pc:sldMk cId="1186077149" sldId="282"/>
            <ac:spMk id="8" creationId="{18D4159C-9994-40D1-8CA2-3F4F4393D750}"/>
          </ac:spMkLst>
        </pc:spChg>
        <pc:spChg chg="mod">
          <ac:chgData name="Hironari Yamada" userId="e57621f8-ec3c-449e-bb19-001fffcc008e" providerId="ADAL" clId="{BC0BD879-F267-5CCA-8DEA-E3B2DD07DA4E}" dt="2026-06-01T06:46:24.002" v="5552" actId="403"/>
          <ac:spMkLst>
            <pc:docMk/>
            <pc:sldMk cId="1186077149" sldId="282"/>
            <ac:spMk id="9" creationId="{81BAC3BF-5AC4-4334-8A4A-F0EBD1276847}"/>
          </ac:spMkLst>
        </pc:spChg>
        <pc:spChg chg="mod">
          <ac:chgData name="Hironari Yamada" userId="e57621f8-ec3c-449e-bb19-001fffcc008e" providerId="ADAL" clId="{BC0BD879-F267-5CCA-8DEA-E3B2DD07DA4E}" dt="2026-06-01T06:46:24.002" v="5552" actId="403"/>
          <ac:spMkLst>
            <pc:docMk/>
            <pc:sldMk cId="1186077149" sldId="282"/>
            <ac:spMk id="10" creationId="{2CAE9A90-78BD-48D4-9BA8-9F9A857FB99C}"/>
          </ac:spMkLst>
        </pc:spChg>
        <pc:spChg chg="mod">
          <ac:chgData name="Hironari Yamada" userId="e57621f8-ec3c-449e-bb19-001fffcc008e" providerId="ADAL" clId="{BC0BD879-F267-5CCA-8DEA-E3B2DD07DA4E}" dt="2026-06-01T06:46:15.920" v="5548" actId="14100"/>
          <ac:spMkLst>
            <pc:docMk/>
            <pc:sldMk cId="1186077149" sldId="282"/>
            <ac:spMk id="11" creationId="{579E5B2F-552D-455D-99C4-88C1CA77F40E}"/>
          </ac:spMkLst>
        </pc:spChg>
        <pc:spChg chg="mod">
          <ac:chgData name="Hironari Yamada" userId="e57621f8-ec3c-449e-bb19-001fffcc008e" providerId="ADAL" clId="{BC0BD879-F267-5CCA-8DEA-E3B2DD07DA4E}" dt="2026-06-01T06:46:27.980" v="5553" actId="1076"/>
          <ac:spMkLst>
            <pc:docMk/>
            <pc:sldMk cId="1186077149" sldId="282"/>
            <ac:spMk id="13" creationId="{838CB54F-21CE-4631-A0CF-DB45B43B266A}"/>
          </ac:spMkLst>
        </pc:spChg>
        <pc:spChg chg="del">
          <ac:chgData name="Hironari Yamada" userId="e57621f8-ec3c-449e-bb19-001fffcc008e" providerId="ADAL" clId="{BC0BD879-F267-5CCA-8DEA-E3B2DD07DA4E}" dt="2026-06-01T06:48:29.604" v="5563" actId="478"/>
          <ac:spMkLst>
            <pc:docMk/>
            <pc:sldMk cId="1186077149" sldId="282"/>
            <ac:spMk id="14" creationId="{3E828818-2279-41BA-B50C-4E2A28E01DEA}"/>
          </ac:spMkLst>
        </pc:spChg>
        <pc:spChg chg="add mod">
          <ac:chgData name="Hironari Yamada" userId="e57621f8-ec3c-449e-bb19-001fffcc008e" providerId="ADAL" clId="{BC0BD879-F267-5CCA-8DEA-E3B2DD07DA4E}" dt="2026-06-01T06:46:44.185" v="5559" actId="14100"/>
          <ac:spMkLst>
            <pc:docMk/>
            <pc:sldMk cId="1186077149" sldId="282"/>
            <ac:spMk id="16" creationId="{129B808B-471D-32D6-9E85-5C974A1F03CC}"/>
          </ac:spMkLst>
        </pc:spChg>
        <pc:spChg chg="add mod">
          <ac:chgData name="Hironari Yamada" userId="e57621f8-ec3c-449e-bb19-001fffcc008e" providerId="ADAL" clId="{BC0BD879-F267-5CCA-8DEA-E3B2DD07DA4E}" dt="2026-06-01T06:46:49.505" v="5562" actId="20577"/>
          <ac:spMkLst>
            <pc:docMk/>
            <pc:sldMk cId="1186077149" sldId="282"/>
            <ac:spMk id="17" creationId="{6BB271BC-D687-B853-1C6D-374DD255A124}"/>
          </ac:spMkLst>
        </pc:spChg>
        <pc:picChg chg="mod">
          <ac:chgData name="Hironari Yamada" userId="e57621f8-ec3c-449e-bb19-001fffcc008e" providerId="ADAL" clId="{BC0BD879-F267-5CCA-8DEA-E3B2DD07DA4E}" dt="2026-06-01T06:46:33.201" v="5556" actId="1076"/>
          <ac:picMkLst>
            <pc:docMk/>
            <pc:sldMk cId="1186077149" sldId="282"/>
            <ac:picMk id="12" creationId="{00000000-0000-0000-0000-000000000000}"/>
          </ac:picMkLst>
        </pc:picChg>
      </pc:sldChg>
      <pc:sldChg chg="delSp mod">
        <pc:chgData name="Hironari Yamada" userId="e57621f8-ec3c-449e-bb19-001fffcc008e" providerId="ADAL" clId="{BC0BD879-F267-5CCA-8DEA-E3B2DD07DA4E}" dt="2026-06-01T06:48:34.841" v="5564" actId="478"/>
        <pc:sldMkLst>
          <pc:docMk/>
          <pc:sldMk cId="1186077149" sldId="283"/>
        </pc:sldMkLst>
        <pc:spChg chg="del">
          <ac:chgData name="Hironari Yamada" userId="e57621f8-ec3c-449e-bb19-001fffcc008e" providerId="ADAL" clId="{BC0BD879-F267-5CCA-8DEA-E3B2DD07DA4E}" dt="2026-06-01T06:48:34.841" v="5564" actId="478"/>
          <ac:spMkLst>
            <pc:docMk/>
            <pc:sldMk cId="1186077149" sldId="283"/>
            <ac:spMk id="3" creationId="{55E18F73-1144-4751-8058-A7DED3627BC2}"/>
          </ac:spMkLst>
        </pc:spChg>
        <pc:spChg chg="del">
          <ac:chgData name="Hironari Yamada" userId="e57621f8-ec3c-449e-bb19-001fffcc008e" providerId="ADAL" clId="{BC0BD879-F267-5CCA-8DEA-E3B2DD07DA4E}" dt="2026-06-01T06:48:34.841" v="5564" actId="478"/>
          <ac:spMkLst>
            <pc:docMk/>
            <pc:sldMk cId="1186077149" sldId="283"/>
            <ac:spMk id="10" creationId="{147666BE-B37E-477B-AE0A-79CB39D960A2}"/>
          </ac:spMkLst>
        </pc:spChg>
      </pc:sldChg>
      <pc:sldChg chg="addSp delSp modSp mod">
        <pc:chgData name="Hironari Yamada" userId="e57621f8-ec3c-449e-bb19-001fffcc008e" providerId="ADAL" clId="{BC0BD879-F267-5CCA-8DEA-E3B2DD07DA4E}" dt="2026-06-01T07:26:15.613" v="7130" actId="14100"/>
        <pc:sldMkLst>
          <pc:docMk/>
          <pc:sldMk cId="1186077149" sldId="284"/>
        </pc:sldMkLst>
        <pc:spChg chg="del">
          <ac:chgData name="Hironari Yamada" userId="e57621f8-ec3c-449e-bb19-001fffcc008e" providerId="ADAL" clId="{BC0BD879-F267-5CCA-8DEA-E3B2DD07DA4E}" dt="2026-06-01T06:49:37.231" v="5696" actId="478"/>
          <ac:spMkLst>
            <pc:docMk/>
            <pc:sldMk cId="1186077149" sldId="284"/>
            <ac:spMk id="3" creationId="{F853D9C1-AFDD-4E37-85CF-377D59A08E73}"/>
          </ac:spMkLst>
        </pc:spChg>
        <pc:spChg chg="mod">
          <ac:chgData name="Hironari Yamada" userId="e57621f8-ec3c-449e-bb19-001fffcc008e" providerId="ADAL" clId="{BC0BD879-F267-5CCA-8DEA-E3B2DD07DA4E}" dt="2026-06-01T06:49:02.062" v="5689" actId="14100"/>
          <ac:spMkLst>
            <pc:docMk/>
            <pc:sldMk cId="1186077149" sldId="284"/>
            <ac:spMk id="5" creationId="{F9B775E7-4E64-45DD-8C26-42077C4E906F}"/>
          </ac:spMkLst>
        </pc:spChg>
        <pc:spChg chg="del">
          <ac:chgData name="Hironari Yamada" userId="e57621f8-ec3c-449e-bb19-001fffcc008e" providerId="ADAL" clId="{BC0BD879-F267-5CCA-8DEA-E3B2DD07DA4E}" dt="2026-06-01T06:49:09.613" v="5690" actId="478"/>
          <ac:spMkLst>
            <pc:docMk/>
            <pc:sldMk cId="1186077149" sldId="284"/>
            <ac:spMk id="6" creationId="{ACCA819E-45F0-4F31-AF20-E3AC1CA6DF7E}"/>
          </ac:spMkLst>
        </pc:spChg>
        <pc:spChg chg="del">
          <ac:chgData name="Hironari Yamada" userId="e57621f8-ec3c-449e-bb19-001fffcc008e" providerId="ADAL" clId="{BC0BD879-F267-5CCA-8DEA-E3B2DD07DA4E}" dt="2026-06-01T06:49:09.613" v="5690" actId="478"/>
          <ac:spMkLst>
            <pc:docMk/>
            <pc:sldMk cId="1186077149" sldId="284"/>
            <ac:spMk id="7" creationId="{67C837FB-4A51-4310-ADBE-1E0F6C23095C}"/>
          </ac:spMkLst>
        </pc:spChg>
        <pc:spChg chg="del">
          <ac:chgData name="Hironari Yamada" userId="e57621f8-ec3c-449e-bb19-001fffcc008e" providerId="ADAL" clId="{BC0BD879-F267-5CCA-8DEA-E3B2DD07DA4E}" dt="2026-06-01T06:49:09.613" v="5690" actId="478"/>
          <ac:spMkLst>
            <pc:docMk/>
            <pc:sldMk cId="1186077149" sldId="284"/>
            <ac:spMk id="8" creationId="{1F213581-68F4-49C5-97AD-1CB36E4320A2}"/>
          </ac:spMkLst>
        </pc:spChg>
        <pc:spChg chg="del">
          <ac:chgData name="Hironari Yamada" userId="e57621f8-ec3c-449e-bb19-001fffcc008e" providerId="ADAL" clId="{BC0BD879-F267-5CCA-8DEA-E3B2DD07DA4E}" dt="2026-06-01T06:49:09.613" v="5690" actId="478"/>
          <ac:spMkLst>
            <pc:docMk/>
            <pc:sldMk cId="1186077149" sldId="284"/>
            <ac:spMk id="9" creationId="{BE96196F-C900-46B5-85A2-615ADEB3C46D}"/>
          </ac:spMkLst>
        </pc:spChg>
        <pc:spChg chg="del">
          <ac:chgData name="Hironari Yamada" userId="e57621f8-ec3c-449e-bb19-001fffcc008e" providerId="ADAL" clId="{BC0BD879-F267-5CCA-8DEA-E3B2DD07DA4E}" dt="2026-06-01T06:49:09.613" v="5690" actId="478"/>
          <ac:spMkLst>
            <pc:docMk/>
            <pc:sldMk cId="1186077149" sldId="284"/>
            <ac:spMk id="10" creationId="{2498050B-D226-45B6-BA7A-0E33C65DC8CF}"/>
          </ac:spMkLst>
        </pc:spChg>
        <pc:spChg chg="mod">
          <ac:chgData name="Hironari Yamada" userId="e57621f8-ec3c-449e-bb19-001fffcc008e" providerId="ADAL" clId="{BC0BD879-F267-5CCA-8DEA-E3B2DD07DA4E}" dt="2026-06-01T07:26:15.613" v="7130" actId="14100"/>
          <ac:spMkLst>
            <pc:docMk/>
            <pc:sldMk cId="1186077149" sldId="284"/>
            <ac:spMk id="11" creationId="{20571BCD-B458-49B1-B7B6-6D9DC93ECE06}"/>
          </ac:spMkLst>
        </pc:spChg>
        <pc:spChg chg="del mod">
          <ac:chgData name="Hironari Yamada" userId="e57621f8-ec3c-449e-bb19-001fffcc008e" providerId="ADAL" clId="{BC0BD879-F267-5CCA-8DEA-E3B2DD07DA4E}" dt="2026-06-01T06:49:32.849" v="5695" actId="478"/>
          <ac:spMkLst>
            <pc:docMk/>
            <pc:sldMk cId="1186077149" sldId="284"/>
            <ac:spMk id="13" creationId="{CBF28EAB-C0C1-41CA-BFB5-6C4BC66D871C}"/>
          </ac:spMkLst>
        </pc:spChg>
        <pc:spChg chg="del">
          <ac:chgData name="Hironari Yamada" userId="e57621f8-ec3c-449e-bb19-001fffcc008e" providerId="ADAL" clId="{BC0BD879-F267-5CCA-8DEA-E3B2DD07DA4E}" dt="2026-06-01T06:49:37.231" v="5696" actId="478"/>
          <ac:spMkLst>
            <pc:docMk/>
            <pc:sldMk cId="1186077149" sldId="284"/>
            <ac:spMk id="14" creationId="{6AC72753-F23A-4798-B7AC-EA9D29BA9D41}"/>
          </ac:spMkLst>
        </pc:spChg>
        <pc:spChg chg="add mod">
          <ac:chgData name="Hironari Yamada" userId="e57621f8-ec3c-449e-bb19-001fffcc008e" providerId="ADAL" clId="{BC0BD879-F267-5CCA-8DEA-E3B2DD07DA4E}" dt="2026-06-01T06:50:11.439" v="5700" actId="1076"/>
          <ac:spMkLst>
            <pc:docMk/>
            <pc:sldMk cId="1186077149" sldId="284"/>
            <ac:spMk id="17" creationId="{BE7359C7-F666-0FB1-AA97-9F1BFC85CF4D}"/>
          </ac:spMkLst>
        </pc:spChg>
        <pc:spChg chg="add mod">
          <ac:chgData name="Hironari Yamada" userId="e57621f8-ec3c-449e-bb19-001fffcc008e" providerId="ADAL" clId="{BC0BD879-F267-5CCA-8DEA-E3B2DD07DA4E}" dt="2026-06-01T06:50:31.191" v="5735" actId="20577"/>
          <ac:spMkLst>
            <pc:docMk/>
            <pc:sldMk cId="1186077149" sldId="284"/>
            <ac:spMk id="18" creationId="{31534194-43B3-0EE7-19FF-B6062B60EAD7}"/>
          </ac:spMkLst>
        </pc:spChg>
        <pc:spChg chg="add mod">
          <ac:chgData name="Hironari Yamada" userId="e57621f8-ec3c-449e-bb19-001fffcc008e" providerId="ADAL" clId="{BC0BD879-F267-5CCA-8DEA-E3B2DD07DA4E}" dt="2026-06-01T06:52:09.294" v="5741" actId="14100"/>
          <ac:spMkLst>
            <pc:docMk/>
            <pc:sldMk cId="1186077149" sldId="284"/>
            <ac:spMk id="20" creationId="{03BAE2DF-B79E-087C-8678-6DEF52A01682}"/>
          </ac:spMkLst>
        </pc:spChg>
        <pc:spChg chg="add mod">
          <ac:chgData name="Hironari Yamada" userId="e57621f8-ec3c-449e-bb19-001fffcc008e" providerId="ADAL" clId="{BC0BD879-F267-5CCA-8DEA-E3B2DD07DA4E}" dt="2026-06-01T06:52:21.238" v="5785" actId="20577"/>
          <ac:spMkLst>
            <pc:docMk/>
            <pc:sldMk cId="1186077149" sldId="284"/>
            <ac:spMk id="21" creationId="{0DBE2BD3-96F1-E386-D298-BF6D2A2D0721}"/>
          </ac:spMkLst>
        </pc:spChg>
        <pc:picChg chg="del mod">
          <ac:chgData name="Hironari Yamada" userId="e57621f8-ec3c-449e-bb19-001fffcc008e" providerId="ADAL" clId="{BC0BD879-F267-5CCA-8DEA-E3B2DD07DA4E}" dt="2026-06-01T06:49:29.388" v="5694" actId="478"/>
          <ac:picMkLst>
            <pc:docMk/>
            <pc:sldMk cId="1186077149" sldId="284"/>
            <ac:picMk id="12" creationId="{00000000-0000-0000-0000-000000000000}"/>
          </ac:picMkLst>
        </pc:picChg>
        <pc:picChg chg="add mod">
          <ac:chgData name="Hironari Yamada" userId="e57621f8-ec3c-449e-bb19-001fffcc008e" providerId="ADAL" clId="{BC0BD879-F267-5CCA-8DEA-E3B2DD07DA4E}" dt="2026-06-01T06:50:06.786" v="5699" actId="14100"/>
          <ac:picMkLst>
            <pc:docMk/>
            <pc:sldMk cId="1186077149" sldId="284"/>
            <ac:picMk id="16" creationId="{66B8C380-A0D9-A82A-70B1-356F9F01E9CC}"/>
          </ac:picMkLst>
        </pc:picChg>
        <pc:picChg chg="add mod">
          <ac:chgData name="Hironari Yamada" userId="e57621f8-ec3c-449e-bb19-001fffcc008e" providerId="ADAL" clId="{BC0BD879-F267-5CCA-8DEA-E3B2DD07DA4E}" dt="2026-06-01T06:52:01.711" v="5738" actId="1076"/>
          <ac:picMkLst>
            <pc:docMk/>
            <pc:sldMk cId="1186077149" sldId="284"/>
            <ac:picMk id="19" creationId="{512995B6-797E-40A8-D43E-C4B17C7DAF2E}"/>
          </ac:picMkLst>
        </pc:picChg>
      </pc:sldChg>
      <pc:sldChg chg="del">
        <pc:chgData name="Hironari Yamada" userId="e57621f8-ec3c-449e-bb19-001fffcc008e" providerId="ADAL" clId="{BC0BD879-F267-5CCA-8DEA-E3B2DD07DA4E}" dt="2026-06-01T06:54:44.600" v="5953" actId="2696"/>
        <pc:sldMkLst>
          <pc:docMk/>
          <pc:sldMk cId="1186077149" sldId="285"/>
        </pc:sldMkLst>
      </pc:sldChg>
      <pc:sldChg chg="addSp delSp modSp mod">
        <pc:chgData name="Hironari Yamada" userId="e57621f8-ec3c-449e-bb19-001fffcc008e" providerId="ADAL" clId="{BC0BD879-F267-5CCA-8DEA-E3B2DD07DA4E}" dt="2026-06-01T07:26:02.890" v="7128" actId="478"/>
        <pc:sldMkLst>
          <pc:docMk/>
          <pc:sldMk cId="1186077149" sldId="286"/>
        </pc:sldMkLst>
        <pc:spChg chg="del">
          <ac:chgData name="Hironari Yamada" userId="e57621f8-ec3c-449e-bb19-001fffcc008e" providerId="ADAL" clId="{BC0BD879-F267-5CCA-8DEA-E3B2DD07DA4E}" dt="2026-06-01T07:26:02.890" v="7128" actId="478"/>
          <ac:spMkLst>
            <pc:docMk/>
            <pc:sldMk cId="1186077149" sldId="286"/>
            <ac:spMk id="3" creationId="{C1D345B0-B8B6-4A5D-991C-B2B46C5DBCE9}"/>
          </ac:spMkLst>
        </pc:spChg>
        <pc:spChg chg="mod">
          <ac:chgData name="Hironari Yamada" userId="e57621f8-ec3c-449e-bb19-001fffcc008e" providerId="ADAL" clId="{BC0BD879-F267-5CCA-8DEA-E3B2DD07DA4E}" dt="2026-06-01T06:57:38.173" v="6093" actId="14100"/>
          <ac:spMkLst>
            <pc:docMk/>
            <pc:sldMk cId="1186077149" sldId="286"/>
            <ac:spMk id="5" creationId="{023222F5-E81D-4F4B-AE77-84127C419AA5}"/>
          </ac:spMkLst>
        </pc:spChg>
        <pc:spChg chg="del">
          <ac:chgData name="Hironari Yamada" userId="e57621f8-ec3c-449e-bb19-001fffcc008e" providerId="ADAL" clId="{BC0BD879-F267-5CCA-8DEA-E3B2DD07DA4E}" dt="2026-06-01T06:57:33.784" v="6092" actId="478"/>
          <ac:spMkLst>
            <pc:docMk/>
            <pc:sldMk cId="1186077149" sldId="286"/>
            <ac:spMk id="6" creationId="{EDDF0304-4B2F-4C5D-A194-B2C0D1DF80A5}"/>
          </ac:spMkLst>
        </pc:spChg>
        <pc:spChg chg="del">
          <ac:chgData name="Hironari Yamada" userId="e57621f8-ec3c-449e-bb19-001fffcc008e" providerId="ADAL" clId="{BC0BD879-F267-5CCA-8DEA-E3B2DD07DA4E}" dt="2026-06-01T06:57:33.784" v="6092" actId="478"/>
          <ac:spMkLst>
            <pc:docMk/>
            <pc:sldMk cId="1186077149" sldId="286"/>
            <ac:spMk id="7" creationId="{228239B6-C4A8-4A3D-9828-1E9FA4F9A9E2}"/>
          </ac:spMkLst>
        </pc:spChg>
        <pc:spChg chg="del">
          <ac:chgData name="Hironari Yamada" userId="e57621f8-ec3c-449e-bb19-001fffcc008e" providerId="ADAL" clId="{BC0BD879-F267-5CCA-8DEA-E3B2DD07DA4E}" dt="2026-06-01T06:57:33.784" v="6092" actId="478"/>
          <ac:spMkLst>
            <pc:docMk/>
            <pc:sldMk cId="1186077149" sldId="286"/>
            <ac:spMk id="8" creationId="{56D8D7DA-8CC6-4C32-B313-FC3ADDF92B6B}"/>
          </ac:spMkLst>
        </pc:spChg>
        <pc:spChg chg="del">
          <ac:chgData name="Hironari Yamada" userId="e57621f8-ec3c-449e-bb19-001fffcc008e" providerId="ADAL" clId="{BC0BD879-F267-5CCA-8DEA-E3B2DD07DA4E}" dt="2026-06-01T06:57:33.784" v="6092" actId="478"/>
          <ac:spMkLst>
            <pc:docMk/>
            <pc:sldMk cId="1186077149" sldId="286"/>
            <ac:spMk id="9" creationId="{312A9198-3D9C-4DCB-B4C0-D141B690E115}"/>
          </ac:spMkLst>
        </pc:spChg>
        <pc:spChg chg="del">
          <ac:chgData name="Hironari Yamada" userId="e57621f8-ec3c-449e-bb19-001fffcc008e" providerId="ADAL" clId="{BC0BD879-F267-5CCA-8DEA-E3B2DD07DA4E}" dt="2026-06-01T06:57:33.784" v="6092" actId="478"/>
          <ac:spMkLst>
            <pc:docMk/>
            <pc:sldMk cId="1186077149" sldId="286"/>
            <ac:spMk id="10" creationId="{35804FFF-229C-464F-8D61-CEC1DB7E3003}"/>
          </ac:spMkLst>
        </pc:spChg>
        <pc:spChg chg="mod">
          <ac:chgData name="Hironari Yamada" userId="e57621f8-ec3c-449e-bb19-001fffcc008e" providerId="ADAL" clId="{BC0BD879-F267-5CCA-8DEA-E3B2DD07DA4E}" dt="2026-06-01T06:58:08.117" v="6102" actId="14100"/>
          <ac:spMkLst>
            <pc:docMk/>
            <pc:sldMk cId="1186077149" sldId="286"/>
            <ac:spMk id="11" creationId="{255B3DE6-F302-4AED-9756-FA20BB5839C0}"/>
          </ac:spMkLst>
        </pc:spChg>
        <pc:spChg chg="mod">
          <ac:chgData name="Hironari Yamada" userId="e57621f8-ec3c-449e-bb19-001fffcc008e" providerId="ADAL" clId="{BC0BD879-F267-5CCA-8DEA-E3B2DD07DA4E}" dt="2026-06-01T06:58:05.084" v="6101" actId="1076"/>
          <ac:spMkLst>
            <pc:docMk/>
            <pc:sldMk cId="1186077149" sldId="286"/>
            <ac:spMk id="13" creationId="{35FCD7C2-873E-4909-9143-A26079F818DD}"/>
          </ac:spMkLst>
        </pc:spChg>
        <pc:spChg chg="del">
          <ac:chgData name="Hironari Yamada" userId="e57621f8-ec3c-449e-bb19-001fffcc008e" providerId="ADAL" clId="{BC0BD879-F267-5CCA-8DEA-E3B2DD07DA4E}" dt="2026-06-01T07:26:02.890" v="7128" actId="478"/>
          <ac:spMkLst>
            <pc:docMk/>
            <pc:sldMk cId="1186077149" sldId="286"/>
            <ac:spMk id="14" creationId="{08FC65CD-CAD8-4F72-9D37-D348FCF758B7}"/>
          </ac:spMkLst>
        </pc:spChg>
        <pc:spChg chg="add mod">
          <ac:chgData name="Hironari Yamada" userId="e57621f8-ec3c-449e-bb19-001fffcc008e" providerId="ADAL" clId="{BC0BD879-F267-5CCA-8DEA-E3B2DD07DA4E}" dt="2026-06-01T06:58:21.270" v="6105" actId="14100"/>
          <ac:spMkLst>
            <pc:docMk/>
            <pc:sldMk cId="1186077149" sldId="286"/>
            <ac:spMk id="17" creationId="{0F83975E-369E-5CDC-D1DF-F90574398452}"/>
          </ac:spMkLst>
        </pc:spChg>
        <pc:spChg chg="add mod">
          <ac:chgData name="Hironari Yamada" userId="e57621f8-ec3c-449e-bb19-001fffcc008e" providerId="ADAL" clId="{BC0BD879-F267-5CCA-8DEA-E3B2DD07DA4E}" dt="2026-06-01T06:58:55.370" v="6172" actId="170"/>
          <ac:spMkLst>
            <pc:docMk/>
            <pc:sldMk cId="1186077149" sldId="286"/>
            <ac:spMk id="18" creationId="{C9B5E8B7-FFB6-C6CA-FE2E-A5E88FE8D39A}"/>
          </ac:spMkLst>
        </pc:spChg>
        <pc:spChg chg="add mod">
          <ac:chgData name="Hironari Yamada" userId="e57621f8-ec3c-449e-bb19-001fffcc008e" providerId="ADAL" clId="{BC0BD879-F267-5CCA-8DEA-E3B2DD07DA4E}" dt="2026-06-01T06:58:51.840" v="6171" actId="14100"/>
          <ac:spMkLst>
            <pc:docMk/>
            <pc:sldMk cId="1186077149" sldId="286"/>
            <ac:spMk id="19" creationId="{D15F49FB-F49C-FA92-CE94-22C8DBD87BC0}"/>
          </ac:spMkLst>
        </pc:spChg>
        <pc:spChg chg="add mod">
          <ac:chgData name="Hironari Yamada" userId="e57621f8-ec3c-449e-bb19-001fffcc008e" providerId="ADAL" clId="{BC0BD879-F267-5CCA-8DEA-E3B2DD07DA4E}" dt="2026-06-01T06:59:20.829" v="6252" actId="20577"/>
          <ac:spMkLst>
            <pc:docMk/>
            <pc:sldMk cId="1186077149" sldId="286"/>
            <ac:spMk id="20" creationId="{E6908AAF-B907-65B7-99F8-80EF96285AB1}"/>
          </ac:spMkLst>
        </pc:spChg>
        <pc:picChg chg="del">
          <ac:chgData name="Hironari Yamada" userId="e57621f8-ec3c-449e-bb19-001fffcc008e" providerId="ADAL" clId="{BC0BD879-F267-5CCA-8DEA-E3B2DD07DA4E}" dt="2026-06-01T06:54:47.752" v="5954" actId="478"/>
          <ac:picMkLst>
            <pc:docMk/>
            <pc:sldMk cId="1186077149" sldId="286"/>
            <ac:picMk id="12" creationId="{00000000-0000-0000-0000-000000000000}"/>
          </ac:picMkLst>
        </pc:picChg>
        <pc:picChg chg="add mod">
          <ac:chgData name="Hironari Yamada" userId="e57621f8-ec3c-449e-bb19-001fffcc008e" providerId="ADAL" clId="{BC0BD879-F267-5CCA-8DEA-E3B2DD07DA4E}" dt="2026-06-01T06:58:00.975" v="6100" actId="1076"/>
          <ac:picMkLst>
            <pc:docMk/>
            <pc:sldMk cId="1186077149" sldId="286"/>
            <ac:picMk id="16" creationId="{DD96FF5D-D88A-9088-1AAD-A6368E33847D}"/>
          </ac:picMkLst>
        </pc:picChg>
      </pc:sldChg>
      <pc:sldChg chg="addSp delSp modSp mod">
        <pc:chgData name="Hironari Yamada" userId="e57621f8-ec3c-449e-bb19-001fffcc008e" providerId="ADAL" clId="{BC0BD879-F267-5CCA-8DEA-E3B2DD07DA4E}" dt="2026-06-01T07:25:59.368" v="7127" actId="478"/>
        <pc:sldMkLst>
          <pc:docMk/>
          <pc:sldMk cId="1186077149" sldId="287"/>
        </pc:sldMkLst>
        <pc:spChg chg="del">
          <ac:chgData name="Hironari Yamada" userId="e57621f8-ec3c-449e-bb19-001fffcc008e" providerId="ADAL" clId="{BC0BD879-F267-5CCA-8DEA-E3B2DD07DA4E}" dt="2026-06-01T07:25:59.368" v="7127" actId="478"/>
          <ac:spMkLst>
            <pc:docMk/>
            <pc:sldMk cId="1186077149" sldId="287"/>
            <ac:spMk id="3" creationId="{42F32CF1-B246-4BC6-9774-ECD5E2718217}"/>
          </ac:spMkLst>
        </pc:spChg>
        <pc:spChg chg="del">
          <ac:chgData name="Hironari Yamada" userId="e57621f8-ec3c-449e-bb19-001fffcc008e" providerId="ADAL" clId="{BC0BD879-F267-5CCA-8DEA-E3B2DD07DA4E}" dt="2026-06-01T07:25:59.368" v="7127" actId="478"/>
          <ac:spMkLst>
            <pc:docMk/>
            <pc:sldMk cId="1186077149" sldId="287"/>
            <ac:spMk id="8" creationId="{04ABB281-CCB4-4282-A148-0A6A5D0FE36B}"/>
          </ac:spMkLst>
        </pc:spChg>
        <pc:spChg chg="add mod">
          <ac:chgData name="Hironari Yamada" userId="e57621f8-ec3c-449e-bb19-001fffcc008e" providerId="ADAL" clId="{BC0BD879-F267-5CCA-8DEA-E3B2DD07DA4E}" dt="2026-06-01T07:03:48.119" v="6257"/>
          <ac:spMkLst>
            <pc:docMk/>
            <pc:sldMk cId="1186077149" sldId="287"/>
            <ac:spMk id="13" creationId="{2F6954A7-619D-2483-2CE7-B2588DEEE2DE}"/>
          </ac:spMkLst>
        </pc:spChg>
        <pc:spChg chg="add mod">
          <ac:chgData name="Hironari Yamada" userId="e57621f8-ec3c-449e-bb19-001fffcc008e" providerId="ADAL" clId="{BC0BD879-F267-5CCA-8DEA-E3B2DD07DA4E}" dt="2026-06-01T07:03:48.119" v="6257"/>
          <ac:spMkLst>
            <pc:docMk/>
            <pc:sldMk cId="1186077149" sldId="287"/>
            <ac:spMk id="14" creationId="{0CD7B344-9E09-C78B-922C-4A783D096D52}"/>
          </ac:spMkLst>
        </pc:spChg>
        <pc:spChg chg="add mod">
          <ac:chgData name="Hironari Yamada" userId="e57621f8-ec3c-449e-bb19-001fffcc008e" providerId="ADAL" clId="{BC0BD879-F267-5CCA-8DEA-E3B2DD07DA4E}" dt="2026-06-01T07:03:48.119" v="6257"/>
          <ac:spMkLst>
            <pc:docMk/>
            <pc:sldMk cId="1186077149" sldId="287"/>
            <ac:spMk id="15" creationId="{47246411-DB3C-DF4B-D5CB-CF2DCC2F6B1D}"/>
          </ac:spMkLst>
        </pc:spChg>
        <pc:spChg chg="add mod">
          <ac:chgData name="Hironari Yamada" userId="e57621f8-ec3c-449e-bb19-001fffcc008e" providerId="ADAL" clId="{BC0BD879-F267-5CCA-8DEA-E3B2DD07DA4E}" dt="2026-06-01T07:03:59.755" v="6281" actId="20577"/>
          <ac:spMkLst>
            <pc:docMk/>
            <pc:sldMk cId="1186077149" sldId="287"/>
            <ac:spMk id="17" creationId="{B572AEAA-E20B-A3B3-8E59-B70F89C54F60}"/>
          </ac:spMkLst>
        </pc:spChg>
        <pc:spChg chg="mod">
          <ac:chgData name="Hironari Yamada" userId="e57621f8-ec3c-449e-bb19-001fffcc008e" providerId="ADAL" clId="{BC0BD879-F267-5CCA-8DEA-E3B2DD07DA4E}" dt="2026-06-01T07:04:05.274" v="6300" actId="20577"/>
          <ac:spMkLst>
            <pc:docMk/>
            <pc:sldMk cId="1186077149" sldId="287"/>
            <ac:spMk id="18" creationId="{CF14B158-5CAC-A864-6AB9-318338E0C9D7}"/>
          </ac:spMkLst>
        </pc:spChg>
        <pc:spChg chg="add mod">
          <ac:chgData name="Hironari Yamada" userId="e57621f8-ec3c-449e-bb19-001fffcc008e" providerId="ADAL" clId="{BC0BD879-F267-5CCA-8DEA-E3B2DD07DA4E}" dt="2026-06-01T07:04:15.326" v="6323" actId="20577"/>
          <ac:spMkLst>
            <pc:docMk/>
            <pc:sldMk cId="1186077149" sldId="287"/>
            <ac:spMk id="19" creationId="{F4536D62-BDAC-7898-70C2-9DD3DD9A79F8}"/>
          </ac:spMkLst>
        </pc:spChg>
        <pc:spChg chg="mod">
          <ac:chgData name="Hironari Yamada" userId="e57621f8-ec3c-449e-bb19-001fffcc008e" providerId="ADAL" clId="{BC0BD879-F267-5CCA-8DEA-E3B2DD07DA4E}" dt="2026-06-01T07:04:40.945" v="6456" actId="20577"/>
          <ac:spMkLst>
            <pc:docMk/>
            <pc:sldMk cId="1186077149" sldId="287"/>
            <ac:spMk id="20" creationId="{E62DB8E7-8F13-38E7-D9C8-350A3E0EBA0E}"/>
          </ac:spMkLst>
        </pc:spChg>
        <pc:spChg chg="add mod">
          <ac:chgData name="Hironari Yamada" userId="e57621f8-ec3c-449e-bb19-001fffcc008e" providerId="ADAL" clId="{BC0BD879-F267-5CCA-8DEA-E3B2DD07DA4E}" dt="2026-06-01T07:05:06.747" v="6506" actId="20577"/>
          <ac:spMkLst>
            <pc:docMk/>
            <pc:sldMk cId="1186077149" sldId="287"/>
            <ac:spMk id="21" creationId="{EC168DD9-37BF-719E-9553-42AA2ADAA6C4}"/>
          </ac:spMkLst>
        </pc:spChg>
        <pc:spChg chg="add mod">
          <ac:chgData name="Hironari Yamada" userId="e57621f8-ec3c-449e-bb19-001fffcc008e" providerId="ADAL" clId="{BC0BD879-F267-5CCA-8DEA-E3B2DD07DA4E}" dt="2026-06-01T07:05:20.365" v="6582" actId="20577"/>
          <ac:spMkLst>
            <pc:docMk/>
            <pc:sldMk cId="1186077149" sldId="287"/>
            <ac:spMk id="22" creationId="{C892DDA8-4CE2-5610-60FE-8CF87A9F45D2}"/>
          </ac:spMkLst>
        </pc:spChg>
        <pc:spChg chg="add mod">
          <ac:chgData name="Hironari Yamada" userId="e57621f8-ec3c-449e-bb19-001fffcc008e" providerId="ADAL" clId="{BC0BD879-F267-5CCA-8DEA-E3B2DD07DA4E}" dt="2026-06-01T07:05:34.991" v="6610" actId="20577"/>
          <ac:spMkLst>
            <pc:docMk/>
            <pc:sldMk cId="1186077149" sldId="287"/>
            <ac:spMk id="27" creationId="{2A8C5247-0DA8-73B3-75F9-C57D803BF686}"/>
          </ac:spMkLst>
        </pc:spChg>
        <pc:spChg chg="mod">
          <ac:chgData name="Hironari Yamada" userId="e57621f8-ec3c-449e-bb19-001fffcc008e" providerId="ADAL" clId="{BC0BD879-F267-5CCA-8DEA-E3B2DD07DA4E}" dt="2026-06-01T07:05:55.615" v="6699" actId="20577"/>
          <ac:spMkLst>
            <pc:docMk/>
            <pc:sldMk cId="1186077149" sldId="287"/>
            <ac:spMk id="28" creationId="{EAEC7E8B-B9E8-9209-A30D-16BCFFCF5947}"/>
          </ac:spMkLst>
        </pc:spChg>
        <pc:spChg chg="add mod">
          <ac:chgData name="Hironari Yamada" userId="e57621f8-ec3c-449e-bb19-001fffcc008e" providerId="ADAL" clId="{BC0BD879-F267-5CCA-8DEA-E3B2DD07DA4E}" dt="2026-06-01T07:06:20.800" v="6764" actId="20577"/>
          <ac:spMkLst>
            <pc:docMk/>
            <pc:sldMk cId="1186077149" sldId="287"/>
            <ac:spMk id="29" creationId="{387A64A3-3706-A5B3-750E-C8E63EC318AB}"/>
          </ac:spMkLst>
        </pc:spChg>
        <pc:spChg chg="add mod">
          <ac:chgData name="Hironari Yamada" userId="e57621f8-ec3c-449e-bb19-001fffcc008e" providerId="ADAL" clId="{BC0BD879-F267-5CCA-8DEA-E3B2DD07DA4E}" dt="2026-06-01T07:06:43.797" v="6823" actId="20577"/>
          <ac:spMkLst>
            <pc:docMk/>
            <pc:sldMk cId="1186077149" sldId="287"/>
            <ac:spMk id="30" creationId="{684381C4-9306-EB8C-99E2-ED98627870B8}"/>
          </ac:spMkLst>
        </pc:spChg>
        <pc:picChg chg="del">
          <ac:chgData name="Hironari Yamada" userId="e57621f8-ec3c-449e-bb19-001fffcc008e" providerId="ADAL" clId="{BC0BD879-F267-5CCA-8DEA-E3B2DD07DA4E}" dt="2026-06-01T07:03:11.048" v="6253" actId="478"/>
          <ac:picMkLst>
            <pc:docMk/>
            <pc:sldMk cId="1186077149" sldId="287"/>
            <ac:picMk id="7" creationId="{00000000-0000-0000-0000-000000000000}"/>
          </ac:picMkLst>
        </pc:picChg>
        <pc:picChg chg="add del mod">
          <ac:chgData name="Hironari Yamada" userId="e57621f8-ec3c-449e-bb19-001fffcc008e" providerId="ADAL" clId="{BC0BD879-F267-5CCA-8DEA-E3B2DD07DA4E}" dt="2026-06-01T07:03:33.068" v="6256" actId="478"/>
          <ac:picMkLst>
            <pc:docMk/>
            <pc:sldMk cId="1186077149" sldId="287"/>
            <ac:picMk id="11" creationId="{A5EFD0AA-569A-F4CB-AC81-836E4E13FE20}"/>
          </ac:picMkLst>
        </pc:picChg>
        <pc:picChg chg="mod">
          <ac:chgData name="Hironari Yamada" userId="e57621f8-ec3c-449e-bb19-001fffcc008e" providerId="ADAL" clId="{BC0BD879-F267-5CCA-8DEA-E3B2DD07DA4E}" dt="2026-06-01T07:04:10.536" v="6302" actId="1076"/>
          <ac:picMkLst>
            <pc:docMk/>
            <pc:sldMk cId="1186077149" sldId="287"/>
            <ac:picMk id="31" creationId="{285A6F47-ACD2-3267-CA5B-7C522DEEF303}"/>
          </ac:picMkLst>
        </pc:picChg>
        <pc:picChg chg="del">
          <ac:chgData name="Hironari Yamada" userId="e57621f8-ec3c-449e-bb19-001fffcc008e" providerId="ADAL" clId="{BC0BD879-F267-5CCA-8DEA-E3B2DD07DA4E}" dt="2026-06-01T07:04:06.760" v="6301" actId="478"/>
          <ac:picMkLst>
            <pc:docMk/>
            <pc:sldMk cId="1186077149" sldId="287"/>
            <ac:picMk id="32" creationId="{D4BF82EA-86A1-9B89-C84E-4E24B3352492}"/>
          </ac:picMkLst>
        </pc:picChg>
        <pc:picChg chg="mod">
          <ac:chgData name="Hironari Yamada" userId="e57621f8-ec3c-449e-bb19-001fffcc008e" providerId="ADAL" clId="{BC0BD879-F267-5CCA-8DEA-E3B2DD07DA4E}" dt="2026-06-01T07:06:05.287" v="6700" actId="1076"/>
          <ac:picMkLst>
            <pc:docMk/>
            <pc:sldMk cId="1186077149" sldId="287"/>
            <ac:picMk id="33" creationId="{EEBEFC21-3178-68A4-245F-09BC24788E1B}"/>
          </ac:picMkLst>
        </pc:picChg>
        <pc:picChg chg="del">
          <ac:chgData name="Hironari Yamada" userId="e57621f8-ec3c-449e-bb19-001fffcc008e" providerId="ADAL" clId="{BC0BD879-F267-5CCA-8DEA-E3B2DD07DA4E}" dt="2026-06-01T07:05:23.712" v="6583" actId="478"/>
          <ac:picMkLst>
            <pc:docMk/>
            <pc:sldMk cId="1186077149" sldId="287"/>
            <ac:picMk id="34" creationId="{9BA520F3-2963-6C3A-C024-BD804031B702}"/>
          </ac:picMkLst>
        </pc:picChg>
        <pc:picChg chg="del">
          <ac:chgData name="Hironari Yamada" userId="e57621f8-ec3c-449e-bb19-001fffcc008e" providerId="ADAL" clId="{BC0BD879-F267-5CCA-8DEA-E3B2DD07DA4E}" dt="2026-06-01T07:05:23.712" v="6583" actId="478"/>
          <ac:picMkLst>
            <pc:docMk/>
            <pc:sldMk cId="1186077149" sldId="287"/>
            <ac:picMk id="35" creationId="{B3B1BA1F-F016-F06B-7763-F2D7167073DC}"/>
          </ac:picMkLst>
        </pc:picChg>
        <pc:picChg chg="del">
          <ac:chgData name="Hironari Yamada" userId="e57621f8-ec3c-449e-bb19-001fffcc008e" providerId="ADAL" clId="{BC0BD879-F267-5CCA-8DEA-E3B2DD07DA4E}" dt="2026-06-01T07:04:43.061" v="6457" actId="478"/>
          <ac:picMkLst>
            <pc:docMk/>
            <pc:sldMk cId="1186077149" sldId="287"/>
            <ac:picMk id="36" creationId="{ACC7B69F-147F-CFB9-4D0A-31BE7D68D960}"/>
          </ac:picMkLst>
        </pc:picChg>
        <pc:picChg chg="add mod">
          <ac:chgData name="Hironari Yamada" userId="e57621f8-ec3c-449e-bb19-001fffcc008e" providerId="ADAL" clId="{BC0BD879-F267-5CCA-8DEA-E3B2DD07DA4E}" dt="2026-06-01T07:04:47.796" v="6459" actId="1076"/>
          <ac:picMkLst>
            <pc:docMk/>
            <pc:sldMk cId="1186077149" sldId="287"/>
            <ac:picMk id="37" creationId="{A650F7D8-5C4D-FD81-AB6B-5FD4BA464747}"/>
          </ac:picMkLst>
        </pc:picChg>
      </pc:sldChg>
      <pc:sldChg chg="addSp delSp modSp mod">
        <pc:chgData name="Hironari Yamada" userId="e57621f8-ec3c-449e-bb19-001fffcc008e" providerId="ADAL" clId="{BC0BD879-F267-5CCA-8DEA-E3B2DD07DA4E}" dt="2026-06-01T07:25:54.714" v="7126" actId="478"/>
        <pc:sldMkLst>
          <pc:docMk/>
          <pc:sldMk cId="1186077149" sldId="288"/>
        </pc:sldMkLst>
        <pc:spChg chg="del">
          <ac:chgData name="Hironari Yamada" userId="e57621f8-ec3c-449e-bb19-001fffcc008e" providerId="ADAL" clId="{BC0BD879-F267-5CCA-8DEA-E3B2DD07DA4E}" dt="2026-06-01T07:25:54.714" v="7126" actId="478"/>
          <ac:spMkLst>
            <pc:docMk/>
            <pc:sldMk cId="1186077149" sldId="288"/>
            <ac:spMk id="3" creationId="{9622F391-2BD3-44E1-8887-73CC4668661D}"/>
          </ac:spMkLst>
        </pc:spChg>
        <pc:spChg chg="mod">
          <ac:chgData name="Hironari Yamada" userId="e57621f8-ec3c-449e-bb19-001fffcc008e" providerId="ADAL" clId="{BC0BD879-F267-5CCA-8DEA-E3B2DD07DA4E}" dt="2026-06-01T07:12:20.097" v="7072" actId="403"/>
          <ac:spMkLst>
            <pc:docMk/>
            <pc:sldMk cId="1186077149" sldId="288"/>
            <ac:spMk id="6" creationId="{571C2A4D-BCA8-4105-9E5B-E947B91323D9}"/>
          </ac:spMkLst>
        </pc:spChg>
        <pc:spChg chg="mod">
          <ac:chgData name="Hironari Yamada" userId="e57621f8-ec3c-449e-bb19-001fffcc008e" providerId="ADAL" clId="{BC0BD879-F267-5CCA-8DEA-E3B2DD07DA4E}" dt="2026-06-01T07:12:20.097" v="7072" actId="403"/>
          <ac:spMkLst>
            <pc:docMk/>
            <pc:sldMk cId="1186077149" sldId="288"/>
            <ac:spMk id="7" creationId="{ABAA4DE3-DC3F-447C-BF12-CFC726DCE072}"/>
          </ac:spMkLst>
        </pc:spChg>
        <pc:spChg chg="mod">
          <ac:chgData name="Hironari Yamada" userId="e57621f8-ec3c-449e-bb19-001fffcc008e" providerId="ADAL" clId="{BC0BD879-F267-5CCA-8DEA-E3B2DD07DA4E}" dt="2026-06-01T07:12:20.097" v="7072" actId="403"/>
          <ac:spMkLst>
            <pc:docMk/>
            <pc:sldMk cId="1186077149" sldId="288"/>
            <ac:spMk id="8" creationId="{E65304C3-498B-41ED-AAC9-381CA64D2F29}"/>
          </ac:spMkLst>
        </pc:spChg>
        <pc:spChg chg="mod">
          <ac:chgData name="Hironari Yamada" userId="e57621f8-ec3c-449e-bb19-001fffcc008e" providerId="ADAL" clId="{BC0BD879-F267-5CCA-8DEA-E3B2DD07DA4E}" dt="2026-06-01T07:12:20.097" v="7072" actId="403"/>
          <ac:spMkLst>
            <pc:docMk/>
            <pc:sldMk cId="1186077149" sldId="288"/>
            <ac:spMk id="9" creationId="{1183866B-7EEF-4F11-99D8-C81103F5825E}"/>
          </ac:spMkLst>
        </pc:spChg>
        <pc:spChg chg="mod">
          <ac:chgData name="Hironari Yamada" userId="e57621f8-ec3c-449e-bb19-001fffcc008e" providerId="ADAL" clId="{BC0BD879-F267-5CCA-8DEA-E3B2DD07DA4E}" dt="2026-06-01T07:12:20.097" v="7072" actId="403"/>
          <ac:spMkLst>
            <pc:docMk/>
            <pc:sldMk cId="1186077149" sldId="288"/>
            <ac:spMk id="10" creationId="{81BCB34B-604B-478F-9C07-421003EDAED7}"/>
          </ac:spMkLst>
        </pc:spChg>
        <pc:spChg chg="del">
          <ac:chgData name="Hironari Yamada" userId="e57621f8-ec3c-449e-bb19-001fffcc008e" providerId="ADAL" clId="{BC0BD879-F267-5CCA-8DEA-E3B2DD07DA4E}" dt="2026-06-01T07:25:54.714" v="7126" actId="478"/>
          <ac:spMkLst>
            <pc:docMk/>
            <pc:sldMk cId="1186077149" sldId="288"/>
            <ac:spMk id="14" creationId="{318B8EF7-5C58-43AF-A3A5-2824F80B659D}"/>
          </ac:spMkLst>
        </pc:spChg>
        <pc:spChg chg="add mod">
          <ac:chgData name="Hironari Yamada" userId="e57621f8-ec3c-449e-bb19-001fffcc008e" providerId="ADAL" clId="{BC0BD879-F267-5CCA-8DEA-E3B2DD07DA4E}" dt="2026-06-01T07:11:14.651" v="6826" actId="14100"/>
          <ac:spMkLst>
            <pc:docMk/>
            <pc:sldMk cId="1186077149" sldId="288"/>
            <ac:spMk id="16" creationId="{595400E0-19DA-BE97-56CF-5C7938F865D5}"/>
          </ac:spMkLst>
        </pc:spChg>
        <pc:spChg chg="add mod">
          <ac:chgData name="Hironari Yamada" userId="e57621f8-ec3c-449e-bb19-001fffcc008e" providerId="ADAL" clId="{BC0BD879-F267-5CCA-8DEA-E3B2DD07DA4E}" dt="2026-06-01T07:12:16.406" v="7070" actId="14100"/>
          <ac:spMkLst>
            <pc:docMk/>
            <pc:sldMk cId="1186077149" sldId="288"/>
            <ac:spMk id="17" creationId="{99B22CC9-9634-B83E-719D-5C88B6CE1559}"/>
          </ac:spMkLst>
        </pc:spChg>
      </pc:sldChg>
      <pc:sldChg chg="del">
        <pc:chgData name="Hironari Yamada" userId="e57621f8-ec3c-449e-bb19-001fffcc008e" providerId="ADAL" clId="{BC0BD879-F267-5CCA-8DEA-E3B2DD07DA4E}" dt="2026-06-01T07:12:35.386" v="7073" actId="2696"/>
        <pc:sldMkLst>
          <pc:docMk/>
          <pc:sldMk cId="1186077149" sldId="289"/>
        </pc:sldMkLst>
      </pc:sldChg>
      <pc:sldChg chg="addSp delSp modSp mod">
        <pc:chgData name="Hironari Yamada" userId="e57621f8-ec3c-449e-bb19-001fffcc008e" providerId="ADAL" clId="{BC0BD879-F267-5CCA-8DEA-E3B2DD07DA4E}" dt="2026-06-01T07:12:56.703" v="7076" actId="478"/>
        <pc:sldMkLst>
          <pc:docMk/>
          <pc:sldMk cId="1186077149" sldId="290"/>
        </pc:sldMkLst>
        <pc:spChg chg="del">
          <ac:chgData name="Hironari Yamada" userId="e57621f8-ec3c-449e-bb19-001fffcc008e" providerId="ADAL" clId="{BC0BD879-F267-5CCA-8DEA-E3B2DD07DA4E}" dt="2026-06-01T07:12:56.703" v="7076" actId="478"/>
          <ac:spMkLst>
            <pc:docMk/>
            <pc:sldMk cId="1186077149" sldId="290"/>
            <ac:spMk id="3" creationId="{797B0319-05B3-4B46-94F4-876BA39F7CB1}"/>
          </ac:spMkLst>
        </pc:spChg>
        <pc:spChg chg="del">
          <ac:chgData name="Hironari Yamada" userId="e57621f8-ec3c-449e-bb19-001fffcc008e" providerId="ADAL" clId="{BC0BD879-F267-5CCA-8DEA-E3B2DD07DA4E}" dt="2026-06-01T07:12:52.397" v="7074" actId="478"/>
          <ac:spMkLst>
            <pc:docMk/>
            <pc:sldMk cId="1186077149" sldId="290"/>
            <ac:spMk id="6" creationId="{E60C745B-5834-4668-95B2-A5889A80884F}"/>
          </ac:spMkLst>
        </pc:spChg>
        <pc:spChg chg="del">
          <ac:chgData name="Hironari Yamada" userId="e57621f8-ec3c-449e-bb19-001fffcc008e" providerId="ADAL" clId="{BC0BD879-F267-5CCA-8DEA-E3B2DD07DA4E}" dt="2026-06-01T07:12:56.703" v="7076" actId="478"/>
          <ac:spMkLst>
            <pc:docMk/>
            <pc:sldMk cId="1186077149" sldId="290"/>
            <ac:spMk id="8" creationId="{8BF10438-3C42-4060-B54F-CDDC260D3D0F}"/>
          </ac:spMkLst>
        </pc:spChg>
        <pc:spChg chg="add mod">
          <ac:chgData name="Hironari Yamada" userId="e57621f8-ec3c-449e-bb19-001fffcc008e" providerId="ADAL" clId="{BC0BD879-F267-5CCA-8DEA-E3B2DD07DA4E}" dt="2026-06-01T07:12:52.991" v="7075"/>
          <ac:spMkLst>
            <pc:docMk/>
            <pc:sldMk cId="1186077149" sldId="290"/>
            <ac:spMk id="10" creationId="{44C3544F-C854-C770-FD27-671AD48DD103}"/>
          </ac:spMkLst>
        </pc:spChg>
        <pc:spChg chg="add mod">
          <ac:chgData name="Hironari Yamada" userId="e57621f8-ec3c-449e-bb19-001fffcc008e" providerId="ADAL" clId="{BC0BD879-F267-5CCA-8DEA-E3B2DD07DA4E}" dt="2026-06-01T07:12:52.991" v="7075"/>
          <ac:spMkLst>
            <pc:docMk/>
            <pc:sldMk cId="1186077149" sldId="290"/>
            <ac:spMk id="11" creationId="{95FA1D8F-ACDA-C3A3-2AD8-D6CAA2DD6AC0}"/>
          </ac:spMkLst>
        </pc:spChg>
        <pc:spChg chg="add mod">
          <ac:chgData name="Hironari Yamada" userId="e57621f8-ec3c-449e-bb19-001fffcc008e" providerId="ADAL" clId="{BC0BD879-F267-5CCA-8DEA-E3B2DD07DA4E}" dt="2026-06-01T07:12:52.991" v="7075"/>
          <ac:spMkLst>
            <pc:docMk/>
            <pc:sldMk cId="1186077149" sldId="290"/>
            <ac:spMk id="12" creationId="{0C1AA720-06B5-62C5-8EF0-06140291DFF8}"/>
          </ac:spMkLst>
        </pc:spChg>
        <pc:spChg chg="add mod">
          <ac:chgData name="Hironari Yamada" userId="e57621f8-ec3c-449e-bb19-001fffcc008e" providerId="ADAL" clId="{BC0BD879-F267-5CCA-8DEA-E3B2DD07DA4E}" dt="2026-06-01T07:12:52.991" v="7075"/>
          <ac:spMkLst>
            <pc:docMk/>
            <pc:sldMk cId="1186077149" sldId="290"/>
            <ac:spMk id="14" creationId="{7517F679-C205-699F-5F4C-C50982BE3C89}"/>
          </ac:spMkLst>
        </pc:spChg>
        <pc:spChg chg="add mod">
          <ac:chgData name="Hironari Yamada" userId="e57621f8-ec3c-449e-bb19-001fffcc008e" providerId="ADAL" clId="{BC0BD879-F267-5CCA-8DEA-E3B2DD07DA4E}" dt="2026-06-01T07:12:52.991" v="7075"/>
          <ac:spMkLst>
            <pc:docMk/>
            <pc:sldMk cId="1186077149" sldId="290"/>
            <ac:spMk id="22" creationId="{30D1A1E9-482B-5240-DA93-211D8A45D026}"/>
          </ac:spMkLst>
        </pc:spChg>
        <pc:spChg chg="add mod">
          <ac:chgData name="Hironari Yamada" userId="e57621f8-ec3c-449e-bb19-001fffcc008e" providerId="ADAL" clId="{BC0BD879-F267-5CCA-8DEA-E3B2DD07DA4E}" dt="2026-06-01T07:12:52.991" v="7075"/>
          <ac:spMkLst>
            <pc:docMk/>
            <pc:sldMk cId="1186077149" sldId="290"/>
            <ac:spMk id="28" creationId="{B132CC54-243E-0CF8-C295-84E3B867FE33}"/>
          </ac:spMkLst>
        </pc:spChg>
        <pc:spChg chg="add mod">
          <ac:chgData name="Hironari Yamada" userId="e57621f8-ec3c-449e-bb19-001fffcc008e" providerId="ADAL" clId="{BC0BD879-F267-5CCA-8DEA-E3B2DD07DA4E}" dt="2026-06-01T07:12:52.991" v="7075"/>
          <ac:spMkLst>
            <pc:docMk/>
            <pc:sldMk cId="1186077149" sldId="290"/>
            <ac:spMk id="29" creationId="{3A91F089-1C1A-7BD2-B8BC-A88AAEE4E560}"/>
          </ac:spMkLst>
        </pc:spChg>
        <pc:spChg chg="add mod">
          <ac:chgData name="Hironari Yamada" userId="e57621f8-ec3c-449e-bb19-001fffcc008e" providerId="ADAL" clId="{BC0BD879-F267-5CCA-8DEA-E3B2DD07DA4E}" dt="2026-06-01T07:12:52.991" v="7075"/>
          <ac:spMkLst>
            <pc:docMk/>
            <pc:sldMk cId="1186077149" sldId="290"/>
            <ac:spMk id="31" creationId="{547BE395-8F7D-004C-7C71-9E27A624CF12}"/>
          </ac:spMkLst>
        </pc:spChg>
        <pc:spChg chg="add mod">
          <ac:chgData name="Hironari Yamada" userId="e57621f8-ec3c-449e-bb19-001fffcc008e" providerId="ADAL" clId="{BC0BD879-F267-5CCA-8DEA-E3B2DD07DA4E}" dt="2026-06-01T07:12:52.991" v="7075"/>
          <ac:spMkLst>
            <pc:docMk/>
            <pc:sldMk cId="1186077149" sldId="290"/>
            <ac:spMk id="35" creationId="{9918371D-ACD7-7D0C-5A93-271B1AA30778}"/>
          </ac:spMkLst>
        </pc:spChg>
        <pc:spChg chg="add mod">
          <ac:chgData name="Hironari Yamada" userId="e57621f8-ec3c-449e-bb19-001fffcc008e" providerId="ADAL" clId="{BC0BD879-F267-5CCA-8DEA-E3B2DD07DA4E}" dt="2026-06-01T07:12:52.991" v="7075"/>
          <ac:spMkLst>
            <pc:docMk/>
            <pc:sldMk cId="1186077149" sldId="290"/>
            <ac:spMk id="37" creationId="{F948E021-BB0A-700D-3595-23C68DD7EB68}"/>
          </ac:spMkLst>
        </pc:spChg>
        <pc:picChg chg="del">
          <ac:chgData name="Hironari Yamada" userId="e57621f8-ec3c-449e-bb19-001fffcc008e" providerId="ADAL" clId="{BC0BD879-F267-5CCA-8DEA-E3B2DD07DA4E}" dt="2026-06-01T07:12:52.397" v="7074" actId="478"/>
          <ac:picMkLst>
            <pc:docMk/>
            <pc:sldMk cId="1186077149" sldId="290"/>
            <ac:picMk id="7" creationId="{00000000-0000-0000-0000-000000000000}"/>
          </ac:picMkLst>
        </pc:picChg>
      </pc:sldChg>
      <pc:sldChg chg="del">
        <pc:chgData name="Hironari Yamada" userId="e57621f8-ec3c-449e-bb19-001fffcc008e" providerId="ADAL" clId="{BC0BD879-F267-5CCA-8DEA-E3B2DD07DA4E}" dt="2026-06-01T07:19:04.824" v="7077" actId="2696"/>
        <pc:sldMkLst>
          <pc:docMk/>
          <pc:sldMk cId="1186077149" sldId="291"/>
        </pc:sldMkLst>
      </pc:sldChg>
      <pc:sldChg chg="modSp mod">
        <pc:chgData name="Hironari Yamada" userId="e57621f8-ec3c-449e-bb19-001fffcc008e" providerId="ADAL" clId="{BC0BD879-F267-5CCA-8DEA-E3B2DD07DA4E}" dt="2026-06-01T07:19:19.996" v="7084" actId="403"/>
        <pc:sldMkLst>
          <pc:docMk/>
          <pc:sldMk cId="1186077149" sldId="292"/>
        </pc:sldMkLst>
        <pc:spChg chg="mod">
          <ac:chgData name="Hironari Yamada" userId="e57621f8-ec3c-449e-bb19-001fffcc008e" providerId="ADAL" clId="{BC0BD879-F267-5CCA-8DEA-E3B2DD07DA4E}" dt="2026-06-01T07:19:19.996" v="7084" actId="403"/>
          <ac:spMkLst>
            <pc:docMk/>
            <pc:sldMk cId="1186077149" sldId="292"/>
            <ac:spMk id="6" creationId="{60CA6E3B-E24C-4761-933C-425C6FD03AA2}"/>
          </ac:spMkLst>
        </pc:spChg>
        <pc:spChg chg="mod">
          <ac:chgData name="Hironari Yamada" userId="e57621f8-ec3c-449e-bb19-001fffcc008e" providerId="ADAL" clId="{BC0BD879-F267-5CCA-8DEA-E3B2DD07DA4E}" dt="2026-06-01T07:19:19.996" v="7084" actId="403"/>
          <ac:spMkLst>
            <pc:docMk/>
            <pc:sldMk cId="1186077149" sldId="292"/>
            <ac:spMk id="8" creationId="{5B24662F-5AFF-442B-B0C5-167ED795FEDE}"/>
          </ac:spMkLst>
        </pc:spChg>
        <pc:spChg chg="mod">
          <ac:chgData name="Hironari Yamada" userId="e57621f8-ec3c-449e-bb19-001fffcc008e" providerId="ADAL" clId="{BC0BD879-F267-5CCA-8DEA-E3B2DD07DA4E}" dt="2026-06-01T07:19:19.996" v="7084" actId="403"/>
          <ac:spMkLst>
            <pc:docMk/>
            <pc:sldMk cId="1186077149" sldId="292"/>
            <ac:spMk id="9" creationId="{002C51B1-7D64-4A3F-A312-F76478BF664C}"/>
          </ac:spMkLst>
        </pc:spChg>
        <pc:spChg chg="mod">
          <ac:chgData name="Hironari Yamada" userId="e57621f8-ec3c-449e-bb19-001fffcc008e" providerId="ADAL" clId="{BC0BD879-F267-5CCA-8DEA-E3B2DD07DA4E}" dt="2026-06-01T07:19:19.996" v="7084" actId="403"/>
          <ac:spMkLst>
            <pc:docMk/>
            <pc:sldMk cId="1186077149" sldId="292"/>
            <ac:spMk id="12" creationId="{01175F0E-4E31-4EAD-AC06-CEC74363B084}"/>
          </ac:spMkLst>
        </pc:spChg>
        <pc:spChg chg="mod">
          <ac:chgData name="Hironari Yamada" userId="e57621f8-ec3c-449e-bb19-001fffcc008e" providerId="ADAL" clId="{BC0BD879-F267-5CCA-8DEA-E3B2DD07DA4E}" dt="2026-06-01T07:19:19.996" v="7084" actId="403"/>
          <ac:spMkLst>
            <pc:docMk/>
            <pc:sldMk cId="1186077149" sldId="292"/>
            <ac:spMk id="16" creationId="{9D304349-1A29-4D66-B2F8-BB404E11CA74}"/>
          </ac:spMkLst>
        </pc:spChg>
        <pc:spChg chg="mod">
          <ac:chgData name="Hironari Yamada" userId="e57621f8-ec3c-449e-bb19-001fffcc008e" providerId="ADAL" clId="{BC0BD879-F267-5CCA-8DEA-E3B2DD07DA4E}" dt="2026-06-01T07:19:19.996" v="7084" actId="403"/>
          <ac:spMkLst>
            <pc:docMk/>
            <pc:sldMk cId="1186077149" sldId="292"/>
            <ac:spMk id="23" creationId="{954A60F6-4B3B-4595-BAA9-ABACA4B9BB64}"/>
          </ac:spMkLst>
        </pc:spChg>
        <pc:spChg chg="mod">
          <ac:chgData name="Hironari Yamada" userId="e57621f8-ec3c-449e-bb19-001fffcc008e" providerId="ADAL" clId="{BC0BD879-F267-5CCA-8DEA-E3B2DD07DA4E}" dt="2026-06-01T07:19:19.996" v="7084" actId="403"/>
          <ac:spMkLst>
            <pc:docMk/>
            <pc:sldMk cId="1186077149" sldId="292"/>
            <ac:spMk id="24" creationId="{2BC5CA1B-4BB4-43FE-8B82-1685ED4EA672}"/>
          </ac:spMkLst>
        </pc:spChg>
        <pc:spChg chg="mod">
          <ac:chgData name="Hironari Yamada" userId="e57621f8-ec3c-449e-bb19-001fffcc008e" providerId="ADAL" clId="{BC0BD879-F267-5CCA-8DEA-E3B2DD07DA4E}" dt="2026-06-01T07:19:19.996" v="7084" actId="403"/>
          <ac:spMkLst>
            <pc:docMk/>
            <pc:sldMk cId="1186077149" sldId="292"/>
            <ac:spMk id="29" creationId="{B11720A7-E9AD-453E-95BE-DA842325BEEF}"/>
          </ac:spMkLst>
        </pc:spChg>
        <pc:spChg chg="mod">
          <ac:chgData name="Hironari Yamada" userId="e57621f8-ec3c-449e-bb19-001fffcc008e" providerId="ADAL" clId="{BC0BD879-F267-5CCA-8DEA-E3B2DD07DA4E}" dt="2026-06-01T07:19:19.996" v="7084" actId="403"/>
          <ac:spMkLst>
            <pc:docMk/>
            <pc:sldMk cId="1186077149" sldId="292"/>
            <ac:spMk id="31" creationId="{1CEBE5A3-561B-4FA8-8B4B-55E6EDBDCA81}"/>
          </ac:spMkLst>
        </pc:spChg>
        <pc:spChg chg="mod">
          <ac:chgData name="Hironari Yamada" userId="e57621f8-ec3c-449e-bb19-001fffcc008e" providerId="ADAL" clId="{BC0BD879-F267-5CCA-8DEA-E3B2DD07DA4E}" dt="2026-06-01T07:19:19.996" v="7084" actId="403"/>
          <ac:spMkLst>
            <pc:docMk/>
            <pc:sldMk cId="1186077149" sldId="292"/>
            <ac:spMk id="34" creationId="{81804DBA-ECCB-4BF2-937D-DE1F209F4B1D}"/>
          </ac:spMkLst>
        </pc:spChg>
      </pc:sldChg>
      <pc:sldChg chg="addSp delSp modSp mod">
        <pc:chgData name="Hironari Yamada" userId="e57621f8-ec3c-449e-bb19-001fffcc008e" providerId="ADAL" clId="{BC0BD879-F267-5CCA-8DEA-E3B2DD07DA4E}" dt="2026-06-01T07:30:30.917" v="7279" actId="20577"/>
        <pc:sldMkLst>
          <pc:docMk/>
          <pc:sldMk cId="1186077149" sldId="293"/>
        </pc:sldMkLst>
        <pc:spChg chg="del">
          <ac:chgData name="Hironari Yamada" userId="e57621f8-ec3c-449e-bb19-001fffcc008e" providerId="ADAL" clId="{BC0BD879-F267-5CCA-8DEA-E3B2DD07DA4E}" dt="2026-06-01T07:26:56.099" v="7134" actId="478"/>
          <ac:spMkLst>
            <pc:docMk/>
            <pc:sldMk cId="1186077149" sldId="293"/>
            <ac:spMk id="3" creationId="{C2F7880D-1F18-4EA0-93FF-55F9FE4D8C40}"/>
          </ac:spMkLst>
        </pc:spChg>
        <pc:spChg chg="mod">
          <ac:chgData name="Hironari Yamada" userId="e57621f8-ec3c-449e-bb19-001fffcc008e" providerId="ADAL" clId="{BC0BD879-F267-5CCA-8DEA-E3B2DD07DA4E}" dt="2026-06-01T07:25:37.644" v="7121" actId="14100"/>
          <ac:spMkLst>
            <pc:docMk/>
            <pc:sldMk cId="1186077149" sldId="293"/>
            <ac:spMk id="5" creationId="{196BFD74-662D-4E4A-8909-BFF6A710FE4A}"/>
          </ac:spMkLst>
        </pc:spChg>
        <pc:spChg chg="del">
          <ac:chgData name="Hironari Yamada" userId="e57621f8-ec3c-449e-bb19-001fffcc008e" providerId="ADAL" clId="{BC0BD879-F267-5CCA-8DEA-E3B2DD07DA4E}" dt="2026-06-01T07:25:40.318" v="7122" actId="478"/>
          <ac:spMkLst>
            <pc:docMk/>
            <pc:sldMk cId="1186077149" sldId="293"/>
            <ac:spMk id="6" creationId="{486966BA-32E6-4E05-9F34-BE52AF9B2417}"/>
          </ac:spMkLst>
        </pc:spChg>
        <pc:spChg chg="del">
          <ac:chgData name="Hironari Yamada" userId="e57621f8-ec3c-449e-bb19-001fffcc008e" providerId="ADAL" clId="{BC0BD879-F267-5CCA-8DEA-E3B2DD07DA4E}" dt="2026-06-01T07:25:40.318" v="7122" actId="478"/>
          <ac:spMkLst>
            <pc:docMk/>
            <pc:sldMk cId="1186077149" sldId="293"/>
            <ac:spMk id="7" creationId="{C6F87276-1C35-40D7-992A-411A20672D75}"/>
          </ac:spMkLst>
        </pc:spChg>
        <pc:spChg chg="del">
          <ac:chgData name="Hironari Yamada" userId="e57621f8-ec3c-449e-bb19-001fffcc008e" providerId="ADAL" clId="{BC0BD879-F267-5CCA-8DEA-E3B2DD07DA4E}" dt="2026-06-01T07:25:40.318" v="7122" actId="478"/>
          <ac:spMkLst>
            <pc:docMk/>
            <pc:sldMk cId="1186077149" sldId="293"/>
            <ac:spMk id="8" creationId="{C2EEFF70-17C6-43AB-8500-B443870D73EC}"/>
          </ac:spMkLst>
        </pc:spChg>
        <pc:spChg chg="del">
          <ac:chgData name="Hironari Yamada" userId="e57621f8-ec3c-449e-bb19-001fffcc008e" providerId="ADAL" clId="{BC0BD879-F267-5CCA-8DEA-E3B2DD07DA4E}" dt="2026-06-01T07:25:40.318" v="7122" actId="478"/>
          <ac:spMkLst>
            <pc:docMk/>
            <pc:sldMk cId="1186077149" sldId="293"/>
            <ac:spMk id="9" creationId="{E51C1738-315A-4EC8-9C2F-2C29FB29EEFF}"/>
          </ac:spMkLst>
        </pc:spChg>
        <pc:spChg chg="del">
          <ac:chgData name="Hironari Yamada" userId="e57621f8-ec3c-449e-bb19-001fffcc008e" providerId="ADAL" clId="{BC0BD879-F267-5CCA-8DEA-E3B2DD07DA4E}" dt="2026-06-01T07:25:40.318" v="7122" actId="478"/>
          <ac:spMkLst>
            <pc:docMk/>
            <pc:sldMk cId="1186077149" sldId="293"/>
            <ac:spMk id="10" creationId="{98C9F2CE-4DCF-47D5-B2E1-8D8EFF24FEF5}"/>
          </ac:spMkLst>
        </pc:spChg>
        <pc:spChg chg="mod">
          <ac:chgData name="Hironari Yamada" userId="e57621f8-ec3c-449e-bb19-001fffcc008e" providerId="ADAL" clId="{BC0BD879-F267-5CCA-8DEA-E3B2DD07DA4E}" dt="2026-06-01T07:27:07.406" v="7138" actId="14100"/>
          <ac:spMkLst>
            <pc:docMk/>
            <pc:sldMk cId="1186077149" sldId="293"/>
            <ac:spMk id="11" creationId="{9D74FE33-FD11-43FC-8FF1-9A99F2521C83}"/>
          </ac:spMkLst>
        </pc:spChg>
        <pc:spChg chg="del mod">
          <ac:chgData name="Hironari Yamada" userId="e57621f8-ec3c-449e-bb19-001fffcc008e" providerId="ADAL" clId="{BC0BD879-F267-5CCA-8DEA-E3B2DD07DA4E}" dt="2026-06-01T07:28:20.325" v="7140" actId="478"/>
          <ac:spMkLst>
            <pc:docMk/>
            <pc:sldMk cId="1186077149" sldId="293"/>
            <ac:spMk id="13" creationId="{D11EFD4C-E83C-4BFD-98E8-5C988A194FB3}"/>
          </ac:spMkLst>
        </pc:spChg>
        <pc:spChg chg="del">
          <ac:chgData name="Hironari Yamada" userId="e57621f8-ec3c-449e-bb19-001fffcc008e" providerId="ADAL" clId="{BC0BD879-F267-5CCA-8DEA-E3B2DD07DA4E}" dt="2026-06-01T07:27:03.900" v="7137" actId="478"/>
          <ac:spMkLst>
            <pc:docMk/>
            <pc:sldMk cId="1186077149" sldId="293"/>
            <ac:spMk id="14" creationId="{17FB3660-7A33-4B48-90B7-50808A633C13}"/>
          </ac:spMkLst>
        </pc:spChg>
        <pc:spChg chg="mod">
          <ac:chgData name="Hironari Yamada" userId="e57621f8-ec3c-449e-bb19-001fffcc008e" providerId="ADAL" clId="{BC0BD879-F267-5CCA-8DEA-E3B2DD07DA4E}" dt="2026-06-01T07:25:33.567" v="7120" actId="20577"/>
          <ac:spMkLst>
            <pc:docMk/>
            <pc:sldMk cId="1186077149" sldId="293"/>
            <ac:spMk id="15" creationId="{18451626-6822-440B-874E-19994E80F0D8}"/>
          </ac:spMkLst>
        </pc:spChg>
        <pc:spChg chg="add mod">
          <ac:chgData name="Hironari Yamada" userId="e57621f8-ec3c-449e-bb19-001fffcc008e" providerId="ADAL" clId="{BC0BD879-F267-5CCA-8DEA-E3B2DD07DA4E}" dt="2026-06-01T07:29:17.174" v="7148" actId="1076"/>
          <ac:spMkLst>
            <pc:docMk/>
            <pc:sldMk cId="1186077149" sldId="293"/>
            <ac:spMk id="17" creationId="{52EE9B9C-7896-DA4A-0C2D-1B4ECEC83D67}"/>
          </ac:spMkLst>
        </pc:spChg>
        <pc:spChg chg="add mod">
          <ac:chgData name="Hironari Yamada" userId="e57621f8-ec3c-449e-bb19-001fffcc008e" providerId="ADAL" clId="{BC0BD879-F267-5CCA-8DEA-E3B2DD07DA4E}" dt="2026-06-01T07:29:17.174" v="7148" actId="1076"/>
          <ac:spMkLst>
            <pc:docMk/>
            <pc:sldMk cId="1186077149" sldId="293"/>
            <ac:spMk id="18" creationId="{4133E10E-AB66-8DE1-DA07-CB79CBA4D210}"/>
          </ac:spMkLst>
        </pc:spChg>
        <pc:spChg chg="add mod">
          <ac:chgData name="Hironari Yamada" userId="e57621f8-ec3c-449e-bb19-001fffcc008e" providerId="ADAL" clId="{BC0BD879-F267-5CCA-8DEA-E3B2DD07DA4E}" dt="2026-06-01T07:29:41.906" v="7155" actId="14100"/>
          <ac:spMkLst>
            <pc:docMk/>
            <pc:sldMk cId="1186077149" sldId="293"/>
            <ac:spMk id="20" creationId="{51991CCC-96A6-30B0-CDC8-2B3D56927AD9}"/>
          </ac:spMkLst>
        </pc:spChg>
        <pc:spChg chg="add mod">
          <ac:chgData name="Hironari Yamada" userId="e57621f8-ec3c-449e-bb19-001fffcc008e" providerId="ADAL" clId="{BC0BD879-F267-5CCA-8DEA-E3B2DD07DA4E}" dt="2026-06-01T07:30:06.750" v="7214" actId="20577"/>
          <ac:spMkLst>
            <pc:docMk/>
            <pc:sldMk cId="1186077149" sldId="293"/>
            <ac:spMk id="21" creationId="{DC1F250B-DF05-8811-C39E-E0613AAF057A}"/>
          </ac:spMkLst>
        </pc:spChg>
        <pc:spChg chg="add mod">
          <ac:chgData name="Hironari Yamada" userId="e57621f8-ec3c-449e-bb19-001fffcc008e" providerId="ADAL" clId="{BC0BD879-F267-5CCA-8DEA-E3B2DD07DA4E}" dt="2026-06-01T07:29:52.601" v="7160" actId="14100"/>
          <ac:spMkLst>
            <pc:docMk/>
            <pc:sldMk cId="1186077149" sldId="293"/>
            <ac:spMk id="22" creationId="{3F8BBE05-E08B-1C54-6BA1-A1A33C9731BB}"/>
          </ac:spMkLst>
        </pc:spChg>
        <pc:spChg chg="add mod">
          <ac:chgData name="Hironari Yamada" userId="e57621f8-ec3c-449e-bb19-001fffcc008e" providerId="ADAL" clId="{BC0BD879-F267-5CCA-8DEA-E3B2DD07DA4E}" dt="2026-06-01T07:29:57.851" v="7163" actId="14100"/>
          <ac:spMkLst>
            <pc:docMk/>
            <pc:sldMk cId="1186077149" sldId="293"/>
            <ac:spMk id="23" creationId="{0A9BD521-FB47-0CF5-817D-38C608B1E0AB}"/>
          </ac:spMkLst>
        </pc:spChg>
        <pc:spChg chg="add mod">
          <ac:chgData name="Hironari Yamada" userId="e57621f8-ec3c-449e-bb19-001fffcc008e" providerId="ADAL" clId="{BC0BD879-F267-5CCA-8DEA-E3B2DD07DA4E}" dt="2026-06-01T07:30:17.340" v="7235" actId="20577"/>
          <ac:spMkLst>
            <pc:docMk/>
            <pc:sldMk cId="1186077149" sldId="293"/>
            <ac:spMk id="24" creationId="{3D265DD5-E3A1-2036-B18A-7B3A5E9E4EEE}"/>
          </ac:spMkLst>
        </pc:spChg>
        <pc:spChg chg="add mod">
          <ac:chgData name="Hironari Yamada" userId="e57621f8-ec3c-449e-bb19-001fffcc008e" providerId="ADAL" clId="{BC0BD879-F267-5CCA-8DEA-E3B2DD07DA4E}" dt="2026-06-01T07:30:30.917" v="7279" actId="20577"/>
          <ac:spMkLst>
            <pc:docMk/>
            <pc:sldMk cId="1186077149" sldId="293"/>
            <ac:spMk id="25" creationId="{830BB32D-A840-CF89-321B-ED25F8799886}"/>
          </ac:spMkLst>
        </pc:spChg>
        <pc:picChg chg="mod">
          <ac:chgData name="Hironari Yamada" userId="e57621f8-ec3c-449e-bb19-001fffcc008e" providerId="ADAL" clId="{BC0BD879-F267-5CCA-8DEA-E3B2DD07DA4E}" dt="2026-06-01T07:29:32.336" v="7153" actId="1076"/>
          <ac:picMkLst>
            <pc:docMk/>
            <pc:sldMk cId="1186077149" sldId="293"/>
            <ac:picMk id="12" creationId="{00000000-0000-0000-0000-000000000000}"/>
          </ac:picMkLst>
        </pc:picChg>
        <pc:picChg chg="add mod">
          <ac:chgData name="Hironari Yamada" userId="e57621f8-ec3c-449e-bb19-001fffcc008e" providerId="ADAL" clId="{BC0BD879-F267-5CCA-8DEA-E3B2DD07DA4E}" dt="2026-06-01T07:29:17.174" v="7148" actId="1076"/>
          <ac:picMkLst>
            <pc:docMk/>
            <pc:sldMk cId="1186077149" sldId="293"/>
            <ac:picMk id="16" creationId="{E74FAE8F-84A8-F1F4-59B2-B7589E586B94}"/>
          </ac:picMkLst>
        </pc:picChg>
        <pc:picChg chg="add mod">
          <ac:chgData name="Hironari Yamada" userId="e57621f8-ec3c-449e-bb19-001fffcc008e" providerId="ADAL" clId="{BC0BD879-F267-5CCA-8DEA-E3B2DD07DA4E}" dt="2026-06-01T07:29:28.302" v="7152" actId="14100"/>
          <ac:picMkLst>
            <pc:docMk/>
            <pc:sldMk cId="1186077149" sldId="293"/>
            <ac:picMk id="19" creationId="{6661226C-CE1C-2B29-7CA9-7643BB7E7053}"/>
          </ac:picMkLst>
        </pc:picChg>
      </pc:sldChg>
      <pc:sldChg chg="addSp modSp mod">
        <pc:chgData name="Hironari Yamada" userId="e57621f8-ec3c-449e-bb19-001fffcc008e" providerId="ADAL" clId="{BC0BD879-F267-5CCA-8DEA-E3B2DD07DA4E}" dt="2026-06-01T07:31:08.524" v="7353" actId="20577"/>
        <pc:sldMkLst>
          <pc:docMk/>
          <pc:sldMk cId="1186077149" sldId="294"/>
        </pc:sldMkLst>
        <pc:spChg chg="add mod">
          <ac:chgData name="Hironari Yamada" userId="e57621f8-ec3c-449e-bb19-001fffcc008e" providerId="ADAL" clId="{BC0BD879-F267-5CCA-8DEA-E3B2DD07DA4E}" dt="2026-06-01T07:31:08.524" v="7353" actId="20577"/>
          <ac:spMkLst>
            <pc:docMk/>
            <pc:sldMk cId="1186077149" sldId="294"/>
            <ac:spMk id="12" creationId="{1AD9071B-5D84-5289-A11F-2B11F41A7E02}"/>
          </ac:spMkLst>
        </pc:spChg>
      </pc:sldChg>
      <pc:sldChg chg="del">
        <pc:chgData name="Hironari Yamada" userId="e57621f8-ec3c-449e-bb19-001fffcc008e" providerId="ADAL" clId="{BC0BD879-F267-5CCA-8DEA-E3B2DD07DA4E}" dt="2026-06-01T07:31:14.847" v="7354" actId="2696"/>
        <pc:sldMkLst>
          <pc:docMk/>
          <pc:sldMk cId="1186077149" sldId="295"/>
        </pc:sldMkLst>
      </pc:sldChg>
      <pc:sldChg chg="modSp mod">
        <pc:chgData name="Hironari Yamada" userId="e57621f8-ec3c-449e-bb19-001fffcc008e" providerId="ADAL" clId="{BC0BD879-F267-5CCA-8DEA-E3B2DD07DA4E}" dt="2026-06-01T07:31:51.850" v="7363" actId="403"/>
        <pc:sldMkLst>
          <pc:docMk/>
          <pc:sldMk cId="1186077149" sldId="296"/>
        </pc:sldMkLst>
        <pc:spChg chg="mod">
          <ac:chgData name="Hironari Yamada" userId="e57621f8-ec3c-449e-bb19-001fffcc008e" providerId="ADAL" clId="{BC0BD879-F267-5CCA-8DEA-E3B2DD07DA4E}" dt="2026-06-01T07:31:51.850" v="7363" actId="403"/>
          <ac:spMkLst>
            <pc:docMk/>
            <pc:sldMk cId="1186077149" sldId="296"/>
            <ac:spMk id="6" creationId="{00D98CB2-3B91-42DA-8EA5-3B65DA9043F7}"/>
          </ac:spMkLst>
        </pc:spChg>
        <pc:spChg chg="mod">
          <ac:chgData name="Hironari Yamada" userId="e57621f8-ec3c-449e-bb19-001fffcc008e" providerId="ADAL" clId="{BC0BD879-F267-5CCA-8DEA-E3B2DD07DA4E}" dt="2026-06-01T07:31:51.850" v="7363" actId="403"/>
          <ac:spMkLst>
            <pc:docMk/>
            <pc:sldMk cId="1186077149" sldId="296"/>
            <ac:spMk id="7" creationId="{BBAE8281-B426-4C29-B91C-43B6F8925A4F}"/>
          </ac:spMkLst>
        </pc:spChg>
        <pc:spChg chg="mod">
          <ac:chgData name="Hironari Yamada" userId="e57621f8-ec3c-449e-bb19-001fffcc008e" providerId="ADAL" clId="{BC0BD879-F267-5CCA-8DEA-E3B2DD07DA4E}" dt="2026-06-01T07:31:51.850" v="7363" actId="403"/>
          <ac:spMkLst>
            <pc:docMk/>
            <pc:sldMk cId="1186077149" sldId="296"/>
            <ac:spMk id="10" creationId="{3A55D769-26DE-4719-846F-E6BFCE0F1331}"/>
          </ac:spMkLst>
        </pc:spChg>
        <pc:spChg chg="mod">
          <ac:chgData name="Hironari Yamada" userId="e57621f8-ec3c-449e-bb19-001fffcc008e" providerId="ADAL" clId="{BC0BD879-F267-5CCA-8DEA-E3B2DD07DA4E}" dt="2026-06-01T07:31:51.850" v="7363" actId="403"/>
          <ac:spMkLst>
            <pc:docMk/>
            <pc:sldMk cId="1186077149" sldId="296"/>
            <ac:spMk id="15" creationId="{5994F763-B28C-41DA-8EF0-67E319421078}"/>
          </ac:spMkLst>
        </pc:spChg>
        <pc:spChg chg="mod">
          <ac:chgData name="Hironari Yamada" userId="e57621f8-ec3c-449e-bb19-001fffcc008e" providerId="ADAL" clId="{BC0BD879-F267-5CCA-8DEA-E3B2DD07DA4E}" dt="2026-06-01T07:31:51.850" v="7363" actId="403"/>
          <ac:spMkLst>
            <pc:docMk/>
            <pc:sldMk cId="1186077149" sldId="296"/>
            <ac:spMk id="16" creationId="{33282060-63D0-4448-B1F2-64AFB486AC32}"/>
          </ac:spMkLst>
        </pc:spChg>
        <pc:spChg chg="mod">
          <ac:chgData name="Hironari Yamada" userId="e57621f8-ec3c-449e-bb19-001fffcc008e" providerId="ADAL" clId="{BC0BD879-F267-5CCA-8DEA-E3B2DD07DA4E}" dt="2026-06-01T07:31:51.850" v="7363" actId="403"/>
          <ac:spMkLst>
            <pc:docMk/>
            <pc:sldMk cId="1186077149" sldId="296"/>
            <ac:spMk id="18" creationId="{EC4871A5-95D8-4641-B046-C7E88EAB879D}"/>
          </ac:spMkLst>
        </pc:spChg>
        <pc:spChg chg="mod">
          <ac:chgData name="Hironari Yamada" userId="e57621f8-ec3c-449e-bb19-001fffcc008e" providerId="ADAL" clId="{BC0BD879-F267-5CCA-8DEA-E3B2DD07DA4E}" dt="2026-06-01T07:31:51.850" v="7363" actId="403"/>
          <ac:spMkLst>
            <pc:docMk/>
            <pc:sldMk cId="1186077149" sldId="296"/>
            <ac:spMk id="23" creationId="{911A58DE-D387-454D-A5DE-3F196577FF60}"/>
          </ac:spMkLst>
        </pc:spChg>
        <pc:spChg chg="mod">
          <ac:chgData name="Hironari Yamada" userId="e57621f8-ec3c-449e-bb19-001fffcc008e" providerId="ADAL" clId="{BC0BD879-F267-5CCA-8DEA-E3B2DD07DA4E}" dt="2026-06-01T07:31:51.850" v="7363" actId="403"/>
          <ac:spMkLst>
            <pc:docMk/>
            <pc:sldMk cId="1186077149" sldId="296"/>
            <ac:spMk id="27" creationId="{70D458F9-9901-4944-B2F2-34F6A411EB4B}"/>
          </ac:spMkLst>
        </pc:spChg>
        <pc:spChg chg="mod">
          <ac:chgData name="Hironari Yamada" userId="e57621f8-ec3c-449e-bb19-001fffcc008e" providerId="ADAL" clId="{BC0BD879-F267-5CCA-8DEA-E3B2DD07DA4E}" dt="2026-06-01T07:31:51.850" v="7363" actId="403"/>
          <ac:spMkLst>
            <pc:docMk/>
            <pc:sldMk cId="1186077149" sldId="296"/>
            <ac:spMk id="30" creationId="{B65C3B34-9C82-4EE0-8148-35860FFD8E39}"/>
          </ac:spMkLst>
        </pc:spChg>
        <pc:spChg chg="mod">
          <ac:chgData name="Hironari Yamada" userId="e57621f8-ec3c-449e-bb19-001fffcc008e" providerId="ADAL" clId="{BC0BD879-F267-5CCA-8DEA-E3B2DD07DA4E}" dt="2026-06-01T07:31:51.850" v="7363" actId="403"/>
          <ac:spMkLst>
            <pc:docMk/>
            <pc:sldMk cId="1186077149" sldId="296"/>
            <ac:spMk id="31" creationId="{7BA9AA8F-A4DE-44B8-96FB-B498C2C0325D}"/>
          </ac:spMkLst>
        </pc:spChg>
      </pc:sldChg>
      <pc:sldChg chg="del">
        <pc:chgData name="Hironari Yamada" userId="e57621f8-ec3c-449e-bb19-001fffcc008e" providerId="ADAL" clId="{BC0BD879-F267-5CCA-8DEA-E3B2DD07DA4E}" dt="2026-06-01T07:31:26.224" v="7355" actId="2696"/>
        <pc:sldMkLst>
          <pc:docMk/>
          <pc:sldMk cId="1186077149" sldId="297"/>
        </pc:sldMkLst>
      </pc:sldChg>
      <pc:sldChg chg="del">
        <pc:chgData name="Hironari Yamada" userId="e57621f8-ec3c-449e-bb19-001fffcc008e" providerId="ADAL" clId="{BC0BD879-F267-5CCA-8DEA-E3B2DD07DA4E}" dt="2026-06-01T07:31:28.914" v="7356" actId="2696"/>
        <pc:sldMkLst>
          <pc:docMk/>
          <pc:sldMk cId="1186077149" sldId="298"/>
        </pc:sldMkLst>
      </pc:sldChg>
      <pc:sldChg chg="modSp mod">
        <pc:chgData name="Hironari Yamada" userId="e57621f8-ec3c-449e-bb19-001fffcc008e" providerId="ADAL" clId="{BC0BD879-F267-5CCA-8DEA-E3B2DD07DA4E}" dt="2026-06-01T07:35:49.901" v="7393" actId="403"/>
        <pc:sldMkLst>
          <pc:docMk/>
          <pc:sldMk cId="1186077149" sldId="299"/>
        </pc:sldMkLst>
        <pc:spChg chg="mod">
          <ac:chgData name="Hironari Yamada" userId="e57621f8-ec3c-449e-bb19-001fffcc008e" providerId="ADAL" clId="{BC0BD879-F267-5CCA-8DEA-E3B2DD07DA4E}" dt="2026-06-01T07:35:49.901" v="7393" actId="403"/>
          <ac:spMkLst>
            <pc:docMk/>
            <pc:sldMk cId="1186077149" sldId="299"/>
            <ac:spMk id="6" creationId="{1C793B2A-8B5A-4CEC-9CE9-0E5E57307C1D}"/>
          </ac:spMkLst>
        </pc:spChg>
        <pc:spChg chg="mod">
          <ac:chgData name="Hironari Yamada" userId="e57621f8-ec3c-449e-bb19-001fffcc008e" providerId="ADAL" clId="{BC0BD879-F267-5CCA-8DEA-E3B2DD07DA4E}" dt="2026-06-01T07:35:49.901" v="7393" actId="403"/>
          <ac:spMkLst>
            <pc:docMk/>
            <pc:sldMk cId="1186077149" sldId="299"/>
            <ac:spMk id="9" creationId="{CAB8EC05-9DB4-4345-860E-1F93F1FEBFDB}"/>
          </ac:spMkLst>
        </pc:spChg>
        <pc:spChg chg="mod">
          <ac:chgData name="Hironari Yamada" userId="e57621f8-ec3c-449e-bb19-001fffcc008e" providerId="ADAL" clId="{BC0BD879-F267-5CCA-8DEA-E3B2DD07DA4E}" dt="2026-06-01T07:35:49.901" v="7393" actId="403"/>
          <ac:spMkLst>
            <pc:docMk/>
            <pc:sldMk cId="1186077149" sldId="299"/>
            <ac:spMk id="10" creationId="{A0622449-E929-4455-8466-C4103AD25903}"/>
          </ac:spMkLst>
        </pc:spChg>
        <pc:spChg chg="mod">
          <ac:chgData name="Hironari Yamada" userId="e57621f8-ec3c-449e-bb19-001fffcc008e" providerId="ADAL" clId="{BC0BD879-F267-5CCA-8DEA-E3B2DD07DA4E}" dt="2026-06-01T07:35:49.901" v="7393" actId="403"/>
          <ac:spMkLst>
            <pc:docMk/>
            <pc:sldMk cId="1186077149" sldId="299"/>
            <ac:spMk id="12" creationId="{566D47C2-F4CA-4C1C-903E-6647AD97C084}"/>
          </ac:spMkLst>
        </pc:spChg>
        <pc:spChg chg="mod">
          <ac:chgData name="Hironari Yamada" userId="e57621f8-ec3c-449e-bb19-001fffcc008e" providerId="ADAL" clId="{BC0BD879-F267-5CCA-8DEA-E3B2DD07DA4E}" dt="2026-06-01T07:35:49.901" v="7393" actId="403"/>
          <ac:spMkLst>
            <pc:docMk/>
            <pc:sldMk cId="1186077149" sldId="299"/>
            <ac:spMk id="13" creationId="{F6173B24-335C-4C64-8739-323BBFA5A725}"/>
          </ac:spMkLst>
        </pc:spChg>
        <pc:spChg chg="mod">
          <ac:chgData name="Hironari Yamada" userId="e57621f8-ec3c-449e-bb19-001fffcc008e" providerId="ADAL" clId="{BC0BD879-F267-5CCA-8DEA-E3B2DD07DA4E}" dt="2026-06-01T07:35:49.901" v="7393" actId="403"/>
          <ac:spMkLst>
            <pc:docMk/>
            <pc:sldMk cId="1186077149" sldId="299"/>
            <ac:spMk id="17" creationId="{DD03329F-415B-4C7E-BD0C-6A9A392D8FF3}"/>
          </ac:spMkLst>
        </pc:spChg>
        <pc:spChg chg="mod">
          <ac:chgData name="Hironari Yamada" userId="e57621f8-ec3c-449e-bb19-001fffcc008e" providerId="ADAL" clId="{BC0BD879-F267-5CCA-8DEA-E3B2DD07DA4E}" dt="2026-06-01T07:35:49.901" v="7393" actId="403"/>
          <ac:spMkLst>
            <pc:docMk/>
            <pc:sldMk cId="1186077149" sldId="299"/>
            <ac:spMk id="18" creationId="{E0E84EAC-2680-4E26-A672-F852F74F8F0C}"/>
          </ac:spMkLst>
        </pc:spChg>
        <pc:spChg chg="mod">
          <ac:chgData name="Hironari Yamada" userId="e57621f8-ec3c-449e-bb19-001fffcc008e" providerId="ADAL" clId="{BC0BD879-F267-5CCA-8DEA-E3B2DD07DA4E}" dt="2026-06-01T07:35:49.901" v="7393" actId="403"/>
          <ac:spMkLst>
            <pc:docMk/>
            <pc:sldMk cId="1186077149" sldId="299"/>
            <ac:spMk id="20" creationId="{6369F12F-7645-468D-A0BF-49263FE4ABED}"/>
          </ac:spMkLst>
        </pc:spChg>
        <pc:spChg chg="mod">
          <ac:chgData name="Hironari Yamada" userId="e57621f8-ec3c-449e-bb19-001fffcc008e" providerId="ADAL" clId="{BC0BD879-F267-5CCA-8DEA-E3B2DD07DA4E}" dt="2026-06-01T07:35:49.901" v="7393" actId="403"/>
          <ac:spMkLst>
            <pc:docMk/>
            <pc:sldMk cId="1186077149" sldId="299"/>
            <ac:spMk id="21" creationId="{A23C62EB-EDE2-451A-9EB7-AB4571005F9C}"/>
          </ac:spMkLst>
        </pc:spChg>
        <pc:spChg chg="mod">
          <ac:chgData name="Hironari Yamada" userId="e57621f8-ec3c-449e-bb19-001fffcc008e" providerId="ADAL" clId="{BC0BD879-F267-5CCA-8DEA-E3B2DD07DA4E}" dt="2026-06-01T07:35:49.901" v="7393" actId="403"/>
          <ac:spMkLst>
            <pc:docMk/>
            <pc:sldMk cId="1186077149" sldId="299"/>
            <ac:spMk id="23" creationId="{74AD8AB1-D9FC-40A7-8990-573E27894046}"/>
          </ac:spMkLst>
        </pc:spChg>
      </pc:sldChg>
      <pc:sldChg chg="addSp delSp modSp mod">
        <pc:chgData name="Hironari Yamada" userId="e57621f8-ec3c-449e-bb19-001fffcc008e" providerId="ADAL" clId="{BC0BD879-F267-5CCA-8DEA-E3B2DD07DA4E}" dt="2026-06-01T07:35:39.309" v="7389" actId="20577"/>
        <pc:sldMkLst>
          <pc:docMk/>
          <pc:sldMk cId="1186077149" sldId="300"/>
        </pc:sldMkLst>
        <pc:spChg chg="add del mod">
          <ac:chgData name="Hironari Yamada" userId="e57621f8-ec3c-449e-bb19-001fffcc008e" providerId="ADAL" clId="{BC0BD879-F267-5CCA-8DEA-E3B2DD07DA4E}" dt="2026-06-01T07:32:30.475" v="7366" actId="478"/>
          <ac:spMkLst>
            <pc:docMk/>
            <pc:sldMk cId="1186077149" sldId="300"/>
            <ac:spMk id="11" creationId="{DDB3AED6-0C43-DD91-A483-BFCE786E8007}"/>
          </ac:spMkLst>
        </pc:spChg>
        <pc:spChg chg="add del mod">
          <ac:chgData name="Hironari Yamada" userId="e57621f8-ec3c-449e-bb19-001fffcc008e" providerId="ADAL" clId="{BC0BD879-F267-5CCA-8DEA-E3B2DD07DA4E}" dt="2026-06-01T07:32:30.475" v="7366" actId="478"/>
          <ac:spMkLst>
            <pc:docMk/>
            <pc:sldMk cId="1186077149" sldId="300"/>
            <ac:spMk id="12" creationId="{13D3DD15-E132-F11C-6180-64CAB0AB25D9}"/>
          </ac:spMkLst>
        </pc:spChg>
        <pc:spChg chg="add del mod">
          <ac:chgData name="Hironari Yamada" userId="e57621f8-ec3c-449e-bb19-001fffcc008e" providerId="ADAL" clId="{BC0BD879-F267-5CCA-8DEA-E3B2DD07DA4E}" dt="2026-06-01T07:32:30.475" v="7366" actId="478"/>
          <ac:spMkLst>
            <pc:docMk/>
            <pc:sldMk cId="1186077149" sldId="300"/>
            <ac:spMk id="13" creationId="{9542B2E6-DA16-D608-2FB2-0DD8CEB770CC}"/>
          </ac:spMkLst>
        </pc:spChg>
        <pc:spChg chg="add del mod">
          <ac:chgData name="Hironari Yamada" userId="e57621f8-ec3c-449e-bb19-001fffcc008e" providerId="ADAL" clId="{BC0BD879-F267-5CCA-8DEA-E3B2DD07DA4E}" dt="2026-06-01T07:32:30.475" v="7366" actId="478"/>
          <ac:spMkLst>
            <pc:docMk/>
            <pc:sldMk cId="1186077149" sldId="300"/>
            <ac:spMk id="24" creationId="{E2038438-B848-04EB-C9C2-3ECACC77B8A0}"/>
          </ac:spMkLst>
        </pc:spChg>
        <pc:spChg chg="add del mod">
          <ac:chgData name="Hironari Yamada" userId="e57621f8-ec3c-449e-bb19-001fffcc008e" providerId="ADAL" clId="{BC0BD879-F267-5CCA-8DEA-E3B2DD07DA4E}" dt="2026-06-01T07:32:30.475" v="7366" actId="478"/>
          <ac:spMkLst>
            <pc:docMk/>
            <pc:sldMk cId="1186077149" sldId="300"/>
            <ac:spMk id="27" creationId="{4DBF1DFC-4AFB-0CAD-126B-9643F326FBC1}"/>
          </ac:spMkLst>
        </pc:spChg>
        <pc:spChg chg="add del mod">
          <ac:chgData name="Hironari Yamada" userId="e57621f8-ec3c-449e-bb19-001fffcc008e" providerId="ADAL" clId="{BC0BD879-F267-5CCA-8DEA-E3B2DD07DA4E}" dt="2026-06-01T07:32:30.475" v="7366" actId="478"/>
          <ac:spMkLst>
            <pc:docMk/>
            <pc:sldMk cId="1186077149" sldId="300"/>
            <ac:spMk id="28" creationId="{FEF380CD-0C2F-E8F6-96C0-FF9EB80E9997}"/>
          </ac:spMkLst>
        </pc:spChg>
        <pc:spChg chg="add del mod">
          <ac:chgData name="Hironari Yamada" userId="e57621f8-ec3c-449e-bb19-001fffcc008e" providerId="ADAL" clId="{BC0BD879-F267-5CCA-8DEA-E3B2DD07DA4E}" dt="2026-06-01T07:32:30.475" v="7366" actId="478"/>
          <ac:spMkLst>
            <pc:docMk/>
            <pc:sldMk cId="1186077149" sldId="300"/>
            <ac:spMk id="29" creationId="{FCC35952-AC3B-9693-1A7B-17529F180EB0}"/>
          </ac:spMkLst>
        </pc:spChg>
        <pc:spChg chg="add del mod">
          <ac:chgData name="Hironari Yamada" userId="e57621f8-ec3c-449e-bb19-001fffcc008e" providerId="ADAL" clId="{BC0BD879-F267-5CCA-8DEA-E3B2DD07DA4E}" dt="2026-06-01T07:32:30.475" v="7366" actId="478"/>
          <ac:spMkLst>
            <pc:docMk/>
            <pc:sldMk cId="1186077149" sldId="300"/>
            <ac:spMk id="30" creationId="{1C15B3FE-8EF5-481C-1E25-EF9D221B389E}"/>
          </ac:spMkLst>
        </pc:spChg>
        <pc:spChg chg="add del mod">
          <ac:chgData name="Hironari Yamada" userId="e57621f8-ec3c-449e-bb19-001fffcc008e" providerId="ADAL" clId="{BC0BD879-F267-5CCA-8DEA-E3B2DD07DA4E}" dt="2026-06-01T07:32:30.475" v="7366" actId="478"/>
          <ac:spMkLst>
            <pc:docMk/>
            <pc:sldMk cId="1186077149" sldId="300"/>
            <ac:spMk id="31" creationId="{D9307B5E-6CDC-AA12-FFF3-8F774EFE4E12}"/>
          </ac:spMkLst>
        </pc:spChg>
        <pc:spChg chg="add del mod">
          <ac:chgData name="Hironari Yamada" userId="e57621f8-ec3c-449e-bb19-001fffcc008e" providerId="ADAL" clId="{BC0BD879-F267-5CCA-8DEA-E3B2DD07DA4E}" dt="2026-06-01T07:32:30.475" v="7366" actId="478"/>
          <ac:spMkLst>
            <pc:docMk/>
            <pc:sldMk cId="1186077149" sldId="300"/>
            <ac:spMk id="35" creationId="{5C3C38C1-8F3B-B6BD-12FC-EFC10EEAC3F5}"/>
          </ac:spMkLst>
        </pc:spChg>
        <pc:spChg chg="add mod">
          <ac:chgData name="Hironari Yamada" userId="e57621f8-ec3c-449e-bb19-001fffcc008e" providerId="ADAL" clId="{BC0BD879-F267-5CCA-8DEA-E3B2DD07DA4E}" dt="2026-06-01T07:32:30.873" v="7367"/>
          <ac:spMkLst>
            <pc:docMk/>
            <pc:sldMk cId="1186077149" sldId="300"/>
            <ac:spMk id="36" creationId="{C57AF384-9848-5F22-9F45-EF6BFC6EF30B}"/>
          </ac:spMkLst>
        </pc:spChg>
        <pc:spChg chg="add mod">
          <ac:chgData name="Hironari Yamada" userId="e57621f8-ec3c-449e-bb19-001fffcc008e" providerId="ADAL" clId="{BC0BD879-F267-5CCA-8DEA-E3B2DD07DA4E}" dt="2026-06-01T07:32:30.873" v="7367"/>
          <ac:spMkLst>
            <pc:docMk/>
            <pc:sldMk cId="1186077149" sldId="300"/>
            <ac:spMk id="37" creationId="{7E7DD8DE-ADFC-D628-D735-39FE44CDD520}"/>
          </ac:spMkLst>
        </pc:spChg>
        <pc:spChg chg="add mod">
          <ac:chgData name="Hironari Yamada" userId="e57621f8-ec3c-449e-bb19-001fffcc008e" providerId="ADAL" clId="{BC0BD879-F267-5CCA-8DEA-E3B2DD07DA4E}" dt="2026-06-01T07:32:30.873" v="7367"/>
          <ac:spMkLst>
            <pc:docMk/>
            <pc:sldMk cId="1186077149" sldId="300"/>
            <ac:spMk id="38" creationId="{00992A24-CA6A-55D1-F4BA-6D98005320FA}"/>
          </ac:spMkLst>
        </pc:spChg>
        <pc:spChg chg="add mod">
          <ac:chgData name="Hironari Yamada" userId="e57621f8-ec3c-449e-bb19-001fffcc008e" providerId="ADAL" clId="{BC0BD879-F267-5CCA-8DEA-E3B2DD07DA4E}" dt="2026-06-01T07:32:30.873" v="7367"/>
          <ac:spMkLst>
            <pc:docMk/>
            <pc:sldMk cId="1186077149" sldId="300"/>
            <ac:spMk id="39" creationId="{1E7D0E9A-65BD-3716-B026-932E1BE37F46}"/>
          </ac:spMkLst>
        </pc:spChg>
        <pc:spChg chg="add mod">
          <ac:chgData name="Hironari Yamada" userId="e57621f8-ec3c-449e-bb19-001fffcc008e" providerId="ADAL" clId="{BC0BD879-F267-5CCA-8DEA-E3B2DD07DA4E}" dt="2026-06-01T07:32:30.873" v="7367"/>
          <ac:spMkLst>
            <pc:docMk/>
            <pc:sldMk cId="1186077149" sldId="300"/>
            <ac:spMk id="50" creationId="{2BE8E515-1B7A-0145-08A8-C8F9E8D120F3}"/>
          </ac:spMkLst>
        </pc:spChg>
        <pc:spChg chg="add mod">
          <ac:chgData name="Hironari Yamada" userId="e57621f8-ec3c-449e-bb19-001fffcc008e" providerId="ADAL" clId="{BC0BD879-F267-5CCA-8DEA-E3B2DD07DA4E}" dt="2026-06-01T07:32:30.873" v="7367"/>
          <ac:spMkLst>
            <pc:docMk/>
            <pc:sldMk cId="1186077149" sldId="300"/>
            <ac:spMk id="53" creationId="{3374FD97-C171-D190-4127-88DDB70A2DDD}"/>
          </ac:spMkLst>
        </pc:spChg>
        <pc:spChg chg="del">
          <ac:chgData name="Hironari Yamada" userId="e57621f8-ec3c-449e-bb19-001fffcc008e" providerId="ADAL" clId="{BC0BD879-F267-5CCA-8DEA-E3B2DD07DA4E}" dt="2026-06-01T07:32:51.007" v="7369" actId="478"/>
          <ac:spMkLst>
            <pc:docMk/>
            <pc:sldMk cId="1186077149" sldId="300"/>
            <ac:spMk id="54" creationId="{420C7181-1B60-F537-7F4F-DCEC760474B0}"/>
          </ac:spMkLst>
        </pc:spChg>
        <pc:spChg chg="del">
          <ac:chgData name="Hironari Yamada" userId="e57621f8-ec3c-449e-bb19-001fffcc008e" providerId="ADAL" clId="{BC0BD879-F267-5CCA-8DEA-E3B2DD07DA4E}" dt="2026-06-01T07:32:51.007" v="7369" actId="478"/>
          <ac:spMkLst>
            <pc:docMk/>
            <pc:sldMk cId="1186077149" sldId="300"/>
            <ac:spMk id="55" creationId="{12900657-573E-3486-A70A-F1F54210EAFC}"/>
          </ac:spMkLst>
        </pc:spChg>
        <pc:spChg chg="add del mod">
          <ac:chgData name="Hironari Yamada" userId="e57621f8-ec3c-449e-bb19-001fffcc008e" providerId="ADAL" clId="{BC0BD879-F267-5CCA-8DEA-E3B2DD07DA4E}" dt="2026-06-01T07:32:42.062" v="7368" actId="478"/>
          <ac:spMkLst>
            <pc:docMk/>
            <pc:sldMk cId="1186077149" sldId="300"/>
            <ac:spMk id="58" creationId="{4C15B1D2-0DBC-41C0-C5BC-0B2E36913B12}"/>
          </ac:spMkLst>
        </pc:spChg>
        <pc:spChg chg="del">
          <ac:chgData name="Hironari Yamada" userId="e57621f8-ec3c-449e-bb19-001fffcc008e" providerId="ADAL" clId="{BC0BD879-F267-5CCA-8DEA-E3B2DD07DA4E}" dt="2026-06-01T07:32:42.062" v="7368" actId="478"/>
          <ac:spMkLst>
            <pc:docMk/>
            <pc:sldMk cId="1186077149" sldId="300"/>
            <ac:spMk id="59" creationId="{5150A885-29B2-A3A8-5655-F315879FAB31}"/>
          </ac:spMkLst>
        </pc:spChg>
        <pc:spChg chg="add del mod">
          <ac:chgData name="Hironari Yamada" userId="e57621f8-ec3c-449e-bb19-001fffcc008e" providerId="ADAL" clId="{BC0BD879-F267-5CCA-8DEA-E3B2DD07DA4E}" dt="2026-06-01T07:32:42.062" v="7368" actId="478"/>
          <ac:spMkLst>
            <pc:docMk/>
            <pc:sldMk cId="1186077149" sldId="300"/>
            <ac:spMk id="60" creationId="{6399AA48-C0D2-8BD3-6E9B-95BF83883FDB}"/>
          </ac:spMkLst>
        </pc:spChg>
        <pc:spChg chg="add del mod">
          <ac:chgData name="Hironari Yamada" userId="e57621f8-ec3c-449e-bb19-001fffcc008e" providerId="ADAL" clId="{BC0BD879-F267-5CCA-8DEA-E3B2DD07DA4E}" dt="2026-06-01T07:32:42.062" v="7368" actId="478"/>
          <ac:spMkLst>
            <pc:docMk/>
            <pc:sldMk cId="1186077149" sldId="300"/>
            <ac:spMk id="61" creationId="{ED8E46A4-EC43-951B-4BBF-DF42E12B01B8}"/>
          </ac:spMkLst>
        </pc:spChg>
        <pc:spChg chg="del">
          <ac:chgData name="Hironari Yamada" userId="e57621f8-ec3c-449e-bb19-001fffcc008e" providerId="ADAL" clId="{BC0BD879-F267-5CCA-8DEA-E3B2DD07DA4E}" dt="2026-06-01T07:32:42.062" v="7368" actId="478"/>
          <ac:spMkLst>
            <pc:docMk/>
            <pc:sldMk cId="1186077149" sldId="300"/>
            <ac:spMk id="62" creationId="{F41CFB16-18C9-416B-E9F6-6A33C1457060}"/>
          </ac:spMkLst>
        </pc:spChg>
        <pc:spChg chg="del">
          <ac:chgData name="Hironari Yamada" userId="e57621f8-ec3c-449e-bb19-001fffcc008e" providerId="ADAL" clId="{BC0BD879-F267-5CCA-8DEA-E3B2DD07DA4E}" dt="2026-06-01T07:32:42.062" v="7368" actId="478"/>
          <ac:spMkLst>
            <pc:docMk/>
            <pc:sldMk cId="1186077149" sldId="300"/>
            <ac:spMk id="63" creationId="{03C3D8B9-432B-FF8A-0D9F-AFE0F6050D68}"/>
          </ac:spMkLst>
        </pc:spChg>
        <pc:spChg chg="del">
          <ac:chgData name="Hironari Yamada" userId="e57621f8-ec3c-449e-bb19-001fffcc008e" providerId="ADAL" clId="{BC0BD879-F267-5CCA-8DEA-E3B2DD07DA4E}" dt="2026-06-01T07:32:42.062" v="7368" actId="478"/>
          <ac:spMkLst>
            <pc:docMk/>
            <pc:sldMk cId="1186077149" sldId="300"/>
            <ac:spMk id="64" creationId="{DB5555E7-E812-489A-EEA1-703D45C3AABD}"/>
          </ac:spMkLst>
        </pc:spChg>
        <pc:spChg chg="add del mod">
          <ac:chgData name="Hironari Yamada" userId="e57621f8-ec3c-449e-bb19-001fffcc008e" providerId="ADAL" clId="{BC0BD879-F267-5CCA-8DEA-E3B2DD07DA4E}" dt="2026-06-01T07:32:51.007" v="7369" actId="478"/>
          <ac:spMkLst>
            <pc:docMk/>
            <pc:sldMk cId="1186077149" sldId="300"/>
            <ac:spMk id="67" creationId="{F7C18CCA-C2F8-EA0B-C035-844DFB1EA4B1}"/>
          </ac:spMkLst>
        </pc:spChg>
        <pc:spChg chg="add mod">
          <ac:chgData name="Hironari Yamada" userId="e57621f8-ec3c-449e-bb19-001fffcc008e" providerId="ADAL" clId="{BC0BD879-F267-5CCA-8DEA-E3B2DD07DA4E}" dt="2026-06-01T07:35:39.309" v="7389" actId="20577"/>
          <ac:spMkLst>
            <pc:docMk/>
            <pc:sldMk cId="1186077149" sldId="300"/>
            <ac:spMk id="70" creationId="{5628F7D1-B3FE-9148-A09B-B0D7C718E47E}"/>
          </ac:spMkLst>
        </pc:spChg>
        <pc:picChg chg="del">
          <ac:chgData name="Hironari Yamada" userId="e57621f8-ec3c-449e-bb19-001fffcc008e" providerId="ADAL" clId="{BC0BD879-F267-5CCA-8DEA-E3B2DD07DA4E}" dt="2026-06-01T07:32:14.209" v="7365" actId="478"/>
          <ac:picMkLst>
            <pc:docMk/>
            <pc:sldMk cId="1186077149" sldId="300"/>
            <ac:picMk id="7" creationId="{00000000-0000-0000-0000-000000000000}"/>
          </ac:picMkLst>
        </pc:picChg>
        <pc:picChg chg="del">
          <ac:chgData name="Hironari Yamada" userId="e57621f8-ec3c-449e-bb19-001fffcc008e" providerId="ADAL" clId="{BC0BD879-F267-5CCA-8DEA-E3B2DD07DA4E}" dt="2026-06-01T07:32:51.007" v="7369" actId="478"/>
          <ac:picMkLst>
            <pc:docMk/>
            <pc:sldMk cId="1186077149" sldId="300"/>
            <ac:picMk id="40" creationId="{27880E53-9979-FDB1-BD2E-6C77E0AC9361}"/>
          </ac:picMkLst>
        </pc:picChg>
        <pc:picChg chg="del">
          <ac:chgData name="Hironari Yamada" userId="e57621f8-ec3c-449e-bb19-001fffcc008e" providerId="ADAL" clId="{BC0BD879-F267-5CCA-8DEA-E3B2DD07DA4E}" dt="2026-06-01T07:32:51.007" v="7369" actId="478"/>
          <ac:picMkLst>
            <pc:docMk/>
            <pc:sldMk cId="1186077149" sldId="300"/>
            <ac:picMk id="44" creationId="{E3F54FDE-01E0-DF8E-97DD-699887B5EF47}"/>
          </ac:picMkLst>
        </pc:picChg>
        <pc:picChg chg="del">
          <ac:chgData name="Hironari Yamada" userId="e57621f8-ec3c-449e-bb19-001fffcc008e" providerId="ADAL" clId="{BC0BD879-F267-5CCA-8DEA-E3B2DD07DA4E}" dt="2026-06-01T07:32:51.007" v="7369" actId="478"/>
          <ac:picMkLst>
            <pc:docMk/>
            <pc:sldMk cId="1186077149" sldId="300"/>
            <ac:picMk id="65" creationId="{CD9D48F7-417A-1371-6DDD-19A943CFEE23}"/>
          </ac:picMkLst>
        </pc:picChg>
        <pc:picChg chg="add mod">
          <ac:chgData name="Hironari Yamada" userId="e57621f8-ec3c-449e-bb19-001fffcc008e" providerId="ADAL" clId="{BC0BD879-F267-5CCA-8DEA-E3B2DD07DA4E}" dt="2026-06-01T07:35:26.017" v="7372" actId="1076"/>
          <ac:picMkLst>
            <pc:docMk/>
            <pc:sldMk cId="1186077149" sldId="300"/>
            <ac:picMk id="68" creationId="{56AE4039-7B6D-769B-5FD4-8F9A244733F3}"/>
          </ac:picMkLst>
        </pc:picChg>
        <pc:cxnChg chg="del mod">
          <ac:chgData name="Hironari Yamada" userId="e57621f8-ec3c-449e-bb19-001fffcc008e" providerId="ADAL" clId="{BC0BD879-F267-5CCA-8DEA-E3B2DD07DA4E}" dt="2026-06-01T07:32:54.176" v="7370" actId="478"/>
          <ac:cxnSpMkLst>
            <pc:docMk/>
            <pc:sldMk cId="1186077149" sldId="300"/>
            <ac:cxnSpMk id="45" creationId="{35DA1D45-AFFD-258F-A314-E5B50D1F839B}"/>
          </ac:cxnSpMkLst>
        </pc:cxnChg>
        <pc:cxnChg chg="mod">
          <ac:chgData name="Hironari Yamada" userId="e57621f8-ec3c-449e-bb19-001fffcc008e" providerId="ADAL" clId="{BC0BD879-F267-5CCA-8DEA-E3B2DD07DA4E}" dt="2026-06-01T07:35:28.799" v="7373" actId="14100"/>
          <ac:cxnSpMkLst>
            <pc:docMk/>
            <pc:sldMk cId="1186077149" sldId="300"/>
            <ac:cxnSpMk id="46" creationId="{9A728C50-B85B-026A-91AA-44D2492D36A3}"/>
          </ac:cxnSpMkLst>
        </pc:cxnChg>
        <pc:cxnChg chg="del mod">
          <ac:chgData name="Hironari Yamada" userId="e57621f8-ec3c-449e-bb19-001fffcc008e" providerId="ADAL" clId="{BC0BD879-F267-5CCA-8DEA-E3B2DD07DA4E}" dt="2026-06-01T07:32:54.176" v="7370" actId="478"/>
          <ac:cxnSpMkLst>
            <pc:docMk/>
            <pc:sldMk cId="1186077149" sldId="300"/>
            <ac:cxnSpMk id="66" creationId="{E9365DE0-A639-9D82-203F-376DEC205BA2}"/>
          </ac:cxnSpMkLst>
        </pc:cxnChg>
      </pc:sldChg>
      <pc:sldChg chg="del">
        <pc:chgData name="Hironari Yamada" userId="e57621f8-ec3c-449e-bb19-001fffcc008e" providerId="ADAL" clId="{BC0BD879-F267-5CCA-8DEA-E3B2DD07DA4E}" dt="2026-06-01T07:31:44.015" v="7357" actId="2696"/>
        <pc:sldMkLst>
          <pc:docMk/>
          <pc:sldMk cId="1186077149" sldId="301"/>
        </pc:sldMkLst>
      </pc:sldChg>
      <pc:sldChg chg="addSp delSp modSp add mod modNotesTx">
        <pc:chgData name="Hironari Yamada" userId="e57621f8-ec3c-449e-bb19-001fffcc008e" providerId="ADAL" clId="{BC0BD879-F267-5CCA-8DEA-E3B2DD07DA4E}" dt="2026-06-01T01:46:51.482" v="256" actId="478"/>
        <pc:sldMkLst>
          <pc:docMk/>
          <pc:sldMk cId="2815242869" sldId="302"/>
        </pc:sldMkLst>
        <pc:spChg chg="del">
          <ac:chgData name="Hironari Yamada" userId="e57621f8-ec3c-449e-bb19-001fffcc008e" providerId="ADAL" clId="{BC0BD879-F267-5CCA-8DEA-E3B2DD07DA4E}" dt="2026-06-01T01:46:51.482" v="256" actId="478"/>
          <ac:spMkLst>
            <pc:docMk/>
            <pc:sldMk cId="2815242869" sldId="302"/>
            <ac:spMk id="3" creationId="{893FF776-4B00-1335-8440-5140CE977E24}"/>
          </ac:spMkLst>
        </pc:spChg>
        <pc:spChg chg="del">
          <ac:chgData name="Hironari Yamada" userId="e57621f8-ec3c-449e-bb19-001fffcc008e" providerId="ADAL" clId="{BC0BD879-F267-5CCA-8DEA-E3B2DD07DA4E}" dt="2026-06-01T01:26:49.293" v="82" actId="478"/>
          <ac:spMkLst>
            <pc:docMk/>
            <pc:sldMk cId="2815242869" sldId="302"/>
            <ac:spMk id="7" creationId="{4AD113E4-4CBC-DFCA-D1AE-37B12D7E5F6E}"/>
          </ac:spMkLst>
        </pc:spChg>
        <pc:spChg chg="del">
          <ac:chgData name="Hironari Yamada" userId="e57621f8-ec3c-449e-bb19-001fffcc008e" providerId="ADAL" clId="{BC0BD879-F267-5CCA-8DEA-E3B2DD07DA4E}" dt="2026-06-01T01:26:49.293" v="82" actId="478"/>
          <ac:spMkLst>
            <pc:docMk/>
            <pc:sldMk cId="2815242869" sldId="302"/>
            <ac:spMk id="8" creationId="{8A2862CA-3B0B-34C3-DB75-1DA474A73E62}"/>
          </ac:spMkLst>
        </pc:spChg>
        <pc:spChg chg="del">
          <ac:chgData name="Hironari Yamada" userId="e57621f8-ec3c-449e-bb19-001fffcc008e" providerId="ADAL" clId="{BC0BD879-F267-5CCA-8DEA-E3B2DD07DA4E}" dt="2026-06-01T01:26:49.293" v="82" actId="478"/>
          <ac:spMkLst>
            <pc:docMk/>
            <pc:sldMk cId="2815242869" sldId="302"/>
            <ac:spMk id="10" creationId="{A00184A5-6DCC-1D80-3DED-C82AA580A751}"/>
          </ac:spMkLst>
        </pc:spChg>
        <pc:spChg chg="del">
          <ac:chgData name="Hironari Yamada" userId="e57621f8-ec3c-449e-bb19-001fffcc008e" providerId="ADAL" clId="{BC0BD879-F267-5CCA-8DEA-E3B2DD07DA4E}" dt="2026-06-01T01:26:49.293" v="82" actId="478"/>
          <ac:spMkLst>
            <pc:docMk/>
            <pc:sldMk cId="2815242869" sldId="302"/>
            <ac:spMk id="13" creationId="{D57415B7-D517-F982-2307-246FF8702172}"/>
          </ac:spMkLst>
        </pc:spChg>
        <pc:spChg chg="del">
          <ac:chgData name="Hironari Yamada" userId="e57621f8-ec3c-449e-bb19-001fffcc008e" providerId="ADAL" clId="{BC0BD879-F267-5CCA-8DEA-E3B2DD07DA4E}" dt="2026-06-01T01:26:49.293" v="82" actId="478"/>
          <ac:spMkLst>
            <pc:docMk/>
            <pc:sldMk cId="2815242869" sldId="302"/>
            <ac:spMk id="14" creationId="{761ECB52-2149-95E3-467F-BE50B9C3F626}"/>
          </ac:spMkLst>
        </pc:spChg>
        <pc:spChg chg="del">
          <ac:chgData name="Hironari Yamada" userId="e57621f8-ec3c-449e-bb19-001fffcc008e" providerId="ADAL" clId="{BC0BD879-F267-5CCA-8DEA-E3B2DD07DA4E}" dt="2026-06-01T01:26:49.293" v="82" actId="478"/>
          <ac:spMkLst>
            <pc:docMk/>
            <pc:sldMk cId="2815242869" sldId="302"/>
            <ac:spMk id="15" creationId="{A118BF07-97BD-B7E4-3FC7-0D2BB3CC4C3B}"/>
          </ac:spMkLst>
        </pc:spChg>
        <pc:spChg chg="del">
          <ac:chgData name="Hironari Yamada" userId="e57621f8-ec3c-449e-bb19-001fffcc008e" providerId="ADAL" clId="{BC0BD879-F267-5CCA-8DEA-E3B2DD07DA4E}" dt="2026-06-01T01:26:49.293" v="82" actId="478"/>
          <ac:spMkLst>
            <pc:docMk/>
            <pc:sldMk cId="2815242869" sldId="302"/>
            <ac:spMk id="17" creationId="{8D554EC9-F418-AC8D-A37F-042FF14CC4B7}"/>
          </ac:spMkLst>
        </pc:spChg>
        <pc:spChg chg="del">
          <ac:chgData name="Hironari Yamada" userId="e57621f8-ec3c-449e-bb19-001fffcc008e" providerId="ADAL" clId="{BC0BD879-F267-5CCA-8DEA-E3B2DD07DA4E}" dt="2026-06-01T01:26:49.293" v="82" actId="478"/>
          <ac:spMkLst>
            <pc:docMk/>
            <pc:sldMk cId="2815242869" sldId="302"/>
            <ac:spMk id="19" creationId="{5EF537EB-FC05-468C-C01C-2839AA98BD03}"/>
          </ac:spMkLst>
        </pc:spChg>
        <pc:spChg chg="del">
          <ac:chgData name="Hironari Yamada" userId="e57621f8-ec3c-449e-bb19-001fffcc008e" providerId="ADAL" clId="{BC0BD879-F267-5CCA-8DEA-E3B2DD07DA4E}" dt="2026-06-01T01:26:49.293" v="82" actId="478"/>
          <ac:spMkLst>
            <pc:docMk/>
            <pc:sldMk cId="2815242869" sldId="302"/>
            <ac:spMk id="24" creationId="{724197FF-11FA-1CC3-68BC-7658CC8DEB10}"/>
          </ac:spMkLst>
        </pc:spChg>
        <pc:spChg chg="del">
          <ac:chgData name="Hironari Yamada" userId="e57621f8-ec3c-449e-bb19-001fffcc008e" providerId="ADAL" clId="{BC0BD879-F267-5CCA-8DEA-E3B2DD07DA4E}" dt="2026-06-01T01:26:49.293" v="82" actId="478"/>
          <ac:spMkLst>
            <pc:docMk/>
            <pc:sldMk cId="2815242869" sldId="302"/>
            <ac:spMk id="25" creationId="{923F3CC2-F9DE-C257-4D23-D0F24AC06285}"/>
          </ac:spMkLst>
        </pc:spChg>
        <pc:spChg chg="del">
          <ac:chgData name="Hironari Yamada" userId="e57621f8-ec3c-449e-bb19-001fffcc008e" providerId="ADAL" clId="{BC0BD879-F267-5CCA-8DEA-E3B2DD07DA4E}" dt="2026-06-01T01:46:51.482" v="256" actId="478"/>
          <ac:spMkLst>
            <pc:docMk/>
            <pc:sldMk cId="2815242869" sldId="302"/>
            <ac:spMk id="26" creationId="{8C901873-439E-21D0-AAF7-4B3DD358168A}"/>
          </ac:spMkLst>
        </pc:spChg>
        <pc:spChg chg="mod">
          <ac:chgData name="Hironari Yamada" userId="e57621f8-ec3c-449e-bb19-001fffcc008e" providerId="ADAL" clId="{BC0BD879-F267-5CCA-8DEA-E3B2DD07DA4E}" dt="2026-06-01T01:26:42.512" v="81" actId="20577"/>
          <ac:spMkLst>
            <pc:docMk/>
            <pc:sldMk cId="2815242869" sldId="302"/>
            <ac:spMk id="27" creationId="{21B23716-0A31-CD26-BD0E-A0B89DB3BE76}"/>
          </ac:spMkLst>
        </pc:spChg>
        <pc:spChg chg="add mod">
          <ac:chgData name="Hironari Yamada" userId="e57621f8-ec3c-449e-bb19-001fffcc008e" providerId="ADAL" clId="{BC0BD879-F267-5CCA-8DEA-E3B2DD07DA4E}" dt="2026-06-01T01:26:57.044" v="84"/>
          <ac:spMkLst>
            <pc:docMk/>
            <pc:sldMk cId="2815242869" sldId="302"/>
            <ac:spMk id="32" creationId="{C941AB0F-5D9E-6EDA-2C29-9A83343C7B62}"/>
          </ac:spMkLst>
        </pc:spChg>
        <pc:spChg chg="add mod">
          <ac:chgData name="Hironari Yamada" userId="e57621f8-ec3c-449e-bb19-001fffcc008e" providerId="ADAL" clId="{BC0BD879-F267-5CCA-8DEA-E3B2DD07DA4E}" dt="2026-06-01T01:26:57.044" v="84"/>
          <ac:spMkLst>
            <pc:docMk/>
            <pc:sldMk cId="2815242869" sldId="302"/>
            <ac:spMk id="34" creationId="{14B14605-586F-056C-6576-5719E4182FBD}"/>
          </ac:spMkLst>
        </pc:spChg>
        <pc:spChg chg="add mod">
          <ac:chgData name="Hironari Yamada" userId="e57621f8-ec3c-449e-bb19-001fffcc008e" providerId="ADAL" clId="{BC0BD879-F267-5CCA-8DEA-E3B2DD07DA4E}" dt="2026-06-01T01:26:57.044" v="84"/>
          <ac:spMkLst>
            <pc:docMk/>
            <pc:sldMk cId="2815242869" sldId="302"/>
            <ac:spMk id="40" creationId="{711A2ADB-6C55-574F-3DB1-D14045772FAE}"/>
          </ac:spMkLst>
        </pc:spChg>
        <pc:spChg chg="add mod">
          <ac:chgData name="Hironari Yamada" userId="e57621f8-ec3c-449e-bb19-001fffcc008e" providerId="ADAL" clId="{BC0BD879-F267-5CCA-8DEA-E3B2DD07DA4E}" dt="2026-06-01T01:26:57.044" v="84"/>
          <ac:spMkLst>
            <pc:docMk/>
            <pc:sldMk cId="2815242869" sldId="302"/>
            <ac:spMk id="44" creationId="{314ACFAD-23F9-EC9A-F485-6699E93982A7}"/>
          </ac:spMkLst>
        </pc:spChg>
        <pc:spChg chg="add mod">
          <ac:chgData name="Hironari Yamada" userId="e57621f8-ec3c-449e-bb19-001fffcc008e" providerId="ADAL" clId="{BC0BD879-F267-5CCA-8DEA-E3B2DD07DA4E}" dt="2026-06-01T01:26:57.044" v="84"/>
          <ac:spMkLst>
            <pc:docMk/>
            <pc:sldMk cId="2815242869" sldId="302"/>
            <ac:spMk id="46" creationId="{38AEBC7A-DD41-9BD8-33EA-BF96327F4D32}"/>
          </ac:spMkLst>
        </pc:spChg>
        <pc:spChg chg="add mod">
          <ac:chgData name="Hironari Yamada" userId="e57621f8-ec3c-449e-bb19-001fffcc008e" providerId="ADAL" clId="{BC0BD879-F267-5CCA-8DEA-E3B2DD07DA4E}" dt="2026-06-01T01:26:57.044" v="84"/>
          <ac:spMkLst>
            <pc:docMk/>
            <pc:sldMk cId="2815242869" sldId="302"/>
            <ac:spMk id="50" creationId="{E32952FE-1EA8-2E65-6E7A-B98CAA3905F1}"/>
          </ac:spMkLst>
        </pc:spChg>
        <pc:spChg chg="add mod">
          <ac:chgData name="Hironari Yamada" userId="e57621f8-ec3c-449e-bb19-001fffcc008e" providerId="ADAL" clId="{BC0BD879-F267-5CCA-8DEA-E3B2DD07DA4E}" dt="2026-06-01T01:26:57.044" v="84"/>
          <ac:spMkLst>
            <pc:docMk/>
            <pc:sldMk cId="2815242869" sldId="302"/>
            <ac:spMk id="55" creationId="{8F222AEF-7E68-F1E4-0B30-B6D804ADF86F}"/>
          </ac:spMkLst>
        </pc:spChg>
        <pc:spChg chg="add mod">
          <ac:chgData name="Hironari Yamada" userId="e57621f8-ec3c-449e-bb19-001fffcc008e" providerId="ADAL" clId="{BC0BD879-F267-5CCA-8DEA-E3B2DD07DA4E}" dt="2026-06-01T01:26:57.044" v="84"/>
          <ac:spMkLst>
            <pc:docMk/>
            <pc:sldMk cId="2815242869" sldId="302"/>
            <ac:spMk id="61" creationId="{CBA96001-250E-539C-13DC-934616DED207}"/>
          </ac:spMkLst>
        </pc:spChg>
        <pc:spChg chg="add mod">
          <ac:chgData name="Hironari Yamada" userId="e57621f8-ec3c-449e-bb19-001fffcc008e" providerId="ADAL" clId="{BC0BD879-F267-5CCA-8DEA-E3B2DD07DA4E}" dt="2026-06-01T01:26:57.044" v="84"/>
          <ac:spMkLst>
            <pc:docMk/>
            <pc:sldMk cId="2815242869" sldId="302"/>
            <ac:spMk id="65" creationId="{D3CA436F-6AEF-18B9-CFCD-73F3B1B3067F}"/>
          </ac:spMkLst>
        </pc:spChg>
        <pc:spChg chg="add mod">
          <ac:chgData name="Hironari Yamada" userId="e57621f8-ec3c-449e-bb19-001fffcc008e" providerId="ADAL" clId="{BC0BD879-F267-5CCA-8DEA-E3B2DD07DA4E}" dt="2026-06-01T01:26:57.044" v="84"/>
          <ac:spMkLst>
            <pc:docMk/>
            <pc:sldMk cId="2815242869" sldId="302"/>
            <ac:spMk id="66" creationId="{21816581-9498-D99F-0A27-7C3AE937D465}"/>
          </ac:spMkLst>
        </pc:spChg>
        <pc:spChg chg="mod">
          <ac:chgData name="Hironari Yamada" userId="e57621f8-ec3c-449e-bb19-001fffcc008e" providerId="ADAL" clId="{BC0BD879-F267-5CCA-8DEA-E3B2DD07DA4E}" dt="2026-06-01T01:27:23.435" v="89" actId="692"/>
          <ac:spMkLst>
            <pc:docMk/>
            <pc:sldMk cId="2815242869" sldId="302"/>
            <ac:spMk id="68" creationId="{EA26DDFD-426A-84F7-1FD4-C1574687636E}"/>
          </ac:spMkLst>
        </pc:spChg>
        <pc:spChg chg="add mod">
          <ac:chgData name="Hironari Yamada" userId="e57621f8-ec3c-449e-bb19-001fffcc008e" providerId="ADAL" clId="{BC0BD879-F267-5CCA-8DEA-E3B2DD07DA4E}" dt="2026-06-01T01:27:27.102" v="90" actId="14100"/>
          <ac:spMkLst>
            <pc:docMk/>
            <pc:sldMk cId="2815242869" sldId="302"/>
            <ac:spMk id="71" creationId="{E5D62954-5FB2-DBAD-2FBA-4DAFBF7074D0}"/>
          </ac:spMkLst>
        </pc:spChg>
      </pc:sldChg>
      <pc:sldChg chg="addSp delSp modSp add mod">
        <pc:chgData name="Hironari Yamada" userId="e57621f8-ec3c-449e-bb19-001fffcc008e" providerId="ADAL" clId="{BC0BD879-F267-5CCA-8DEA-E3B2DD07DA4E}" dt="2026-06-01T04:22:48.634" v="1572" actId="1076"/>
        <pc:sldMkLst>
          <pc:docMk/>
          <pc:sldMk cId="2890707054" sldId="303"/>
        </pc:sldMkLst>
        <pc:spChg chg="mod">
          <ac:chgData name="Hironari Yamada" userId="e57621f8-ec3c-449e-bb19-001fffcc008e" providerId="ADAL" clId="{BC0BD879-F267-5CCA-8DEA-E3B2DD07DA4E}" dt="2026-06-01T04:15:57.445" v="940" actId="20577"/>
          <ac:spMkLst>
            <pc:docMk/>
            <pc:sldMk cId="2890707054" sldId="303"/>
            <ac:spMk id="5" creationId="{870ABC2B-F6C5-90AF-58EE-F307033A900C}"/>
          </ac:spMkLst>
        </pc:spChg>
        <pc:spChg chg="del">
          <ac:chgData name="Hironari Yamada" userId="e57621f8-ec3c-449e-bb19-001fffcc008e" providerId="ADAL" clId="{BC0BD879-F267-5CCA-8DEA-E3B2DD07DA4E}" dt="2026-06-01T04:15:13.686" v="937" actId="478"/>
          <ac:spMkLst>
            <pc:docMk/>
            <pc:sldMk cId="2890707054" sldId="303"/>
            <ac:spMk id="6" creationId="{FD5AD039-0D61-D208-6540-392919A0DBB0}"/>
          </ac:spMkLst>
        </pc:spChg>
        <pc:spChg chg="del">
          <ac:chgData name="Hironari Yamada" userId="e57621f8-ec3c-449e-bb19-001fffcc008e" providerId="ADAL" clId="{BC0BD879-F267-5CCA-8DEA-E3B2DD07DA4E}" dt="2026-06-01T04:15:13.686" v="937" actId="478"/>
          <ac:spMkLst>
            <pc:docMk/>
            <pc:sldMk cId="2890707054" sldId="303"/>
            <ac:spMk id="7" creationId="{AF2F1163-10B1-2E63-78C7-0D29A4DC30C9}"/>
          </ac:spMkLst>
        </pc:spChg>
        <pc:spChg chg="del">
          <ac:chgData name="Hironari Yamada" userId="e57621f8-ec3c-449e-bb19-001fffcc008e" providerId="ADAL" clId="{BC0BD879-F267-5CCA-8DEA-E3B2DD07DA4E}" dt="2026-06-01T04:15:13.686" v="937" actId="478"/>
          <ac:spMkLst>
            <pc:docMk/>
            <pc:sldMk cId="2890707054" sldId="303"/>
            <ac:spMk id="9" creationId="{0641E7A3-8FB2-DCD0-B82B-584F33D56550}"/>
          </ac:spMkLst>
        </pc:spChg>
        <pc:spChg chg="del">
          <ac:chgData name="Hironari Yamada" userId="e57621f8-ec3c-449e-bb19-001fffcc008e" providerId="ADAL" clId="{BC0BD879-F267-5CCA-8DEA-E3B2DD07DA4E}" dt="2026-06-01T04:15:13.686" v="937" actId="478"/>
          <ac:spMkLst>
            <pc:docMk/>
            <pc:sldMk cId="2890707054" sldId="303"/>
            <ac:spMk id="10" creationId="{2C840CD0-D606-A245-9041-8095E8FECF71}"/>
          </ac:spMkLst>
        </pc:spChg>
        <pc:spChg chg="del">
          <ac:chgData name="Hironari Yamada" userId="e57621f8-ec3c-449e-bb19-001fffcc008e" providerId="ADAL" clId="{BC0BD879-F267-5CCA-8DEA-E3B2DD07DA4E}" dt="2026-06-01T04:15:13.686" v="937" actId="478"/>
          <ac:spMkLst>
            <pc:docMk/>
            <pc:sldMk cId="2890707054" sldId="303"/>
            <ac:spMk id="11" creationId="{D813BB84-6209-119D-C1DF-05333D93F072}"/>
          </ac:spMkLst>
        </pc:spChg>
        <pc:spChg chg="del">
          <ac:chgData name="Hironari Yamada" userId="e57621f8-ec3c-449e-bb19-001fffcc008e" providerId="ADAL" clId="{BC0BD879-F267-5CCA-8DEA-E3B2DD07DA4E}" dt="2026-06-01T04:15:13.686" v="937" actId="478"/>
          <ac:spMkLst>
            <pc:docMk/>
            <pc:sldMk cId="2890707054" sldId="303"/>
            <ac:spMk id="12" creationId="{9C431FEC-8065-4FC0-0879-0692EFB730AF}"/>
          </ac:spMkLst>
        </pc:spChg>
        <pc:spChg chg="del">
          <ac:chgData name="Hironari Yamada" userId="e57621f8-ec3c-449e-bb19-001fffcc008e" providerId="ADAL" clId="{BC0BD879-F267-5CCA-8DEA-E3B2DD07DA4E}" dt="2026-06-01T04:15:13.686" v="937" actId="478"/>
          <ac:spMkLst>
            <pc:docMk/>
            <pc:sldMk cId="2890707054" sldId="303"/>
            <ac:spMk id="13" creationId="{3EE570C7-3011-9B66-F01F-300EF40647A7}"/>
          </ac:spMkLst>
        </pc:spChg>
        <pc:spChg chg="del">
          <ac:chgData name="Hironari Yamada" userId="e57621f8-ec3c-449e-bb19-001fffcc008e" providerId="ADAL" clId="{BC0BD879-F267-5CCA-8DEA-E3B2DD07DA4E}" dt="2026-06-01T04:15:13.686" v="937" actId="478"/>
          <ac:spMkLst>
            <pc:docMk/>
            <pc:sldMk cId="2890707054" sldId="303"/>
            <ac:spMk id="14" creationId="{DF472DA2-E069-C653-F0ED-78452A7F5EC0}"/>
          </ac:spMkLst>
        </pc:spChg>
        <pc:spChg chg="del">
          <ac:chgData name="Hironari Yamada" userId="e57621f8-ec3c-449e-bb19-001fffcc008e" providerId="ADAL" clId="{BC0BD879-F267-5CCA-8DEA-E3B2DD07DA4E}" dt="2026-06-01T04:15:13.686" v="937" actId="478"/>
          <ac:spMkLst>
            <pc:docMk/>
            <pc:sldMk cId="2890707054" sldId="303"/>
            <ac:spMk id="15" creationId="{15081199-7A4F-3EF3-1996-5EF9849E778F}"/>
          </ac:spMkLst>
        </pc:spChg>
        <pc:spChg chg="del">
          <ac:chgData name="Hironari Yamada" userId="e57621f8-ec3c-449e-bb19-001fffcc008e" providerId="ADAL" clId="{BC0BD879-F267-5CCA-8DEA-E3B2DD07DA4E}" dt="2026-06-01T04:15:13.686" v="937" actId="478"/>
          <ac:spMkLst>
            <pc:docMk/>
            <pc:sldMk cId="2890707054" sldId="303"/>
            <ac:spMk id="16" creationId="{49EBA672-7F7C-BF1A-7233-F16084EC81DF}"/>
          </ac:spMkLst>
        </pc:spChg>
        <pc:spChg chg="mod">
          <ac:chgData name="Hironari Yamada" userId="e57621f8-ec3c-449e-bb19-001fffcc008e" providerId="ADAL" clId="{BC0BD879-F267-5CCA-8DEA-E3B2DD07DA4E}" dt="2026-06-01T04:17:29.078" v="1030" actId="20577"/>
          <ac:spMkLst>
            <pc:docMk/>
            <pc:sldMk cId="2890707054" sldId="303"/>
            <ac:spMk id="18" creationId="{75403008-C7D3-D28E-E15C-E937FAE76A9E}"/>
          </ac:spMkLst>
        </pc:spChg>
        <pc:spChg chg="add mod">
          <ac:chgData name="Hironari Yamada" userId="e57621f8-ec3c-449e-bb19-001fffcc008e" providerId="ADAL" clId="{BC0BD879-F267-5CCA-8DEA-E3B2DD07DA4E}" dt="2026-06-01T04:16:01.487" v="941" actId="1076"/>
          <ac:spMkLst>
            <pc:docMk/>
            <pc:sldMk cId="2890707054" sldId="303"/>
            <ac:spMk id="19" creationId="{A77E3520-4776-9FF7-3205-9B3CF26F84B9}"/>
          </ac:spMkLst>
        </pc:spChg>
        <pc:spChg chg="add mod">
          <ac:chgData name="Hironari Yamada" userId="e57621f8-ec3c-449e-bb19-001fffcc008e" providerId="ADAL" clId="{BC0BD879-F267-5CCA-8DEA-E3B2DD07DA4E}" dt="2026-06-01T04:19:57.406" v="1142" actId="1076"/>
          <ac:spMkLst>
            <pc:docMk/>
            <pc:sldMk cId="2890707054" sldId="303"/>
            <ac:spMk id="23" creationId="{50D22D94-F50E-858E-6D19-B492C502CF81}"/>
          </ac:spMkLst>
        </pc:spChg>
        <pc:spChg chg="add mod">
          <ac:chgData name="Hironari Yamada" userId="e57621f8-ec3c-449e-bb19-001fffcc008e" providerId="ADAL" clId="{BC0BD879-F267-5CCA-8DEA-E3B2DD07DA4E}" dt="2026-06-01T04:16:59.479" v="968" actId="1076"/>
          <ac:spMkLst>
            <pc:docMk/>
            <pc:sldMk cId="2890707054" sldId="303"/>
            <ac:spMk id="25" creationId="{B5031202-91F6-460A-96A3-7C3716D4232B}"/>
          </ac:spMkLst>
        </pc:spChg>
        <pc:spChg chg="add mod">
          <ac:chgData name="Hironari Yamada" userId="e57621f8-ec3c-449e-bb19-001fffcc008e" providerId="ADAL" clId="{BC0BD879-F267-5CCA-8DEA-E3B2DD07DA4E}" dt="2026-06-01T04:17:42.106" v="1049" actId="1076"/>
          <ac:spMkLst>
            <pc:docMk/>
            <pc:sldMk cId="2890707054" sldId="303"/>
            <ac:spMk id="26" creationId="{6E1FD1EE-E2CE-0060-D1EB-938FEE383314}"/>
          </ac:spMkLst>
        </pc:spChg>
        <pc:spChg chg="add mod">
          <ac:chgData name="Hironari Yamada" userId="e57621f8-ec3c-449e-bb19-001fffcc008e" providerId="ADAL" clId="{BC0BD879-F267-5CCA-8DEA-E3B2DD07DA4E}" dt="2026-06-01T04:17:52.387" v="1052" actId="1076"/>
          <ac:spMkLst>
            <pc:docMk/>
            <pc:sldMk cId="2890707054" sldId="303"/>
            <ac:spMk id="27" creationId="{2356011C-5CBB-EDB9-BB26-5F50B78EB522}"/>
          </ac:spMkLst>
        </pc:spChg>
        <pc:spChg chg="add mod">
          <ac:chgData name="Hironari Yamada" userId="e57621f8-ec3c-449e-bb19-001fffcc008e" providerId="ADAL" clId="{BC0BD879-F267-5CCA-8DEA-E3B2DD07DA4E}" dt="2026-06-01T04:17:54.215" v="1055" actId="20577"/>
          <ac:spMkLst>
            <pc:docMk/>
            <pc:sldMk cId="2890707054" sldId="303"/>
            <ac:spMk id="28" creationId="{9E00160D-8332-3A21-2243-C8F303A01C82}"/>
          </ac:spMkLst>
        </pc:spChg>
        <pc:spChg chg="add mod">
          <ac:chgData name="Hironari Yamada" userId="e57621f8-ec3c-449e-bb19-001fffcc008e" providerId="ADAL" clId="{BC0BD879-F267-5CCA-8DEA-E3B2DD07DA4E}" dt="2026-06-01T04:19:29.778" v="1124" actId="1076"/>
          <ac:spMkLst>
            <pc:docMk/>
            <pc:sldMk cId="2890707054" sldId="303"/>
            <ac:spMk id="36" creationId="{67D9501F-F692-454D-F01F-AB68431A9A95}"/>
          </ac:spMkLst>
        </pc:spChg>
        <pc:spChg chg="add mod">
          <ac:chgData name="Hironari Yamada" userId="e57621f8-ec3c-449e-bb19-001fffcc008e" providerId="ADAL" clId="{BC0BD879-F267-5CCA-8DEA-E3B2DD07DA4E}" dt="2026-06-01T04:20:20.567" v="1171" actId="1076"/>
          <ac:spMkLst>
            <pc:docMk/>
            <pc:sldMk cId="2890707054" sldId="303"/>
            <ac:spMk id="40" creationId="{C63A0A39-4A40-0199-36D4-7D847A29A7EE}"/>
          </ac:spMkLst>
        </pc:spChg>
        <pc:spChg chg="add mod">
          <ac:chgData name="Hironari Yamada" userId="e57621f8-ec3c-449e-bb19-001fffcc008e" providerId="ADAL" clId="{BC0BD879-F267-5CCA-8DEA-E3B2DD07DA4E}" dt="2026-06-01T04:20:44.871" v="1226" actId="14100"/>
          <ac:spMkLst>
            <pc:docMk/>
            <pc:sldMk cId="2890707054" sldId="303"/>
            <ac:spMk id="43" creationId="{75D0DAFE-09D6-947A-0059-0AD8D0A7AF20}"/>
          </ac:spMkLst>
        </pc:spChg>
        <pc:spChg chg="add mod">
          <ac:chgData name="Hironari Yamada" userId="e57621f8-ec3c-449e-bb19-001fffcc008e" providerId="ADAL" clId="{BC0BD879-F267-5CCA-8DEA-E3B2DD07DA4E}" dt="2026-06-01T04:21:43.594" v="1416" actId="1076"/>
          <ac:spMkLst>
            <pc:docMk/>
            <pc:sldMk cId="2890707054" sldId="303"/>
            <ac:spMk id="46" creationId="{E288EC6C-646D-2FF0-4B7D-DCC6BEFFB363}"/>
          </ac:spMkLst>
        </pc:spChg>
        <pc:spChg chg="add mod">
          <ac:chgData name="Hironari Yamada" userId="e57621f8-ec3c-449e-bb19-001fffcc008e" providerId="ADAL" clId="{BC0BD879-F267-5CCA-8DEA-E3B2DD07DA4E}" dt="2026-06-01T04:22:15.802" v="1513" actId="20577"/>
          <ac:spMkLst>
            <pc:docMk/>
            <pc:sldMk cId="2890707054" sldId="303"/>
            <ac:spMk id="50" creationId="{6A930940-5C04-F7EC-547F-F75DC95B3634}"/>
          </ac:spMkLst>
        </pc:spChg>
        <pc:spChg chg="add mod">
          <ac:chgData name="Hironari Yamada" userId="e57621f8-ec3c-449e-bb19-001fffcc008e" providerId="ADAL" clId="{BC0BD879-F267-5CCA-8DEA-E3B2DD07DA4E}" dt="2026-06-01T04:22:48.634" v="1572" actId="1076"/>
          <ac:spMkLst>
            <pc:docMk/>
            <pc:sldMk cId="2890707054" sldId="303"/>
            <ac:spMk id="53" creationId="{479CBCE2-590D-5D3F-4A22-B72069022752}"/>
          </ac:spMkLst>
        </pc:spChg>
        <pc:picChg chg="add mod">
          <ac:chgData name="Hironari Yamada" userId="e57621f8-ec3c-449e-bb19-001fffcc008e" providerId="ADAL" clId="{BC0BD879-F267-5CCA-8DEA-E3B2DD07DA4E}" dt="2026-06-01T04:18:02.711" v="1056" actId="1076"/>
          <ac:picMkLst>
            <pc:docMk/>
            <pc:sldMk cId="2890707054" sldId="303"/>
            <ac:picMk id="20" creationId="{803383B1-C524-2079-130E-560059DE06D4}"/>
          </ac:picMkLst>
        </pc:picChg>
        <pc:picChg chg="add mod">
          <ac:chgData name="Hironari Yamada" userId="e57621f8-ec3c-449e-bb19-001fffcc008e" providerId="ADAL" clId="{BC0BD879-F267-5CCA-8DEA-E3B2DD07DA4E}" dt="2026-06-01T04:18:08.914" v="1057" actId="1076"/>
          <ac:picMkLst>
            <pc:docMk/>
            <pc:sldMk cId="2890707054" sldId="303"/>
            <ac:picMk id="21" creationId="{CC3651F6-D97E-52A4-1A1E-8E319945763E}"/>
          </ac:picMkLst>
        </pc:picChg>
        <pc:picChg chg="add mod">
          <ac:chgData name="Hironari Yamada" userId="e57621f8-ec3c-449e-bb19-001fffcc008e" providerId="ADAL" clId="{BC0BD879-F267-5CCA-8DEA-E3B2DD07DA4E}" dt="2026-06-01T04:18:02.711" v="1056" actId="1076"/>
          <ac:picMkLst>
            <pc:docMk/>
            <pc:sldMk cId="2890707054" sldId="303"/>
            <ac:picMk id="22" creationId="{9EF3C3DF-8D24-B3D3-3934-4AF27DCF37D6}"/>
          </ac:picMkLst>
        </pc:picChg>
        <pc:picChg chg="add mod">
          <ac:chgData name="Hironari Yamada" userId="e57621f8-ec3c-449e-bb19-001fffcc008e" providerId="ADAL" clId="{BC0BD879-F267-5CCA-8DEA-E3B2DD07DA4E}" dt="2026-06-01T04:18:08.914" v="1057" actId="1076"/>
          <ac:picMkLst>
            <pc:docMk/>
            <pc:sldMk cId="2890707054" sldId="303"/>
            <ac:picMk id="24" creationId="{0E4E51DF-24FF-3A10-6867-49DBBFBD7318}"/>
          </ac:picMkLst>
        </pc:picChg>
        <pc:cxnChg chg="add mod">
          <ac:chgData name="Hironari Yamada" userId="e57621f8-ec3c-449e-bb19-001fffcc008e" providerId="ADAL" clId="{BC0BD879-F267-5CCA-8DEA-E3B2DD07DA4E}" dt="2026-06-01T04:18:24.653" v="1060" actId="14100"/>
          <ac:cxnSpMkLst>
            <pc:docMk/>
            <pc:sldMk cId="2890707054" sldId="303"/>
            <ac:cxnSpMk id="30" creationId="{C68A0046-CAF9-BC54-D979-CBD1E59E8C29}"/>
          </ac:cxnSpMkLst>
        </pc:cxnChg>
        <pc:cxnChg chg="add mod">
          <ac:chgData name="Hironari Yamada" userId="e57621f8-ec3c-449e-bb19-001fffcc008e" providerId="ADAL" clId="{BC0BD879-F267-5CCA-8DEA-E3B2DD07DA4E}" dt="2026-06-01T04:18:31.099" v="1062" actId="1076"/>
          <ac:cxnSpMkLst>
            <pc:docMk/>
            <pc:sldMk cId="2890707054" sldId="303"/>
            <ac:cxnSpMk id="31" creationId="{9E73E6AF-E4EC-E351-391D-7371CF464EF7}"/>
          </ac:cxnSpMkLst>
        </pc:cxnChg>
        <pc:cxnChg chg="add mod">
          <ac:chgData name="Hironari Yamada" userId="e57621f8-ec3c-449e-bb19-001fffcc008e" providerId="ADAL" clId="{BC0BD879-F267-5CCA-8DEA-E3B2DD07DA4E}" dt="2026-06-01T04:18:34.684" v="1064" actId="1076"/>
          <ac:cxnSpMkLst>
            <pc:docMk/>
            <pc:sldMk cId="2890707054" sldId="303"/>
            <ac:cxnSpMk id="32" creationId="{3F652100-6FA9-56DF-E7FF-4A7133B2DD81}"/>
          </ac:cxnSpMkLst>
        </pc:cxnChg>
        <pc:cxnChg chg="add mod">
          <ac:chgData name="Hironari Yamada" userId="e57621f8-ec3c-449e-bb19-001fffcc008e" providerId="ADAL" clId="{BC0BD879-F267-5CCA-8DEA-E3B2DD07DA4E}" dt="2026-06-01T04:18:37.729" v="1066" actId="1076"/>
          <ac:cxnSpMkLst>
            <pc:docMk/>
            <pc:sldMk cId="2890707054" sldId="303"/>
            <ac:cxnSpMk id="33" creationId="{D94BA043-BAA9-5EC1-1B2C-7AB9004E25B4}"/>
          </ac:cxnSpMkLst>
        </pc:cxnChg>
        <pc:cxnChg chg="add">
          <ac:chgData name="Hironari Yamada" userId="e57621f8-ec3c-449e-bb19-001fffcc008e" providerId="ADAL" clId="{BC0BD879-F267-5CCA-8DEA-E3B2DD07DA4E}" dt="2026-06-01T04:18:48.989" v="1067" actId="11529"/>
          <ac:cxnSpMkLst>
            <pc:docMk/>
            <pc:sldMk cId="2890707054" sldId="303"/>
            <ac:cxnSpMk id="35" creationId="{BB21CBC5-A905-76F0-CE86-BD039DE32073}"/>
          </ac:cxnSpMkLst>
        </pc:cxnChg>
        <pc:cxnChg chg="add mod">
          <ac:chgData name="Hironari Yamada" userId="e57621f8-ec3c-449e-bb19-001fffcc008e" providerId="ADAL" clId="{BC0BD879-F267-5CCA-8DEA-E3B2DD07DA4E}" dt="2026-06-01T04:19:35.463" v="1127" actId="14100"/>
          <ac:cxnSpMkLst>
            <pc:docMk/>
            <pc:sldMk cId="2890707054" sldId="303"/>
            <ac:cxnSpMk id="37" creationId="{79050377-B4C0-5C94-1C08-FD8B32C61D16}"/>
          </ac:cxnSpMkLst>
        </pc:cxnChg>
        <pc:cxnChg chg="add mod">
          <ac:chgData name="Hironari Yamada" userId="e57621f8-ec3c-449e-bb19-001fffcc008e" providerId="ADAL" clId="{BC0BD879-F267-5CCA-8DEA-E3B2DD07DA4E}" dt="2026-06-01T04:20:26.944" v="1174" actId="14100"/>
          <ac:cxnSpMkLst>
            <pc:docMk/>
            <pc:sldMk cId="2890707054" sldId="303"/>
            <ac:cxnSpMk id="41" creationId="{C515FF45-76C5-2368-BE53-AADDF764676D}"/>
          </ac:cxnSpMkLst>
        </pc:cxnChg>
        <pc:cxnChg chg="add mod">
          <ac:chgData name="Hironari Yamada" userId="e57621f8-ec3c-449e-bb19-001fffcc008e" providerId="ADAL" clId="{BC0BD879-F267-5CCA-8DEA-E3B2DD07DA4E}" dt="2026-06-01T04:20:53.571" v="1229" actId="14100"/>
          <ac:cxnSpMkLst>
            <pc:docMk/>
            <pc:sldMk cId="2890707054" sldId="303"/>
            <ac:cxnSpMk id="44" creationId="{9A81578C-BEA8-84CC-4678-271283DEC19B}"/>
          </ac:cxnSpMkLst>
        </pc:cxnChg>
        <pc:cxnChg chg="add mod">
          <ac:chgData name="Hironari Yamada" userId="e57621f8-ec3c-449e-bb19-001fffcc008e" providerId="ADAL" clId="{BC0BD879-F267-5CCA-8DEA-E3B2DD07DA4E}" dt="2026-06-01T04:21:50.119" v="1419" actId="14100"/>
          <ac:cxnSpMkLst>
            <pc:docMk/>
            <pc:sldMk cId="2890707054" sldId="303"/>
            <ac:cxnSpMk id="47" creationId="{4E7AEE98-DA6B-F773-1F17-BBA162B2B283}"/>
          </ac:cxnSpMkLst>
        </pc:cxnChg>
        <pc:cxnChg chg="add mod">
          <ac:chgData name="Hironari Yamada" userId="e57621f8-ec3c-449e-bb19-001fffcc008e" providerId="ADAL" clId="{BC0BD879-F267-5CCA-8DEA-E3B2DD07DA4E}" dt="2026-06-01T04:22:22.521" v="1516" actId="14100"/>
          <ac:cxnSpMkLst>
            <pc:docMk/>
            <pc:sldMk cId="2890707054" sldId="303"/>
            <ac:cxnSpMk id="51" creationId="{C89F95ED-FB6A-6D2A-F739-FE1FB770112B}"/>
          </ac:cxnSpMkLst>
        </pc:cxnChg>
      </pc:sldChg>
      <pc:sldChg chg="addSp delSp modSp add mod">
        <pc:chgData name="Hironari Yamada" userId="e57621f8-ec3c-449e-bb19-001fffcc008e" providerId="ADAL" clId="{BC0BD879-F267-5CCA-8DEA-E3B2DD07DA4E}" dt="2026-06-01T02:01:10.977" v="322" actId="1076"/>
        <pc:sldMkLst>
          <pc:docMk/>
          <pc:sldMk cId="1376372917" sldId="304"/>
        </pc:sldMkLst>
        <pc:spChg chg="del">
          <ac:chgData name="Hironari Yamada" userId="e57621f8-ec3c-449e-bb19-001fffcc008e" providerId="ADAL" clId="{BC0BD879-F267-5CCA-8DEA-E3B2DD07DA4E}" dt="2026-06-01T01:47:46.009" v="299" actId="478"/>
          <ac:spMkLst>
            <pc:docMk/>
            <pc:sldMk cId="1376372917" sldId="304"/>
            <ac:spMk id="3" creationId="{1286D5D1-D676-76AF-7C0C-C5AD00BD6706}"/>
          </ac:spMkLst>
        </pc:spChg>
        <pc:spChg chg="del">
          <ac:chgData name="Hironari Yamada" userId="e57621f8-ec3c-449e-bb19-001fffcc008e" providerId="ADAL" clId="{BC0BD879-F267-5CCA-8DEA-E3B2DD07DA4E}" dt="2026-06-01T02:00:45.212" v="312" actId="478"/>
          <ac:spMkLst>
            <pc:docMk/>
            <pc:sldMk cId="1376372917" sldId="304"/>
            <ac:spMk id="5" creationId="{7A33A605-B6F3-8675-E638-87F81E2635FD}"/>
          </ac:spMkLst>
        </pc:spChg>
        <pc:spChg chg="del">
          <ac:chgData name="Hironari Yamada" userId="e57621f8-ec3c-449e-bb19-001fffcc008e" providerId="ADAL" clId="{BC0BD879-F267-5CCA-8DEA-E3B2DD07DA4E}" dt="2026-06-01T01:47:43.381" v="298" actId="478"/>
          <ac:spMkLst>
            <pc:docMk/>
            <pc:sldMk cId="1376372917" sldId="304"/>
            <ac:spMk id="6" creationId="{824046B5-1A5D-6327-7267-59823BD1CF28}"/>
          </ac:spMkLst>
        </pc:spChg>
        <pc:spChg chg="del">
          <ac:chgData name="Hironari Yamada" userId="e57621f8-ec3c-449e-bb19-001fffcc008e" providerId="ADAL" clId="{BC0BD879-F267-5CCA-8DEA-E3B2DD07DA4E}" dt="2026-06-01T01:47:43.381" v="298" actId="478"/>
          <ac:spMkLst>
            <pc:docMk/>
            <pc:sldMk cId="1376372917" sldId="304"/>
            <ac:spMk id="7" creationId="{B60B3B49-FFE6-F189-5E67-9368EB500D6B}"/>
          </ac:spMkLst>
        </pc:spChg>
        <pc:spChg chg="del">
          <ac:chgData name="Hironari Yamada" userId="e57621f8-ec3c-449e-bb19-001fffcc008e" providerId="ADAL" clId="{BC0BD879-F267-5CCA-8DEA-E3B2DD07DA4E}" dt="2026-06-01T01:47:43.381" v="298" actId="478"/>
          <ac:spMkLst>
            <pc:docMk/>
            <pc:sldMk cId="1376372917" sldId="304"/>
            <ac:spMk id="10" creationId="{9DC30BBA-2553-9F81-FBA6-556960BF8E2A}"/>
          </ac:spMkLst>
        </pc:spChg>
        <pc:spChg chg="del">
          <ac:chgData name="Hironari Yamada" userId="e57621f8-ec3c-449e-bb19-001fffcc008e" providerId="ADAL" clId="{BC0BD879-F267-5CCA-8DEA-E3B2DD07DA4E}" dt="2026-06-01T01:47:43.381" v="298" actId="478"/>
          <ac:spMkLst>
            <pc:docMk/>
            <pc:sldMk cId="1376372917" sldId="304"/>
            <ac:spMk id="13" creationId="{6594C2D9-27D6-6155-9E5F-2D1F2E1CF626}"/>
          </ac:spMkLst>
        </pc:spChg>
        <pc:spChg chg="del">
          <ac:chgData name="Hironari Yamada" userId="e57621f8-ec3c-449e-bb19-001fffcc008e" providerId="ADAL" clId="{BC0BD879-F267-5CCA-8DEA-E3B2DD07DA4E}" dt="2026-06-01T01:47:43.381" v="298" actId="478"/>
          <ac:spMkLst>
            <pc:docMk/>
            <pc:sldMk cId="1376372917" sldId="304"/>
            <ac:spMk id="15" creationId="{EF4D78EC-B925-DA6C-C39A-8208080EFAA2}"/>
          </ac:spMkLst>
        </pc:spChg>
        <pc:spChg chg="del">
          <ac:chgData name="Hironari Yamada" userId="e57621f8-ec3c-449e-bb19-001fffcc008e" providerId="ADAL" clId="{BC0BD879-F267-5CCA-8DEA-E3B2DD07DA4E}" dt="2026-06-01T01:47:43.381" v="298" actId="478"/>
          <ac:spMkLst>
            <pc:docMk/>
            <pc:sldMk cId="1376372917" sldId="304"/>
            <ac:spMk id="17" creationId="{71626897-5477-D48B-C224-0408128B7572}"/>
          </ac:spMkLst>
        </pc:spChg>
        <pc:spChg chg="del">
          <ac:chgData name="Hironari Yamada" userId="e57621f8-ec3c-449e-bb19-001fffcc008e" providerId="ADAL" clId="{BC0BD879-F267-5CCA-8DEA-E3B2DD07DA4E}" dt="2026-06-01T01:47:43.381" v="298" actId="478"/>
          <ac:spMkLst>
            <pc:docMk/>
            <pc:sldMk cId="1376372917" sldId="304"/>
            <ac:spMk id="21" creationId="{178DEDF8-CF8D-EA9A-01B8-3F5A2F03DE12}"/>
          </ac:spMkLst>
        </pc:spChg>
        <pc:spChg chg="del">
          <ac:chgData name="Hironari Yamada" userId="e57621f8-ec3c-449e-bb19-001fffcc008e" providerId="ADAL" clId="{BC0BD879-F267-5CCA-8DEA-E3B2DD07DA4E}" dt="2026-06-01T01:47:43.381" v="298" actId="478"/>
          <ac:spMkLst>
            <pc:docMk/>
            <pc:sldMk cId="1376372917" sldId="304"/>
            <ac:spMk id="25" creationId="{6330CDC9-6A43-CE16-0944-B536BDA07A8B}"/>
          </ac:spMkLst>
        </pc:spChg>
        <pc:spChg chg="del">
          <ac:chgData name="Hironari Yamada" userId="e57621f8-ec3c-449e-bb19-001fffcc008e" providerId="ADAL" clId="{BC0BD879-F267-5CCA-8DEA-E3B2DD07DA4E}" dt="2026-06-01T01:47:43.381" v="298" actId="478"/>
          <ac:spMkLst>
            <pc:docMk/>
            <pc:sldMk cId="1376372917" sldId="304"/>
            <ac:spMk id="33" creationId="{75E622B4-53A7-B2F3-E711-3ADC8E307C1B}"/>
          </ac:spMkLst>
        </pc:spChg>
        <pc:spChg chg="del">
          <ac:chgData name="Hironari Yamada" userId="e57621f8-ec3c-449e-bb19-001fffcc008e" providerId="ADAL" clId="{BC0BD879-F267-5CCA-8DEA-E3B2DD07DA4E}" dt="2026-06-01T01:47:43.381" v="298" actId="478"/>
          <ac:spMkLst>
            <pc:docMk/>
            <pc:sldMk cId="1376372917" sldId="304"/>
            <ac:spMk id="36" creationId="{04A215D9-8726-8431-BA33-BBEE686BF7FB}"/>
          </ac:spMkLst>
        </pc:spChg>
        <pc:spChg chg="mod">
          <ac:chgData name="Hironari Yamada" userId="e57621f8-ec3c-449e-bb19-001fffcc008e" providerId="ADAL" clId="{BC0BD879-F267-5CCA-8DEA-E3B2DD07DA4E}" dt="2026-06-01T02:00:43.140" v="311" actId="20577"/>
          <ac:spMkLst>
            <pc:docMk/>
            <pc:sldMk cId="1376372917" sldId="304"/>
            <ac:spMk id="39" creationId="{C6DCF546-25BB-3B67-6FB3-516AEEE0F3FE}"/>
          </ac:spMkLst>
        </pc:spChg>
        <pc:spChg chg="mod">
          <ac:chgData name="Hironari Yamada" userId="e57621f8-ec3c-449e-bb19-001fffcc008e" providerId="ADAL" clId="{BC0BD879-F267-5CCA-8DEA-E3B2DD07DA4E}" dt="2026-06-01T02:01:07.198" v="321" actId="1076"/>
          <ac:spMkLst>
            <pc:docMk/>
            <pc:sldMk cId="1376372917" sldId="304"/>
            <ac:spMk id="45" creationId="{DDD60563-F7AC-BDB6-A7C2-DCE6081A9E06}"/>
          </ac:spMkLst>
        </pc:spChg>
        <pc:spChg chg="add mod">
          <ac:chgData name="Hironari Yamada" userId="e57621f8-ec3c-449e-bb19-001fffcc008e" providerId="ADAL" clId="{BC0BD879-F267-5CCA-8DEA-E3B2DD07DA4E}" dt="2026-06-01T02:01:10.977" v="322" actId="1076"/>
          <ac:spMkLst>
            <pc:docMk/>
            <pc:sldMk cId="1376372917" sldId="304"/>
            <ac:spMk id="46" creationId="{78592570-0F22-93E8-34C2-ABF0486F02BB}"/>
          </ac:spMkLst>
        </pc:spChg>
        <pc:spChg chg="add mod">
          <ac:chgData name="Hironari Yamada" userId="e57621f8-ec3c-449e-bb19-001fffcc008e" providerId="ADAL" clId="{BC0BD879-F267-5CCA-8DEA-E3B2DD07DA4E}" dt="2026-06-01T02:00:50.682" v="314" actId="2711"/>
          <ac:spMkLst>
            <pc:docMk/>
            <pc:sldMk cId="1376372917" sldId="304"/>
            <ac:spMk id="48" creationId="{6F0CE99D-AA0E-D4F6-2E55-A9B83BB36C6F}"/>
          </ac:spMkLst>
        </pc:spChg>
        <pc:spChg chg="add mod">
          <ac:chgData name="Hironari Yamada" userId="e57621f8-ec3c-449e-bb19-001fffcc008e" providerId="ADAL" clId="{BC0BD879-F267-5CCA-8DEA-E3B2DD07DA4E}" dt="2026-06-01T02:00:50.682" v="314" actId="2711"/>
          <ac:spMkLst>
            <pc:docMk/>
            <pc:sldMk cId="1376372917" sldId="304"/>
            <ac:spMk id="60" creationId="{156B3432-B8E3-9B16-9803-757863F3718B}"/>
          </ac:spMkLst>
        </pc:spChg>
        <pc:spChg chg="add mod">
          <ac:chgData name="Hironari Yamada" userId="e57621f8-ec3c-449e-bb19-001fffcc008e" providerId="ADAL" clId="{BC0BD879-F267-5CCA-8DEA-E3B2DD07DA4E}" dt="2026-06-01T02:00:50.682" v="314" actId="2711"/>
          <ac:spMkLst>
            <pc:docMk/>
            <pc:sldMk cId="1376372917" sldId="304"/>
            <ac:spMk id="64" creationId="{FE979E66-F07D-59FA-E587-CE2696D47799}"/>
          </ac:spMkLst>
        </pc:spChg>
        <pc:spChg chg="add mod">
          <ac:chgData name="Hironari Yamada" userId="e57621f8-ec3c-449e-bb19-001fffcc008e" providerId="ADAL" clId="{BC0BD879-F267-5CCA-8DEA-E3B2DD07DA4E}" dt="2026-06-01T02:00:50.682" v="314" actId="2711"/>
          <ac:spMkLst>
            <pc:docMk/>
            <pc:sldMk cId="1376372917" sldId="304"/>
            <ac:spMk id="70" creationId="{F22C65C2-D9F3-C0D0-E9C0-75AC509B1A9C}"/>
          </ac:spMkLst>
        </pc:spChg>
        <pc:spChg chg="mod">
          <ac:chgData name="Hironari Yamada" userId="e57621f8-ec3c-449e-bb19-001fffcc008e" providerId="ADAL" clId="{BC0BD879-F267-5CCA-8DEA-E3B2DD07DA4E}" dt="2026-06-01T02:00:50.682" v="314" actId="2711"/>
          <ac:spMkLst>
            <pc:docMk/>
            <pc:sldMk cId="1376372917" sldId="304"/>
            <ac:spMk id="75" creationId="{FE83F804-EB6A-2EFA-1DC3-328ED9127FD0}"/>
          </ac:spMkLst>
        </pc:spChg>
        <pc:spChg chg="add mod">
          <ac:chgData name="Hironari Yamada" userId="e57621f8-ec3c-449e-bb19-001fffcc008e" providerId="ADAL" clId="{BC0BD879-F267-5CCA-8DEA-E3B2DD07DA4E}" dt="2026-06-01T02:00:50.682" v="314" actId="2711"/>
          <ac:spMkLst>
            <pc:docMk/>
            <pc:sldMk cId="1376372917" sldId="304"/>
            <ac:spMk id="78" creationId="{296BBB1F-5923-95BA-C400-2D6F2FC1B727}"/>
          </ac:spMkLst>
        </pc:spChg>
        <pc:spChg chg="add mod">
          <ac:chgData name="Hironari Yamada" userId="e57621f8-ec3c-449e-bb19-001fffcc008e" providerId="ADAL" clId="{BC0BD879-F267-5CCA-8DEA-E3B2DD07DA4E}" dt="2026-06-01T02:00:50.682" v="314" actId="2711"/>
          <ac:spMkLst>
            <pc:docMk/>
            <pc:sldMk cId="1376372917" sldId="304"/>
            <ac:spMk id="84" creationId="{568AA913-8725-EF59-34EA-9506AFCDDC60}"/>
          </ac:spMkLst>
        </pc:spChg>
        <pc:spChg chg="add mod">
          <ac:chgData name="Hironari Yamada" userId="e57621f8-ec3c-449e-bb19-001fffcc008e" providerId="ADAL" clId="{BC0BD879-F267-5CCA-8DEA-E3B2DD07DA4E}" dt="2026-06-01T02:00:50.682" v="314" actId="2711"/>
          <ac:spMkLst>
            <pc:docMk/>
            <pc:sldMk cId="1376372917" sldId="304"/>
            <ac:spMk id="90" creationId="{A9D623D8-F54F-8668-3431-C08B59AA01AE}"/>
          </ac:spMkLst>
        </pc:spChg>
        <pc:spChg chg="add mod">
          <ac:chgData name="Hironari Yamada" userId="e57621f8-ec3c-449e-bb19-001fffcc008e" providerId="ADAL" clId="{BC0BD879-F267-5CCA-8DEA-E3B2DD07DA4E}" dt="2026-06-01T02:00:50.682" v="314" actId="2711"/>
          <ac:spMkLst>
            <pc:docMk/>
            <pc:sldMk cId="1376372917" sldId="304"/>
            <ac:spMk id="104" creationId="{31303345-B5E5-C621-FB43-2ECD24B08BB4}"/>
          </ac:spMkLst>
        </pc:spChg>
      </pc:sldChg>
      <pc:sldChg chg="addSp delSp modSp add mod">
        <pc:chgData name="Hironari Yamada" userId="e57621f8-ec3c-449e-bb19-001fffcc008e" providerId="ADAL" clId="{BC0BD879-F267-5CCA-8DEA-E3B2DD07DA4E}" dt="2026-06-01T02:01:56.753" v="362" actId="20577"/>
        <pc:sldMkLst>
          <pc:docMk/>
          <pc:sldMk cId="3032166926" sldId="305"/>
        </pc:sldMkLst>
        <pc:spChg chg="add mod">
          <ac:chgData name="Hironari Yamada" userId="e57621f8-ec3c-449e-bb19-001fffcc008e" providerId="ADAL" clId="{BC0BD879-F267-5CCA-8DEA-E3B2DD07DA4E}" dt="2026-06-01T02:01:39.723" v="330"/>
          <ac:spMkLst>
            <pc:docMk/>
            <pc:sldMk cId="3032166926" sldId="305"/>
            <ac:spMk id="3" creationId="{0535548E-3EE9-679E-9216-51E67C66FFAF}"/>
          </ac:spMkLst>
        </pc:spChg>
        <pc:spChg chg="add del">
          <ac:chgData name="Hironari Yamada" userId="e57621f8-ec3c-449e-bb19-001fffcc008e" providerId="ADAL" clId="{BC0BD879-F267-5CCA-8DEA-E3B2DD07DA4E}" dt="2026-06-01T02:01:30.844" v="325" actId="478"/>
          <ac:spMkLst>
            <pc:docMk/>
            <pc:sldMk cId="3032166926" sldId="305"/>
            <ac:spMk id="4" creationId="{1AD95510-3297-DCC5-23BE-5198AB83BD7C}"/>
          </ac:spMkLst>
        </pc:spChg>
        <pc:spChg chg="add mod">
          <ac:chgData name="Hironari Yamada" userId="e57621f8-ec3c-449e-bb19-001fffcc008e" providerId="ADAL" clId="{BC0BD879-F267-5CCA-8DEA-E3B2DD07DA4E}" dt="2026-06-01T02:01:39.723" v="330"/>
          <ac:spMkLst>
            <pc:docMk/>
            <pc:sldMk cId="3032166926" sldId="305"/>
            <ac:spMk id="7" creationId="{30C40EFC-EC84-8F22-813E-2BCBE928D4AC}"/>
          </ac:spMkLst>
        </pc:spChg>
        <pc:spChg chg="add mod">
          <ac:chgData name="Hironari Yamada" userId="e57621f8-ec3c-449e-bb19-001fffcc008e" providerId="ADAL" clId="{BC0BD879-F267-5CCA-8DEA-E3B2DD07DA4E}" dt="2026-06-01T02:01:39.723" v="330"/>
          <ac:spMkLst>
            <pc:docMk/>
            <pc:sldMk cId="3032166926" sldId="305"/>
            <ac:spMk id="8" creationId="{4FB905DA-F5EC-3744-0555-D7AC9784E250}"/>
          </ac:spMkLst>
        </pc:spChg>
        <pc:spChg chg="add mod">
          <ac:chgData name="Hironari Yamada" userId="e57621f8-ec3c-449e-bb19-001fffcc008e" providerId="ADAL" clId="{BC0BD879-F267-5CCA-8DEA-E3B2DD07DA4E}" dt="2026-06-01T02:01:39.723" v="330"/>
          <ac:spMkLst>
            <pc:docMk/>
            <pc:sldMk cId="3032166926" sldId="305"/>
            <ac:spMk id="11" creationId="{E0EAAFB0-5C24-B211-3292-05734125A078}"/>
          </ac:spMkLst>
        </pc:spChg>
        <pc:spChg chg="add mod">
          <ac:chgData name="Hironari Yamada" userId="e57621f8-ec3c-449e-bb19-001fffcc008e" providerId="ADAL" clId="{BC0BD879-F267-5CCA-8DEA-E3B2DD07DA4E}" dt="2026-06-01T02:01:39.723" v="330"/>
          <ac:spMkLst>
            <pc:docMk/>
            <pc:sldMk cId="3032166926" sldId="305"/>
            <ac:spMk id="12" creationId="{41E7D34A-92BB-D8E8-3DC1-905AC46AD202}"/>
          </ac:spMkLst>
        </pc:spChg>
        <pc:spChg chg="add mod">
          <ac:chgData name="Hironari Yamada" userId="e57621f8-ec3c-449e-bb19-001fffcc008e" providerId="ADAL" clId="{BC0BD879-F267-5CCA-8DEA-E3B2DD07DA4E}" dt="2026-06-01T02:01:39.723" v="330"/>
          <ac:spMkLst>
            <pc:docMk/>
            <pc:sldMk cId="3032166926" sldId="305"/>
            <ac:spMk id="14" creationId="{3B6C97F5-1F50-C717-53C6-B13C54FE707A}"/>
          </ac:spMkLst>
        </pc:spChg>
        <pc:spChg chg="add mod">
          <ac:chgData name="Hironari Yamada" userId="e57621f8-ec3c-449e-bb19-001fffcc008e" providerId="ADAL" clId="{BC0BD879-F267-5CCA-8DEA-E3B2DD07DA4E}" dt="2026-06-01T02:01:39.723" v="330"/>
          <ac:spMkLst>
            <pc:docMk/>
            <pc:sldMk cId="3032166926" sldId="305"/>
            <ac:spMk id="16" creationId="{C325DEB6-8B6B-DC71-8F1C-3DE8E5E80723}"/>
          </ac:spMkLst>
        </pc:spChg>
        <pc:spChg chg="add mod">
          <ac:chgData name="Hironari Yamada" userId="e57621f8-ec3c-449e-bb19-001fffcc008e" providerId="ADAL" clId="{BC0BD879-F267-5CCA-8DEA-E3B2DD07DA4E}" dt="2026-06-01T02:01:39.723" v="330"/>
          <ac:spMkLst>
            <pc:docMk/>
            <pc:sldMk cId="3032166926" sldId="305"/>
            <ac:spMk id="17" creationId="{E5B4D62A-DFA3-DB63-5702-E0B650EC1BDC}"/>
          </ac:spMkLst>
        </pc:spChg>
        <pc:spChg chg="add mod">
          <ac:chgData name="Hironari Yamada" userId="e57621f8-ec3c-449e-bb19-001fffcc008e" providerId="ADAL" clId="{BC0BD879-F267-5CCA-8DEA-E3B2DD07DA4E}" dt="2026-06-01T02:01:39.723" v="330"/>
          <ac:spMkLst>
            <pc:docMk/>
            <pc:sldMk cId="3032166926" sldId="305"/>
            <ac:spMk id="18" creationId="{C5982EC3-D420-D0F8-CCCC-AB2E294E2C9A}"/>
          </ac:spMkLst>
        </pc:spChg>
        <pc:spChg chg="add mod">
          <ac:chgData name="Hironari Yamada" userId="e57621f8-ec3c-449e-bb19-001fffcc008e" providerId="ADAL" clId="{BC0BD879-F267-5CCA-8DEA-E3B2DD07DA4E}" dt="2026-06-01T02:01:39.723" v="330"/>
          <ac:spMkLst>
            <pc:docMk/>
            <pc:sldMk cId="3032166926" sldId="305"/>
            <ac:spMk id="19" creationId="{D7A171B8-138C-3A9A-8C19-E787661D653C}"/>
          </ac:spMkLst>
        </pc:spChg>
        <pc:spChg chg="add mod">
          <ac:chgData name="Hironari Yamada" userId="e57621f8-ec3c-449e-bb19-001fffcc008e" providerId="ADAL" clId="{BC0BD879-F267-5CCA-8DEA-E3B2DD07DA4E}" dt="2026-06-01T02:01:45.459" v="331"/>
          <ac:spMkLst>
            <pc:docMk/>
            <pc:sldMk cId="3032166926" sldId="305"/>
            <ac:spMk id="20" creationId="{0A2B2A40-0E11-B700-B31F-D0919A6197A2}"/>
          </ac:spMkLst>
        </pc:spChg>
        <pc:spChg chg="add mod">
          <ac:chgData name="Hironari Yamada" userId="e57621f8-ec3c-449e-bb19-001fffcc008e" providerId="ADAL" clId="{BC0BD879-F267-5CCA-8DEA-E3B2DD07DA4E}" dt="2026-06-01T02:01:45.459" v="331"/>
          <ac:spMkLst>
            <pc:docMk/>
            <pc:sldMk cId="3032166926" sldId="305"/>
            <ac:spMk id="23" creationId="{CD402FE8-0123-FA86-BC0C-DFDC407BEDD1}"/>
          </ac:spMkLst>
        </pc:spChg>
        <pc:spChg chg="add mod">
          <ac:chgData name="Hironari Yamada" userId="e57621f8-ec3c-449e-bb19-001fffcc008e" providerId="ADAL" clId="{BC0BD879-F267-5CCA-8DEA-E3B2DD07DA4E}" dt="2026-06-01T02:01:45.459" v="331"/>
          <ac:spMkLst>
            <pc:docMk/>
            <pc:sldMk cId="3032166926" sldId="305"/>
            <ac:spMk id="24" creationId="{34238AFE-2F6E-F741-FA13-FB94E4E478F5}"/>
          </ac:spMkLst>
        </pc:spChg>
        <pc:spChg chg="add mod">
          <ac:chgData name="Hironari Yamada" userId="e57621f8-ec3c-449e-bb19-001fffcc008e" providerId="ADAL" clId="{BC0BD879-F267-5CCA-8DEA-E3B2DD07DA4E}" dt="2026-06-01T02:01:45.459" v="331"/>
          <ac:spMkLst>
            <pc:docMk/>
            <pc:sldMk cId="3032166926" sldId="305"/>
            <ac:spMk id="26" creationId="{05B971B7-5115-0BAC-939C-9EC2DEAD87F6}"/>
          </ac:spMkLst>
        </pc:spChg>
        <pc:spChg chg="add mod">
          <ac:chgData name="Hironari Yamada" userId="e57621f8-ec3c-449e-bb19-001fffcc008e" providerId="ADAL" clId="{BC0BD879-F267-5CCA-8DEA-E3B2DD07DA4E}" dt="2026-06-01T02:01:45.459" v="331"/>
          <ac:spMkLst>
            <pc:docMk/>
            <pc:sldMk cId="3032166926" sldId="305"/>
            <ac:spMk id="27" creationId="{BAE9D48D-9FB6-189E-C475-D921582CD832}"/>
          </ac:spMkLst>
        </pc:spChg>
        <pc:spChg chg="add mod">
          <ac:chgData name="Hironari Yamada" userId="e57621f8-ec3c-449e-bb19-001fffcc008e" providerId="ADAL" clId="{BC0BD879-F267-5CCA-8DEA-E3B2DD07DA4E}" dt="2026-06-01T02:01:45.459" v="331"/>
          <ac:spMkLst>
            <pc:docMk/>
            <pc:sldMk cId="3032166926" sldId="305"/>
            <ac:spMk id="28" creationId="{B14AC28C-6AD3-31D4-334E-94F80637A52B}"/>
          </ac:spMkLst>
        </pc:spChg>
        <pc:spChg chg="add mod">
          <ac:chgData name="Hironari Yamada" userId="e57621f8-ec3c-449e-bb19-001fffcc008e" providerId="ADAL" clId="{BC0BD879-F267-5CCA-8DEA-E3B2DD07DA4E}" dt="2026-06-01T02:01:45.459" v="331"/>
          <ac:spMkLst>
            <pc:docMk/>
            <pc:sldMk cId="3032166926" sldId="305"/>
            <ac:spMk id="32" creationId="{1D942132-629E-99C5-726B-AE591A35FC45}"/>
          </ac:spMkLst>
        </pc:spChg>
        <pc:spChg chg="add mod">
          <ac:chgData name="Hironari Yamada" userId="e57621f8-ec3c-449e-bb19-001fffcc008e" providerId="ADAL" clId="{BC0BD879-F267-5CCA-8DEA-E3B2DD07DA4E}" dt="2026-06-01T02:01:45.459" v="331"/>
          <ac:spMkLst>
            <pc:docMk/>
            <pc:sldMk cId="3032166926" sldId="305"/>
            <ac:spMk id="33" creationId="{884976D0-9871-481C-6AB5-1E046800EC8A}"/>
          </ac:spMkLst>
        </pc:spChg>
        <pc:spChg chg="add mod">
          <ac:chgData name="Hironari Yamada" userId="e57621f8-ec3c-449e-bb19-001fffcc008e" providerId="ADAL" clId="{BC0BD879-F267-5CCA-8DEA-E3B2DD07DA4E}" dt="2026-06-01T02:01:45.459" v="331"/>
          <ac:spMkLst>
            <pc:docMk/>
            <pc:sldMk cId="3032166926" sldId="305"/>
            <ac:spMk id="34" creationId="{58B0C59D-38D2-7557-14D1-E26D83D19976}"/>
          </ac:spMkLst>
        </pc:spChg>
        <pc:spChg chg="add mod">
          <ac:chgData name="Hironari Yamada" userId="e57621f8-ec3c-449e-bb19-001fffcc008e" providerId="ADAL" clId="{BC0BD879-F267-5CCA-8DEA-E3B2DD07DA4E}" dt="2026-06-01T02:01:45.459" v="331"/>
          <ac:spMkLst>
            <pc:docMk/>
            <pc:sldMk cId="3032166926" sldId="305"/>
            <ac:spMk id="35" creationId="{0E5B53B6-C048-1F82-1E88-15FC15DC255A}"/>
          </ac:spMkLst>
        </pc:spChg>
        <pc:spChg chg="mod">
          <ac:chgData name="Hironari Yamada" userId="e57621f8-ec3c-449e-bb19-001fffcc008e" providerId="ADAL" clId="{BC0BD879-F267-5CCA-8DEA-E3B2DD07DA4E}" dt="2026-06-01T02:01:56.753" v="362" actId="20577"/>
          <ac:spMkLst>
            <pc:docMk/>
            <pc:sldMk cId="3032166926" sldId="305"/>
            <ac:spMk id="39" creationId="{FB605E4A-8842-6226-B174-C275DDE41688}"/>
          </ac:spMkLst>
        </pc:spChg>
        <pc:spChg chg="add del">
          <ac:chgData name="Hironari Yamada" userId="e57621f8-ec3c-449e-bb19-001fffcc008e" providerId="ADAL" clId="{BC0BD879-F267-5CCA-8DEA-E3B2DD07DA4E}" dt="2026-06-01T02:01:33.157" v="326" actId="478"/>
          <ac:spMkLst>
            <pc:docMk/>
            <pc:sldMk cId="3032166926" sldId="305"/>
            <ac:spMk id="46" creationId="{132E5C03-ABEB-EA62-F022-4B3A63DA7D41}"/>
          </ac:spMkLst>
        </pc:spChg>
        <pc:spChg chg="add del">
          <ac:chgData name="Hironari Yamada" userId="e57621f8-ec3c-449e-bb19-001fffcc008e" providerId="ADAL" clId="{BC0BD879-F267-5CCA-8DEA-E3B2DD07DA4E}" dt="2026-06-01T02:01:33.157" v="326" actId="478"/>
          <ac:spMkLst>
            <pc:docMk/>
            <pc:sldMk cId="3032166926" sldId="305"/>
            <ac:spMk id="49" creationId="{6555F864-A003-6BE3-9033-C352A37E239C}"/>
          </ac:spMkLst>
        </pc:spChg>
        <pc:spChg chg="add del">
          <ac:chgData name="Hironari Yamada" userId="e57621f8-ec3c-449e-bb19-001fffcc008e" providerId="ADAL" clId="{BC0BD879-F267-5CCA-8DEA-E3B2DD07DA4E}" dt="2026-06-01T02:01:33.157" v="326" actId="478"/>
          <ac:spMkLst>
            <pc:docMk/>
            <pc:sldMk cId="3032166926" sldId="305"/>
            <ac:spMk id="51" creationId="{7F8A882D-F5A1-FC16-F347-BE57AE3575DF}"/>
          </ac:spMkLst>
        </pc:spChg>
        <pc:spChg chg="add del">
          <ac:chgData name="Hironari Yamada" userId="e57621f8-ec3c-449e-bb19-001fffcc008e" providerId="ADAL" clId="{BC0BD879-F267-5CCA-8DEA-E3B2DD07DA4E}" dt="2026-06-01T02:01:33.157" v="326" actId="478"/>
          <ac:spMkLst>
            <pc:docMk/>
            <pc:sldMk cId="3032166926" sldId="305"/>
            <ac:spMk id="56" creationId="{7A65F3E4-1BFC-AF8E-28C5-8753591EEA4F}"/>
          </ac:spMkLst>
        </pc:spChg>
        <pc:spChg chg="add del">
          <ac:chgData name="Hironari Yamada" userId="e57621f8-ec3c-449e-bb19-001fffcc008e" providerId="ADAL" clId="{BC0BD879-F267-5CCA-8DEA-E3B2DD07DA4E}" dt="2026-06-01T02:01:33.157" v="326" actId="478"/>
          <ac:spMkLst>
            <pc:docMk/>
            <pc:sldMk cId="3032166926" sldId="305"/>
            <ac:spMk id="60" creationId="{8D8BF28C-42D0-EB4D-CE6F-6623D9EB75D0}"/>
          </ac:spMkLst>
        </pc:spChg>
        <pc:spChg chg="add del">
          <ac:chgData name="Hironari Yamada" userId="e57621f8-ec3c-449e-bb19-001fffcc008e" providerId="ADAL" clId="{BC0BD879-F267-5CCA-8DEA-E3B2DD07DA4E}" dt="2026-06-01T02:01:33.157" v="326" actId="478"/>
          <ac:spMkLst>
            <pc:docMk/>
            <pc:sldMk cId="3032166926" sldId="305"/>
            <ac:spMk id="61" creationId="{5DBCF4CE-C86A-D2A0-9BC8-D509189B75CE}"/>
          </ac:spMkLst>
        </pc:spChg>
        <pc:spChg chg="del">
          <ac:chgData name="Hironari Yamada" userId="e57621f8-ec3c-449e-bb19-001fffcc008e" providerId="ADAL" clId="{BC0BD879-F267-5CCA-8DEA-E3B2DD07DA4E}" dt="2026-06-01T02:01:35.839" v="327" actId="478"/>
          <ac:spMkLst>
            <pc:docMk/>
            <pc:sldMk cId="3032166926" sldId="305"/>
            <ac:spMk id="70" creationId="{CAE53F01-6DEC-448D-0284-DBCE1CFAFBBA}"/>
          </ac:spMkLst>
        </pc:spChg>
        <pc:spChg chg="del">
          <ac:chgData name="Hironari Yamada" userId="e57621f8-ec3c-449e-bb19-001fffcc008e" providerId="ADAL" clId="{BC0BD879-F267-5CCA-8DEA-E3B2DD07DA4E}" dt="2026-06-01T02:01:33.157" v="326" actId="478"/>
          <ac:spMkLst>
            <pc:docMk/>
            <pc:sldMk cId="3032166926" sldId="305"/>
            <ac:spMk id="80" creationId="{CC452150-F565-72E4-9356-67A129D129B3}"/>
          </ac:spMkLst>
        </pc:spChg>
        <pc:spChg chg="add del">
          <ac:chgData name="Hironari Yamada" userId="e57621f8-ec3c-449e-bb19-001fffcc008e" providerId="ADAL" clId="{BC0BD879-F267-5CCA-8DEA-E3B2DD07DA4E}" dt="2026-06-01T02:01:33.157" v="326" actId="478"/>
          <ac:spMkLst>
            <pc:docMk/>
            <pc:sldMk cId="3032166926" sldId="305"/>
            <ac:spMk id="83" creationId="{92DEE06A-FE7F-47CE-47AD-5714F3B79F29}"/>
          </ac:spMkLst>
        </pc:spChg>
        <pc:spChg chg="add del">
          <ac:chgData name="Hironari Yamada" userId="e57621f8-ec3c-449e-bb19-001fffcc008e" providerId="ADAL" clId="{BC0BD879-F267-5CCA-8DEA-E3B2DD07DA4E}" dt="2026-06-01T02:01:33.157" v="326" actId="478"/>
          <ac:spMkLst>
            <pc:docMk/>
            <pc:sldMk cId="3032166926" sldId="305"/>
            <ac:spMk id="102" creationId="{63C8E6DE-D79B-CD7A-6829-E9111A37A805}"/>
          </ac:spMkLst>
        </pc:spChg>
        <pc:spChg chg="add del">
          <ac:chgData name="Hironari Yamada" userId="e57621f8-ec3c-449e-bb19-001fffcc008e" providerId="ADAL" clId="{BC0BD879-F267-5CCA-8DEA-E3B2DD07DA4E}" dt="2026-06-01T02:01:33.157" v="326" actId="478"/>
          <ac:spMkLst>
            <pc:docMk/>
            <pc:sldMk cId="3032166926" sldId="305"/>
            <ac:spMk id="106" creationId="{6743CDEB-2A7B-2A6A-DEDB-CC3773464619}"/>
          </ac:spMkLst>
        </pc:spChg>
      </pc:sldChg>
      <pc:sldChg chg="addSp delSp modSp add mod">
        <pc:chgData name="Hironari Yamada" userId="e57621f8-ec3c-449e-bb19-001fffcc008e" providerId="ADAL" clId="{BC0BD879-F267-5CCA-8DEA-E3B2DD07DA4E}" dt="2026-06-01T02:03:16.311" v="433" actId="2711"/>
        <pc:sldMkLst>
          <pc:docMk/>
          <pc:sldMk cId="269668435" sldId="306"/>
        </pc:sldMkLst>
        <pc:spChg chg="add del">
          <ac:chgData name="Hironari Yamada" userId="e57621f8-ec3c-449e-bb19-001fffcc008e" providerId="ADAL" clId="{BC0BD879-F267-5CCA-8DEA-E3B2DD07DA4E}" dt="2026-06-01T02:02:41.933" v="428" actId="478"/>
          <ac:spMkLst>
            <pc:docMk/>
            <pc:sldMk cId="269668435" sldId="306"/>
            <ac:spMk id="4" creationId="{7973C8D8-F2AF-B7BB-AB36-F19ADAE14B44}"/>
          </ac:spMkLst>
        </pc:spChg>
        <pc:spChg chg="add mod">
          <ac:chgData name="Hironari Yamada" userId="e57621f8-ec3c-449e-bb19-001fffcc008e" providerId="ADAL" clId="{BC0BD879-F267-5CCA-8DEA-E3B2DD07DA4E}" dt="2026-06-01T02:02:52.600" v="430"/>
          <ac:spMkLst>
            <pc:docMk/>
            <pc:sldMk cId="269668435" sldId="306"/>
            <ac:spMk id="6" creationId="{3BAC0646-23EC-F03A-D2F3-B7CDA4ED53A9}"/>
          </ac:spMkLst>
        </pc:spChg>
        <pc:spChg chg="add mod">
          <ac:chgData name="Hironari Yamada" userId="e57621f8-ec3c-449e-bb19-001fffcc008e" providerId="ADAL" clId="{BC0BD879-F267-5CCA-8DEA-E3B2DD07DA4E}" dt="2026-06-01T02:03:01.409" v="431" actId="2711"/>
          <ac:spMkLst>
            <pc:docMk/>
            <pc:sldMk cId="269668435" sldId="306"/>
            <ac:spMk id="7" creationId="{C7E9D4E3-93F9-E944-E9F8-F4DFCC6CDBC2}"/>
          </ac:spMkLst>
        </pc:spChg>
        <pc:spChg chg="del">
          <ac:chgData name="Hironari Yamada" userId="e57621f8-ec3c-449e-bb19-001fffcc008e" providerId="ADAL" clId="{BC0BD879-F267-5CCA-8DEA-E3B2DD07DA4E}" dt="2026-06-01T02:02:47.092" v="429" actId="478"/>
          <ac:spMkLst>
            <pc:docMk/>
            <pc:sldMk cId="269668435" sldId="306"/>
            <ac:spMk id="20" creationId="{E0D3673F-F89C-8794-6C49-C254254C7EE8}"/>
          </ac:spMkLst>
        </pc:spChg>
        <pc:spChg chg="add del">
          <ac:chgData name="Hironari Yamada" userId="e57621f8-ec3c-449e-bb19-001fffcc008e" providerId="ADAL" clId="{BC0BD879-F267-5CCA-8DEA-E3B2DD07DA4E}" dt="2026-06-01T02:02:47.092" v="429" actId="478"/>
          <ac:spMkLst>
            <pc:docMk/>
            <pc:sldMk cId="269668435" sldId="306"/>
            <ac:spMk id="23" creationId="{2FD6D095-54A8-38BD-7F76-7AC51EDABADD}"/>
          </ac:spMkLst>
        </pc:spChg>
        <pc:spChg chg="add del">
          <ac:chgData name="Hironari Yamada" userId="e57621f8-ec3c-449e-bb19-001fffcc008e" providerId="ADAL" clId="{BC0BD879-F267-5CCA-8DEA-E3B2DD07DA4E}" dt="2026-06-01T02:02:47.092" v="429" actId="478"/>
          <ac:spMkLst>
            <pc:docMk/>
            <pc:sldMk cId="269668435" sldId="306"/>
            <ac:spMk id="24" creationId="{5D7FB1F0-8CEF-8121-7EE5-D3376817A2F0}"/>
          </ac:spMkLst>
        </pc:spChg>
        <pc:spChg chg="add del">
          <ac:chgData name="Hironari Yamada" userId="e57621f8-ec3c-449e-bb19-001fffcc008e" providerId="ADAL" clId="{BC0BD879-F267-5CCA-8DEA-E3B2DD07DA4E}" dt="2026-06-01T02:02:47.092" v="429" actId="478"/>
          <ac:spMkLst>
            <pc:docMk/>
            <pc:sldMk cId="269668435" sldId="306"/>
            <ac:spMk id="26" creationId="{ACC2EA7D-B731-A944-F38E-D1D975E2C611}"/>
          </ac:spMkLst>
        </pc:spChg>
        <pc:spChg chg="add del">
          <ac:chgData name="Hironari Yamada" userId="e57621f8-ec3c-449e-bb19-001fffcc008e" providerId="ADAL" clId="{BC0BD879-F267-5CCA-8DEA-E3B2DD07DA4E}" dt="2026-06-01T02:02:47.092" v="429" actId="478"/>
          <ac:spMkLst>
            <pc:docMk/>
            <pc:sldMk cId="269668435" sldId="306"/>
            <ac:spMk id="27" creationId="{6F2B0825-FBFF-3E02-11EA-5A654DFBFAC7}"/>
          </ac:spMkLst>
        </pc:spChg>
        <pc:spChg chg="add del">
          <ac:chgData name="Hironari Yamada" userId="e57621f8-ec3c-449e-bb19-001fffcc008e" providerId="ADAL" clId="{BC0BD879-F267-5CCA-8DEA-E3B2DD07DA4E}" dt="2026-06-01T02:02:47.092" v="429" actId="478"/>
          <ac:spMkLst>
            <pc:docMk/>
            <pc:sldMk cId="269668435" sldId="306"/>
            <ac:spMk id="28" creationId="{53E275D2-1CE5-6E11-7D13-8C68F337FC73}"/>
          </ac:spMkLst>
        </pc:spChg>
        <pc:spChg chg="del">
          <ac:chgData name="Hironari Yamada" userId="e57621f8-ec3c-449e-bb19-001fffcc008e" providerId="ADAL" clId="{BC0BD879-F267-5CCA-8DEA-E3B2DD07DA4E}" dt="2026-06-01T02:02:47.092" v="429" actId="478"/>
          <ac:spMkLst>
            <pc:docMk/>
            <pc:sldMk cId="269668435" sldId="306"/>
            <ac:spMk id="30" creationId="{2C2648F7-FFC3-79AB-EE09-0855AE3F563E}"/>
          </ac:spMkLst>
        </pc:spChg>
        <pc:spChg chg="add">
          <ac:chgData name="Hironari Yamada" userId="e57621f8-ec3c-449e-bb19-001fffcc008e" providerId="ADAL" clId="{BC0BD879-F267-5CCA-8DEA-E3B2DD07DA4E}" dt="2026-06-01T02:02:41.933" v="428" actId="478"/>
          <ac:spMkLst>
            <pc:docMk/>
            <pc:sldMk cId="269668435" sldId="306"/>
            <ac:spMk id="32" creationId="{F016FC15-0EF6-3FC7-FE6A-B3EED7BB2F78}"/>
          </ac:spMkLst>
        </pc:spChg>
        <pc:spChg chg="add del">
          <ac:chgData name="Hironari Yamada" userId="e57621f8-ec3c-449e-bb19-001fffcc008e" providerId="ADAL" clId="{BC0BD879-F267-5CCA-8DEA-E3B2DD07DA4E}" dt="2026-06-01T02:02:47.092" v="429" actId="478"/>
          <ac:spMkLst>
            <pc:docMk/>
            <pc:sldMk cId="269668435" sldId="306"/>
            <ac:spMk id="33" creationId="{D0F6213A-B709-C6C2-F0C0-A9BFAF664812}"/>
          </ac:spMkLst>
        </pc:spChg>
        <pc:spChg chg="add del">
          <ac:chgData name="Hironari Yamada" userId="e57621f8-ec3c-449e-bb19-001fffcc008e" providerId="ADAL" clId="{BC0BD879-F267-5CCA-8DEA-E3B2DD07DA4E}" dt="2026-06-01T02:02:47.092" v="429" actId="478"/>
          <ac:spMkLst>
            <pc:docMk/>
            <pc:sldMk cId="269668435" sldId="306"/>
            <ac:spMk id="34" creationId="{2186A904-1AE1-0C6F-0B6A-D1F11801EBE2}"/>
          </ac:spMkLst>
        </pc:spChg>
        <pc:spChg chg="add del">
          <ac:chgData name="Hironari Yamada" userId="e57621f8-ec3c-449e-bb19-001fffcc008e" providerId="ADAL" clId="{BC0BD879-F267-5CCA-8DEA-E3B2DD07DA4E}" dt="2026-06-01T02:02:47.092" v="429" actId="478"/>
          <ac:spMkLst>
            <pc:docMk/>
            <pc:sldMk cId="269668435" sldId="306"/>
            <ac:spMk id="35" creationId="{8F098101-3CC5-1E43-5302-AC67CE663384}"/>
          </ac:spMkLst>
        </pc:spChg>
        <pc:spChg chg="mod">
          <ac:chgData name="Hironari Yamada" userId="e57621f8-ec3c-449e-bb19-001fffcc008e" providerId="ADAL" clId="{BC0BD879-F267-5CCA-8DEA-E3B2DD07DA4E}" dt="2026-06-01T02:02:37.039" v="426" actId="20577"/>
          <ac:spMkLst>
            <pc:docMk/>
            <pc:sldMk cId="269668435" sldId="306"/>
            <ac:spMk id="39" creationId="{E1C8078C-4FEB-BE77-6E62-C4E8726872DB}"/>
          </ac:spMkLst>
        </pc:spChg>
        <pc:graphicFrameChg chg="add mod modGraphic">
          <ac:chgData name="Hironari Yamada" userId="e57621f8-ec3c-449e-bb19-001fffcc008e" providerId="ADAL" clId="{BC0BD879-F267-5CCA-8DEA-E3B2DD07DA4E}" dt="2026-06-01T02:03:16.311" v="433" actId="2711"/>
          <ac:graphicFrameMkLst>
            <pc:docMk/>
            <pc:sldMk cId="269668435" sldId="306"/>
            <ac:graphicFrameMk id="8" creationId="{535007FF-43E9-C600-994D-C7292BD7BAB4}"/>
          </ac:graphicFrameMkLst>
        </pc:graphicFrameChg>
        <pc:picChg chg="add mod">
          <ac:chgData name="Hironari Yamada" userId="e57621f8-ec3c-449e-bb19-001fffcc008e" providerId="ADAL" clId="{BC0BD879-F267-5CCA-8DEA-E3B2DD07DA4E}" dt="2026-06-01T02:02:52.600" v="430"/>
          <ac:picMkLst>
            <pc:docMk/>
            <pc:sldMk cId="269668435" sldId="306"/>
            <ac:picMk id="3" creationId="{14B6EC5F-35A5-443F-C865-111C1851CF56}"/>
          </ac:picMkLst>
        </pc:picChg>
        <pc:picChg chg="add mod">
          <ac:chgData name="Hironari Yamada" userId="e57621f8-ec3c-449e-bb19-001fffcc008e" providerId="ADAL" clId="{BC0BD879-F267-5CCA-8DEA-E3B2DD07DA4E}" dt="2026-06-01T02:02:52.600" v="430"/>
          <ac:picMkLst>
            <pc:docMk/>
            <pc:sldMk cId="269668435" sldId="306"/>
            <ac:picMk id="5" creationId="{63630955-2F6D-E1E8-26CE-8FA880691142}"/>
          </ac:picMkLst>
        </pc:picChg>
      </pc:sldChg>
      <pc:sldChg chg="add">
        <pc:chgData name="Hironari Yamada" userId="e57621f8-ec3c-449e-bb19-001fffcc008e" providerId="ADAL" clId="{BC0BD879-F267-5CCA-8DEA-E3B2DD07DA4E}" dt="2026-06-01T04:13:18.898" v="908"/>
        <pc:sldMkLst>
          <pc:docMk/>
          <pc:sldMk cId="1336317362" sldId="307"/>
        </pc:sldMkLst>
      </pc:sldChg>
      <pc:sldChg chg="addSp delSp modSp add mod">
        <pc:chgData name="Hironari Yamada" userId="e57621f8-ec3c-449e-bb19-001fffcc008e" providerId="ADAL" clId="{BC0BD879-F267-5CCA-8DEA-E3B2DD07DA4E}" dt="2026-06-01T04:39:31.204" v="1615" actId="692"/>
        <pc:sldMkLst>
          <pc:docMk/>
          <pc:sldMk cId="1897635154" sldId="308"/>
        </pc:sldMkLst>
        <pc:spChg chg="add mod">
          <ac:chgData name="Hironari Yamada" userId="e57621f8-ec3c-449e-bb19-001fffcc008e" providerId="ADAL" clId="{BC0BD879-F267-5CCA-8DEA-E3B2DD07DA4E}" dt="2026-06-01T04:38:29.199" v="1602" actId="1076"/>
          <ac:spMkLst>
            <pc:docMk/>
            <pc:sldMk cId="1897635154" sldId="308"/>
            <ac:spMk id="3" creationId="{17921937-3C7A-75A2-7ECB-558A9800E4C3}"/>
          </ac:spMkLst>
        </pc:spChg>
        <pc:spChg chg="del mod">
          <ac:chgData name="Hironari Yamada" userId="e57621f8-ec3c-449e-bb19-001fffcc008e" providerId="ADAL" clId="{BC0BD879-F267-5CCA-8DEA-E3B2DD07DA4E}" dt="2026-06-01T04:37:37.636" v="1583" actId="478"/>
          <ac:spMkLst>
            <pc:docMk/>
            <pc:sldMk cId="1897635154" sldId="308"/>
            <ac:spMk id="5" creationId="{AC6D5BE3-74A4-1BED-A7FD-36C7EEDFE4F5}"/>
          </ac:spMkLst>
        </pc:spChg>
        <pc:spChg chg="add mod">
          <ac:chgData name="Hironari Yamada" userId="e57621f8-ec3c-449e-bb19-001fffcc008e" providerId="ADAL" clId="{BC0BD879-F267-5CCA-8DEA-E3B2DD07DA4E}" dt="2026-06-01T04:38:17.891" v="1600" actId="207"/>
          <ac:spMkLst>
            <pc:docMk/>
            <pc:sldMk cId="1897635154" sldId="308"/>
            <ac:spMk id="19" creationId="{70587A3A-33F9-EFF0-8020-7D03F9A2D3CE}"/>
          </ac:spMkLst>
        </pc:spChg>
        <pc:spChg chg="add mod">
          <ac:chgData name="Hironari Yamada" userId="e57621f8-ec3c-449e-bb19-001fffcc008e" providerId="ADAL" clId="{BC0BD879-F267-5CCA-8DEA-E3B2DD07DA4E}" dt="2026-06-01T04:38:17.891" v="1600" actId="207"/>
          <ac:spMkLst>
            <pc:docMk/>
            <pc:sldMk cId="1897635154" sldId="308"/>
            <ac:spMk id="20" creationId="{C8A3F481-FCE6-6058-4B42-B6366AC03DCD}"/>
          </ac:spMkLst>
        </pc:spChg>
        <pc:spChg chg="add mod">
          <ac:chgData name="Hironari Yamada" userId="e57621f8-ec3c-449e-bb19-001fffcc008e" providerId="ADAL" clId="{BC0BD879-F267-5CCA-8DEA-E3B2DD07DA4E}" dt="2026-06-01T04:38:17.891" v="1600" actId="207"/>
          <ac:spMkLst>
            <pc:docMk/>
            <pc:sldMk cId="1897635154" sldId="308"/>
            <ac:spMk id="22" creationId="{38BA7C01-6B28-9B7E-6CE9-3BCB0B2332F8}"/>
          </ac:spMkLst>
        </pc:spChg>
        <pc:spChg chg="add mod">
          <ac:chgData name="Hironari Yamada" userId="e57621f8-ec3c-449e-bb19-001fffcc008e" providerId="ADAL" clId="{BC0BD879-F267-5CCA-8DEA-E3B2DD07DA4E}" dt="2026-06-01T04:38:17.891" v="1600" actId="207"/>
          <ac:spMkLst>
            <pc:docMk/>
            <pc:sldMk cId="1897635154" sldId="308"/>
            <ac:spMk id="23" creationId="{9477AABF-6AF7-051F-FF50-80BFF636F265}"/>
          </ac:spMkLst>
        </pc:spChg>
        <pc:spChg chg="add mod">
          <ac:chgData name="Hironari Yamada" userId="e57621f8-ec3c-449e-bb19-001fffcc008e" providerId="ADAL" clId="{BC0BD879-F267-5CCA-8DEA-E3B2DD07DA4E}" dt="2026-06-01T04:38:17.891" v="1600" actId="207"/>
          <ac:spMkLst>
            <pc:docMk/>
            <pc:sldMk cId="1897635154" sldId="308"/>
            <ac:spMk id="25" creationId="{1B88B4B0-6642-5B2D-A710-102680778153}"/>
          </ac:spMkLst>
        </pc:spChg>
        <pc:spChg chg="mod">
          <ac:chgData name="Hironari Yamada" userId="e57621f8-ec3c-449e-bb19-001fffcc008e" providerId="ADAL" clId="{BC0BD879-F267-5CCA-8DEA-E3B2DD07DA4E}" dt="2026-06-01T04:39:31.204" v="1615" actId="692"/>
          <ac:spMkLst>
            <pc:docMk/>
            <pc:sldMk cId="1897635154" sldId="308"/>
            <ac:spMk id="31" creationId="{0DCC8800-CE77-51D6-39B7-5FD7E8E6864C}"/>
          </ac:spMkLst>
        </pc:spChg>
        <pc:spChg chg="mod">
          <ac:chgData name="Hironari Yamada" userId="e57621f8-ec3c-449e-bb19-001fffcc008e" providerId="ADAL" clId="{BC0BD879-F267-5CCA-8DEA-E3B2DD07DA4E}" dt="2026-06-01T04:39:31.204" v="1615" actId="692"/>
          <ac:spMkLst>
            <pc:docMk/>
            <pc:sldMk cId="1897635154" sldId="308"/>
            <ac:spMk id="32" creationId="{E0A0C7CE-2289-1574-7B5C-8052CA770A12}"/>
          </ac:spMkLst>
        </pc:spChg>
        <pc:spChg chg="del">
          <ac:chgData name="Hironari Yamada" userId="e57621f8-ec3c-449e-bb19-001fffcc008e" providerId="ADAL" clId="{BC0BD879-F267-5CCA-8DEA-E3B2DD07DA4E}" dt="2026-06-01T04:37:39.365" v="1584" actId="478"/>
          <ac:spMkLst>
            <pc:docMk/>
            <pc:sldMk cId="1897635154" sldId="308"/>
            <ac:spMk id="33" creationId="{3A4415F6-D954-3085-C54B-F4BD0AC6FB3D}"/>
          </ac:spMkLst>
        </pc:spChg>
        <pc:spChg chg="del">
          <ac:chgData name="Hironari Yamada" userId="e57621f8-ec3c-449e-bb19-001fffcc008e" providerId="ADAL" clId="{BC0BD879-F267-5CCA-8DEA-E3B2DD07DA4E}" dt="2026-06-01T04:37:32.981" v="1581" actId="478"/>
          <ac:spMkLst>
            <pc:docMk/>
            <pc:sldMk cId="1897635154" sldId="308"/>
            <ac:spMk id="34" creationId="{3A32CD08-3601-A5BD-9894-2BC1DFAE0088}"/>
          </ac:spMkLst>
        </pc:spChg>
        <pc:spChg chg="del">
          <ac:chgData name="Hironari Yamada" userId="e57621f8-ec3c-449e-bb19-001fffcc008e" providerId="ADAL" clId="{BC0BD879-F267-5CCA-8DEA-E3B2DD07DA4E}" dt="2026-06-01T04:37:32.981" v="1581" actId="478"/>
          <ac:spMkLst>
            <pc:docMk/>
            <pc:sldMk cId="1897635154" sldId="308"/>
            <ac:spMk id="35" creationId="{9FD30404-83F4-FD1D-94A3-7150EF843DB9}"/>
          </ac:spMkLst>
        </pc:spChg>
        <pc:spChg chg="del">
          <ac:chgData name="Hironari Yamada" userId="e57621f8-ec3c-449e-bb19-001fffcc008e" providerId="ADAL" clId="{BC0BD879-F267-5CCA-8DEA-E3B2DD07DA4E}" dt="2026-06-01T04:37:32.981" v="1581" actId="478"/>
          <ac:spMkLst>
            <pc:docMk/>
            <pc:sldMk cId="1897635154" sldId="308"/>
            <ac:spMk id="36" creationId="{DDA36E9C-93E8-B2E4-7823-3B9BDA362181}"/>
          </ac:spMkLst>
        </pc:spChg>
        <pc:spChg chg="del">
          <ac:chgData name="Hironari Yamada" userId="e57621f8-ec3c-449e-bb19-001fffcc008e" providerId="ADAL" clId="{BC0BD879-F267-5CCA-8DEA-E3B2DD07DA4E}" dt="2026-06-01T04:37:32.981" v="1581" actId="478"/>
          <ac:spMkLst>
            <pc:docMk/>
            <pc:sldMk cId="1897635154" sldId="308"/>
            <ac:spMk id="37" creationId="{4A97B2B4-86BA-D347-44B4-DED82117F698}"/>
          </ac:spMkLst>
        </pc:spChg>
        <pc:spChg chg="del">
          <ac:chgData name="Hironari Yamada" userId="e57621f8-ec3c-449e-bb19-001fffcc008e" providerId="ADAL" clId="{BC0BD879-F267-5CCA-8DEA-E3B2DD07DA4E}" dt="2026-06-01T04:37:32.981" v="1581" actId="478"/>
          <ac:spMkLst>
            <pc:docMk/>
            <pc:sldMk cId="1897635154" sldId="308"/>
            <ac:spMk id="38" creationId="{D8CF7038-98C3-D407-38E7-169DC4C174F4}"/>
          </ac:spMkLst>
        </pc:spChg>
        <pc:spChg chg="del">
          <ac:chgData name="Hironari Yamada" userId="e57621f8-ec3c-449e-bb19-001fffcc008e" providerId="ADAL" clId="{BC0BD879-F267-5CCA-8DEA-E3B2DD07DA4E}" dt="2026-06-01T04:37:32.981" v="1581" actId="478"/>
          <ac:spMkLst>
            <pc:docMk/>
            <pc:sldMk cId="1897635154" sldId="308"/>
            <ac:spMk id="39" creationId="{9B4EFE28-C118-C661-99BE-4B701420FC6F}"/>
          </ac:spMkLst>
        </pc:spChg>
        <pc:spChg chg="del">
          <ac:chgData name="Hironari Yamada" userId="e57621f8-ec3c-449e-bb19-001fffcc008e" providerId="ADAL" clId="{BC0BD879-F267-5CCA-8DEA-E3B2DD07DA4E}" dt="2026-06-01T04:37:32.981" v="1581" actId="478"/>
          <ac:spMkLst>
            <pc:docMk/>
            <pc:sldMk cId="1897635154" sldId="308"/>
            <ac:spMk id="41" creationId="{C86BE9C4-FDDA-199D-8CFD-3E0BAB278381}"/>
          </ac:spMkLst>
        </pc:spChg>
        <pc:spChg chg="del">
          <ac:chgData name="Hironari Yamada" userId="e57621f8-ec3c-449e-bb19-001fffcc008e" providerId="ADAL" clId="{BC0BD879-F267-5CCA-8DEA-E3B2DD07DA4E}" dt="2026-06-01T04:37:32.981" v="1581" actId="478"/>
          <ac:spMkLst>
            <pc:docMk/>
            <pc:sldMk cId="1897635154" sldId="308"/>
            <ac:spMk id="42" creationId="{726D46A4-2B8E-E6DD-200A-CBC99F67B205}"/>
          </ac:spMkLst>
        </pc:spChg>
        <pc:spChg chg="del">
          <ac:chgData name="Hironari Yamada" userId="e57621f8-ec3c-449e-bb19-001fffcc008e" providerId="ADAL" clId="{BC0BD879-F267-5CCA-8DEA-E3B2DD07DA4E}" dt="2026-06-01T04:37:32.981" v="1581" actId="478"/>
          <ac:spMkLst>
            <pc:docMk/>
            <pc:sldMk cId="1897635154" sldId="308"/>
            <ac:spMk id="43" creationId="{4A69936A-6360-95AD-A172-BC50C834FD01}"/>
          </ac:spMkLst>
        </pc:spChg>
        <pc:spChg chg="del">
          <ac:chgData name="Hironari Yamada" userId="e57621f8-ec3c-449e-bb19-001fffcc008e" providerId="ADAL" clId="{BC0BD879-F267-5CCA-8DEA-E3B2DD07DA4E}" dt="2026-06-01T04:37:32.981" v="1581" actId="478"/>
          <ac:spMkLst>
            <pc:docMk/>
            <pc:sldMk cId="1897635154" sldId="308"/>
            <ac:spMk id="44" creationId="{65E4E58C-B7C5-4FD7-3778-10EA8E3E4608}"/>
          </ac:spMkLst>
        </pc:spChg>
        <pc:spChg chg="mod">
          <ac:chgData name="Hironari Yamada" userId="e57621f8-ec3c-449e-bb19-001fffcc008e" providerId="ADAL" clId="{BC0BD879-F267-5CCA-8DEA-E3B2DD07DA4E}" dt="2026-06-01T04:39:31.204" v="1615" actId="692"/>
          <ac:spMkLst>
            <pc:docMk/>
            <pc:sldMk cId="1897635154" sldId="308"/>
            <ac:spMk id="50" creationId="{BD8C57F9-54B7-384E-D93A-CA54208F05DF}"/>
          </ac:spMkLst>
        </pc:spChg>
        <pc:spChg chg="mod">
          <ac:chgData name="Hironari Yamada" userId="e57621f8-ec3c-449e-bb19-001fffcc008e" providerId="ADAL" clId="{BC0BD879-F267-5CCA-8DEA-E3B2DD07DA4E}" dt="2026-06-01T04:39:31.204" v="1615" actId="692"/>
          <ac:spMkLst>
            <pc:docMk/>
            <pc:sldMk cId="1897635154" sldId="308"/>
            <ac:spMk id="51" creationId="{7CDDDA82-D892-D02B-31A5-DC2047D7F740}"/>
          </ac:spMkLst>
        </pc:spChg>
        <pc:spChg chg="mod">
          <ac:chgData name="Hironari Yamada" userId="e57621f8-ec3c-449e-bb19-001fffcc008e" providerId="ADAL" clId="{BC0BD879-F267-5CCA-8DEA-E3B2DD07DA4E}" dt="2026-06-01T04:39:31.204" v="1615" actId="692"/>
          <ac:spMkLst>
            <pc:docMk/>
            <pc:sldMk cId="1897635154" sldId="308"/>
            <ac:spMk id="52" creationId="{79E512AF-1CE9-6ED7-5BE2-CBEA8404EF16}"/>
          </ac:spMkLst>
        </pc:spChg>
        <pc:spChg chg="mod">
          <ac:chgData name="Hironari Yamada" userId="e57621f8-ec3c-449e-bb19-001fffcc008e" providerId="ADAL" clId="{BC0BD879-F267-5CCA-8DEA-E3B2DD07DA4E}" dt="2026-06-01T04:39:31.204" v="1615" actId="692"/>
          <ac:spMkLst>
            <pc:docMk/>
            <pc:sldMk cId="1897635154" sldId="308"/>
            <ac:spMk id="53" creationId="{1A9D3021-0E29-D1DA-5BF9-DDCFB27339EF}"/>
          </ac:spMkLst>
        </pc:spChg>
        <pc:spChg chg="add mod">
          <ac:chgData name="Hironari Yamada" userId="e57621f8-ec3c-449e-bb19-001fffcc008e" providerId="ADAL" clId="{BC0BD879-F267-5CCA-8DEA-E3B2DD07DA4E}" dt="2026-06-01T04:38:17.891" v="1600" actId="207"/>
          <ac:spMkLst>
            <pc:docMk/>
            <pc:sldMk cId="1897635154" sldId="308"/>
            <ac:spMk id="58" creationId="{4D6FACCC-DD40-A0B7-FEE9-1597A7143239}"/>
          </ac:spMkLst>
        </pc:spChg>
        <pc:spChg chg="add mod">
          <ac:chgData name="Hironari Yamada" userId="e57621f8-ec3c-449e-bb19-001fffcc008e" providerId="ADAL" clId="{BC0BD879-F267-5CCA-8DEA-E3B2DD07DA4E}" dt="2026-06-01T04:38:17.891" v="1600" actId="207"/>
          <ac:spMkLst>
            <pc:docMk/>
            <pc:sldMk cId="1897635154" sldId="308"/>
            <ac:spMk id="60" creationId="{7E276187-1BB7-2E6C-7B7E-ECDFA85FD40F}"/>
          </ac:spMkLst>
        </pc:spChg>
        <pc:spChg chg="add mod">
          <ac:chgData name="Hironari Yamada" userId="e57621f8-ec3c-449e-bb19-001fffcc008e" providerId="ADAL" clId="{BC0BD879-F267-5CCA-8DEA-E3B2DD07DA4E}" dt="2026-06-01T04:38:53.512" v="1606" actId="692"/>
          <ac:spMkLst>
            <pc:docMk/>
            <pc:sldMk cId="1897635154" sldId="308"/>
            <ac:spMk id="62" creationId="{CE209186-44B7-6FCF-39CC-BEFA185DDF25}"/>
          </ac:spMkLst>
        </pc:spChg>
        <pc:spChg chg="mod">
          <ac:chgData name="Hironari Yamada" userId="e57621f8-ec3c-449e-bb19-001fffcc008e" providerId="ADAL" clId="{BC0BD879-F267-5CCA-8DEA-E3B2DD07DA4E}" dt="2026-06-01T04:38:53.512" v="1606" actId="692"/>
          <ac:spMkLst>
            <pc:docMk/>
            <pc:sldMk cId="1897635154" sldId="308"/>
            <ac:spMk id="63" creationId="{2A865B1A-17D9-2DDB-BADE-17CEF5F1130E}"/>
          </ac:spMkLst>
        </pc:spChg>
        <pc:spChg chg="mod">
          <ac:chgData name="Hironari Yamada" userId="e57621f8-ec3c-449e-bb19-001fffcc008e" providerId="ADAL" clId="{BC0BD879-F267-5CCA-8DEA-E3B2DD07DA4E}" dt="2026-06-01T04:38:53.512" v="1606" actId="692"/>
          <ac:spMkLst>
            <pc:docMk/>
            <pc:sldMk cId="1897635154" sldId="308"/>
            <ac:spMk id="64" creationId="{2304C9AD-2FF4-CCCF-9D20-C63CF7B5082E}"/>
          </ac:spMkLst>
        </pc:spChg>
        <pc:spChg chg="add mod">
          <ac:chgData name="Hironari Yamada" userId="e57621f8-ec3c-449e-bb19-001fffcc008e" providerId="ADAL" clId="{BC0BD879-F267-5CCA-8DEA-E3B2DD07DA4E}" dt="2026-06-01T04:38:17.891" v="1600" actId="207"/>
          <ac:spMkLst>
            <pc:docMk/>
            <pc:sldMk cId="1897635154" sldId="308"/>
            <ac:spMk id="65" creationId="{F6DF3D58-4786-B321-E6D9-955779A007FC}"/>
          </ac:spMkLst>
        </pc:spChg>
      </pc:sldChg>
      <pc:sldChg chg="addSp delSp modSp add mod">
        <pc:chgData name="Hironari Yamada" userId="e57621f8-ec3c-449e-bb19-001fffcc008e" providerId="ADAL" clId="{BC0BD879-F267-5CCA-8DEA-E3B2DD07DA4E}" dt="2026-06-01T04:40:24.723" v="1623" actId="207"/>
        <pc:sldMkLst>
          <pc:docMk/>
          <pc:sldMk cId="619082454" sldId="309"/>
        </pc:sldMkLst>
        <pc:spChg chg="add mod">
          <ac:chgData name="Hironari Yamada" userId="e57621f8-ec3c-449e-bb19-001fffcc008e" providerId="ADAL" clId="{BC0BD879-F267-5CCA-8DEA-E3B2DD07DA4E}" dt="2026-06-01T04:40:09.992" v="1620" actId="207"/>
          <ac:spMkLst>
            <pc:docMk/>
            <pc:sldMk cId="619082454" sldId="309"/>
            <ac:spMk id="7" creationId="{51646B30-29B5-04CE-7D85-6A90926DE9AB}"/>
          </ac:spMkLst>
        </pc:spChg>
        <pc:spChg chg="add mod">
          <ac:chgData name="Hironari Yamada" userId="e57621f8-ec3c-449e-bb19-001fffcc008e" providerId="ADAL" clId="{BC0BD879-F267-5CCA-8DEA-E3B2DD07DA4E}" dt="2026-06-01T04:40:09.992" v="1620" actId="207"/>
          <ac:spMkLst>
            <pc:docMk/>
            <pc:sldMk cId="619082454" sldId="309"/>
            <ac:spMk id="12" creationId="{A108B367-8094-BF56-89FA-84F5ECAE3F15}"/>
          </ac:spMkLst>
        </pc:spChg>
        <pc:spChg chg="add mod">
          <ac:chgData name="Hironari Yamada" userId="e57621f8-ec3c-449e-bb19-001fffcc008e" providerId="ADAL" clId="{BC0BD879-F267-5CCA-8DEA-E3B2DD07DA4E}" dt="2026-06-01T04:40:09.992" v="1620" actId="207"/>
          <ac:spMkLst>
            <pc:docMk/>
            <pc:sldMk cId="619082454" sldId="309"/>
            <ac:spMk id="16" creationId="{6712EFD7-DFAB-516C-74FB-13CE509AA0BF}"/>
          </ac:spMkLst>
        </pc:spChg>
        <pc:spChg chg="add mod">
          <ac:chgData name="Hironari Yamada" userId="e57621f8-ec3c-449e-bb19-001fffcc008e" providerId="ADAL" clId="{BC0BD879-F267-5CCA-8DEA-E3B2DD07DA4E}" dt="2026-06-01T04:40:09.992" v="1620" actId="207"/>
          <ac:spMkLst>
            <pc:docMk/>
            <pc:sldMk cId="619082454" sldId="309"/>
            <ac:spMk id="24" creationId="{8697F842-2CC9-F615-07A5-10C81AB650BB}"/>
          </ac:spMkLst>
        </pc:spChg>
        <pc:spChg chg="add mod">
          <ac:chgData name="Hironari Yamada" userId="e57621f8-ec3c-449e-bb19-001fffcc008e" providerId="ADAL" clId="{BC0BD879-F267-5CCA-8DEA-E3B2DD07DA4E}" dt="2026-06-01T04:40:09.992" v="1620" actId="207"/>
          <ac:spMkLst>
            <pc:docMk/>
            <pc:sldMk cId="619082454" sldId="309"/>
            <ac:spMk id="26" creationId="{6C9EE56F-63FA-CD89-E211-C1ADEC47F3DC}"/>
          </ac:spMkLst>
        </pc:spChg>
        <pc:spChg chg="add mod">
          <ac:chgData name="Hironari Yamada" userId="e57621f8-ec3c-449e-bb19-001fffcc008e" providerId="ADAL" clId="{BC0BD879-F267-5CCA-8DEA-E3B2DD07DA4E}" dt="2026-06-01T04:40:09.992" v="1620" actId="207"/>
          <ac:spMkLst>
            <pc:docMk/>
            <pc:sldMk cId="619082454" sldId="309"/>
            <ac:spMk id="27" creationId="{C6DF016C-35D0-B837-0A4A-8127CB4DC4DD}"/>
          </ac:spMkLst>
        </pc:spChg>
        <pc:spChg chg="add mod">
          <ac:chgData name="Hironari Yamada" userId="e57621f8-ec3c-449e-bb19-001fffcc008e" providerId="ADAL" clId="{BC0BD879-F267-5CCA-8DEA-E3B2DD07DA4E}" dt="2026-06-01T04:40:09.992" v="1620" actId="207"/>
          <ac:spMkLst>
            <pc:docMk/>
            <pc:sldMk cId="619082454" sldId="309"/>
            <ac:spMk id="28" creationId="{F9C19074-F266-04C8-0FDB-ABB8DE54AC9F}"/>
          </ac:spMkLst>
        </pc:spChg>
        <pc:spChg chg="add mod">
          <ac:chgData name="Hironari Yamada" userId="e57621f8-ec3c-449e-bb19-001fffcc008e" providerId="ADAL" clId="{BC0BD879-F267-5CCA-8DEA-E3B2DD07DA4E}" dt="2026-06-01T04:40:09.992" v="1620" actId="207"/>
          <ac:spMkLst>
            <pc:docMk/>
            <pc:sldMk cId="619082454" sldId="309"/>
            <ac:spMk id="29" creationId="{D3C2EC3A-AA1C-8E49-F006-990DBEE98969}"/>
          </ac:spMkLst>
        </pc:spChg>
        <pc:spChg chg="add mod">
          <ac:chgData name="Hironari Yamada" userId="e57621f8-ec3c-449e-bb19-001fffcc008e" providerId="ADAL" clId="{BC0BD879-F267-5CCA-8DEA-E3B2DD07DA4E}" dt="2026-06-01T04:40:09.992" v="1620" actId="207"/>
          <ac:spMkLst>
            <pc:docMk/>
            <pc:sldMk cId="619082454" sldId="309"/>
            <ac:spMk id="32" creationId="{4D32DE11-1697-9227-51D6-0A21703F43F0}"/>
          </ac:spMkLst>
        </pc:spChg>
        <pc:spChg chg="del">
          <ac:chgData name="Hironari Yamada" userId="e57621f8-ec3c-449e-bb19-001fffcc008e" providerId="ADAL" clId="{BC0BD879-F267-5CCA-8DEA-E3B2DD07DA4E}" dt="2026-06-01T04:40:01.265" v="1618" actId="478"/>
          <ac:spMkLst>
            <pc:docMk/>
            <pc:sldMk cId="619082454" sldId="309"/>
            <ac:spMk id="33" creationId="{EB01871C-953D-8C3A-5DBF-35BE80A952BE}"/>
          </ac:spMkLst>
        </pc:spChg>
        <pc:spChg chg="del">
          <ac:chgData name="Hironari Yamada" userId="e57621f8-ec3c-449e-bb19-001fffcc008e" providerId="ADAL" clId="{BC0BD879-F267-5CCA-8DEA-E3B2DD07DA4E}" dt="2026-06-01T04:39:58.685" v="1617" actId="478"/>
          <ac:spMkLst>
            <pc:docMk/>
            <pc:sldMk cId="619082454" sldId="309"/>
            <ac:spMk id="34" creationId="{C256D636-090E-8FC3-60B0-50AD6A578815}"/>
          </ac:spMkLst>
        </pc:spChg>
        <pc:spChg chg="del">
          <ac:chgData name="Hironari Yamada" userId="e57621f8-ec3c-449e-bb19-001fffcc008e" providerId="ADAL" clId="{BC0BD879-F267-5CCA-8DEA-E3B2DD07DA4E}" dt="2026-06-01T04:39:58.685" v="1617" actId="478"/>
          <ac:spMkLst>
            <pc:docMk/>
            <pc:sldMk cId="619082454" sldId="309"/>
            <ac:spMk id="35" creationId="{2B1406A5-730F-4DC5-EE2F-07FE0E85B45B}"/>
          </ac:spMkLst>
        </pc:spChg>
        <pc:spChg chg="del">
          <ac:chgData name="Hironari Yamada" userId="e57621f8-ec3c-449e-bb19-001fffcc008e" providerId="ADAL" clId="{BC0BD879-F267-5CCA-8DEA-E3B2DD07DA4E}" dt="2026-06-01T04:39:58.685" v="1617" actId="478"/>
          <ac:spMkLst>
            <pc:docMk/>
            <pc:sldMk cId="619082454" sldId="309"/>
            <ac:spMk id="36" creationId="{7BC0A855-2C3B-7413-E2E5-18783F78ED8B}"/>
          </ac:spMkLst>
        </pc:spChg>
        <pc:spChg chg="del">
          <ac:chgData name="Hironari Yamada" userId="e57621f8-ec3c-449e-bb19-001fffcc008e" providerId="ADAL" clId="{BC0BD879-F267-5CCA-8DEA-E3B2DD07DA4E}" dt="2026-06-01T04:39:58.685" v="1617" actId="478"/>
          <ac:spMkLst>
            <pc:docMk/>
            <pc:sldMk cId="619082454" sldId="309"/>
            <ac:spMk id="37" creationId="{CC5E3F7B-06F6-16F6-5363-C45B031BBACC}"/>
          </ac:spMkLst>
        </pc:spChg>
        <pc:spChg chg="del">
          <ac:chgData name="Hironari Yamada" userId="e57621f8-ec3c-449e-bb19-001fffcc008e" providerId="ADAL" clId="{BC0BD879-F267-5CCA-8DEA-E3B2DD07DA4E}" dt="2026-06-01T04:39:58.685" v="1617" actId="478"/>
          <ac:spMkLst>
            <pc:docMk/>
            <pc:sldMk cId="619082454" sldId="309"/>
            <ac:spMk id="38" creationId="{5DE7CAD1-0ABB-7D27-FDAA-3C6363AB070A}"/>
          </ac:spMkLst>
        </pc:spChg>
        <pc:spChg chg="del">
          <ac:chgData name="Hironari Yamada" userId="e57621f8-ec3c-449e-bb19-001fffcc008e" providerId="ADAL" clId="{BC0BD879-F267-5CCA-8DEA-E3B2DD07DA4E}" dt="2026-06-01T04:39:58.685" v="1617" actId="478"/>
          <ac:spMkLst>
            <pc:docMk/>
            <pc:sldMk cId="619082454" sldId="309"/>
            <ac:spMk id="39" creationId="{71EB8BDE-0233-C7AD-9D13-A4CB45FC573B}"/>
          </ac:spMkLst>
        </pc:spChg>
        <pc:spChg chg="del">
          <ac:chgData name="Hironari Yamada" userId="e57621f8-ec3c-449e-bb19-001fffcc008e" providerId="ADAL" clId="{BC0BD879-F267-5CCA-8DEA-E3B2DD07DA4E}" dt="2026-06-01T04:39:58.685" v="1617" actId="478"/>
          <ac:spMkLst>
            <pc:docMk/>
            <pc:sldMk cId="619082454" sldId="309"/>
            <ac:spMk id="40" creationId="{507A4A56-8058-CDD5-6513-8FB6DD2CC217}"/>
          </ac:spMkLst>
        </pc:spChg>
        <pc:spChg chg="del">
          <ac:chgData name="Hironari Yamada" userId="e57621f8-ec3c-449e-bb19-001fffcc008e" providerId="ADAL" clId="{BC0BD879-F267-5CCA-8DEA-E3B2DD07DA4E}" dt="2026-06-01T04:39:58.685" v="1617" actId="478"/>
          <ac:spMkLst>
            <pc:docMk/>
            <pc:sldMk cId="619082454" sldId="309"/>
            <ac:spMk id="41" creationId="{5E08CC5B-43E5-CE40-30BD-B09CEE2D96AB}"/>
          </ac:spMkLst>
        </pc:spChg>
        <pc:spChg chg="del">
          <ac:chgData name="Hironari Yamada" userId="e57621f8-ec3c-449e-bb19-001fffcc008e" providerId="ADAL" clId="{BC0BD879-F267-5CCA-8DEA-E3B2DD07DA4E}" dt="2026-06-01T04:39:58.685" v="1617" actId="478"/>
          <ac:spMkLst>
            <pc:docMk/>
            <pc:sldMk cId="619082454" sldId="309"/>
            <ac:spMk id="43" creationId="{87DA5FB9-9A6C-B3E0-8B6F-B4A65603AA13}"/>
          </ac:spMkLst>
        </pc:spChg>
        <pc:spChg chg="del">
          <ac:chgData name="Hironari Yamada" userId="e57621f8-ec3c-449e-bb19-001fffcc008e" providerId="ADAL" clId="{BC0BD879-F267-5CCA-8DEA-E3B2DD07DA4E}" dt="2026-06-01T04:39:58.685" v="1617" actId="478"/>
          <ac:spMkLst>
            <pc:docMk/>
            <pc:sldMk cId="619082454" sldId="309"/>
            <ac:spMk id="44" creationId="{F5B21F20-C108-99C2-14B8-42785E49717D}"/>
          </ac:spMkLst>
        </pc:spChg>
        <pc:spChg chg="add mod">
          <ac:chgData name="Hironari Yamada" userId="e57621f8-ec3c-449e-bb19-001fffcc008e" providerId="ADAL" clId="{BC0BD879-F267-5CCA-8DEA-E3B2DD07DA4E}" dt="2026-06-01T04:40:09.992" v="1620" actId="207"/>
          <ac:spMkLst>
            <pc:docMk/>
            <pc:sldMk cId="619082454" sldId="309"/>
            <ac:spMk id="50" creationId="{B96DE4B7-77C0-2B02-63C0-4C2CD101F968}"/>
          </ac:spMkLst>
        </pc:spChg>
        <pc:spChg chg="add mod">
          <ac:chgData name="Hironari Yamada" userId="e57621f8-ec3c-449e-bb19-001fffcc008e" providerId="ADAL" clId="{BC0BD879-F267-5CCA-8DEA-E3B2DD07DA4E}" dt="2026-06-01T04:40:16.787" v="1621"/>
          <ac:spMkLst>
            <pc:docMk/>
            <pc:sldMk cId="619082454" sldId="309"/>
            <ac:spMk id="53" creationId="{3AFA60F4-4479-77D7-F71E-8BA835DA8FAF}"/>
          </ac:spMkLst>
        </pc:spChg>
        <pc:spChg chg="mod">
          <ac:chgData name="Hironari Yamada" userId="e57621f8-ec3c-449e-bb19-001fffcc008e" providerId="ADAL" clId="{BC0BD879-F267-5CCA-8DEA-E3B2DD07DA4E}" dt="2026-06-01T04:40:24.723" v="1623" actId="207"/>
          <ac:spMkLst>
            <pc:docMk/>
            <pc:sldMk cId="619082454" sldId="309"/>
            <ac:spMk id="56" creationId="{16C218C1-8C0F-C083-4101-ACDCBE2040F7}"/>
          </ac:spMkLst>
        </pc:spChg>
        <pc:spChg chg="add mod">
          <ac:chgData name="Hironari Yamada" userId="e57621f8-ec3c-449e-bb19-001fffcc008e" providerId="ADAL" clId="{BC0BD879-F267-5CCA-8DEA-E3B2DD07DA4E}" dt="2026-06-01T04:40:24.723" v="1623" actId="207"/>
          <ac:spMkLst>
            <pc:docMk/>
            <pc:sldMk cId="619082454" sldId="309"/>
            <ac:spMk id="60" creationId="{2466CD80-3912-F213-410D-6E080CD6C7C8}"/>
          </ac:spMkLst>
        </pc:spChg>
        <pc:spChg chg="add mod">
          <ac:chgData name="Hironari Yamada" userId="e57621f8-ec3c-449e-bb19-001fffcc008e" providerId="ADAL" clId="{BC0BD879-F267-5CCA-8DEA-E3B2DD07DA4E}" dt="2026-06-01T04:40:24.723" v="1623" actId="207"/>
          <ac:spMkLst>
            <pc:docMk/>
            <pc:sldMk cId="619082454" sldId="309"/>
            <ac:spMk id="61" creationId="{276C4FCE-51D9-8D41-03BB-AF84EAD4279C}"/>
          </ac:spMkLst>
        </pc:spChg>
        <pc:spChg chg="add mod">
          <ac:chgData name="Hironari Yamada" userId="e57621f8-ec3c-449e-bb19-001fffcc008e" providerId="ADAL" clId="{BC0BD879-F267-5CCA-8DEA-E3B2DD07DA4E}" dt="2026-06-01T04:40:24.723" v="1623" actId="207"/>
          <ac:spMkLst>
            <pc:docMk/>
            <pc:sldMk cId="619082454" sldId="309"/>
            <ac:spMk id="63" creationId="{5CEDDA26-59AE-8713-0273-EE33892B86BF}"/>
          </ac:spMkLst>
        </pc:spChg>
        <pc:spChg chg="add mod">
          <ac:chgData name="Hironari Yamada" userId="e57621f8-ec3c-449e-bb19-001fffcc008e" providerId="ADAL" clId="{BC0BD879-F267-5CCA-8DEA-E3B2DD07DA4E}" dt="2026-06-01T04:40:24.723" v="1623" actId="207"/>
          <ac:spMkLst>
            <pc:docMk/>
            <pc:sldMk cId="619082454" sldId="309"/>
            <ac:spMk id="64" creationId="{E69A0C99-B28E-6AEE-6F1A-E14D0AB1367F}"/>
          </ac:spMkLst>
        </pc:spChg>
        <pc:spChg chg="mod">
          <ac:chgData name="Hironari Yamada" userId="e57621f8-ec3c-449e-bb19-001fffcc008e" providerId="ADAL" clId="{BC0BD879-F267-5CCA-8DEA-E3B2DD07DA4E}" dt="2026-06-01T04:40:24.723" v="1623" actId="207"/>
          <ac:spMkLst>
            <pc:docMk/>
            <pc:sldMk cId="619082454" sldId="309"/>
            <ac:spMk id="66" creationId="{61625906-112E-0AB3-FB40-08CBD14A0AC6}"/>
          </ac:spMkLst>
        </pc:spChg>
        <pc:spChg chg="add mod">
          <ac:chgData name="Hironari Yamada" userId="e57621f8-ec3c-449e-bb19-001fffcc008e" providerId="ADAL" clId="{BC0BD879-F267-5CCA-8DEA-E3B2DD07DA4E}" dt="2026-06-01T04:40:16.787" v="1621"/>
          <ac:spMkLst>
            <pc:docMk/>
            <pc:sldMk cId="619082454" sldId="309"/>
            <ac:spMk id="69" creationId="{6C5CF83B-4984-70AE-6675-D91920B28A85}"/>
          </ac:spMkLst>
        </pc:spChg>
        <pc:spChg chg="add mod">
          <ac:chgData name="Hironari Yamada" userId="e57621f8-ec3c-449e-bb19-001fffcc008e" providerId="ADAL" clId="{BC0BD879-F267-5CCA-8DEA-E3B2DD07DA4E}" dt="2026-06-01T04:40:24.723" v="1623" actId="207"/>
          <ac:spMkLst>
            <pc:docMk/>
            <pc:sldMk cId="619082454" sldId="309"/>
            <ac:spMk id="70" creationId="{063D43F8-00DE-E194-9E51-E62D3394556A}"/>
          </ac:spMkLst>
        </pc:spChg>
        <pc:spChg chg="add mod">
          <ac:chgData name="Hironari Yamada" userId="e57621f8-ec3c-449e-bb19-001fffcc008e" providerId="ADAL" clId="{BC0BD879-F267-5CCA-8DEA-E3B2DD07DA4E}" dt="2026-06-01T04:40:16.787" v="1621"/>
          <ac:spMkLst>
            <pc:docMk/>
            <pc:sldMk cId="619082454" sldId="309"/>
            <ac:spMk id="71" creationId="{32169355-B8E9-3A16-12B1-4228E386C188}"/>
          </ac:spMkLst>
        </pc:spChg>
        <pc:spChg chg="add mod">
          <ac:chgData name="Hironari Yamada" userId="e57621f8-ec3c-449e-bb19-001fffcc008e" providerId="ADAL" clId="{BC0BD879-F267-5CCA-8DEA-E3B2DD07DA4E}" dt="2026-06-01T04:40:24.723" v="1623" actId="207"/>
          <ac:spMkLst>
            <pc:docMk/>
            <pc:sldMk cId="619082454" sldId="309"/>
            <ac:spMk id="78" creationId="{D96EF105-ED59-8175-3AF4-CED8071074F6}"/>
          </ac:spMkLst>
        </pc:spChg>
        <pc:spChg chg="mod">
          <ac:chgData name="Hironari Yamada" userId="e57621f8-ec3c-449e-bb19-001fffcc008e" providerId="ADAL" clId="{BC0BD879-F267-5CCA-8DEA-E3B2DD07DA4E}" dt="2026-06-01T04:40:24.723" v="1623" actId="207"/>
          <ac:spMkLst>
            <pc:docMk/>
            <pc:sldMk cId="619082454" sldId="309"/>
            <ac:spMk id="79" creationId="{C32491D9-B396-F05E-BC8D-143BB59981D3}"/>
          </ac:spMkLst>
        </pc:spChg>
        <pc:spChg chg="add mod">
          <ac:chgData name="Hironari Yamada" userId="e57621f8-ec3c-449e-bb19-001fffcc008e" providerId="ADAL" clId="{BC0BD879-F267-5CCA-8DEA-E3B2DD07DA4E}" dt="2026-06-01T04:40:24.723" v="1623" actId="207"/>
          <ac:spMkLst>
            <pc:docMk/>
            <pc:sldMk cId="619082454" sldId="309"/>
            <ac:spMk id="81" creationId="{59E78E2B-3107-9F67-B3EA-C09E27D7E94A}"/>
          </ac:spMkLst>
        </pc:spChg>
        <pc:spChg chg="add mod">
          <ac:chgData name="Hironari Yamada" userId="e57621f8-ec3c-449e-bb19-001fffcc008e" providerId="ADAL" clId="{BC0BD879-F267-5CCA-8DEA-E3B2DD07DA4E}" dt="2026-06-01T04:40:20.451" v="1622"/>
          <ac:spMkLst>
            <pc:docMk/>
            <pc:sldMk cId="619082454" sldId="309"/>
            <ac:spMk id="82" creationId="{4712515A-6632-7995-428A-A0CD89C7F0C2}"/>
          </ac:spMkLst>
        </pc:spChg>
      </pc:sldChg>
      <pc:sldChg chg="addSp delSp modSp add mod">
        <pc:chgData name="Hironari Yamada" userId="e57621f8-ec3c-449e-bb19-001fffcc008e" providerId="ADAL" clId="{BC0BD879-F267-5CCA-8DEA-E3B2DD07DA4E}" dt="2026-06-01T04:42:29.156" v="1677" actId="1076"/>
        <pc:sldMkLst>
          <pc:docMk/>
          <pc:sldMk cId="3586272385" sldId="310"/>
        </pc:sldMkLst>
        <pc:spChg chg="add mod">
          <ac:chgData name="Hironari Yamada" userId="e57621f8-ec3c-449e-bb19-001fffcc008e" providerId="ADAL" clId="{BC0BD879-F267-5CCA-8DEA-E3B2DD07DA4E}" dt="2026-06-01T04:42:29.156" v="1677" actId="1076"/>
          <ac:spMkLst>
            <pc:docMk/>
            <pc:sldMk cId="3586272385" sldId="310"/>
            <ac:spMk id="3" creationId="{B519CEE6-8908-B575-30A9-DE1D722F2434}"/>
          </ac:spMkLst>
        </pc:spChg>
        <pc:spChg chg="add mod">
          <ac:chgData name="Hironari Yamada" userId="e57621f8-ec3c-449e-bb19-001fffcc008e" providerId="ADAL" clId="{BC0BD879-F267-5CCA-8DEA-E3B2DD07DA4E}" dt="2026-06-01T04:42:29.156" v="1677" actId="1076"/>
          <ac:spMkLst>
            <pc:docMk/>
            <pc:sldMk cId="3586272385" sldId="310"/>
            <ac:spMk id="6" creationId="{97FCD701-CC28-1BF9-02C0-E931BC0C3A3B}"/>
          </ac:spMkLst>
        </pc:spChg>
        <pc:spChg chg="add mod">
          <ac:chgData name="Hironari Yamada" userId="e57621f8-ec3c-449e-bb19-001fffcc008e" providerId="ADAL" clId="{BC0BD879-F267-5CCA-8DEA-E3B2DD07DA4E}" dt="2026-06-01T04:42:29.156" v="1677" actId="1076"/>
          <ac:spMkLst>
            <pc:docMk/>
            <pc:sldMk cId="3586272385" sldId="310"/>
            <ac:spMk id="13" creationId="{FCD650A7-3855-1B2A-A2FD-6A816953FC75}"/>
          </ac:spMkLst>
        </pc:spChg>
        <pc:spChg chg="mod">
          <ac:chgData name="Hironari Yamada" userId="e57621f8-ec3c-449e-bb19-001fffcc008e" providerId="ADAL" clId="{BC0BD879-F267-5CCA-8DEA-E3B2DD07DA4E}" dt="2026-06-01T04:42:10.012" v="1672" actId="20577"/>
          <ac:spMkLst>
            <pc:docMk/>
            <pc:sldMk cId="3586272385" sldId="310"/>
            <ac:spMk id="15" creationId="{ACB9A2DA-9B78-E595-9734-BFA21D2F2789}"/>
          </ac:spMkLst>
        </pc:spChg>
        <pc:spChg chg="add mod">
          <ac:chgData name="Hironari Yamada" userId="e57621f8-ec3c-449e-bb19-001fffcc008e" providerId="ADAL" clId="{BC0BD879-F267-5CCA-8DEA-E3B2DD07DA4E}" dt="2026-06-01T04:42:29.156" v="1677" actId="1076"/>
          <ac:spMkLst>
            <pc:docMk/>
            <pc:sldMk cId="3586272385" sldId="310"/>
            <ac:spMk id="17" creationId="{4476E041-F9EE-C3E3-3C19-17825DEDE276}"/>
          </ac:spMkLst>
        </pc:spChg>
        <pc:spChg chg="add mod">
          <ac:chgData name="Hironari Yamada" userId="e57621f8-ec3c-449e-bb19-001fffcc008e" providerId="ADAL" clId="{BC0BD879-F267-5CCA-8DEA-E3B2DD07DA4E}" dt="2026-06-01T04:42:29.156" v="1677" actId="1076"/>
          <ac:spMkLst>
            <pc:docMk/>
            <pc:sldMk cId="3586272385" sldId="310"/>
            <ac:spMk id="21" creationId="{CBEEF1C9-5FCF-A073-BDF4-72DF2F7516EE}"/>
          </ac:spMkLst>
        </pc:spChg>
        <pc:spChg chg="add mod">
          <ac:chgData name="Hironari Yamada" userId="e57621f8-ec3c-449e-bb19-001fffcc008e" providerId="ADAL" clId="{BC0BD879-F267-5CCA-8DEA-E3B2DD07DA4E}" dt="2026-06-01T04:42:29.156" v="1677" actId="1076"/>
          <ac:spMkLst>
            <pc:docMk/>
            <pc:sldMk cId="3586272385" sldId="310"/>
            <ac:spMk id="23" creationId="{DAE1C32D-D32A-BBB1-FE22-6ED6A4C19552}"/>
          </ac:spMkLst>
        </pc:spChg>
        <pc:spChg chg="add mod">
          <ac:chgData name="Hironari Yamada" userId="e57621f8-ec3c-449e-bb19-001fffcc008e" providerId="ADAL" clId="{BC0BD879-F267-5CCA-8DEA-E3B2DD07DA4E}" dt="2026-06-01T04:42:29.156" v="1677" actId="1076"/>
          <ac:spMkLst>
            <pc:docMk/>
            <pc:sldMk cId="3586272385" sldId="310"/>
            <ac:spMk id="27" creationId="{8613F575-7DEA-4F96-5DB4-20830C33A7C5}"/>
          </ac:spMkLst>
        </pc:spChg>
        <pc:spChg chg="add mod">
          <ac:chgData name="Hironari Yamada" userId="e57621f8-ec3c-449e-bb19-001fffcc008e" providerId="ADAL" clId="{BC0BD879-F267-5CCA-8DEA-E3B2DD07DA4E}" dt="2026-06-01T04:42:29.156" v="1677" actId="1076"/>
          <ac:spMkLst>
            <pc:docMk/>
            <pc:sldMk cId="3586272385" sldId="310"/>
            <ac:spMk id="34" creationId="{527715E3-A3CE-F3A9-B73B-9B11B793D53A}"/>
          </ac:spMkLst>
        </pc:spChg>
        <pc:spChg chg="add mod">
          <ac:chgData name="Hironari Yamada" userId="e57621f8-ec3c-449e-bb19-001fffcc008e" providerId="ADAL" clId="{BC0BD879-F267-5CCA-8DEA-E3B2DD07DA4E}" dt="2026-06-01T04:42:29.156" v="1677" actId="1076"/>
          <ac:spMkLst>
            <pc:docMk/>
            <pc:sldMk cId="3586272385" sldId="310"/>
            <ac:spMk id="36" creationId="{261B8D24-1FB0-4417-0B7F-0EF00770413B}"/>
          </ac:spMkLst>
        </pc:spChg>
        <pc:spChg chg="add mod">
          <ac:chgData name="Hironari Yamada" userId="e57621f8-ec3c-449e-bb19-001fffcc008e" providerId="ADAL" clId="{BC0BD879-F267-5CCA-8DEA-E3B2DD07DA4E}" dt="2026-06-01T04:42:29.156" v="1677" actId="1076"/>
          <ac:spMkLst>
            <pc:docMk/>
            <pc:sldMk cId="3586272385" sldId="310"/>
            <ac:spMk id="40" creationId="{1E9C9D79-9EF3-9D8C-9221-8A6F798D1EB1}"/>
          </ac:spMkLst>
        </pc:spChg>
        <pc:spChg chg="del">
          <ac:chgData name="Hironari Yamada" userId="e57621f8-ec3c-449e-bb19-001fffcc008e" providerId="ADAL" clId="{BC0BD879-F267-5CCA-8DEA-E3B2DD07DA4E}" dt="2026-06-01T04:42:14.195" v="1673" actId="478"/>
          <ac:spMkLst>
            <pc:docMk/>
            <pc:sldMk cId="3586272385" sldId="310"/>
            <ac:spMk id="56" creationId="{9A2FE3BD-F8F5-C9F5-A14F-F72A1F92646B}"/>
          </ac:spMkLst>
        </pc:spChg>
        <pc:spChg chg="del">
          <ac:chgData name="Hironari Yamada" userId="e57621f8-ec3c-449e-bb19-001fffcc008e" providerId="ADAL" clId="{BC0BD879-F267-5CCA-8DEA-E3B2DD07DA4E}" dt="2026-06-01T04:42:14.195" v="1673" actId="478"/>
          <ac:spMkLst>
            <pc:docMk/>
            <pc:sldMk cId="3586272385" sldId="310"/>
            <ac:spMk id="61" creationId="{09F54550-B470-3AB2-9923-9BA915B08115}"/>
          </ac:spMkLst>
        </pc:spChg>
        <pc:spChg chg="del">
          <ac:chgData name="Hironari Yamada" userId="e57621f8-ec3c-449e-bb19-001fffcc008e" providerId="ADAL" clId="{BC0BD879-F267-5CCA-8DEA-E3B2DD07DA4E}" dt="2026-06-01T04:42:14.195" v="1673" actId="478"/>
          <ac:spMkLst>
            <pc:docMk/>
            <pc:sldMk cId="3586272385" sldId="310"/>
            <ac:spMk id="63" creationId="{8E8F3176-DFA8-1267-3467-83354AB911FC}"/>
          </ac:spMkLst>
        </pc:spChg>
        <pc:spChg chg="del">
          <ac:chgData name="Hironari Yamada" userId="e57621f8-ec3c-449e-bb19-001fffcc008e" providerId="ADAL" clId="{BC0BD879-F267-5CCA-8DEA-E3B2DD07DA4E}" dt="2026-06-01T04:42:14.195" v="1673" actId="478"/>
          <ac:spMkLst>
            <pc:docMk/>
            <pc:sldMk cId="3586272385" sldId="310"/>
            <ac:spMk id="66" creationId="{D96D1FBF-7FD3-3051-E391-0E2B2EB1B4D8}"/>
          </ac:spMkLst>
        </pc:spChg>
        <pc:spChg chg="del">
          <ac:chgData name="Hironari Yamada" userId="e57621f8-ec3c-449e-bb19-001fffcc008e" providerId="ADAL" clId="{BC0BD879-F267-5CCA-8DEA-E3B2DD07DA4E}" dt="2026-06-01T04:42:14.195" v="1673" actId="478"/>
          <ac:spMkLst>
            <pc:docMk/>
            <pc:sldMk cId="3586272385" sldId="310"/>
            <ac:spMk id="69" creationId="{5251E300-7CED-F69D-52E3-783FCBDF6727}"/>
          </ac:spMkLst>
        </pc:spChg>
        <pc:spChg chg="del">
          <ac:chgData name="Hironari Yamada" userId="e57621f8-ec3c-449e-bb19-001fffcc008e" providerId="ADAL" clId="{BC0BD879-F267-5CCA-8DEA-E3B2DD07DA4E}" dt="2026-06-01T04:42:14.195" v="1673" actId="478"/>
          <ac:spMkLst>
            <pc:docMk/>
            <pc:sldMk cId="3586272385" sldId="310"/>
            <ac:spMk id="71" creationId="{C7865D69-373C-EE41-D561-7D2545635BAA}"/>
          </ac:spMkLst>
        </pc:spChg>
        <pc:spChg chg="del">
          <ac:chgData name="Hironari Yamada" userId="e57621f8-ec3c-449e-bb19-001fffcc008e" providerId="ADAL" clId="{BC0BD879-F267-5CCA-8DEA-E3B2DD07DA4E}" dt="2026-06-01T04:42:14.195" v="1673" actId="478"/>
          <ac:spMkLst>
            <pc:docMk/>
            <pc:sldMk cId="3586272385" sldId="310"/>
            <ac:spMk id="73" creationId="{03868DD6-A96D-E261-BC01-15FB9A5CC13F}"/>
          </ac:spMkLst>
        </pc:spChg>
        <pc:spChg chg="del">
          <ac:chgData name="Hironari Yamada" userId="e57621f8-ec3c-449e-bb19-001fffcc008e" providerId="ADAL" clId="{BC0BD879-F267-5CCA-8DEA-E3B2DD07DA4E}" dt="2026-06-01T04:42:14.195" v="1673" actId="478"/>
          <ac:spMkLst>
            <pc:docMk/>
            <pc:sldMk cId="3586272385" sldId="310"/>
            <ac:spMk id="75" creationId="{1CD7165E-DB51-8DF0-1073-F99C76228211}"/>
          </ac:spMkLst>
        </pc:spChg>
        <pc:spChg chg="del">
          <ac:chgData name="Hironari Yamada" userId="e57621f8-ec3c-449e-bb19-001fffcc008e" providerId="ADAL" clId="{BC0BD879-F267-5CCA-8DEA-E3B2DD07DA4E}" dt="2026-06-01T04:42:14.195" v="1673" actId="478"/>
          <ac:spMkLst>
            <pc:docMk/>
            <pc:sldMk cId="3586272385" sldId="310"/>
            <ac:spMk id="76" creationId="{CCA88059-0937-F240-5303-BE49BD2FC3BA}"/>
          </ac:spMkLst>
        </pc:spChg>
        <pc:spChg chg="del">
          <ac:chgData name="Hironari Yamada" userId="e57621f8-ec3c-449e-bb19-001fffcc008e" providerId="ADAL" clId="{BC0BD879-F267-5CCA-8DEA-E3B2DD07DA4E}" dt="2026-06-01T04:42:14.195" v="1673" actId="478"/>
          <ac:spMkLst>
            <pc:docMk/>
            <pc:sldMk cId="3586272385" sldId="310"/>
            <ac:spMk id="81" creationId="{D58E6064-328F-2659-B356-988CE982FBFD}"/>
          </ac:spMkLst>
        </pc:spChg>
        <pc:spChg chg="del">
          <ac:chgData name="Hironari Yamada" userId="e57621f8-ec3c-449e-bb19-001fffcc008e" providerId="ADAL" clId="{BC0BD879-F267-5CCA-8DEA-E3B2DD07DA4E}" dt="2026-06-01T04:42:16.831" v="1674" actId="478"/>
          <ac:spMkLst>
            <pc:docMk/>
            <pc:sldMk cId="3586272385" sldId="310"/>
            <ac:spMk id="82" creationId="{67ADC486-3BCF-3089-50BA-F48B1FBB5CB2}"/>
          </ac:spMkLst>
        </pc:spChg>
      </pc:sldChg>
      <pc:sldChg chg="addSp delSp modSp add mod">
        <pc:chgData name="Hironari Yamada" userId="e57621f8-ec3c-449e-bb19-001fffcc008e" providerId="ADAL" clId="{BC0BD879-F267-5CCA-8DEA-E3B2DD07DA4E}" dt="2026-06-01T05:45:36.687" v="4230" actId="478"/>
        <pc:sldMkLst>
          <pc:docMk/>
          <pc:sldMk cId="989975386" sldId="311"/>
        </pc:sldMkLst>
        <pc:spChg chg="del">
          <ac:chgData name="Hironari Yamada" userId="e57621f8-ec3c-449e-bb19-001fffcc008e" providerId="ADAL" clId="{BC0BD879-F267-5CCA-8DEA-E3B2DD07DA4E}" dt="2026-06-01T05:45:36.687" v="4230" actId="478"/>
          <ac:spMkLst>
            <pc:docMk/>
            <pc:sldMk cId="989975386" sldId="311"/>
            <ac:spMk id="3" creationId="{D0661A9D-1D97-E733-6A9D-0DBC7C791549}"/>
          </ac:spMkLst>
        </pc:spChg>
        <pc:spChg chg="mod">
          <ac:chgData name="Hironari Yamada" userId="e57621f8-ec3c-449e-bb19-001fffcc008e" providerId="ADAL" clId="{BC0BD879-F267-5CCA-8DEA-E3B2DD07DA4E}" dt="2026-06-01T05:13:47.412" v="2881" actId="14100"/>
          <ac:spMkLst>
            <pc:docMk/>
            <pc:sldMk cId="989975386" sldId="311"/>
            <ac:spMk id="5" creationId="{BD18DD0F-B123-1D80-9F73-570DD1E8BD97}"/>
          </ac:spMkLst>
        </pc:spChg>
        <pc:spChg chg="add mod">
          <ac:chgData name="Hironari Yamada" userId="e57621f8-ec3c-449e-bb19-001fffcc008e" providerId="ADAL" clId="{BC0BD879-F267-5CCA-8DEA-E3B2DD07DA4E}" dt="2026-06-01T05:23:00.466" v="3460" actId="1076"/>
          <ac:spMkLst>
            <pc:docMk/>
            <pc:sldMk cId="989975386" sldId="311"/>
            <ac:spMk id="6" creationId="{DB60F723-233B-21F3-A81A-B886C16DFB74}"/>
          </ac:spMkLst>
        </pc:spChg>
        <pc:spChg chg="mod">
          <ac:chgData name="Hironari Yamada" userId="e57621f8-ec3c-449e-bb19-001fffcc008e" providerId="ADAL" clId="{BC0BD879-F267-5CCA-8DEA-E3B2DD07DA4E}" dt="2026-06-01T05:23:04.847" v="3461" actId="14100"/>
          <ac:spMkLst>
            <pc:docMk/>
            <pc:sldMk cId="989975386" sldId="311"/>
            <ac:spMk id="7" creationId="{EC9E3CC3-F5EF-85B0-5709-6CC213545C87}"/>
          </ac:spMkLst>
        </pc:spChg>
        <pc:spChg chg="mod">
          <ac:chgData name="Hironari Yamada" userId="e57621f8-ec3c-449e-bb19-001fffcc008e" providerId="ADAL" clId="{BC0BD879-F267-5CCA-8DEA-E3B2DD07DA4E}" dt="2026-06-01T05:23:12.626" v="3463" actId="14100"/>
          <ac:spMkLst>
            <pc:docMk/>
            <pc:sldMk cId="989975386" sldId="311"/>
            <ac:spMk id="9" creationId="{BEC201F1-D844-20C7-A4FB-C1DC9F3839DB}"/>
          </ac:spMkLst>
        </pc:spChg>
        <pc:spChg chg="del">
          <ac:chgData name="Hironari Yamada" userId="e57621f8-ec3c-449e-bb19-001fffcc008e" providerId="ADAL" clId="{BC0BD879-F267-5CCA-8DEA-E3B2DD07DA4E}" dt="2026-06-01T05:45:36.687" v="4230" actId="478"/>
          <ac:spMkLst>
            <pc:docMk/>
            <pc:sldMk cId="989975386" sldId="311"/>
            <ac:spMk id="10" creationId="{9FCC05EF-7017-B3D7-807F-318B3EB079CB}"/>
          </ac:spMkLst>
        </pc:spChg>
        <pc:spChg chg="add mod">
          <ac:chgData name="Hironari Yamada" userId="e57621f8-ec3c-449e-bb19-001fffcc008e" providerId="ADAL" clId="{BC0BD879-F267-5CCA-8DEA-E3B2DD07DA4E}" dt="2026-06-01T05:23:00.466" v="3460" actId="1076"/>
          <ac:spMkLst>
            <pc:docMk/>
            <pc:sldMk cId="989975386" sldId="311"/>
            <ac:spMk id="12" creationId="{20C9F0FD-0DB8-1712-E446-57A2E56A65FE}"/>
          </ac:spMkLst>
        </pc:spChg>
        <pc:spChg chg="add mod">
          <ac:chgData name="Hironari Yamada" userId="e57621f8-ec3c-449e-bb19-001fffcc008e" providerId="ADAL" clId="{BC0BD879-F267-5CCA-8DEA-E3B2DD07DA4E}" dt="2026-06-01T05:23:00.466" v="3460" actId="1076"/>
          <ac:spMkLst>
            <pc:docMk/>
            <pc:sldMk cId="989975386" sldId="311"/>
            <ac:spMk id="13" creationId="{4F755CE0-B07E-8A75-D71C-A008EAC1C4E2}"/>
          </ac:spMkLst>
        </pc:spChg>
        <pc:spChg chg="del">
          <ac:chgData name="Hironari Yamada" userId="e57621f8-ec3c-449e-bb19-001fffcc008e" providerId="ADAL" clId="{BC0BD879-F267-5CCA-8DEA-E3B2DD07DA4E}" dt="2026-06-01T05:09:47.885" v="2828" actId="478"/>
          <ac:spMkLst>
            <pc:docMk/>
            <pc:sldMk cId="989975386" sldId="311"/>
            <ac:spMk id="15" creationId="{CEDE3DDF-DCE0-AB89-2D67-491E2AE4D51B}"/>
          </ac:spMkLst>
        </pc:spChg>
        <pc:spChg chg="del">
          <ac:chgData name="Hironari Yamada" userId="e57621f8-ec3c-449e-bb19-001fffcc008e" providerId="ADAL" clId="{BC0BD879-F267-5CCA-8DEA-E3B2DD07DA4E}" dt="2026-06-01T05:09:47.885" v="2828" actId="478"/>
          <ac:spMkLst>
            <pc:docMk/>
            <pc:sldMk cId="989975386" sldId="311"/>
            <ac:spMk id="16" creationId="{DBBF4AFF-214A-4449-4C3D-5C70FB6EB7F6}"/>
          </ac:spMkLst>
        </pc:spChg>
        <pc:spChg chg="del">
          <ac:chgData name="Hironari Yamada" userId="e57621f8-ec3c-449e-bb19-001fffcc008e" providerId="ADAL" clId="{BC0BD879-F267-5CCA-8DEA-E3B2DD07DA4E}" dt="2026-06-01T05:09:47.885" v="2828" actId="478"/>
          <ac:spMkLst>
            <pc:docMk/>
            <pc:sldMk cId="989975386" sldId="311"/>
            <ac:spMk id="17" creationId="{AA2E6061-76F6-FF34-240F-DDD993514F1A}"/>
          </ac:spMkLst>
        </pc:spChg>
        <pc:spChg chg="add mod">
          <ac:chgData name="Hironari Yamada" userId="e57621f8-ec3c-449e-bb19-001fffcc008e" providerId="ADAL" clId="{BC0BD879-F267-5CCA-8DEA-E3B2DD07DA4E}" dt="2026-06-01T05:23:00.466" v="3460" actId="1076"/>
          <ac:spMkLst>
            <pc:docMk/>
            <pc:sldMk cId="989975386" sldId="311"/>
            <ac:spMk id="18" creationId="{40C932BD-9473-510A-8967-AE006FBB262E}"/>
          </ac:spMkLst>
        </pc:spChg>
        <pc:spChg chg="add mod">
          <ac:chgData name="Hironari Yamada" userId="e57621f8-ec3c-449e-bb19-001fffcc008e" providerId="ADAL" clId="{BC0BD879-F267-5CCA-8DEA-E3B2DD07DA4E}" dt="2026-06-01T05:23:00.466" v="3460" actId="1076"/>
          <ac:spMkLst>
            <pc:docMk/>
            <pc:sldMk cId="989975386" sldId="311"/>
            <ac:spMk id="19" creationId="{DCA2FC75-0F8E-E743-7D1E-E9D78A549775}"/>
          </ac:spMkLst>
        </pc:spChg>
        <pc:spChg chg="add mod">
          <ac:chgData name="Hironari Yamada" userId="e57621f8-ec3c-449e-bb19-001fffcc008e" providerId="ADAL" clId="{BC0BD879-F267-5CCA-8DEA-E3B2DD07DA4E}" dt="2026-06-01T05:23:00.466" v="3460" actId="1076"/>
          <ac:spMkLst>
            <pc:docMk/>
            <pc:sldMk cId="989975386" sldId="311"/>
            <ac:spMk id="20" creationId="{EC462792-2CA8-B1D3-2270-B0E412387F4E}"/>
          </ac:spMkLst>
        </pc:spChg>
        <pc:spChg chg="add mod">
          <ac:chgData name="Hironari Yamada" userId="e57621f8-ec3c-449e-bb19-001fffcc008e" providerId="ADAL" clId="{BC0BD879-F267-5CCA-8DEA-E3B2DD07DA4E}" dt="2026-06-01T05:23:00.466" v="3460" actId="1076"/>
          <ac:spMkLst>
            <pc:docMk/>
            <pc:sldMk cId="989975386" sldId="311"/>
            <ac:spMk id="21" creationId="{BB58DDE8-A084-2BA2-1E48-C1C4A93B6732}"/>
          </ac:spMkLst>
        </pc:spChg>
        <pc:spChg chg="add mod">
          <ac:chgData name="Hironari Yamada" userId="e57621f8-ec3c-449e-bb19-001fffcc008e" providerId="ADAL" clId="{BC0BD879-F267-5CCA-8DEA-E3B2DD07DA4E}" dt="2026-06-01T05:23:00.466" v="3460" actId="1076"/>
          <ac:spMkLst>
            <pc:docMk/>
            <pc:sldMk cId="989975386" sldId="311"/>
            <ac:spMk id="22" creationId="{EEBE620E-C496-DED0-B009-BED2A3F12C53}"/>
          </ac:spMkLst>
        </pc:spChg>
        <pc:spChg chg="add del mod">
          <ac:chgData name="Hironari Yamada" userId="e57621f8-ec3c-449e-bb19-001fffcc008e" providerId="ADAL" clId="{BC0BD879-F267-5CCA-8DEA-E3B2DD07DA4E}" dt="2026-06-01T05:19:21.580" v="3233"/>
          <ac:spMkLst>
            <pc:docMk/>
            <pc:sldMk cId="989975386" sldId="311"/>
            <ac:spMk id="23" creationId="{18D427D0-2FF7-20BD-C477-FB60630701CE}"/>
          </ac:spMkLst>
        </pc:spChg>
        <pc:spChg chg="add mod">
          <ac:chgData name="Hironari Yamada" userId="e57621f8-ec3c-449e-bb19-001fffcc008e" providerId="ADAL" clId="{BC0BD879-F267-5CCA-8DEA-E3B2DD07DA4E}" dt="2026-06-01T05:23:00.466" v="3460" actId="1076"/>
          <ac:spMkLst>
            <pc:docMk/>
            <pc:sldMk cId="989975386" sldId="311"/>
            <ac:spMk id="25" creationId="{0A22697D-FB04-F654-AB1B-2D9DE1B1A0F3}"/>
          </ac:spMkLst>
        </pc:spChg>
        <pc:spChg chg="add mod">
          <ac:chgData name="Hironari Yamada" userId="e57621f8-ec3c-449e-bb19-001fffcc008e" providerId="ADAL" clId="{BC0BD879-F267-5CCA-8DEA-E3B2DD07DA4E}" dt="2026-06-01T05:23:00.466" v="3460" actId="1076"/>
          <ac:spMkLst>
            <pc:docMk/>
            <pc:sldMk cId="989975386" sldId="311"/>
            <ac:spMk id="26" creationId="{8B5C666F-CB21-9AC8-EC30-038EDF3D0D27}"/>
          </ac:spMkLst>
        </pc:spChg>
        <pc:picChg chg="mod">
          <ac:chgData name="Hironari Yamada" userId="e57621f8-ec3c-449e-bb19-001fffcc008e" providerId="ADAL" clId="{BC0BD879-F267-5CCA-8DEA-E3B2DD07DA4E}" dt="2026-06-01T05:16:39.827" v="3191" actId="1076"/>
          <ac:picMkLst>
            <pc:docMk/>
            <pc:sldMk cId="989975386" sldId="311"/>
            <ac:picMk id="8" creationId="{C0182728-E8F1-CB8E-0FD4-CE4B7D51EC06}"/>
          </ac:picMkLst>
        </pc:picChg>
        <pc:picChg chg="del">
          <ac:chgData name="Hironari Yamada" userId="e57621f8-ec3c-449e-bb19-001fffcc008e" providerId="ADAL" clId="{BC0BD879-F267-5CCA-8DEA-E3B2DD07DA4E}" dt="2026-06-01T05:09:47.885" v="2828" actId="478"/>
          <ac:picMkLst>
            <pc:docMk/>
            <pc:sldMk cId="989975386" sldId="311"/>
            <ac:picMk id="14" creationId="{7C8F7542-2326-828B-DD6D-36CCBE121CE6}"/>
          </ac:picMkLst>
        </pc:picChg>
        <pc:picChg chg="add mod">
          <ac:chgData name="Hironari Yamada" userId="e57621f8-ec3c-449e-bb19-001fffcc008e" providerId="ADAL" clId="{BC0BD879-F267-5CCA-8DEA-E3B2DD07DA4E}" dt="2026-06-01T05:19:03.168" v="3211" actId="14100"/>
          <ac:picMkLst>
            <pc:docMk/>
            <pc:sldMk cId="989975386" sldId="311"/>
            <ac:picMk id="24" creationId="{6DC81E44-5989-9039-52C6-F4CF1EA3833B}"/>
          </ac:picMkLst>
        </pc:picChg>
      </pc:sldChg>
      <pc:sldChg chg="addSp delSp modSp add mod">
        <pc:chgData name="Hironari Yamada" userId="e57621f8-ec3c-449e-bb19-001fffcc008e" providerId="ADAL" clId="{BC0BD879-F267-5CCA-8DEA-E3B2DD07DA4E}" dt="2026-06-01T05:45:56.419" v="4234" actId="478"/>
        <pc:sldMkLst>
          <pc:docMk/>
          <pc:sldMk cId="1518755428" sldId="312"/>
        </pc:sldMkLst>
        <pc:spChg chg="del">
          <ac:chgData name="Hironari Yamada" userId="e57621f8-ec3c-449e-bb19-001fffcc008e" providerId="ADAL" clId="{BC0BD879-F267-5CCA-8DEA-E3B2DD07DA4E}" dt="2026-06-01T05:45:56.419" v="4234" actId="478"/>
          <ac:spMkLst>
            <pc:docMk/>
            <pc:sldMk cId="1518755428" sldId="312"/>
            <ac:spMk id="3" creationId="{916284D9-A40A-A84A-D7CA-BADB35270CA9}"/>
          </ac:spMkLst>
        </pc:spChg>
        <pc:spChg chg="mod">
          <ac:chgData name="Hironari Yamada" userId="e57621f8-ec3c-449e-bb19-001fffcc008e" providerId="ADAL" clId="{BC0BD879-F267-5CCA-8DEA-E3B2DD07DA4E}" dt="2026-06-01T05:36:03.147" v="3787" actId="167"/>
          <ac:spMkLst>
            <pc:docMk/>
            <pc:sldMk cId="1518755428" sldId="312"/>
            <ac:spMk id="6" creationId="{5542BBD3-0F4B-BC33-8712-6CD5B1B0AD5A}"/>
          </ac:spMkLst>
        </pc:spChg>
        <pc:spChg chg="del">
          <ac:chgData name="Hironari Yamada" userId="e57621f8-ec3c-449e-bb19-001fffcc008e" providerId="ADAL" clId="{BC0BD879-F267-5CCA-8DEA-E3B2DD07DA4E}" dt="2026-06-01T05:43:04.638" v="4106" actId="478"/>
          <ac:spMkLst>
            <pc:docMk/>
            <pc:sldMk cId="1518755428" sldId="312"/>
            <ac:spMk id="8" creationId="{2BF072F7-7CD5-2DC6-A6BC-8FE6CA496D71}"/>
          </ac:spMkLst>
        </pc:spChg>
        <pc:spChg chg="del">
          <ac:chgData name="Hironari Yamada" userId="e57621f8-ec3c-449e-bb19-001fffcc008e" providerId="ADAL" clId="{BC0BD879-F267-5CCA-8DEA-E3B2DD07DA4E}" dt="2026-06-01T05:45:56.419" v="4234" actId="478"/>
          <ac:spMkLst>
            <pc:docMk/>
            <pc:sldMk cId="1518755428" sldId="312"/>
            <ac:spMk id="9" creationId="{6247F493-AB83-9904-5D2B-3915D6BB3B10}"/>
          </ac:spMkLst>
        </pc:spChg>
        <pc:spChg chg="mod">
          <ac:chgData name="Hironari Yamada" userId="e57621f8-ec3c-449e-bb19-001fffcc008e" providerId="ADAL" clId="{BC0BD879-F267-5CCA-8DEA-E3B2DD07DA4E}" dt="2026-06-01T05:42:55.351" v="4104" actId="20577"/>
          <ac:spMkLst>
            <pc:docMk/>
            <pc:sldMk cId="1518755428" sldId="312"/>
            <ac:spMk id="10" creationId="{F2138A0E-9DB5-8151-22FF-276954A565C5}"/>
          </ac:spMkLst>
        </pc:spChg>
        <pc:spChg chg="del mod">
          <ac:chgData name="Hironari Yamada" userId="e57621f8-ec3c-449e-bb19-001fffcc008e" providerId="ADAL" clId="{BC0BD879-F267-5CCA-8DEA-E3B2DD07DA4E}" dt="2026-06-01T05:43:00.467" v="4105" actId="478"/>
          <ac:spMkLst>
            <pc:docMk/>
            <pc:sldMk cId="1518755428" sldId="312"/>
            <ac:spMk id="11" creationId="{81BA5F56-5A64-129B-22EE-DC64E43FA436}"/>
          </ac:spMkLst>
        </pc:spChg>
        <pc:spChg chg="del mod">
          <ac:chgData name="Hironari Yamada" userId="e57621f8-ec3c-449e-bb19-001fffcc008e" providerId="ADAL" clId="{BC0BD879-F267-5CCA-8DEA-E3B2DD07DA4E}" dt="2026-06-01T05:43:00.467" v="4105" actId="478"/>
          <ac:spMkLst>
            <pc:docMk/>
            <pc:sldMk cId="1518755428" sldId="312"/>
            <ac:spMk id="12" creationId="{BD66AD2F-3B51-CA96-454A-E33B46B85017}"/>
          </ac:spMkLst>
        </pc:spChg>
        <pc:spChg chg="mod">
          <ac:chgData name="Hironari Yamada" userId="e57621f8-ec3c-449e-bb19-001fffcc008e" providerId="ADAL" clId="{BC0BD879-F267-5CCA-8DEA-E3B2DD07DA4E}" dt="2026-06-01T05:37:25.985" v="3890" actId="14100"/>
          <ac:spMkLst>
            <pc:docMk/>
            <pc:sldMk cId="1518755428" sldId="312"/>
            <ac:spMk id="13" creationId="{A3F5FC37-66FE-3025-B5AE-BF79A857DCD1}"/>
          </ac:spMkLst>
        </pc:spChg>
        <pc:spChg chg="del mod">
          <ac:chgData name="Hironari Yamada" userId="e57621f8-ec3c-449e-bb19-001fffcc008e" providerId="ADAL" clId="{BC0BD879-F267-5CCA-8DEA-E3B2DD07DA4E}" dt="2026-06-01T05:36:47.950" v="3855" actId="478"/>
          <ac:spMkLst>
            <pc:docMk/>
            <pc:sldMk cId="1518755428" sldId="312"/>
            <ac:spMk id="14" creationId="{CF38C3A2-010A-CE08-8916-ED7B812E9CB1}"/>
          </ac:spMkLst>
        </pc:spChg>
        <pc:spChg chg="mod">
          <ac:chgData name="Hironari Yamada" userId="e57621f8-ec3c-449e-bb19-001fffcc008e" providerId="ADAL" clId="{BC0BD879-F267-5CCA-8DEA-E3B2DD07DA4E}" dt="2026-06-01T05:37:38.780" v="3909" actId="20577"/>
          <ac:spMkLst>
            <pc:docMk/>
            <pc:sldMk cId="1518755428" sldId="312"/>
            <ac:spMk id="15" creationId="{CBB329FD-52D2-FAA1-9679-983868AEAA3E}"/>
          </ac:spMkLst>
        </pc:spChg>
        <pc:spChg chg="del mod">
          <ac:chgData name="Hironari Yamada" userId="e57621f8-ec3c-449e-bb19-001fffcc008e" providerId="ADAL" clId="{BC0BD879-F267-5CCA-8DEA-E3B2DD07DA4E}" dt="2026-06-01T05:43:00.467" v="4105" actId="478"/>
          <ac:spMkLst>
            <pc:docMk/>
            <pc:sldMk cId="1518755428" sldId="312"/>
            <ac:spMk id="16" creationId="{ACAC7CDF-EA75-1189-AF9D-0B527B05EDFD}"/>
          </ac:spMkLst>
        </pc:spChg>
        <pc:spChg chg="del">
          <ac:chgData name="Hironari Yamada" userId="e57621f8-ec3c-449e-bb19-001fffcc008e" providerId="ADAL" clId="{BC0BD879-F267-5CCA-8DEA-E3B2DD07DA4E}" dt="2026-06-01T05:37:43.930" v="3910" actId="478"/>
          <ac:spMkLst>
            <pc:docMk/>
            <pc:sldMk cId="1518755428" sldId="312"/>
            <ac:spMk id="17" creationId="{224BBD77-6DCB-1747-5BF1-1B2B7BC42477}"/>
          </ac:spMkLst>
        </pc:spChg>
        <pc:spChg chg="del mod">
          <ac:chgData name="Hironari Yamada" userId="e57621f8-ec3c-449e-bb19-001fffcc008e" providerId="ADAL" clId="{BC0BD879-F267-5CCA-8DEA-E3B2DD07DA4E}" dt="2026-06-01T05:43:00.467" v="4105" actId="478"/>
          <ac:spMkLst>
            <pc:docMk/>
            <pc:sldMk cId="1518755428" sldId="312"/>
            <ac:spMk id="18" creationId="{274F6ED3-C8DA-A0A0-7C47-4F539A481A3D}"/>
          </ac:spMkLst>
        </pc:spChg>
        <pc:spChg chg="del mod">
          <ac:chgData name="Hironari Yamada" userId="e57621f8-ec3c-449e-bb19-001fffcc008e" providerId="ADAL" clId="{BC0BD879-F267-5CCA-8DEA-E3B2DD07DA4E}" dt="2026-06-01T05:43:00.467" v="4105" actId="478"/>
          <ac:spMkLst>
            <pc:docMk/>
            <pc:sldMk cId="1518755428" sldId="312"/>
            <ac:spMk id="19" creationId="{DC110187-6C62-B33B-436E-1C7669357461}"/>
          </ac:spMkLst>
        </pc:spChg>
        <pc:spChg chg="del mod">
          <ac:chgData name="Hironari Yamada" userId="e57621f8-ec3c-449e-bb19-001fffcc008e" providerId="ADAL" clId="{BC0BD879-F267-5CCA-8DEA-E3B2DD07DA4E}" dt="2026-06-01T05:43:00.467" v="4105" actId="478"/>
          <ac:spMkLst>
            <pc:docMk/>
            <pc:sldMk cId="1518755428" sldId="312"/>
            <ac:spMk id="20" creationId="{484A2CB6-CABF-F584-D341-F64B47CA4183}"/>
          </ac:spMkLst>
        </pc:spChg>
        <pc:spChg chg="add del mod">
          <ac:chgData name="Hironari Yamada" userId="e57621f8-ec3c-449e-bb19-001fffcc008e" providerId="ADAL" clId="{BC0BD879-F267-5CCA-8DEA-E3B2DD07DA4E}" dt="2026-06-01T05:43:00.467" v="4105" actId="478"/>
          <ac:spMkLst>
            <pc:docMk/>
            <pc:sldMk cId="1518755428" sldId="312"/>
            <ac:spMk id="22" creationId="{AF63D066-4077-12B9-10C5-7CD7F4775A75}"/>
          </ac:spMkLst>
        </pc:spChg>
        <pc:spChg chg="add del mod">
          <ac:chgData name="Hironari Yamada" userId="e57621f8-ec3c-449e-bb19-001fffcc008e" providerId="ADAL" clId="{BC0BD879-F267-5CCA-8DEA-E3B2DD07DA4E}" dt="2026-06-01T05:43:00.467" v="4105" actId="478"/>
          <ac:spMkLst>
            <pc:docMk/>
            <pc:sldMk cId="1518755428" sldId="312"/>
            <ac:spMk id="23" creationId="{D6D4B3C1-8962-5579-8964-C085773B392D}"/>
          </ac:spMkLst>
        </pc:spChg>
        <pc:spChg chg="add del mod">
          <ac:chgData name="Hironari Yamada" userId="e57621f8-ec3c-449e-bb19-001fffcc008e" providerId="ADAL" clId="{BC0BD879-F267-5CCA-8DEA-E3B2DD07DA4E}" dt="2026-06-01T05:43:00.467" v="4105" actId="478"/>
          <ac:spMkLst>
            <pc:docMk/>
            <pc:sldMk cId="1518755428" sldId="312"/>
            <ac:spMk id="24" creationId="{30D4F84A-3164-7C7B-7227-E6BE69D73F27}"/>
          </ac:spMkLst>
        </pc:spChg>
        <pc:spChg chg="add del mod">
          <ac:chgData name="Hironari Yamada" userId="e57621f8-ec3c-449e-bb19-001fffcc008e" providerId="ADAL" clId="{BC0BD879-F267-5CCA-8DEA-E3B2DD07DA4E}" dt="2026-06-01T05:43:00.467" v="4105" actId="478"/>
          <ac:spMkLst>
            <pc:docMk/>
            <pc:sldMk cId="1518755428" sldId="312"/>
            <ac:spMk id="25" creationId="{17491101-9613-FA31-CEBE-5DDD8DF4052F}"/>
          </ac:spMkLst>
        </pc:spChg>
        <pc:spChg chg="add mod">
          <ac:chgData name="Hironari Yamada" userId="e57621f8-ec3c-449e-bb19-001fffcc008e" providerId="ADAL" clId="{BC0BD879-F267-5CCA-8DEA-E3B2DD07DA4E}" dt="2026-06-01T05:44:20.022" v="4121" actId="14100"/>
          <ac:spMkLst>
            <pc:docMk/>
            <pc:sldMk cId="1518755428" sldId="312"/>
            <ac:spMk id="27" creationId="{75DE5461-BA74-A18C-A3A0-8551639391B7}"/>
          </ac:spMkLst>
        </pc:spChg>
        <pc:spChg chg="add mod">
          <ac:chgData name="Hironari Yamada" userId="e57621f8-ec3c-449e-bb19-001fffcc008e" providerId="ADAL" clId="{BC0BD879-F267-5CCA-8DEA-E3B2DD07DA4E}" dt="2026-06-01T05:44:35.074" v="4195" actId="20577"/>
          <ac:spMkLst>
            <pc:docMk/>
            <pc:sldMk cId="1518755428" sldId="312"/>
            <ac:spMk id="28" creationId="{6556B534-1F0A-5919-83AC-C09E719B4732}"/>
          </ac:spMkLst>
        </pc:spChg>
        <pc:spChg chg="add mod">
          <ac:chgData name="Hironari Yamada" userId="e57621f8-ec3c-449e-bb19-001fffcc008e" providerId="ADAL" clId="{BC0BD879-F267-5CCA-8DEA-E3B2DD07DA4E}" dt="2026-06-01T05:44:43.316" v="4198" actId="14100"/>
          <ac:spMkLst>
            <pc:docMk/>
            <pc:sldMk cId="1518755428" sldId="312"/>
            <ac:spMk id="29" creationId="{779FFB3B-942B-F0C7-2017-121B40D6F13C}"/>
          </ac:spMkLst>
        </pc:spChg>
        <pc:spChg chg="add mod">
          <ac:chgData name="Hironari Yamada" userId="e57621f8-ec3c-449e-bb19-001fffcc008e" providerId="ADAL" clId="{BC0BD879-F267-5CCA-8DEA-E3B2DD07DA4E}" dt="2026-06-01T05:44:52.920" v="4223" actId="20577"/>
          <ac:spMkLst>
            <pc:docMk/>
            <pc:sldMk cId="1518755428" sldId="312"/>
            <ac:spMk id="30" creationId="{CC0B2DC2-F6E6-B47B-60D6-FAC97E514275}"/>
          </ac:spMkLst>
        </pc:spChg>
        <pc:picChg chg="del">
          <ac:chgData name="Hironari Yamada" userId="e57621f8-ec3c-449e-bb19-001fffcc008e" providerId="ADAL" clId="{BC0BD879-F267-5CCA-8DEA-E3B2DD07DA4E}" dt="2026-06-01T05:34:36.743" v="3785" actId="478"/>
          <ac:picMkLst>
            <pc:docMk/>
            <pc:sldMk cId="1518755428" sldId="312"/>
            <ac:picMk id="7" creationId="{507148AE-4620-6D1E-7832-857E45E66152}"/>
          </ac:picMkLst>
        </pc:picChg>
        <pc:picChg chg="add mod">
          <ac:chgData name="Hironari Yamada" userId="e57621f8-ec3c-449e-bb19-001fffcc008e" providerId="ADAL" clId="{BC0BD879-F267-5CCA-8DEA-E3B2DD07DA4E}" dt="2026-06-01T05:36:12.692" v="3789" actId="1076"/>
          <ac:picMkLst>
            <pc:docMk/>
            <pc:sldMk cId="1518755428" sldId="312"/>
            <ac:picMk id="21" creationId="{949E2D51-C9EF-56D6-6470-57C4C8179820}"/>
          </ac:picMkLst>
        </pc:picChg>
        <pc:picChg chg="add mod">
          <ac:chgData name="Hironari Yamada" userId="e57621f8-ec3c-449e-bb19-001fffcc008e" providerId="ADAL" clId="{BC0BD879-F267-5CCA-8DEA-E3B2DD07DA4E}" dt="2026-06-01T05:43:35.953" v="4111" actId="1076"/>
          <ac:picMkLst>
            <pc:docMk/>
            <pc:sldMk cId="1518755428" sldId="312"/>
            <ac:picMk id="26" creationId="{FF02D4AA-4935-63CE-5425-A5DC1D359B85}"/>
          </ac:picMkLst>
        </pc:picChg>
      </pc:sldChg>
      <pc:sldChg chg="delSp add del mod ord">
        <pc:chgData name="Hironari Yamada" userId="e57621f8-ec3c-449e-bb19-001fffcc008e" providerId="ADAL" clId="{BC0BD879-F267-5CCA-8DEA-E3B2DD07DA4E}" dt="2026-06-01T05:45:51.465" v="4233" actId="478"/>
        <pc:sldMkLst>
          <pc:docMk/>
          <pc:sldMk cId="1134628581" sldId="313"/>
        </pc:sldMkLst>
        <pc:spChg chg="del">
          <ac:chgData name="Hironari Yamada" userId="e57621f8-ec3c-449e-bb19-001fffcc008e" providerId="ADAL" clId="{BC0BD879-F267-5CCA-8DEA-E3B2DD07DA4E}" dt="2026-06-01T05:45:51.465" v="4233" actId="478"/>
          <ac:spMkLst>
            <pc:docMk/>
            <pc:sldMk cId="1134628581" sldId="313"/>
            <ac:spMk id="3" creationId="{AC0BF153-AF2B-B71D-3134-43B97D70450A}"/>
          </ac:spMkLst>
        </pc:spChg>
        <pc:spChg chg="del">
          <ac:chgData name="Hironari Yamada" userId="e57621f8-ec3c-449e-bb19-001fffcc008e" providerId="ADAL" clId="{BC0BD879-F267-5CCA-8DEA-E3B2DD07DA4E}" dt="2026-06-01T05:45:51.465" v="4233" actId="478"/>
          <ac:spMkLst>
            <pc:docMk/>
            <pc:sldMk cId="1134628581" sldId="313"/>
            <ac:spMk id="9" creationId="{C0E2D43A-F56A-130D-0626-5AEAD6BA06D9}"/>
          </ac:spMkLst>
        </pc:spChg>
      </pc:sldChg>
      <pc:sldChg chg="addSp delSp modSp add mod">
        <pc:chgData name="Hironari Yamada" userId="e57621f8-ec3c-449e-bb19-001fffcc008e" providerId="ADAL" clId="{BC0BD879-F267-5CCA-8DEA-E3B2DD07DA4E}" dt="2026-06-01T06:40:44.181" v="5065"/>
        <pc:sldMkLst>
          <pc:docMk/>
          <pc:sldMk cId="3832016346" sldId="314"/>
        </pc:sldMkLst>
        <pc:spChg chg="mod">
          <ac:chgData name="Hironari Yamada" userId="e57621f8-ec3c-449e-bb19-001fffcc008e" providerId="ADAL" clId="{BC0BD879-F267-5CCA-8DEA-E3B2DD07DA4E}" dt="2026-06-01T06:22:22.812" v="4993" actId="20577"/>
          <ac:spMkLst>
            <pc:docMk/>
            <pc:sldMk cId="3832016346" sldId="314"/>
            <ac:spMk id="5" creationId="{76F651AE-A308-7BC3-088E-FCF3719CCE87}"/>
          </ac:spMkLst>
        </pc:spChg>
        <pc:spChg chg="del">
          <ac:chgData name="Hironari Yamada" userId="e57621f8-ec3c-449e-bb19-001fffcc008e" providerId="ADAL" clId="{BC0BD879-F267-5CCA-8DEA-E3B2DD07DA4E}" dt="2026-06-01T06:21:22.959" v="4906" actId="478"/>
          <ac:spMkLst>
            <pc:docMk/>
            <pc:sldMk cId="3832016346" sldId="314"/>
            <ac:spMk id="6" creationId="{3760B348-B866-26FD-EA40-D16567354D60}"/>
          </ac:spMkLst>
        </pc:spChg>
        <pc:spChg chg="add mod">
          <ac:chgData name="Hironari Yamada" userId="e57621f8-ec3c-449e-bb19-001fffcc008e" providerId="ADAL" clId="{BC0BD879-F267-5CCA-8DEA-E3B2DD07DA4E}" dt="2026-06-01T06:31:25.783" v="5007" actId="1076"/>
          <ac:spMkLst>
            <pc:docMk/>
            <pc:sldMk cId="3832016346" sldId="314"/>
            <ac:spMk id="8" creationId="{67B8D8B5-2A11-3C54-20F7-D74A751AF5F7}"/>
          </ac:spMkLst>
        </pc:spChg>
        <pc:spChg chg="del">
          <ac:chgData name="Hironari Yamada" userId="e57621f8-ec3c-449e-bb19-001fffcc008e" providerId="ADAL" clId="{BC0BD879-F267-5CCA-8DEA-E3B2DD07DA4E}" dt="2026-06-01T06:31:00.434" v="5002" actId="478"/>
          <ac:spMkLst>
            <pc:docMk/>
            <pc:sldMk cId="3832016346" sldId="314"/>
            <ac:spMk id="9" creationId="{42044629-F104-B01D-BCC8-B37F4A629D71}"/>
          </ac:spMkLst>
        </pc:spChg>
        <pc:spChg chg="add mod">
          <ac:chgData name="Hironari Yamada" userId="e57621f8-ec3c-449e-bb19-001fffcc008e" providerId="ADAL" clId="{BC0BD879-F267-5CCA-8DEA-E3B2DD07DA4E}" dt="2026-06-01T06:31:31.915" v="5012" actId="1035"/>
          <ac:spMkLst>
            <pc:docMk/>
            <pc:sldMk cId="3832016346" sldId="314"/>
            <ac:spMk id="10" creationId="{203466ED-CBC8-2602-C8AF-ABE442F528F5}"/>
          </ac:spMkLst>
        </pc:spChg>
        <pc:spChg chg="mod">
          <ac:chgData name="Hironari Yamada" userId="e57621f8-ec3c-449e-bb19-001fffcc008e" providerId="ADAL" clId="{BC0BD879-F267-5CCA-8DEA-E3B2DD07DA4E}" dt="2026-06-01T06:22:10.983" v="4944" actId="20577"/>
          <ac:spMkLst>
            <pc:docMk/>
            <pc:sldMk cId="3832016346" sldId="314"/>
            <ac:spMk id="11" creationId="{115E1D80-EAFE-44A0-8677-79079859C76F}"/>
          </ac:spMkLst>
        </pc:spChg>
        <pc:spChg chg="del">
          <ac:chgData name="Hironari Yamada" userId="e57621f8-ec3c-449e-bb19-001fffcc008e" providerId="ADAL" clId="{BC0BD879-F267-5CCA-8DEA-E3B2DD07DA4E}" dt="2026-06-01T06:22:14.928" v="4945" actId="478"/>
          <ac:spMkLst>
            <pc:docMk/>
            <pc:sldMk cId="3832016346" sldId="314"/>
            <ac:spMk id="14" creationId="{C038FFFF-9920-F9DF-D973-C0DB423A1D1E}"/>
          </ac:spMkLst>
        </pc:spChg>
        <pc:spChg chg="del">
          <ac:chgData name="Hironari Yamada" userId="e57621f8-ec3c-449e-bb19-001fffcc008e" providerId="ADAL" clId="{BC0BD879-F267-5CCA-8DEA-E3B2DD07DA4E}" dt="2026-06-01T06:22:14.928" v="4945" actId="478"/>
          <ac:spMkLst>
            <pc:docMk/>
            <pc:sldMk cId="3832016346" sldId="314"/>
            <ac:spMk id="15" creationId="{5E445570-7AE5-9963-0EB3-661885EC43F0}"/>
          </ac:spMkLst>
        </pc:spChg>
        <pc:spChg chg="del">
          <ac:chgData name="Hironari Yamada" userId="e57621f8-ec3c-449e-bb19-001fffcc008e" providerId="ADAL" clId="{BC0BD879-F267-5CCA-8DEA-E3B2DD07DA4E}" dt="2026-06-01T06:22:14.928" v="4945" actId="478"/>
          <ac:spMkLst>
            <pc:docMk/>
            <pc:sldMk cId="3832016346" sldId="314"/>
            <ac:spMk id="16" creationId="{7A1B7FEF-D038-73DC-AF88-E0766BDE5CCB}"/>
          </ac:spMkLst>
        </pc:spChg>
        <pc:spChg chg="add mod">
          <ac:chgData name="Hironari Yamada" userId="e57621f8-ec3c-449e-bb19-001fffcc008e" providerId="ADAL" clId="{BC0BD879-F267-5CCA-8DEA-E3B2DD07DA4E}" dt="2026-06-01T06:31:51.863" v="5040" actId="1076"/>
          <ac:spMkLst>
            <pc:docMk/>
            <pc:sldMk cId="3832016346" sldId="314"/>
            <ac:spMk id="17" creationId="{5B000A85-6508-F512-E86B-5D24145BEDA3}"/>
          </ac:spMkLst>
        </pc:spChg>
        <pc:spChg chg="del">
          <ac:chgData name="Hironari Yamada" userId="e57621f8-ec3c-449e-bb19-001fffcc008e" providerId="ADAL" clId="{BC0BD879-F267-5CCA-8DEA-E3B2DD07DA4E}" dt="2026-06-01T06:22:14.928" v="4945" actId="478"/>
          <ac:spMkLst>
            <pc:docMk/>
            <pc:sldMk cId="3832016346" sldId="314"/>
            <ac:spMk id="18" creationId="{FF08D0C8-BDE2-6FDC-2433-602541E86B20}"/>
          </ac:spMkLst>
        </pc:spChg>
        <pc:spChg chg="del">
          <ac:chgData name="Hironari Yamada" userId="e57621f8-ec3c-449e-bb19-001fffcc008e" providerId="ADAL" clId="{BC0BD879-F267-5CCA-8DEA-E3B2DD07DA4E}" dt="2026-06-01T06:22:14.928" v="4945" actId="478"/>
          <ac:spMkLst>
            <pc:docMk/>
            <pc:sldMk cId="3832016346" sldId="314"/>
            <ac:spMk id="19" creationId="{3581B7E9-8453-6D2A-D3F0-6FB9D0CCE610}"/>
          </ac:spMkLst>
        </pc:spChg>
        <pc:spChg chg="del">
          <ac:chgData name="Hironari Yamada" userId="e57621f8-ec3c-449e-bb19-001fffcc008e" providerId="ADAL" clId="{BC0BD879-F267-5CCA-8DEA-E3B2DD07DA4E}" dt="2026-06-01T06:22:14.928" v="4945" actId="478"/>
          <ac:spMkLst>
            <pc:docMk/>
            <pc:sldMk cId="3832016346" sldId="314"/>
            <ac:spMk id="20" creationId="{11F9BDF7-906D-0AB2-3513-AC0C00FD78C1}"/>
          </ac:spMkLst>
        </pc:spChg>
        <pc:spChg chg="del">
          <ac:chgData name="Hironari Yamada" userId="e57621f8-ec3c-449e-bb19-001fffcc008e" providerId="ADAL" clId="{BC0BD879-F267-5CCA-8DEA-E3B2DD07DA4E}" dt="2026-06-01T06:22:14.928" v="4945" actId="478"/>
          <ac:spMkLst>
            <pc:docMk/>
            <pc:sldMk cId="3832016346" sldId="314"/>
            <ac:spMk id="21" creationId="{8E9D9D69-E9BA-00C1-73DC-E2CB2EF17C14}"/>
          </ac:spMkLst>
        </pc:spChg>
        <pc:spChg chg="del">
          <ac:chgData name="Hironari Yamada" userId="e57621f8-ec3c-449e-bb19-001fffcc008e" providerId="ADAL" clId="{BC0BD879-F267-5CCA-8DEA-E3B2DD07DA4E}" dt="2026-06-01T06:22:14.928" v="4945" actId="478"/>
          <ac:spMkLst>
            <pc:docMk/>
            <pc:sldMk cId="3832016346" sldId="314"/>
            <ac:spMk id="22" creationId="{6D764B54-30F2-3544-6AA0-C2194F67EB65}"/>
          </ac:spMkLst>
        </pc:spChg>
        <pc:spChg chg="del">
          <ac:chgData name="Hironari Yamada" userId="e57621f8-ec3c-449e-bb19-001fffcc008e" providerId="ADAL" clId="{BC0BD879-F267-5CCA-8DEA-E3B2DD07DA4E}" dt="2026-06-01T06:22:14.928" v="4945" actId="478"/>
          <ac:spMkLst>
            <pc:docMk/>
            <pc:sldMk cId="3832016346" sldId="314"/>
            <ac:spMk id="23" creationId="{94E25459-FEB7-B0F6-4473-23A5D43F8296}"/>
          </ac:spMkLst>
        </pc:spChg>
        <pc:spChg chg="del">
          <ac:chgData name="Hironari Yamada" userId="e57621f8-ec3c-449e-bb19-001fffcc008e" providerId="ADAL" clId="{BC0BD879-F267-5CCA-8DEA-E3B2DD07DA4E}" dt="2026-06-01T06:22:14.928" v="4945" actId="478"/>
          <ac:spMkLst>
            <pc:docMk/>
            <pc:sldMk cId="3832016346" sldId="314"/>
            <ac:spMk id="24" creationId="{5EBE569A-334C-24A0-144D-8E49B782A5B2}"/>
          </ac:spMkLst>
        </pc:spChg>
        <pc:spChg chg="add mod">
          <ac:chgData name="Hironari Yamada" userId="e57621f8-ec3c-449e-bb19-001fffcc008e" providerId="ADAL" clId="{BC0BD879-F267-5CCA-8DEA-E3B2DD07DA4E}" dt="2026-06-01T06:32:05.093" v="5055" actId="14100"/>
          <ac:spMkLst>
            <pc:docMk/>
            <pc:sldMk cId="3832016346" sldId="314"/>
            <ac:spMk id="25" creationId="{8033E86E-C769-09C8-5AC4-854D3C331F29}"/>
          </ac:spMkLst>
        </pc:spChg>
        <pc:spChg chg="add mod">
          <ac:chgData name="Hironari Yamada" userId="e57621f8-ec3c-449e-bb19-001fffcc008e" providerId="ADAL" clId="{BC0BD879-F267-5CCA-8DEA-E3B2DD07DA4E}" dt="2026-06-01T06:40:44.181" v="5065"/>
          <ac:spMkLst>
            <pc:docMk/>
            <pc:sldMk cId="3832016346" sldId="314"/>
            <ac:spMk id="26" creationId="{B3BC79D1-F4D3-0AAB-5049-DB0B03670526}"/>
          </ac:spMkLst>
        </pc:spChg>
        <pc:picChg chg="add mod">
          <ac:chgData name="Hironari Yamada" userId="e57621f8-ec3c-449e-bb19-001fffcc008e" providerId="ADAL" clId="{BC0BD879-F267-5CCA-8DEA-E3B2DD07DA4E}" dt="2026-06-01T06:27:05.688" v="4997" actId="14100"/>
          <ac:picMkLst>
            <pc:docMk/>
            <pc:sldMk cId="3832016346" sldId="314"/>
            <ac:picMk id="3" creationId="{F03D6C4E-91C9-9729-1455-708E182930B9}"/>
          </ac:picMkLst>
        </pc:picChg>
        <pc:picChg chg="add mod">
          <ac:chgData name="Hironari Yamada" userId="e57621f8-ec3c-449e-bb19-001fffcc008e" providerId="ADAL" clId="{BC0BD879-F267-5CCA-8DEA-E3B2DD07DA4E}" dt="2026-06-01T06:30:58.281" v="5001" actId="14100"/>
          <ac:picMkLst>
            <pc:docMk/>
            <pc:sldMk cId="3832016346" sldId="314"/>
            <ac:picMk id="7" creationId="{EDCFD073-4630-4863-CBAB-213819F39B4F}"/>
          </ac:picMkLst>
        </pc:picChg>
      </pc:sldChg>
      <pc:sldChg chg="addSp delSp modSp add mod">
        <pc:chgData name="Hironari Yamada" userId="e57621f8-ec3c-449e-bb19-001fffcc008e" providerId="ADAL" clId="{BC0BD879-F267-5CCA-8DEA-E3B2DD07DA4E}" dt="2026-06-01T07:26:07.473" v="7129" actId="478"/>
        <pc:sldMkLst>
          <pc:docMk/>
          <pc:sldMk cId="411457571" sldId="315"/>
        </pc:sldMkLst>
        <pc:spChg chg="del">
          <ac:chgData name="Hironari Yamada" userId="e57621f8-ec3c-449e-bb19-001fffcc008e" providerId="ADAL" clId="{BC0BD879-F267-5CCA-8DEA-E3B2DD07DA4E}" dt="2026-06-01T07:26:07.473" v="7129" actId="478"/>
          <ac:spMkLst>
            <pc:docMk/>
            <pc:sldMk cId="411457571" sldId="315"/>
            <ac:spMk id="3" creationId="{56FEF03F-424E-733E-37D3-7DF0C6C18F26}"/>
          </ac:spMkLst>
        </pc:spChg>
        <pc:spChg chg="add mod">
          <ac:chgData name="Hironari Yamada" userId="e57621f8-ec3c-449e-bb19-001fffcc008e" providerId="ADAL" clId="{BC0BD879-F267-5CCA-8DEA-E3B2DD07DA4E}" dt="2026-06-01T06:52:46.917" v="5789" actId="1076"/>
          <ac:spMkLst>
            <pc:docMk/>
            <pc:sldMk cId="411457571" sldId="315"/>
            <ac:spMk id="6" creationId="{6418BEBC-DB60-CD8A-C750-28BB9560BE74}"/>
          </ac:spMkLst>
        </pc:spChg>
        <pc:spChg chg="add mod">
          <ac:chgData name="Hironari Yamada" userId="e57621f8-ec3c-449e-bb19-001fffcc008e" providerId="ADAL" clId="{BC0BD879-F267-5CCA-8DEA-E3B2DD07DA4E}" dt="2026-06-01T06:53:18.026" v="5908" actId="14100"/>
          <ac:spMkLst>
            <pc:docMk/>
            <pc:sldMk cId="411457571" sldId="315"/>
            <ac:spMk id="7" creationId="{5DE4DF44-E466-6C24-073D-A37DF2BDAA3F}"/>
          </ac:spMkLst>
        </pc:spChg>
        <pc:spChg chg="add mod">
          <ac:chgData name="Hironari Yamada" userId="e57621f8-ec3c-449e-bb19-001fffcc008e" providerId="ADAL" clId="{BC0BD879-F267-5CCA-8DEA-E3B2DD07DA4E}" dt="2026-06-01T06:53:25.721" v="5911" actId="14100"/>
          <ac:spMkLst>
            <pc:docMk/>
            <pc:sldMk cId="411457571" sldId="315"/>
            <ac:spMk id="8" creationId="{C9AEF88B-E30C-4512-2D28-CB9D586E88AF}"/>
          </ac:spMkLst>
        </pc:spChg>
        <pc:spChg chg="add mod">
          <ac:chgData name="Hironari Yamada" userId="e57621f8-ec3c-449e-bb19-001fffcc008e" providerId="ADAL" clId="{BC0BD879-F267-5CCA-8DEA-E3B2DD07DA4E}" dt="2026-06-01T06:53:40.289" v="5952" actId="20577"/>
          <ac:spMkLst>
            <pc:docMk/>
            <pc:sldMk cId="411457571" sldId="315"/>
            <ac:spMk id="9" creationId="{65954A7B-BAD0-4860-1A07-0EEC458551A0}"/>
          </ac:spMkLst>
        </pc:spChg>
        <pc:spChg chg="mod">
          <ac:chgData name="Hironari Yamada" userId="e57621f8-ec3c-449e-bb19-001fffcc008e" providerId="ADAL" clId="{BC0BD879-F267-5CCA-8DEA-E3B2DD07DA4E}" dt="2026-06-01T06:52:28.707" v="5787" actId="1076"/>
          <ac:spMkLst>
            <pc:docMk/>
            <pc:sldMk cId="411457571" sldId="315"/>
            <ac:spMk id="13" creationId="{54028585-65F4-94DE-E479-7C0959299D51}"/>
          </ac:spMkLst>
        </pc:spChg>
        <pc:spChg chg="del">
          <ac:chgData name="Hironari Yamada" userId="e57621f8-ec3c-449e-bb19-001fffcc008e" providerId="ADAL" clId="{BC0BD879-F267-5CCA-8DEA-E3B2DD07DA4E}" dt="2026-06-01T07:26:07.473" v="7129" actId="478"/>
          <ac:spMkLst>
            <pc:docMk/>
            <pc:sldMk cId="411457571" sldId="315"/>
            <ac:spMk id="14" creationId="{3C49209B-D08E-9DC3-8B26-AD742D95A7BA}"/>
          </ac:spMkLst>
        </pc:spChg>
        <pc:picChg chg="mod">
          <ac:chgData name="Hironari Yamada" userId="e57621f8-ec3c-449e-bb19-001fffcc008e" providerId="ADAL" clId="{BC0BD879-F267-5CCA-8DEA-E3B2DD07DA4E}" dt="2026-06-01T06:52:25.571" v="5786" actId="1076"/>
          <ac:picMkLst>
            <pc:docMk/>
            <pc:sldMk cId="411457571" sldId="315"/>
            <ac:picMk id="12" creationId="{137873F6-A84A-A9CF-6223-AF874DD24F4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スライド1「Azure VM をつかった Web サーバ構築」。本文の粒度は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スライド2「今日のゴール」。本文の粒度は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スライド3「前回の振り返り」。本文の粒度は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スライド5「Azure IaaS とは何か」。本文の粒度は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9D03F-D5FB-69E9-D996-4ABC64AEA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3EBA1B-BEFD-04A7-37AB-8B91F8B5AF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535A56-7C15-62BC-80AE-7D42F6A7ACF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22567A6-15FF-0087-26F0-C8772664370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590903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スライド6「Azure VM の全体像」。本文の粒度は HTML に合わせる。</a:t>
            </a:r>
          </a:p>
          <a:p>
            <a:r>
              <a:t>講師メモ: VM、Disk、NIC、VNet、Public IP、NSG の関係を構成図に戻して説明する。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スライド7「OS イメージとサイズ」。本文の粒度は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7F592-D77E-D367-94AA-E01959D687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51EE0-41DA-3BDF-80C9-9D336FCE3B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3AF098-B96C-5DAA-A2A9-06B6B3A85CEC}"/>
              </a:ext>
            </a:extLst>
          </p:cNvPr>
          <p:cNvSpPr>
            <a:spLocks noGrp="1"/>
          </p:cNvSpPr>
          <p:nvPr>
            <p:ph type="body" idx="1"/>
          </p:nvPr>
        </p:nvSpPr>
        <p:spPr/>
        <p:txBody>
          <a:bodyPr/>
          <a:lstStyle/>
          <a:p>
            <a:r>
              <a:t>HTML一次情報: スライド7「OS イメージとサイズ」。本文の粒度は HTML に合わせる。</a:t>
            </a:r>
          </a:p>
        </p:txBody>
      </p:sp>
      <p:sp>
        <p:nvSpPr>
          <p:cNvPr id="4" name="Slide Number Placeholder 3">
            <a:extLst>
              <a:ext uri="{FF2B5EF4-FFF2-40B4-BE49-F238E27FC236}">
                <a16:creationId xmlns:a16="http://schemas.microsoft.com/office/drawing/2014/main" id="{A8D18D5B-38D0-36D0-187E-12CDDAE0B05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16802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6126-2B25-F356-0A4A-8D291A11D2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1370B4-4E85-C446-5F9E-77DC413BB1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7C4AE1-BA08-A703-911E-0CD3DA3F716C}"/>
              </a:ext>
            </a:extLst>
          </p:cNvPr>
          <p:cNvSpPr>
            <a:spLocks noGrp="1"/>
          </p:cNvSpPr>
          <p:nvPr>
            <p:ph type="body" idx="1"/>
          </p:nvPr>
        </p:nvSpPr>
        <p:spPr/>
        <p:txBody>
          <a:bodyPr/>
          <a:lstStyle/>
          <a:p>
            <a:r>
              <a:t>HTML一次情報: スライド7「OS イメージとサイズ」。本文の粒度は HTML に合わせる。</a:t>
            </a:r>
          </a:p>
        </p:txBody>
      </p:sp>
      <p:sp>
        <p:nvSpPr>
          <p:cNvPr id="4" name="Slide Number Placeholder 3">
            <a:extLst>
              <a:ext uri="{FF2B5EF4-FFF2-40B4-BE49-F238E27FC236}">
                <a16:creationId xmlns:a16="http://schemas.microsoft.com/office/drawing/2014/main" id="{B92BE002-9CD2-527D-211B-2A5F8195FD3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091592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D7286-E05A-052A-0813-E0B48DD94E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E08FE0-3F83-D453-74E9-203A9E3165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C12EE7-C8A5-EA13-6ECD-648610B04197}"/>
              </a:ext>
            </a:extLst>
          </p:cNvPr>
          <p:cNvSpPr>
            <a:spLocks noGrp="1"/>
          </p:cNvSpPr>
          <p:nvPr>
            <p:ph type="body" idx="1"/>
          </p:nvPr>
        </p:nvSpPr>
        <p:spPr/>
        <p:txBody>
          <a:bodyPr/>
          <a:lstStyle/>
          <a:p>
            <a:r>
              <a:rPr dirty="0" err="1"/>
              <a:t>HTML一次情報</a:t>
            </a:r>
            <a:r>
              <a:rPr dirty="0"/>
              <a:t>: スライド7「OS </a:t>
            </a:r>
            <a:r>
              <a:rPr dirty="0" err="1"/>
              <a:t>イメージとサイズ</a:t>
            </a:r>
            <a:r>
              <a:rPr dirty="0"/>
              <a:t>」。</a:t>
            </a:r>
            <a:r>
              <a:rPr dirty="0" err="1"/>
              <a:t>本文の粒度は</a:t>
            </a:r>
            <a:r>
              <a:rPr dirty="0"/>
              <a:t> HTML </a:t>
            </a:r>
            <a:r>
              <a:rPr dirty="0" err="1"/>
              <a:t>に合わせる</a:t>
            </a:r>
            <a:r>
              <a:rPr dirty="0"/>
              <a:t>。</a:t>
            </a:r>
          </a:p>
        </p:txBody>
      </p:sp>
      <p:sp>
        <p:nvSpPr>
          <p:cNvPr id="4" name="Slide Number Placeholder 3">
            <a:extLst>
              <a:ext uri="{FF2B5EF4-FFF2-40B4-BE49-F238E27FC236}">
                <a16:creationId xmlns:a16="http://schemas.microsoft.com/office/drawing/2014/main" id="{30CCCE6E-8793-C15F-025A-55B54073F28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51007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スライド8「Managed Disk」。本文の粒度は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656BE-4428-3DB4-9B81-9B15DA6444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1DACE-E3FC-753F-6C2B-EBB0C64010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B7D91-DEE8-C08B-6C60-0A3585834269}"/>
              </a:ext>
            </a:extLst>
          </p:cNvPr>
          <p:cNvSpPr>
            <a:spLocks noGrp="1"/>
          </p:cNvSpPr>
          <p:nvPr>
            <p:ph type="body" idx="1"/>
          </p:nvPr>
        </p:nvSpPr>
        <p:spPr/>
        <p:txBody>
          <a:bodyPr/>
          <a:lstStyle/>
          <a:p>
            <a:r>
              <a:t>HTML一次情報: スライド8「Managed Disk」。本文の粒度は HTML に合わせる。</a:t>
            </a:r>
          </a:p>
        </p:txBody>
      </p:sp>
      <p:sp>
        <p:nvSpPr>
          <p:cNvPr id="4" name="Slide Number Placeholder 3">
            <a:extLst>
              <a:ext uri="{FF2B5EF4-FFF2-40B4-BE49-F238E27FC236}">
                <a16:creationId xmlns:a16="http://schemas.microsoft.com/office/drawing/2014/main" id="{64F73C8F-8700-F723-848E-247238C734E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5361283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スライド9「NIC と IP アドレス」。本文の粒度は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162E4-F0D4-9907-BC36-2D9317AF0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11F036-FA75-B0D1-072B-E81815A057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715519-272E-7826-C5DE-FDB170BF49CF}"/>
              </a:ext>
            </a:extLst>
          </p:cNvPr>
          <p:cNvSpPr>
            <a:spLocks noGrp="1"/>
          </p:cNvSpPr>
          <p:nvPr>
            <p:ph type="body" idx="1"/>
          </p:nvPr>
        </p:nvSpPr>
        <p:spPr/>
        <p:txBody>
          <a:bodyPr/>
          <a:lstStyle/>
          <a:p>
            <a:r>
              <a:t>HTML一次情報: スライド9「NIC と IP アドレス」。本文の粒度は HTML に合わせる。</a:t>
            </a:r>
          </a:p>
        </p:txBody>
      </p:sp>
      <p:sp>
        <p:nvSpPr>
          <p:cNvPr id="4" name="Slide Number Placeholder 3">
            <a:extLst>
              <a:ext uri="{FF2B5EF4-FFF2-40B4-BE49-F238E27FC236}">
                <a16:creationId xmlns:a16="http://schemas.microsoft.com/office/drawing/2014/main" id="{BF190584-6C0C-0885-2E7A-5F1668C1CE6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87464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スライド10「VNet とサブネット」。本文の粒度は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A4C38-AFEF-A827-9F4F-37197CE82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7867AF-44DE-BBB6-C3CD-433B5FB44C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8FA734-5C94-B2E6-7D8D-6BD062D3378A}"/>
              </a:ext>
            </a:extLst>
          </p:cNvPr>
          <p:cNvSpPr>
            <a:spLocks noGrp="1"/>
          </p:cNvSpPr>
          <p:nvPr>
            <p:ph type="body" idx="1"/>
          </p:nvPr>
        </p:nvSpPr>
        <p:spPr/>
        <p:txBody>
          <a:bodyPr/>
          <a:lstStyle/>
          <a:p>
            <a:r>
              <a:t>HTML一次情報: スライド10「VNet とサブネット」。本文の粒度は HTML に合わせる。</a:t>
            </a:r>
          </a:p>
        </p:txBody>
      </p:sp>
      <p:sp>
        <p:nvSpPr>
          <p:cNvPr id="4" name="Slide Number Placeholder 3">
            <a:extLst>
              <a:ext uri="{FF2B5EF4-FFF2-40B4-BE49-F238E27FC236}">
                <a16:creationId xmlns:a16="http://schemas.microsoft.com/office/drawing/2014/main" id="{2EE632C2-5389-D0DB-0157-C60029C752B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2663221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6E3A1-8F53-8E85-8968-FEA01AD8BE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7002F4-5C93-B0E6-8E6C-837701297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ECBCA4-2ACF-D328-7765-A3CEB1FB7317}"/>
              </a:ext>
            </a:extLst>
          </p:cNvPr>
          <p:cNvSpPr>
            <a:spLocks noGrp="1"/>
          </p:cNvSpPr>
          <p:nvPr>
            <p:ph type="body" idx="1"/>
          </p:nvPr>
        </p:nvSpPr>
        <p:spPr/>
        <p:txBody>
          <a:bodyPr/>
          <a:lstStyle/>
          <a:p>
            <a:r>
              <a:t>HTML一次情報: スライド10「VNet とサブネット」。本文の粒度は HTML に合わせる。</a:t>
            </a:r>
          </a:p>
        </p:txBody>
      </p:sp>
      <p:sp>
        <p:nvSpPr>
          <p:cNvPr id="4" name="Slide Number Placeholder 3">
            <a:extLst>
              <a:ext uri="{FF2B5EF4-FFF2-40B4-BE49-F238E27FC236}">
                <a16:creationId xmlns:a16="http://schemas.microsoft.com/office/drawing/2014/main" id="{28A46D5C-DD18-8988-22A0-B40D69F5975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621884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スライド11「NSG」。本文の粒度は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4831-6208-DFDE-9D39-BA814E9A65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6E67B-50D0-EE56-8454-9C8F15051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21B580-24F9-D186-57D7-D710DB5F5F14}"/>
              </a:ext>
            </a:extLst>
          </p:cNvPr>
          <p:cNvSpPr>
            <a:spLocks noGrp="1"/>
          </p:cNvSpPr>
          <p:nvPr>
            <p:ph type="body" idx="1"/>
          </p:nvPr>
        </p:nvSpPr>
        <p:spPr/>
        <p:txBody>
          <a:bodyPr/>
          <a:lstStyle/>
          <a:p>
            <a:r>
              <a:t>HTML一次情報: スライド10「VNet とサブネット」。本文の粒度は HTML に合わせる。</a:t>
            </a:r>
          </a:p>
        </p:txBody>
      </p:sp>
      <p:sp>
        <p:nvSpPr>
          <p:cNvPr id="4" name="Slide Number Placeholder 3">
            <a:extLst>
              <a:ext uri="{FF2B5EF4-FFF2-40B4-BE49-F238E27FC236}">
                <a16:creationId xmlns:a16="http://schemas.microsoft.com/office/drawing/2014/main" id="{0CE0AB3F-B992-A8DF-F55F-3E29C41A91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391731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スライド12「Route Table/UDR」。本文の粒度は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スライド13「今日作るアーキテクチャ」。本文の粒度は HTML に合わせる。</a:t>
            </a:r>
          </a:p>
          <a:p>
            <a:r>
              <a:t>講師メモ: VM、Disk、NIC、VNet、Public IP、NSG の関係を構成図に戻して説明する。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スライド14「ハンズオンで使う値」。本文の粒度は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スライド15「ハンズオンの流れ」。本文の粒度は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スライド16「Azure Portal にサインイン」。本文の粒度は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スライド17「リソースグループを作成する」。本文の粒度は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9FAD-259C-8586-A572-C4AEF4D4EE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D87BB6-8D01-035E-F8A4-D9A26BF8A9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C68F3A-B9B4-A588-D881-59E0A4BB1739}"/>
              </a:ext>
            </a:extLst>
          </p:cNvPr>
          <p:cNvSpPr>
            <a:spLocks noGrp="1"/>
          </p:cNvSpPr>
          <p:nvPr>
            <p:ph type="body" idx="1"/>
          </p:nvPr>
        </p:nvSpPr>
        <p:spPr/>
        <p:txBody>
          <a:bodyPr/>
          <a:lstStyle/>
          <a:p>
            <a:r>
              <a:t>HTML一次情報: スライド17「リソースグループを作成する」。本文の粒度は HTML に合わせる。</a:t>
            </a:r>
          </a:p>
          <a:p>
            <a:r>
              <a:t>操作メモ: スクリーンショットの順序を崩さず、Portal の実画面確認として扱う。マスク済み情報は推測しない。</a:t>
            </a:r>
          </a:p>
        </p:txBody>
      </p:sp>
      <p:sp>
        <p:nvSpPr>
          <p:cNvPr id="4" name="Slide Number Placeholder 3">
            <a:extLst>
              <a:ext uri="{FF2B5EF4-FFF2-40B4-BE49-F238E27FC236}">
                <a16:creationId xmlns:a16="http://schemas.microsoft.com/office/drawing/2014/main" id="{78E8C023-DF13-BD80-E3BF-8279830F1FF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10842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スライド18「リソースグループ作成を確認する」。本文の粒度は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スライド19「VM 作成を開始する」。本文の粒度は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スライド20「VM の基本情報を入力する」。本文の粒度は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383FC-976F-5501-03A8-6015B7FFE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2449F-D826-27A2-F808-2C2CCA534A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978E8-953E-05F9-8636-EC1EC31AD0B1}"/>
              </a:ext>
            </a:extLst>
          </p:cNvPr>
          <p:cNvSpPr>
            <a:spLocks noGrp="1"/>
          </p:cNvSpPr>
          <p:nvPr>
            <p:ph type="body" idx="1"/>
          </p:nvPr>
        </p:nvSpPr>
        <p:spPr/>
        <p:txBody>
          <a:bodyPr/>
          <a:lstStyle/>
          <a:p>
            <a:r>
              <a:t>HTML一次情報: スライド20「VM の基本情報を入力する」。本文の粒度は HTML に合わせる。</a:t>
            </a:r>
          </a:p>
          <a:p>
            <a:r>
              <a:t>操作メモ: スクリーンショットの順序を崩さず、Portal の実画面確認として扱う。マスク済み情報は推測しない。</a:t>
            </a:r>
          </a:p>
        </p:txBody>
      </p:sp>
      <p:sp>
        <p:nvSpPr>
          <p:cNvPr id="4" name="Slide Number Placeholder 3">
            <a:extLst>
              <a:ext uri="{FF2B5EF4-FFF2-40B4-BE49-F238E27FC236}">
                <a16:creationId xmlns:a16="http://schemas.microsoft.com/office/drawing/2014/main" id="{94F1D4B0-8BB0-FCB7-19BE-59EDAD7868B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3921475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3AD61-6808-8E0E-8A00-6E2733F45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58A51F-E025-9786-3E1F-C94E7D417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DD4A58-FE0C-E64E-94B9-0DF44C181F1E}"/>
              </a:ext>
            </a:extLst>
          </p:cNvPr>
          <p:cNvSpPr>
            <a:spLocks noGrp="1"/>
          </p:cNvSpPr>
          <p:nvPr>
            <p:ph type="body" idx="1"/>
          </p:nvPr>
        </p:nvSpPr>
        <p:spPr/>
        <p:txBody>
          <a:bodyPr/>
          <a:lstStyle/>
          <a:p>
            <a:r>
              <a:t>HTML一次情報: スライド20「VM の基本情報を入力する」。本文の粒度は HTML に合わせる。</a:t>
            </a:r>
          </a:p>
          <a:p>
            <a:r>
              <a:t>操作メモ: スクリーンショットの順序を崩さず、Portal の実画面確認として扱う。マスク済み情報は推測しない。</a:t>
            </a:r>
          </a:p>
        </p:txBody>
      </p:sp>
      <p:sp>
        <p:nvSpPr>
          <p:cNvPr id="4" name="Slide Number Placeholder 3">
            <a:extLst>
              <a:ext uri="{FF2B5EF4-FFF2-40B4-BE49-F238E27FC236}">
                <a16:creationId xmlns:a16="http://schemas.microsoft.com/office/drawing/2014/main" id="{621659CC-C866-4B86-E09F-9B1BB7CE380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295119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スライド23「ディスク設定を確認する」。本文の粒度は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スライド24「ネットワーク設定を確認する」。本文の粒度は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8B38D-3A98-73CB-20FB-8017F73C4D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59B7C-3CF3-D08B-2EBD-3A4D59BB13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4E7C3-27E9-5A3A-97EF-1F0770DE7D2A}"/>
              </a:ext>
            </a:extLst>
          </p:cNvPr>
          <p:cNvSpPr>
            <a:spLocks noGrp="1"/>
          </p:cNvSpPr>
          <p:nvPr>
            <p:ph type="body" idx="1"/>
          </p:nvPr>
        </p:nvSpPr>
        <p:spPr/>
        <p:txBody>
          <a:bodyPr/>
          <a:lstStyle/>
          <a:p>
            <a:r>
              <a:t>HTML一次情報: スライド24「ネットワーク設定を確認する」。本文の粒度は HTML に合わせる。</a:t>
            </a:r>
          </a:p>
          <a:p>
            <a:r>
              <a:t>操作メモ: スクリーンショットの順序を崩さず、Portal の実画面確認として扱う。マスク済み情報は推測しない。</a:t>
            </a:r>
          </a:p>
        </p:txBody>
      </p:sp>
      <p:sp>
        <p:nvSpPr>
          <p:cNvPr id="4" name="Slide Number Placeholder 3">
            <a:extLst>
              <a:ext uri="{FF2B5EF4-FFF2-40B4-BE49-F238E27FC236}">
                <a16:creationId xmlns:a16="http://schemas.microsoft.com/office/drawing/2014/main" id="{EEA36FDC-821F-9D76-4A4E-DECC7A6E5F1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337933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スライド25「カスタムデータを設定する」。本文の粒度は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スライド26「タグを設定する」。本文の粒度は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スライド27「内容を確認して作成する」。本文の粒度は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スライド28「デプロイ完了を待つ」。本文の粒度は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スライド29「VM の Overview を確認する」。本文の粒度は HTML に合わせる。</a:t>
            </a:r>
          </a:p>
          <a:p>
            <a:r>
              <a:t>操作メモ: スクリーンショットの順序を崩さず、Portal の実画面確認として扱う。マスク済み情報は推測しない。</a:t>
            </a:r>
          </a:p>
          <a:p>
            <a:r>
              <a:t>トラブル時: VM 状態、Public IP、HTTP、NSG、cloud-init の順で確認する。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8E441-174D-4C3D-00EE-CAA49CE25E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C05F50-5CF7-3C2A-E313-7D5F327B72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B3C99D-C4D9-5402-4B36-B0760A8AA5E1}"/>
              </a:ext>
            </a:extLst>
          </p:cNvPr>
          <p:cNvSpPr>
            <a:spLocks noGrp="1"/>
          </p:cNvSpPr>
          <p:nvPr>
            <p:ph type="body" idx="1"/>
          </p:nvPr>
        </p:nvSpPr>
        <p:spPr/>
        <p:txBody>
          <a:bodyPr/>
          <a:lstStyle/>
          <a:p>
            <a:r>
              <a:t>HTML一次情報: スライド29「VM の Overview を確認する」。本文の粒度は HTML に合わせる。</a:t>
            </a:r>
          </a:p>
          <a:p>
            <a:r>
              <a:t>操作メモ: スクリーンショットの順序を崩さず、Portal の実画面確認として扱う。マスク済み情報は推測しない。</a:t>
            </a:r>
          </a:p>
          <a:p>
            <a:r>
              <a:t>トラブル時: VM 状態、Public IP、HTTP、NSG、cloud-init の順で確認する。</a:t>
            </a:r>
          </a:p>
        </p:txBody>
      </p:sp>
      <p:sp>
        <p:nvSpPr>
          <p:cNvPr id="4" name="Slide Number Placeholder 3">
            <a:extLst>
              <a:ext uri="{FF2B5EF4-FFF2-40B4-BE49-F238E27FC236}">
                <a16:creationId xmlns:a16="http://schemas.microsoft.com/office/drawing/2014/main" id="{C0052EF3-E135-76A5-0807-1C8498A2C53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74195615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スライド31「ブラウザーでアクセスする」。本文の粒度は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スライド32「表示されないときの見方」。本文の粒度は HTML に合わせる。</a:t>
            </a:r>
          </a:p>
          <a:p>
            <a:r>
              <a:t>トラブル時: VM 状態、Public IP、HTTP、NSG、cloud-init の順で確認する。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スライド33「NSG の受信ルールを確認する」。本文の粒度は HTML に合わせる。</a:t>
            </a:r>
          </a:p>
          <a:p>
            <a:r>
              <a:t>トラブル時: VM 状態、Public IP、HTTP、NSG、cloud-init の順で確認する。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スライド35「構築した構成を振り返る」。本文の粒度は HTML に合わせる。</a:t>
            </a:r>
          </a:p>
          <a:p>
            <a:r>
              <a:t>講師メモ: VM、Disk、NIC、VNet、Public IP、NSG の関係を構成図に戻して説明する。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スライド37「コストが発生する場所」。本文の粒度は HTML に合わせる。</a:t>
            </a:r>
          </a:p>
          <a:p>
            <a:r>
              <a:t>重要: VM 停止ではなく、受講者ごとのリソースグループ削除までを完了条件にする。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HTML一次情報</a:t>
            </a:r>
            <a:r>
              <a:rPr dirty="0"/>
              <a:t>: スライド38「リソースグループを削除する」。</a:t>
            </a:r>
            <a:r>
              <a:rPr dirty="0" err="1"/>
              <a:t>本文の粒度は</a:t>
            </a:r>
            <a:r>
              <a:rPr dirty="0"/>
              <a:t> HTML </a:t>
            </a:r>
            <a:r>
              <a:rPr dirty="0" err="1"/>
              <a:t>に合わせる</a:t>
            </a:r>
            <a:r>
              <a:rPr dirty="0"/>
              <a:t>。</a:t>
            </a:r>
          </a:p>
          <a:p>
            <a:r>
              <a:rPr dirty="0" err="1"/>
              <a:t>重要</a:t>
            </a:r>
            <a:r>
              <a:rPr dirty="0"/>
              <a:t>: VM </a:t>
            </a:r>
            <a:r>
              <a:rPr dirty="0" err="1"/>
              <a:t>停止ではなく、受講者ごとのリソースグループ削除までを完了条件にする</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スライド39「削除完了を確認する」。本文の粒度は HTML に合わせる。</a:t>
            </a:r>
          </a:p>
          <a:p>
            <a:r>
              <a:t>重要: VM 停止ではなく、受講者ごとのリソースグループ削除までを完了条件にする。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スライド41「よくある失敗」。本文の粒度は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スライド44「確認クイズ」。本文の粒度は HTML に合わせる。</a:t>
            </a:r>
          </a:p>
          <a:p>
            <a:r>
              <a:t>確認クイズ: 正解だけでなく、なぜそのリソースが必要なのかを受講者の言葉で説明してもらう。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スライド45「次回予告」。本文の粒度は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標準スライドマスター">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4907625"/>
          </a:xfrm>
        </p:spPr>
        <p:txBody>
          <a:bodyPr>
            <a:normAutofit/>
          </a:bodyPr>
          <a:lstStyle>
            <a:lvl1pPr>
              <a:buNone/>
              <a:defRPr sz="1600">
                <a:latin typeface="Yu Gothic UI"/>
                <a:ea typeface="Yu Gothic UI"/>
                <a:cs typeface="Yu Gothic UI"/>
              </a:defRPr>
            </a:lvl1pPr>
            <a:lvl2pPr>
              <a:buNone/>
              <a:defRPr sz="1600">
                <a:latin typeface="Yu Gothic UI"/>
                <a:ea typeface="Yu Gothic UI"/>
                <a:cs typeface="Yu Gothic UI"/>
              </a:defRPr>
            </a:lvl2pPr>
            <a:lvl3pPr>
              <a:buNone/>
              <a:defRPr sz="1600">
                <a:latin typeface="Yu Gothic UI"/>
                <a:ea typeface="Yu Gothic UI"/>
                <a:cs typeface="Yu Gothic UI"/>
              </a:defRPr>
            </a:lvl3pPr>
            <a:lvl4pPr>
              <a:buNone/>
              <a:defRPr sz="1600">
                <a:latin typeface="Yu Gothic UI"/>
                <a:ea typeface="Yu Gothic UI"/>
                <a:cs typeface="Yu Gothic UI"/>
              </a:defRPr>
            </a:lvl4pPr>
            <a:lvl5pPr>
              <a:buNone/>
              <a:defRPr sz="16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スライド表紙">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AA04A7EC-51A4-2CCD-C19C-6471CA721861}"/>
              </a:ext>
            </a:extLst>
          </p:cNvPr>
          <p:cNvSpPr>
            <a:spLocks noGrp="1"/>
          </p:cNvSpPr>
          <p:nvPr>
            <p:ph type="ctrTitle"/>
          </p:nvPr>
        </p:nvSpPr>
        <p:spPr>
          <a:xfrm>
            <a:off x="1524000" y="1122363"/>
            <a:ext cx="9144000" cy="2387600"/>
          </a:xfrm>
        </p:spPr>
        <p:txBody>
          <a:bodyPr anchor="b">
            <a:normAutofit/>
          </a:bodyPr>
          <a:lstStyle>
            <a:lvl1pPr algn="ctr">
              <a:buNone/>
              <a:defRPr sz="4000"/>
            </a:lvl1pPr>
          </a:lstStyle>
          <a:p>
            <a:endParaRPr/>
          </a:p>
        </p:txBody>
      </p:sp>
      <p:sp>
        <p:nvSpPr>
          <p:cNvPr id="4" name="字幕 2">
            <a:extLst>
              <a:ext uri="{FF2B5EF4-FFF2-40B4-BE49-F238E27FC236}">
                <a16:creationId xmlns:a16="http://schemas.microsoft.com/office/drawing/2014/main" id="{6FAFA8D3-BD7F-63F6-E03A-E4C1097B0C91}"/>
              </a:ext>
            </a:extLst>
          </p:cNvPr>
          <p:cNvSpPr>
            <a:spLocks noGrp="1"/>
          </p:cNvSpPr>
          <p:nvPr>
            <p:ph type="subTitle" idx="1"/>
          </p:nvPr>
        </p:nvSpPr>
        <p:spPr>
          <a:xfrm>
            <a:off x="1524000" y="3602038"/>
            <a:ext cx="9144000" cy="863362"/>
          </a:xfrm>
        </p:spPr>
        <p:txBody>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a:p>
        </p:txBody>
      </p:sp>
      <p:sp>
        <p:nvSpPr>
          <p:cNvPr id="9" name="テキスト プレースホルダー 8">
            <a:extLst>
              <a:ext uri="{FF2B5EF4-FFF2-40B4-BE49-F238E27FC236}">
                <a16:creationId xmlns:a16="http://schemas.microsoft.com/office/drawing/2014/main" id="{CFB302AD-8C05-763D-CA33-038DD291D42B}"/>
              </a:ext>
            </a:extLst>
          </p:cNvPr>
          <p:cNvSpPr>
            <a:spLocks noGrp="1"/>
          </p:cNvSpPr>
          <p:nvPr>
            <p:ph type="body" idx="10"/>
          </p:nvPr>
        </p:nvSpPr>
        <p:spPr>
          <a:xfrm>
            <a:off x="577356" y="5155452"/>
            <a:ext cx="5184775" cy="1221390"/>
          </a:xfrm>
        </p:spPr>
        <p:txBody>
          <a:bodyPr/>
          <a:lstStyle>
            <a:lvl1pPr>
              <a:spcBef>
                <a:spcPts val="400"/>
              </a:spcBef>
              <a:buNone/>
              <a:defRPr sz="2400"/>
            </a:lvl1pPr>
          </a:lstStyle>
          <a:p>
            <a:endParaRPr/>
          </a:p>
        </p:txBody>
      </p:sp>
      <p:sp>
        <p:nvSpPr>
          <p:cNvPr id="12" name="テキスト プレースホルダー 11">
            <a:extLst>
              <a:ext uri="{FF2B5EF4-FFF2-40B4-BE49-F238E27FC236}">
                <a16:creationId xmlns:a16="http://schemas.microsoft.com/office/drawing/2014/main" id="{C5F34568-844A-6D62-99C6-A28EF2F3CC14}"/>
              </a:ext>
            </a:extLst>
          </p:cNvPr>
          <p:cNvSpPr>
            <a:spLocks noGrp="1"/>
          </p:cNvSpPr>
          <p:nvPr>
            <p:ph type="body" idx="11"/>
          </p:nvPr>
        </p:nvSpPr>
        <p:spPr>
          <a:xfrm>
            <a:off x="9282113" y="5919642"/>
            <a:ext cx="2572430" cy="457200"/>
          </a:xfrm>
        </p:spPr>
        <p:txBody>
          <a:bodyPr>
            <a:noAutofit/>
          </a:bodyPr>
          <a:lstStyle>
            <a:lvl1pPr algn="r">
              <a:buNone/>
              <a:defRPr sz="2400"/>
            </a:lvl1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1173825"/>
          </a:xfrm>
        </p:spPr>
        <p:txBody>
          <a:bodyPr>
            <a:noAutofit/>
          </a:bodyPr>
          <a:lstStyle>
            <a:lvl1pPr marL="9525" indent="-9525">
              <a:buNone/>
              <a:defRPr sz="1800">
                <a:latin typeface="Yu Gothic UI"/>
                <a:ea typeface="Yu Gothic UI"/>
                <a:cs typeface="Yu Gothic UI"/>
              </a:defRPr>
            </a:lvl1pPr>
            <a:lvl2pPr marL="449263" indent="0">
              <a:buNone/>
              <a:defRPr sz="1800">
                <a:latin typeface="Yu Gothic UI"/>
                <a:ea typeface="Yu Gothic UI"/>
                <a:cs typeface="Yu Gothic UI"/>
              </a:defRPr>
            </a:lvl2pPr>
            <a:lvl3pPr marL="890588" indent="0">
              <a:buNone/>
              <a:defRPr sz="1800">
                <a:latin typeface="Yu Gothic UI"/>
                <a:ea typeface="Yu Gothic UI"/>
                <a:cs typeface="Yu Gothic UI"/>
              </a:defRPr>
            </a:lvl3pPr>
            <a:lvl4pPr marL="1341438" indent="0">
              <a:buNone/>
              <a:defRPr sz="1800">
                <a:latin typeface="Yu Gothic UI"/>
                <a:ea typeface="Yu Gothic UI"/>
                <a:cs typeface="Yu Gothic UI"/>
              </a:defRPr>
            </a:lvl4pPr>
            <a:lvl5pPr marL="1822450" indent="0">
              <a:buNone/>
              <a:defRPr sz="18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エンドクレジット">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セクションタイトル">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D02FB24-493B-4123-A0B6-09180120D3D5}"/>
              </a:ext>
            </a:extLst>
          </p:cNvPr>
          <p:cNvSpPr>
            <a:spLocks noGrp="1"/>
          </p:cNvSpPr>
          <p:nvPr>
            <p:ph type="dt" idx="10"/>
          </p:nvPr>
        </p:nvSpPr>
        <p:spPr/>
        <p:txBody>
          <a:bodyPr/>
          <a:lstStyle/>
          <a:p>
            <a:endParaRPr/>
          </a:p>
        </p:txBody>
      </p:sp>
      <p:sp>
        <p:nvSpPr>
          <p:cNvPr id="3" name="フッター プレースホルダー 2">
            <a:extLst>
              <a:ext uri="{FF2B5EF4-FFF2-40B4-BE49-F238E27FC236}">
                <a16:creationId xmlns:a16="http://schemas.microsoft.com/office/drawing/2014/main" id="{8890D093-FE2F-4604-946C-D15AB7EBF10A}"/>
              </a:ext>
            </a:extLst>
          </p:cNvPr>
          <p:cNvSpPr>
            <a:spLocks noGrp="1"/>
          </p:cNvSpPr>
          <p:nvPr>
            <p:ph type="ftr" idx="11"/>
          </p:nvPr>
        </p:nvSpPr>
        <p:spPr/>
        <p:txBody>
          <a:bodyPr/>
          <a:lstStyle/>
          <a:p>
            <a:endParaRPr/>
          </a:p>
        </p:txBody>
      </p:sp>
      <p:sp>
        <p:nvSpPr>
          <p:cNvPr id="4" name="スライド番号プレースホルダー 3">
            <a:extLst>
              <a:ext uri="{FF2B5EF4-FFF2-40B4-BE49-F238E27FC236}">
                <a16:creationId xmlns:a16="http://schemas.microsoft.com/office/drawing/2014/main" id="{9D7F2009-FCEB-48FE-8C7A-B8C659F513DD}"/>
              </a:ext>
            </a:extLst>
          </p:cNvPr>
          <p:cNvSpPr>
            <a:spLocks noGrp="1"/>
          </p:cNvSpPr>
          <p:nvPr>
            <p:ph type="sldNum" idx="12"/>
          </p:nvPr>
        </p:nvSpPr>
        <p:spPr/>
        <p:txBody>
          <a:bodyPr/>
          <a:lstStyle/>
          <a:p>
            <a:endParaRPr/>
          </a:p>
        </p:txBody>
      </p:sp>
      <p:sp>
        <p:nvSpPr>
          <p:cNvPr id="7" name="テキスト プレースホルダー 6">
            <a:extLst>
              <a:ext uri="{FF2B5EF4-FFF2-40B4-BE49-F238E27FC236}">
                <a16:creationId xmlns:a16="http://schemas.microsoft.com/office/drawing/2014/main" id="{C8DCFE20-2760-245C-6805-9307FDD861B2}"/>
              </a:ext>
            </a:extLst>
          </p:cNvPr>
          <p:cNvSpPr>
            <a:spLocks noGrp="1"/>
          </p:cNvSpPr>
          <p:nvPr>
            <p:ph type="body" idx="13"/>
          </p:nvPr>
        </p:nvSpPr>
        <p:spPr>
          <a:xfrm>
            <a:off x="838200" y="2716213"/>
            <a:ext cx="10374313" cy="2262187"/>
          </a:xfrm>
        </p:spPr>
        <p:txBody>
          <a:bodyPr/>
          <a:lstStyle>
            <a:lvl1pPr>
              <a:buNone/>
              <a:defRPr sz="3600"/>
            </a:lvl1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リード文な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C"/>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B48D7FF-B78B-44FF-983F-50666A1D5F7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endParaRPr/>
          </a:p>
        </p:txBody>
      </p:sp>
      <p:sp>
        <p:nvSpPr>
          <p:cNvPr id="3" name="テキスト プレースホルダー 2">
            <a:extLst>
              <a:ext uri="{FF2B5EF4-FFF2-40B4-BE49-F238E27FC236}">
                <a16:creationId xmlns:a16="http://schemas.microsoft.com/office/drawing/2014/main" id="{E698EC68-E480-458A-B36D-265A18218A83}"/>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endParaRPr/>
          </a:p>
        </p:txBody>
      </p:sp>
      <p:sp>
        <p:nvSpPr>
          <p:cNvPr id="4" name="日付プレースホルダー 3">
            <a:extLst>
              <a:ext uri="{FF2B5EF4-FFF2-40B4-BE49-F238E27FC236}">
                <a16:creationId xmlns:a16="http://schemas.microsoft.com/office/drawing/2014/main" id="{F91653D7-C620-4352-A865-1F041D89FB04}"/>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endParaRPr/>
          </a:p>
        </p:txBody>
      </p:sp>
      <p:sp>
        <p:nvSpPr>
          <p:cNvPr id="5" name="フッター プレースホルダー 4">
            <a:extLst>
              <a:ext uri="{FF2B5EF4-FFF2-40B4-BE49-F238E27FC236}">
                <a16:creationId xmlns:a16="http://schemas.microsoft.com/office/drawing/2014/main" id="{56603EA2-4A43-4B89-B70F-998BB42EEB64}"/>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スライド番号プレースホルダー 5">
            <a:extLst>
              <a:ext uri="{FF2B5EF4-FFF2-40B4-BE49-F238E27FC236}">
                <a16:creationId xmlns:a16="http://schemas.microsoft.com/office/drawing/2014/main" id="{D9C29C83-EA4C-4F10-BAC0-CA53A8B36BC8}"/>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Yu Gothic UI"/>
          <a:ea typeface="Yu Gothic UI"/>
          <a:cs typeface="Yu Gothic UI"/>
        </a:defRPr>
      </a:lvl1pPr>
    </p:titleStyle>
    <p:body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5.svg"/><Relationship Id="rId5" Type="http://schemas.openxmlformats.org/officeDocument/2006/relationships/image" Target="../media/image11.svg"/><Relationship Id="rId4" Type="http://schemas.openxmlformats.org/officeDocument/2006/relationships/image" Target="../media/image6.sv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6.sv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wmf"/></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1.svg"/><Relationship Id="rId7" Type="http://schemas.openxmlformats.org/officeDocument/2006/relationships/image" Target="../media/image6.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2.sv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hyperlink" Target="https://portal.azure.com/"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42.png"/></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2.xml"/><Relationship Id="rId1" Type="http://schemas.openxmlformats.org/officeDocument/2006/relationships/slideLayout" Target="../slideLayouts/slideLayout3.xml"/><Relationship Id="rId5" Type="http://schemas.openxmlformats.org/officeDocument/2006/relationships/image" Target="../media/image4.svg"/><Relationship Id="rId4" Type="http://schemas.openxmlformats.org/officeDocument/2006/relationships/image" Target="../media/image3.svg"/></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44.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6.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28.png"/></Relationships>
</file>

<file path=ppt/slides/_rels/slide4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48.svg"/><Relationship Id="rId2" Type="http://schemas.openxmlformats.org/officeDocument/2006/relationships/notesSlide" Target="../notesSlides/notesSlide50.xml"/><Relationship Id="rId1" Type="http://schemas.openxmlformats.org/officeDocument/2006/relationships/slideLayout" Target="../slideLayouts/slideLayout3.xml"/><Relationship Id="rId6" Type="http://schemas.openxmlformats.org/officeDocument/2006/relationships/image" Target="../media/image6.svg"/><Relationship Id="rId5" Type="http://schemas.openxmlformats.org/officeDocument/2006/relationships/image" Target="../media/image4.svg"/><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DC00B6BF-88C5-48A2-8D76-F95A2A4FBB9A}"/>
              </a:ext>
            </a:extLst>
          </p:cNvPr>
          <p:cNvSpPr>
            <a:spLocks noGrp="1"/>
          </p:cNvSpPr>
          <p:nvPr/>
        </p:nvSpPr>
        <p:spPr>
          <a:xfrm>
            <a:off x="0" y="0"/>
            <a:ext cx="12192000" cy="6858000"/>
          </a:xfrm>
          <a:prstGeom prst="rect">
            <a:avLst/>
          </a:prstGeom>
          <a:solidFill>
            <a:srgbClr val="FFFFFF"/>
          </a:solidFill>
          <a:ln w="0">
            <a:solidFill>
              <a:srgbClr val="000000">
                <a:alpha val="0"/>
              </a:srgbClr>
            </a:solidFill>
            <a:prstDash val="solid"/>
          </a:ln>
        </p:spPr>
        <p:txBody>
          <a:bodyPr/>
          <a:lstStyle/>
          <a:p>
            <a:endParaRPr lang="ja-JP" altLang="en-US"/>
          </a:p>
        </p:txBody>
      </p:sp>
      <p:sp>
        <p:nvSpPr>
          <p:cNvPr id="2" name="正方形/長方形 1">
            <a:extLst>
              <a:ext uri="{FF2B5EF4-FFF2-40B4-BE49-F238E27FC236}">
                <a16:creationId xmlns:a16="http://schemas.microsoft.com/office/drawing/2014/main" id="{81445921-59C9-41E6-9C1B-92F61509A245}"/>
              </a:ext>
            </a:extLst>
          </p:cNvPr>
          <p:cNvSpPr>
            <a:spLocks noGrp="1"/>
          </p:cNvSpPr>
          <p:nvPr/>
        </p:nvSpPr>
        <p:spPr>
          <a:xfrm>
            <a:off x="0" y="0"/>
            <a:ext cx="4629150" cy="6858000"/>
          </a:xfrm>
          <a:prstGeom prst="rect">
            <a:avLst/>
          </a:prstGeom>
          <a:solidFill>
            <a:srgbClr val="EAF1FB"/>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AEF37F54-1768-4CA7-B726-6B0EF9FEE20A}"/>
              </a:ext>
            </a:extLst>
          </p:cNvPr>
          <p:cNvSpPr>
            <a:spLocks noGrp="1"/>
          </p:cNvSpPr>
          <p:nvPr/>
        </p:nvSpPr>
        <p:spPr>
          <a:xfrm>
            <a:off x="0" y="0"/>
            <a:ext cx="171450" cy="6858000"/>
          </a:xfrm>
          <a:prstGeom prst="rect">
            <a:avLst/>
          </a:prstGeom>
          <a:solidFill>
            <a:srgbClr val="4472C4"/>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101A15F1-4EB2-4C62-9E56-DCCFBD3EDDFB}"/>
              </a:ext>
            </a:extLst>
          </p:cNvPr>
          <p:cNvSpPr>
            <a:spLocks noGrp="1"/>
          </p:cNvSpPr>
          <p:nvPr/>
        </p:nvSpPr>
        <p:spPr>
          <a:xfrm>
            <a:off x="742950" y="819150"/>
            <a:ext cx="342900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Azure Workshop</a:t>
            </a:r>
          </a:p>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for Beginners</a:t>
            </a:r>
          </a:p>
        </p:txBody>
      </p:sp>
      <p:sp>
        <p:nvSpPr>
          <p:cNvPr id="5" name="正方形/長方形 4">
            <a:extLst>
              <a:ext uri="{FF2B5EF4-FFF2-40B4-BE49-F238E27FC236}">
                <a16:creationId xmlns:a16="http://schemas.microsoft.com/office/drawing/2014/main" id="{259CC252-FD2E-416D-A656-E0610C781A8F}"/>
              </a:ext>
            </a:extLst>
          </p:cNvPr>
          <p:cNvSpPr>
            <a:spLocks noGrp="1"/>
          </p:cNvSpPr>
          <p:nvPr/>
        </p:nvSpPr>
        <p:spPr>
          <a:xfrm>
            <a:off x="5219700" y="1295400"/>
            <a:ext cx="5810250" cy="990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625" b="1">
                <a:solidFill>
                  <a:srgbClr val="1F2937"/>
                </a:solidFill>
                <a:latin typeface="Meiryo UI"/>
                <a:ea typeface="Meiryo UI"/>
                <a:cs typeface="Meiryo UI"/>
              </a:defRPr>
            </a:pPr>
            <a:r>
              <a:rPr sz="2625" b="1">
                <a:solidFill>
                  <a:srgbClr val="1F2937"/>
                </a:solidFill>
                <a:latin typeface="Meiryo UI"/>
                <a:ea typeface="Meiryo UI"/>
                <a:cs typeface="Meiryo UI"/>
              </a:rPr>
              <a:t>Azure VM をつかった Web サーバ構築</a:t>
            </a:r>
          </a:p>
        </p:txBody>
      </p:sp>
      <p:sp>
        <p:nvSpPr>
          <p:cNvPr id="6" name="正方形/長方形 5">
            <a:extLst>
              <a:ext uri="{FF2B5EF4-FFF2-40B4-BE49-F238E27FC236}">
                <a16:creationId xmlns:a16="http://schemas.microsoft.com/office/drawing/2014/main" id="{9BEEF681-1D63-42E8-BFF7-E34C3B0DB599}"/>
              </a:ext>
            </a:extLst>
          </p:cNvPr>
          <p:cNvSpPr>
            <a:spLocks noGrp="1"/>
          </p:cNvSpPr>
          <p:nvPr/>
        </p:nvSpPr>
        <p:spPr>
          <a:xfrm>
            <a:off x="5257800" y="2571750"/>
            <a:ext cx="5524500" cy="1009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0">
                <a:solidFill>
                  <a:srgbClr val="344054"/>
                </a:solidFill>
                <a:latin typeface="Yu Gothic UI"/>
                <a:ea typeface="Yu Gothic UI"/>
                <a:cs typeface="Yu Gothic UI"/>
              </a:defRPr>
            </a:pPr>
            <a:r>
              <a:rPr sz="1238" b="0">
                <a:solidFill>
                  <a:srgbClr val="344054"/>
                </a:solidFill>
                <a:latin typeface="Yu Gothic UI"/>
                <a:ea typeface="Yu Gothic UI"/>
                <a:cs typeface="Yu Gothic UI"/>
              </a:rPr>
              <a:t>この回では、Azure Portal で Linux VM を作成し、起動時スクリプトで NGINX をインストールして、インターネットから Web サーバへアクセスできることを確認します。</a:t>
            </a:r>
          </a:p>
        </p:txBody>
      </p:sp>
      <p:sp>
        <p:nvSpPr>
          <p:cNvPr id="7" name="正方形/長方形 6">
            <a:extLst>
              <a:ext uri="{FF2B5EF4-FFF2-40B4-BE49-F238E27FC236}">
                <a16:creationId xmlns:a16="http://schemas.microsoft.com/office/drawing/2014/main" id="{4CCD0285-AC0D-45B9-ACA0-F6FF23F3ADA7}"/>
              </a:ext>
            </a:extLst>
          </p:cNvPr>
          <p:cNvSpPr>
            <a:spLocks noGrp="1"/>
          </p:cNvSpPr>
          <p:nvPr/>
        </p:nvSpPr>
        <p:spPr>
          <a:xfrm>
            <a:off x="5257800" y="3943350"/>
            <a:ext cx="800100" cy="285750"/>
          </a:xfrm>
          <a:prstGeom prst="rect">
            <a:avLst/>
          </a:prstGeom>
          <a:solidFill>
            <a:srgbClr val="4472C4"/>
          </a:solidFill>
          <a:ln w="0">
            <a:solidFill>
              <a:srgbClr val="4472C4"/>
            </a:solidFill>
            <a:prstDash val="solid"/>
          </a:ln>
        </p:spPr>
        <p:txBody>
          <a:bodyPr lIns="76200" tIns="38100" rIns="76200" bIns="38100" anchor="ctr"/>
          <a:lstStyle/>
          <a:p>
            <a:pPr algn="ctr">
              <a:defRPr sz="788" b="1">
                <a:solidFill>
                  <a:srgbClr val="FFFFFF"/>
                </a:solidFill>
                <a:latin typeface="Yu Gothic UI"/>
                <a:ea typeface="Yu Gothic UI"/>
                <a:cs typeface="Yu Gothic UI"/>
              </a:defRPr>
            </a:pPr>
            <a:r>
              <a:rPr sz="788" b="1">
                <a:solidFill>
                  <a:srgbClr val="FFFFFF"/>
                </a:solidFill>
                <a:latin typeface="Yu Gothic UI"/>
                <a:ea typeface="Yu Gothic UI"/>
                <a:cs typeface="Yu Gothic UI"/>
              </a:rPr>
              <a:t>第3回</a:t>
            </a:r>
          </a:p>
        </p:txBody>
      </p:sp>
      <p:sp>
        <p:nvSpPr>
          <p:cNvPr id="8" name="正方形/長方形 7">
            <a:extLst>
              <a:ext uri="{FF2B5EF4-FFF2-40B4-BE49-F238E27FC236}">
                <a16:creationId xmlns:a16="http://schemas.microsoft.com/office/drawing/2014/main" id="{B86BDD7D-C7CB-4DCD-8D1C-357834D88F88}"/>
              </a:ext>
            </a:extLst>
          </p:cNvPr>
          <p:cNvSpPr>
            <a:spLocks noGrp="1"/>
          </p:cNvSpPr>
          <p:nvPr/>
        </p:nvSpPr>
        <p:spPr>
          <a:xfrm>
            <a:off x="6191250" y="3943350"/>
            <a:ext cx="2076450" cy="285750"/>
          </a:xfrm>
          <a:prstGeom prst="rect">
            <a:avLst/>
          </a:prstGeom>
          <a:solidFill>
            <a:srgbClr val="70AD47"/>
          </a:solidFill>
          <a:ln w="0">
            <a:solidFill>
              <a:srgbClr val="70AD47"/>
            </a:solidFill>
            <a:prstDash val="solid"/>
          </a:ln>
        </p:spPr>
        <p:txBody>
          <a:bodyPr lIns="76200" tIns="38100" rIns="76200" bIns="38100" anchor="ctr"/>
          <a:lstStyle/>
          <a:p>
            <a:pPr algn="ctr">
              <a:defRPr sz="788" b="1">
                <a:solidFill>
                  <a:srgbClr val="FFFFFF"/>
                </a:solidFill>
                <a:latin typeface="Yu Gothic UI"/>
                <a:ea typeface="Yu Gothic UI"/>
                <a:cs typeface="Yu Gothic UI"/>
              </a:defRPr>
            </a:pPr>
            <a:r>
              <a:rPr sz="788" b="1">
                <a:solidFill>
                  <a:srgbClr val="FFFFFF"/>
                </a:solidFill>
                <a:latin typeface="Yu Gothic UI"/>
                <a:ea typeface="Yu Gothic UI"/>
                <a:cs typeface="Yu Gothic UI"/>
              </a:rPr>
              <a:t>オンライン座学 + ハンズオン</a:t>
            </a:r>
          </a:p>
        </p:txBody>
      </p:sp>
      <p:sp>
        <p:nvSpPr>
          <p:cNvPr id="9" name="正方形/長方形 8">
            <a:extLst>
              <a:ext uri="{FF2B5EF4-FFF2-40B4-BE49-F238E27FC236}">
                <a16:creationId xmlns:a16="http://schemas.microsoft.com/office/drawing/2014/main" id="{251F5B06-1BBD-454E-8914-D0533F119B44}"/>
              </a:ext>
            </a:extLst>
          </p:cNvPr>
          <p:cNvSpPr>
            <a:spLocks noGrp="1"/>
          </p:cNvSpPr>
          <p:nvPr/>
        </p:nvSpPr>
        <p:spPr>
          <a:xfrm>
            <a:off x="8401050" y="3943350"/>
            <a:ext cx="1352550" cy="285750"/>
          </a:xfrm>
          <a:prstGeom prst="rect">
            <a:avLst/>
          </a:prstGeom>
          <a:solidFill>
            <a:srgbClr val="ED7D31"/>
          </a:solidFill>
          <a:ln w="0">
            <a:solidFill>
              <a:srgbClr val="ED7D31"/>
            </a:solidFill>
            <a:prstDash val="solid"/>
          </a:ln>
        </p:spPr>
        <p:txBody>
          <a:bodyPr lIns="76200" tIns="38100" rIns="76200" bIns="38100" anchor="ctr"/>
          <a:lstStyle/>
          <a:p>
            <a:pPr algn="ctr">
              <a:defRPr sz="788" b="1">
                <a:solidFill>
                  <a:srgbClr val="FFFFFF"/>
                </a:solidFill>
                <a:latin typeface="Yu Gothic UI"/>
                <a:ea typeface="Yu Gothic UI"/>
                <a:cs typeface="Yu Gothic UI"/>
              </a:defRPr>
            </a:pPr>
            <a:r>
              <a:rPr sz="788" b="1">
                <a:solidFill>
                  <a:srgbClr val="FFFFFF"/>
                </a:solidFill>
                <a:latin typeface="Yu Gothic UI"/>
                <a:ea typeface="Yu Gothic UI"/>
                <a:cs typeface="Yu Gothic UI"/>
              </a:rPr>
              <a:t>50分 + 10分 QA</a:t>
            </a:r>
          </a:p>
        </p:txBody>
      </p:sp>
      <p:sp>
        <p:nvSpPr>
          <p:cNvPr id="10" name="正方形/長方形 9">
            <a:extLst>
              <a:ext uri="{FF2B5EF4-FFF2-40B4-BE49-F238E27FC236}">
                <a16:creationId xmlns:a16="http://schemas.microsoft.com/office/drawing/2014/main" id="{2B561F34-A636-4DC1-AF14-E7AF4E00FBD3}"/>
              </a:ext>
            </a:extLst>
          </p:cNvPr>
          <p:cNvSpPr>
            <a:spLocks noGrp="1"/>
          </p:cNvSpPr>
          <p:nvPr/>
        </p:nvSpPr>
        <p:spPr>
          <a:xfrm>
            <a:off x="9886950" y="3943350"/>
            <a:ext cx="1295400" cy="285750"/>
          </a:xfrm>
          <a:prstGeom prst="rect">
            <a:avLst/>
          </a:prstGeom>
          <a:solidFill>
            <a:srgbClr val="0F766E"/>
          </a:solidFill>
          <a:ln w="0">
            <a:solidFill>
              <a:srgbClr val="0F766E"/>
            </a:solidFill>
            <a:prstDash val="solid"/>
          </a:ln>
        </p:spPr>
        <p:txBody>
          <a:bodyPr lIns="76200" tIns="38100" rIns="76200" bIns="38100" anchor="ctr"/>
          <a:lstStyle/>
          <a:p>
            <a:pPr algn="ctr">
              <a:defRPr sz="788" b="1">
                <a:solidFill>
                  <a:srgbClr val="FFFFFF"/>
                </a:solidFill>
                <a:latin typeface="Yu Gothic UI"/>
                <a:ea typeface="Yu Gothic UI"/>
                <a:cs typeface="Yu Gothic UI"/>
              </a:defRPr>
            </a:pPr>
            <a:r>
              <a:rPr sz="788" b="1">
                <a:solidFill>
                  <a:srgbClr val="FFFFFF"/>
                </a:solidFill>
                <a:latin typeface="Yu Gothic UI"/>
                <a:ea typeface="Yu Gothic UI"/>
                <a:cs typeface="Yu Gothic UI"/>
              </a:rPr>
              <a:t>2026年7月2日</a:t>
            </a:r>
          </a:p>
        </p:txBody>
      </p:sp>
      <p:sp>
        <p:nvSpPr>
          <p:cNvPr id="11" name="正方形/長方形 10">
            <a:extLst>
              <a:ext uri="{FF2B5EF4-FFF2-40B4-BE49-F238E27FC236}">
                <a16:creationId xmlns:a16="http://schemas.microsoft.com/office/drawing/2014/main" id="{D9A55162-DB9A-498B-AA7B-8AC7A8F2E8DA}"/>
              </a:ext>
            </a:extLst>
          </p:cNvPr>
          <p:cNvSpPr>
            <a:spLocks noGrp="1"/>
          </p:cNvSpPr>
          <p:nvPr/>
        </p:nvSpPr>
        <p:spPr>
          <a:xfrm>
            <a:off x="742950" y="5524500"/>
            <a:ext cx="333375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13" b="0">
                <a:solidFill>
                  <a:srgbClr val="344054"/>
                </a:solidFill>
                <a:latin typeface="Yu Gothic UI"/>
                <a:ea typeface="Yu Gothic UI"/>
                <a:cs typeface="Yu Gothic UI"/>
              </a:defRPr>
            </a:pPr>
            <a:r>
              <a:rPr sz="1013" b="0">
                <a:solidFill>
                  <a:srgbClr val="344054"/>
                </a:solidFill>
                <a:latin typeface="Yu Gothic UI"/>
                <a:ea typeface="Yu Gothic UI"/>
                <a:cs typeface="Yu Gothic UI"/>
              </a:rPr>
              <a:t>Web 層を VM で作り、Public IP と NSG を通る HTTP 到達を確認します。</a:t>
            </a:r>
          </a:p>
        </p:txBody>
      </p:sp>
    </p:spTree>
    <p:extLst>
      <p:ext uri="{BB962C8B-B14F-4D97-AF65-F5344CB8AC3E}">
        <p14:creationId xmlns:p14="http://schemas.microsoft.com/office/powerpoint/2010/main" val="1881690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35530251-992A-4156-B83D-4C1DDE9EBC6A}"/>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dirty="0" err="1">
                <a:solidFill>
                  <a:srgbClr val="1F2937"/>
                </a:solidFill>
                <a:latin typeface="Meiryo UI"/>
                <a:ea typeface="Meiryo UI"/>
                <a:cs typeface="Meiryo UI"/>
              </a:rPr>
              <a:t>今日の</a:t>
            </a:r>
            <a:r>
              <a:rPr lang="ja-JP" altLang="en-US" sz="2100" b="1">
                <a:solidFill>
                  <a:srgbClr val="1F2937"/>
                </a:solidFill>
                <a:latin typeface="Meiryo UI"/>
                <a:ea typeface="Meiryo UI"/>
                <a:cs typeface="Meiryo UI"/>
              </a:rPr>
              <a:t>進め方</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49E29064-6825-41E6-AAB1-FFC2CEA874C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C0BE501A-4A74-464E-AB9F-CD24067335A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8A1B54C-98FA-4074-9764-D80D83A05B9B}"/>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Azure VM を作って NGINX を動かし、ブラウザーから Public IP へアクセスして Web サーバの表示を確認します。</a:t>
            </a:r>
          </a:p>
        </p:txBody>
      </p:sp>
      <p:sp>
        <p:nvSpPr>
          <p:cNvPr id="6" name="正方形/長方形 5">
            <a:extLst>
              <a:ext uri="{FF2B5EF4-FFF2-40B4-BE49-F238E27FC236}">
                <a16:creationId xmlns:a16="http://schemas.microsoft.com/office/drawing/2014/main" id="{380A7E71-033F-4C7D-B741-C41BB9493886}"/>
              </a:ext>
            </a:extLst>
          </p:cNvPr>
          <p:cNvSpPr>
            <a:spLocks noGrp="1"/>
          </p:cNvSpPr>
          <p:nvPr/>
        </p:nvSpPr>
        <p:spPr>
          <a:xfrm>
            <a:off x="895350" y="21145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9CEE515A-205F-47F0-B964-FE83AE341934}"/>
              </a:ext>
            </a:extLst>
          </p:cNvPr>
          <p:cNvSpPr>
            <a:spLocks noGrp="1"/>
          </p:cNvSpPr>
          <p:nvPr/>
        </p:nvSpPr>
        <p:spPr>
          <a:xfrm>
            <a:off x="895350" y="2114550"/>
            <a:ext cx="76200" cy="1295400"/>
          </a:xfrm>
          <a:prstGeom prst="rect">
            <a:avLst/>
          </a:prstGeom>
          <a:solidFill>
            <a:srgbClr val="0F766E"/>
          </a:solidFill>
          <a:ln w="0">
            <a:solidFill>
              <a:srgbClr val="0F766E"/>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19C42695-A401-4B6B-AAFC-6124F0D5C10E}"/>
              </a:ext>
            </a:extLst>
          </p:cNvPr>
          <p:cNvSpPr>
            <a:spLocks noGrp="1"/>
          </p:cNvSpPr>
          <p:nvPr/>
        </p:nvSpPr>
        <p:spPr>
          <a:xfrm>
            <a:off x="1104900" y="22669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0F766E"/>
                </a:solidFill>
                <a:latin typeface="Yu Gothic UI"/>
                <a:ea typeface="Yu Gothic UI"/>
                <a:cs typeface="Yu Gothic UI"/>
              </a:defRPr>
            </a:pPr>
            <a:r>
              <a:rPr lang="en-US" sz="900" b="1" dirty="0">
                <a:solidFill>
                  <a:srgbClr val="0F766E"/>
                </a:solidFill>
                <a:latin typeface="Yu Gothic UI"/>
                <a:ea typeface="Yu Gothic UI"/>
                <a:cs typeface="Yu Gothic UI"/>
              </a:rPr>
              <a:t>Step </a:t>
            </a:r>
            <a:r>
              <a:rPr sz="900" b="1" dirty="0">
                <a:solidFill>
                  <a:srgbClr val="0F766E"/>
                </a:solidFill>
                <a:latin typeface="Yu Gothic UI"/>
                <a:ea typeface="Yu Gothic UI"/>
                <a:cs typeface="Yu Gothic UI"/>
              </a:rPr>
              <a:t>1</a:t>
            </a:r>
          </a:p>
        </p:txBody>
      </p:sp>
      <p:sp>
        <p:nvSpPr>
          <p:cNvPr id="9" name="正方形/長方形 8">
            <a:extLst>
              <a:ext uri="{FF2B5EF4-FFF2-40B4-BE49-F238E27FC236}">
                <a16:creationId xmlns:a16="http://schemas.microsoft.com/office/drawing/2014/main" id="{7382116B-6D8E-4F29-95F1-94D7D57C4FA0}"/>
              </a:ext>
            </a:extLst>
          </p:cNvPr>
          <p:cNvSpPr>
            <a:spLocks noGrp="1"/>
          </p:cNvSpPr>
          <p:nvPr/>
        </p:nvSpPr>
        <p:spPr>
          <a:xfrm>
            <a:off x="1104900" y="25146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Web サーバを構築</a:t>
            </a:r>
          </a:p>
        </p:txBody>
      </p:sp>
      <p:sp>
        <p:nvSpPr>
          <p:cNvPr id="10" name="正方形/長方形 9">
            <a:extLst>
              <a:ext uri="{FF2B5EF4-FFF2-40B4-BE49-F238E27FC236}">
                <a16:creationId xmlns:a16="http://schemas.microsoft.com/office/drawing/2014/main" id="{682E58D1-18B8-4D86-8F27-F077A75B9C64}"/>
              </a:ext>
            </a:extLst>
          </p:cNvPr>
          <p:cNvSpPr>
            <a:spLocks noGrp="1"/>
          </p:cNvSpPr>
          <p:nvPr/>
        </p:nvSpPr>
        <p:spPr>
          <a:xfrm>
            <a:off x="1104900" y="29146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Azure VM 上に NGINX を用意し、ブラウザーから表示できる状態にします。</a:t>
            </a:r>
          </a:p>
        </p:txBody>
      </p:sp>
      <p:sp>
        <p:nvSpPr>
          <p:cNvPr id="11" name="正方形/長方形 10">
            <a:extLst>
              <a:ext uri="{FF2B5EF4-FFF2-40B4-BE49-F238E27FC236}">
                <a16:creationId xmlns:a16="http://schemas.microsoft.com/office/drawing/2014/main" id="{4E1E5263-3711-401B-BB51-FB40058BEACB}"/>
              </a:ext>
            </a:extLst>
          </p:cNvPr>
          <p:cNvSpPr>
            <a:spLocks noGrp="1"/>
          </p:cNvSpPr>
          <p:nvPr/>
        </p:nvSpPr>
        <p:spPr>
          <a:xfrm>
            <a:off x="6115050" y="21145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12" name="正方形/長方形 11">
            <a:extLst>
              <a:ext uri="{FF2B5EF4-FFF2-40B4-BE49-F238E27FC236}">
                <a16:creationId xmlns:a16="http://schemas.microsoft.com/office/drawing/2014/main" id="{228AF94F-C26D-49F7-999E-E0189B1A7968}"/>
              </a:ext>
            </a:extLst>
          </p:cNvPr>
          <p:cNvSpPr>
            <a:spLocks noGrp="1"/>
          </p:cNvSpPr>
          <p:nvPr/>
        </p:nvSpPr>
        <p:spPr>
          <a:xfrm>
            <a:off x="6115050" y="2114550"/>
            <a:ext cx="76200" cy="1295400"/>
          </a:xfrm>
          <a:prstGeom prst="rect">
            <a:avLst/>
          </a:prstGeom>
          <a:solidFill>
            <a:srgbClr val="70AD47"/>
          </a:solidFill>
          <a:ln w="0">
            <a:solidFill>
              <a:srgbClr val="70AD47"/>
            </a:solidFill>
            <a:prstDash val="solid"/>
          </a:ln>
        </p:spPr>
        <p:txBody>
          <a:bodyPr/>
          <a:lstStyle/>
          <a:p>
            <a:endParaRPr lang="ja-JP" altLang="en-US" sz="2400"/>
          </a:p>
        </p:txBody>
      </p:sp>
      <p:sp>
        <p:nvSpPr>
          <p:cNvPr id="13" name="正方形/長方形 12">
            <a:extLst>
              <a:ext uri="{FF2B5EF4-FFF2-40B4-BE49-F238E27FC236}">
                <a16:creationId xmlns:a16="http://schemas.microsoft.com/office/drawing/2014/main" id="{58995B95-9B85-4695-B4E9-C8991AE4131C}"/>
              </a:ext>
            </a:extLst>
          </p:cNvPr>
          <p:cNvSpPr>
            <a:spLocks noGrp="1"/>
          </p:cNvSpPr>
          <p:nvPr/>
        </p:nvSpPr>
        <p:spPr>
          <a:xfrm>
            <a:off x="6324600" y="22669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70AD47"/>
                </a:solidFill>
                <a:latin typeface="Yu Gothic UI"/>
                <a:ea typeface="Yu Gothic UI"/>
                <a:cs typeface="Yu Gothic UI"/>
              </a:defRPr>
            </a:pPr>
            <a:r>
              <a:rPr lang="en-US" sz="900" b="1" dirty="0">
                <a:solidFill>
                  <a:srgbClr val="70AD47"/>
                </a:solidFill>
                <a:latin typeface="Yu Gothic UI"/>
                <a:ea typeface="Yu Gothic UI"/>
                <a:cs typeface="Yu Gothic UI"/>
              </a:rPr>
              <a:t>Step</a:t>
            </a:r>
            <a:r>
              <a:rPr sz="900" b="1" dirty="0">
                <a:solidFill>
                  <a:srgbClr val="70AD47"/>
                </a:solidFill>
                <a:latin typeface="Yu Gothic UI"/>
                <a:ea typeface="Yu Gothic UI"/>
                <a:cs typeface="Yu Gothic UI"/>
              </a:rPr>
              <a:t> 2</a:t>
            </a:r>
          </a:p>
        </p:txBody>
      </p:sp>
      <p:sp>
        <p:nvSpPr>
          <p:cNvPr id="14" name="正方形/長方形 13">
            <a:extLst>
              <a:ext uri="{FF2B5EF4-FFF2-40B4-BE49-F238E27FC236}">
                <a16:creationId xmlns:a16="http://schemas.microsoft.com/office/drawing/2014/main" id="{EF77E370-9D3B-4FD9-928F-839BF76535F1}"/>
              </a:ext>
            </a:extLst>
          </p:cNvPr>
          <p:cNvSpPr>
            <a:spLocks noGrp="1"/>
          </p:cNvSpPr>
          <p:nvPr/>
        </p:nvSpPr>
        <p:spPr>
          <a:xfrm>
            <a:off x="6324600" y="25146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周辺リソースを理解</a:t>
            </a:r>
          </a:p>
        </p:txBody>
      </p:sp>
      <p:sp>
        <p:nvSpPr>
          <p:cNvPr id="15" name="正方形/長方形 14">
            <a:extLst>
              <a:ext uri="{FF2B5EF4-FFF2-40B4-BE49-F238E27FC236}">
                <a16:creationId xmlns:a16="http://schemas.microsoft.com/office/drawing/2014/main" id="{AFAA0059-F04D-4767-973B-4E185C7C6B05}"/>
              </a:ext>
            </a:extLst>
          </p:cNvPr>
          <p:cNvSpPr>
            <a:spLocks noGrp="1"/>
          </p:cNvSpPr>
          <p:nvPr/>
        </p:nvSpPr>
        <p:spPr>
          <a:xfrm>
            <a:off x="6324600" y="29146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Managed Disk、NIC、VNet、Public IP、NSG の役割を確認します。</a:t>
            </a:r>
          </a:p>
        </p:txBody>
      </p:sp>
      <p:sp>
        <p:nvSpPr>
          <p:cNvPr id="16" name="正方形/長方形 15">
            <a:extLst>
              <a:ext uri="{FF2B5EF4-FFF2-40B4-BE49-F238E27FC236}">
                <a16:creationId xmlns:a16="http://schemas.microsoft.com/office/drawing/2014/main" id="{4DB7D9AA-CC66-434C-8553-E773EB50636D}"/>
              </a:ext>
            </a:extLst>
          </p:cNvPr>
          <p:cNvSpPr>
            <a:spLocks noGrp="1"/>
          </p:cNvSpPr>
          <p:nvPr/>
        </p:nvSpPr>
        <p:spPr>
          <a:xfrm>
            <a:off x="895350" y="37147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17" name="正方形/長方形 16">
            <a:extLst>
              <a:ext uri="{FF2B5EF4-FFF2-40B4-BE49-F238E27FC236}">
                <a16:creationId xmlns:a16="http://schemas.microsoft.com/office/drawing/2014/main" id="{ED3CBA5B-5064-4B14-957D-2F97F9B76D44}"/>
              </a:ext>
            </a:extLst>
          </p:cNvPr>
          <p:cNvSpPr>
            <a:spLocks noGrp="1"/>
          </p:cNvSpPr>
          <p:nvPr/>
        </p:nvSpPr>
        <p:spPr>
          <a:xfrm>
            <a:off x="895350" y="3714750"/>
            <a:ext cx="76200" cy="1295400"/>
          </a:xfrm>
          <a:prstGeom prst="rect">
            <a:avLst/>
          </a:prstGeom>
          <a:solidFill>
            <a:srgbClr val="ED7D31"/>
          </a:solidFill>
          <a:ln w="0">
            <a:solidFill>
              <a:srgbClr val="ED7D31"/>
            </a:solidFill>
            <a:prstDash val="solid"/>
          </a:ln>
        </p:spPr>
        <p:txBody>
          <a:bodyPr/>
          <a:lstStyle/>
          <a:p>
            <a:endParaRPr lang="ja-JP" altLang="en-US" sz="2400"/>
          </a:p>
        </p:txBody>
      </p:sp>
      <p:sp>
        <p:nvSpPr>
          <p:cNvPr id="18" name="正方形/長方形 17">
            <a:extLst>
              <a:ext uri="{FF2B5EF4-FFF2-40B4-BE49-F238E27FC236}">
                <a16:creationId xmlns:a16="http://schemas.microsoft.com/office/drawing/2014/main" id="{234F552D-F3BB-4E12-BFC0-3C166A8402E0}"/>
              </a:ext>
            </a:extLst>
          </p:cNvPr>
          <p:cNvSpPr>
            <a:spLocks noGrp="1"/>
          </p:cNvSpPr>
          <p:nvPr/>
        </p:nvSpPr>
        <p:spPr>
          <a:xfrm>
            <a:off x="1104900" y="38671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D7D31"/>
                </a:solidFill>
                <a:latin typeface="Yu Gothic UI"/>
                <a:ea typeface="Yu Gothic UI"/>
                <a:cs typeface="Yu Gothic UI"/>
              </a:defRPr>
            </a:pPr>
            <a:r>
              <a:rPr lang="en-US" sz="900" b="1" dirty="0">
                <a:solidFill>
                  <a:srgbClr val="ED7D31"/>
                </a:solidFill>
                <a:latin typeface="Yu Gothic UI"/>
                <a:ea typeface="Yu Gothic UI"/>
                <a:cs typeface="Yu Gothic UI"/>
              </a:rPr>
              <a:t>Step</a:t>
            </a:r>
            <a:r>
              <a:rPr sz="900" b="1" dirty="0">
                <a:solidFill>
                  <a:srgbClr val="ED7D31"/>
                </a:solidFill>
                <a:latin typeface="Yu Gothic UI"/>
                <a:ea typeface="Yu Gothic UI"/>
                <a:cs typeface="Yu Gothic UI"/>
              </a:rPr>
              <a:t> 3</a:t>
            </a:r>
          </a:p>
        </p:txBody>
      </p:sp>
      <p:sp>
        <p:nvSpPr>
          <p:cNvPr id="19" name="正方形/長方形 18">
            <a:extLst>
              <a:ext uri="{FF2B5EF4-FFF2-40B4-BE49-F238E27FC236}">
                <a16:creationId xmlns:a16="http://schemas.microsoft.com/office/drawing/2014/main" id="{A701E741-8BBA-46D5-A16B-7F43B5360B68}"/>
              </a:ext>
            </a:extLst>
          </p:cNvPr>
          <p:cNvSpPr>
            <a:spLocks noGrp="1"/>
          </p:cNvSpPr>
          <p:nvPr/>
        </p:nvSpPr>
        <p:spPr>
          <a:xfrm>
            <a:off x="1104900" y="41148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HTTP の入口を見る</a:t>
            </a:r>
          </a:p>
        </p:txBody>
      </p:sp>
      <p:sp>
        <p:nvSpPr>
          <p:cNvPr id="20" name="正方形/長方形 19">
            <a:extLst>
              <a:ext uri="{FF2B5EF4-FFF2-40B4-BE49-F238E27FC236}">
                <a16:creationId xmlns:a16="http://schemas.microsoft.com/office/drawing/2014/main" id="{A5039819-A250-4A83-8A03-9D2379E63572}"/>
              </a:ext>
            </a:extLst>
          </p:cNvPr>
          <p:cNvSpPr>
            <a:spLocks noGrp="1"/>
          </p:cNvSpPr>
          <p:nvPr/>
        </p:nvSpPr>
        <p:spPr>
          <a:xfrm>
            <a:off x="1104900" y="45148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Public IP と NSG が Web サーバ公開にどう関係するかを追います。</a:t>
            </a:r>
          </a:p>
        </p:txBody>
      </p:sp>
      <p:sp>
        <p:nvSpPr>
          <p:cNvPr id="21" name="正方形/長方形 20">
            <a:extLst>
              <a:ext uri="{FF2B5EF4-FFF2-40B4-BE49-F238E27FC236}">
                <a16:creationId xmlns:a16="http://schemas.microsoft.com/office/drawing/2014/main" id="{76B60639-B024-4805-B031-10A7DB3606B7}"/>
              </a:ext>
            </a:extLst>
          </p:cNvPr>
          <p:cNvSpPr>
            <a:spLocks noGrp="1"/>
          </p:cNvSpPr>
          <p:nvPr/>
        </p:nvSpPr>
        <p:spPr>
          <a:xfrm>
            <a:off x="6115050" y="37147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22" name="正方形/長方形 21">
            <a:extLst>
              <a:ext uri="{FF2B5EF4-FFF2-40B4-BE49-F238E27FC236}">
                <a16:creationId xmlns:a16="http://schemas.microsoft.com/office/drawing/2014/main" id="{A7FE47EF-40F3-4B12-8189-BAFE316BE289}"/>
              </a:ext>
            </a:extLst>
          </p:cNvPr>
          <p:cNvSpPr>
            <a:spLocks noGrp="1"/>
          </p:cNvSpPr>
          <p:nvPr/>
        </p:nvSpPr>
        <p:spPr>
          <a:xfrm>
            <a:off x="6115050" y="3714750"/>
            <a:ext cx="76200" cy="1295400"/>
          </a:xfrm>
          <a:prstGeom prst="rect">
            <a:avLst/>
          </a:prstGeom>
          <a:solidFill>
            <a:srgbClr val="4472C4"/>
          </a:solidFill>
          <a:ln w="0">
            <a:solidFill>
              <a:srgbClr val="4472C4"/>
            </a:solidFill>
            <a:prstDash val="solid"/>
          </a:ln>
        </p:spPr>
        <p:txBody>
          <a:bodyPr/>
          <a:lstStyle/>
          <a:p>
            <a:endParaRPr lang="ja-JP" altLang="en-US" sz="2400"/>
          </a:p>
        </p:txBody>
      </p:sp>
      <p:sp>
        <p:nvSpPr>
          <p:cNvPr id="23" name="正方形/長方形 22">
            <a:extLst>
              <a:ext uri="{FF2B5EF4-FFF2-40B4-BE49-F238E27FC236}">
                <a16:creationId xmlns:a16="http://schemas.microsoft.com/office/drawing/2014/main" id="{07028301-CDAC-4905-8AE9-838CEC6B2ADA}"/>
              </a:ext>
            </a:extLst>
          </p:cNvPr>
          <p:cNvSpPr>
            <a:spLocks noGrp="1"/>
          </p:cNvSpPr>
          <p:nvPr/>
        </p:nvSpPr>
        <p:spPr>
          <a:xfrm>
            <a:off x="6324600" y="38671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lang="en-US" sz="900" b="1" dirty="0">
                <a:solidFill>
                  <a:srgbClr val="4472C4"/>
                </a:solidFill>
                <a:latin typeface="Yu Gothic UI"/>
                <a:ea typeface="Yu Gothic UI"/>
                <a:cs typeface="Yu Gothic UI"/>
              </a:rPr>
              <a:t>Step</a:t>
            </a:r>
            <a:r>
              <a:rPr sz="900" b="1" dirty="0">
                <a:solidFill>
                  <a:srgbClr val="4472C4"/>
                </a:solidFill>
                <a:latin typeface="Yu Gothic UI"/>
                <a:ea typeface="Yu Gothic UI"/>
                <a:cs typeface="Yu Gothic UI"/>
              </a:rPr>
              <a:t> 4</a:t>
            </a:r>
          </a:p>
        </p:txBody>
      </p:sp>
      <p:sp>
        <p:nvSpPr>
          <p:cNvPr id="24" name="正方形/長方形 23">
            <a:extLst>
              <a:ext uri="{FF2B5EF4-FFF2-40B4-BE49-F238E27FC236}">
                <a16:creationId xmlns:a16="http://schemas.microsoft.com/office/drawing/2014/main" id="{393CDDB1-E5BA-441B-927D-222050358892}"/>
              </a:ext>
            </a:extLst>
          </p:cNvPr>
          <p:cNvSpPr>
            <a:spLocks noGrp="1"/>
          </p:cNvSpPr>
          <p:nvPr/>
        </p:nvSpPr>
        <p:spPr>
          <a:xfrm>
            <a:off x="6324600" y="41148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lang="ja-JP" altLang="en-US" sz="1600" b="1">
                <a:solidFill>
                  <a:srgbClr val="1F2937"/>
                </a:solidFill>
                <a:latin typeface="Meiryo UI"/>
                <a:ea typeface="Meiryo UI"/>
                <a:cs typeface="Meiryo UI"/>
              </a:rPr>
              <a:t>クリーンアップ</a:t>
            </a:r>
            <a:endParaRPr sz="1600" b="1" dirty="0">
              <a:solidFill>
                <a:srgbClr val="1F2937"/>
              </a:solidFill>
              <a:latin typeface="Meiryo UI"/>
              <a:ea typeface="Meiryo UI"/>
              <a:cs typeface="Meiryo UI"/>
            </a:endParaRPr>
          </a:p>
        </p:txBody>
      </p:sp>
      <p:sp>
        <p:nvSpPr>
          <p:cNvPr id="25" name="正方形/長方形 24">
            <a:extLst>
              <a:ext uri="{FF2B5EF4-FFF2-40B4-BE49-F238E27FC236}">
                <a16:creationId xmlns:a16="http://schemas.microsoft.com/office/drawing/2014/main" id="{8F9D1949-0EED-437A-A730-763C16F2978F}"/>
              </a:ext>
            </a:extLst>
          </p:cNvPr>
          <p:cNvSpPr>
            <a:spLocks noGrp="1"/>
          </p:cNvSpPr>
          <p:nvPr/>
        </p:nvSpPr>
        <p:spPr>
          <a:xfrm>
            <a:off x="6324600" y="45148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最後にリソースグループを削除し、作成したリソースを残さない状態にします。</a:t>
            </a:r>
          </a:p>
        </p:txBody>
      </p:sp>
    </p:spTree>
    <p:extLst>
      <p:ext uri="{BB962C8B-B14F-4D97-AF65-F5344CB8AC3E}">
        <p14:creationId xmlns:p14="http://schemas.microsoft.com/office/powerpoint/2010/main" val="1186077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2F9B19B5-C5F7-4109-B6B3-9DC3FEDAB34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前回の振り返り</a:t>
            </a:r>
          </a:p>
        </p:txBody>
      </p:sp>
      <p:sp>
        <p:nvSpPr>
          <p:cNvPr id="2" name="正方形/長方形 1">
            <a:extLst>
              <a:ext uri="{FF2B5EF4-FFF2-40B4-BE49-F238E27FC236}">
                <a16:creationId xmlns:a16="http://schemas.microsoft.com/office/drawing/2014/main" id="{AD428A6E-C79C-4B18-BE97-6A410E04BA9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DAE3F86C-52C2-4FF9-8A10-B02735770F6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5E2E453D-2290-437C-A9DA-08A46E273008}"/>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第2回では、Web 層、AP 層、DB 層という役割の分け方を学びました。第3回では、そのうち利用者に近い Web 層を小さく作ります。</a:t>
            </a:r>
          </a:p>
        </p:txBody>
      </p:sp>
      <p:sp>
        <p:nvSpPr>
          <p:cNvPr id="16" name="正方形/長方形 15">
            <a:extLst>
              <a:ext uri="{FF2B5EF4-FFF2-40B4-BE49-F238E27FC236}">
                <a16:creationId xmlns:a16="http://schemas.microsoft.com/office/drawing/2014/main" id="{A76F5FAD-46D5-688B-87FC-DC011C9391F5}"/>
              </a:ext>
            </a:extLst>
          </p:cNvPr>
          <p:cNvSpPr>
            <a:spLocks noGrp="1"/>
          </p:cNvSpPr>
          <p:nvPr/>
        </p:nvSpPr>
        <p:spPr>
          <a:xfrm>
            <a:off x="685800" y="2038350"/>
            <a:ext cx="10820400" cy="3857625"/>
          </a:xfrm>
          <a:prstGeom prst="rect">
            <a:avLst/>
          </a:prstGeom>
          <a:solidFill>
            <a:srgbClr val="FFFFFF"/>
          </a:solidFill>
          <a:ln w="9525">
            <a:solidFill>
              <a:srgbClr val="D0D5DD"/>
            </a:solidFill>
            <a:prstDash val="solid"/>
          </a:ln>
        </p:spPr>
        <p:txBody>
          <a:bodyPr/>
          <a:lstStyle/>
          <a:p>
            <a:endParaRPr lang="ja-JP" altLang="en-US"/>
          </a:p>
        </p:txBody>
      </p:sp>
      <p:sp>
        <p:nvSpPr>
          <p:cNvPr id="17" name="角丸四角形 16">
            <a:extLst>
              <a:ext uri="{FF2B5EF4-FFF2-40B4-BE49-F238E27FC236}">
                <a16:creationId xmlns:a16="http://schemas.microsoft.com/office/drawing/2014/main" id="{5A7DBDAE-3D63-D7ED-ADBE-0A8068D8CE13}"/>
              </a:ext>
            </a:extLst>
          </p:cNvPr>
          <p:cNvSpPr/>
          <p:nvPr/>
        </p:nvSpPr>
        <p:spPr>
          <a:xfrm>
            <a:off x="4919201" y="2806262"/>
            <a:ext cx="6421244" cy="2475106"/>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8CD15213-F796-5CDD-9203-DB7CA05DB179}"/>
              </a:ext>
            </a:extLst>
          </p:cNvPr>
          <p:cNvSpPr/>
          <p:nvPr/>
        </p:nvSpPr>
        <p:spPr>
          <a:xfrm>
            <a:off x="5084094" y="3158314"/>
            <a:ext cx="1755586" cy="1491979"/>
          </a:xfrm>
          <a:prstGeom prst="roundRect">
            <a:avLst>
              <a:gd name="adj" fmla="val 8334"/>
            </a:avLst>
          </a:prstGeom>
          <a:noFill/>
          <a:ln w="158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CBDB8CA-E08B-B705-1305-9A950E271A3A}"/>
              </a:ext>
            </a:extLst>
          </p:cNvPr>
          <p:cNvSpPr txBox="1"/>
          <p:nvPr/>
        </p:nvSpPr>
        <p:spPr>
          <a:xfrm>
            <a:off x="6486997" y="4817679"/>
            <a:ext cx="2783674"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20" name="角丸四角形 19">
            <a:extLst>
              <a:ext uri="{FF2B5EF4-FFF2-40B4-BE49-F238E27FC236}">
                <a16:creationId xmlns:a16="http://schemas.microsoft.com/office/drawing/2014/main" id="{E4E14D28-284D-71C0-BAA6-9C272DFE85B1}"/>
              </a:ext>
            </a:extLst>
          </p:cNvPr>
          <p:cNvSpPr/>
          <p:nvPr/>
        </p:nvSpPr>
        <p:spPr>
          <a:xfrm>
            <a:off x="7252679" y="3158314"/>
            <a:ext cx="1755586" cy="1491979"/>
          </a:xfrm>
          <a:prstGeom prst="roundRect">
            <a:avLst>
              <a:gd name="adj" fmla="val 8334"/>
            </a:avLst>
          </a:prstGeom>
          <a:noFill/>
          <a:ln w="15875">
            <a:solidFill>
              <a:schemeClr val="bg2">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角丸四角形 20">
            <a:extLst>
              <a:ext uri="{FF2B5EF4-FFF2-40B4-BE49-F238E27FC236}">
                <a16:creationId xmlns:a16="http://schemas.microsoft.com/office/drawing/2014/main" id="{5F0B9D2A-BB17-7DDB-22D7-8A95488E51C3}"/>
              </a:ext>
            </a:extLst>
          </p:cNvPr>
          <p:cNvSpPr/>
          <p:nvPr/>
        </p:nvSpPr>
        <p:spPr>
          <a:xfrm>
            <a:off x="9421265" y="3158314"/>
            <a:ext cx="1755586" cy="1491979"/>
          </a:xfrm>
          <a:prstGeom prst="roundRect">
            <a:avLst>
              <a:gd name="adj" fmla="val 8334"/>
            </a:avLst>
          </a:prstGeom>
          <a:noFill/>
          <a:ln w="15875">
            <a:solidFill>
              <a:schemeClr val="bg2">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BDA3482-0C85-235B-CA57-B41F9C8045DF}"/>
              </a:ext>
            </a:extLst>
          </p:cNvPr>
          <p:cNvSpPr txBox="1"/>
          <p:nvPr/>
        </p:nvSpPr>
        <p:spPr>
          <a:xfrm>
            <a:off x="5485786" y="3291276"/>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23" name="テキスト ボックス 22">
            <a:extLst>
              <a:ext uri="{FF2B5EF4-FFF2-40B4-BE49-F238E27FC236}">
                <a16:creationId xmlns:a16="http://schemas.microsoft.com/office/drawing/2014/main" id="{8030A32A-CA25-421F-F51B-B57F4C5E7A3E}"/>
              </a:ext>
            </a:extLst>
          </p:cNvPr>
          <p:cNvSpPr txBox="1"/>
          <p:nvPr/>
        </p:nvSpPr>
        <p:spPr>
          <a:xfrm>
            <a:off x="7583646" y="3260524"/>
            <a:ext cx="1149035" cy="369332"/>
          </a:xfrm>
          <a:prstGeom prst="rect">
            <a:avLst/>
          </a:prstGeom>
          <a:noFill/>
        </p:spPr>
        <p:txBody>
          <a:bodyPr wrap="square" rtlCol="0">
            <a:spAutoFit/>
          </a:bodyPr>
          <a:lstStyle/>
          <a:p>
            <a:pPr algn="ctr"/>
            <a:r>
              <a:rPr kumimoji="1" lang="en-US" altLang="ja-JP">
                <a:solidFill>
                  <a:schemeClr val="bg2">
                    <a:lumMod val="90000"/>
                  </a:schemeClr>
                </a:solidFill>
                <a:latin typeface="Yu Gothic UI" panose="020B0500000000000000" pitchFamily="34" charset="-128"/>
                <a:ea typeface="Yu Gothic UI" panose="020B0500000000000000" pitchFamily="34" charset="-128"/>
              </a:rPr>
              <a:t>AP </a:t>
            </a:r>
            <a:r>
              <a:rPr kumimoji="1" lang="ja-JP" altLang="en-US">
                <a:solidFill>
                  <a:schemeClr val="bg2">
                    <a:lumMod val="90000"/>
                  </a:schemeClr>
                </a:solidFill>
                <a:latin typeface="Yu Gothic UI" panose="020B0500000000000000" pitchFamily="34" charset="-128"/>
                <a:ea typeface="Yu Gothic UI" panose="020B0500000000000000" pitchFamily="34" charset="-128"/>
              </a:rPr>
              <a:t>層</a:t>
            </a:r>
          </a:p>
        </p:txBody>
      </p:sp>
      <p:sp>
        <p:nvSpPr>
          <p:cNvPr id="24" name="テキスト ボックス 23">
            <a:extLst>
              <a:ext uri="{FF2B5EF4-FFF2-40B4-BE49-F238E27FC236}">
                <a16:creationId xmlns:a16="http://schemas.microsoft.com/office/drawing/2014/main" id="{07C2B5F8-261F-5E81-6B49-0A6DEECFDB35}"/>
              </a:ext>
            </a:extLst>
          </p:cNvPr>
          <p:cNvSpPr txBox="1"/>
          <p:nvPr/>
        </p:nvSpPr>
        <p:spPr>
          <a:xfrm>
            <a:off x="9849024" y="3252454"/>
            <a:ext cx="1000958" cy="369332"/>
          </a:xfrm>
          <a:prstGeom prst="rect">
            <a:avLst/>
          </a:prstGeom>
          <a:noFill/>
        </p:spPr>
        <p:txBody>
          <a:bodyPr wrap="square" rtlCol="0">
            <a:spAutoFit/>
          </a:bodyPr>
          <a:lstStyle/>
          <a:p>
            <a:pPr algn="ctr"/>
            <a:r>
              <a:rPr kumimoji="1" lang="en-US" altLang="ja-JP">
                <a:solidFill>
                  <a:schemeClr val="bg2">
                    <a:lumMod val="90000"/>
                  </a:schemeClr>
                </a:solidFill>
                <a:latin typeface="Yu Gothic UI" panose="020B0500000000000000" pitchFamily="34" charset="-128"/>
                <a:ea typeface="Yu Gothic UI" panose="020B0500000000000000" pitchFamily="34" charset="-128"/>
              </a:rPr>
              <a:t>DB </a:t>
            </a:r>
            <a:r>
              <a:rPr kumimoji="1" lang="ja-JP" altLang="en-US">
                <a:solidFill>
                  <a:schemeClr val="bg2">
                    <a:lumMod val="90000"/>
                  </a:schemeClr>
                </a:solidFill>
                <a:latin typeface="Yu Gothic UI" panose="020B0500000000000000" pitchFamily="34" charset="-128"/>
                <a:ea typeface="Yu Gothic UI" panose="020B0500000000000000" pitchFamily="34" charset="-128"/>
              </a:rPr>
              <a:t>層</a:t>
            </a:r>
          </a:p>
        </p:txBody>
      </p:sp>
      <p:sp>
        <p:nvSpPr>
          <p:cNvPr id="25" name="角丸四角形 24">
            <a:extLst>
              <a:ext uri="{FF2B5EF4-FFF2-40B4-BE49-F238E27FC236}">
                <a16:creationId xmlns:a16="http://schemas.microsoft.com/office/drawing/2014/main" id="{84DE8D39-486F-C1CC-C81C-516DB5B94B89}"/>
              </a:ext>
            </a:extLst>
          </p:cNvPr>
          <p:cNvSpPr/>
          <p:nvPr/>
        </p:nvSpPr>
        <p:spPr>
          <a:xfrm>
            <a:off x="1117861" y="3593470"/>
            <a:ext cx="1553851"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14426BCA-8482-1978-6C24-95D2256B74D2}"/>
              </a:ext>
            </a:extLst>
          </p:cNvPr>
          <p:cNvSpPr txBox="1"/>
          <p:nvPr/>
        </p:nvSpPr>
        <p:spPr>
          <a:xfrm>
            <a:off x="1225484" y="3686894"/>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cxnSp>
        <p:nvCxnSpPr>
          <p:cNvPr id="27" name="直線コネクタ 26">
            <a:extLst>
              <a:ext uri="{FF2B5EF4-FFF2-40B4-BE49-F238E27FC236}">
                <a16:creationId xmlns:a16="http://schemas.microsoft.com/office/drawing/2014/main" id="{9281D51B-629F-1895-6752-25009958C055}"/>
              </a:ext>
            </a:extLst>
          </p:cNvPr>
          <p:cNvCxnSpPr>
            <a:cxnSpLocks/>
          </p:cNvCxnSpPr>
          <p:nvPr/>
        </p:nvCxnSpPr>
        <p:spPr>
          <a:xfrm>
            <a:off x="2770735" y="3722529"/>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4B5D3794-C087-B2B4-E773-2B9786B1A0D4}"/>
              </a:ext>
            </a:extLst>
          </p:cNvPr>
          <p:cNvSpPr txBox="1"/>
          <p:nvPr/>
        </p:nvSpPr>
        <p:spPr>
          <a:xfrm>
            <a:off x="3232722" y="3460635"/>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29" name="テキスト ボックス 28">
            <a:extLst>
              <a:ext uri="{FF2B5EF4-FFF2-40B4-BE49-F238E27FC236}">
                <a16:creationId xmlns:a16="http://schemas.microsoft.com/office/drawing/2014/main" id="{D73E3F93-810E-4BFD-A4BB-D4809D49D670}"/>
              </a:ext>
            </a:extLst>
          </p:cNvPr>
          <p:cNvSpPr txBox="1"/>
          <p:nvPr/>
        </p:nvSpPr>
        <p:spPr>
          <a:xfrm>
            <a:off x="5088834" y="3762335"/>
            <a:ext cx="1708657" cy="769441"/>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リクエストの受付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リクエストごとに静的、動的レスポンスの判断</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レスポンスの返却</a:t>
            </a:r>
          </a:p>
        </p:txBody>
      </p:sp>
      <p:sp>
        <p:nvSpPr>
          <p:cNvPr id="30" name="テキスト ボックス 29">
            <a:extLst>
              <a:ext uri="{FF2B5EF4-FFF2-40B4-BE49-F238E27FC236}">
                <a16:creationId xmlns:a16="http://schemas.microsoft.com/office/drawing/2014/main" id="{06927102-A974-64E8-3158-C017E3849724}"/>
              </a:ext>
            </a:extLst>
          </p:cNvPr>
          <p:cNvSpPr txBox="1"/>
          <p:nvPr/>
        </p:nvSpPr>
        <p:spPr>
          <a:xfrm>
            <a:off x="7276143" y="3755354"/>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ビジネスロジック</a:t>
            </a:r>
            <a:r>
              <a:rPr kumimoji="1" lang="en-US" altLang="ja-JP" sz="1100">
                <a:solidFill>
                  <a:schemeClr val="bg2">
                    <a:lumMod val="90000"/>
                  </a:schemeClr>
                </a:solidFill>
                <a:latin typeface="Yu Gothic UI" panose="020B0500000000000000" pitchFamily="34" charset="-128"/>
                <a:ea typeface="Yu Gothic UI" panose="020B0500000000000000" pitchFamily="34" charset="-128"/>
              </a:rPr>
              <a:t> (</a:t>
            </a: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プログラム</a:t>
            </a:r>
            <a:r>
              <a:rPr kumimoji="1" lang="en-US" altLang="ja-JP" sz="1100">
                <a:solidFill>
                  <a:schemeClr val="bg2">
                    <a:lumMod val="90000"/>
                  </a:schemeClr>
                </a:solidFill>
                <a:latin typeface="Yu Gothic UI" panose="020B0500000000000000" pitchFamily="34" charset="-128"/>
                <a:ea typeface="Yu Gothic UI" panose="020B0500000000000000" pitchFamily="34" charset="-128"/>
              </a:rPr>
              <a:t>) </a:t>
            </a: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に従った処理による動的レスポンスの作成</a:t>
            </a:r>
          </a:p>
        </p:txBody>
      </p:sp>
      <p:cxnSp>
        <p:nvCxnSpPr>
          <p:cNvPr id="31" name="直線コネクタ 30">
            <a:extLst>
              <a:ext uri="{FF2B5EF4-FFF2-40B4-BE49-F238E27FC236}">
                <a16:creationId xmlns:a16="http://schemas.microsoft.com/office/drawing/2014/main" id="{56D84F74-7E39-01C3-FBF4-00499DCE2BFC}"/>
              </a:ext>
            </a:extLst>
          </p:cNvPr>
          <p:cNvCxnSpPr>
            <a:cxnSpLocks/>
          </p:cNvCxnSpPr>
          <p:nvPr/>
        </p:nvCxnSpPr>
        <p:spPr>
          <a:xfrm>
            <a:off x="6839680" y="3715175"/>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16A587EE-907F-82B5-B69B-470AF6284D3C}"/>
              </a:ext>
            </a:extLst>
          </p:cNvPr>
          <p:cNvSpPr txBox="1"/>
          <p:nvPr/>
        </p:nvSpPr>
        <p:spPr>
          <a:xfrm>
            <a:off x="6454097" y="3229721"/>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33" name="直線コネクタ 32">
            <a:extLst>
              <a:ext uri="{FF2B5EF4-FFF2-40B4-BE49-F238E27FC236}">
                <a16:creationId xmlns:a16="http://schemas.microsoft.com/office/drawing/2014/main" id="{7741CB44-D36E-7958-F212-083CA2117E3D}"/>
              </a:ext>
            </a:extLst>
          </p:cNvPr>
          <p:cNvCxnSpPr>
            <a:cxnSpLocks/>
          </p:cNvCxnSpPr>
          <p:nvPr/>
        </p:nvCxnSpPr>
        <p:spPr>
          <a:xfrm>
            <a:off x="9008266" y="3722529"/>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E3FB43C-E7E1-CD9C-D32D-860EA1A6338F}"/>
              </a:ext>
            </a:extLst>
          </p:cNvPr>
          <p:cNvSpPr txBox="1"/>
          <p:nvPr/>
        </p:nvSpPr>
        <p:spPr>
          <a:xfrm>
            <a:off x="8683727" y="3108663"/>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35" name="直線コネクタ 34">
            <a:extLst>
              <a:ext uri="{FF2B5EF4-FFF2-40B4-BE49-F238E27FC236}">
                <a16:creationId xmlns:a16="http://schemas.microsoft.com/office/drawing/2014/main" id="{3225C91E-34F7-DD73-69D3-5770F0F22895}"/>
              </a:ext>
            </a:extLst>
          </p:cNvPr>
          <p:cNvCxnSpPr>
            <a:cxnSpLocks/>
          </p:cNvCxnSpPr>
          <p:nvPr/>
        </p:nvCxnSpPr>
        <p:spPr>
          <a:xfrm flipH="1">
            <a:off x="9008265" y="4233148"/>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B727D9F1-7B0C-8BAC-DA76-27113BB2F053}"/>
              </a:ext>
            </a:extLst>
          </p:cNvPr>
          <p:cNvCxnSpPr>
            <a:cxnSpLocks/>
          </p:cNvCxnSpPr>
          <p:nvPr/>
        </p:nvCxnSpPr>
        <p:spPr>
          <a:xfrm flipH="1">
            <a:off x="6827174" y="4233148"/>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82E53748-E413-8C0B-B992-140C736459A6}"/>
              </a:ext>
            </a:extLst>
          </p:cNvPr>
          <p:cNvCxnSpPr>
            <a:cxnSpLocks/>
          </p:cNvCxnSpPr>
          <p:nvPr/>
        </p:nvCxnSpPr>
        <p:spPr>
          <a:xfrm flipH="1">
            <a:off x="2746050" y="4036472"/>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3D3CCE14-4D27-7818-F2FC-C8AEFB674E26}"/>
              </a:ext>
            </a:extLst>
          </p:cNvPr>
          <p:cNvSpPr txBox="1"/>
          <p:nvPr/>
        </p:nvSpPr>
        <p:spPr>
          <a:xfrm>
            <a:off x="3232721" y="4100038"/>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39" name="テキスト ボックス 38">
            <a:extLst>
              <a:ext uri="{FF2B5EF4-FFF2-40B4-BE49-F238E27FC236}">
                <a16:creationId xmlns:a16="http://schemas.microsoft.com/office/drawing/2014/main" id="{7421122D-6378-C86B-6C92-D2CA398AB3B5}"/>
              </a:ext>
            </a:extLst>
          </p:cNvPr>
          <p:cNvSpPr txBox="1"/>
          <p:nvPr/>
        </p:nvSpPr>
        <p:spPr>
          <a:xfrm>
            <a:off x="9397928" y="3735395"/>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p:txBody>
      </p:sp>
      <p:sp>
        <p:nvSpPr>
          <p:cNvPr id="40" name="テキスト ボックス 39">
            <a:extLst>
              <a:ext uri="{FF2B5EF4-FFF2-40B4-BE49-F238E27FC236}">
                <a16:creationId xmlns:a16="http://schemas.microsoft.com/office/drawing/2014/main" id="{60A22F73-E83C-6BA3-C235-9F7768C8CE2A}"/>
              </a:ext>
            </a:extLst>
          </p:cNvPr>
          <p:cNvSpPr txBox="1"/>
          <p:nvPr/>
        </p:nvSpPr>
        <p:spPr>
          <a:xfrm>
            <a:off x="8863473" y="4295967"/>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41" name="テキスト ボックス 40">
            <a:extLst>
              <a:ext uri="{FF2B5EF4-FFF2-40B4-BE49-F238E27FC236}">
                <a16:creationId xmlns:a16="http://schemas.microsoft.com/office/drawing/2014/main" id="{6A18B1A9-5980-33D9-464A-02982BC3EF09}"/>
              </a:ext>
            </a:extLst>
          </p:cNvPr>
          <p:cNvSpPr txBox="1"/>
          <p:nvPr/>
        </p:nvSpPr>
        <p:spPr>
          <a:xfrm>
            <a:off x="6727111" y="4306765"/>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42" name="四角形吹き出し 41">
            <a:extLst>
              <a:ext uri="{FF2B5EF4-FFF2-40B4-BE49-F238E27FC236}">
                <a16:creationId xmlns:a16="http://schemas.microsoft.com/office/drawing/2014/main" id="{03725E82-8CA7-4F0C-634F-BAA646E3031C}"/>
              </a:ext>
            </a:extLst>
          </p:cNvPr>
          <p:cNvSpPr/>
          <p:nvPr/>
        </p:nvSpPr>
        <p:spPr>
          <a:xfrm>
            <a:off x="4307229" y="5549164"/>
            <a:ext cx="4376498" cy="829611"/>
          </a:xfrm>
          <a:prstGeom prst="wedgeRectCallout">
            <a:avLst>
              <a:gd name="adj1" fmla="val -13885"/>
              <a:gd name="adj2" fmla="val -138393"/>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3" name="テキスト ボックス 42">
            <a:extLst>
              <a:ext uri="{FF2B5EF4-FFF2-40B4-BE49-F238E27FC236}">
                <a16:creationId xmlns:a16="http://schemas.microsoft.com/office/drawing/2014/main" id="{34140946-B951-4FE6-DC51-661DDBD70E0B}"/>
              </a:ext>
            </a:extLst>
          </p:cNvPr>
          <p:cNvSpPr txBox="1"/>
          <p:nvPr/>
        </p:nvSpPr>
        <p:spPr>
          <a:xfrm>
            <a:off x="4366866" y="5564732"/>
            <a:ext cx="4316861" cy="738664"/>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第</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3</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回では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Web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サーバとそれが返す、静的コンテンツのみをとりあつかいます。インターネットを介してクライントと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Web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サーバが通信するところに焦点を当てます。</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745AFAA2-C6E5-4737-943C-0D1303192903}"/>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Azure IaaS とは何か</a:t>
            </a:r>
          </a:p>
        </p:txBody>
      </p:sp>
      <p:sp>
        <p:nvSpPr>
          <p:cNvPr id="2" name="正方形/長方形 1">
            <a:extLst>
              <a:ext uri="{FF2B5EF4-FFF2-40B4-BE49-F238E27FC236}">
                <a16:creationId xmlns:a16="http://schemas.microsoft.com/office/drawing/2014/main" id="{BF36D929-79ED-4029-BE26-FADD530CC89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2D0B338-A35D-44B2-A828-FF9E9CDF93D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41C7388-5947-49E3-B70E-FF720536C87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IaaS では、クラウド上に仮想的なサーバ、ネットワーク、ストレージを用意し、OS やミドルウェアの設定は利用者が管理します。</a:t>
            </a:r>
          </a:p>
        </p:txBody>
      </p:sp>
      <p:sp>
        <p:nvSpPr>
          <p:cNvPr id="6" name="正方形/長方形 5">
            <a:extLst>
              <a:ext uri="{FF2B5EF4-FFF2-40B4-BE49-F238E27FC236}">
                <a16:creationId xmlns:a16="http://schemas.microsoft.com/office/drawing/2014/main" id="{905CAD37-7A4E-45CE-891A-81DCE8016535}"/>
              </a:ext>
            </a:extLst>
          </p:cNvPr>
          <p:cNvSpPr>
            <a:spLocks noGrp="1"/>
          </p:cNvSpPr>
          <p:nvPr/>
        </p:nvSpPr>
        <p:spPr>
          <a:xfrm>
            <a:off x="895350" y="21145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5FFB430D-C64C-439B-8A84-9C126B57B665}"/>
              </a:ext>
            </a:extLst>
          </p:cNvPr>
          <p:cNvSpPr>
            <a:spLocks noGrp="1"/>
          </p:cNvSpPr>
          <p:nvPr/>
        </p:nvSpPr>
        <p:spPr>
          <a:xfrm>
            <a:off x="895350" y="2114550"/>
            <a:ext cx="76200" cy="1295400"/>
          </a:xfrm>
          <a:prstGeom prst="rect">
            <a:avLst/>
          </a:prstGeom>
          <a:solidFill>
            <a:srgbClr val="0F766E"/>
          </a:solidFill>
          <a:ln w="0">
            <a:solidFill>
              <a:srgbClr val="0F766E"/>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2DCF33F8-165E-4C90-9EB4-F550202826CE}"/>
              </a:ext>
            </a:extLst>
          </p:cNvPr>
          <p:cNvSpPr>
            <a:spLocks noGrp="1"/>
          </p:cNvSpPr>
          <p:nvPr/>
        </p:nvSpPr>
        <p:spPr>
          <a:xfrm>
            <a:off x="1104900" y="22669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0F766E"/>
                </a:solidFill>
                <a:latin typeface="Yu Gothic UI"/>
                <a:ea typeface="Yu Gothic UI"/>
                <a:cs typeface="Yu Gothic UI"/>
              </a:defRPr>
            </a:pPr>
            <a:r>
              <a:rPr sz="900" b="1">
                <a:solidFill>
                  <a:srgbClr val="0F766E"/>
                </a:solidFill>
                <a:latin typeface="Yu Gothic UI"/>
                <a:ea typeface="Yu Gothic UI"/>
                <a:cs typeface="Yu Gothic UI"/>
              </a:rPr>
              <a:t>Azure が提供</a:t>
            </a:r>
          </a:p>
        </p:txBody>
      </p:sp>
      <p:sp>
        <p:nvSpPr>
          <p:cNvPr id="9" name="正方形/長方形 8">
            <a:extLst>
              <a:ext uri="{FF2B5EF4-FFF2-40B4-BE49-F238E27FC236}">
                <a16:creationId xmlns:a16="http://schemas.microsoft.com/office/drawing/2014/main" id="{58789038-5868-49EF-975F-6E84F84A499B}"/>
              </a:ext>
            </a:extLst>
          </p:cNvPr>
          <p:cNvSpPr>
            <a:spLocks noGrp="1"/>
          </p:cNvSpPr>
          <p:nvPr/>
        </p:nvSpPr>
        <p:spPr>
          <a:xfrm>
            <a:off x="1104900" y="25146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物理基盤</a:t>
            </a:r>
          </a:p>
        </p:txBody>
      </p:sp>
      <p:sp>
        <p:nvSpPr>
          <p:cNvPr id="10" name="正方形/長方形 9">
            <a:extLst>
              <a:ext uri="{FF2B5EF4-FFF2-40B4-BE49-F238E27FC236}">
                <a16:creationId xmlns:a16="http://schemas.microsoft.com/office/drawing/2014/main" id="{FC0E0142-F966-4E09-8E8A-79157EF029F7}"/>
              </a:ext>
            </a:extLst>
          </p:cNvPr>
          <p:cNvSpPr>
            <a:spLocks noGrp="1"/>
          </p:cNvSpPr>
          <p:nvPr/>
        </p:nvSpPr>
        <p:spPr>
          <a:xfrm>
            <a:off x="1104900" y="29146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データセンター、物理サーバ、物理ネットワーク、基盤の可用性。</a:t>
            </a:r>
          </a:p>
        </p:txBody>
      </p:sp>
      <p:sp>
        <p:nvSpPr>
          <p:cNvPr id="11" name="正方形/長方形 10">
            <a:extLst>
              <a:ext uri="{FF2B5EF4-FFF2-40B4-BE49-F238E27FC236}">
                <a16:creationId xmlns:a16="http://schemas.microsoft.com/office/drawing/2014/main" id="{4789A897-A8CD-4C9E-8865-4256D0B5273B}"/>
              </a:ext>
            </a:extLst>
          </p:cNvPr>
          <p:cNvSpPr>
            <a:spLocks noGrp="1"/>
          </p:cNvSpPr>
          <p:nvPr/>
        </p:nvSpPr>
        <p:spPr>
          <a:xfrm>
            <a:off x="6115050" y="21145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12" name="正方形/長方形 11">
            <a:extLst>
              <a:ext uri="{FF2B5EF4-FFF2-40B4-BE49-F238E27FC236}">
                <a16:creationId xmlns:a16="http://schemas.microsoft.com/office/drawing/2014/main" id="{820FC5F4-ABB2-4B9B-A24C-1C8ADD7F54CE}"/>
              </a:ext>
            </a:extLst>
          </p:cNvPr>
          <p:cNvSpPr>
            <a:spLocks noGrp="1"/>
          </p:cNvSpPr>
          <p:nvPr/>
        </p:nvSpPr>
        <p:spPr>
          <a:xfrm>
            <a:off x="6115050" y="2114550"/>
            <a:ext cx="76200" cy="1295400"/>
          </a:xfrm>
          <a:prstGeom prst="rect">
            <a:avLst/>
          </a:prstGeom>
          <a:solidFill>
            <a:srgbClr val="70AD47"/>
          </a:solidFill>
          <a:ln w="0">
            <a:solidFill>
              <a:srgbClr val="70AD47"/>
            </a:solidFill>
            <a:prstDash val="solid"/>
          </a:ln>
        </p:spPr>
        <p:txBody>
          <a:bodyPr/>
          <a:lstStyle/>
          <a:p>
            <a:endParaRPr lang="ja-JP" altLang="en-US" sz="2400"/>
          </a:p>
        </p:txBody>
      </p:sp>
      <p:sp>
        <p:nvSpPr>
          <p:cNvPr id="13" name="正方形/長方形 12">
            <a:extLst>
              <a:ext uri="{FF2B5EF4-FFF2-40B4-BE49-F238E27FC236}">
                <a16:creationId xmlns:a16="http://schemas.microsoft.com/office/drawing/2014/main" id="{8A98ADE2-B55A-43AF-BE16-C0649709F53C}"/>
              </a:ext>
            </a:extLst>
          </p:cNvPr>
          <p:cNvSpPr>
            <a:spLocks noGrp="1"/>
          </p:cNvSpPr>
          <p:nvPr/>
        </p:nvSpPr>
        <p:spPr>
          <a:xfrm>
            <a:off x="6324600" y="22669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70AD47"/>
                </a:solidFill>
                <a:latin typeface="Yu Gothic UI"/>
                <a:ea typeface="Yu Gothic UI"/>
                <a:cs typeface="Yu Gothic UI"/>
              </a:defRPr>
            </a:pPr>
            <a:r>
              <a:rPr sz="900" b="1">
                <a:solidFill>
                  <a:srgbClr val="70AD47"/>
                </a:solidFill>
                <a:latin typeface="Yu Gothic UI"/>
                <a:ea typeface="Yu Gothic UI"/>
                <a:cs typeface="Yu Gothic UI"/>
              </a:rPr>
              <a:t>利用者が設定</a:t>
            </a:r>
          </a:p>
        </p:txBody>
      </p:sp>
      <p:sp>
        <p:nvSpPr>
          <p:cNvPr id="14" name="正方形/長方形 13">
            <a:extLst>
              <a:ext uri="{FF2B5EF4-FFF2-40B4-BE49-F238E27FC236}">
                <a16:creationId xmlns:a16="http://schemas.microsoft.com/office/drawing/2014/main" id="{7EEB80C0-8B61-4CEF-9B4C-AED64B0B8692}"/>
              </a:ext>
            </a:extLst>
          </p:cNvPr>
          <p:cNvSpPr>
            <a:spLocks noGrp="1"/>
          </p:cNvSpPr>
          <p:nvPr/>
        </p:nvSpPr>
        <p:spPr>
          <a:xfrm>
            <a:off x="6324600" y="25146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仮想リソース</a:t>
            </a:r>
          </a:p>
        </p:txBody>
      </p:sp>
      <p:sp>
        <p:nvSpPr>
          <p:cNvPr id="15" name="正方形/長方形 14">
            <a:extLst>
              <a:ext uri="{FF2B5EF4-FFF2-40B4-BE49-F238E27FC236}">
                <a16:creationId xmlns:a16="http://schemas.microsoft.com/office/drawing/2014/main" id="{89E9456B-A5C7-4132-BDE8-00CA7F910D94}"/>
              </a:ext>
            </a:extLst>
          </p:cNvPr>
          <p:cNvSpPr>
            <a:spLocks noGrp="1"/>
          </p:cNvSpPr>
          <p:nvPr/>
        </p:nvSpPr>
        <p:spPr>
          <a:xfrm>
            <a:off x="6324600" y="29146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VM、OS、ミドルウェア、公開ポート、アプリケーションの構成。</a:t>
            </a:r>
          </a:p>
        </p:txBody>
      </p:sp>
      <p:sp>
        <p:nvSpPr>
          <p:cNvPr id="16" name="正方形/長方形 15">
            <a:extLst>
              <a:ext uri="{FF2B5EF4-FFF2-40B4-BE49-F238E27FC236}">
                <a16:creationId xmlns:a16="http://schemas.microsoft.com/office/drawing/2014/main" id="{E6599683-6C89-427C-A40E-3A24CF899CF6}"/>
              </a:ext>
            </a:extLst>
          </p:cNvPr>
          <p:cNvSpPr>
            <a:spLocks noGrp="1"/>
          </p:cNvSpPr>
          <p:nvPr/>
        </p:nvSpPr>
        <p:spPr>
          <a:xfrm>
            <a:off x="895350" y="37147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17" name="正方形/長方形 16">
            <a:extLst>
              <a:ext uri="{FF2B5EF4-FFF2-40B4-BE49-F238E27FC236}">
                <a16:creationId xmlns:a16="http://schemas.microsoft.com/office/drawing/2014/main" id="{52944795-6A78-4A0E-9804-552950E553E5}"/>
              </a:ext>
            </a:extLst>
          </p:cNvPr>
          <p:cNvSpPr>
            <a:spLocks noGrp="1"/>
          </p:cNvSpPr>
          <p:nvPr/>
        </p:nvSpPr>
        <p:spPr>
          <a:xfrm>
            <a:off x="895350" y="3714750"/>
            <a:ext cx="76200" cy="1295400"/>
          </a:xfrm>
          <a:prstGeom prst="rect">
            <a:avLst/>
          </a:prstGeom>
          <a:solidFill>
            <a:srgbClr val="ED7D31"/>
          </a:solidFill>
          <a:ln w="0">
            <a:solidFill>
              <a:srgbClr val="ED7D31"/>
            </a:solidFill>
            <a:prstDash val="solid"/>
          </a:ln>
        </p:spPr>
        <p:txBody>
          <a:bodyPr/>
          <a:lstStyle/>
          <a:p>
            <a:endParaRPr lang="ja-JP" altLang="en-US" sz="2400"/>
          </a:p>
        </p:txBody>
      </p:sp>
      <p:sp>
        <p:nvSpPr>
          <p:cNvPr id="18" name="正方形/長方形 17">
            <a:extLst>
              <a:ext uri="{FF2B5EF4-FFF2-40B4-BE49-F238E27FC236}">
                <a16:creationId xmlns:a16="http://schemas.microsoft.com/office/drawing/2014/main" id="{CC942FFD-2D7C-48FC-B41E-74E5083688BF}"/>
              </a:ext>
            </a:extLst>
          </p:cNvPr>
          <p:cNvSpPr>
            <a:spLocks noGrp="1"/>
          </p:cNvSpPr>
          <p:nvPr/>
        </p:nvSpPr>
        <p:spPr>
          <a:xfrm>
            <a:off x="1104900" y="38671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D7D31"/>
                </a:solidFill>
                <a:latin typeface="Yu Gothic UI"/>
                <a:ea typeface="Yu Gothic UI"/>
                <a:cs typeface="Yu Gothic UI"/>
              </a:defRPr>
            </a:pPr>
            <a:r>
              <a:rPr sz="900" b="1">
                <a:solidFill>
                  <a:srgbClr val="ED7D31"/>
                </a:solidFill>
                <a:latin typeface="Yu Gothic UI"/>
                <a:ea typeface="Yu Gothic UI"/>
                <a:cs typeface="Yu Gothic UI"/>
              </a:rPr>
              <a:t>本回の中心</a:t>
            </a:r>
          </a:p>
        </p:txBody>
      </p:sp>
      <p:sp>
        <p:nvSpPr>
          <p:cNvPr id="19" name="正方形/長方形 18">
            <a:extLst>
              <a:ext uri="{FF2B5EF4-FFF2-40B4-BE49-F238E27FC236}">
                <a16:creationId xmlns:a16="http://schemas.microsoft.com/office/drawing/2014/main" id="{60431124-4B21-4E11-9716-75EA575865ED}"/>
              </a:ext>
            </a:extLst>
          </p:cNvPr>
          <p:cNvSpPr>
            <a:spLocks noGrp="1"/>
          </p:cNvSpPr>
          <p:nvPr/>
        </p:nvSpPr>
        <p:spPr>
          <a:xfrm>
            <a:off x="1104900" y="41148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VM と NGINX</a:t>
            </a:r>
          </a:p>
        </p:txBody>
      </p:sp>
      <p:sp>
        <p:nvSpPr>
          <p:cNvPr id="20" name="正方形/長方形 19">
            <a:extLst>
              <a:ext uri="{FF2B5EF4-FFF2-40B4-BE49-F238E27FC236}">
                <a16:creationId xmlns:a16="http://schemas.microsoft.com/office/drawing/2014/main" id="{8BFD8CA8-D924-4767-896A-7CDE121CFFB6}"/>
              </a:ext>
            </a:extLst>
          </p:cNvPr>
          <p:cNvSpPr>
            <a:spLocks noGrp="1"/>
          </p:cNvSpPr>
          <p:nvPr/>
        </p:nvSpPr>
        <p:spPr>
          <a:xfrm>
            <a:off x="1104900" y="45148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Linux VM を作り、起動時に NGINX を入れて Web サーバとして動かします。</a:t>
            </a:r>
          </a:p>
        </p:txBody>
      </p:sp>
      <p:sp>
        <p:nvSpPr>
          <p:cNvPr id="21" name="正方形/長方形 20">
            <a:extLst>
              <a:ext uri="{FF2B5EF4-FFF2-40B4-BE49-F238E27FC236}">
                <a16:creationId xmlns:a16="http://schemas.microsoft.com/office/drawing/2014/main" id="{BA18ADAD-3151-40AE-ACC3-9BC6D14EE2F7}"/>
              </a:ext>
            </a:extLst>
          </p:cNvPr>
          <p:cNvSpPr>
            <a:spLocks noGrp="1"/>
          </p:cNvSpPr>
          <p:nvPr/>
        </p:nvSpPr>
        <p:spPr>
          <a:xfrm>
            <a:off x="6115050" y="37147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22" name="正方形/長方形 21">
            <a:extLst>
              <a:ext uri="{FF2B5EF4-FFF2-40B4-BE49-F238E27FC236}">
                <a16:creationId xmlns:a16="http://schemas.microsoft.com/office/drawing/2014/main" id="{29B9CF1C-7367-4CA7-A366-10B3D0FCA818}"/>
              </a:ext>
            </a:extLst>
          </p:cNvPr>
          <p:cNvSpPr>
            <a:spLocks noGrp="1"/>
          </p:cNvSpPr>
          <p:nvPr/>
        </p:nvSpPr>
        <p:spPr>
          <a:xfrm>
            <a:off x="6115050" y="3714750"/>
            <a:ext cx="76200" cy="1295400"/>
          </a:xfrm>
          <a:prstGeom prst="rect">
            <a:avLst/>
          </a:prstGeom>
          <a:solidFill>
            <a:srgbClr val="4472C4"/>
          </a:solidFill>
          <a:ln w="0">
            <a:solidFill>
              <a:srgbClr val="4472C4"/>
            </a:solidFill>
            <a:prstDash val="solid"/>
          </a:ln>
        </p:spPr>
        <p:txBody>
          <a:bodyPr/>
          <a:lstStyle/>
          <a:p>
            <a:endParaRPr lang="ja-JP" altLang="en-US" sz="2400"/>
          </a:p>
        </p:txBody>
      </p:sp>
      <p:sp>
        <p:nvSpPr>
          <p:cNvPr id="23" name="正方形/長方形 22">
            <a:extLst>
              <a:ext uri="{FF2B5EF4-FFF2-40B4-BE49-F238E27FC236}">
                <a16:creationId xmlns:a16="http://schemas.microsoft.com/office/drawing/2014/main" id="{FD859892-89D2-4BD7-9985-1C6DA93198C4}"/>
              </a:ext>
            </a:extLst>
          </p:cNvPr>
          <p:cNvSpPr>
            <a:spLocks noGrp="1"/>
          </p:cNvSpPr>
          <p:nvPr/>
        </p:nvSpPr>
        <p:spPr>
          <a:xfrm>
            <a:off x="6324600" y="38671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900" b="1">
                <a:solidFill>
                  <a:srgbClr val="4472C4"/>
                </a:solidFill>
                <a:latin typeface="Yu Gothic UI"/>
                <a:ea typeface="Yu Gothic UI"/>
                <a:cs typeface="Yu Gothic UI"/>
              </a:rPr>
              <a:t>本番では追加</a:t>
            </a:r>
          </a:p>
        </p:txBody>
      </p:sp>
      <p:sp>
        <p:nvSpPr>
          <p:cNvPr id="24" name="正方形/長方形 23">
            <a:extLst>
              <a:ext uri="{FF2B5EF4-FFF2-40B4-BE49-F238E27FC236}">
                <a16:creationId xmlns:a16="http://schemas.microsoft.com/office/drawing/2014/main" id="{02BFF035-0AB7-4725-B0B9-5D146297DBEB}"/>
              </a:ext>
            </a:extLst>
          </p:cNvPr>
          <p:cNvSpPr>
            <a:spLocks noGrp="1"/>
          </p:cNvSpPr>
          <p:nvPr/>
        </p:nvSpPr>
        <p:spPr>
          <a:xfrm>
            <a:off x="6324600" y="41148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運用設計</a:t>
            </a:r>
          </a:p>
        </p:txBody>
      </p:sp>
      <p:sp>
        <p:nvSpPr>
          <p:cNvPr id="25" name="正方形/長方形 24">
            <a:extLst>
              <a:ext uri="{FF2B5EF4-FFF2-40B4-BE49-F238E27FC236}">
                <a16:creationId xmlns:a16="http://schemas.microsoft.com/office/drawing/2014/main" id="{0E85E0D7-2E0C-4361-A405-8CF53F417567}"/>
              </a:ext>
            </a:extLst>
          </p:cNvPr>
          <p:cNvSpPr>
            <a:spLocks noGrp="1"/>
          </p:cNvSpPr>
          <p:nvPr/>
        </p:nvSpPr>
        <p:spPr>
          <a:xfrm>
            <a:off x="6324600" y="45148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パッチ、監視、バックアップ、冗長化、HTTPS などを別途検討します。</a:t>
            </a:r>
          </a:p>
        </p:txBody>
      </p:sp>
    </p:spTree>
    <p:extLst>
      <p:ext uri="{BB962C8B-B14F-4D97-AF65-F5344CB8AC3E}">
        <p14:creationId xmlns:p14="http://schemas.microsoft.com/office/powerpoint/2010/main" val="11860771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A56B3-C49B-48C8-1EC5-604A380D5B30}"/>
            </a:ext>
          </a:extLst>
        </p:cNvPr>
        <p:cNvGrpSpPr/>
        <p:nvPr/>
      </p:nvGrpSpPr>
      <p:grpSpPr>
        <a:xfrm>
          <a:off x="0" y="0"/>
          <a:ext cx="0" cy="0"/>
          <a:chOff x="0" y="0"/>
          <a:chExt cx="0" cy="0"/>
        </a:xfrm>
      </p:grpSpPr>
      <p:sp>
        <p:nvSpPr>
          <p:cNvPr id="71" name="正方形/長方形 70">
            <a:extLst>
              <a:ext uri="{FF2B5EF4-FFF2-40B4-BE49-F238E27FC236}">
                <a16:creationId xmlns:a16="http://schemas.microsoft.com/office/drawing/2014/main" id="{E5D62954-5FB2-DBAD-2FBA-4DAFBF7074D0}"/>
              </a:ext>
            </a:extLst>
          </p:cNvPr>
          <p:cNvSpPr/>
          <p:nvPr/>
        </p:nvSpPr>
        <p:spPr>
          <a:xfrm>
            <a:off x="3229102" y="1795583"/>
            <a:ext cx="2906356" cy="4497062"/>
          </a:xfrm>
          <a:prstGeom prst="rect">
            <a:avLst/>
          </a:prstGeom>
          <a:noFill/>
          <a:ln w="222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a:extLst>
              <a:ext uri="{FF2B5EF4-FFF2-40B4-BE49-F238E27FC236}">
                <a16:creationId xmlns:a16="http://schemas.microsoft.com/office/drawing/2014/main" id="{21B23716-0A31-CD26-BD0E-A0B89DB3BE76}"/>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err="1">
                <a:solidFill>
                  <a:srgbClr val="1F2937"/>
                </a:solidFill>
                <a:latin typeface="Meiryo UI"/>
                <a:ea typeface="Meiryo UI"/>
                <a:cs typeface="Meiryo UI"/>
              </a:rPr>
              <a:t>クラウドの責任共有モデルに置き換えると</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794CC4A7-D406-D213-87C9-68C04B09B66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62ED0252-7224-0B3E-2ED5-F2CB0FEFBCF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1A34CAE-E233-D27F-21BA-9D5D2C279EA6}"/>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IaaS では、クラウド上に仮想的なサーバ、ネットワーク、ストレージを用意し、OS やミドルウェアの設定は利用者が管理します。</a:t>
            </a:r>
          </a:p>
        </p:txBody>
      </p:sp>
      <p:sp>
        <p:nvSpPr>
          <p:cNvPr id="28" name="Rounded Rectangle 15">
            <a:extLst>
              <a:ext uri="{FF2B5EF4-FFF2-40B4-BE49-F238E27FC236}">
                <a16:creationId xmlns:a16="http://schemas.microsoft.com/office/drawing/2014/main" id="{8F8DB8A3-BBE2-C53D-BC6E-C2C355123F86}"/>
              </a:ext>
            </a:extLst>
          </p:cNvPr>
          <p:cNvSpPr/>
          <p:nvPr/>
        </p:nvSpPr>
        <p:spPr bwMode="auto">
          <a:xfrm>
            <a:off x="4136577" y="4072386"/>
            <a:ext cx="1692132" cy="167333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29" name="Rectangle 5">
            <a:extLst>
              <a:ext uri="{FF2B5EF4-FFF2-40B4-BE49-F238E27FC236}">
                <a16:creationId xmlns:a16="http://schemas.microsoft.com/office/drawing/2014/main" id="{5FEBD0CF-1574-089D-6D9B-857639B17401}"/>
              </a:ext>
            </a:extLst>
          </p:cNvPr>
          <p:cNvSpPr/>
          <p:nvPr/>
        </p:nvSpPr>
        <p:spPr>
          <a:xfrm>
            <a:off x="1457432" y="1978898"/>
            <a:ext cx="1692131" cy="35323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ja-JP" alt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オンプレミス</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0" name="Rectangle 6">
            <a:extLst>
              <a:ext uri="{FF2B5EF4-FFF2-40B4-BE49-F238E27FC236}">
                <a16:creationId xmlns:a16="http://schemas.microsoft.com/office/drawing/2014/main" id="{E01657DD-4AC4-A634-0EC8-1AB13D74134A}"/>
              </a:ext>
            </a:extLst>
          </p:cNvPr>
          <p:cNvSpPr/>
          <p:nvPr/>
        </p:nvSpPr>
        <p:spPr>
          <a:xfrm>
            <a:off x="1457430" y="5115464"/>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ストレージ</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1" name="Rectangle 7">
            <a:extLst>
              <a:ext uri="{FF2B5EF4-FFF2-40B4-BE49-F238E27FC236}">
                <a16:creationId xmlns:a16="http://schemas.microsoft.com/office/drawing/2014/main" id="{733B42EA-D648-601C-6443-A573AA74853C}"/>
              </a:ext>
            </a:extLst>
          </p:cNvPr>
          <p:cNvSpPr/>
          <p:nvPr/>
        </p:nvSpPr>
        <p:spPr>
          <a:xfrm>
            <a:off x="1457429" y="475629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サーバー</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2" name="Rectangle 8">
            <a:extLst>
              <a:ext uri="{FF2B5EF4-FFF2-40B4-BE49-F238E27FC236}">
                <a16:creationId xmlns:a16="http://schemas.microsoft.com/office/drawing/2014/main" id="{C941AB0F-5D9E-6EDA-2C29-9A83343C7B62}"/>
              </a:ext>
            </a:extLst>
          </p:cNvPr>
          <p:cNvSpPr/>
          <p:nvPr/>
        </p:nvSpPr>
        <p:spPr>
          <a:xfrm>
            <a:off x="1457429" y="5493725"/>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ネットワーク</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3" name="Rectangle 9">
            <a:extLst>
              <a:ext uri="{FF2B5EF4-FFF2-40B4-BE49-F238E27FC236}">
                <a16:creationId xmlns:a16="http://schemas.microsoft.com/office/drawing/2014/main" id="{912C1FE7-D754-4EDD-962A-F52A01551A66}"/>
              </a:ext>
            </a:extLst>
          </p:cNvPr>
          <p:cNvSpPr/>
          <p:nvPr/>
        </p:nvSpPr>
        <p:spPr>
          <a:xfrm>
            <a:off x="1457432" y="370042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34" name="Rectangle 10">
            <a:extLst>
              <a:ext uri="{FF2B5EF4-FFF2-40B4-BE49-F238E27FC236}">
                <a16:creationId xmlns:a16="http://schemas.microsoft.com/office/drawing/2014/main" id="{14B14605-586F-056C-6576-5719E4182FBD}"/>
              </a:ext>
            </a:extLst>
          </p:cNvPr>
          <p:cNvSpPr/>
          <p:nvPr/>
        </p:nvSpPr>
        <p:spPr>
          <a:xfrm>
            <a:off x="1457432" y="335616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5" name="Rectangle 11">
            <a:extLst>
              <a:ext uri="{FF2B5EF4-FFF2-40B4-BE49-F238E27FC236}">
                <a16:creationId xmlns:a16="http://schemas.microsoft.com/office/drawing/2014/main" id="{CC85A4A1-5745-10D1-BD65-09AA692DDB11}"/>
              </a:ext>
            </a:extLst>
          </p:cNvPr>
          <p:cNvSpPr/>
          <p:nvPr/>
        </p:nvSpPr>
        <p:spPr>
          <a:xfrm>
            <a:off x="1457432" y="405185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仮想化</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6" name="Rectangle 12">
            <a:extLst>
              <a:ext uri="{FF2B5EF4-FFF2-40B4-BE49-F238E27FC236}">
                <a16:creationId xmlns:a16="http://schemas.microsoft.com/office/drawing/2014/main" id="{56E42A3E-19C0-0CE1-435D-0174E9DA0B2C}"/>
              </a:ext>
            </a:extLst>
          </p:cNvPr>
          <p:cNvSpPr/>
          <p:nvPr/>
        </p:nvSpPr>
        <p:spPr>
          <a:xfrm>
            <a:off x="1457432" y="270074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7" name="Rectangle 13">
            <a:extLst>
              <a:ext uri="{FF2B5EF4-FFF2-40B4-BE49-F238E27FC236}">
                <a16:creationId xmlns:a16="http://schemas.microsoft.com/office/drawing/2014/main" id="{142C694B-3873-F5C2-C956-DF6D38245D7D}"/>
              </a:ext>
            </a:extLst>
          </p:cNvPr>
          <p:cNvSpPr/>
          <p:nvPr/>
        </p:nvSpPr>
        <p:spPr>
          <a:xfrm>
            <a:off x="1457433" y="2385666"/>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8" name="Rectangle 14">
            <a:extLst>
              <a:ext uri="{FF2B5EF4-FFF2-40B4-BE49-F238E27FC236}">
                <a16:creationId xmlns:a16="http://schemas.microsoft.com/office/drawing/2014/main" id="{95B6FE20-11C4-1C5C-CB3D-DEC1BE77B56A}"/>
              </a:ext>
            </a:extLst>
          </p:cNvPr>
          <p:cNvSpPr/>
          <p:nvPr/>
        </p:nvSpPr>
        <p:spPr>
          <a:xfrm>
            <a:off x="1457432" y="3024690"/>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9" name="Rectangle 7">
            <a:extLst>
              <a:ext uri="{FF2B5EF4-FFF2-40B4-BE49-F238E27FC236}">
                <a16:creationId xmlns:a16="http://schemas.microsoft.com/office/drawing/2014/main" id="{413CB20D-0DA4-C292-E5DA-C8C26AED61FF}"/>
              </a:ext>
            </a:extLst>
          </p:cNvPr>
          <p:cNvSpPr/>
          <p:nvPr/>
        </p:nvSpPr>
        <p:spPr>
          <a:xfrm>
            <a:off x="1457431" y="4401531"/>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ホスト </a:t>
            </a:r>
            <a:r>
              <a:rPr kumimoji="0" lang="en-US" altLang="ja-JP"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0" name="Rectangle 18">
            <a:extLst>
              <a:ext uri="{FF2B5EF4-FFF2-40B4-BE49-F238E27FC236}">
                <a16:creationId xmlns:a16="http://schemas.microsoft.com/office/drawing/2014/main" id="{711A2ADB-6C55-574F-3DB1-D14045772FAE}"/>
              </a:ext>
            </a:extLst>
          </p:cNvPr>
          <p:cNvSpPr/>
          <p:nvPr/>
        </p:nvSpPr>
        <p:spPr>
          <a:xfrm>
            <a:off x="4118234" y="1978898"/>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IaaS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1" name="Left Brace 30">
            <a:extLst>
              <a:ext uri="{FF2B5EF4-FFF2-40B4-BE49-F238E27FC236}">
                <a16:creationId xmlns:a16="http://schemas.microsoft.com/office/drawing/2014/main" id="{4AF9A03C-8C30-C285-976F-FBBBF8A6BCE7}"/>
              </a:ext>
            </a:extLst>
          </p:cNvPr>
          <p:cNvSpPr/>
          <p:nvPr/>
        </p:nvSpPr>
        <p:spPr>
          <a:xfrm>
            <a:off x="1018717" y="2385666"/>
            <a:ext cx="282274" cy="3360059"/>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2" name="Rectangle 33">
            <a:extLst>
              <a:ext uri="{FF2B5EF4-FFF2-40B4-BE49-F238E27FC236}">
                <a16:creationId xmlns:a16="http://schemas.microsoft.com/office/drawing/2014/main" id="{97907564-3C03-2B48-654A-3C54D6F30D0F}"/>
              </a:ext>
            </a:extLst>
          </p:cNvPr>
          <p:cNvSpPr/>
          <p:nvPr/>
        </p:nvSpPr>
        <p:spPr>
          <a:xfrm>
            <a:off x="9442458" y="1978110"/>
            <a:ext cx="1692131" cy="315077"/>
          </a:xfrm>
          <a:prstGeom prst="rect">
            <a:avLst/>
          </a:prstGeom>
          <a:noFill/>
          <a:ln w="9525" cap="flat" cmpd="sng" algn="ctr">
            <a:noFill/>
            <a:prstDash val="solid"/>
          </a:ln>
          <a:effectLst/>
        </p:spPr>
        <p:txBody>
          <a:bodyPr t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PaaS/</a:t>
            </a:r>
            <a:r>
              <a:rPr kumimoji="0" lang="en-US" sz="1800" b="0" i="0" u="none" strike="noStrike" kern="1200" cap="none" spc="0" normalizeH="0" baseline="0" noProof="0" dirty="0" err="1">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FaaS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3" name="Rectangle 44">
            <a:extLst>
              <a:ext uri="{FF2B5EF4-FFF2-40B4-BE49-F238E27FC236}">
                <a16:creationId xmlns:a16="http://schemas.microsoft.com/office/drawing/2014/main" id="{ED7FDD9D-49DF-F719-2865-AFCE4A4E6186}"/>
              </a:ext>
            </a:extLst>
          </p:cNvPr>
          <p:cNvSpPr/>
          <p:nvPr/>
        </p:nvSpPr>
        <p:spPr>
          <a:xfrm>
            <a:off x="9442460" y="2340776"/>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4" name="Rectangle 46">
            <a:extLst>
              <a:ext uri="{FF2B5EF4-FFF2-40B4-BE49-F238E27FC236}">
                <a16:creationId xmlns:a16="http://schemas.microsoft.com/office/drawing/2014/main" id="{314ACFAD-23F9-EC9A-F485-6699E93982A7}"/>
              </a:ext>
            </a:extLst>
          </p:cNvPr>
          <p:cNvSpPr/>
          <p:nvPr/>
        </p:nvSpPr>
        <p:spPr>
          <a:xfrm>
            <a:off x="9440478" y="2695421"/>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5" name="Left Brace 30">
            <a:extLst>
              <a:ext uri="{FF2B5EF4-FFF2-40B4-BE49-F238E27FC236}">
                <a16:creationId xmlns:a16="http://schemas.microsoft.com/office/drawing/2014/main" id="{22C14C60-786A-F7B9-BB31-4D25B7690AFF}"/>
              </a:ext>
            </a:extLst>
          </p:cNvPr>
          <p:cNvSpPr/>
          <p:nvPr/>
        </p:nvSpPr>
        <p:spPr>
          <a:xfrm>
            <a:off x="3773976" y="2385666"/>
            <a:ext cx="282274" cy="15667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6" name="Left Brace 30">
            <a:extLst>
              <a:ext uri="{FF2B5EF4-FFF2-40B4-BE49-F238E27FC236}">
                <a16:creationId xmlns:a16="http://schemas.microsoft.com/office/drawing/2014/main" id="{38AEBC7A-DD41-9BD8-33EA-BF96327F4D32}"/>
              </a:ext>
            </a:extLst>
          </p:cNvPr>
          <p:cNvSpPr/>
          <p:nvPr/>
        </p:nvSpPr>
        <p:spPr>
          <a:xfrm>
            <a:off x="9090406" y="2354220"/>
            <a:ext cx="282275" cy="635273"/>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7" name="Rounded Rectangle 15">
            <a:extLst>
              <a:ext uri="{FF2B5EF4-FFF2-40B4-BE49-F238E27FC236}">
                <a16:creationId xmlns:a16="http://schemas.microsoft.com/office/drawing/2014/main" id="{52191EFE-A923-C1E9-BB1D-EC520CC36020}"/>
              </a:ext>
            </a:extLst>
          </p:cNvPr>
          <p:cNvSpPr/>
          <p:nvPr/>
        </p:nvSpPr>
        <p:spPr bwMode="auto">
          <a:xfrm>
            <a:off x="9442459" y="3020971"/>
            <a:ext cx="1692131" cy="272187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48" name="Rectangle 9">
            <a:extLst>
              <a:ext uri="{FF2B5EF4-FFF2-40B4-BE49-F238E27FC236}">
                <a16:creationId xmlns:a16="http://schemas.microsoft.com/office/drawing/2014/main" id="{CAF04A69-4934-B7C7-0738-E791A5264BF6}"/>
              </a:ext>
            </a:extLst>
          </p:cNvPr>
          <p:cNvSpPr/>
          <p:nvPr/>
        </p:nvSpPr>
        <p:spPr>
          <a:xfrm>
            <a:off x="4127457" y="370042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49" name="Rectangle 10">
            <a:extLst>
              <a:ext uri="{FF2B5EF4-FFF2-40B4-BE49-F238E27FC236}">
                <a16:creationId xmlns:a16="http://schemas.microsoft.com/office/drawing/2014/main" id="{32E22DEC-5CFC-8B33-1466-83977356FCB9}"/>
              </a:ext>
            </a:extLst>
          </p:cNvPr>
          <p:cNvSpPr/>
          <p:nvPr/>
        </p:nvSpPr>
        <p:spPr>
          <a:xfrm>
            <a:off x="4127457" y="3356169"/>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0" name="Rectangle 12">
            <a:extLst>
              <a:ext uri="{FF2B5EF4-FFF2-40B4-BE49-F238E27FC236}">
                <a16:creationId xmlns:a16="http://schemas.microsoft.com/office/drawing/2014/main" id="{E32952FE-1EA8-2E65-6E7A-B98CAA3905F1}"/>
              </a:ext>
            </a:extLst>
          </p:cNvPr>
          <p:cNvSpPr/>
          <p:nvPr/>
        </p:nvSpPr>
        <p:spPr>
          <a:xfrm>
            <a:off x="4127457" y="270074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1" name="Rectangle 13">
            <a:extLst>
              <a:ext uri="{FF2B5EF4-FFF2-40B4-BE49-F238E27FC236}">
                <a16:creationId xmlns:a16="http://schemas.microsoft.com/office/drawing/2014/main" id="{DEC66603-DF07-9713-AE67-12EB7B9880D2}"/>
              </a:ext>
            </a:extLst>
          </p:cNvPr>
          <p:cNvSpPr/>
          <p:nvPr/>
        </p:nvSpPr>
        <p:spPr>
          <a:xfrm>
            <a:off x="4118234" y="2377640"/>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2" name="Rectangle 14">
            <a:extLst>
              <a:ext uri="{FF2B5EF4-FFF2-40B4-BE49-F238E27FC236}">
                <a16:creationId xmlns:a16="http://schemas.microsoft.com/office/drawing/2014/main" id="{BAE82CD6-88B0-AAEE-5EC4-B34980CBF75E}"/>
              </a:ext>
            </a:extLst>
          </p:cNvPr>
          <p:cNvSpPr/>
          <p:nvPr/>
        </p:nvSpPr>
        <p:spPr>
          <a:xfrm>
            <a:off x="4127457" y="3023846"/>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3" name="テキスト ボックス 76">
            <a:extLst>
              <a:ext uri="{FF2B5EF4-FFF2-40B4-BE49-F238E27FC236}">
                <a16:creationId xmlns:a16="http://schemas.microsoft.com/office/drawing/2014/main" id="{3975B1EB-F4BF-5608-92DB-F34CE0EC731E}"/>
              </a:ext>
            </a:extLst>
          </p:cNvPr>
          <p:cNvSpPr txBox="1"/>
          <p:nvPr/>
        </p:nvSpPr>
        <p:spPr>
          <a:xfrm>
            <a:off x="4308443" y="4653531"/>
            <a:ext cx="1348400"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4" name="テキスト ボックス 77">
            <a:extLst>
              <a:ext uri="{FF2B5EF4-FFF2-40B4-BE49-F238E27FC236}">
                <a16:creationId xmlns:a16="http://schemas.microsoft.com/office/drawing/2014/main" id="{3894EA6D-38BA-665E-CCCA-759470ED5D2D}"/>
              </a:ext>
            </a:extLst>
          </p:cNvPr>
          <p:cNvSpPr txBox="1"/>
          <p:nvPr/>
        </p:nvSpPr>
        <p:spPr>
          <a:xfrm>
            <a:off x="9564040" y="4619158"/>
            <a:ext cx="144500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5" name="Rounded Rectangle 15">
            <a:extLst>
              <a:ext uri="{FF2B5EF4-FFF2-40B4-BE49-F238E27FC236}">
                <a16:creationId xmlns:a16="http://schemas.microsoft.com/office/drawing/2014/main" id="{8F222AEF-7E68-F1E4-0B30-B6D804ADF86F}"/>
              </a:ext>
            </a:extLst>
          </p:cNvPr>
          <p:cNvSpPr/>
          <p:nvPr/>
        </p:nvSpPr>
        <p:spPr bwMode="auto">
          <a:xfrm>
            <a:off x="6761552" y="3699636"/>
            <a:ext cx="1692132" cy="2045302"/>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56" name="Rectangle 18">
            <a:extLst>
              <a:ext uri="{FF2B5EF4-FFF2-40B4-BE49-F238E27FC236}">
                <a16:creationId xmlns:a16="http://schemas.microsoft.com/office/drawing/2014/main" id="{1DADDE5F-4685-A717-FF4B-E70BC94A8FDD}"/>
              </a:ext>
            </a:extLst>
          </p:cNvPr>
          <p:cNvSpPr/>
          <p:nvPr/>
        </p:nvSpPr>
        <p:spPr>
          <a:xfrm>
            <a:off x="6743209" y="1978110"/>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CaaS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57" name="Left Brace 30">
            <a:extLst>
              <a:ext uri="{FF2B5EF4-FFF2-40B4-BE49-F238E27FC236}">
                <a16:creationId xmlns:a16="http://schemas.microsoft.com/office/drawing/2014/main" id="{0AFC4926-34F4-BD50-4E04-BE48E4BE27D0}"/>
              </a:ext>
            </a:extLst>
          </p:cNvPr>
          <p:cNvSpPr/>
          <p:nvPr/>
        </p:nvSpPr>
        <p:spPr>
          <a:xfrm>
            <a:off x="6398954" y="2383123"/>
            <a:ext cx="282274" cy="12242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58" name="Rectangle 9">
            <a:extLst>
              <a:ext uri="{FF2B5EF4-FFF2-40B4-BE49-F238E27FC236}">
                <a16:creationId xmlns:a16="http://schemas.microsoft.com/office/drawing/2014/main" id="{D9880477-B6AA-583A-792E-07C3D331D08B}"/>
              </a:ext>
            </a:extLst>
          </p:cNvPr>
          <p:cNvSpPr/>
          <p:nvPr/>
        </p:nvSpPr>
        <p:spPr>
          <a:xfrm>
            <a:off x="6860620" y="3785716"/>
            <a:ext cx="1516725" cy="252000"/>
          </a:xfrm>
          <a:prstGeom prst="rect">
            <a:avLst/>
          </a:prstGeom>
          <a:solidFill>
            <a:schemeClr val="bg2"/>
          </a:solidFill>
          <a:ln w="9525" cap="flat" cmpd="sng" algn="ctr">
            <a:solidFill>
              <a:schemeClr val="tx1">
                <a:lumMod val="50000"/>
                <a:lumOff val="50000"/>
              </a:scheme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r>
              <a:rPr kumimoji="0" lang="en-US" sz="900" b="0" i="0" u="none" strike="noStrike" kern="0" cap="none" spc="0" normalizeH="0" baseline="0" noProof="0" dirty="0" err="1">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コンテナエンジン</a:t>
            </a:r>
            <a:endPar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9" name="Rectangle 10">
            <a:extLst>
              <a:ext uri="{FF2B5EF4-FFF2-40B4-BE49-F238E27FC236}">
                <a16:creationId xmlns:a16="http://schemas.microsoft.com/office/drawing/2014/main" id="{0F886C89-E89A-4A6A-73EC-CA9D932F913E}"/>
              </a:ext>
            </a:extLst>
          </p:cNvPr>
          <p:cNvSpPr/>
          <p:nvPr/>
        </p:nvSpPr>
        <p:spPr>
          <a:xfrm>
            <a:off x="6752432" y="3355381"/>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0" name="Rectangle 12">
            <a:extLst>
              <a:ext uri="{FF2B5EF4-FFF2-40B4-BE49-F238E27FC236}">
                <a16:creationId xmlns:a16="http://schemas.microsoft.com/office/drawing/2014/main" id="{6A431F55-2028-3F74-7087-30AB2407736D}"/>
              </a:ext>
            </a:extLst>
          </p:cNvPr>
          <p:cNvSpPr/>
          <p:nvPr/>
        </p:nvSpPr>
        <p:spPr>
          <a:xfrm>
            <a:off x="6752432" y="2699955"/>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1" name="Rectangle 13">
            <a:extLst>
              <a:ext uri="{FF2B5EF4-FFF2-40B4-BE49-F238E27FC236}">
                <a16:creationId xmlns:a16="http://schemas.microsoft.com/office/drawing/2014/main" id="{CBA96001-250E-539C-13DC-934616DED207}"/>
              </a:ext>
            </a:extLst>
          </p:cNvPr>
          <p:cNvSpPr/>
          <p:nvPr/>
        </p:nvSpPr>
        <p:spPr>
          <a:xfrm>
            <a:off x="6743209" y="2376852"/>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2" name="Rectangle 14">
            <a:extLst>
              <a:ext uri="{FF2B5EF4-FFF2-40B4-BE49-F238E27FC236}">
                <a16:creationId xmlns:a16="http://schemas.microsoft.com/office/drawing/2014/main" id="{11BFF517-74A6-5B7F-F5F0-5233ABB5B78F}"/>
              </a:ext>
            </a:extLst>
          </p:cNvPr>
          <p:cNvSpPr/>
          <p:nvPr/>
        </p:nvSpPr>
        <p:spPr>
          <a:xfrm>
            <a:off x="6752432" y="3023058"/>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3" name="テキスト ボックス 88">
            <a:extLst>
              <a:ext uri="{FF2B5EF4-FFF2-40B4-BE49-F238E27FC236}">
                <a16:creationId xmlns:a16="http://schemas.microsoft.com/office/drawing/2014/main" id="{CAC90BAF-3ED0-ECC7-9DC3-05E94FA4D95F}"/>
              </a:ext>
            </a:extLst>
          </p:cNvPr>
          <p:cNvSpPr txBox="1"/>
          <p:nvPr/>
        </p:nvSpPr>
        <p:spPr>
          <a:xfrm>
            <a:off x="6870150" y="4638967"/>
            <a:ext cx="1456693"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64" name="テキスト ボックス 76">
            <a:extLst>
              <a:ext uri="{FF2B5EF4-FFF2-40B4-BE49-F238E27FC236}">
                <a16:creationId xmlns:a16="http://schemas.microsoft.com/office/drawing/2014/main" id="{E3DE7669-B38A-870E-C3A4-4DF803BECC63}"/>
              </a:ext>
            </a:extLst>
          </p:cNvPr>
          <p:cNvSpPr txBox="1"/>
          <p:nvPr/>
        </p:nvSpPr>
        <p:spPr>
          <a:xfrm>
            <a:off x="179538" y="3785716"/>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65" name="テキスト ボックス 76">
            <a:extLst>
              <a:ext uri="{FF2B5EF4-FFF2-40B4-BE49-F238E27FC236}">
                <a16:creationId xmlns:a16="http://schemas.microsoft.com/office/drawing/2014/main" id="{D3CA436F-6AEF-18B9-CFCD-73F3B1B3067F}"/>
              </a:ext>
            </a:extLst>
          </p:cNvPr>
          <p:cNvSpPr txBox="1"/>
          <p:nvPr/>
        </p:nvSpPr>
        <p:spPr>
          <a:xfrm>
            <a:off x="3088443" y="2905780"/>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66" name="テキスト ボックス 76">
            <a:extLst>
              <a:ext uri="{FF2B5EF4-FFF2-40B4-BE49-F238E27FC236}">
                <a16:creationId xmlns:a16="http://schemas.microsoft.com/office/drawing/2014/main" id="{21816581-9498-D99F-0A27-7C3AE937D465}"/>
              </a:ext>
            </a:extLst>
          </p:cNvPr>
          <p:cNvSpPr txBox="1"/>
          <p:nvPr/>
        </p:nvSpPr>
        <p:spPr>
          <a:xfrm>
            <a:off x="5691843" y="2733331"/>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67" name="テキスト ボックス 76">
            <a:extLst>
              <a:ext uri="{FF2B5EF4-FFF2-40B4-BE49-F238E27FC236}">
                <a16:creationId xmlns:a16="http://schemas.microsoft.com/office/drawing/2014/main" id="{F2942F15-C209-30FD-0DBA-768EBF6D08C4}"/>
              </a:ext>
            </a:extLst>
          </p:cNvPr>
          <p:cNvSpPr txBox="1"/>
          <p:nvPr/>
        </p:nvSpPr>
        <p:spPr>
          <a:xfrm>
            <a:off x="8382908" y="2408633"/>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68" name="正方形/長方形 67">
            <a:extLst>
              <a:ext uri="{FF2B5EF4-FFF2-40B4-BE49-F238E27FC236}">
                <a16:creationId xmlns:a16="http://schemas.microsoft.com/office/drawing/2014/main" id="{EA26DDFD-426A-84F7-1FD4-C1574687636E}"/>
              </a:ext>
            </a:extLst>
          </p:cNvPr>
          <p:cNvSpPr/>
          <p:nvPr/>
        </p:nvSpPr>
        <p:spPr>
          <a:xfrm>
            <a:off x="3989776" y="2977561"/>
            <a:ext cx="1978405" cy="1032584"/>
          </a:xfrm>
          <a:prstGeom prst="rect">
            <a:avLst/>
          </a:prstGeom>
          <a:noFill/>
          <a:ln w="2222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吹き出し 68">
            <a:extLst>
              <a:ext uri="{FF2B5EF4-FFF2-40B4-BE49-F238E27FC236}">
                <a16:creationId xmlns:a16="http://schemas.microsoft.com/office/drawing/2014/main" id="{A61960C7-3206-7BC7-18AD-C2664D095573}"/>
              </a:ext>
            </a:extLst>
          </p:cNvPr>
          <p:cNvSpPr/>
          <p:nvPr/>
        </p:nvSpPr>
        <p:spPr>
          <a:xfrm>
            <a:off x="5750728" y="5831018"/>
            <a:ext cx="4376498" cy="829611"/>
          </a:xfrm>
          <a:prstGeom prst="wedgeRectCallout">
            <a:avLst>
              <a:gd name="adj1" fmla="val -46236"/>
              <a:gd name="adj2" fmla="val -259280"/>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0" name="テキスト ボックス 69">
            <a:extLst>
              <a:ext uri="{FF2B5EF4-FFF2-40B4-BE49-F238E27FC236}">
                <a16:creationId xmlns:a16="http://schemas.microsoft.com/office/drawing/2014/main" id="{D58DEB26-ABEB-23B4-7C5C-97366AAA7718}"/>
              </a:ext>
            </a:extLst>
          </p:cNvPr>
          <p:cNvSpPr txBox="1"/>
          <p:nvPr/>
        </p:nvSpPr>
        <p:spPr>
          <a:xfrm>
            <a:off x="5810365" y="5846586"/>
            <a:ext cx="4316861" cy="738664"/>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IaaS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PaaS/FaaS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に比べて、自由度が大きい一方、</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やミドルウェアなどは自分で管理する必要がある。自由度と省力化のバランスをかんがえて採用するサービスを決定する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2815242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BA3FCEC4-1268-41BE-BFBF-72AA15F4F64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Azure VM の全体像</a:t>
            </a:r>
          </a:p>
        </p:txBody>
      </p:sp>
      <p:sp>
        <p:nvSpPr>
          <p:cNvPr id="2" name="正方形/長方形 1">
            <a:extLst>
              <a:ext uri="{FF2B5EF4-FFF2-40B4-BE49-F238E27FC236}">
                <a16:creationId xmlns:a16="http://schemas.microsoft.com/office/drawing/2014/main" id="{A55D60B8-B047-4381-9378-453059CFA94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75A5175-E41C-4266-ADDF-A69CA7F3D8C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E714DF9-3B75-42CD-BC39-0A8CAB1F70CE}"/>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Azure VM は単体で浮かんでいるサーバではありません。ディスク、NIC、VNet、Public IP、NSG と組み合わさってはじめてアクセス可能な Web サーバになります。</a:t>
            </a:r>
          </a:p>
        </p:txBody>
      </p:sp>
      <p:sp>
        <p:nvSpPr>
          <p:cNvPr id="6" name="正方形/長方形 5">
            <a:extLst>
              <a:ext uri="{FF2B5EF4-FFF2-40B4-BE49-F238E27FC236}">
                <a16:creationId xmlns:a16="http://schemas.microsoft.com/office/drawing/2014/main" id="{EE41D420-6F19-4EEE-AA52-704D456892B1}"/>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0" name="角丸四角形 9">
            <a:extLst>
              <a:ext uri="{FF2B5EF4-FFF2-40B4-BE49-F238E27FC236}">
                <a16:creationId xmlns:a16="http://schemas.microsoft.com/office/drawing/2014/main" id="{B22EC655-6251-48C2-4FBB-8C0F4B10AC86}"/>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C734329-52C3-D3E0-CCCF-5C2A0EFC2B37}"/>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12" name="角丸四角形 11">
            <a:extLst>
              <a:ext uri="{FF2B5EF4-FFF2-40B4-BE49-F238E27FC236}">
                <a16:creationId xmlns:a16="http://schemas.microsoft.com/office/drawing/2014/main" id="{1086A695-879F-4061-DCBA-D2BFB92386EE}"/>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角丸四角形 12">
            <a:extLst>
              <a:ext uri="{FF2B5EF4-FFF2-40B4-BE49-F238E27FC236}">
                <a16:creationId xmlns:a16="http://schemas.microsoft.com/office/drawing/2014/main" id="{776ACB3B-5829-A002-B4F7-F597FF3C268E}"/>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グラフィックス 13">
            <a:extLst>
              <a:ext uri="{FF2B5EF4-FFF2-40B4-BE49-F238E27FC236}">
                <a16:creationId xmlns:a16="http://schemas.microsoft.com/office/drawing/2014/main" id="{5C09EECA-5E0A-8E9D-B908-55C962F8EF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9637" y="3579925"/>
            <a:ext cx="462764" cy="462764"/>
          </a:xfrm>
          <a:prstGeom prst="rect">
            <a:avLst/>
          </a:prstGeom>
        </p:spPr>
      </p:pic>
      <p:pic>
        <p:nvPicPr>
          <p:cNvPr id="15" name="グラフィックス 14">
            <a:extLst>
              <a:ext uri="{FF2B5EF4-FFF2-40B4-BE49-F238E27FC236}">
                <a16:creationId xmlns:a16="http://schemas.microsoft.com/office/drawing/2014/main" id="{AE6404AF-D576-860E-A04D-721DB328CD3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8145" y="4485871"/>
            <a:ext cx="298415" cy="298415"/>
          </a:xfrm>
          <a:prstGeom prst="rect">
            <a:avLst/>
          </a:prstGeom>
        </p:spPr>
      </p:pic>
      <p:pic>
        <p:nvPicPr>
          <p:cNvPr id="16" name="グラフィックス 15">
            <a:extLst>
              <a:ext uri="{FF2B5EF4-FFF2-40B4-BE49-F238E27FC236}">
                <a16:creationId xmlns:a16="http://schemas.microsoft.com/office/drawing/2014/main" id="{4C3FCBCE-CF1F-D18D-FE6C-9D6297BC7E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8129" y="2662256"/>
            <a:ext cx="298415" cy="298415"/>
          </a:xfrm>
          <a:prstGeom prst="rect">
            <a:avLst/>
          </a:prstGeom>
        </p:spPr>
      </p:pic>
      <p:pic>
        <p:nvPicPr>
          <p:cNvPr id="17" name="グラフィックス 16">
            <a:extLst>
              <a:ext uri="{FF2B5EF4-FFF2-40B4-BE49-F238E27FC236}">
                <a16:creationId xmlns:a16="http://schemas.microsoft.com/office/drawing/2014/main" id="{86DCDC16-6F55-8D96-2BD9-A965682E82C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48765" y="3656865"/>
            <a:ext cx="308694" cy="308694"/>
          </a:xfrm>
          <a:prstGeom prst="rect">
            <a:avLst/>
          </a:prstGeom>
        </p:spPr>
      </p:pic>
      <p:pic>
        <p:nvPicPr>
          <p:cNvPr id="18" name="グラフィックス 17">
            <a:extLst>
              <a:ext uri="{FF2B5EF4-FFF2-40B4-BE49-F238E27FC236}">
                <a16:creationId xmlns:a16="http://schemas.microsoft.com/office/drawing/2014/main" id="{FFEE8FEF-4B4B-7C91-84FE-6E7FB2C5E28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53056" y="3695603"/>
            <a:ext cx="231218" cy="231218"/>
          </a:xfrm>
          <a:prstGeom prst="rect">
            <a:avLst/>
          </a:prstGeom>
        </p:spPr>
      </p:pic>
      <p:cxnSp>
        <p:nvCxnSpPr>
          <p:cNvPr id="19" name="直線コネクタ 18">
            <a:extLst>
              <a:ext uri="{FF2B5EF4-FFF2-40B4-BE49-F238E27FC236}">
                <a16:creationId xmlns:a16="http://schemas.microsoft.com/office/drawing/2014/main" id="{5ABBBFD1-ABC0-9B13-48D5-6241E4376F23}"/>
              </a:ext>
            </a:extLst>
          </p:cNvPr>
          <p:cNvCxnSpPr>
            <a:stCxn id="18" idx="3"/>
            <a:endCxn id="14" idx="1"/>
          </p:cNvCxnSpPr>
          <p:nvPr/>
        </p:nvCxnSpPr>
        <p:spPr>
          <a:xfrm>
            <a:off x="6084274" y="3811212"/>
            <a:ext cx="365363" cy="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4054E055-CBDF-655C-5054-5AAD6A1A0E8D}"/>
              </a:ext>
            </a:extLst>
          </p:cNvPr>
          <p:cNvCxnSpPr>
            <a:cxnSpLocks/>
            <a:stCxn id="17" idx="3"/>
            <a:endCxn id="18" idx="1"/>
          </p:cNvCxnSpPr>
          <p:nvPr/>
        </p:nvCxnSpPr>
        <p:spPr>
          <a:xfrm>
            <a:off x="4857459" y="3811212"/>
            <a:ext cx="995597" cy="0"/>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6298BFFD-89E6-B0C2-C07B-5F09C02FB936}"/>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22" name="グラフィックス 21">
            <a:extLst>
              <a:ext uri="{FF2B5EF4-FFF2-40B4-BE49-F238E27FC236}">
                <a16:creationId xmlns:a16="http://schemas.microsoft.com/office/drawing/2014/main" id="{B14906B5-7FEA-046A-E81F-3A4DF6368F0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205878" y="5120321"/>
            <a:ext cx="339071" cy="339071"/>
          </a:xfrm>
          <a:prstGeom prst="rect">
            <a:avLst/>
          </a:prstGeom>
        </p:spPr>
      </p:pic>
      <p:cxnSp>
        <p:nvCxnSpPr>
          <p:cNvPr id="23" name="直線コネクタ 22">
            <a:extLst>
              <a:ext uri="{FF2B5EF4-FFF2-40B4-BE49-F238E27FC236}">
                <a16:creationId xmlns:a16="http://schemas.microsoft.com/office/drawing/2014/main" id="{18324DF2-50E6-F614-C6DD-F4838354D0E5}"/>
              </a:ext>
            </a:extLst>
          </p:cNvPr>
          <p:cNvCxnSpPr>
            <a:cxnSpLocks/>
          </p:cNvCxnSpPr>
          <p:nvPr/>
        </p:nvCxnSpPr>
        <p:spPr>
          <a:xfrm>
            <a:off x="3948266" y="3599837"/>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504EBA2C-3D5E-58EB-2207-9D4E8A2A8951}"/>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25" name="直線コネクタ 24">
            <a:extLst>
              <a:ext uri="{FF2B5EF4-FFF2-40B4-BE49-F238E27FC236}">
                <a16:creationId xmlns:a16="http://schemas.microsoft.com/office/drawing/2014/main" id="{55F44596-E916-FF78-4BD0-8765B7B4ADEE}"/>
              </a:ext>
            </a:extLst>
          </p:cNvPr>
          <p:cNvCxnSpPr>
            <a:cxnSpLocks/>
          </p:cNvCxnSpPr>
          <p:nvPr/>
        </p:nvCxnSpPr>
        <p:spPr>
          <a:xfrm flipH="1">
            <a:off x="3923581" y="4002269"/>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3FB097BE-2BE6-4E08-A0B3-561A7986A850}"/>
              </a:ext>
            </a:extLst>
          </p:cNvPr>
          <p:cNvSpPr txBox="1"/>
          <p:nvPr/>
        </p:nvSpPr>
        <p:spPr>
          <a:xfrm>
            <a:off x="5617289" y="4026221"/>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27" name="テキスト ボックス 26">
            <a:extLst>
              <a:ext uri="{FF2B5EF4-FFF2-40B4-BE49-F238E27FC236}">
                <a16:creationId xmlns:a16="http://schemas.microsoft.com/office/drawing/2014/main" id="{889A4E06-5F24-662C-E3D5-141C01A1DA8C}"/>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28" name="テキスト ボックス 27">
            <a:extLst>
              <a:ext uri="{FF2B5EF4-FFF2-40B4-BE49-F238E27FC236}">
                <a16:creationId xmlns:a16="http://schemas.microsoft.com/office/drawing/2014/main" id="{B0361493-1CC8-1624-D619-DFE8C9D45A98}"/>
              </a:ext>
            </a:extLst>
          </p:cNvPr>
          <p:cNvSpPr txBox="1"/>
          <p:nvPr/>
        </p:nvSpPr>
        <p:spPr>
          <a:xfrm>
            <a:off x="6167564" y="4026023"/>
            <a:ext cx="1026910"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VM</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9" name="テキスト ボックス 28">
            <a:extLst>
              <a:ext uri="{FF2B5EF4-FFF2-40B4-BE49-F238E27FC236}">
                <a16:creationId xmlns:a16="http://schemas.microsoft.com/office/drawing/2014/main" id="{23D9742D-0425-7356-8C3A-EEEE248E4E0A}"/>
              </a:ext>
            </a:extLst>
          </p:cNvPr>
          <p:cNvSpPr txBox="1"/>
          <p:nvPr/>
        </p:nvSpPr>
        <p:spPr>
          <a:xfrm>
            <a:off x="5667355" y="3247721"/>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8C5D90F7-F74F-FC2C-B4BD-413974DFA87B}"/>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1" name="テキスト ボックス 30">
            <a:extLst>
              <a:ext uri="{FF2B5EF4-FFF2-40B4-BE49-F238E27FC236}">
                <a16:creationId xmlns:a16="http://schemas.microsoft.com/office/drawing/2014/main" id="{2589D822-EB2A-0FAF-21AC-BDF4BFA3DD38}"/>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2" name="四角形吹き出し 31">
            <a:extLst>
              <a:ext uri="{FF2B5EF4-FFF2-40B4-BE49-F238E27FC236}">
                <a16:creationId xmlns:a16="http://schemas.microsoft.com/office/drawing/2014/main" id="{109CA1D1-3ECB-A636-E99D-6816BFE4C5F4}"/>
              </a:ext>
            </a:extLst>
          </p:cNvPr>
          <p:cNvSpPr/>
          <p:nvPr/>
        </p:nvSpPr>
        <p:spPr>
          <a:xfrm>
            <a:off x="6436247" y="1772959"/>
            <a:ext cx="1753697" cy="1422583"/>
          </a:xfrm>
          <a:prstGeom prst="wedgeRectCallout">
            <a:avLst>
              <a:gd name="adj1" fmla="val -25318"/>
              <a:gd name="adj2" fmla="val 80347"/>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3" name="角丸四角形 32">
            <a:extLst>
              <a:ext uri="{FF2B5EF4-FFF2-40B4-BE49-F238E27FC236}">
                <a16:creationId xmlns:a16="http://schemas.microsoft.com/office/drawing/2014/main" id="{C3CC1311-7737-99F1-20C3-A3632FBDF7BC}"/>
              </a:ext>
            </a:extLst>
          </p:cNvPr>
          <p:cNvSpPr/>
          <p:nvPr/>
        </p:nvSpPr>
        <p:spPr>
          <a:xfrm>
            <a:off x="6543365" y="2751252"/>
            <a:ext cx="1529822" cy="320085"/>
          </a:xfrm>
          <a:prstGeom prst="roundRect">
            <a:avLst>
              <a:gd name="adj" fmla="val 20621"/>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144D4329-3FF8-DC03-0561-B9E8FA89607B}"/>
              </a:ext>
            </a:extLst>
          </p:cNvPr>
          <p:cNvSpPr txBox="1"/>
          <p:nvPr/>
        </p:nvSpPr>
        <p:spPr>
          <a:xfrm>
            <a:off x="6840779" y="2750688"/>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5" name="角丸四角形 34">
            <a:extLst>
              <a:ext uri="{FF2B5EF4-FFF2-40B4-BE49-F238E27FC236}">
                <a16:creationId xmlns:a16="http://schemas.microsoft.com/office/drawing/2014/main" id="{EE27F5FD-FDEB-07E3-3F1D-45E02F431C33}"/>
              </a:ext>
            </a:extLst>
          </p:cNvPr>
          <p:cNvSpPr/>
          <p:nvPr/>
        </p:nvSpPr>
        <p:spPr>
          <a:xfrm>
            <a:off x="6552682" y="1892519"/>
            <a:ext cx="1529822" cy="77843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D0B4D5D0-3330-2769-0D00-EFCAA9E023BB}"/>
              </a:ext>
            </a:extLst>
          </p:cNvPr>
          <p:cNvSpPr txBox="1"/>
          <p:nvPr/>
        </p:nvSpPr>
        <p:spPr>
          <a:xfrm>
            <a:off x="6851608" y="2320816"/>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NGINX</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7" name="フローチャート: 書類 36">
            <a:extLst>
              <a:ext uri="{FF2B5EF4-FFF2-40B4-BE49-F238E27FC236}">
                <a16:creationId xmlns:a16="http://schemas.microsoft.com/office/drawing/2014/main" id="{E1402093-FBF2-CAC5-9C2B-CB22E1B919EC}"/>
              </a:ext>
            </a:extLst>
          </p:cNvPr>
          <p:cNvSpPr/>
          <p:nvPr/>
        </p:nvSpPr>
        <p:spPr>
          <a:xfrm>
            <a:off x="6851608" y="1942767"/>
            <a:ext cx="942558" cy="378049"/>
          </a:xfrm>
          <a:prstGeom prst="flowChartDocument">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579F1687-1BA7-AF53-95A6-46F39B405343}"/>
              </a:ext>
            </a:extLst>
          </p:cNvPr>
          <p:cNvSpPr txBox="1"/>
          <p:nvPr/>
        </p:nvSpPr>
        <p:spPr>
          <a:xfrm>
            <a:off x="6862437" y="1953084"/>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HTML</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40" name="グラフィックス 39">
            <a:extLst>
              <a:ext uri="{FF2B5EF4-FFF2-40B4-BE49-F238E27FC236}">
                <a16:creationId xmlns:a16="http://schemas.microsoft.com/office/drawing/2014/main" id="{AE9AF469-6937-22A9-BBDE-7E8766AA067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7764" y="3663323"/>
            <a:ext cx="295776" cy="295776"/>
          </a:xfrm>
          <a:prstGeom prst="rect">
            <a:avLst/>
          </a:prstGeom>
        </p:spPr>
      </p:pic>
      <p:cxnSp>
        <p:nvCxnSpPr>
          <p:cNvPr id="41" name="直線コネクタ 40">
            <a:extLst>
              <a:ext uri="{FF2B5EF4-FFF2-40B4-BE49-F238E27FC236}">
                <a16:creationId xmlns:a16="http://schemas.microsoft.com/office/drawing/2014/main" id="{C6C3089B-7A7D-6C51-EA24-DEE794D4DED0}"/>
              </a:ext>
            </a:extLst>
          </p:cNvPr>
          <p:cNvCxnSpPr>
            <a:cxnSpLocks/>
            <a:stCxn id="14" idx="3"/>
            <a:endCxn id="40" idx="1"/>
          </p:cNvCxnSpPr>
          <p:nvPr/>
        </p:nvCxnSpPr>
        <p:spPr>
          <a:xfrm flipV="1">
            <a:off x="6912401" y="3811211"/>
            <a:ext cx="365363" cy="96"/>
          </a:xfrm>
          <a:prstGeom prst="line">
            <a:avLst/>
          </a:prstGeom>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3F6291D1-9B83-3CE4-5CA4-0FA0F0BF27D2}"/>
              </a:ext>
            </a:extLst>
          </p:cNvPr>
          <p:cNvSpPr txBox="1"/>
          <p:nvPr/>
        </p:nvSpPr>
        <p:spPr>
          <a:xfrm>
            <a:off x="7121044" y="3272148"/>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Disk</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4B1D4FD2-4C95-4611-BADD-7467F803C75F}"/>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OS イメージとサイズ</a:t>
            </a:r>
          </a:p>
        </p:txBody>
      </p:sp>
      <p:sp>
        <p:nvSpPr>
          <p:cNvPr id="2" name="正方形/長方形 1">
            <a:extLst>
              <a:ext uri="{FF2B5EF4-FFF2-40B4-BE49-F238E27FC236}">
                <a16:creationId xmlns:a16="http://schemas.microsoft.com/office/drawing/2014/main" id="{79C344A6-1A61-493C-AC83-53335D83D02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10D44D8C-7D0F-4C5E-A57E-3027E7EC3B6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C0C8D36-6A06-472F-937C-F47003F85855}"/>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VM 作成時には、どの OS を入れるか、どのくらいの CPU とメモリを使うか、どのリージョンに置くかを選びます。</a:t>
            </a:r>
          </a:p>
        </p:txBody>
      </p:sp>
      <p:sp>
        <p:nvSpPr>
          <p:cNvPr id="6" name="正方形/長方形 5">
            <a:extLst>
              <a:ext uri="{FF2B5EF4-FFF2-40B4-BE49-F238E27FC236}">
                <a16:creationId xmlns:a16="http://schemas.microsoft.com/office/drawing/2014/main" id="{00080C07-A6F3-4201-B016-E3A717446E83}"/>
              </a:ext>
            </a:extLst>
          </p:cNvPr>
          <p:cNvSpPr>
            <a:spLocks noGrp="1"/>
          </p:cNvSpPr>
          <p:nvPr/>
        </p:nvSpPr>
        <p:spPr>
          <a:xfrm>
            <a:off x="866468" y="2419350"/>
            <a:ext cx="2609850" cy="409575"/>
          </a:xfrm>
          <a:prstGeom prst="rect">
            <a:avLst/>
          </a:prstGeom>
          <a:solidFill>
            <a:srgbClr val="244A8F"/>
          </a:solidFill>
          <a:ln w="11430">
            <a:solidFill>
              <a:srgbClr val="FFFFFF"/>
            </a:solidFill>
            <a:prstDash val="solid"/>
          </a:ln>
        </p:spPr>
        <p:txBody>
          <a:bodyPr/>
          <a:lstStyle/>
          <a:p>
            <a:endParaRPr lang="ja-JP" altLang="en-US" sz="6600"/>
          </a:p>
        </p:txBody>
      </p:sp>
      <p:sp>
        <p:nvSpPr>
          <p:cNvPr id="7" name="正方形/長方形 6">
            <a:extLst>
              <a:ext uri="{FF2B5EF4-FFF2-40B4-BE49-F238E27FC236}">
                <a16:creationId xmlns:a16="http://schemas.microsoft.com/office/drawing/2014/main" id="{F28C9052-5DD6-4D86-8025-3AEC7F0180C2}"/>
              </a:ext>
            </a:extLst>
          </p:cNvPr>
          <p:cNvSpPr>
            <a:spLocks noGrp="1"/>
          </p:cNvSpPr>
          <p:nvPr/>
        </p:nvSpPr>
        <p:spPr>
          <a:xfrm>
            <a:off x="942668" y="2466975"/>
            <a:ext cx="245745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100" b="1" dirty="0" err="1">
                <a:solidFill>
                  <a:srgbClr val="FFFFFF"/>
                </a:solidFill>
                <a:latin typeface="Yu Gothic UI"/>
                <a:ea typeface="Yu Gothic UI"/>
                <a:cs typeface="Yu Gothic UI"/>
              </a:rPr>
              <a:t>項目</a:t>
            </a:r>
            <a:endParaRPr sz="1100" b="1" dirty="0">
              <a:solidFill>
                <a:srgbClr val="FFFFFF"/>
              </a:solidFill>
              <a:latin typeface="Yu Gothic UI"/>
              <a:ea typeface="Yu Gothic UI"/>
              <a:cs typeface="Yu Gothic UI"/>
            </a:endParaRPr>
          </a:p>
        </p:txBody>
      </p:sp>
      <p:sp>
        <p:nvSpPr>
          <p:cNvPr id="8" name="正方形/長方形 7">
            <a:extLst>
              <a:ext uri="{FF2B5EF4-FFF2-40B4-BE49-F238E27FC236}">
                <a16:creationId xmlns:a16="http://schemas.microsoft.com/office/drawing/2014/main" id="{E6FF861A-50EF-4A0B-8F59-99E29943A3CF}"/>
              </a:ext>
            </a:extLst>
          </p:cNvPr>
          <p:cNvSpPr>
            <a:spLocks noGrp="1"/>
          </p:cNvSpPr>
          <p:nvPr/>
        </p:nvSpPr>
        <p:spPr>
          <a:xfrm>
            <a:off x="3476318" y="2419350"/>
            <a:ext cx="2609850" cy="409575"/>
          </a:xfrm>
          <a:prstGeom prst="rect">
            <a:avLst/>
          </a:prstGeom>
          <a:solidFill>
            <a:srgbClr val="244A8F"/>
          </a:solidFill>
          <a:ln w="11430">
            <a:solidFill>
              <a:srgbClr val="FFFFFF"/>
            </a:solidFill>
            <a:prstDash val="solid"/>
          </a:ln>
        </p:spPr>
        <p:txBody>
          <a:bodyPr/>
          <a:lstStyle/>
          <a:p>
            <a:endParaRPr lang="ja-JP" altLang="en-US" sz="6600"/>
          </a:p>
        </p:txBody>
      </p:sp>
      <p:sp>
        <p:nvSpPr>
          <p:cNvPr id="9" name="正方形/長方形 8">
            <a:extLst>
              <a:ext uri="{FF2B5EF4-FFF2-40B4-BE49-F238E27FC236}">
                <a16:creationId xmlns:a16="http://schemas.microsoft.com/office/drawing/2014/main" id="{280929AD-26BC-41D0-B56D-3C81525400AE}"/>
              </a:ext>
            </a:extLst>
          </p:cNvPr>
          <p:cNvSpPr>
            <a:spLocks noGrp="1"/>
          </p:cNvSpPr>
          <p:nvPr/>
        </p:nvSpPr>
        <p:spPr>
          <a:xfrm>
            <a:off x="3552518" y="2466975"/>
            <a:ext cx="245745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100" b="1">
                <a:solidFill>
                  <a:srgbClr val="FFFFFF"/>
                </a:solidFill>
                <a:latin typeface="Yu Gothic UI"/>
                <a:ea typeface="Yu Gothic UI"/>
                <a:cs typeface="Yu Gothic UI"/>
              </a:rPr>
              <a:t>意味</a:t>
            </a:r>
          </a:p>
        </p:txBody>
      </p:sp>
      <p:sp>
        <p:nvSpPr>
          <p:cNvPr id="10" name="正方形/長方形 9">
            <a:extLst>
              <a:ext uri="{FF2B5EF4-FFF2-40B4-BE49-F238E27FC236}">
                <a16:creationId xmlns:a16="http://schemas.microsoft.com/office/drawing/2014/main" id="{BC2D03DE-D277-4C88-A575-BA33CCA45B55}"/>
              </a:ext>
            </a:extLst>
          </p:cNvPr>
          <p:cNvSpPr>
            <a:spLocks noGrp="1"/>
          </p:cNvSpPr>
          <p:nvPr/>
        </p:nvSpPr>
        <p:spPr>
          <a:xfrm>
            <a:off x="6086168" y="2419350"/>
            <a:ext cx="2609850" cy="409575"/>
          </a:xfrm>
          <a:prstGeom prst="rect">
            <a:avLst/>
          </a:prstGeom>
          <a:solidFill>
            <a:srgbClr val="244A8F"/>
          </a:solidFill>
          <a:ln w="11430">
            <a:solidFill>
              <a:srgbClr val="FFFFFF"/>
            </a:solidFill>
            <a:prstDash val="solid"/>
          </a:ln>
        </p:spPr>
        <p:txBody>
          <a:bodyPr/>
          <a:lstStyle/>
          <a:p>
            <a:endParaRPr lang="ja-JP" altLang="en-US" sz="6600"/>
          </a:p>
        </p:txBody>
      </p:sp>
      <p:sp>
        <p:nvSpPr>
          <p:cNvPr id="11" name="正方形/長方形 10">
            <a:extLst>
              <a:ext uri="{FF2B5EF4-FFF2-40B4-BE49-F238E27FC236}">
                <a16:creationId xmlns:a16="http://schemas.microsoft.com/office/drawing/2014/main" id="{ADE203D8-65CB-4C28-B068-55374BEECAA5}"/>
              </a:ext>
            </a:extLst>
          </p:cNvPr>
          <p:cNvSpPr>
            <a:spLocks noGrp="1"/>
          </p:cNvSpPr>
          <p:nvPr/>
        </p:nvSpPr>
        <p:spPr>
          <a:xfrm>
            <a:off x="6162368" y="2466975"/>
            <a:ext cx="245745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100" b="1">
                <a:solidFill>
                  <a:srgbClr val="FFFFFF"/>
                </a:solidFill>
                <a:latin typeface="Yu Gothic UI"/>
                <a:ea typeface="Yu Gothic UI"/>
                <a:cs typeface="Yu Gothic UI"/>
              </a:rPr>
              <a:t>本回の想定</a:t>
            </a:r>
          </a:p>
        </p:txBody>
      </p:sp>
      <p:sp>
        <p:nvSpPr>
          <p:cNvPr id="12" name="正方形/長方形 11">
            <a:extLst>
              <a:ext uri="{FF2B5EF4-FFF2-40B4-BE49-F238E27FC236}">
                <a16:creationId xmlns:a16="http://schemas.microsoft.com/office/drawing/2014/main" id="{DE58A1D4-63F5-4919-8891-AF1907D8C7AE}"/>
              </a:ext>
            </a:extLst>
          </p:cNvPr>
          <p:cNvSpPr>
            <a:spLocks noGrp="1"/>
          </p:cNvSpPr>
          <p:nvPr/>
        </p:nvSpPr>
        <p:spPr>
          <a:xfrm>
            <a:off x="8696018" y="2419350"/>
            <a:ext cx="2609850" cy="409575"/>
          </a:xfrm>
          <a:prstGeom prst="rect">
            <a:avLst/>
          </a:prstGeom>
          <a:solidFill>
            <a:srgbClr val="244A8F"/>
          </a:solidFill>
          <a:ln w="11430">
            <a:solidFill>
              <a:srgbClr val="FFFFFF"/>
            </a:solidFill>
            <a:prstDash val="solid"/>
          </a:ln>
        </p:spPr>
        <p:txBody>
          <a:bodyPr/>
          <a:lstStyle/>
          <a:p>
            <a:endParaRPr lang="ja-JP" altLang="en-US" sz="6600"/>
          </a:p>
        </p:txBody>
      </p:sp>
      <p:sp>
        <p:nvSpPr>
          <p:cNvPr id="13" name="正方形/長方形 12">
            <a:extLst>
              <a:ext uri="{FF2B5EF4-FFF2-40B4-BE49-F238E27FC236}">
                <a16:creationId xmlns:a16="http://schemas.microsoft.com/office/drawing/2014/main" id="{29CE76FF-380D-46C0-958B-0D7E75105DE4}"/>
              </a:ext>
            </a:extLst>
          </p:cNvPr>
          <p:cNvSpPr>
            <a:spLocks noGrp="1"/>
          </p:cNvSpPr>
          <p:nvPr/>
        </p:nvSpPr>
        <p:spPr>
          <a:xfrm>
            <a:off x="8772218" y="2466975"/>
            <a:ext cx="245745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100" b="1">
                <a:solidFill>
                  <a:srgbClr val="FFFFFF"/>
                </a:solidFill>
                <a:latin typeface="Yu Gothic UI"/>
                <a:ea typeface="Yu Gothic UI"/>
                <a:cs typeface="Yu Gothic UI"/>
              </a:rPr>
              <a:t>注意点</a:t>
            </a:r>
          </a:p>
        </p:txBody>
      </p:sp>
      <p:sp>
        <p:nvSpPr>
          <p:cNvPr id="14" name="正方形/長方形 13">
            <a:extLst>
              <a:ext uri="{FF2B5EF4-FFF2-40B4-BE49-F238E27FC236}">
                <a16:creationId xmlns:a16="http://schemas.microsoft.com/office/drawing/2014/main" id="{5502571A-740E-4120-A8D2-19321EDA8D1C}"/>
              </a:ext>
            </a:extLst>
          </p:cNvPr>
          <p:cNvSpPr>
            <a:spLocks noGrp="1"/>
          </p:cNvSpPr>
          <p:nvPr/>
        </p:nvSpPr>
        <p:spPr>
          <a:xfrm>
            <a:off x="866468" y="2828925"/>
            <a:ext cx="2609850" cy="1006475"/>
          </a:xfrm>
          <a:prstGeom prst="rect">
            <a:avLst/>
          </a:prstGeom>
          <a:solidFill>
            <a:srgbClr val="EAF1FB"/>
          </a:solidFill>
          <a:ln w="11430">
            <a:solidFill>
              <a:srgbClr val="FFFFFF"/>
            </a:solidFill>
            <a:prstDash val="solid"/>
          </a:ln>
        </p:spPr>
        <p:txBody>
          <a:bodyPr/>
          <a:lstStyle/>
          <a:p>
            <a:endParaRPr lang="ja-JP" altLang="en-US" sz="4400"/>
          </a:p>
        </p:txBody>
      </p:sp>
      <p:sp>
        <p:nvSpPr>
          <p:cNvPr id="15" name="正方形/長方形 14">
            <a:extLst>
              <a:ext uri="{FF2B5EF4-FFF2-40B4-BE49-F238E27FC236}">
                <a16:creationId xmlns:a16="http://schemas.microsoft.com/office/drawing/2014/main" id="{4F4849E3-F830-4BC9-93DD-FDFB6004F634}"/>
              </a:ext>
            </a:extLst>
          </p:cNvPr>
          <p:cNvSpPr>
            <a:spLocks noGrp="1"/>
          </p:cNvSpPr>
          <p:nvPr/>
        </p:nvSpPr>
        <p:spPr>
          <a:xfrm>
            <a:off x="942668" y="287655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OS イメージ</a:t>
            </a:r>
          </a:p>
        </p:txBody>
      </p:sp>
      <p:sp>
        <p:nvSpPr>
          <p:cNvPr id="16" name="正方形/長方形 15">
            <a:extLst>
              <a:ext uri="{FF2B5EF4-FFF2-40B4-BE49-F238E27FC236}">
                <a16:creationId xmlns:a16="http://schemas.microsoft.com/office/drawing/2014/main" id="{6308AA4B-E50B-4570-B00B-3B7069F525FF}"/>
              </a:ext>
            </a:extLst>
          </p:cNvPr>
          <p:cNvSpPr>
            <a:spLocks noGrp="1"/>
          </p:cNvSpPr>
          <p:nvPr/>
        </p:nvSpPr>
        <p:spPr>
          <a:xfrm>
            <a:off x="3476318" y="282892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17" name="正方形/長方形 16">
            <a:extLst>
              <a:ext uri="{FF2B5EF4-FFF2-40B4-BE49-F238E27FC236}">
                <a16:creationId xmlns:a16="http://schemas.microsoft.com/office/drawing/2014/main" id="{03866A56-EA97-4E1F-BBBB-F7F453D34002}"/>
              </a:ext>
            </a:extLst>
          </p:cNvPr>
          <p:cNvSpPr>
            <a:spLocks noGrp="1"/>
          </p:cNvSpPr>
          <p:nvPr/>
        </p:nvSpPr>
        <p:spPr>
          <a:xfrm>
            <a:off x="3552518" y="287655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VM に入れる OS</a:t>
            </a:r>
          </a:p>
        </p:txBody>
      </p:sp>
      <p:sp>
        <p:nvSpPr>
          <p:cNvPr id="18" name="正方形/長方形 17">
            <a:extLst>
              <a:ext uri="{FF2B5EF4-FFF2-40B4-BE49-F238E27FC236}">
                <a16:creationId xmlns:a16="http://schemas.microsoft.com/office/drawing/2014/main" id="{D263B5F2-142C-479D-B752-AC587CE89481}"/>
              </a:ext>
            </a:extLst>
          </p:cNvPr>
          <p:cNvSpPr>
            <a:spLocks noGrp="1"/>
          </p:cNvSpPr>
          <p:nvPr/>
        </p:nvSpPr>
        <p:spPr>
          <a:xfrm>
            <a:off x="6086168" y="282892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19" name="正方形/長方形 18">
            <a:extLst>
              <a:ext uri="{FF2B5EF4-FFF2-40B4-BE49-F238E27FC236}">
                <a16:creationId xmlns:a16="http://schemas.microsoft.com/office/drawing/2014/main" id="{D120A8C4-0730-43D9-9B2D-4EA50AC947FC}"/>
              </a:ext>
            </a:extLst>
          </p:cNvPr>
          <p:cNvSpPr>
            <a:spLocks noGrp="1"/>
          </p:cNvSpPr>
          <p:nvPr/>
        </p:nvSpPr>
        <p:spPr>
          <a:xfrm>
            <a:off x="6162368" y="287655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Ubuntu Server 24.04 LTS</a:t>
            </a:r>
          </a:p>
        </p:txBody>
      </p:sp>
      <p:sp>
        <p:nvSpPr>
          <p:cNvPr id="20" name="正方形/長方形 19">
            <a:extLst>
              <a:ext uri="{FF2B5EF4-FFF2-40B4-BE49-F238E27FC236}">
                <a16:creationId xmlns:a16="http://schemas.microsoft.com/office/drawing/2014/main" id="{8613A8F9-B6CD-4768-8B97-6E8B2071FB22}"/>
              </a:ext>
            </a:extLst>
          </p:cNvPr>
          <p:cNvSpPr>
            <a:spLocks noGrp="1"/>
          </p:cNvSpPr>
          <p:nvPr/>
        </p:nvSpPr>
        <p:spPr>
          <a:xfrm>
            <a:off x="8696018" y="282892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21" name="正方形/長方形 20">
            <a:extLst>
              <a:ext uri="{FF2B5EF4-FFF2-40B4-BE49-F238E27FC236}">
                <a16:creationId xmlns:a16="http://schemas.microsoft.com/office/drawing/2014/main" id="{8E8CFCFF-4681-4014-8C54-99067E5699D0}"/>
              </a:ext>
            </a:extLst>
          </p:cNvPr>
          <p:cNvSpPr>
            <a:spLocks noGrp="1"/>
          </p:cNvSpPr>
          <p:nvPr/>
        </p:nvSpPr>
        <p:spPr>
          <a:xfrm>
            <a:off x="8772218" y="287655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Portal 表示名は講座前に確認します。</a:t>
            </a:r>
          </a:p>
        </p:txBody>
      </p:sp>
      <p:sp>
        <p:nvSpPr>
          <p:cNvPr id="22" name="正方形/長方形 21">
            <a:extLst>
              <a:ext uri="{FF2B5EF4-FFF2-40B4-BE49-F238E27FC236}">
                <a16:creationId xmlns:a16="http://schemas.microsoft.com/office/drawing/2014/main" id="{C2F47952-1E86-4FFE-9AF1-347200723967}"/>
              </a:ext>
            </a:extLst>
          </p:cNvPr>
          <p:cNvSpPr>
            <a:spLocks noGrp="1"/>
          </p:cNvSpPr>
          <p:nvPr/>
        </p:nvSpPr>
        <p:spPr>
          <a:xfrm>
            <a:off x="866468" y="3835400"/>
            <a:ext cx="2609850" cy="1006475"/>
          </a:xfrm>
          <a:prstGeom prst="rect">
            <a:avLst/>
          </a:prstGeom>
          <a:solidFill>
            <a:srgbClr val="EAF1FB"/>
          </a:solidFill>
          <a:ln w="11430">
            <a:solidFill>
              <a:srgbClr val="FFFFFF"/>
            </a:solidFill>
            <a:prstDash val="solid"/>
          </a:ln>
        </p:spPr>
        <p:txBody>
          <a:bodyPr/>
          <a:lstStyle/>
          <a:p>
            <a:endParaRPr lang="ja-JP" altLang="en-US" sz="4400"/>
          </a:p>
        </p:txBody>
      </p:sp>
      <p:sp>
        <p:nvSpPr>
          <p:cNvPr id="23" name="正方形/長方形 22">
            <a:extLst>
              <a:ext uri="{FF2B5EF4-FFF2-40B4-BE49-F238E27FC236}">
                <a16:creationId xmlns:a16="http://schemas.microsoft.com/office/drawing/2014/main" id="{90CA6E71-85D7-4915-8C8E-CCE51F21E9EA}"/>
              </a:ext>
            </a:extLst>
          </p:cNvPr>
          <p:cNvSpPr>
            <a:spLocks noGrp="1"/>
          </p:cNvSpPr>
          <p:nvPr/>
        </p:nvSpPr>
        <p:spPr>
          <a:xfrm>
            <a:off x="942668" y="3883025"/>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サイズ/SKU</a:t>
            </a:r>
          </a:p>
        </p:txBody>
      </p:sp>
      <p:sp>
        <p:nvSpPr>
          <p:cNvPr id="24" name="正方形/長方形 23">
            <a:extLst>
              <a:ext uri="{FF2B5EF4-FFF2-40B4-BE49-F238E27FC236}">
                <a16:creationId xmlns:a16="http://schemas.microsoft.com/office/drawing/2014/main" id="{0EED12C9-48E0-4B95-9E01-D19CDF77B50B}"/>
              </a:ext>
            </a:extLst>
          </p:cNvPr>
          <p:cNvSpPr>
            <a:spLocks noGrp="1"/>
          </p:cNvSpPr>
          <p:nvPr/>
        </p:nvSpPr>
        <p:spPr>
          <a:xfrm>
            <a:off x="3476318" y="3835400"/>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25" name="正方形/長方形 24">
            <a:extLst>
              <a:ext uri="{FF2B5EF4-FFF2-40B4-BE49-F238E27FC236}">
                <a16:creationId xmlns:a16="http://schemas.microsoft.com/office/drawing/2014/main" id="{D70E6302-5A0E-47CD-8015-F330C566E4DC}"/>
              </a:ext>
            </a:extLst>
          </p:cNvPr>
          <p:cNvSpPr>
            <a:spLocks noGrp="1"/>
          </p:cNvSpPr>
          <p:nvPr/>
        </p:nvSpPr>
        <p:spPr>
          <a:xfrm>
            <a:off x="3552518" y="3883025"/>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dirty="0" err="1">
                <a:solidFill>
                  <a:srgbClr val="344054"/>
                </a:solidFill>
                <a:latin typeface="Yu Gothic UI"/>
                <a:ea typeface="Yu Gothic UI"/>
                <a:cs typeface="Yu Gothic UI"/>
              </a:rPr>
              <a:t>CPU、メモリ、価格の大きさ</a:t>
            </a:r>
            <a:endParaRPr lang="en-US" sz="1400" b="0" dirty="0">
              <a:solidFill>
                <a:srgbClr val="344054"/>
              </a:solidFill>
              <a:latin typeface="Yu Gothic UI"/>
              <a:ea typeface="Yu Gothic UI"/>
              <a:cs typeface="Yu Gothic UI"/>
            </a:endParaRPr>
          </a:p>
        </p:txBody>
      </p:sp>
      <p:sp>
        <p:nvSpPr>
          <p:cNvPr id="26" name="正方形/長方形 25">
            <a:extLst>
              <a:ext uri="{FF2B5EF4-FFF2-40B4-BE49-F238E27FC236}">
                <a16:creationId xmlns:a16="http://schemas.microsoft.com/office/drawing/2014/main" id="{3222A3DA-B467-434C-B352-8C81239AD0BA}"/>
              </a:ext>
            </a:extLst>
          </p:cNvPr>
          <p:cNvSpPr>
            <a:spLocks noGrp="1"/>
          </p:cNvSpPr>
          <p:nvPr/>
        </p:nvSpPr>
        <p:spPr>
          <a:xfrm>
            <a:off x="6086168" y="3835400"/>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27" name="正方形/長方形 26">
            <a:extLst>
              <a:ext uri="{FF2B5EF4-FFF2-40B4-BE49-F238E27FC236}">
                <a16:creationId xmlns:a16="http://schemas.microsoft.com/office/drawing/2014/main" id="{C1666423-FAC9-44AC-8F5E-5EE95AF281AA}"/>
              </a:ext>
            </a:extLst>
          </p:cNvPr>
          <p:cNvSpPr>
            <a:spLocks noGrp="1"/>
          </p:cNvSpPr>
          <p:nvPr/>
        </p:nvSpPr>
        <p:spPr>
          <a:xfrm>
            <a:off x="6162368" y="3883025"/>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低コスト SKU を講師が指定</a:t>
            </a:r>
          </a:p>
        </p:txBody>
      </p:sp>
      <p:sp>
        <p:nvSpPr>
          <p:cNvPr id="28" name="正方形/長方形 27">
            <a:extLst>
              <a:ext uri="{FF2B5EF4-FFF2-40B4-BE49-F238E27FC236}">
                <a16:creationId xmlns:a16="http://schemas.microsoft.com/office/drawing/2014/main" id="{B03B2679-A8CF-4D14-8C98-546B1E3C3C6D}"/>
              </a:ext>
            </a:extLst>
          </p:cNvPr>
          <p:cNvSpPr>
            <a:spLocks noGrp="1"/>
          </p:cNvSpPr>
          <p:nvPr/>
        </p:nvSpPr>
        <p:spPr>
          <a:xfrm>
            <a:off x="8696018" y="3835400"/>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29" name="正方形/長方形 28">
            <a:extLst>
              <a:ext uri="{FF2B5EF4-FFF2-40B4-BE49-F238E27FC236}">
                <a16:creationId xmlns:a16="http://schemas.microsoft.com/office/drawing/2014/main" id="{2551AE3C-7531-48AE-99EC-67344AE1005A}"/>
              </a:ext>
            </a:extLst>
          </p:cNvPr>
          <p:cNvSpPr>
            <a:spLocks noGrp="1"/>
          </p:cNvSpPr>
          <p:nvPr/>
        </p:nvSpPr>
        <p:spPr>
          <a:xfrm>
            <a:off x="8772218" y="3883025"/>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高価なサイズを自己判断で選びません。</a:t>
            </a:r>
          </a:p>
        </p:txBody>
      </p:sp>
      <p:sp>
        <p:nvSpPr>
          <p:cNvPr id="30" name="正方形/長方形 29">
            <a:extLst>
              <a:ext uri="{FF2B5EF4-FFF2-40B4-BE49-F238E27FC236}">
                <a16:creationId xmlns:a16="http://schemas.microsoft.com/office/drawing/2014/main" id="{15EBF2BA-E2E4-444D-BE01-5BF971FFC089}"/>
              </a:ext>
            </a:extLst>
          </p:cNvPr>
          <p:cNvSpPr>
            <a:spLocks noGrp="1"/>
          </p:cNvSpPr>
          <p:nvPr/>
        </p:nvSpPr>
        <p:spPr>
          <a:xfrm>
            <a:off x="866468" y="4841875"/>
            <a:ext cx="2609850" cy="1006475"/>
          </a:xfrm>
          <a:prstGeom prst="rect">
            <a:avLst/>
          </a:prstGeom>
          <a:solidFill>
            <a:srgbClr val="EAF1FB"/>
          </a:solidFill>
          <a:ln w="11430">
            <a:solidFill>
              <a:srgbClr val="FFFFFF"/>
            </a:solidFill>
            <a:prstDash val="solid"/>
          </a:ln>
        </p:spPr>
        <p:txBody>
          <a:bodyPr/>
          <a:lstStyle/>
          <a:p>
            <a:endParaRPr lang="ja-JP" altLang="en-US" sz="4400"/>
          </a:p>
        </p:txBody>
      </p:sp>
      <p:sp>
        <p:nvSpPr>
          <p:cNvPr id="31" name="正方形/長方形 30">
            <a:extLst>
              <a:ext uri="{FF2B5EF4-FFF2-40B4-BE49-F238E27FC236}">
                <a16:creationId xmlns:a16="http://schemas.microsoft.com/office/drawing/2014/main" id="{BD79B7ED-1F2F-43E3-924C-22DA15B3D169}"/>
              </a:ext>
            </a:extLst>
          </p:cNvPr>
          <p:cNvSpPr>
            <a:spLocks noGrp="1"/>
          </p:cNvSpPr>
          <p:nvPr/>
        </p:nvSpPr>
        <p:spPr>
          <a:xfrm>
            <a:off x="942668" y="488950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リージョン</a:t>
            </a:r>
          </a:p>
        </p:txBody>
      </p:sp>
      <p:sp>
        <p:nvSpPr>
          <p:cNvPr id="32" name="正方形/長方形 31">
            <a:extLst>
              <a:ext uri="{FF2B5EF4-FFF2-40B4-BE49-F238E27FC236}">
                <a16:creationId xmlns:a16="http://schemas.microsoft.com/office/drawing/2014/main" id="{3BF8B274-3A9F-48CB-B22C-670AEB1C752C}"/>
              </a:ext>
            </a:extLst>
          </p:cNvPr>
          <p:cNvSpPr>
            <a:spLocks noGrp="1"/>
          </p:cNvSpPr>
          <p:nvPr/>
        </p:nvSpPr>
        <p:spPr>
          <a:xfrm>
            <a:off x="3476318" y="484187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33" name="正方形/長方形 32">
            <a:extLst>
              <a:ext uri="{FF2B5EF4-FFF2-40B4-BE49-F238E27FC236}">
                <a16:creationId xmlns:a16="http://schemas.microsoft.com/office/drawing/2014/main" id="{731E2B21-1FE4-4345-A859-A56A48DDEE16}"/>
              </a:ext>
            </a:extLst>
          </p:cNvPr>
          <p:cNvSpPr>
            <a:spLocks noGrp="1"/>
          </p:cNvSpPr>
          <p:nvPr/>
        </p:nvSpPr>
        <p:spPr>
          <a:xfrm>
            <a:off x="3552518" y="488950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リソースを配置する地域</a:t>
            </a:r>
          </a:p>
        </p:txBody>
      </p:sp>
      <p:sp>
        <p:nvSpPr>
          <p:cNvPr id="34" name="正方形/長方形 33">
            <a:extLst>
              <a:ext uri="{FF2B5EF4-FFF2-40B4-BE49-F238E27FC236}">
                <a16:creationId xmlns:a16="http://schemas.microsoft.com/office/drawing/2014/main" id="{63FFC32C-68DD-4167-AB2C-75163DD2B892}"/>
              </a:ext>
            </a:extLst>
          </p:cNvPr>
          <p:cNvSpPr>
            <a:spLocks noGrp="1"/>
          </p:cNvSpPr>
          <p:nvPr/>
        </p:nvSpPr>
        <p:spPr>
          <a:xfrm>
            <a:off x="6086168" y="484187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35" name="正方形/長方形 34">
            <a:extLst>
              <a:ext uri="{FF2B5EF4-FFF2-40B4-BE49-F238E27FC236}">
                <a16:creationId xmlns:a16="http://schemas.microsoft.com/office/drawing/2014/main" id="{D9BEC9E3-0F1C-472C-ADD5-F63088B4770B}"/>
              </a:ext>
            </a:extLst>
          </p:cNvPr>
          <p:cNvSpPr>
            <a:spLocks noGrp="1"/>
          </p:cNvSpPr>
          <p:nvPr/>
        </p:nvSpPr>
        <p:spPr>
          <a:xfrm>
            <a:off x="6162368" y="488950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Japan East</a:t>
            </a:r>
          </a:p>
        </p:txBody>
      </p:sp>
      <p:sp>
        <p:nvSpPr>
          <p:cNvPr id="36" name="正方形/長方形 35">
            <a:extLst>
              <a:ext uri="{FF2B5EF4-FFF2-40B4-BE49-F238E27FC236}">
                <a16:creationId xmlns:a16="http://schemas.microsoft.com/office/drawing/2014/main" id="{D4BB028D-2202-4982-B75F-53AE79025322}"/>
              </a:ext>
            </a:extLst>
          </p:cNvPr>
          <p:cNvSpPr>
            <a:spLocks noGrp="1"/>
          </p:cNvSpPr>
          <p:nvPr/>
        </p:nvSpPr>
        <p:spPr>
          <a:xfrm>
            <a:off x="8696018" y="484187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37" name="正方形/長方形 36">
            <a:extLst>
              <a:ext uri="{FF2B5EF4-FFF2-40B4-BE49-F238E27FC236}">
                <a16:creationId xmlns:a16="http://schemas.microsoft.com/office/drawing/2014/main" id="{75EDEBEA-E37C-40C2-9D58-B24343EC8A68}"/>
              </a:ext>
            </a:extLst>
          </p:cNvPr>
          <p:cNvSpPr>
            <a:spLocks noGrp="1"/>
          </p:cNvSpPr>
          <p:nvPr/>
        </p:nvSpPr>
        <p:spPr>
          <a:xfrm>
            <a:off x="8772218" y="488950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利用できない場合は講師が代替を案内します。</a:t>
            </a:r>
          </a:p>
        </p:txBody>
      </p:sp>
      <p:sp>
        <p:nvSpPr>
          <p:cNvPr id="40" name="テキスト ボックス 39">
            <a:extLst>
              <a:ext uri="{FF2B5EF4-FFF2-40B4-BE49-F238E27FC236}">
                <a16:creationId xmlns:a16="http://schemas.microsoft.com/office/drawing/2014/main" id="{217B2490-6FA4-3E86-60F2-9C974F5DFECD}"/>
              </a:ext>
            </a:extLst>
          </p:cNvPr>
          <p:cNvSpPr txBox="1"/>
          <p:nvPr/>
        </p:nvSpPr>
        <p:spPr>
          <a:xfrm>
            <a:off x="685800" y="1905000"/>
            <a:ext cx="4023852" cy="369332"/>
          </a:xfrm>
          <a:prstGeom prst="rect">
            <a:avLst/>
          </a:prstGeom>
          <a:noFill/>
        </p:spPr>
        <p:txBody>
          <a:bodyPr wrap="square" rtlCol="0">
            <a:spAutoFit/>
          </a:bodyPr>
          <a:lstStyle/>
          <a:p>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Azure VM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で最初に選択する項目</a:t>
            </a:r>
          </a:p>
        </p:txBody>
      </p:sp>
    </p:spTree>
    <p:extLst>
      <p:ext uri="{BB962C8B-B14F-4D97-AF65-F5344CB8AC3E}">
        <p14:creationId xmlns:p14="http://schemas.microsoft.com/office/powerpoint/2010/main" val="11860771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9D6F5-12BF-98B1-EC55-E9F97C16B6E0}"/>
            </a:ext>
          </a:extLst>
        </p:cNvPr>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C6DCF546-25BB-3B67-6FB3-516AEEE0F3FE}"/>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a:solidFill>
                  <a:srgbClr val="1F2937"/>
                </a:solidFill>
                <a:latin typeface="Meiryo UI"/>
                <a:ea typeface="Meiryo UI"/>
                <a:cs typeface="Meiryo UI"/>
              </a:rPr>
              <a:t>VM </a:t>
            </a:r>
            <a:r>
              <a:rPr lang="en-US" sz="2100" b="1" dirty="0" err="1">
                <a:solidFill>
                  <a:srgbClr val="1F2937"/>
                </a:solidFill>
                <a:latin typeface="Meiryo UI"/>
                <a:ea typeface="Meiryo UI"/>
                <a:cs typeface="Meiryo UI"/>
              </a:rPr>
              <a:t>の</a:t>
            </a:r>
            <a:r>
              <a:rPr lang="en-US" sz="2100" b="1" dirty="0">
                <a:solidFill>
                  <a:srgbClr val="1F2937"/>
                </a:solidFill>
                <a:latin typeface="Meiryo UI"/>
                <a:ea typeface="Meiryo UI"/>
                <a:cs typeface="Meiryo UI"/>
              </a:rPr>
              <a:t> SKU </a:t>
            </a:r>
            <a:r>
              <a:rPr lang="en-US" sz="2100" b="1" dirty="0" err="1">
                <a:solidFill>
                  <a:srgbClr val="1F2937"/>
                </a:solidFill>
                <a:latin typeface="Meiryo UI"/>
                <a:ea typeface="Meiryo UI"/>
                <a:cs typeface="Meiryo UI"/>
              </a:rPr>
              <a:t>の種類</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ED6EBEFA-5A0F-A0C6-A76A-695BD3294E2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4EE1C7F6-4EBA-C457-7B14-8813C16EF75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grpSp>
        <p:nvGrpSpPr>
          <p:cNvPr id="41" name="Group 826">
            <a:extLst>
              <a:ext uri="{FF2B5EF4-FFF2-40B4-BE49-F238E27FC236}">
                <a16:creationId xmlns:a16="http://schemas.microsoft.com/office/drawing/2014/main" id="{D5BECC07-1A14-2781-1AB5-BBAC69C14775}"/>
              </a:ext>
            </a:extLst>
          </p:cNvPr>
          <p:cNvGrpSpPr/>
          <p:nvPr/>
        </p:nvGrpSpPr>
        <p:grpSpPr>
          <a:xfrm>
            <a:off x="673817" y="1780879"/>
            <a:ext cx="756000" cy="612000"/>
            <a:chOff x="1525319" y="1976899"/>
            <a:chExt cx="865583" cy="665954"/>
          </a:xfrm>
        </p:grpSpPr>
        <p:sp>
          <p:nvSpPr>
            <p:cNvPr id="42" name="monitor">
              <a:extLst>
                <a:ext uri="{FF2B5EF4-FFF2-40B4-BE49-F238E27FC236}">
                  <a16:creationId xmlns:a16="http://schemas.microsoft.com/office/drawing/2014/main" id="{577867A5-4B47-4BB2-60B9-334DC61F8AED}"/>
                </a:ext>
              </a:extLst>
            </p:cNvPr>
            <p:cNvSpPr>
              <a:spLocks noChangeAspect="1" noEditPoints="1"/>
            </p:cNvSpPr>
            <p:nvPr/>
          </p:nvSpPr>
          <p:spPr bwMode="auto">
            <a:xfrm>
              <a:off x="1525319" y="1976899"/>
              <a:ext cx="865583" cy="665954"/>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43" name="TextBox 835">
              <a:extLst>
                <a:ext uri="{FF2B5EF4-FFF2-40B4-BE49-F238E27FC236}">
                  <a16:creationId xmlns:a16="http://schemas.microsoft.com/office/drawing/2014/main" id="{DCEB5F88-B0EE-F173-080C-D4004D7ABD48}"/>
                </a:ext>
              </a:extLst>
            </p:cNvPr>
            <p:cNvSpPr txBox="1"/>
            <p:nvPr/>
          </p:nvSpPr>
          <p:spPr>
            <a:xfrm>
              <a:off x="1666562" y="2080706"/>
              <a:ext cx="583097" cy="361703"/>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A</a:t>
              </a:r>
            </a:p>
          </p:txBody>
        </p:sp>
      </p:grpSp>
      <p:sp>
        <p:nvSpPr>
          <p:cNvPr id="44" name="テキスト ボックス 43">
            <a:extLst>
              <a:ext uri="{FF2B5EF4-FFF2-40B4-BE49-F238E27FC236}">
                <a16:creationId xmlns:a16="http://schemas.microsoft.com/office/drawing/2014/main" id="{AAC8AE4A-B16B-D3CE-3568-B9E097724E46}"/>
              </a:ext>
            </a:extLst>
          </p:cNvPr>
          <p:cNvSpPr txBox="1"/>
          <p:nvPr/>
        </p:nvSpPr>
        <p:spPr>
          <a:xfrm>
            <a:off x="672187" y="1307572"/>
            <a:ext cx="4242713"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ja-JP" altLang="en-US" sz="1800" b="1" dirty="0">
                <a:latin typeface="Yu Gothic UI" panose="020B0500000000000000" pitchFamily="34" charset="-128"/>
                <a:ea typeface="Yu Gothic UI" panose="020B0500000000000000" pitchFamily="34" charset="-128"/>
              </a:rPr>
              <a:t>汎用</a:t>
            </a:r>
          </a:p>
        </p:txBody>
      </p:sp>
      <p:sp>
        <p:nvSpPr>
          <p:cNvPr id="45" name="テキスト プレースホルダー 5">
            <a:extLst>
              <a:ext uri="{FF2B5EF4-FFF2-40B4-BE49-F238E27FC236}">
                <a16:creationId xmlns:a16="http://schemas.microsoft.com/office/drawing/2014/main" id="{DDD60563-F7AC-BDB6-A7C2-DCE6081A9E06}"/>
              </a:ext>
            </a:extLst>
          </p:cNvPr>
          <p:cNvSpPr txBox="1">
            <a:spLocks/>
          </p:cNvSpPr>
          <p:nvPr/>
        </p:nvSpPr>
        <p:spPr>
          <a:xfrm>
            <a:off x="336532" y="2362996"/>
            <a:ext cx="1435518" cy="452076"/>
          </a:xfrm>
          <a:prstGeom prst="rect">
            <a:avLst/>
          </a:prstGeom>
        </p:spPr>
        <p:txBody>
          <a:bodyPr vert="horz" lIns="91440" tIns="45720" rIns="91440" bIns="45720" anchor="ctr">
            <a:normAutofit/>
          </a:bodyPr>
          <a:lstStyle>
            <a:defPPr>
              <a:defRPr lang="en-US"/>
            </a:defPPr>
            <a:lvl1pPr marL="0" indent="0" algn="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algn="ctr">
              <a:lnSpc>
                <a:spcPts val="1200"/>
              </a:lnSpc>
            </a:pPr>
            <a:r>
              <a:rPr lang="ja-JP" altLang="en-US" sz="1000">
                <a:solidFill>
                  <a:schemeClr val="tx1"/>
                </a:solidFill>
                <a:latin typeface="Yu Gothic UI" panose="020B0500000000000000" pitchFamily="34" charset="-128"/>
                <a:ea typeface="Yu Gothic UI" panose="020B0500000000000000" pitchFamily="34" charset="-128"/>
              </a:rPr>
              <a:t>エントリーレベル</a:t>
            </a:r>
            <a:endParaRPr lang="en-US" altLang="ja-JP" sz="1000" dirty="0">
              <a:solidFill>
                <a:schemeClr val="tx1"/>
              </a:solidFill>
              <a:latin typeface="Yu Gothic UI" panose="020B0500000000000000" pitchFamily="34" charset="-128"/>
              <a:ea typeface="Yu Gothic UI" panose="020B0500000000000000" pitchFamily="34" charset="-128"/>
            </a:endParaRPr>
          </a:p>
          <a:p>
            <a:pPr algn="ctr">
              <a:lnSpc>
                <a:spcPts val="1200"/>
              </a:lnSpc>
            </a:pPr>
            <a:r>
              <a:rPr lang="ja-JP" altLang="en-US" sz="1000">
                <a:solidFill>
                  <a:schemeClr val="tx1"/>
                </a:solidFill>
                <a:latin typeface="Yu Gothic UI" panose="020B0500000000000000" pitchFamily="34" charset="-128"/>
                <a:ea typeface="Yu Gothic UI" panose="020B0500000000000000" pitchFamily="34" charset="-128"/>
              </a:rPr>
              <a:t>経済的</a:t>
            </a:r>
            <a:endParaRPr lang="en-US" altLang="ja-JP" sz="1000" dirty="0">
              <a:solidFill>
                <a:schemeClr val="tx1"/>
              </a:solidFill>
              <a:latin typeface="Yu Gothic UI" panose="020B0500000000000000" pitchFamily="34" charset="-128"/>
              <a:ea typeface="Yu Gothic UI" panose="020B0500000000000000" pitchFamily="34" charset="-128"/>
            </a:endParaRPr>
          </a:p>
        </p:txBody>
      </p:sp>
      <p:sp>
        <p:nvSpPr>
          <p:cNvPr id="46" name="テキスト プレースホルダー 5">
            <a:extLst>
              <a:ext uri="{FF2B5EF4-FFF2-40B4-BE49-F238E27FC236}">
                <a16:creationId xmlns:a16="http://schemas.microsoft.com/office/drawing/2014/main" id="{78592570-0F22-93E8-34C2-ABF0486F02BB}"/>
              </a:ext>
            </a:extLst>
          </p:cNvPr>
          <p:cNvSpPr txBox="1">
            <a:spLocks/>
          </p:cNvSpPr>
          <p:nvPr/>
        </p:nvSpPr>
        <p:spPr>
          <a:xfrm>
            <a:off x="1761145" y="2446395"/>
            <a:ext cx="1435518" cy="452076"/>
          </a:xfrm>
          <a:prstGeom prst="rect">
            <a:avLst/>
          </a:prstGeom>
        </p:spPr>
        <p:txBody>
          <a:bodyPr vert="horz" wrap="square" lIns="0" tIns="0" rIns="0" bIns="0" rtlCol="0">
            <a:norm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バースト可能</a:t>
            </a:r>
            <a:endParaRPr lang="en-US" altLang="ja-JP" sz="1000" dirty="0">
              <a:latin typeface="Yu Gothic UI" panose="020B0500000000000000" pitchFamily="34" charset="-128"/>
              <a:ea typeface="Yu Gothic UI" panose="020B0500000000000000" pitchFamily="34" charset="-128"/>
            </a:endParaRPr>
          </a:p>
        </p:txBody>
      </p:sp>
      <p:sp>
        <p:nvSpPr>
          <p:cNvPr id="47" name="テキスト プレースホルダー 5">
            <a:extLst>
              <a:ext uri="{FF2B5EF4-FFF2-40B4-BE49-F238E27FC236}">
                <a16:creationId xmlns:a16="http://schemas.microsoft.com/office/drawing/2014/main" id="{39F40733-1748-42C2-A303-482D8B5D6D69}"/>
              </a:ext>
            </a:extLst>
          </p:cNvPr>
          <p:cNvSpPr txBox="1">
            <a:spLocks/>
          </p:cNvSpPr>
          <p:nvPr/>
        </p:nvSpPr>
        <p:spPr>
          <a:xfrm>
            <a:off x="2570795" y="2444680"/>
            <a:ext cx="1313199"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エンタープライズアプリ</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リレーショナル 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メモリ内キャッシュ</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データ分析</a:t>
            </a:r>
            <a:endParaRPr lang="en-US" altLang="ja-JP" sz="1000" dirty="0">
              <a:latin typeface="Yu Gothic UI" panose="020B0500000000000000" pitchFamily="34" charset="-128"/>
              <a:ea typeface="Yu Gothic UI" panose="020B0500000000000000" pitchFamily="34" charset="-128"/>
            </a:endParaRPr>
          </a:p>
        </p:txBody>
      </p:sp>
      <p:sp>
        <p:nvSpPr>
          <p:cNvPr id="48" name="テキスト プレースホルダー 5">
            <a:extLst>
              <a:ext uri="{FF2B5EF4-FFF2-40B4-BE49-F238E27FC236}">
                <a16:creationId xmlns:a16="http://schemas.microsoft.com/office/drawing/2014/main" id="{6F0CE99D-AA0E-D4F6-2E55-A9B83BB36C6F}"/>
              </a:ext>
            </a:extLst>
          </p:cNvPr>
          <p:cNvSpPr txBox="1">
            <a:spLocks/>
          </p:cNvSpPr>
          <p:nvPr/>
        </p:nvSpPr>
        <p:spPr>
          <a:xfrm>
            <a:off x="3894044" y="2455551"/>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機密コンピューティング</a:t>
            </a:r>
            <a:endParaRPr lang="en-US" altLang="ja-JP" sz="1000" dirty="0">
              <a:latin typeface="Yu Gothic UI" panose="020B0500000000000000" pitchFamily="34" charset="-128"/>
              <a:ea typeface="Yu Gothic UI" panose="020B0500000000000000" pitchFamily="34" charset="-128"/>
            </a:endParaRPr>
          </a:p>
        </p:txBody>
      </p:sp>
      <p:sp>
        <p:nvSpPr>
          <p:cNvPr id="49" name="テキスト ボックス 48">
            <a:extLst>
              <a:ext uri="{FF2B5EF4-FFF2-40B4-BE49-F238E27FC236}">
                <a16:creationId xmlns:a16="http://schemas.microsoft.com/office/drawing/2014/main" id="{A9C270CA-FFAD-24AE-0FC6-F1790ABC21F7}"/>
              </a:ext>
            </a:extLst>
          </p:cNvPr>
          <p:cNvSpPr txBox="1"/>
          <p:nvPr/>
        </p:nvSpPr>
        <p:spPr>
          <a:xfrm>
            <a:off x="4973707" y="1302450"/>
            <a:ext cx="4344534"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lang="ja-JP" altLang="en-US" sz="1800" b="1" dirty="0">
                <a:latin typeface="Yu Gothic UI" panose="020B0500000000000000" pitchFamily="34" charset="-128"/>
                <a:ea typeface="Yu Gothic UI" panose="020B0500000000000000" pitchFamily="34" charset="-128"/>
              </a:rPr>
              <a:t>コンピューティング最適化</a:t>
            </a:r>
          </a:p>
        </p:txBody>
      </p:sp>
      <p:sp>
        <p:nvSpPr>
          <p:cNvPr id="50" name="テキスト プレースホルダー 5">
            <a:extLst>
              <a:ext uri="{FF2B5EF4-FFF2-40B4-BE49-F238E27FC236}">
                <a16:creationId xmlns:a16="http://schemas.microsoft.com/office/drawing/2014/main" id="{1412C80E-F401-52A8-38B6-643EA26C3A14}"/>
              </a:ext>
            </a:extLst>
          </p:cNvPr>
          <p:cNvSpPr txBox="1">
            <a:spLocks/>
          </p:cNvSpPr>
          <p:nvPr/>
        </p:nvSpPr>
        <p:spPr>
          <a:xfrm>
            <a:off x="5170132" y="2483979"/>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トラフィックが中程度の </a:t>
            </a:r>
            <a:r>
              <a:rPr lang="en-US" altLang="ja-JP" sz="1000" dirty="0">
                <a:latin typeface="Yu Gothic UI" panose="020B0500000000000000" pitchFamily="34" charset="-128"/>
                <a:ea typeface="Yu Gothic UI" panose="020B0500000000000000" pitchFamily="34" charset="-128"/>
              </a:rPr>
              <a:t>Web </a:t>
            </a:r>
            <a:r>
              <a:rPr lang="ja-JP" altLang="en-US" sz="1000" dirty="0">
                <a:latin typeface="Yu Gothic UI" panose="020B0500000000000000" pitchFamily="34" charset="-128"/>
                <a:ea typeface="Yu Gothic UI" panose="020B0500000000000000" pitchFamily="34" charset="-128"/>
              </a:rPr>
              <a:t>サーバー</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ネットワーク アプライアンス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バッチ プロセス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アプリケーション サーバー</a:t>
            </a:r>
            <a:endParaRPr lang="en-US" altLang="ja-JP" sz="1000" dirty="0">
              <a:latin typeface="Yu Gothic UI" panose="020B0500000000000000" pitchFamily="34" charset="-128"/>
              <a:ea typeface="Yu Gothic UI" panose="020B0500000000000000" pitchFamily="34" charset="-128"/>
            </a:endParaRPr>
          </a:p>
        </p:txBody>
      </p:sp>
      <p:sp>
        <p:nvSpPr>
          <p:cNvPr id="51" name="テキスト プレースホルダー 5">
            <a:extLst>
              <a:ext uri="{FF2B5EF4-FFF2-40B4-BE49-F238E27FC236}">
                <a16:creationId xmlns:a16="http://schemas.microsoft.com/office/drawing/2014/main" id="{D323A932-F10E-46FD-A0AF-C46FE96C376B}"/>
              </a:ext>
            </a:extLst>
          </p:cNvPr>
          <p:cNvSpPr txBox="1">
            <a:spLocks/>
          </p:cNvSpPr>
          <p:nvPr/>
        </p:nvSpPr>
        <p:spPr>
          <a:xfrm>
            <a:off x="7123502" y="2483979"/>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電子設計自動化 </a:t>
            </a:r>
            <a:r>
              <a:rPr lang="en-US" altLang="ja-JP" sz="1000" dirty="0">
                <a:latin typeface="Yu Gothic UI" panose="020B0500000000000000" pitchFamily="34" charset="-128"/>
                <a:ea typeface="Yu Gothic UI" panose="020B0500000000000000" pitchFamily="34" charset="-128"/>
              </a:rPr>
              <a:t>(EDA)</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大規模メモリのリレーショナル 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中規模から大規模のキャッシュ</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インメモリ分析</a:t>
            </a:r>
            <a:endParaRPr lang="en-US" altLang="ja-JP" sz="1000" dirty="0">
              <a:latin typeface="Yu Gothic UI" panose="020B0500000000000000" pitchFamily="34" charset="-128"/>
              <a:ea typeface="Yu Gothic UI" panose="020B0500000000000000" pitchFamily="34" charset="-128"/>
            </a:endParaRPr>
          </a:p>
        </p:txBody>
      </p:sp>
      <p:sp>
        <p:nvSpPr>
          <p:cNvPr id="52" name="テキスト ボックス 51">
            <a:extLst>
              <a:ext uri="{FF2B5EF4-FFF2-40B4-BE49-F238E27FC236}">
                <a16:creationId xmlns:a16="http://schemas.microsoft.com/office/drawing/2014/main" id="{D234DC49-6226-CAA7-1F23-4B5577096118}"/>
              </a:ext>
            </a:extLst>
          </p:cNvPr>
          <p:cNvSpPr txBox="1"/>
          <p:nvPr/>
        </p:nvSpPr>
        <p:spPr>
          <a:xfrm>
            <a:off x="671709" y="3408471"/>
            <a:ext cx="4614590"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ja-JP" altLang="en-US" sz="1800" b="1" dirty="0">
                <a:latin typeface="Yu Gothic UI" panose="020B0500000000000000" pitchFamily="34" charset="-128"/>
                <a:ea typeface="Yu Gothic UI" panose="020B0500000000000000" pitchFamily="34" charset="-128"/>
              </a:rPr>
              <a:t>メモリ最適化</a:t>
            </a:r>
          </a:p>
        </p:txBody>
      </p:sp>
      <p:sp>
        <p:nvSpPr>
          <p:cNvPr id="53" name="テキスト ボックス 52">
            <a:extLst>
              <a:ext uri="{FF2B5EF4-FFF2-40B4-BE49-F238E27FC236}">
                <a16:creationId xmlns:a16="http://schemas.microsoft.com/office/drawing/2014/main" id="{44C4D956-BBFA-1D8A-C54E-83CBEAD1026A}"/>
              </a:ext>
            </a:extLst>
          </p:cNvPr>
          <p:cNvSpPr txBox="1"/>
          <p:nvPr/>
        </p:nvSpPr>
        <p:spPr>
          <a:xfrm>
            <a:off x="9480461" y="1302450"/>
            <a:ext cx="2204862"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ja-JP" altLang="en-US" sz="1800" b="1" dirty="0">
                <a:latin typeface="Yu Gothic UI" panose="020B0500000000000000" pitchFamily="34" charset="-128"/>
                <a:ea typeface="Yu Gothic UI" panose="020B0500000000000000" pitchFamily="34" charset="-128"/>
              </a:rPr>
              <a:t>ストレージ最適化</a:t>
            </a:r>
          </a:p>
        </p:txBody>
      </p:sp>
      <p:sp>
        <p:nvSpPr>
          <p:cNvPr id="54" name="テキスト ボックス 53">
            <a:extLst>
              <a:ext uri="{FF2B5EF4-FFF2-40B4-BE49-F238E27FC236}">
                <a16:creationId xmlns:a16="http://schemas.microsoft.com/office/drawing/2014/main" id="{4E6B5CE0-92AC-5633-1947-837E810CA902}"/>
              </a:ext>
            </a:extLst>
          </p:cNvPr>
          <p:cNvSpPr txBox="1"/>
          <p:nvPr/>
        </p:nvSpPr>
        <p:spPr>
          <a:xfrm>
            <a:off x="624510" y="5276009"/>
            <a:ext cx="10443540"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en-US" altLang="ja-JP" sz="1800" b="1" dirty="0">
                <a:latin typeface="Yu Gothic UI" panose="020B0500000000000000" pitchFamily="34" charset="-128"/>
                <a:ea typeface="Yu Gothic UI" panose="020B0500000000000000" pitchFamily="34" charset="-128"/>
              </a:rPr>
              <a:t>GPU </a:t>
            </a:r>
            <a:r>
              <a:rPr kumimoji="1" lang="ja-JP" altLang="en-US" sz="1800" b="1" dirty="0">
                <a:latin typeface="Yu Gothic UI" panose="020B0500000000000000" pitchFamily="34" charset="-128"/>
                <a:ea typeface="Yu Gothic UI" panose="020B0500000000000000" pitchFamily="34" charset="-128"/>
              </a:rPr>
              <a:t>高速化</a:t>
            </a:r>
          </a:p>
        </p:txBody>
      </p:sp>
      <p:sp>
        <p:nvSpPr>
          <p:cNvPr id="55" name="テキスト ボックス 54">
            <a:extLst>
              <a:ext uri="{FF2B5EF4-FFF2-40B4-BE49-F238E27FC236}">
                <a16:creationId xmlns:a16="http://schemas.microsoft.com/office/drawing/2014/main" id="{0838A1BF-98B1-76D4-0406-E019436E376D}"/>
              </a:ext>
            </a:extLst>
          </p:cNvPr>
          <p:cNvSpPr txBox="1"/>
          <p:nvPr/>
        </p:nvSpPr>
        <p:spPr>
          <a:xfrm>
            <a:off x="5514963" y="3405605"/>
            <a:ext cx="2372823"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en-US" altLang="ja-JP" sz="1800" b="1" dirty="0">
                <a:latin typeface="Yu Gothic UI" panose="020B0500000000000000" pitchFamily="34" charset="-128"/>
                <a:ea typeface="Yu Gothic UI" panose="020B0500000000000000" pitchFamily="34" charset="-128"/>
              </a:rPr>
              <a:t>FPGA </a:t>
            </a:r>
            <a:r>
              <a:rPr kumimoji="1" lang="ja-JP" altLang="en-US" sz="1800" b="1" dirty="0">
                <a:latin typeface="Yu Gothic UI" panose="020B0500000000000000" pitchFamily="34" charset="-128"/>
                <a:ea typeface="Yu Gothic UI" panose="020B0500000000000000" pitchFamily="34" charset="-128"/>
              </a:rPr>
              <a:t>による高速化</a:t>
            </a:r>
          </a:p>
        </p:txBody>
      </p:sp>
      <p:sp>
        <p:nvSpPr>
          <p:cNvPr id="56" name="テキスト ボックス 55">
            <a:extLst>
              <a:ext uri="{FF2B5EF4-FFF2-40B4-BE49-F238E27FC236}">
                <a16:creationId xmlns:a16="http://schemas.microsoft.com/office/drawing/2014/main" id="{84D552A5-AB20-4E14-CBED-71E3697B5DE0}"/>
              </a:ext>
            </a:extLst>
          </p:cNvPr>
          <p:cNvSpPr txBox="1"/>
          <p:nvPr/>
        </p:nvSpPr>
        <p:spPr>
          <a:xfrm>
            <a:off x="8056356" y="3405605"/>
            <a:ext cx="4025591"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ja-JP" altLang="en-US" sz="1800" b="1" dirty="0">
                <a:latin typeface="Yu Gothic UI" panose="020B0500000000000000" pitchFamily="34" charset="-128"/>
                <a:ea typeface="Yu Gothic UI" panose="020B0500000000000000" pitchFamily="34" charset="-128"/>
              </a:rPr>
              <a:t>ハイパフォーマンスコンピューティング</a:t>
            </a:r>
          </a:p>
        </p:txBody>
      </p:sp>
      <p:grpSp>
        <p:nvGrpSpPr>
          <p:cNvPr id="57" name="Group 826">
            <a:extLst>
              <a:ext uri="{FF2B5EF4-FFF2-40B4-BE49-F238E27FC236}">
                <a16:creationId xmlns:a16="http://schemas.microsoft.com/office/drawing/2014/main" id="{C3BCE3C4-F4C9-F6BC-A0A2-576C419EE196}"/>
              </a:ext>
            </a:extLst>
          </p:cNvPr>
          <p:cNvGrpSpPr/>
          <p:nvPr/>
        </p:nvGrpSpPr>
        <p:grpSpPr>
          <a:xfrm>
            <a:off x="1718311" y="1780879"/>
            <a:ext cx="756000" cy="612000"/>
            <a:chOff x="1525319" y="1976899"/>
            <a:chExt cx="865583" cy="665954"/>
          </a:xfrm>
        </p:grpSpPr>
        <p:sp>
          <p:nvSpPr>
            <p:cNvPr id="58" name="monitor">
              <a:extLst>
                <a:ext uri="{FF2B5EF4-FFF2-40B4-BE49-F238E27FC236}">
                  <a16:creationId xmlns:a16="http://schemas.microsoft.com/office/drawing/2014/main" id="{00A14B58-F22A-3F1F-338B-98E196A7D8F5}"/>
                </a:ext>
              </a:extLst>
            </p:cNvPr>
            <p:cNvSpPr>
              <a:spLocks noChangeAspect="1" noEditPoints="1"/>
            </p:cNvSpPr>
            <p:nvPr/>
          </p:nvSpPr>
          <p:spPr bwMode="auto">
            <a:xfrm>
              <a:off x="1525319" y="1976899"/>
              <a:ext cx="865583" cy="665954"/>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59" name="TextBox 835">
              <a:extLst>
                <a:ext uri="{FF2B5EF4-FFF2-40B4-BE49-F238E27FC236}">
                  <a16:creationId xmlns:a16="http://schemas.microsoft.com/office/drawing/2014/main" id="{B7D8B23A-B262-A896-F192-00FF46FF2CA4}"/>
                </a:ext>
              </a:extLst>
            </p:cNvPr>
            <p:cNvSpPr txBox="1"/>
            <p:nvPr/>
          </p:nvSpPr>
          <p:spPr>
            <a:xfrm>
              <a:off x="1666562" y="2080706"/>
              <a:ext cx="583097" cy="361703"/>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altLang="ja-JP"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B</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grpSp>
      <p:sp>
        <p:nvSpPr>
          <p:cNvPr id="60" name="monitor">
            <a:extLst>
              <a:ext uri="{FF2B5EF4-FFF2-40B4-BE49-F238E27FC236}">
                <a16:creationId xmlns:a16="http://schemas.microsoft.com/office/drawing/2014/main" id="{156B3432-B8E3-9B16-9803-757863F3718B}"/>
              </a:ext>
            </a:extLst>
          </p:cNvPr>
          <p:cNvSpPr>
            <a:spLocks noChangeAspect="1" noEditPoints="1"/>
          </p:cNvSpPr>
          <p:nvPr/>
        </p:nvSpPr>
        <p:spPr bwMode="auto">
          <a:xfrm>
            <a:off x="2716390" y="1796647"/>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1" name="TextBox 835">
            <a:extLst>
              <a:ext uri="{FF2B5EF4-FFF2-40B4-BE49-F238E27FC236}">
                <a16:creationId xmlns:a16="http://schemas.microsoft.com/office/drawing/2014/main" id="{F7AE3443-34CE-D0C7-B4B2-9F2091D7700D}"/>
              </a:ext>
            </a:extLst>
          </p:cNvPr>
          <p:cNvSpPr txBox="1"/>
          <p:nvPr/>
        </p:nvSpPr>
        <p:spPr>
          <a:xfrm>
            <a:off x="2839994" y="187653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D</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62" name="monitor">
            <a:extLst>
              <a:ext uri="{FF2B5EF4-FFF2-40B4-BE49-F238E27FC236}">
                <a16:creationId xmlns:a16="http://schemas.microsoft.com/office/drawing/2014/main" id="{1BF36215-A378-C685-44CC-24ECEFFEDB56}"/>
              </a:ext>
            </a:extLst>
          </p:cNvPr>
          <p:cNvSpPr>
            <a:spLocks noChangeAspect="1" noEditPoints="1"/>
          </p:cNvSpPr>
          <p:nvPr/>
        </p:nvSpPr>
        <p:spPr bwMode="auto">
          <a:xfrm>
            <a:off x="3980876" y="1783314"/>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3" name="TextBox 835">
            <a:extLst>
              <a:ext uri="{FF2B5EF4-FFF2-40B4-BE49-F238E27FC236}">
                <a16:creationId xmlns:a16="http://schemas.microsoft.com/office/drawing/2014/main" id="{68FEFE67-9A7F-5CDE-195D-BA68F9B3581D}"/>
              </a:ext>
            </a:extLst>
          </p:cNvPr>
          <p:cNvSpPr txBox="1"/>
          <p:nvPr/>
        </p:nvSpPr>
        <p:spPr>
          <a:xfrm>
            <a:off x="4135909" y="1894320"/>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DC</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64" name="monitor">
            <a:extLst>
              <a:ext uri="{FF2B5EF4-FFF2-40B4-BE49-F238E27FC236}">
                <a16:creationId xmlns:a16="http://schemas.microsoft.com/office/drawing/2014/main" id="{FE979E66-F07D-59FA-E587-CE2696D47799}"/>
              </a:ext>
            </a:extLst>
          </p:cNvPr>
          <p:cNvSpPr>
            <a:spLocks noChangeAspect="1" noEditPoints="1"/>
          </p:cNvSpPr>
          <p:nvPr/>
        </p:nvSpPr>
        <p:spPr bwMode="auto">
          <a:xfrm>
            <a:off x="5514963" y="1789892"/>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5" name="TextBox 835">
            <a:extLst>
              <a:ext uri="{FF2B5EF4-FFF2-40B4-BE49-F238E27FC236}">
                <a16:creationId xmlns:a16="http://schemas.microsoft.com/office/drawing/2014/main" id="{D6675C51-9EC8-03DD-03D1-27EEC2D97DBE}"/>
              </a:ext>
            </a:extLst>
          </p:cNvPr>
          <p:cNvSpPr txBox="1"/>
          <p:nvPr/>
        </p:nvSpPr>
        <p:spPr>
          <a:xfrm>
            <a:off x="5654465" y="1872980"/>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F</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66" name="monitor">
            <a:extLst>
              <a:ext uri="{FF2B5EF4-FFF2-40B4-BE49-F238E27FC236}">
                <a16:creationId xmlns:a16="http://schemas.microsoft.com/office/drawing/2014/main" id="{E567E9EC-C05C-DF5E-A1E8-ADBFC3C12E8E}"/>
              </a:ext>
            </a:extLst>
          </p:cNvPr>
          <p:cNvSpPr>
            <a:spLocks noChangeAspect="1" noEditPoints="1"/>
          </p:cNvSpPr>
          <p:nvPr/>
        </p:nvSpPr>
        <p:spPr bwMode="auto">
          <a:xfrm>
            <a:off x="7390511" y="1780879"/>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7" name="TextBox 835">
            <a:extLst>
              <a:ext uri="{FF2B5EF4-FFF2-40B4-BE49-F238E27FC236}">
                <a16:creationId xmlns:a16="http://schemas.microsoft.com/office/drawing/2014/main" id="{2743BC18-FC8E-FFF3-D630-FF733B7F05F4}"/>
              </a:ext>
            </a:extLst>
          </p:cNvPr>
          <p:cNvSpPr txBox="1"/>
          <p:nvPr/>
        </p:nvSpPr>
        <p:spPr>
          <a:xfrm>
            <a:off x="7513872" y="1872979"/>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FX</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68" name="monitor">
            <a:extLst>
              <a:ext uri="{FF2B5EF4-FFF2-40B4-BE49-F238E27FC236}">
                <a16:creationId xmlns:a16="http://schemas.microsoft.com/office/drawing/2014/main" id="{FCBFBF29-DCC0-7BD2-A6C4-A00C874B8A85}"/>
              </a:ext>
            </a:extLst>
          </p:cNvPr>
          <p:cNvSpPr>
            <a:spLocks noChangeAspect="1" noEditPoints="1"/>
          </p:cNvSpPr>
          <p:nvPr/>
        </p:nvSpPr>
        <p:spPr bwMode="auto">
          <a:xfrm>
            <a:off x="10095689" y="1780879"/>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9" name="TextBox 835">
            <a:extLst>
              <a:ext uri="{FF2B5EF4-FFF2-40B4-BE49-F238E27FC236}">
                <a16:creationId xmlns:a16="http://schemas.microsoft.com/office/drawing/2014/main" id="{8760A362-1625-BA36-B7F6-FFA9A1526F60}"/>
              </a:ext>
            </a:extLst>
          </p:cNvPr>
          <p:cNvSpPr txBox="1"/>
          <p:nvPr/>
        </p:nvSpPr>
        <p:spPr>
          <a:xfrm>
            <a:off x="10219050" y="1854529"/>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L</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70" name="テキスト プレースホルダー 5">
            <a:extLst>
              <a:ext uri="{FF2B5EF4-FFF2-40B4-BE49-F238E27FC236}">
                <a16:creationId xmlns:a16="http://schemas.microsoft.com/office/drawing/2014/main" id="{F22C65C2-D9F3-C0D0-E9C0-75AC509B1A9C}"/>
              </a:ext>
            </a:extLst>
          </p:cNvPr>
          <p:cNvSpPr txBox="1">
            <a:spLocks/>
          </p:cNvSpPr>
          <p:nvPr/>
        </p:nvSpPr>
        <p:spPr>
          <a:xfrm>
            <a:off x="9630176" y="2464707"/>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高いディスク スループットと </a:t>
            </a:r>
            <a:r>
              <a:rPr lang="en-US" altLang="ja-JP" sz="1000" dirty="0">
                <a:latin typeface="Yu Gothic UI" panose="020B0500000000000000" pitchFamily="34" charset="-128"/>
                <a:ea typeface="Yu Gothic UI" panose="020B0500000000000000" pitchFamily="34" charset="-128"/>
              </a:rPr>
              <a:t>IO</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ビッグ データ</a:t>
            </a:r>
            <a:br>
              <a:rPr lang="ja-JP" altLang="en-US" sz="1000" dirty="0">
                <a:latin typeface="Yu Gothic UI" panose="020B0500000000000000" pitchFamily="34" charset="-128"/>
                <a:ea typeface="Yu Gothic UI" panose="020B0500000000000000" pitchFamily="34" charset="-128"/>
              </a:rPr>
            </a:br>
            <a:r>
              <a:rPr lang="en-US" altLang="ja-JP" sz="1000" dirty="0">
                <a:latin typeface="Yu Gothic UI" panose="020B0500000000000000" pitchFamily="34" charset="-128"/>
                <a:ea typeface="Yu Gothic UI" panose="020B0500000000000000" pitchFamily="34" charset="-128"/>
              </a:rPr>
              <a:t>SQL </a:t>
            </a:r>
            <a:r>
              <a:rPr lang="ja-JP" altLang="en-US" sz="1000" dirty="0">
                <a:latin typeface="Yu Gothic UI" panose="020B0500000000000000" pitchFamily="34" charset="-128"/>
                <a:ea typeface="Yu Gothic UI" panose="020B0500000000000000" pitchFamily="34" charset="-128"/>
              </a:rPr>
              <a:t>データベースと </a:t>
            </a:r>
            <a:r>
              <a:rPr lang="en-US" altLang="ja-JP" sz="1000" dirty="0">
                <a:latin typeface="Yu Gothic UI" panose="020B0500000000000000" pitchFamily="34" charset="-128"/>
                <a:ea typeface="Yu Gothic UI" panose="020B0500000000000000" pitchFamily="34" charset="-128"/>
              </a:rPr>
              <a:t>NoSQL </a:t>
            </a:r>
            <a:r>
              <a:rPr lang="ja-JP" altLang="en-US" sz="1000" dirty="0">
                <a:latin typeface="Yu Gothic UI" panose="020B0500000000000000" pitchFamily="34" charset="-128"/>
                <a:ea typeface="Yu Gothic UI" panose="020B0500000000000000" pitchFamily="34" charset="-128"/>
              </a:rPr>
              <a:t>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データ ウェアハウジング</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大規模なトランザクション データベース</a:t>
            </a:r>
            <a:endParaRPr lang="en-US" altLang="ja-JP" sz="1000" dirty="0">
              <a:latin typeface="Yu Gothic UI" panose="020B0500000000000000" pitchFamily="34" charset="-128"/>
              <a:ea typeface="Yu Gothic UI" panose="020B0500000000000000" pitchFamily="34" charset="-128"/>
            </a:endParaRPr>
          </a:p>
        </p:txBody>
      </p:sp>
      <p:grpSp>
        <p:nvGrpSpPr>
          <p:cNvPr id="71" name="Group 826">
            <a:extLst>
              <a:ext uri="{FF2B5EF4-FFF2-40B4-BE49-F238E27FC236}">
                <a16:creationId xmlns:a16="http://schemas.microsoft.com/office/drawing/2014/main" id="{B6A82669-EF05-1669-D768-64509AF1443F}"/>
              </a:ext>
            </a:extLst>
          </p:cNvPr>
          <p:cNvGrpSpPr/>
          <p:nvPr/>
        </p:nvGrpSpPr>
        <p:grpSpPr>
          <a:xfrm>
            <a:off x="692421" y="3878560"/>
            <a:ext cx="756000" cy="612000"/>
            <a:chOff x="1525319" y="1976899"/>
            <a:chExt cx="865583" cy="665954"/>
          </a:xfrm>
        </p:grpSpPr>
        <p:sp>
          <p:nvSpPr>
            <p:cNvPr id="72" name="monitor">
              <a:extLst>
                <a:ext uri="{FF2B5EF4-FFF2-40B4-BE49-F238E27FC236}">
                  <a16:creationId xmlns:a16="http://schemas.microsoft.com/office/drawing/2014/main" id="{2522616F-0137-CCC9-BAD4-371D2A7BC530}"/>
                </a:ext>
              </a:extLst>
            </p:cNvPr>
            <p:cNvSpPr>
              <a:spLocks noChangeAspect="1" noEditPoints="1"/>
            </p:cNvSpPr>
            <p:nvPr/>
          </p:nvSpPr>
          <p:spPr bwMode="auto">
            <a:xfrm>
              <a:off x="1525319" y="1976899"/>
              <a:ext cx="865583" cy="665954"/>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73" name="TextBox 835">
              <a:extLst>
                <a:ext uri="{FF2B5EF4-FFF2-40B4-BE49-F238E27FC236}">
                  <a16:creationId xmlns:a16="http://schemas.microsoft.com/office/drawing/2014/main" id="{385EB687-DCA8-BAA5-EF94-A7B3B0F6CBD7}"/>
                </a:ext>
              </a:extLst>
            </p:cNvPr>
            <p:cNvSpPr txBox="1"/>
            <p:nvPr/>
          </p:nvSpPr>
          <p:spPr>
            <a:xfrm>
              <a:off x="1666562" y="2080706"/>
              <a:ext cx="583097" cy="361703"/>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altLang="ja-JP"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E</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grpSp>
      <p:grpSp>
        <p:nvGrpSpPr>
          <p:cNvPr id="74" name="Group 826">
            <a:extLst>
              <a:ext uri="{FF2B5EF4-FFF2-40B4-BE49-F238E27FC236}">
                <a16:creationId xmlns:a16="http://schemas.microsoft.com/office/drawing/2014/main" id="{146F590C-0D98-467C-F214-1EE455D1710E}"/>
              </a:ext>
            </a:extLst>
          </p:cNvPr>
          <p:cNvGrpSpPr/>
          <p:nvPr/>
        </p:nvGrpSpPr>
        <p:grpSpPr>
          <a:xfrm>
            <a:off x="2111405" y="3878560"/>
            <a:ext cx="756000" cy="612000"/>
            <a:chOff x="1525319" y="1976899"/>
            <a:chExt cx="865583" cy="665954"/>
          </a:xfrm>
        </p:grpSpPr>
        <p:sp>
          <p:nvSpPr>
            <p:cNvPr id="75" name="monitor">
              <a:extLst>
                <a:ext uri="{FF2B5EF4-FFF2-40B4-BE49-F238E27FC236}">
                  <a16:creationId xmlns:a16="http://schemas.microsoft.com/office/drawing/2014/main" id="{FE83F804-EB6A-2EFA-1DC3-328ED9127FD0}"/>
                </a:ext>
              </a:extLst>
            </p:cNvPr>
            <p:cNvSpPr>
              <a:spLocks noChangeAspect="1" noEditPoints="1"/>
            </p:cNvSpPr>
            <p:nvPr/>
          </p:nvSpPr>
          <p:spPr bwMode="auto">
            <a:xfrm>
              <a:off x="1525319" y="1976899"/>
              <a:ext cx="865583" cy="665954"/>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76" name="TextBox 835">
              <a:extLst>
                <a:ext uri="{FF2B5EF4-FFF2-40B4-BE49-F238E27FC236}">
                  <a16:creationId xmlns:a16="http://schemas.microsoft.com/office/drawing/2014/main" id="{6C7BA5DE-BD5A-CA9B-63A6-808EA737D098}"/>
                </a:ext>
              </a:extLst>
            </p:cNvPr>
            <p:cNvSpPr txBox="1"/>
            <p:nvPr/>
          </p:nvSpPr>
          <p:spPr>
            <a:xfrm>
              <a:off x="1666562" y="2080706"/>
              <a:ext cx="583097" cy="361703"/>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Eb</a:t>
              </a:r>
            </a:p>
          </p:txBody>
        </p:sp>
      </p:grpSp>
      <p:sp>
        <p:nvSpPr>
          <p:cNvPr id="77" name="monitor">
            <a:extLst>
              <a:ext uri="{FF2B5EF4-FFF2-40B4-BE49-F238E27FC236}">
                <a16:creationId xmlns:a16="http://schemas.microsoft.com/office/drawing/2014/main" id="{7DF8D180-8179-C099-4BCB-58E59E8D2AFA}"/>
              </a:ext>
            </a:extLst>
          </p:cNvPr>
          <p:cNvSpPr>
            <a:spLocks noChangeAspect="1" noEditPoints="1"/>
          </p:cNvSpPr>
          <p:nvPr/>
        </p:nvSpPr>
        <p:spPr bwMode="auto">
          <a:xfrm>
            <a:off x="3282141" y="3880445"/>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78" name="TextBox 835">
            <a:extLst>
              <a:ext uri="{FF2B5EF4-FFF2-40B4-BE49-F238E27FC236}">
                <a16:creationId xmlns:a16="http://schemas.microsoft.com/office/drawing/2014/main" id="{296BBB1F-5923-95BA-C400-2D6F2FC1B727}"/>
              </a:ext>
            </a:extLst>
          </p:cNvPr>
          <p:cNvSpPr txBox="1"/>
          <p:nvPr/>
        </p:nvSpPr>
        <p:spPr>
          <a:xfrm>
            <a:off x="3405502" y="3961751"/>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EC</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79" name="monitor">
            <a:extLst>
              <a:ext uri="{FF2B5EF4-FFF2-40B4-BE49-F238E27FC236}">
                <a16:creationId xmlns:a16="http://schemas.microsoft.com/office/drawing/2014/main" id="{44CA1D1D-2561-FB26-FC61-2654C4CBE123}"/>
              </a:ext>
            </a:extLst>
          </p:cNvPr>
          <p:cNvSpPr>
            <a:spLocks noChangeAspect="1" noEditPoints="1"/>
          </p:cNvSpPr>
          <p:nvPr/>
        </p:nvSpPr>
        <p:spPr bwMode="auto">
          <a:xfrm>
            <a:off x="4373970" y="3880995"/>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80" name="TextBox 835">
            <a:extLst>
              <a:ext uri="{FF2B5EF4-FFF2-40B4-BE49-F238E27FC236}">
                <a16:creationId xmlns:a16="http://schemas.microsoft.com/office/drawing/2014/main" id="{75C0F72D-99BB-786C-1CBE-0D98E371331F}"/>
              </a:ext>
            </a:extLst>
          </p:cNvPr>
          <p:cNvSpPr txBox="1"/>
          <p:nvPr/>
        </p:nvSpPr>
        <p:spPr>
          <a:xfrm>
            <a:off x="4529003" y="3992001"/>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M</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81" name="テキスト プレースホルダー 5">
            <a:extLst>
              <a:ext uri="{FF2B5EF4-FFF2-40B4-BE49-F238E27FC236}">
                <a16:creationId xmlns:a16="http://schemas.microsoft.com/office/drawing/2014/main" id="{513A291F-D084-8E21-581D-6E330ED8F48B}"/>
              </a:ext>
            </a:extLst>
          </p:cNvPr>
          <p:cNvSpPr txBox="1">
            <a:spLocks/>
          </p:cNvSpPr>
          <p:nvPr/>
        </p:nvSpPr>
        <p:spPr>
          <a:xfrm>
            <a:off x="506012" y="4585957"/>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リレーショナル 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中規模から大規模のキャッシュ</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インメモリ分析</a:t>
            </a:r>
            <a:endParaRPr lang="en-US" altLang="ja-JP" sz="1000" dirty="0">
              <a:latin typeface="Yu Gothic UI" panose="020B0500000000000000" pitchFamily="34" charset="-128"/>
              <a:ea typeface="Yu Gothic UI" panose="020B0500000000000000" pitchFamily="34" charset="-128"/>
            </a:endParaRPr>
          </a:p>
        </p:txBody>
      </p:sp>
      <p:sp>
        <p:nvSpPr>
          <p:cNvPr id="82" name="テキスト プレースホルダー 5">
            <a:extLst>
              <a:ext uri="{FF2B5EF4-FFF2-40B4-BE49-F238E27FC236}">
                <a16:creationId xmlns:a16="http://schemas.microsoft.com/office/drawing/2014/main" id="{E0F460A4-F242-CB2D-559B-B20F119541D7}"/>
              </a:ext>
            </a:extLst>
          </p:cNvPr>
          <p:cNvSpPr txBox="1">
            <a:spLocks/>
          </p:cNvSpPr>
          <p:nvPr/>
        </p:nvSpPr>
        <p:spPr>
          <a:xfrm>
            <a:off x="2096311" y="4547326"/>
            <a:ext cx="1001529"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リモート ストレージのパフォーマンスが高い </a:t>
            </a:r>
            <a:r>
              <a:rPr lang="en-US" altLang="ja-JP" sz="1000" dirty="0">
                <a:latin typeface="Yu Gothic UI" panose="020B0500000000000000" pitchFamily="34" charset="-128"/>
                <a:ea typeface="Yu Gothic UI" panose="020B0500000000000000" pitchFamily="34" charset="-128"/>
              </a:rPr>
              <a:t>E </a:t>
            </a:r>
            <a:r>
              <a:rPr lang="ja-JP" altLang="en-US" sz="1000" dirty="0">
                <a:latin typeface="Yu Gothic UI" panose="020B0500000000000000" pitchFamily="34" charset="-128"/>
                <a:ea typeface="Yu Gothic UI" panose="020B0500000000000000" pitchFamily="34" charset="-128"/>
              </a:rPr>
              <a:t>ファミリ</a:t>
            </a:r>
            <a:endParaRPr lang="en-US" altLang="ja-JP" sz="1000" dirty="0">
              <a:latin typeface="Yu Gothic UI" panose="020B0500000000000000" pitchFamily="34" charset="-128"/>
              <a:ea typeface="Yu Gothic UI" panose="020B0500000000000000" pitchFamily="34" charset="-128"/>
            </a:endParaRPr>
          </a:p>
        </p:txBody>
      </p:sp>
      <p:sp>
        <p:nvSpPr>
          <p:cNvPr id="83" name="テキスト プレースホルダー 5">
            <a:extLst>
              <a:ext uri="{FF2B5EF4-FFF2-40B4-BE49-F238E27FC236}">
                <a16:creationId xmlns:a16="http://schemas.microsoft.com/office/drawing/2014/main" id="{9F152E6B-FA4D-F322-A2F0-ADF4B4B2E90F}"/>
              </a:ext>
            </a:extLst>
          </p:cNvPr>
          <p:cNvSpPr txBox="1">
            <a:spLocks/>
          </p:cNvSpPr>
          <p:nvPr/>
        </p:nvSpPr>
        <p:spPr>
          <a:xfrm>
            <a:off x="3181963" y="4541287"/>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機密コンピューティング</a:t>
            </a:r>
            <a:endParaRPr lang="en-US" altLang="ja-JP" sz="1000" dirty="0">
              <a:latin typeface="Yu Gothic UI" panose="020B0500000000000000" pitchFamily="34" charset="-128"/>
              <a:ea typeface="Yu Gothic UI" panose="020B0500000000000000" pitchFamily="34" charset="-128"/>
            </a:endParaRPr>
          </a:p>
        </p:txBody>
      </p:sp>
      <p:sp>
        <p:nvSpPr>
          <p:cNvPr id="84" name="テキスト プレースホルダー 5">
            <a:extLst>
              <a:ext uri="{FF2B5EF4-FFF2-40B4-BE49-F238E27FC236}">
                <a16:creationId xmlns:a16="http://schemas.microsoft.com/office/drawing/2014/main" id="{568AA913-8725-EF59-34EA-9506AFCDDC60}"/>
              </a:ext>
            </a:extLst>
          </p:cNvPr>
          <p:cNvSpPr txBox="1">
            <a:spLocks/>
          </p:cNvSpPr>
          <p:nvPr/>
        </p:nvSpPr>
        <p:spPr>
          <a:xfrm>
            <a:off x="4352761" y="4539061"/>
            <a:ext cx="1001529"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非常に大規模なデータベース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大量のメモリ</a:t>
            </a:r>
            <a:endParaRPr lang="en-US" altLang="ja-JP" sz="1000" dirty="0">
              <a:latin typeface="Yu Gothic UI" panose="020B0500000000000000" pitchFamily="34" charset="-128"/>
              <a:ea typeface="Yu Gothic UI" panose="020B0500000000000000" pitchFamily="34" charset="-128"/>
            </a:endParaRPr>
          </a:p>
        </p:txBody>
      </p:sp>
      <p:sp>
        <p:nvSpPr>
          <p:cNvPr id="85" name="monitor">
            <a:extLst>
              <a:ext uri="{FF2B5EF4-FFF2-40B4-BE49-F238E27FC236}">
                <a16:creationId xmlns:a16="http://schemas.microsoft.com/office/drawing/2014/main" id="{493D2DC0-5D86-8E40-7BB7-8364DF69011F}"/>
              </a:ext>
            </a:extLst>
          </p:cNvPr>
          <p:cNvSpPr>
            <a:spLocks noChangeAspect="1" noEditPoints="1"/>
          </p:cNvSpPr>
          <p:nvPr/>
        </p:nvSpPr>
        <p:spPr bwMode="auto">
          <a:xfrm>
            <a:off x="5669593" y="387856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86" name="TextBox 835">
            <a:extLst>
              <a:ext uri="{FF2B5EF4-FFF2-40B4-BE49-F238E27FC236}">
                <a16:creationId xmlns:a16="http://schemas.microsoft.com/office/drawing/2014/main" id="{DDC0CCD5-B05B-49D7-A0A3-C3CCA82CD4DD}"/>
              </a:ext>
            </a:extLst>
          </p:cNvPr>
          <p:cNvSpPr txBox="1"/>
          <p:nvPr/>
        </p:nvSpPr>
        <p:spPr>
          <a:xfrm>
            <a:off x="5824626" y="398956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NP</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87" name="テキスト プレースホルダー 5">
            <a:extLst>
              <a:ext uri="{FF2B5EF4-FFF2-40B4-BE49-F238E27FC236}">
                <a16:creationId xmlns:a16="http://schemas.microsoft.com/office/drawing/2014/main" id="{90D68248-686A-1490-D575-A49697CA6EAD}"/>
              </a:ext>
            </a:extLst>
          </p:cNvPr>
          <p:cNvSpPr txBox="1">
            <a:spLocks/>
          </p:cNvSpPr>
          <p:nvPr/>
        </p:nvSpPr>
        <p:spPr>
          <a:xfrm>
            <a:off x="6525088" y="3879470"/>
            <a:ext cx="1413028"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機械学習推論</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ビデオ コード変換</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データベースの検索と分析</a:t>
            </a:r>
            <a:endParaRPr lang="en-US" altLang="ja-JP" sz="1000" dirty="0">
              <a:latin typeface="Yu Gothic UI" panose="020B0500000000000000" pitchFamily="34" charset="-128"/>
              <a:ea typeface="Yu Gothic UI" panose="020B0500000000000000" pitchFamily="34" charset="-128"/>
            </a:endParaRPr>
          </a:p>
        </p:txBody>
      </p:sp>
      <p:sp>
        <p:nvSpPr>
          <p:cNvPr id="88" name="monitor">
            <a:extLst>
              <a:ext uri="{FF2B5EF4-FFF2-40B4-BE49-F238E27FC236}">
                <a16:creationId xmlns:a16="http://schemas.microsoft.com/office/drawing/2014/main" id="{DA739F8A-86EF-8342-B93E-B44ABCAD3F2C}"/>
              </a:ext>
            </a:extLst>
          </p:cNvPr>
          <p:cNvSpPr>
            <a:spLocks noChangeAspect="1" noEditPoints="1"/>
          </p:cNvSpPr>
          <p:nvPr/>
        </p:nvSpPr>
        <p:spPr bwMode="auto">
          <a:xfrm>
            <a:off x="8093148" y="387856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89" name="TextBox 835">
            <a:extLst>
              <a:ext uri="{FF2B5EF4-FFF2-40B4-BE49-F238E27FC236}">
                <a16:creationId xmlns:a16="http://schemas.microsoft.com/office/drawing/2014/main" id="{2F03D378-8EF6-CB47-E9E0-A6C466E5867D}"/>
              </a:ext>
            </a:extLst>
          </p:cNvPr>
          <p:cNvSpPr txBox="1"/>
          <p:nvPr/>
        </p:nvSpPr>
        <p:spPr>
          <a:xfrm>
            <a:off x="8248181" y="398956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HB</a:t>
            </a:r>
          </a:p>
        </p:txBody>
      </p:sp>
      <p:sp>
        <p:nvSpPr>
          <p:cNvPr id="90" name="monitor">
            <a:extLst>
              <a:ext uri="{FF2B5EF4-FFF2-40B4-BE49-F238E27FC236}">
                <a16:creationId xmlns:a16="http://schemas.microsoft.com/office/drawing/2014/main" id="{A9D623D8-F54F-8668-3431-C08B59AA01AE}"/>
              </a:ext>
            </a:extLst>
          </p:cNvPr>
          <p:cNvSpPr>
            <a:spLocks noChangeAspect="1" noEditPoints="1"/>
          </p:cNvSpPr>
          <p:nvPr/>
        </p:nvSpPr>
        <p:spPr bwMode="auto">
          <a:xfrm>
            <a:off x="9503494" y="387856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91" name="TextBox 835">
            <a:extLst>
              <a:ext uri="{FF2B5EF4-FFF2-40B4-BE49-F238E27FC236}">
                <a16:creationId xmlns:a16="http://schemas.microsoft.com/office/drawing/2014/main" id="{351DF04C-1FF2-96E5-2A5D-776586D0932A}"/>
              </a:ext>
            </a:extLst>
          </p:cNvPr>
          <p:cNvSpPr txBox="1"/>
          <p:nvPr/>
        </p:nvSpPr>
        <p:spPr>
          <a:xfrm>
            <a:off x="9658527" y="398956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HC</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92" name="monitor">
            <a:extLst>
              <a:ext uri="{FF2B5EF4-FFF2-40B4-BE49-F238E27FC236}">
                <a16:creationId xmlns:a16="http://schemas.microsoft.com/office/drawing/2014/main" id="{BC7DE5E4-C519-10AC-6ED2-C77315C89E38}"/>
              </a:ext>
            </a:extLst>
          </p:cNvPr>
          <p:cNvSpPr>
            <a:spLocks noChangeAspect="1" noEditPoints="1"/>
          </p:cNvSpPr>
          <p:nvPr/>
        </p:nvSpPr>
        <p:spPr bwMode="auto">
          <a:xfrm>
            <a:off x="10799117" y="387856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93" name="TextBox 835">
            <a:extLst>
              <a:ext uri="{FF2B5EF4-FFF2-40B4-BE49-F238E27FC236}">
                <a16:creationId xmlns:a16="http://schemas.microsoft.com/office/drawing/2014/main" id="{AE4685CD-272A-F773-FEB0-AD5A92F00CF3}"/>
              </a:ext>
            </a:extLst>
          </p:cNvPr>
          <p:cNvSpPr txBox="1"/>
          <p:nvPr/>
        </p:nvSpPr>
        <p:spPr>
          <a:xfrm>
            <a:off x="10954150" y="398956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HX</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94" name="テキスト プレースホルダー 5">
            <a:extLst>
              <a:ext uri="{FF2B5EF4-FFF2-40B4-BE49-F238E27FC236}">
                <a16:creationId xmlns:a16="http://schemas.microsoft.com/office/drawing/2014/main" id="{EA1C3B8E-10F5-4236-ABB3-53405B75A01B}"/>
              </a:ext>
            </a:extLst>
          </p:cNvPr>
          <p:cNvSpPr txBox="1">
            <a:spLocks/>
          </p:cNvSpPr>
          <p:nvPr/>
        </p:nvSpPr>
        <p:spPr>
          <a:xfrm>
            <a:off x="8056356" y="4547326"/>
            <a:ext cx="1052558" cy="61200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高いメモリ帯域幅</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流体力学</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天気のモデリング</a:t>
            </a:r>
            <a:endParaRPr lang="en-US" altLang="ja-JP" sz="1000" dirty="0">
              <a:latin typeface="Yu Gothic UI" panose="020B0500000000000000" pitchFamily="34" charset="-128"/>
              <a:ea typeface="Yu Gothic UI" panose="020B0500000000000000" pitchFamily="34" charset="-128"/>
            </a:endParaRPr>
          </a:p>
        </p:txBody>
      </p:sp>
      <p:sp>
        <p:nvSpPr>
          <p:cNvPr id="95" name="テキスト プレースホルダー 5">
            <a:extLst>
              <a:ext uri="{FF2B5EF4-FFF2-40B4-BE49-F238E27FC236}">
                <a16:creationId xmlns:a16="http://schemas.microsoft.com/office/drawing/2014/main" id="{C71609A1-CB9A-C78A-739A-C0AC0C98F8E6}"/>
              </a:ext>
            </a:extLst>
          </p:cNvPr>
          <p:cNvSpPr txBox="1">
            <a:spLocks/>
          </p:cNvSpPr>
          <p:nvPr/>
        </p:nvSpPr>
        <p:spPr>
          <a:xfrm>
            <a:off x="9333234" y="4539061"/>
            <a:ext cx="1318656" cy="61200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高密度コンピューティング</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有限要素の分析</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分子動力学</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計算化学</a:t>
            </a:r>
            <a:endParaRPr lang="en-US" altLang="ja-JP" sz="1000" dirty="0">
              <a:latin typeface="Yu Gothic UI" panose="020B0500000000000000" pitchFamily="34" charset="-128"/>
              <a:ea typeface="Yu Gothic UI" panose="020B0500000000000000" pitchFamily="34" charset="-128"/>
            </a:endParaRPr>
          </a:p>
        </p:txBody>
      </p:sp>
      <p:sp>
        <p:nvSpPr>
          <p:cNvPr id="96" name="テキスト プレースホルダー 5">
            <a:extLst>
              <a:ext uri="{FF2B5EF4-FFF2-40B4-BE49-F238E27FC236}">
                <a16:creationId xmlns:a16="http://schemas.microsoft.com/office/drawing/2014/main" id="{873027F7-70E5-6655-1E06-E29F317F08FA}"/>
              </a:ext>
            </a:extLst>
          </p:cNvPr>
          <p:cNvSpPr txBox="1">
            <a:spLocks/>
          </p:cNvSpPr>
          <p:nvPr/>
        </p:nvSpPr>
        <p:spPr>
          <a:xfrm>
            <a:off x="10728327" y="4524376"/>
            <a:ext cx="1318656" cy="61200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大規模メモリ容量</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電子設計自動化 </a:t>
            </a:r>
            <a:r>
              <a:rPr lang="en-US" altLang="ja-JP" sz="1000" dirty="0">
                <a:latin typeface="Yu Gothic UI" panose="020B0500000000000000" pitchFamily="34" charset="-128"/>
                <a:ea typeface="Yu Gothic UI" panose="020B0500000000000000" pitchFamily="34" charset="-128"/>
              </a:rPr>
              <a:t>(EDA)</a:t>
            </a:r>
          </a:p>
        </p:txBody>
      </p:sp>
      <p:sp>
        <p:nvSpPr>
          <p:cNvPr id="97" name="monitor">
            <a:extLst>
              <a:ext uri="{FF2B5EF4-FFF2-40B4-BE49-F238E27FC236}">
                <a16:creationId xmlns:a16="http://schemas.microsoft.com/office/drawing/2014/main" id="{9FDAADEC-F036-03C1-EC79-AB9757FE43BA}"/>
              </a:ext>
            </a:extLst>
          </p:cNvPr>
          <p:cNvSpPr>
            <a:spLocks noChangeAspect="1" noEditPoints="1"/>
          </p:cNvSpPr>
          <p:nvPr/>
        </p:nvSpPr>
        <p:spPr bwMode="auto">
          <a:xfrm>
            <a:off x="692801" y="581031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98" name="TextBox 835">
            <a:extLst>
              <a:ext uri="{FF2B5EF4-FFF2-40B4-BE49-F238E27FC236}">
                <a16:creationId xmlns:a16="http://schemas.microsoft.com/office/drawing/2014/main" id="{1038E212-BB06-FFE1-17A2-AD169D861A17}"/>
              </a:ext>
            </a:extLst>
          </p:cNvPr>
          <p:cNvSpPr txBox="1"/>
          <p:nvPr/>
        </p:nvSpPr>
        <p:spPr>
          <a:xfrm>
            <a:off x="816163" y="5905707"/>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NC</a:t>
            </a:r>
          </a:p>
        </p:txBody>
      </p:sp>
      <p:sp>
        <p:nvSpPr>
          <p:cNvPr id="99" name="テキスト プレースホルダー 5">
            <a:extLst>
              <a:ext uri="{FF2B5EF4-FFF2-40B4-BE49-F238E27FC236}">
                <a16:creationId xmlns:a16="http://schemas.microsoft.com/office/drawing/2014/main" id="{E40ACDC0-A5A8-78AE-C384-214BDCF36F48}"/>
              </a:ext>
            </a:extLst>
          </p:cNvPr>
          <p:cNvSpPr txBox="1">
            <a:spLocks/>
          </p:cNvSpPr>
          <p:nvPr/>
        </p:nvSpPr>
        <p:spPr>
          <a:xfrm>
            <a:off x="1506064" y="5810310"/>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コンピューティング集中型</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グラフィックス集中型</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視覚化</a:t>
            </a:r>
            <a:endParaRPr lang="en-US" altLang="ja-JP" sz="1000" dirty="0">
              <a:latin typeface="Yu Gothic UI" panose="020B0500000000000000" pitchFamily="34" charset="-128"/>
              <a:ea typeface="Yu Gothic UI" panose="020B0500000000000000" pitchFamily="34" charset="-128"/>
            </a:endParaRPr>
          </a:p>
        </p:txBody>
      </p:sp>
      <p:sp>
        <p:nvSpPr>
          <p:cNvPr id="100" name="monitor">
            <a:extLst>
              <a:ext uri="{FF2B5EF4-FFF2-40B4-BE49-F238E27FC236}">
                <a16:creationId xmlns:a16="http://schemas.microsoft.com/office/drawing/2014/main" id="{FFA4907E-25BF-D653-98F3-43DCF70695E5}"/>
              </a:ext>
            </a:extLst>
          </p:cNvPr>
          <p:cNvSpPr>
            <a:spLocks noChangeAspect="1" noEditPoints="1"/>
          </p:cNvSpPr>
          <p:nvPr/>
        </p:nvSpPr>
        <p:spPr bwMode="auto">
          <a:xfrm>
            <a:off x="3179748" y="5814852"/>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101" name="TextBox 835">
            <a:extLst>
              <a:ext uri="{FF2B5EF4-FFF2-40B4-BE49-F238E27FC236}">
                <a16:creationId xmlns:a16="http://schemas.microsoft.com/office/drawing/2014/main" id="{230E5613-D200-9544-3F77-2DCDD0335E4B}"/>
              </a:ext>
            </a:extLst>
          </p:cNvPr>
          <p:cNvSpPr txBox="1"/>
          <p:nvPr/>
        </p:nvSpPr>
        <p:spPr>
          <a:xfrm>
            <a:off x="3303110" y="5910249"/>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N</a:t>
            </a: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D</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102" name="テキスト プレースホルダー 5">
            <a:extLst>
              <a:ext uri="{FF2B5EF4-FFF2-40B4-BE49-F238E27FC236}">
                <a16:creationId xmlns:a16="http://schemas.microsoft.com/office/drawing/2014/main" id="{71731C96-131B-7741-2C6D-0989E94D9195}"/>
              </a:ext>
            </a:extLst>
          </p:cNvPr>
          <p:cNvSpPr txBox="1">
            <a:spLocks/>
          </p:cNvSpPr>
          <p:nvPr/>
        </p:nvSpPr>
        <p:spPr>
          <a:xfrm>
            <a:off x="3993011" y="5814852"/>
            <a:ext cx="2023570"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コンピューティング集中型の大規模メモリ</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グラフィックス集中型の大規模メモリ</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大規模メモリの視覚化</a:t>
            </a:r>
            <a:endParaRPr lang="en-US" altLang="ja-JP" sz="1000" dirty="0">
              <a:latin typeface="Yu Gothic UI" panose="020B0500000000000000" pitchFamily="34" charset="-128"/>
              <a:ea typeface="Yu Gothic UI" panose="020B0500000000000000" pitchFamily="34" charset="-128"/>
            </a:endParaRPr>
          </a:p>
        </p:txBody>
      </p:sp>
      <p:sp>
        <p:nvSpPr>
          <p:cNvPr id="103" name="monitor">
            <a:extLst>
              <a:ext uri="{FF2B5EF4-FFF2-40B4-BE49-F238E27FC236}">
                <a16:creationId xmlns:a16="http://schemas.microsoft.com/office/drawing/2014/main" id="{AEA0485F-F0B4-0194-7932-D2AAF054AF67}"/>
              </a:ext>
            </a:extLst>
          </p:cNvPr>
          <p:cNvSpPr>
            <a:spLocks noChangeAspect="1" noEditPoints="1"/>
          </p:cNvSpPr>
          <p:nvPr/>
        </p:nvSpPr>
        <p:spPr bwMode="auto">
          <a:xfrm>
            <a:off x="6333903" y="581031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104" name="TextBox 835">
            <a:extLst>
              <a:ext uri="{FF2B5EF4-FFF2-40B4-BE49-F238E27FC236}">
                <a16:creationId xmlns:a16="http://schemas.microsoft.com/office/drawing/2014/main" id="{31303345-B5E5-C621-FB43-2ECD24B08BB4}"/>
              </a:ext>
            </a:extLst>
          </p:cNvPr>
          <p:cNvSpPr txBox="1"/>
          <p:nvPr/>
        </p:nvSpPr>
        <p:spPr>
          <a:xfrm>
            <a:off x="6457265" y="5905707"/>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N</a:t>
            </a: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G</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105" name="テキスト プレースホルダー 5">
            <a:extLst>
              <a:ext uri="{FF2B5EF4-FFF2-40B4-BE49-F238E27FC236}">
                <a16:creationId xmlns:a16="http://schemas.microsoft.com/office/drawing/2014/main" id="{495F9721-88AF-1160-709C-9944FBFBE0E5}"/>
              </a:ext>
            </a:extLst>
          </p:cNvPr>
          <p:cNvSpPr txBox="1">
            <a:spLocks/>
          </p:cNvSpPr>
          <p:nvPr/>
        </p:nvSpPr>
        <p:spPr>
          <a:xfrm>
            <a:off x="7147166" y="5810310"/>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仮想デスクトップ </a:t>
            </a:r>
            <a:r>
              <a:rPr lang="en-US" altLang="ja-JP" sz="1000" dirty="0">
                <a:latin typeface="Yu Gothic UI" panose="020B0500000000000000" pitchFamily="34" charset="-128"/>
                <a:ea typeface="Yu Gothic UI" panose="020B0500000000000000" pitchFamily="34" charset="-128"/>
              </a:rPr>
              <a:t>(VDI)</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クラウドゲーミング</a:t>
            </a:r>
            <a:endParaRPr lang="en-US" altLang="ja-JP" sz="1000" dirty="0">
              <a:latin typeface="Yu Gothic UI" panose="020B0500000000000000" pitchFamily="34" charset="-128"/>
              <a:ea typeface="Yu Gothic UI" panose="020B0500000000000000" pitchFamily="34" charset="-128"/>
            </a:endParaRPr>
          </a:p>
        </p:txBody>
      </p:sp>
      <p:sp>
        <p:nvSpPr>
          <p:cNvPr id="106" name="monitor">
            <a:extLst>
              <a:ext uri="{FF2B5EF4-FFF2-40B4-BE49-F238E27FC236}">
                <a16:creationId xmlns:a16="http://schemas.microsoft.com/office/drawing/2014/main" id="{26755E4E-7EDD-4677-63C6-80411991EA18}"/>
              </a:ext>
            </a:extLst>
          </p:cNvPr>
          <p:cNvSpPr>
            <a:spLocks noChangeAspect="1" noEditPoints="1"/>
          </p:cNvSpPr>
          <p:nvPr/>
        </p:nvSpPr>
        <p:spPr bwMode="auto">
          <a:xfrm>
            <a:off x="8625301" y="581031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107" name="TextBox 835">
            <a:extLst>
              <a:ext uri="{FF2B5EF4-FFF2-40B4-BE49-F238E27FC236}">
                <a16:creationId xmlns:a16="http://schemas.microsoft.com/office/drawing/2014/main" id="{C4A3D17E-AA9E-4BFA-145A-71A4A13F3D28}"/>
              </a:ext>
            </a:extLst>
          </p:cNvPr>
          <p:cNvSpPr txBox="1"/>
          <p:nvPr/>
        </p:nvSpPr>
        <p:spPr>
          <a:xfrm>
            <a:off x="8748663" y="5905707"/>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N</a:t>
            </a: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V</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108" name="テキスト プレースホルダー 5">
            <a:extLst>
              <a:ext uri="{FF2B5EF4-FFF2-40B4-BE49-F238E27FC236}">
                <a16:creationId xmlns:a16="http://schemas.microsoft.com/office/drawing/2014/main" id="{FFAE2ABF-954D-B0A5-3675-208233F8A29E}"/>
              </a:ext>
            </a:extLst>
          </p:cNvPr>
          <p:cNvSpPr txBox="1">
            <a:spLocks/>
          </p:cNvSpPr>
          <p:nvPr/>
        </p:nvSpPr>
        <p:spPr>
          <a:xfrm>
            <a:off x="9462288" y="5810310"/>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仮想デスクトップ </a:t>
            </a:r>
            <a:r>
              <a:rPr lang="en-US" altLang="ja-JP" sz="1000" dirty="0">
                <a:latin typeface="Yu Gothic UI" panose="020B0500000000000000" pitchFamily="34" charset="-128"/>
                <a:ea typeface="Yu Gothic UI" panose="020B0500000000000000" pitchFamily="34" charset="-128"/>
              </a:rPr>
              <a:t>(VDI)</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単精度のコンピューティング</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ビデオのエンコードとレンダリング</a:t>
            </a:r>
            <a:endParaRPr lang="en-US" altLang="ja-JP" sz="1000" dirty="0">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3763729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E5A2A-C8CF-1A32-BEB5-6C54FFAAACCD}"/>
            </a:ext>
          </a:extLst>
        </p:cNvPr>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FB605E4A-8842-6226-B174-C275DDE4168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err="1">
                <a:solidFill>
                  <a:srgbClr val="1F2937"/>
                </a:solidFill>
                <a:latin typeface="Meiryo UI"/>
                <a:ea typeface="Meiryo UI"/>
                <a:cs typeface="Meiryo UI"/>
              </a:rPr>
              <a:t>汎用</a:t>
            </a:r>
            <a:r>
              <a:rPr lang="en-US" sz="2100" b="1" dirty="0">
                <a:solidFill>
                  <a:srgbClr val="1F2937"/>
                </a:solidFill>
                <a:latin typeface="Meiryo UI"/>
                <a:ea typeface="Meiryo UI"/>
                <a:cs typeface="Meiryo UI"/>
              </a:rPr>
              <a:t> VM SKU </a:t>
            </a:r>
            <a:r>
              <a:rPr lang="en-US" sz="2100" b="1" dirty="0" err="1">
                <a:solidFill>
                  <a:srgbClr val="1F2937"/>
                </a:solidFill>
                <a:latin typeface="Meiryo UI"/>
                <a:ea typeface="Meiryo UI"/>
                <a:cs typeface="Meiryo UI"/>
              </a:rPr>
              <a:t>の選び方</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5E29E20C-C500-B768-319E-F609F8E1F19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1AD95510-3297-DCC5-23BE-5198AB83BD7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0" name="テキスト プレースホルダー 1">
            <a:extLst>
              <a:ext uri="{FF2B5EF4-FFF2-40B4-BE49-F238E27FC236}">
                <a16:creationId xmlns:a16="http://schemas.microsoft.com/office/drawing/2014/main" id="{0A2B2A40-0E11-B700-B31F-D0919A6197A2}"/>
              </a:ext>
            </a:extLst>
          </p:cNvPr>
          <p:cNvSpPr txBox="1">
            <a:spLocks/>
          </p:cNvSpPr>
          <p:nvPr/>
        </p:nvSpPr>
        <p:spPr>
          <a:xfrm>
            <a:off x="717513" y="1346978"/>
            <a:ext cx="4917554" cy="738559"/>
          </a:xfrm>
          <a:prstGeom prst="rect">
            <a:avLst/>
          </a:prstGeom>
        </p:spPr>
        <p:txBody>
          <a:bodyPr/>
          <a:lstStyle>
            <a:lvl1pPr marL="342891" marR="0" indent="-342891"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3600" kern="1200" spc="0" baseline="0">
                <a:gradFill>
                  <a:gsLst>
                    <a:gs pos="1250">
                      <a:schemeClr val="tx1"/>
                    </a:gs>
                    <a:gs pos="100000">
                      <a:schemeClr val="tx1"/>
                    </a:gs>
                  </a:gsLst>
                  <a:lin ang="5400000" scaled="0"/>
                </a:gradFill>
                <a:latin typeface="+mn-lt"/>
                <a:ea typeface="+mn-ea"/>
                <a:cs typeface="+mn-cs"/>
              </a:defRPr>
            </a:lvl1pPr>
            <a:lvl2pPr marL="584183" marR="0" indent="-241292" algn="l" defTabSz="932715" rtl="0" eaLnBrk="1" fontAlgn="auto" latinLnBrk="0" hangingPunct="1">
              <a:lnSpc>
                <a:spcPct val="100000"/>
              </a:lnSpc>
              <a:spcBef>
                <a:spcPts val="600"/>
              </a:spcBef>
              <a:spcAft>
                <a:spcPts val="0"/>
              </a:spcAft>
              <a:buClrTx/>
              <a:buSzPct val="90000"/>
              <a:buFont typeface="Arial" pitchFamily="34" charset="0"/>
              <a:buChar char="•"/>
              <a:tabLst>
                <a:tab pos="1349335" algn="l"/>
              </a:tabLst>
              <a:defRPr kumimoji="1" sz="3200" kern="1200" spc="0" baseline="0">
                <a:gradFill>
                  <a:gsLst>
                    <a:gs pos="1250">
                      <a:schemeClr val="tx1"/>
                    </a:gs>
                    <a:gs pos="100000">
                      <a:schemeClr val="tx1"/>
                    </a:gs>
                  </a:gsLst>
                  <a:lin ang="5400000" scaled="0"/>
                </a:gradFill>
                <a:latin typeface="+mn-lt"/>
                <a:ea typeface="+mn-ea"/>
                <a:cs typeface="+mn-cs"/>
              </a:defRPr>
            </a:lvl2pPr>
            <a:lvl3pPr marL="800077"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800" kern="1200" spc="0" baseline="0">
                <a:gradFill>
                  <a:gsLst>
                    <a:gs pos="1250">
                      <a:schemeClr val="tx1"/>
                    </a:gs>
                    <a:gs pos="100000">
                      <a:schemeClr val="tx1"/>
                    </a:gs>
                  </a:gsLst>
                  <a:lin ang="5400000" scaled="0"/>
                </a:gradFill>
                <a:latin typeface="+mn-lt"/>
                <a:ea typeface="+mn-ea"/>
                <a:cs typeface="+mn-cs"/>
              </a:defRPr>
            </a:lvl3pPr>
            <a:lvl4pPr marL="1028669"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400" kern="1200" spc="0" baseline="0">
                <a:gradFill>
                  <a:gsLst>
                    <a:gs pos="1250">
                      <a:schemeClr val="tx1"/>
                    </a:gs>
                    <a:gs pos="100000">
                      <a:schemeClr val="tx1"/>
                    </a:gs>
                  </a:gsLst>
                  <a:lin ang="5400000" scaled="0"/>
                </a:gradFill>
                <a:latin typeface="+mn-lt"/>
                <a:ea typeface="+mn-ea"/>
                <a:cs typeface="+mn-cs"/>
              </a:defRPr>
            </a:lvl4pPr>
            <a:lvl5pPr marL="1257263"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000" kern="1200" spc="0" baseline="0">
                <a:gradFill>
                  <a:gsLst>
                    <a:gs pos="1250">
                      <a:schemeClr val="tx1"/>
                    </a:gs>
                    <a:gs pos="100000">
                      <a:schemeClr val="tx1"/>
                    </a:gs>
                  </a:gsLst>
                  <a:lin ang="5400000" scaled="0"/>
                </a:gradFill>
                <a:latin typeface="+mn-lt"/>
                <a:ea typeface="+mn-ea"/>
                <a:cs typeface="+mn-cs"/>
              </a:defRPr>
            </a:lvl5pPr>
            <a:lvl6pPr marL="2564963"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323"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679"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038"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Font typeface="Arial" pitchFamily="34" charset="0"/>
              <a:buNone/>
            </a:pPr>
            <a:r>
              <a:rPr lang="en-US" altLang="ja-JP" sz="3529" b="1" dirty="0">
                <a:solidFill>
                  <a:srgbClr val="000000"/>
                </a:solidFill>
                <a:latin typeface="Segoe UI"/>
                <a:ea typeface="Yu Gothic UI"/>
              </a:rPr>
              <a:t>Dv4, v5, v6, v7</a:t>
            </a:r>
            <a:r>
              <a:rPr lang="ja-JP" altLang="en-US" sz="3529" b="1" dirty="0">
                <a:solidFill>
                  <a:srgbClr val="000000"/>
                </a:solidFill>
                <a:latin typeface="Segoe UI"/>
                <a:ea typeface="Yu Gothic UI"/>
              </a:rPr>
              <a:t> </a:t>
            </a:r>
            <a:r>
              <a:rPr lang="ja-JP" altLang="en-US" sz="3136" dirty="0">
                <a:solidFill>
                  <a:srgbClr val="000000"/>
                </a:solidFill>
                <a:latin typeface="Segoe UI"/>
                <a:ea typeface="Yu Gothic UI"/>
              </a:rPr>
              <a:t>シリーズ</a:t>
            </a:r>
          </a:p>
        </p:txBody>
      </p:sp>
      <p:cxnSp>
        <p:nvCxnSpPr>
          <p:cNvPr id="21" name="直線コネクタ 20">
            <a:extLst>
              <a:ext uri="{FF2B5EF4-FFF2-40B4-BE49-F238E27FC236}">
                <a16:creationId xmlns:a16="http://schemas.microsoft.com/office/drawing/2014/main" id="{F0A667A9-AA98-504C-2A24-CA356C518D78}"/>
              </a:ext>
            </a:extLst>
          </p:cNvPr>
          <p:cNvCxnSpPr>
            <a:cxnSpLocks/>
          </p:cNvCxnSpPr>
          <p:nvPr/>
        </p:nvCxnSpPr>
        <p:spPr>
          <a:xfrm flipH="1">
            <a:off x="5954837" y="1189814"/>
            <a:ext cx="1" cy="5485981"/>
          </a:xfrm>
          <a:prstGeom prst="line">
            <a:avLst/>
          </a:prstGeom>
          <a:noFill/>
          <a:ln w="57150" cap="flat" cmpd="sng" algn="ctr">
            <a:solidFill>
              <a:srgbClr val="274B47"/>
            </a:solidFill>
            <a:prstDash val="sysDash"/>
            <a:headEnd type="none"/>
            <a:tailEnd type="none"/>
          </a:ln>
          <a:effectLst/>
        </p:spPr>
      </p:cxnSp>
      <p:cxnSp>
        <p:nvCxnSpPr>
          <p:cNvPr id="22" name="直線コネクタ 21">
            <a:extLst>
              <a:ext uri="{FF2B5EF4-FFF2-40B4-BE49-F238E27FC236}">
                <a16:creationId xmlns:a16="http://schemas.microsoft.com/office/drawing/2014/main" id="{0E371EE9-4C36-0B65-9980-77FEAC803034}"/>
              </a:ext>
            </a:extLst>
          </p:cNvPr>
          <p:cNvCxnSpPr>
            <a:cxnSpLocks/>
          </p:cNvCxnSpPr>
          <p:nvPr/>
        </p:nvCxnSpPr>
        <p:spPr>
          <a:xfrm>
            <a:off x="449404" y="3781912"/>
            <a:ext cx="11401950" cy="0"/>
          </a:xfrm>
          <a:prstGeom prst="line">
            <a:avLst/>
          </a:prstGeom>
          <a:noFill/>
          <a:ln w="57150" cap="flat" cmpd="sng" algn="ctr">
            <a:solidFill>
              <a:srgbClr val="274B47"/>
            </a:solidFill>
            <a:prstDash val="sysDash"/>
            <a:headEnd type="none"/>
            <a:tailEnd type="none"/>
          </a:ln>
          <a:effectLst/>
        </p:spPr>
      </p:cxnSp>
      <p:sp>
        <p:nvSpPr>
          <p:cNvPr id="23" name="テキスト ボックス 22">
            <a:extLst>
              <a:ext uri="{FF2B5EF4-FFF2-40B4-BE49-F238E27FC236}">
                <a16:creationId xmlns:a16="http://schemas.microsoft.com/office/drawing/2014/main" id="{CD402FE8-0123-FA86-BC0C-DFDC407BEDD1}"/>
              </a:ext>
            </a:extLst>
          </p:cNvPr>
          <p:cNvSpPr txBox="1"/>
          <p:nvPr/>
        </p:nvSpPr>
        <p:spPr>
          <a:xfrm>
            <a:off x="1673453" y="1992163"/>
            <a:ext cx="4305529" cy="1606713"/>
          </a:xfrm>
          <a:prstGeom prst="rect">
            <a:avLst/>
          </a:prstGeom>
          <a:noFill/>
        </p:spPr>
        <p:txBody>
          <a:bodyPr wrap="square" lIns="179259" tIns="143407" rIns="179259" bIns="143407" rtlCol="0">
            <a:spAutoFit/>
          </a:bodyPr>
          <a:lstStyle/>
          <a:p>
            <a:pPr defTabSz="914367" rtl="0">
              <a:lnSpc>
                <a:spcPct val="90000"/>
              </a:lnSpc>
              <a:spcAft>
                <a:spcPts val="588"/>
              </a:spcAft>
            </a:pPr>
            <a:r>
              <a:rPr kumimoji="1" lang="ja-JP" altLang="en-US" sz="2745" dirty="0">
                <a:solidFill>
                  <a:srgbClr val="000000"/>
                </a:solidFill>
                <a:latin typeface="Segoe UI"/>
                <a:ea typeface="Yu Gothic UI"/>
              </a:rPr>
              <a:t>汎用ワークロード</a:t>
            </a:r>
            <a:endParaRPr kumimoji="1" lang="en-US" altLang="ja-JP" sz="2745" dirty="0">
              <a:solidFill>
                <a:srgbClr val="000000"/>
              </a:solidFill>
              <a:latin typeface="Segoe UI"/>
              <a:ea typeface="Yu Gothic UI"/>
            </a:endParaRPr>
          </a:p>
          <a:p>
            <a:pPr defTabSz="914367" rtl="0">
              <a:lnSpc>
                <a:spcPct val="90000"/>
              </a:lnSpc>
              <a:spcAft>
                <a:spcPts val="588"/>
              </a:spcAft>
            </a:pPr>
            <a:r>
              <a:rPr kumimoji="1" lang="ja-JP" altLang="en-US" sz="2745" dirty="0">
                <a:solidFill>
                  <a:srgbClr val="000000"/>
                </a:solidFill>
                <a:latin typeface="Segoe UI"/>
                <a:ea typeface="Yu Gothic UI"/>
              </a:rPr>
              <a:t>迷ったら </a:t>
            </a:r>
            <a:r>
              <a:rPr kumimoji="1" lang="en-US" altLang="ja-JP" sz="2745" dirty="0">
                <a:solidFill>
                  <a:srgbClr val="000000"/>
                </a:solidFill>
                <a:latin typeface="Segoe UI"/>
                <a:ea typeface="Yu Gothic UI"/>
              </a:rPr>
              <a:t>D</a:t>
            </a:r>
            <a:r>
              <a:rPr kumimoji="1" lang="ja-JP" altLang="en-US" sz="2745" dirty="0">
                <a:solidFill>
                  <a:srgbClr val="000000"/>
                </a:solidFill>
                <a:latin typeface="Segoe UI"/>
                <a:ea typeface="Yu Gothic UI"/>
              </a:rPr>
              <a:t> 系から</a:t>
            </a:r>
            <a:endParaRPr kumimoji="1" lang="en-US" altLang="ja-JP" sz="2745" dirty="0">
              <a:solidFill>
                <a:srgbClr val="000000"/>
              </a:solidFill>
              <a:latin typeface="Segoe UI"/>
              <a:ea typeface="Yu Gothic UI"/>
            </a:endParaRPr>
          </a:p>
          <a:p>
            <a:pPr defTabSz="914367" rtl="0">
              <a:lnSpc>
                <a:spcPct val="90000"/>
              </a:lnSpc>
              <a:spcAft>
                <a:spcPts val="588"/>
              </a:spcAft>
            </a:pPr>
            <a:endParaRPr kumimoji="1" lang="ja-JP" altLang="en-US" sz="2745" dirty="0">
              <a:solidFill>
                <a:srgbClr val="000000"/>
              </a:solidFill>
              <a:latin typeface="Segoe UI"/>
              <a:ea typeface="Yu Gothic UI"/>
            </a:endParaRPr>
          </a:p>
        </p:txBody>
      </p:sp>
      <p:sp>
        <p:nvSpPr>
          <p:cNvPr id="24" name="テキスト プレースホルダー 1">
            <a:extLst>
              <a:ext uri="{FF2B5EF4-FFF2-40B4-BE49-F238E27FC236}">
                <a16:creationId xmlns:a16="http://schemas.microsoft.com/office/drawing/2014/main" id="{34238AFE-2F6E-F741-FA13-FB94E4E478F5}"/>
              </a:ext>
            </a:extLst>
          </p:cNvPr>
          <p:cNvSpPr txBox="1">
            <a:spLocks/>
          </p:cNvSpPr>
          <p:nvPr/>
        </p:nvSpPr>
        <p:spPr>
          <a:xfrm>
            <a:off x="6731242" y="3884152"/>
            <a:ext cx="5310966" cy="543097"/>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ja-JP" altLang="en-US" sz="2353" b="1" dirty="0">
                <a:solidFill>
                  <a:srgbClr val="008575"/>
                </a:solidFill>
                <a:latin typeface="Segoe UI"/>
                <a:ea typeface="Yu Gothic UI"/>
              </a:rPr>
              <a:t>常時でないリソース利用（バースト可能）</a:t>
            </a:r>
            <a:endParaRPr lang="en-US" altLang="ja-JP" sz="2353" b="1" dirty="0">
              <a:solidFill>
                <a:srgbClr val="008575"/>
              </a:solidFill>
              <a:latin typeface="Segoe UI"/>
              <a:ea typeface="Yu Gothic UI"/>
            </a:endParaRPr>
          </a:p>
        </p:txBody>
      </p:sp>
      <p:cxnSp>
        <p:nvCxnSpPr>
          <p:cNvPr id="25" name="直線矢印コネクタ 24">
            <a:extLst>
              <a:ext uri="{FF2B5EF4-FFF2-40B4-BE49-F238E27FC236}">
                <a16:creationId xmlns:a16="http://schemas.microsoft.com/office/drawing/2014/main" id="{38EA38D1-9664-A9A5-DD10-2E3DF26398B5}"/>
              </a:ext>
            </a:extLst>
          </p:cNvPr>
          <p:cNvCxnSpPr>
            <a:cxnSpLocks/>
          </p:cNvCxnSpPr>
          <p:nvPr/>
        </p:nvCxnSpPr>
        <p:spPr>
          <a:xfrm>
            <a:off x="5150460" y="3141709"/>
            <a:ext cx="1201733" cy="1394834"/>
          </a:xfrm>
          <a:prstGeom prst="straightConnector1">
            <a:avLst/>
          </a:prstGeom>
          <a:noFill/>
          <a:ln w="203200" cap="flat" cmpd="sng" algn="ctr">
            <a:solidFill>
              <a:srgbClr val="008575"/>
            </a:solidFill>
            <a:prstDash val="solid"/>
            <a:headEnd type="none"/>
            <a:tailEnd type="triangle"/>
          </a:ln>
          <a:effectLst/>
        </p:spPr>
      </p:cxnSp>
      <p:sp>
        <p:nvSpPr>
          <p:cNvPr id="26" name="テキスト プレースホルダー 1">
            <a:extLst>
              <a:ext uri="{FF2B5EF4-FFF2-40B4-BE49-F238E27FC236}">
                <a16:creationId xmlns:a16="http://schemas.microsoft.com/office/drawing/2014/main" id="{05B971B7-5115-0BAC-939C-9EC2DEAD87F6}"/>
              </a:ext>
            </a:extLst>
          </p:cNvPr>
          <p:cNvSpPr txBox="1">
            <a:spLocks/>
          </p:cNvSpPr>
          <p:nvPr/>
        </p:nvSpPr>
        <p:spPr>
          <a:xfrm>
            <a:off x="8623458" y="1389982"/>
            <a:ext cx="3443246" cy="784253"/>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en-US" altLang="ja-JP" sz="3920" b="1" dirty="0">
                <a:solidFill>
                  <a:srgbClr val="0078D4"/>
                </a:solidFill>
                <a:latin typeface="Segoe UI"/>
                <a:ea typeface="Yu Gothic UI"/>
              </a:rPr>
              <a:t>Fv6, v7</a:t>
            </a:r>
            <a:r>
              <a:rPr lang="ja-JP" altLang="en-US" sz="3136" b="1" dirty="0">
                <a:solidFill>
                  <a:srgbClr val="0078D4"/>
                </a:solidFill>
                <a:latin typeface="Segoe UI"/>
                <a:ea typeface="Yu Gothic UI"/>
              </a:rPr>
              <a:t>シリーズ</a:t>
            </a:r>
          </a:p>
        </p:txBody>
      </p:sp>
      <p:sp>
        <p:nvSpPr>
          <p:cNvPr id="27" name="テキスト ボックス 26">
            <a:extLst>
              <a:ext uri="{FF2B5EF4-FFF2-40B4-BE49-F238E27FC236}">
                <a16:creationId xmlns:a16="http://schemas.microsoft.com/office/drawing/2014/main" id="{BAE9D48D-9FB6-189E-C475-D921582CD832}"/>
              </a:ext>
            </a:extLst>
          </p:cNvPr>
          <p:cNvSpPr txBox="1"/>
          <p:nvPr/>
        </p:nvSpPr>
        <p:spPr>
          <a:xfrm>
            <a:off x="7011895" y="4825021"/>
            <a:ext cx="3311951" cy="1982386"/>
          </a:xfrm>
          <a:prstGeom prst="rect">
            <a:avLst/>
          </a:prstGeom>
          <a:noFill/>
        </p:spPr>
        <p:txBody>
          <a:bodyPr wrap="square" lIns="179259" tIns="143407" rIns="179259" bIns="143407" rtlCol="0">
            <a:spAutoFit/>
          </a:bodyPr>
          <a:lstStyle/>
          <a:p>
            <a:pPr defTabSz="914367" rtl="0">
              <a:lnSpc>
                <a:spcPct val="90000"/>
              </a:lnSpc>
              <a:spcAft>
                <a:spcPts val="588"/>
              </a:spcAft>
            </a:pPr>
            <a:r>
              <a:rPr lang="en-US" altLang="ja-JP" sz="2000" dirty="0">
                <a:solidFill>
                  <a:srgbClr val="008575"/>
                </a:solidFill>
                <a:latin typeface="Segoe UI"/>
                <a:ea typeface="Yu Gothic UI"/>
              </a:rPr>
              <a:t>Web </a:t>
            </a:r>
            <a:r>
              <a:rPr lang="ja-JP" altLang="en-US" sz="2000" dirty="0">
                <a:solidFill>
                  <a:srgbClr val="008575"/>
                </a:solidFill>
                <a:latin typeface="Segoe UI"/>
                <a:ea typeface="Yu Gothic UI"/>
              </a:rPr>
              <a:t>サーバー、</a:t>
            </a:r>
            <a:endParaRPr lang="en-US" altLang="ja-JP" sz="2000" dirty="0">
              <a:solidFill>
                <a:srgbClr val="008575"/>
              </a:solidFill>
              <a:latin typeface="Segoe UI"/>
              <a:ea typeface="Yu Gothic UI"/>
            </a:endParaRPr>
          </a:p>
          <a:p>
            <a:pPr defTabSz="914367" rtl="0">
              <a:lnSpc>
                <a:spcPct val="90000"/>
              </a:lnSpc>
              <a:spcAft>
                <a:spcPts val="588"/>
              </a:spcAft>
            </a:pPr>
            <a:r>
              <a:rPr lang="en-US" altLang="ja-JP" sz="2000" dirty="0">
                <a:solidFill>
                  <a:srgbClr val="008575"/>
                </a:solidFill>
                <a:latin typeface="Segoe UI"/>
                <a:ea typeface="Yu Gothic UI"/>
              </a:rPr>
              <a:t>PoC</a:t>
            </a:r>
            <a:r>
              <a:rPr lang="ja-JP" altLang="en-US" sz="2000" dirty="0">
                <a:solidFill>
                  <a:srgbClr val="008575"/>
                </a:solidFill>
                <a:latin typeface="Segoe UI"/>
                <a:ea typeface="Yu Gothic UI"/>
              </a:rPr>
              <a:t>、</a:t>
            </a:r>
            <a:endParaRPr lang="en-US" altLang="ja-JP" sz="2000" dirty="0">
              <a:solidFill>
                <a:srgbClr val="008575"/>
              </a:solidFill>
              <a:latin typeface="Segoe UI"/>
              <a:ea typeface="Yu Gothic UI"/>
            </a:endParaRPr>
          </a:p>
          <a:p>
            <a:pPr defTabSz="914367" rtl="0">
              <a:lnSpc>
                <a:spcPct val="90000"/>
              </a:lnSpc>
              <a:spcAft>
                <a:spcPts val="588"/>
              </a:spcAft>
            </a:pPr>
            <a:r>
              <a:rPr lang="ja-JP" altLang="en-US" sz="2000" dirty="0">
                <a:solidFill>
                  <a:srgbClr val="008575"/>
                </a:solidFill>
                <a:latin typeface="Segoe UI"/>
                <a:ea typeface="Yu Gothic UI"/>
              </a:rPr>
              <a:t>小規模なデータベース</a:t>
            </a:r>
            <a:endParaRPr lang="en-US" altLang="ja-JP" sz="2000" dirty="0">
              <a:solidFill>
                <a:srgbClr val="008575"/>
              </a:solidFill>
              <a:latin typeface="Segoe UI"/>
              <a:ea typeface="Yu Gothic UI"/>
            </a:endParaRPr>
          </a:p>
          <a:p>
            <a:pPr defTabSz="914367" rtl="0">
              <a:lnSpc>
                <a:spcPct val="90000"/>
              </a:lnSpc>
              <a:spcAft>
                <a:spcPts val="588"/>
              </a:spcAft>
            </a:pPr>
            <a:r>
              <a:rPr lang="ja-JP" altLang="en-US" sz="2000" dirty="0">
                <a:solidFill>
                  <a:srgbClr val="008575"/>
                </a:solidFill>
                <a:latin typeface="Segoe UI"/>
                <a:ea typeface="Yu Gothic UI"/>
              </a:rPr>
              <a:t>開発ビルド環境</a:t>
            </a:r>
            <a:endParaRPr lang="en-US" altLang="ja-JP" sz="2000" dirty="0">
              <a:solidFill>
                <a:srgbClr val="008575"/>
              </a:solidFill>
              <a:latin typeface="Segoe UI"/>
              <a:ea typeface="Yu Gothic UI"/>
            </a:endParaRPr>
          </a:p>
          <a:p>
            <a:pPr defTabSz="914367" rtl="0">
              <a:lnSpc>
                <a:spcPct val="90000"/>
              </a:lnSpc>
              <a:spcAft>
                <a:spcPts val="588"/>
              </a:spcAft>
            </a:pPr>
            <a:r>
              <a:rPr kumimoji="1" lang="en-US" altLang="ja-JP" sz="2000" dirty="0">
                <a:solidFill>
                  <a:srgbClr val="008575"/>
                </a:solidFill>
                <a:latin typeface="Segoe UI"/>
                <a:ea typeface="Yu Gothic UI"/>
              </a:rPr>
              <a:t>CPU </a:t>
            </a:r>
            <a:r>
              <a:rPr kumimoji="1" lang="ja-JP" altLang="en-US" sz="2000" dirty="0">
                <a:solidFill>
                  <a:srgbClr val="008575"/>
                </a:solidFill>
                <a:latin typeface="Segoe UI"/>
                <a:ea typeface="Yu Gothic UI"/>
              </a:rPr>
              <a:t>使用率に応じて課金</a:t>
            </a:r>
            <a:endParaRPr kumimoji="1" lang="ja-JP" altLang="en-US" sz="2800" dirty="0">
              <a:solidFill>
                <a:srgbClr val="008575"/>
              </a:solidFill>
              <a:latin typeface="Segoe UI"/>
              <a:ea typeface="Yu Gothic UI"/>
            </a:endParaRPr>
          </a:p>
        </p:txBody>
      </p:sp>
      <p:sp>
        <p:nvSpPr>
          <p:cNvPr id="28" name="テキスト プレースホルダー 1">
            <a:extLst>
              <a:ext uri="{FF2B5EF4-FFF2-40B4-BE49-F238E27FC236}">
                <a16:creationId xmlns:a16="http://schemas.microsoft.com/office/drawing/2014/main" id="{B14AC28C-6AD3-31D4-334E-94F80637A52B}"/>
              </a:ext>
            </a:extLst>
          </p:cNvPr>
          <p:cNvSpPr txBox="1">
            <a:spLocks/>
          </p:cNvSpPr>
          <p:nvPr/>
        </p:nvSpPr>
        <p:spPr>
          <a:xfrm>
            <a:off x="6519446" y="4283699"/>
            <a:ext cx="3016022" cy="784253"/>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en-US" altLang="ja-JP" sz="3920" b="1" dirty="0">
                <a:solidFill>
                  <a:srgbClr val="008575"/>
                </a:solidFill>
                <a:latin typeface="Segoe UI"/>
                <a:ea typeface="Yu Gothic UI"/>
              </a:rPr>
              <a:t>Bv2</a:t>
            </a:r>
            <a:r>
              <a:rPr lang="ja-JP" altLang="en-US" sz="3920" b="1" dirty="0">
                <a:solidFill>
                  <a:srgbClr val="008575"/>
                </a:solidFill>
                <a:latin typeface="Segoe UI"/>
                <a:ea typeface="Yu Gothic UI"/>
              </a:rPr>
              <a:t> </a:t>
            </a:r>
            <a:r>
              <a:rPr lang="ja-JP" altLang="en-US" sz="3136" b="1" dirty="0">
                <a:solidFill>
                  <a:srgbClr val="008575"/>
                </a:solidFill>
                <a:latin typeface="Segoe UI"/>
                <a:ea typeface="Yu Gothic UI"/>
              </a:rPr>
              <a:t>シリーズ</a:t>
            </a:r>
          </a:p>
        </p:txBody>
      </p:sp>
      <p:cxnSp>
        <p:nvCxnSpPr>
          <p:cNvPr id="29" name="直線矢印コネクタ 28">
            <a:extLst>
              <a:ext uri="{FF2B5EF4-FFF2-40B4-BE49-F238E27FC236}">
                <a16:creationId xmlns:a16="http://schemas.microsoft.com/office/drawing/2014/main" id="{CE08C4C6-0204-4208-214F-55524670BD29}"/>
              </a:ext>
            </a:extLst>
          </p:cNvPr>
          <p:cNvCxnSpPr>
            <a:cxnSpLocks/>
          </p:cNvCxnSpPr>
          <p:nvPr/>
        </p:nvCxnSpPr>
        <p:spPr>
          <a:xfrm flipV="1">
            <a:off x="5315297" y="2456885"/>
            <a:ext cx="2051188" cy="1"/>
          </a:xfrm>
          <a:prstGeom prst="straightConnector1">
            <a:avLst/>
          </a:prstGeom>
          <a:noFill/>
          <a:ln w="203200" cap="flat" cmpd="sng" algn="ctr">
            <a:solidFill>
              <a:srgbClr val="0078D4"/>
            </a:solidFill>
            <a:prstDash val="solid"/>
            <a:headEnd type="none"/>
            <a:tailEnd type="triangle"/>
          </a:ln>
          <a:effectLst/>
        </p:spPr>
      </p:cxnSp>
      <p:sp>
        <p:nvSpPr>
          <p:cNvPr id="30" name="テキスト プレースホルダー 1">
            <a:extLst>
              <a:ext uri="{FF2B5EF4-FFF2-40B4-BE49-F238E27FC236}">
                <a16:creationId xmlns:a16="http://schemas.microsoft.com/office/drawing/2014/main" id="{E2E4491F-04EC-664E-C0D9-02E47168625B}"/>
              </a:ext>
            </a:extLst>
          </p:cNvPr>
          <p:cNvSpPr txBox="1">
            <a:spLocks/>
          </p:cNvSpPr>
          <p:nvPr/>
        </p:nvSpPr>
        <p:spPr>
          <a:xfrm>
            <a:off x="62966" y="4283699"/>
            <a:ext cx="5816940" cy="1343765"/>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gn="ctr"/>
            <a:r>
              <a:rPr lang="en-US" altLang="ja-JP" sz="3920" b="1" dirty="0">
                <a:solidFill>
                  <a:srgbClr val="0078D4"/>
                </a:solidFill>
                <a:latin typeface="Segoe UI"/>
                <a:ea typeface="Yu Gothic UI"/>
              </a:rPr>
              <a:t>Ev4, v5, v6, v7</a:t>
            </a:r>
          </a:p>
          <a:p>
            <a:pPr algn="ctr"/>
            <a:r>
              <a:rPr lang="ja-JP" altLang="en-US" sz="3136" b="1" dirty="0">
                <a:solidFill>
                  <a:srgbClr val="0078D4"/>
                </a:solidFill>
                <a:latin typeface="Segoe UI"/>
                <a:ea typeface="Yu Gothic UI"/>
              </a:rPr>
              <a:t>シリーズ</a:t>
            </a:r>
          </a:p>
        </p:txBody>
      </p:sp>
      <p:cxnSp>
        <p:nvCxnSpPr>
          <p:cNvPr id="31" name="直線矢印コネクタ 30">
            <a:extLst>
              <a:ext uri="{FF2B5EF4-FFF2-40B4-BE49-F238E27FC236}">
                <a16:creationId xmlns:a16="http://schemas.microsoft.com/office/drawing/2014/main" id="{9AEDC854-733D-363F-FC3B-98A8C17A3234}"/>
              </a:ext>
            </a:extLst>
          </p:cNvPr>
          <p:cNvCxnSpPr>
            <a:cxnSpLocks/>
          </p:cNvCxnSpPr>
          <p:nvPr/>
        </p:nvCxnSpPr>
        <p:spPr>
          <a:xfrm flipH="1">
            <a:off x="2766207" y="3154189"/>
            <a:ext cx="2" cy="1273006"/>
          </a:xfrm>
          <a:prstGeom prst="straightConnector1">
            <a:avLst/>
          </a:prstGeom>
          <a:noFill/>
          <a:ln w="203200" cap="flat" cmpd="sng" algn="ctr">
            <a:solidFill>
              <a:srgbClr val="0078D4"/>
            </a:solidFill>
            <a:prstDash val="solid"/>
            <a:headEnd type="none"/>
            <a:tailEnd type="triangle"/>
          </a:ln>
          <a:effectLst/>
        </p:spPr>
      </p:cxnSp>
      <p:sp>
        <p:nvSpPr>
          <p:cNvPr id="32" name="テキスト プレースホルダー 1">
            <a:extLst>
              <a:ext uri="{FF2B5EF4-FFF2-40B4-BE49-F238E27FC236}">
                <a16:creationId xmlns:a16="http://schemas.microsoft.com/office/drawing/2014/main" id="{1D942132-629E-99C5-726B-AE591A35FC45}"/>
              </a:ext>
            </a:extLst>
          </p:cNvPr>
          <p:cNvSpPr txBox="1">
            <a:spLocks/>
          </p:cNvSpPr>
          <p:nvPr/>
        </p:nvSpPr>
        <p:spPr>
          <a:xfrm>
            <a:off x="256591" y="3820281"/>
            <a:ext cx="2964462" cy="550289"/>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ja-JP" altLang="en-US" sz="2353" b="1" dirty="0">
                <a:solidFill>
                  <a:srgbClr val="0078D4"/>
                </a:solidFill>
                <a:latin typeface="Segoe UI"/>
                <a:ea typeface="Yu Gothic UI"/>
              </a:rPr>
              <a:t>よりメモリが必要</a:t>
            </a:r>
          </a:p>
        </p:txBody>
      </p:sp>
      <p:sp>
        <p:nvSpPr>
          <p:cNvPr id="33" name="テキスト ボックス 32">
            <a:extLst>
              <a:ext uri="{FF2B5EF4-FFF2-40B4-BE49-F238E27FC236}">
                <a16:creationId xmlns:a16="http://schemas.microsoft.com/office/drawing/2014/main" id="{884976D0-9871-481C-6AB5-1E046800EC8A}"/>
              </a:ext>
            </a:extLst>
          </p:cNvPr>
          <p:cNvSpPr txBox="1"/>
          <p:nvPr/>
        </p:nvSpPr>
        <p:spPr>
          <a:xfrm>
            <a:off x="842642" y="5532907"/>
            <a:ext cx="4667295" cy="566614"/>
          </a:xfrm>
          <a:prstGeom prst="rect">
            <a:avLst/>
          </a:prstGeom>
          <a:noFill/>
        </p:spPr>
        <p:txBody>
          <a:bodyPr wrap="square" lIns="179259" tIns="143407" rIns="179259" bIns="143407" rtlCol="0">
            <a:spAutoFit/>
          </a:bodyPr>
          <a:lstStyle/>
          <a:p>
            <a:pPr defTabSz="914367" rtl="0">
              <a:lnSpc>
                <a:spcPct val="90000"/>
              </a:lnSpc>
              <a:spcAft>
                <a:spcPts val="588"/>
              </a:spcAft>
            </a:pPr>
            <a:r>
              <a:rPr kumimoji="1" lang="ja-JP" altLang="en-US" sz="2000" dirty="0">
                <a:solidFill>
                  <a:srgbClr val="0078D4"/>
                </a:solidFill>
                <a:latin typeface="Segoe UI"/>
                <a:ea typeface="Yu Gothic UI"/>
              </a:rPr>
              <a:t>汎用的でメモリを多く使うワークロード向け</a:t>
            </a:r>
            <a:endParaRPr kumimoji="1" lang="en-US" altLang="ja-JP" sz="2000" dirty="0">
              <a:solidFill>
                <a:srgbClr val="0078D4"/>
              </a:solidFill>
              <a:latin typeface="Segoe UI"/>
              <a:ea typeface="Yu Gothic UI"/>
            </a:endParaRPr>
          </a:p>
        </p:txBody>
      </p:sp>
      <p:sp>
        <p:nvSpPr>
          <p:cNvPr id="34" name="テキスト プレースホルダー 1">
            <a:extLst>
              <a:ext uri="{FF2B5EF4-FFF2-40B4-BE49-F238E27FC236}">
                <a16:creationId xmlns:a16="http://schemas.microsoft.com/office/drawing/2014/main" id="{58B0C59D-38D2-7557-14D1-E26D83D19976}"/>
              </a:ext>
            </a:extLst>
          </p:cNvPr>
          <p:cNvSpPr txBox="1">
            <a:spLocks/>
          </p:cNvSpPr>
          <p:nvPr/>
        </p:nvSpPr>
        <p:spPr>
          <a:xfrm>
            <a:off x="8667871" y="2054192"/>
            <a:ext cx="3374337" cy="1258229"/>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en-US" altLang="ja-JP" sz="2000" dirty="0">
                <a:solidFill>
                  <a:srgbClr val="0078D4"/>
                </a:solidFill>
                <a:latin typeface="Segoe UI"/>
                <a:ea typeface="Yu Gothic UI"/>
              </a:rPr>
              <a:t>Web</a:t>
            </a:r>
            <a:r>
              <a:rPr lang="ja-JP" altLang="en-US" sz="2000" dirty="0">
                <a:solidFill>
                  <a:srgbClr val="0078D4"/>
                </a:solidFill>
                <a:latin typeface="Segoe UI"/>
                <a:ea typeface="Yu Gothic UI"/>
              </a:rPr>
              <a:t>・アプリケーションサーバー、</a:t>
            </a:r>
            <a:endParaRPr lang="en-US" altLang="ja-JP" sz="2000" dirty="0">
              <a:solidFill>
                <a:srgbClr val="0078D4"/>
              </a:solidFill>
              <a:latin typeface="Segoe UI"/>
              <a:ea typeface="Yu Gothic UI"/>
            </a:endParaRPr>
          </a:p>
          <a:p>
            <a:r>
              <a:rPr lang="ja-JP" altLang="en-US" sz="2000" dirty="0">
                <a:solidFill>
                  <a:srgbClr val="0078D4"/>
                </a:solidFill>
                <a:latin typeface="Segoe UI"/>
                <a:ea typeface="Yu Gothic UI"/>
              </a:rPr>
              <a:t>ネットワーク アプライアンス、</a:t>
            </a:r>
            <a:endParaRPr lang="en-US" altLang="ja-JP" sz="2000" dirty="0">
              <a:solidFill>
                <a:srgbClr val="0078D4"/>
              </a:solidFill>
              <a:latin typeface="Segoe UI"/>
              <a:ea typeface="Yu Gothic UI"/>
            </a:endParaRPr>
          </a:p>
          <a:p>
            <a:r>
              <a:rPr lang="ja-JP" altLang="en-US" sz="2000" dirty="0">
                <a:solidFill>
                  <a:srgbClr val="0078D4"/>
                </a:solidFill>
                <a:latin typeface="Segoe UI"/>
                <a:ea typeface="Yu Gothic UI"/>
              </a:rPr>
              <a:t>バッチ処理</a:t>
            </a:r>
          </a:p>
        </p:txBody>
      </p:sp>
      <p:sp>
        <p:nvSpPr>
          <p:cNvPr id="35" name="テキスト プレースホルダー 1">
            <a:extLst>
              <a:ext uri="{FF2B5EF4-FFF2-40B4-BE49-F238E27FC236}">
                <a16:creationId xmlns:a16="http://schemas.microsoft.com/office/drawing/2014/main" id="{0E5B53B6-C048-1F82-1E88-15FC15DC255A}"/>
              </a:ext>
            </a:extLst>
          </p:cNvPr>
          <p:cNvSpPr txBox="1">
            <a:spLocks/>
          </p:cNvSpPr>
          <p:nvPr/>
        </p:nvSpPr>
        <p:spPr>
          <a:xfrm>
            <a:off x="5997057" y="1202330"/>
            <a:ext cx="2964462" cy="996502"/>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en-US" altLang="ja-JP" sz="2353" b="1" dirty="0">
                <a:solidFill>
                  <a:srgbClr val="0078D4"/>
                </a:solidFill>
                <a:latin typeface="Segoe UI"/>
                <a:ea typeface="Yu Gothic UI"/>
              </a:rPr>
              <a:t>CPU</a:t>
            </a:r>
            <a:r>
              <a:rPr lang="ja-JP" altLang="en-US" sz="2353" b="1" dirty="0">
                <a:solidFill>
                  <a:srgbClr val="0078D4"/>
                </a:solidFill>
                <a:latin typeface="Segoe UI"/>
                <a:ea typeface="Yu Gothic UI"/>
              </a:rPr>
              <a:t> </a:t>
            </a:r>
            <a:r>
              <a:rPr lang="en-US" altLang="ja-JP" sz="2353" b="1" dirty="0">
                <a:solidFill>
                  <a:srgbClr val="0078D4"/>
                </a:solidFill>
                <a:latin typeface="Segoe UI"/>
                <a:ea typeface="Yu Gothic UI"/>
              </a:rPr>
              <a:t>/</a:t>
            </a:r>
            <a:r>
              <a:rPr lang="ja-JP" altLang="en-US" sz="2353" b="1" dirty="0">
                <a:solidFill>
                  <a:srgbClr val="0078D4"/>
                </a:solidFill>
                <a:latin typeface="Segoe UI"/>
                <a:ea typeface="Yu Gothic UI"/>
              </a:rPr>
              <a:t> メモリ比</a:t>
            </a:r>
            <a:r>
              <a:rPr lang="en-US" altLang="ja-JP" sz="2353" b="1" dirty="0">
                <a:solidFill>
                  <a:srgbClr val="0078D4"/>
                </a:solidFill>
                <a:latin typeface="Segoe UI"/>
                <a:ea typeface="Yu Gothic UI"/>
              </a:rPr>
              <a:t>:</a:t>
            </a:r>
            <a:r>
              <a:rPr lang="ja-JP" altLang="en-US" sz="2353" b="1" dirty="0">
                <a:solidFill>
                  <a:srgbClr val="0078D4"/>
                </a:solidFill>
                <a:latin typeface="Segoe UI"/>
                <a:ea typeface="Yu Gothic UI"/>
              </a:rPr>
              <a:t>高</a:t>
            </a:r>
            <a:endParaRPr lang="en-US" altLang="ja-JP" sz="2353" b="1" dirty="0">
              <a:solidFill>
                <a:srgbClr val="0078D4"/>
              </a:solidFill>
              <a:latin typeface="Segoe UI"/>
              <a:ea typeface="Yu Gothic UI"/>
            </a:endParaRPr>
          </a:p>
          <a:p>
            <a:r>
              <a:rPr lang="en-US" altLang="ja-JP" sz="2353" b="1" dirty="0">
                <a:solidFill>
                  <a:srgbClr val="0078D4"/>
                </a:solidFill>
                <a:latin typeface="Segoe UI"/>
                <a:ea typeface="Yu Gothic UI"/>
              </a:rPr>
              <a:t>CPU</a:t>
            </a:r>
            <a:r>
              <a:rPr lang="ja-JP" altLang="en-US" sz="2353" b="1" dirty="0">
                <a:solidFill>
                  <a:srgbClr val="0078D4"/>
                </a:solidFill>
                <a:latin typeface="Segoe UI"/>
                <a:ea typeface="Yu Gothic UI"/>
              </a:rPr>
              <a:t> 性能</a:t>
            </a:r>
            <a:r>
              <a:rPr lang="en-US" altLang="ja-JP" sz="2353" b="1" dirty="0">
                <a:solidFill>
                  <a:srgbClr val="0078D4"/>
                </a:solidFill>
                <a:latin typeface="Segoe UI"/>
                <a:ea typeface="Yu Gothic UI"/>
              </a:rPr>
              <a:t>:</a:t>
            </a:r>
            <a:r>
              <a:rPr lang="ja-JP" altLang="en-US" sz="2353" b="1" dirty="0">
                <a:solidFill>
                  <a:srgbClr val="0078D4"/>
                </a:solidFill>
                <a:latin typeface="Segoe UI"/>
                <a:ea typeface="Yu Gothic UI"/>
              </a:rPr>
              <a:t>高</a:t>
            </a:r>
          </a:p>
        </p:txBody>
      </p:sp>
    </p:spTree>
    <p:extLst>
      <p:ext uri="{BB962C8B-B14F-4D97-AF65-F5344CB8AC3E}">
        <p14:creationId xmlns:p14="http://schemas.microsoft.com/office/powerpoint/2010/main" val="3032166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D3C41-36B0-C309-E646-94CD91DC5506}"/>
            </a:ext>
          </a:extLst>
        </p:cNvPr>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E1C8078C-4FEB-BE77-6E62-C4E8726872DB}"/>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a:solidFill>
                  <a:srgbClr val="1F2937"/>
                </a:solidFill>
                <a:latin typeface="Meiryo UI"/>
                <a:ea typeface="Meiryo UI"/>
                <a:cs typeface="Meiryo UI"/>
              </a:rPr>
              <a:t>VM SKU </a:t>
            </a:r>
            <a:r>
              <a:rPr lang="en-US" sz="2100" b="1" dirty="0" err="1">
                <a:solidFill>
                  <a:srgbClr val="1F2937"/>
                </a:solidFill>
                <a:latin typeface="Meiryo UI"/>
                <a:ea typeface="Meiryo UI"/>
                <a:cs typeface="Meiryo UI"/>
              </a:rPr>
              <a:t>の名前の見方</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EC6FEA5B-C99A-87F8-0968-5098B4C4B97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7973C8D8-F2AF-B7BB-AB36-F19ADAE14B4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pic>
        <p:nvPicPr>
          <p:cNvPr id="3" name="図 2">
            <a:extLst>
              <a:ext uri="{FF2B5EF4-FFF2-40B4-BE49-F238E27FC236}">
                <a16:creationId xmlns:a16="http://schemas.microsoft.com/office/drawing/2014/main" id="{14B6EC5F-35A5-443F-C865-111C1851CF56}"/>
              </a:ext>
            </a:extLst>
          </p:cNvPr>
          <p:cNvPicPr>
            <a:picLocks noChangeAspect="1"/>
          </p:cNvPicPr>
          <p:nvPr/>
        </p:nvPicPr>
        <p:blipFill>
          <a:blip r:embed="rId3"/>
          <a:stretch>
            <a:fillRect/>
          </a:stretch>
        </p:blipFill>
        <p:spPr>
          <a:xfrm>
            <a:off x="588263" y="1400175"/>
            <a:ext cx="1738796" cy="5000625"/>
          </a:xfrm>
          <a:prstGeom prst="rect">
            <a:avLst/>
          </a:prstGeom>
          <a:ln>
            <a:solidFill>
              <a:schemeClr val="bg1">
                <a:lumMod val="50000"/>
              </a:schemeClr>
            </a:solidFill>
          </a:ln>
        </p:spPr>
      </p:pic>
      <p:pic>
        <p:nvPicPr>
          <p:cNvPr id="5" name="図 4">
            <a:extLst>
              <a:ext uri="{FF2B5EF4-FFF2-40B4-BE49-F238E27FC236}">
                <a16:creationId xmlns:a16="http://schemas.microsoft.com/office/drawing/2014/main" id="{63630955-2F6D-E1E8-26CE-8FA880691142}"/>
              </a:ext>
            </a:extLst>
          </p:cNvPr>
          <p:cNvPicPr>
            <a:picLocks noChangeAspect="1"/>
          </p:cNvPicPr>
          <p:nvPr/>
        </p:nvPicPr>
        <p:blipFill>
          <a:blip r:embed="rId4"/>
          <a:stretch>
            <a:fillRect/>
          </a:stretch>
        </p:blipFill>
        <p:spPr>
          <a:xfrm>
            <a:off x="3223632" y="1619056"/>
            <a:ext cx="6387093" cy="2136347"/>
          </a:xfrm>
          <a:prstGeom prst="rect">
            <a:avLst/>
          </a:prstGeom>
        </p:spPr>
      </p:pic>
      <p:sp>
        <p:nvSpPr>
          <p:cNvPr id="6" name="テキスト プレースホルダー 1">
            <a:extLst>
              <a:ext uri="{FF2B5EF4-FFF2-40B4-BE49-F238E27FC236}">
                <a16:creationId xmlns:a16="http://schemas.microsoft.com/office/drawing/2014/main" id="{3BAC0646-23EC-F03A-D2F3-B7CDA4ED53A9}"/>
              </a:ext>
            </a:extLst>
          </p:cNvPr>
          <p:cNvSpPr txBox="1">
            <a:spLocks/>
          </p:cNvSpPr>
          <p:nvPr/>
        </p:nvSpPr>
        <p:spPr>
          <a:xfrm>
            <a:off x="2733675" y="1221201"/>
            <a:ext cx="4806392" cy="836199"/>
          </a:xfrm>
          <a:prstGeom prst="rect">
            <a:avLst/>
          </a:prstGeom>
        </p:spPr>
        <p:txBody>
          <a:bodyPr/>
          <a:lstStyle>
            <a:lvl1pPr marL="342891" marR="0" indent="-342891"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3600" kern="1200" spc="0" baseline="0">
                <a:gradFill>
                  <a:gsLst>
                    <a:gs pos="1250">
                      <a:schemeClr val="tx1"/>
                    </a:gs>
                    <a:gs pos="100000">
                      <a:schemeClr val="tx1"/>
                    </a:gs>
                  </a:gsLst>
                  <a:lin ang="5400000" scaled="0"/>
                </a:gradFill>
                <a:latin typeface="+mn-lt"/>
                <a:ea typeface="+mn-ea"/>
                <a:cs typeface="+mn-cs"/>
              </a:defRPr>
            </a:lvl1pPr>
            <a:lvl2pPr marL="584183" marR="0" indent="-241292" algn="l" defTabSz="932715" rtl="0" eaLnBrk="1" fontAlgn="auto" latinLnBrk="0" hangingPunct="1">
              <a:lnSpc>
                <a:spcPct val="100000"/>
              </a:lnSpc>
              <a:spcBef>
                <a:spcPts val="600"/>
              </a:spcBef>
              <a:spcAft>
                <a:spcPts val="0"/>
              </a:spcAft>
              <a:buClrTx/>
              <a:buSzPct val="90000"/>
              <a:buFont typeface="Arial" pitchFamily="34" charset="0"/>
              <a:buChar char="•"/>
              <a:tabLst>
                <a:tab pos="1349335" algn="l"/>
              </a:tabLst>
              <a:defRPr kumimoji="1" sz="3200" kern="1200" spc="0" baseline="0">
                <a:gradFill>
                  <a:gsLst>
                    <a:gs pos="1250">
                      <a:schemeClr val="tx1"/>
                    </a:gs>
                    <a:gs pos="100000">
                      <a:schemeClr val="tx1"/>
                    </a:gs>
                  </a:gsLst>
                  <a:lin ang="5400000" scaled="0"/>
                </a:gradFill>
                <a:latin typeface="+mn-lt"/>
                <a:ea typeface="+mn-ea"/>
                <a:cs typeface="+mn-cs"/>
              </a:defRPr>
            </a:lvl2pPr>
            <a:lvl3pPr marL="800077"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800" kern="1200" spc="0" baseline="0">
                <a:gradFill>
                  <a:gsLst>
                    <a:gs pos="1250">
                      <a:schemeClr val="tx1"/>
                    </a:gs>
                    <a:gs pos="100000">
                      <a:schemeClr val="tx1"/>
                    </a:gs>
                  </a:gsLst>
                  <a:lin ang="5400000" scaled="0"/>
                </a:gradFill>
                <a:latin typeface="+mn-lt"/>
                <a:ea typeface="+mn-ea"/>
                <a:cs typeface="+mn-cs"/>
              </a:defRPr>
            </a:lvl3pPr>
            <a:lvl4pPr marL="1028669"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400" kern="1200" spc="0" baseline="0">
                <a:gradFill>
                  <a:gsLst>
                    <a:gs pos="1250">
                      <a:schemeClr val="tx1"/>
                    </a:gs>
                    <a:gs pos="100000">
                      <a:schemeClr val="tx1"/>
                    </a:gs>
                  </a:gsLst>
                  <a:lin ang="5400000" scaled="0"/>
                </a:gradFill>
                <a:latin typeface="+mn-lt"/>
                <a:ea typeface="+mn-ea"/>
                <a:cs typeface="+mn-cs"/>
              </a:defRPr>
            </a:lvl4pPr>
            <a:lvl5pPr marL="1257263"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000" kern="1200" spc="0" baseline="0">
                <a:gradFill>
                  <a:gsLst>
                    <a:gs pos="1250">
                      <a:schemeClr val="tx1"/>
                    </a:gs>
                    <a:gs pos="100000">
                      <a:schemeClr val="tx1"/>
                    </a:gs>
                  </a:gsLst>
                  <a:lin ang="5400000" scaled="0"/>
                </a:gradFill>
                <a:latin typeface="+mn-lt"/>
                <a:ea typeface="+mn-ea"/>
                <a:cs typeface="+mn-cs"/>
              </a:defRPr>
            </a:lvl5pPr>
            <a:lvl6pPr marL="2564963"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323"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679"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038"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r>
              <a:rPr lang="ja-JP" altLang="en-US" sz="2000" b="1" dirty="0">
                <a:solidFill>
                  <a:schemeClr val="tx1"/>
                </a:solidFill>
              </a:rPr>
              <a:t>名前構造の分解</a:t>
            </a:r>
            <a:endParaRPr lang="ja-JP" altLang="en-US" sz="1800" dirty="0">
              <a:solidFill>
                <a:schemeClr val="tx1"/>
              </a:solidFill>
            </a:endParaRPr>
          </a:p>
        </p:txBody>
      </p:sp>
      <p:sp>
        <p:nvSpPr>
          <p:cNvPr id="7" name="テキスト ボックス 6">
            <a:extLst>
              <a:ext uri="{FF2B5EF4-FFF2-40B4-BE49-F238E27FC236}">
                <a16:creationId xmlns:a16="http://schemas.microsoft.com/office/drawing/2014/main" id="{C7E9D4E3-93F9-E944-E9F8-F4DFCC6CDBC2}"/>
              </a:ext>
            </a:extLst>
          </p:cNvPr>
          <p:cNvSpPr txBox="1"/>
          <p:nvPr/>
        </p:nvSpPr>
        <p:spPr>
          <a:xfrm>
            <a:off x="2327059" y="3825987"/>
            <a:ext cx="4305529" cy="1023727"/>
          </a:xfrm>
          <a:prstGeom prst="rect">
            <a:avLst/>
          </a:prstGeom>
          <a:noFill/>
        </p:spPr>
        <p:txBody>
          <a:bodyPr wrap="square" lIns="179259" tIns="143407" rIns="179259" bIns="143407" rtlCol="0">
            <a:spAutoFit/>
          </a:bodyPr>
          <a:lstStyle/>
          <a:p>
            <a:pPr>
              <a:lnSpc>
                <a:spcPct val="90000"/>
              </a:lnSpc>
              <a:spcAft>
                <a:spcPts val="588"/>
              </a:spcAft>
            </a:pPr>
            <a:endParaRPr kumimoji="1" lang="en-US" altLang="ja-JP" sz="2000" b="1" dirty="0">
              <a:solidFill>
                <a:schemeClr val="accent1"/>
              </a:solidFill>
              <a:latin typeface="Yu Gothic UI" panose="020B0500000000000000" pitchFamily="34" charset="-128"/>
              <a:ea typeface="Yu Gothic UI" panose="020B0500000000000000" pitchFamily="34" charset="-128"/>
            </a:endParaRPr>
          </a:p>
          <a:p>
            <a:pPr>
              <a:lnSpc>
                <a:spcPct val="90000"/>
              </a:lnSpc>
              <a:spcAft>
                <a:spcPts val="588"/>
              </a:spcAft>
            </a:pPr>
            <a:endParaRPr kumimoji="1" lang="ja-JP" altLang="en-US" sz="2745" dirty="0">
              <a:latin typeface="Yu Gothic UI" panose="020B0500000000000000" pitchFamily="34" charset="-128"/>
              <a:ea typeface="Yu Gothic UI" panose="020B0500000000000000" pitchFamily="34" charset="-128"/>
            </a:endParaRPr>
          </a:p>
        </p:txBody>
      </p:sp>
      <p:graphicFrame>
        <p:nvGraphicFramePr>
          <p:cNvPr id="8" name="表 7">
            <a:extLst>
              <a:ext uri="{FF2B5EF4-FFF2-40B4-BE49-F238E27FC236}">
                <a16:creationId xmlns:a16="http://schemas.microsoft.com/office/drawing/2014/main" id="{535007FF-43E9-C600-994D-C7292BD7BAB4}"/>
              </a:ext>
            </a:extLst>
          </p:cNvPr>
          <p:cNvGraphicFramePr>
            <a:graphicFrameLocks noGrp="1"/>
          </p:cNvGraphicFramePr>
          <p:nvPr>
            <p:extLst>
              <p:ext uri="{D42A27DB-BD31-4B8C-83A1-F6EECF244321}">
                <p14:modId xmlns:p14="http://schemas.microsoft.com/office/powerpoint/2010/main" val="1617692400"/>
              </p:ext>
            </p:extLst>
          </p:nvPr>
        </p:nvGraphicFramePr>
        <p:xfrm>
          <a:off x="2476499" y="3755403"/>
          <a:ext cx="8991600" cy="2392680"/>
        </p:xfrm>
        <a:graphic>
          <a:graphicData uri="http://schemas.openxmlformats.org/drawingml/2006/table">
            <a:tbl>
              <a:tblPr firstRow="1" bandRow="1">
                <a:tableStyleId>{5C22544A-7EE6-4342-B048-85BDC9FD1C3A}</a:tableStyleId>
              </a:tblPr>
              <a:tblGrid>
                <a:gridCol w="2381250">
                  <a:extLst>
                    <a:ext uri="{9D8B030D-6E8A-4147-A177-3AD203B41FA5}">
                      <a16:colId xmlns:a16="http://schemas.microsoft.com/office/drawing/2014/main" val="651723369"/>
                    </a:ext>
                  </a:extLst>
                </a:gridCol>
                <a:gridCol w="2771775">
                  <a:extLst>
                    <a:ext uri="{9D8B030D-6E8A-4147-A177-3AD203B41FA5}">
                      <a16:colId xmlns:a16="http://schemas.microsoft.com/office/drawing/2014/main" val="429563747"/>
                    </a:ext>
                  </a:extLst>
                </a:gridCol>
                <a:gridCol w="3838575">
                  <a:extLst>
                    <a:ext uri="{9D8B030D-6E8A-4147-A177-3AD203B41FA5}">
                      <a16:colId xmlns:a16="http://schemas.microsoft.com/office/drawing/2014/main" val="2501494040"/>
                    </a:ext>
                  </a:extLst>
                </a:gridCol>
              </a:tblGrid>
              <a:tr h="359397">
                <a:tc>
                  <a:txBody>
                    <a:bodyPr/>
                    <a:lstStyle/>
                    <a:p>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Family</a:t>
                      </a:r>
                      <a:endParaRPr kumimoji="1" lang="ja-JP" altLang="en-US" b="0" dirty="0">
                        <a:solidFill>
                          <a:schemeClr val="accent1">
                            <a:lumMod val="75000"/>
                          </a:schemeClr>
                        </a:solidFill>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Feature 1 ( CPU Info)</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Feature 3 ( Premium Storage)</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077003433"/>
                  </a:ext>
                </a:extLst>
              </a:tr>
              <a:tr h="669912">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ja-JP" altLang="en-US" sz="1400" dirty="0">
                          <a:latin typeface="Yu Gothic UI" panose="020B0500000000000000" pitchFamily="34" charset="-128"/>
                          <a:ea typeface="Yu Gothic UI" panose="020B0500000000000000" pitchFamily="34" charset="-128"/>
                        </a:rPr>
                        <a:t>ワークロード別の基本的な分類</a:t>
                      </a:r>
                      <a:endParaRPr kumimoji="1" lang="en-US" altLang="ja-JP" sz="1400" dirty="0">
                        <a:latin typeface="Yu Gothic UI" panose="020B0500000000000000" pitchFamily="34" charset="-128"/>
                        <a:ea typeface="Yu Gothic UI" panose="020B0500000000000000" pitchFamily="34" charset="-128"/>
                      </a:endParaRPr>
                    </a:p>
                    <a:p>
                      <a:endParaRPr kumimoji="1" lang="ja-JP" altLang="en-US" sz="1400" dirty="0">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a:txBody>
                    <a:bodyPr/>
                    <a:lstStyle/>
                    <a:p>
                      <a:pPr>
                        <a:lnSpc>
                          <a:spcPct val="90000"/>
                        </a:lnSpc>
                        <a:spcAft>
                          <a:spcPts val="588"/>
                        </a:spcAft>
                      </a:pPr>
                      <a:r>
                        <a:rPr kumimoji="1" lang="ja-JP" altLang="en-US" sz="1400" dirty="0">
                          <a:latin typeface="Yu Gothic UI" panose="020B0500000000000000" pitchFamily="34" charset="-128"/>
                          <a:ea typeface="Yu Gothic UI" panose="020B0500000000000000" pitchFamily="34" charset="-128"/>
                        </a:rPr>
                        <a:t>記載なし</a:t>
                      </a:r>
                      <a:r>
                        <a:rPr kumimoji="1" lang="en-US" altLang="ja-JP" sz="1400" dirty="0">
                          <a:latin typeface="Yu Gothic UI" panose="020B0500000000000000" pitchFamily="34" charset="-128"/>
                          <a:ea typeface="Yu Gothic UI" panose="020B0500000000000000" pitchFamily="34" charset="-128"/>
                        </a:rPr>
                        <a:t>: Intel x86-64 CPU </a:t>
                      </a:r>
                      <a:r>
                        <a:rPr kumimoji="1" lang="ja-JP" altLang="en-US" sz="1400" dirty="0">
                          <a:latin typeface="Yu Gothic UI" panose="020B0500000000000000" pitchFamily="34" charset="-128"/>
                          <a:ea typeface="Yu Gothic UI" panose="020B0500000000000000" pitchFamily="34" charset="-128"/>
                        </a:rPr>
                        <a:t>搭載</a:t>
                      </a:r>
                      <a:endParaRPr kumimoji="1" lang="en-US" altLang="ja-JP" sz="1400" dirty="0">
                        <a:latin typeface="Yu Gothic UI" panose="020B0500000000000000" pitchFamily="34" charset="-128"/>
                        <a:ea typeface="Yu Gothic UI" panose="020B0500000000000000" pitchFamily="34" charset="-128"/>
                      </a:endParaRP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a: AMD</a:t>
                      </a: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p: ARM</a:t>
                      </a:r>
                      <a:r>
                        <a:rPr kumimoji="1" lang="ja-JP" altLang="en-US" sz="1400" dirty="0">
                          <a:latin typeface="Yu Gothic UI" panose="020B0500000000000000" pitchFamily="34" charset="-128"/>
                          <a:ea typeface="Yu Gothic UI" panose="020B0500000000000000" pitchFamily="34" charset="-128"/>
                        </a:rPr>
                        <a:t>ベース</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a:txBody>
                    <a:bodyPr/>
                    <a:lstStyle/>
                    <a:p>
                      <a:pPr>
                        <a:lnSpc>
                          <a:spcPct val="90000"/>
                        </a:lnSpc>
                        <a:spcAft>
                          <a:spcPts val="588"/>
                        </a:spcAft>
                      </a:pPr>
                      <a:r>
                        <a:rPr kumimoji="1" lang="ja-JP" altLang="en-US" sz="1400" dirty="0">
                          <a:latin typeface="Yu Gothic UI" panose="020B0500000000000000" pitchFamily="34" charset="-128"/>
                          <a:ea typeface="Yu Gothic UI" panose="020B0500000000000000" pitchFamily="34" charset="-128"/>
                        </a:rPr>
                        <a:t>記載なし</a:t>
                      </a:r>
                      <a:r>
                        <a:rPr kumimoji="1" lang="en-US" altLang="ja-JP" sz="1400" dirty="0">
                          <a:latin typeface="Yu Gothic UI" panose="020B0500000000000000" pitchFamily="34" charset="-128"/>
                          <a:ea typeface="Yu Gothic UI" panose="020B0500000000000000" pitchFamily="34" charset="-128"/>
                        </a:rPr>
                        <a:t>: Premium Storage </a:t>
                      </a:r>
                      <a:r>
                        <a:rPr kumimoji="1" lang="ja-JP" altLang="en-US" sz="1400" dirty="0">
                          <a:latin typeface="Yu Gothic UI" panose="020B0500000000000000" pitchFamily="34" charset="-128"/>
                          <a:ea typeface="Yu Gothic UI" panose="020B0500000000000000" pitchFamily="34" charset="-128"/>
                        </a:rPr>
                        <a:t>サポートなし</a:t>
                      </a:r>
                      <a:endParaRPr kumimoji="1" lang="en-US" altLang="ja-JP" sz="1400" dirty="0">
                        <a:latin typeface="Yu Gothic UI" panose="020B0500000000000000" pitchFamily="34" charset="-128"/>
                        <a:ea typeface="Yu Gothic UI" panose="020B0500000000000000" pitchFamily="34" charset="-128"/>
                      </a:endParaRP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s: Premium Storage </a:t>
                      </a:r>
                      <a:r>
                        <a:rPr kumimoji="1" lang="ja-JP" altLang="en-US" sz="1400" dirty="0">
                          <a:latin typeface="Yu Gothic UI" panose="020B0500000000000000" pitchFamily="34" charset="-128"/>
                          <a:ea typeface="Yu Gothic UI" panose="020B0500000000000000" pitchFamily="34" charset="-128"/>
                        </a:rPr>
                        <a:t>サポートあり</a:t>
                      </a:r>
                      <a:endParaRPr kumimoji="1" lang="en-US" altLang="ja-JP" sz="1400" dirty="0">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592061269"/>
                  </a:ext>
                </a:extLst>
              </a:tr>
              <a:tr h="24765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Subfamily</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Feature 2 ( Local Storage)</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tc>
                  <a:txBody>
                    <a:bodyPr/>
                    <a:lstStyle/>
                    <a:p>
                      <a:r>
                        <a:rPr kumimoji="1" lang="en-US" altLang="ja-JP" b="0" dirty="0">
                          <a:solidFill>
                            <a:schemeClr val="accent1">
                              <a:lumMod val="75000"/>
                            </a:schemeClr>
                          </a:solidFill>
                          <a:latin typeface="Yu Gothic UI" panose="020B0500000000000000" pitchFamily="34" charset="-128"/>
                          <a:ea typeface="Yu Gothic UI" panose="020B0500000000000000" pitchFamily="34" charset="-128"/>
                        </a:rPr>
                        <a:t>Version</a:t>
                      </a:r>
                      <a:endParaRPr kumimoji="1" lang="ja-JP" altLang="en-US" b="0" dirty="0">
                        <a:solidFill>
                          <a:schemeClr val="accent1">
                            <a:lumMod val="75000"/>
                          </a:schemeClr>
                        </a:solidFill>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3710297944"/>
                  </a:ext>
                </a:extLst>
              </a:tr>
              <a:tr h="817740">
                <a:tc>
                  <a:txBody>
                    <a:bodyPr/>
                    <a:lstStyle/>
                    <a:p>
                      <a:pPr>
                        <a:lnSpc>
                          <a:spcPct val="90000"/>
                        </a:lnSpc>
                        <a:spcAft>
                          <a:spcPts val="588"/>
                        </a:spcAft>
                      </a:pPr>
                      <a:r>
                        <a:rPr kumimoji="1" lang="ja-JP" altLang="en-US" sz="1400" dirty="0">
                          <a:latin typeface="Yu Gothic UI" panose="020B0500000000000000" pitchFamily="34" charset="-128"/>
                          <a:ea typeface="Yu Gothic UI" panose="020B0500000000000000" pitchFamily="34" charset="-128"/>
                        </a:rPr>
                        <a:t>機能の違いを示す</a:t>
                      </a:r>
                      <a:endParaRPr kumimoji="1" lang="en-US" altLang="ja-JP" sz="1400" dirty="0">
                        <a:latin typeface="Yu Gothic UI" panose="020B0500000000000000" pitchFamily="34" charset="-128"/>
                        <a:ea typeface="Yu Gothic UI" panose="020B0500000000000000" pitchFamily="34" charset="-128"/>
                      </a:endParaRP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DC: </a:t>
                      </a:r>
                      <a:r>
                        <a:rPr kumimoji="1" lang="ja-JP" altLang="en-US" sz="1400" dirty="0">
                          <a:latin typeface="Yu Gothic UI" panose="020B0500000000000000" pitchFamily="34" charset="-128"/>
                          <a:ea typeface="Yu Gothic UI" panose="020B0500000000000000" pitchFamily="34" charset="-128"/>
                        </a:rPr>
                        <a:t>機密 </a:t>
                      </a:r>
                      <a:r>
                        <a:rPr kumimoji="1" lang="en-US" altLang="ja-JP" sz="1400" dirty="0">
                          <a:latin typeface="Yu Gothic UI" panose="020B0500000000000000" pitchFamily="34" charset="-128"/>
                          <a:ea typeface="Yu Gothic UI" panose="020B0500000000000000" pitchFamily="34" charset="-128"/>
                        </a:rPr>
                        <a:t>(Confidential )</a:t>
                      </a: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FX: Intel Xeon</a:t>
                      </a:r>
                      <a:r>
                        <a:rPr kumimoji="1" lang="ja-JP" altLang="en-US" sz="1400" dirty="0">
                          <a:latin typeface="Yu Gothic UI" panose="020B0500000000000000" pitchFamily="34" charset="-128"/>
                          <a:ea typeface="Yu Gothic UI" panose="020B0500000000000000" pitchFamily="34" charset="-128"/>
                        </a:rPr>
                        <a:t> 搭載</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a:txBody>
                    <a:bodyPr/>
                    <a:lstStyle/>
                    <a:p>
                      <a:pPr>
                        <a:lnSpc>
                          <a:spcPct val="90000"/>
                        </a:lnSpc>
                        <a:spcAft>
                          <a:spcPts val="588"/>
                        </a:spcAft>
                      </a:pPr>
                      <a:r>
                        <a:rPr kumimoji="1" lang="ja-JP" altLang="en-US" sz="1400" dirty="0">
                          <a:latin typeface="Yu Gothic UI" panose="020B0500000000000000" pitchFamily="34" charset="-128"/>
                          <a:ea typeface="Yu Gothic UI" panose="020B0500000000000000" pitchFamily="34" charset="-128"/>
                        </a:rPr>
                        <a:t>記載なし</a:t>
                      </a:r>
                      <a:r>
                        <a:rPr kumimoji="1" lang="en-US" altLang="ja-JP" sz="1400" dirty="0">
                          <a:latin typeface="Yu Gothic UI" panose="020B0500000000000000" pitchFamily="34" charset="-128"/>
                          <a:ea typeface="Yu Gothic UI" panose="020B0500000000000000" pitchFamily="34" charset="-128"/>
                        </a:rPr>
                        <a:t>: </a:t>
                      </a:r>
                      <a:r>
                        <a:rPr kumimoji="1" lang="ja-JP" altLang="en-US" sz="1400" dirty="0">
                          <a:latin typeface="Yu Gothic UI" panose="020B0500000000000000" pitchFamily="34" charset="-128"/>
                          <a:ea typeface="Yu Gothic UI" panose="020B0500000000000000" pitchFamily="34" charset="-128"/>
                        </a:rPr>
                        <a:t>ローカルディスクなし</a:t>
                      </a:r>
                      <a:endParaRPr kumimoji="1" lang="en-US" altLang="ja-JP" sz="1400" dirty="0">
                        <a:latin typeface="Yu Gothic UI" panose="020B0500000000000000" pitchFamily="34" charset="-128"/>
                        <a:ea typeface="Yu Gothic UI" panose="020B0500000000000000" pitchFamily="34" charset="-128"/>
                      </a:endParaRP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d: </a:t>
                      </a:r>
                      <a:r>
                        <a:rPr kumimoji="1" lang="ja-JP" altLang="en-US" sz="1400" dirty="0">
                          <a:latin typeface="Yu Gothic UI" panose="020B0500000000000000" pitchFamily="34" charset="-128"/>
                          <a:ea typeface="Yu Gothic UI" panose="020B0500000000000000" pitchFamily="34" charset="-128"/>
                        </a:rPr>
                        <a:t>ローカルディスクあり</a:t>
                      </a:r>
                      <a:endParaRPr kumimoji="1" lang="en-US" altLang="ja-JP" sz="1400" dirty="0">
                        <a:latin typeface="Yu Gothic UI" panose="020B0500000000000000" pitchFamily="34" charset="-128"/>
                        <a:ea typeface="Yu Gothic UI" panose="020B0500000000000000" pitchFamily="34" charset="-128"/>
                      </a:endParaRPr>
                    </a:p>
                    <a:p>
                      <a:endParaRPr kumimoji="1" lang="ja-JP" altLang="en-US" sz="1400" dirty="0">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a:txBody>
                    <a:bodyPr/>
                    <a:lstStyle/>
                    <a:p>
                      <a:r>
                        <a:rPr kumimoji="1" lang="ja-JP" altLang="en-US" sz="1400" b="0" i="0" kern="1200" dirty="0">
                          <a:solidFill>
                            <a:schemeClr val="dk1"/>
                          </a:solidFill>
                          <a:effectLst/>
                          <a:latin typeface="Yu Gothic UI" panose="020B0500000000000000" pitchFamily="34" charset="-128"/>
                          <a:ea typeface="Yu Gothic UI" panose="020B0500000000000000" pitchFamily="34" charset="-128"/>
                          <a:cs typeface="+mn-cs"/>
                        </a:rPr>
                        <a:t> 世代を表すバージョン番号</a:t>
                      </a:r>
                      <a:endParaRPr kumimoji="1" lang="ja-JP" altLang="en-US" sz="1400" dirty="0">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034900616"/>
                  </a:ext>
                </a:extLst>
              </a:tr>
            </a:tbl>
          </a:graphicData>
        </a:graphic>
      </p:graphicFrame>
    </p:spTree>
    <p:extLst>
      <p:ext uri="{BB962C8B-B14F-4D97-AF65-F5344CB8AC3E}">
        <p14:creationId xmlns:p14="http://schemas.microsoft.com/office/powerpoint/2010/main" val="2696684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CDCCF31C-2028-491E-A131-D3759279A741}"/>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altLang="ja-JP" sz="2100" b="1" dirty="0">
                <a:solidFill>
                  <a:srgbClr val="1F2937"/>
                </a:solidFill>
                <a:latin typeface="Meiryo UI"/>
                <a:ea typeface="Meiryo UI"/>
                <a:cs typeface="Meiryo UI"/>
              </a:rPr>
              <a:t>VM </a:t>
            </a:r>
            <a:r>
              <a:rPr lang="ja-JP" altLang="en-US" sz="2100" b="1">
                <a:solidFill>
                  <a:srgbClr val="1F2937"/>
                </a:solidFill>
                <a:latin typeface="Meiryo UI"/>
                <a:ea typeface="Meiryo UI"/>
                <a:cs typeface="Meiryo UI"/>
              </a:rPr>
              <a:t>と仮想ネットワークとディスク</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FE16561D-AF2E-4A00-AF41-3722F24E630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38CD5DF-0DFF-4367-8693-1C17D5EEDC0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58" name="四角形: 角を丸くする 16">
            <a:extLst>
              <a:ext uri="{FF2B5EF4-FFF2-40B4-BE49-F238E27FC236}">
                <a16:creationId xmlns:a16="http://schemas.microsoft.com/office/drawing/2014/main" id="{E544289C-3E94-7875-4D9B-460D48D2537E}"/>
              </a:ext>
            </a:extLst>
          </p:cNvPr>
          <p:cNvSpPr/>
          <p:nvPr/>
        </p:nvSpPr>
        <p:spPr bwMode="auto">
          <a:xfrm>
            <a:off x="6265097" y="1371600"/>
            <a:ext cx="5241103" cy="1378088"/>
          </a:xfrm>
          <a:prstGeom prst="roundRect">
            <a:avLst>
              <a:gd name="adj" fmla="val 7374"/>
            </a:avLst>
          </a:prstGeom>
          <a:solidFill>
            <a:srgbClr val="FFFFFF"/>
          </a:solidFill>
          <a:ln w="19050">
            <a:solidFill>
              <a:srgbClr val="75757A"/>
            </a:solidFill>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rtl="0" fontAlgn="base">
              <a:lnSpc>
                <a:spcPct val="90000"/>
              </a:lnSpc>
              <a:spcBef>
                <a:spcPct val="0"/>
              </a:spcBef>
              <a:spcAft>
                <a:spcPct val="0"/>
              </a:spcAft>
              <a:defRPr/>
            </a:pPr>
            <a:r>
              <a:rPr kumimoji="1" lang="en-US" altLang="ja-JP" sz="2353" kern="0" dirty="0">
                <a:solidFill>
                  <a:prstClr val="black"/>
                </a:solidFill>
                <a:latin typeface="Yu Gothic UI" panose="020B0500000000000000" pitchFamily="34" charset="-128"/>
                <a:ea typeface="Yu Gothic UI" panose="020B0500000000000000" pitchFamily="34" charset="-128"/>
                <a:cs typeface="Segoe UI" pitchFamily="34" charset="0"/>
              </a:rPr>
              <a:t>Managed Disk</a:t>
            </a:r>
            <a:endParaRPr kumimoji="1" lang="ja-JP" altLang="en-US" sz="2353" kern="0" dirty="0">
              <a:solidFill>
                <a:prstClr val="black"/>
              </a:solidFill>
              <a:latin typeface="Yu Gothic UI" panose="020B0500000000000000" pitchFamily="34" charset="-128"/>
              <a:ea typeface="Yu Gothic UI" panose="020B0500000000000000" pitchFamily="34" charset="-128"/>
              <a:cs typeface="Segoe UI" pitchFamily="34" charset="0"/>
            </a:endParaRPr>
          </a:p>
        </p:txBody>
      </p:sp>
      <p:sp>
        <p:nvSpPr>
          <p:cNvPr id="259" name="四角形: 角を丸くする 20">
            <a:extLst>
              <a:ext uri="{FF2B5EF4-FFF2-40B4-BE49-F238E27FC236}">
                <a16:creationId xmlns:a16="http://schemas.microsoft.com/office/drawing/2014/main" id="{8634BD44-3139-6C91-A8E7-283B850714F4}"/>
              </a:ext>
            </a:extLst>
          </p:cNvPr>
          <p:cNvSpPr/>
          <p:nvPr/>
        </p:nvSpPr>
        <p:spPr bwMode="auto">
          <a:xfrm>
            <a:off x="6404440" y="5055452"/>
            <a:ext cx="5129028" cy="1585330"/>
          </a:xfrm>
          <a:prstGeom prst="roundRect">
            <a:avLst>
              <a:gd name="adj" fmla="val 7377"/>
            </a:avLst>
          </a:prstGeom>
          <a:solidFill>
            <a:srgbClr val="FFFFFF"/>
          </a:solidFill>
          <a:ln w="10795" cap="flat" cmpd="sng" algn="ctr">
            <a:solidFill>
              <a:srgbClr val="0078D3"/>
            </a:solidFill>
            <a:prstDash val="soli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rtl="0" fontAlgn="base">
              <a:lnSpc>
                <a:spcPct val="90000"/>
              </a:lnSpc>
              <a:spcBef>
                <a:spcPct val="0"/>
              </a:spcBef>
              <a:spcAft>
                <a:spcPct val="0"/>
              </a:spcAft>
              <a:defRPr/>
            </a:pPr>
            <a:r>
              <a:rPr kumimoji="1" lang="ja-JP" altLang="en-US" sz="2353" kern="0">
                <a:solidFill>
                  <a:prstClr val="black"/>
                </a:solidFill>
                <a:latin typeface="Yu Gothic UI" panose="020B0500000000000000" pitchFamily="34" charset="-128"/>
                <a:ea typeface="Yu Gothic UI" panose="020B0500000000000000" pitchFamily="34" charset="-128"/>
                <a:cs typeface="Segoe UI" pitchFamily="34" charset="0"/>
              </a:rPr>
              <a:t>仮想ネットワーク</a:t>
            </a:r>
            <a:r>
              <a:rPr kumimoji="1" lang="en-US" altLang="ja-JP" sz="2353" kern="0">
                <a:solidFill>
                  <a:prstClr val="black"/>
                </a:solidFill>
                <a:latin typeface="Yu Gothic UI" panose="020B0500000000000000" pitchFamily="34" charset="-128"/>
                <a:ea typeface="Yu Gothic UI" panose="020B0500000000000000" pitchFamily="34" charset="-128"/>
                <a:cs typeface="Segoe UI" pitchFamily="34" charset="0"/>
              </a:rPr>
              <a:t>/</a:t>
            </a:r>
            <a:r>
              <a:rPr kumimoji="1" lang="ja-JP" altLang="en-US" sz="2353" kern="0">
                <a:solidFill>
                  <a:prstClr val="black"/>
                </a:solidFill>
                <a:latin typeface="Yu Gothic UI" panose="020B0500000000000000" pitchFamily="34" charset="-128"/>
                <a:ea typeface="Yu Gothic UI" panose="020B0500000000000000" pitchFamily="34" charset="-128"/>
                <a:cs typeface="Segoe UI" pitchFamily="34" charset="0"/>
              </a:rPr>
              <a:t> </a:t>
            </a:r>
            <a:r>
              <a:rPr kumimoji="1" lang="en-US" altLang="ja-JP" sz="2353" kern="0">
                <a:solidFill>
                  <a:prstClr val="black"/>
                </a:solidFill>
                <a:latin typeface="Yu Gothic UI" panose="020B0500000000000000" pitchFamily="34" charset="-128"/>
                <a:ea typeface="Yu Gothic UI" panose="020B0500000000000000" pitchFamily="34" charset="-128"/>
                <a:cs typeface="Segoe UI" pitchFamily="34" charset="0"/>
              </a:rPr>
              <a:t>Subnet</a:t>
            </a:r>
            <a:endParaRPr kumimoji="1" lang="ja-JP" altLang="en-US" sz="2353" kern="0">
              <a:solidFill>
                <a:prstClr val="black"/>
              </a:solidFill>
              <a:latin typeface="Yu Gothic UI" panose="020B0500000000000000" pitchFamily="34" charset="-128"/>
              <a:ea typeface="Yu Gothic UI" panose="020B0500000000000000" pitchFamily="34" charset="-128"/>
              <a:cs typeface="Segoe UI" pitchFamily="34" charset="0"/>
            </a:endParaRPr>
          </a:p>
        </p:txBody>
      </p:sp>
      <p:sp>
        <p:nvSpPr>
          <p:cNvPr id="260" name="四角形: 角を丸くする 21">
            <a:extLst>
              <a:ext uri="{FF2B5EF4-FFF2-40B4-BE49-F238E27FC236}">
                <a16:creationId xmlns:a16="http://schemas.microsoft.com/office/drawing/2014/main" id="{D1ED8B3A-CB9F-78ED-B3F9-7FEBCF9EFAFD}"/>
              </a:ext>
            </a:extLst>
          </p:cNvPr>
          <p:cNvSpPr/>
          <p:nvPr/>
        </p:nvSpPr>
        <p:spPr bwMode="auto">
          <a:xfrm>
            <a:off x="6849067" y="5729871"/>
            <a:ext cx="4428279" cy="631033"/>
          </a:xfrm>
          <a:prstGeom prst="roundRect">
            <a:avLst/>
          </a:prstGeom>
          <a:solidFill>
            <a:srgbClr val="5B9BD5">
              <a:lumMod val="20000"/>
              <a:lumOff val="80000"/>
            </a:srgbClr>
          </a:solidFill>
          <a:ln>
            <a:noFill/>
          </a:ln>
          <a:effectLst/>
        </p:spPr>
        <p:txBody>
          <a:bodyPr rot="0" spcFirstLastPara="0" vertOverflow="overflow" horzOverflow="overflow" vert="horz" wrap="square" lIns="179285" tIns="143428" rIns="179285" bIns="143428" numCol="1" spcCol="0" rtlCol="0" fromWordArt="0" anchor="ctr"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r>
              <a:rPr kumimoji="1" lang="en-US" altLang="ja-JP"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Public</a:t>
            </a:r>
            <a:r>
              <a:rPr kumimoji="1" lang="ja-JP" altLang="en-US"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 </a:t>
            </a:r>
            <a:r>
              <a:rPr kumimoji="1" lang="en-US" altLang="ja-JP"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IP </a:t>
            </a:r>
            <a:r>
              <a:rPr kumimoji="1" lang="ja-JP" altLang="en-US"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や </a:t>
            </a:r>
            <a:r>
              <a:rPr kumimoji="1" lang="en-US" altLang="ja-JP"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LB </a:t>
            </a:r>
            <a:r>
              <a:rPr kumimoji="1" lang="ja-JP" altLang="en-US"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などの</a:t>
            </a:r>
            <a:br>
              <a:rPr kumimoji="1" lang="en-US" altLang="ja-JP"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br>
            <a:r>
              <a:rPr kumimoji="1" lang="ja-JP" altLang="en-US"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ネットワークサービス</a:t>
            </a:r>
          </a:p>
        </p:txBody>
      </p:sp>
      <p:cxnSp>
        <p:nvCxnSpPr>
          <p:cNvPr id="261" name="直線コネクタ 260">
            <a:extLst>
              <a:ext uri="{FF2B5EF4-FFF2-40B4-BE49-F238E27FC236}">
                <a16:creationId xmlns:a16="http://schemas.microsoft.com/office/drawing/2014/main" id="{CD180924-2FB8-E9D3-7E79-7DAB41002D28}"/>
              </a:ext>
            </a:extLst>
          </p:cNvPr>
          <p:cNvCxnSpPr>
            <a:cxnSpLocks/>
            <a:stCxn id="271" idx="2"/>
            <a:endCxn id="259" idx="0"/>
          </p:cNvCxnSpPr>
          <p:nvPr/>
        </p:nvCxnSpPr>
        <p:spPr>
          <a:xfrm flipH="1">
            <a:off x="8968954" y="4722857"/>
            <a:ext cx="796" cy="332595"/>
          </a:xfrm>
          <a:prstGeom prst="line">
            <a:avLst/>
          </a:prstGeom>
          <a:noFill/>
          <a:ln w="28575" cap="flat" cmpd="sng" algn="ctr">
            <a:solidFill>
              <a:srgbClr val="0078D3"/>
            </a:solidFill>
            <a:prstDash val="solid"/>
            <a:headEnd type="none"/>
            <a:tailEnd type="none"/>
          </a:ln>
          <a:effectLst/>
        </p:spPr>
      </p:cxnSp>
      <p:sp>
        <p:nvSpPr>
          <p:cNvPr id="262" name="四角形: 角を丸くする 26">
            <a:extLst>
              <a:ext uri="{FF2B5EF4-FFF2-40B4-BE49-F238E27FC236}">
                <a16:creationId xmlns:a16="http://schemas.microsoft.com/office/drawing/2014/main" id="{0E67589B-B5B8-BCA7-A735-7E8DBB9E9861}"/>
              </a:ext>
            </a:extLst>
          </p:cNvPr>
          <p:cNvSpPr/>
          <p:nvPr/>
        </p:nvSpPr>
        <p:spPr bwMode="auto">
          <a:xfrm>
            <a:off x="6900764" y="2060075"/>
            <a:ext cx="1773442" cy="553035"/>
          </a:xfrm>
          <a:prstGeom prst="roundRect">
            <a:avLst/>
          </a:prstGeom>
          <a:solidFill>
            <a:srgbClr val="FFFFFF"/>
          </a:solidFill>
          <a:ln w="10795" cap="flat" cmpd="sng" algn="ctr">
            <a:solidFill>
              <a:srgbClr val="000041"/>
            </a:solidFill>
            <a:prstDash val="solid"/>
          </a:ln>
          <a:effectLst/>
        </p:spPr>
        <p:txBody>
          <a:bodyPr rot="0" spcFirstLastPara="0" vertOverflow="overflow" horzOverflow="overflow" vert="horz" wrap="square" lIns="179285" tIns="143428" rIns="179285" bIns="143428" numCol="1" spcCol="0" rtlCol="0" fromWordArt="0" anchor="ctr" anchorCtr="0" forceAA="0" compatLnSpc="1">
            <a:prstTxWarp prst="textNoShape">
              <a:avLst/>
            </a:prstTxWarp>
            <a:noAutofit/>
          </a:bodyPr>
          <a:lstStyle/>
          <a:p>
            <a:pPr algn="ctr" defTabSz="914102" rtl="0" fontAlgn="base">
              <a:lnSpc>
                <a:spcPct val="90000"/>
              </a:lnSpc>
              <a:spcBef>
                <a:spcPct val="0"/>
              </a:spcBef>
              <a:spcAft>
                <a:spcPct val="0"/>
              </a:spcAft>
              <a:defRPr/>
            </a:pPr>
            <a:r>
              <a:rPr kumimoji="1" lang="en-US" altLang="ja-JP" sz="1372" kern="0" dirty="0">
                <a:solidFill>
                  <a:prstClr val="black"/>
                </a:solidFill>
                <a:latin typeface="Yu Gothic UI" panose="020B0500000000000000" pitchFamily="34" charset="-128"/>
                <a:ea typeface="Yu Gothic UI" panose="020B0500000000000000" pitchFamily="34" charset="-128"/>
                <a:cs typeface="Segoe UI" pitchFamily="34" charset="0"/>
              </a:rPr>
              <a:t>OS</a:t>
            </a:r>
            <a:r>
              <a:rPr kumimoji="1" lang="ja-JP" altLang="en-US" sz="1372" kern="0" dirty="0">
                <a:solidFill>
                  <a:prstClr val="black"/>
                </a:solidFill>
                <a:latin typeface="Yu Gothic UI" panose="020B0500000000000000" pitchFamily="34" charset="-128"/>
                <a:ea typeface="Yu Gothic UI" panose="020B0500000000000000" pitchFamily="34" charset="-128"/>
                <a:cs typeface="Segoe UI" pitchFamily="34" charset="0"/>
              </a:rPr>
              <a:t>ディスク</a:t>
            </a:r>
          </a:p>
        </p:txBody>
      </p:sp>
      <p:sp>
        <p:nvSpPr>
          <p:cNvPr id="263" name="四角形: 角を丸くする 30">
            <a:extLst>
              <a:ext uri="{FF2B5EF4-FFF2-40B4-BE49-F238E27FC236}">
                <a16:creationId xmlns:a16="http://schemas.microsoft.com/office/drawing/2014/main" id="{36CB722D-764A-E027-E154-9258D02EBF31}"/>
              </a:ext>
            </a:extLst>
          </p:cNvPr>
          <p:cNvSpPr/>
          <p:nvPr/>
        </p:nvSpPr>
        <p:spPr bwMode="auto">
          <a:xfrm>
            <a:off x="9246212" y="2060075"/>
            <a:ext cx="1773442" cy="553035"/>
          </a:xfrm>
          <a:prstGeom prst="roundRect">
            <a:avLst/>
          </a:prstGeom>
          <a:solidFill>
            <a:srgbClr val="FFFFFF"/>
          </a:solidFill>
          <a:ln w="10795" cap="flat" cmpd="sng" algn="ctr">
            <a:solidFill>
              <a:srgbClr val="000041"/>
            </a:solidFill>
            <a:prstDash val="solid"/>
          </a:ln>
          <a:effectLst/>
        </p:spPr>
        <p:txBody>
          <a:bodyPr rot="0" spcFirstLastPara="0" vertOverflow="overflow" horzOverflow="overflow" vert="horz" wrap="square" lIns="179285" tIns="143428" rIns="179285" bIns="143428" numCol="1" spcCol="0" rtlCol="0" fromWordArt="0" anchor="ctr" anchorCtr="0" forceAA="0" compatLnSpc="1">
            <a:prstTxWarp prst="textNoShape">
              <a:avLst/>
            </a:prstTxWarp>
            <a:noAutofit/>
          </a:bodyPr>
          <a:lstStyle/>
          <a:p>
            <a:pPr algn="ctr" defTabSz="914102" rtl="0" fontAlgn="base">
              <a:lnSpc>
                <a:spcPct val="90000"/>
              </a:lnSpc>
              <a:spcBef>
                <a:spcPct val="0"/>
              </a:spcBef>
              <a:spcAft>
                <a:spcPct val="0"/>
              </a:spcAft>
              <a:defRPr/>
            </a:pPr>
            <a:r>
              <a:rPr kumimoji="1" lang="ja-JP" altLang="en-US" sz="1372" kern="0" dirty="0">
                <a:solidFill>
                  <a:prstClr val="black"/>
                </a:solidFill>
                <a:latin typeface="Yu Gothic UI" panose="020B0500000000000000" pitchFamily="34" charset="-128"/>
                <a:ea typeface="Yu Gothic UI" panose="020B0500000000000000" pitchFamily="34" charset="-128"/>
                <a:cs typeface="Segoe UI" pitchFamily="34" charset="0"/>
              </a:rPr>
              <a:t>データディスク</a:t>
            </a:r>
          </a:p>
        </p:txBody>
      </p:sp>
      <p:sp>
        <p:nvSpPr>
          <p:cNvPr id="264" name="テキスト ボックス 263">
            <a:extLst>
              <a:ext uri="{FF2B5EF4-FFF2-40B4-BE49-F238E27FC236}">
                <a16:creationId xmlns:a16="http://schemas.microsoft.com/office/drawing/2014/main" id="{9262BC6C-FF76-C9B5-593A-A58A78C22514}"/>
              </a:ext>
            </a:extLst>
          </p:cNvPr>
          <p:cNvSpPr txBox="1"/>
          <p:nvPr/>
        </p:nvSpPr>
        <p:spPr>
          <a:xfrm flipH="1">
            <a:off x="9375751" y="3626691"/>
            <a:ext cx="1172097" cy="455857"/>
          </a:xfrm>
          <a:prstGeom prst="rect">
            <a:avLst/>
          </a:prstGeom>
          <a:noFill/>
        </p:spPr>
        <p:txBody>
          <a:bodyPr wrap="square" lIns="179285" tIns="143428" rIns="179285" bIns="143428" rtlCol="0" anchor="ctr">
            <a:spAutoFit/>
          </a:bodyPr>
          <a:lstStyle/>
          <a:p>
            <a:pPr algn="ctr" rtl="0">
              <a:lnSpc>
                <a:spcPct val="90000"/>
              </a:lnSpc>
              <a:spcAft>
                <a:spcPts val="588"/>
              </a:spcAft>
            </a:pPr>
            <a:r>
              <a:rPr kumimoji="1" lang="en-US" altLang="ja-JP" sz="1200" dirty="0">
                <a:solidFill>
                  <a:prstClr val="black"/>
                </a:solidFill>
                <a:latin typeface="Yu Gothic UI"/>
                <a:ea typeface="Yu Gothic UI"/>
              </a:rPr>
              <a:t>Azure VM</a:t>
            </a:r>
            <a:endParaRPr kumimoji="1" lang="ja-JP" altLang="en-US" sz="1176" dirty="0">
              <a:solidFill>
                <a:prstClr val="black"/>
              </a:solidFill>
              <a:latin typeface="Yu Gothic UI" panose="020B0500000000000000" pitchFamily="34" charset="-128"/>
              <a:ea typeface="Yu Gothic UI" panose="020B0500000000000000" pitchFamily="34" charset="-128"/>
            </a:endParaRPr>
          </a:p>
        </p:txBody>
      </p:sp>
      <p:pic>
        <p:nvPicPr>
          <p:cNvPr id="265" name="グラフィックス 264">
            <a:extLst>
              <a:ext uri="{FF2B5EF4-FFF2-40B4-BE49-F238E27FC236}">
                <a16:creationId xmlns:a16="http://schemas.microsoft.com/office/drawing/2014/main" id="{F981F4EB-A6E1-BB8E-34D3-47A4A504F15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73535" y="3454077"/>
            <a:ext cx="974606" cy="974606"/>
          </a:xfrm>
          <a:prstGeom prst="rect">
            <a:avLst/>
          </a:prstGeom>
        </p:spPr>
      </p:pic>
      <p:cxnSp>
        <p:nvCxnSpPr>
          <p:cNvPr id="266" name="コネクタ: カギ線 38">
            <a:extLst>
              <a:ext uri="{FF2B5EF4-FFF2-40B4-BE49-F238E27FC236}">
                <a16:creationId xmlns:a16="http://schemas.microsoft.com/office/drawing/2014/main" id="{47991B38-2888-6B16-9C00-A216652C741E}"/>
              </a:ext>
            </a:extLst>
          </p:cNvPr>
          <p:cNvCxnSpPr>
            <a:stCxn id="262" idx="2"/>
            <a:endCxn id="265" idx="0"/>
          </p:cNvCxnSpPr>
          <p:nvPr/>
        </p:nvCxnSpPr>
        <p:spPr>
          <a:xfrm rot="16200000" flipH="1">
            <a:off x="7953678" y="2446916"/>
            <a:ext cx="840967" cy="1173353"/>
          </a:xfrm>
          <a:prstGeom prst="bentConnector3">
            <a:avLst/>
          </a:prstGeom>
          <a:noFill/>
          <a:ln w="25400" cap="flat" cmpd="sng" algn="ctr">
            <a:solidFill>
              <a:srgbClr val="ED7D31"/>
            </a:solidFill>
            <a:prstDash val="solid"/>
          </a:ln>
          <a:effectLst>
            <a:outerShdw blurRad="40000" dist="20000" dir="5400000" rotWithShape="0">
              <a:srgbClr val="000000">
                <a:alpha val="38000"/>
              </a:srgbClr>
            </a:outerShdw>
          </a:effectLst>
        </p:spPr>
      </p:cxnSp>
      <p:cxnSp>
        <p:nvCxnSpPr>
          <p:cNvPr id="267" name="コネクタ: カギ線 39">
            <a:extLst>
              <a:ext uri="{FF2B5EF4-FFF2-40B4-BE49-F238E27FC236}">
                <a16:creationId xmlns:a16="http://schemas.microsoft.com/office/drawing/2014/main" id="{D80316AE-625E-0293-4F48-01DA66F705E9}"/>
              </a:ext>
            </a:extLst>
          </p:cNvPr>
          <p:cNvCxnSpPr>
            <a:cxnSpLocks/>
            <a:stCxn id="263" idx="2"/>
            <a:endCxn id="265" idx="0"/>
          </p:cNvCxnSpPr>
          <p:nvPr/>
        </p:nvCxnSpPr>
        <p:spPr>
          <a:xfrm rot="5400000">
            <a:off x="9126403" y="2447546"/>
            <a:ext cx="840967" cy="1172095"/>
          </a:xfrm>
          <a:prstGeom prst="bentConnector3">
            <a:avLst>
              <a:gd name="adj1" fmla="val 50000"/>
            </a:avLst>
          </a:prstGeom>
          <a:noFill/>
          <a:ln w="25400" cap="flat" cmpd="sng" algn="ctr">
            <a:solidFill>
              <a:srgbClr val="ED7D31"/>
            </a:solidFill>
            <a:prstDash val="solid"/>
          </a:ln>
          <a:effectLst>
            <a:outerShdw blurRad="40000" dist="20000" dir="5400000" rotWithShape="0">
              <a:srgbClr val="000000">
                <a:alpha val="38000"/>
              </a:srgbClr>
            </a:outerShdw>
          </a:effectLst>
        </p:spPr>
      </p:cxnSp>
      <p:pic>
        <p:nvPicPr>
          <p:cNvPr id="268" name="グラフィックス 267">
            <a:extLst>
              <a:ext uri="{FF2B5EF4-FFF2-40B4-BE49-F238E27FC236}">
                <a16:creationId xmlns:a16="http://schemas.microsoft.com/office/drawing/2014/main" id="{EF3793CC-B83F-8906-33D0-ECCD4CD183E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68896" y="4316455"/>
            <a:ext cx="790685" cy="791251"/>
          </a:xfrm>
          <a:prstGeom prst="rect">
            <a:avLst/>
          </a:prstGeom>
        </p:spPr>
      </p:pic>
      <p:pic>
        <p:nvPicPr>
          <p:cNvPr id="269" name="グラフィックス 268">
            <a:extLst>
              <a:ext uri="{FF2B5EF4-FFF2-40B4-BE49-F238E27FC236}">
                <a16:creationId xmlns:a16="http://schemas.microsoft.com/office/drawing/2014/main" id="{049AB503-FFE8-0420-1181-8F44F023DE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32931" y="2783379"/>
            <a:ext cx="696100" cy="696100"/>
          </a:xfrm>
          <a:prstGeom prst="rect">
            <a:avLst/>
          </a:prstGeom>
        </p:spPr>
      </p:pic>
      <p:sp>
        <p:nvSpPr>
          <p:cNvPr id="270" name="テキスト ボックス 269">
            <a:extLst>
              <a:ext uri="{FF2B5EF4-FFF2-40B4-BE49-F238E27FC236}">
                <a16:creationId xmlns:a16="http://schemas.microsoft.com/office/drawing/2014/main" id="{20DD08B8-33D1-42A6-356A-94E2C06D0A42}"/>
              </a:ext>
            </a:extLst>
          </p:cNvPr>
          <p:cNvSpPr txBox="1"/>
          <p:nvPr/>
        </p:nvSpPr>
        <p:spPr>
          <a:xfrm>
            <a:off x="314415" y="1403924"/>
            <a:ext cx="5333723" cy="3721366"/>
          </a:xfrm>
          <a:prstGeom prst="rect">
            <a:avLst/>
          </a:prstGeom>
          <a:noFill/>
        </p:spPr>
        <p:txBody>
          <a:bodyPr wrap="square" lIns="179285" tIns="143428" rIns="179285" bIns="143428" rtlCol="0">
            <a:spAutoFit/>
          </a:bodyPr>
          <a:lstStyle/>
          <a:p>
            <a:pPr marL="285750" indent="-285750" defTabSz="914367" rtl="0">
              <a:spcAft>
                <a:spcPts val="588"/>
              </a:spcAft>
              <a:buFont typeface="Arial" panose="020B0604020202020204" pitchFamily="34" charset="0"/>
              <a:buChar char="•"/>
            </a:pPr>
            <a:r>
              <a:rPr kumimoji="1" lang="en-US" altLang="ja-JP" dirty="0">
                <a:solidFill>
                  <a:prstClr val="black"/>
                </a:solidFill>
                <a:latin typeface="Yu Gothic UI"/>
                <a:ea typeface="Yu Gothic UI" panose="020B0500000000000000" pitchFamily="50" charset="-128"/>
              </a:rPr>
              <a:t>Azure VM </a:t>
            </a:r>
            <a:r>
              <a:rPr kumimoji="1" lang="ja-JP" altLang="en-US" dirty="0">
                <a:solidFill>
                  <a:prstClr val="black"/>
                </a:solidFill>
                <a:latin typeface="Yu Gothic UI"/>
                <a:ea typeface="Yu Gothic UI" panose="020B0500000000000000" pitchFamily="50" charset="-128"/>
              </a:rPr>
              <a:t>は </a:t>
            </a:r>
            <a:r>
              <a:rPr kumimoji="1" lang="en-US" altLang="ja-JP" dirty="0">
                <a:solidFill>
                  <a:prstClr val="black"/>
                </a:solidFill>
                <a:latin typeface="Yu Gothic UI"/>
                <a:ea typeface="Yu Gothic UI" panose="020B0500000000000000" pitchFamily="50" charset="-128"/>
              </a:rPr>
              <a:t>Azure </a:t>
            </a:r>
            <a:r>
              <a:rPr kumimoji="1" lang="ja-JP" altLang="en-US" dirty="0">
                <a:solidFill>
                  <a:prstClr val="black"/>
                </a:solidFill>
                <a:latin typeface="Yu Gothic UI"/>
                <a:ea typeface="Yu Gothic UI" panose="020B0500000000000000" pitchFamily="50" charset="-128"/>
              </a:rPr>
              <a:t>の </a:t>
            </a:r>
            <a:r>
              <a:rPr kumimoji="1" lang="en-US" altLang="ja-JP" dirty="0">
                <a:solidFill>
                  <a:prstClr val="black"/>
                </a:solidFill>
                <a:latin typeface="Yu Gothic UI"/>
                <a:ea typeface="Yu Gothic UI" panose="020B0500000000000000" pitchFamily="50" charset="-128"/>
              </a:rPr>
              <a:t>Hyper-V </a:t>
            </a:r>
            <a:r>
              <a:rPr kumimoji="1" lang="ja-JP" altLang="en-US" dirty="0">
                <a:solidFill>
                  <a:prstClr val="black"/>
                </a:solidFill>
                <a:latin typeface="Yu Gothic UI"/>
                <a:ea typeface="Yu Gothic UI" panose="020B0500000000000000" pitchFamily="50" charset="-128"/>
              </a:rPr>
              <a:t>上で稼働</a:t>
            </a:r>
            <a:endParaRPr kumimoji="1" lang="en-US" altLang="ja-JP" dirty="0">
              <a:solidFill>
                <a:prstClr val="black"/>
              </a:solidFill>
              <a:latin typeface="Yu Gothic UI"/>
              <a:ea typeface="Yu Gothic UI" panose="020B0500000000000000" pitchFamily="50" charset="-128"/>
            </a:endParaRPr>
          </a:p>
          <a:p>
            <a:pPr marL="285750" indent="-285750" defTabSz="914367" rtl="0">
              <a:spcAft>
                <a:spcPts val="588"/>
              </a:spcAft>
              <a:buFont typeface="Arial" panose="020B0604020202020204" pitchFamily="34" charset="0"/>
              <a:buChar char="•"/>
            </a:pPr>
            <a:endParaRPr kumimoji="1" lang="en-US" altLang="ja-JP" dirty="0">
              <a:solidFill>
                <a:prstClr val="black"/>
              </a:solidFill>
              <a:latin typeface="Yu Gothic UI"/>
              <a:ea typeface="Yu Gothic UI" panose="020B0500000000000000" pitchFamily="50" charset="-128"/>
            </a:endParaRPr>
          </a:p>
          <a:p>
            <a:pPr marL="285750" indent="-285750" defTabSz="914367" rtl="0">
              <a:spcAft>
                <a:spcPts val="588"/>
              </a:spcAft>
              <a:buFont typeface="Arial" panose="020B0604020202020204" pitchFamily="34" charset="0"/>
              <a:buChar char="•"/>
            </a:pPr>
            <a:r>
              <a:rPr kumimoji="1" lang="ja-JP" altLang="en-US" dirty="0">
                <a:solidFill>
                  <a:prstClr val="black"/>
                </a:solidFill>
                <a:latin typeface="Yu Gothic UI"/>
                <a:ea typeface="Yu Gothic UI" panose="020B0500000000000000" pitchFamily="34" charset="-128"/>
                <a:cs typeface="Segoe UI" panose="020B0502040204020203" pitchFamily="34" charset="0"/>
              </a:rPr>
              <a:t>ディスクは </a:t>
            </a:r>
            <a:r>
              <a:rPr kumimoji="1" lang="en-US" altLang="ja-JP" dirty="0">
                <a:solidFill>
                  <a:prstClr val="black"/>
                </a:solidFill>
                <a:latin typeface="Yu Gothic UI"/>
                <a:ea typeface="Yu Gothic UI" panose="020B0500000000000000" pitchFamily="34" charset="-128"/>
                <a:cs typeface="Segoe UI" panose="020B0502040204020203" pitchFamily="34" charset="0"/>
              </a:rPr>
              <a:t>OS </a:t>
            </a:r>
            <a:r>
              <a:rPr kumimoji="1" lang="ja-JP" altLang="en-US" dirty="0">
                <a:solidFill>
                  <a:prstClr val="black"/>
                </a:solidFill>
                <a:latin typeface="Yu Gothic UI"/>
                <a:ea typeface="Yu Gothic UI" panose="020B0500000000000000" pitchFamily="34" charset="-128"/>
                <a:cs typeface="Segoe UI" panose="020B0502040204020203" pitchFamily="34" charset="0"/>
              </a:rPr>
              <a:t>ディスク、データディスク共に </a:t>
            </a:r>
            <a:r>
              <a:rPr kumimoji="1" lang="en-US" altLang="ja-JP" dirty="0">
                <a:solidFill>
                  <a:prstClr val="black"/>
                </a:solidFill>
                <a:latin typeface="Yu Gothic UI"/>
                <a:ea typeface="Yu Gothic UI" panose="020B0500000000000000" pitchFamily="34" charset="-128"/>
                <a:cs typeface="Segoe UI" panose="020B0502040204020203" pitchFamily="34" charset="0"/>
              </a:rPr>
              <a:t>Managed Disk </a:t>
            </a:r>
            <a:r>
              <a:rPr kumimoji="1" lang="ja-JP" altLang="en-US" dirty="0">
                <a:solidFill>
                  <a:prstClr val="black"/>
                </a:solidFill>
                <a:latin typeface="Yu Gothic UI"/>
                <a:ea typeface="Yu Gothic UI" panose="020B0500000000000000" pitchFamily="34" charset="-128"/>
                <a:cs typeface="Segoe UI" panose="020B0502040204020203" pitchFamily="34" charset="0"/>
              </a:rPr>
              <a:t>と呼ばれるストレージサービスを利用</a:t>
            </a:r>
            <a:endParaRPr kumimoji="1" lang="en-US" altLang="ja-JP" dirty="0">
              <a:solidFill>
                <a:prstClr val="black"/>
              </a:solidFill>
              <a:latin typeface="Yu Gothic UI"/>
              <a:ea typeface="Yu Gothic UI" panose="020B0500000000000000" pitchFamily="34" charset="-128"/>
              <a:cs typeface="Segoe UI" panose="020B0502040204020203" pitchFamily="34" charset="0"/>
            </a:endParaRPr>
          </a:p>
          <a:p>
            <a:pPr marL="285750" indent="-285750" defTabSz="914367" rtl="0">
              <a:spcAft>
                <a:spcPts val="588"/>
              </a:spcAft>
              <a:buFont typeface="Arial" panose="020B0604020202020204" pitchFamily="34" charset="0"/>
              <a:buChar char="•"/>
            </a:pPr>
            <a:r>
              <a:rPr kumimoji="1" lang="en-US" altLang="ja-JP" dirty="0">
                <a:solidFill>
                  <a:prstClr val="black"/>
                </a:solidFill>
                <a:latin typeface="Yu Gothic UI"/>
                <a:ea typeface="Yu Gothic UI" panose="020B0500000000000000" pitchFamily="34" charset="-128"/>
                <a:cs typeface="Segoe UI" panose="020B0502040204020203" pitchFamily="34" charset="0"/>
              </a:rPr>
              <a:t> Azure VM </a:t>
            </a:r>
            <a:r>
              <a:rPr kumimoji="1" lang="ja-JP" altLang="en-US" dirty="0">
                <a:solidFill>
                  <a:prstClr val="black"/>
                </a:solidFill>
                <a:latin typeface="Yu Gothic UI"/>
                <a:ea typeface="Yu Gothic UI" panose="020B0500000000000000" pitchFamily="34" charset="-128"/>
                <a:cs typeface="Segoe UI" panose="020B0502040204020203" pitchFamily="34" charset="0"/>
              </a:rPr>
              <a:t>が稼働してる </a:t>
            </a:r>
            <a:r>
              <a:rPr kumimoji="1" lang="en-US" altLang="ja-JP" dirty="0">
                <a:solidFill>
                  <a:prstClr val="black"/>
                </a:solidFill>
                <a:latin typeface="Yu Gothic UI"/>
                <a:ea typeface="Yu Gothic UI" panose="020B0500000000000000" pitchFamily="34" charset="-128"/>
                <a:cs typeface="Segoe UI" panose="020B0502040204020203" pitchFamily="34" charset="0"/>
              </a:rPr>
              <a:t>Hyper-V </a:t>
            </a:r>
            <a:r>
              <a:rPr kumimoji="1" lang="ja-JP" altLang="en-US" dirty="0">
                <a:solidFill>
                  <a:prstClr val="black"/>
                </a:solidFill>
                <a:latin typeface="Yu Gothic UI"/>
                <a:ea typeface="Yu Gothic UI" panose="020B0500000000000000" pitchFamily="34" charset="-128"/>
                <a:cs typeface="Segoe UI" panose="020B0502040204020203" pitchFamily="34" charset="0"/>
              </a:rPr>
              <a:t>とは異なるハードウェアから提供されるディスクをマウント</a:t>
            </a:r>
            <a:endParaRPr kumimoji="1" lang="en-US" altLang="ja-JP" dirty="0">
              <a:solidFill>
                <a:prstClr val="black"/>
              </a:solidFill>
              <a:latin typeface="Yu Gothic UI"/>
              <a:ea typeface="Yu Gothic UI" panose="020B0500000000000000" pitchFamily="34" charset="-128"/>
              <a:cs typeface="Segoe UI" panose="020B0502040204020203" pitchFamily="34" charset="0"/>
            </a:endParaRPr>
          </a:p>
          <a:p>
            <a:pPr marL="285750" indent="-285750" defTabSz="914367" rtl="0">
              <a:spcAft>
                <a:spcPts val="588"/>
              </a:spcAft>
              <a:buFont typeface="Arial" panose="020B0604020202020204" pitchFamily="34" charset="0"/>
              <a:buChar char="•"/>
            </a:pPr>
            <a:endParaRPr kumimoji="1" lang="ja-JP" altLang="en-US" dirty="0">
              <a:solidFill>
                <a:prstClr val="black"/>
              </a:solidFill>
              <a:latin typeface="Yu Gothic UI"/>
              <a:ea typeface="Yu Gothic UI" panose="020B0500000000000000" pitchFamily="34" charset="-128"/>
              <a:cs typeface="Segoe UI" panose="020B0502040204020203" pitchFamily="34" charset="0"/>
            </a:endParaRPr>
          </a:p>
          <a:p>
            <a:pPr marL="285750" indent="-285750" rtl="0" fontAlgn="t">
              <a:buFont typeface="Arial" panose="020B0604020202020204" pitchFamily="34" charset="0"/>
              <a:buChar char="•"/>
            </a:pPr>
            <a:r>
              <a:rPr kumimoji="1" lang="en-US" altLang="ja-JP" dirty="0">
                <a:solidFill>
                  <a:prstClr val="black"/>
                </a:solidFill>
                <a:latin typeface="Yu Gothic UI"/>
                <a:ea typeface="Yu Gothic UI"/>
              </a:rPr>
              <a:t>Azure </a:t>
            </a:r>
            <a:r>
              <a:rPr kumimoji="1" lang="ja-JP" altLang="en-US" dirty="0">
                <a:solidFill>
                  <a:prstClr val="black"/>
                </a:solidFill>
                <a:latin typeface="Yu Gothic UI"/>
                <a:ea typeface="Yu Gothic UI"/>
              </a:rPr>
              <a:t>の仮想ネットワーク </a:t>
            </a:r>
            <a:r>
              <a:rPr kumimoji="1" lang="en-US" altLang="ja-JP" dirty="0">
                <a:solidFill>
                  <a:prstClr val="black"/>
                </a:solidFill>
                <a:latin typeface="Yu Gothic UI"/>
                <a:ea typeface="Yu Gothic UI"/>
              </a:rPr>
              <a:t>(</a:t>
            </a:r>
            <a:r>
              <a:rPr kumimoji="1" lang="ja-JP" altLang="en-US" dirty="0">
                <a:solidFill>
                  <a:prstClr val="black"/>
                </a:solidFill>
                <a:latin typeface="Yu Gothic UI"/>
                <a:ea typeface="Yu Gothic UI"/>
              </a:rPr>
              <a:t> </a:t>
            </a:r>
            <a:r>
              <a:rPr kumimoji="1" lang="en-US" altLang="ja-JP" dirty="0" err="1">
                <a:solidFill>
                  <a:prstClr val="black"/>
                </a:solidFill>
                <a:latin typeface="Yu Gothic UI"/>
                <a:ea typeface="Yu Gothic UI"/>
              </a:rPr>
              <a:t>Vnet</a:t>
            </a:r>
            <a:r>
              <a:rPr kumimoji="1" lang="ja-JP" altLang="en-US" dirty="0">
                <a:solidFill>
                  <a:prstClr val="black"/>
                </a:solidFill>
                <a:latin typeface="Yu Gothic UI"/>
                <a:ea typeface="Yu Gothic UI"/>
              </a:rPr>
              <a:t> </a:t>
            </a:r>
            <a:r>
              <a:rPr kumimoji="1" lang="en-US" altLang="ja-JP" dirty="0">
                <a:solidFill>
                  <a:prstClr val="black"/>
                </a:solidFill>
                <a:latin typeface="Yu Gothic UI"/>
                <a:ea typeface="Yu Gothic UI"/>
              </a:rPr>
              <a:t>)</a:t>
            </a:r>
            <a:r>
              <a:rPr kumimoji="1" lang="ja-JP" altLang="en-US" dirty="0">
                <a:solidFill>
                  <a:prstClr val="black"/>
                </a:solidFill>
                <a:latin typeface="Yu Gothic UI"/>
                <a:ea typeface="Yu Gothic UI"/>
              </a:rPr>
              <a:t> は </a:t>
            </a:r>
            <a:r>
              <a:rPr kumimoji="1" lang="en-US" altLang="ja-JP" dirty="0">
                <a:solidFill>
                  <a:prstClr val="black"/>
                </a:solidFill>
                <a:latin typeface="Yu Gothic UI"/>
                <a:ea typeface="Yu Gothic UI"/>
              </a:rPr>
              <a:t>SDN </a:t>
            </a:r>
            <a:r>
              <a:rPr kumimoji="1" lang="ja-JP" altLang="en-US" dirty="0">
                <a:solidFill>
                  <a:prstClr val="black"/>
                </a:solidFill>
                <a:latin typeface="Yu Gothic UI"/>
                <a:ea typeface="Yu Gothic UI"/>
              </a:rPr>
              <a:t>によって構成されており、</a:t>
            </a:r>
            <a:r>
              <a:rPr kumimoji="1" lang="en-US" altLang="ja-JP" dirty="0">
                <a:solidFill>
                  <a:prstClr val="black"/>
                </a:solidFill>
                <a:latin typeface="Yu Gothic UI"/>
                <a:ea typeface="Yu Gothic UI"/>
              </a:rPr>
              <a:t>Azure</a:t>
            </a:r>
            <a:r>
              <a:rPr kumimoji="1" lang="ja-JP" altLang="en-US" dirty="0">
                <a:solidFill>
                  <a:prstClr val="black"/>
                </a:solidFill>
                <a:latin typeface="Yu Gothic UI"/>
                <a:ea typeface="Yu Gothic UI"/>
              </a:rPr>
              <a:t> </a:t>
            </a:r>
            <a:r>
              <a:rPr kumimoji="1" lang="en-US" altLang="ja-JP" dirty="0">
                <a:solidFill>
                  <a:prstClr val="black"/>
                </a:solidFill>
                <a:latin typeface="Yu Gothic UI"/>
                <a:ea typeface="Yu Gothic UI"/>
              </a:rPr>
              <a:t>VM </a:t>
            </a:r>
            <a:r>
              <a:rPr kumimoji="1" lang="ja-JP" altLang="en-US" dirty="0">
                <a:solidFill>
                  <a:prstClr val="black"/>
                </a:solidFill>
                <a:latin typeface="Yu Gothic UI"/>
                <a:ea typeface="Yu Gothic UI"/>
              </a:rPr>
              <a:t>はスイッチなどの物理機器を意識することなく、仮想 </a:t>
            </a:r>
            <a:r>
              <a:rPr kumimoji="1" lang="en-US" altLang="ja-JP" dirty="0">
                <a:solidFill>
                  <a:prstClr val="black"/>
                </a:solidFill>
                <a:latin typeface="Yu Gothic UI"/>
                <a:ea typeface="Yu Gothic UI"/>
              </a:rPr>
              <a:t>NIC </a:t>
            </a:r>
            <a:r>
              <a:rPr kumimoji="1" lang="ja-JP" altLang="en-US" dirty="0">
                <a:solidFill>
                  <a:prstClr val="black"/>
                </a:solidFill>
                <a:latin typeface="Yu Gothic UI"/>
                <a:ea typeface="Yu Gothic UI"/>
              </a:rPr>
              <a:t>を通じてネットワークへ接続</a:t>
            </a:r>
          </a:p>
        </p:txBody>
      </p:sp>
      <p:pic>
        <p:nvPicPr>
          <p:cNvPr id="271" name="グラフィックス 270">
            <a:extLst>
              <a:ext uri="{FF2B5EF4-FFF2-40B4-BE49-F238E27FC236}">
                <a16:creationId xmlns:a16="http://schemas.microsoft.com/office/drawing/2014/main" id="{6B2E569F-8A1D-F7D2-229F-9399B5DFF6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99279" y="4381915"/>
            <a:ext cx="340942" cy="340942"/>
          </a:xfrm>
          <a:prstGeom prst="rect">
            <a:avLst/>
          </a:prstGeom>
        </p:spPr>
      </p:pic>
      <p:sp>
        <p:nvSpPr>
          <p:cNvPr id="272" name="テキスト ボックス 271">
            <a:extLst>
              <a:ext uri="{FF2B5EF4-FFF2-40B4-BE49-F238E27FC236}">
                <a16:creationId xmlns:a16="http://schemas.microsoft.com/office/drawing/2014/main" id="{2DA8F01F-94D2-0390-731B-3A885DB21FA0}"/>
              </a:ext>
            </a:extLst>
          </p:cNvPr>
          <p:cNvSpPr txBox="1"/>
          <p:nvPr/>
        </p:nvSpPr>
        <p:spPr>
          <a:xfrm flipH="1">
            <a:off x="9028838" y="4340694"/>
            <a:ext cx="652330" cy="455857"/>
          </a:xfrm>
          <a:prstGeom prst="rect">
            <a:avLst/>
          </a:prstGeom>
          <a:noFill/>
        </p:spPr>
        <p:txBody>
          <a:bodyPr wrap="square" lIns="179285" tIns="143428" rIns="179285" bIns="143428" rtlCol="0" anchor="ctr">
            <a:spAutoFit/>
          </a:bodyPr>
          <a:lstStyle/>
          <a:p>
            <a:pPr algn="ctr" rtl="0">
              <a:lnSpc>
                <a:spcPct val="90000"/>
              </a:lnSpc>
              <a:spcAft>
                <a:spcPts val="588"/>
              </a:spcAft>
            </a:pPr>
            <a:r>
              <a:rPr kumimoji="1" lang="en-US" altLang="ja-JP" sz="1200" dirty="0">
                <a:solidFill>
                  <a:prstClr val="black"/>
                </a:solidFill>
                <a:latin typeface="Yu Gothic UI"/>
                <a:ea typeface="Yu Gothic UI"/>
              </a:rPr>
              <a:t>NIC</a:t>
            </a:r>
            <a:endParaRPr kumimoji="1" lang="ja-JP" altLang="en-US" sz="1176" dirty="0">
              <a:solidFill>
                <a:prstClr val="black"/>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21970-50ED-1B6E-7CB5-F857A0196282}"/>
            </a:ext>
          </a:extLst>
        </p:cNvPr>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8EC838CA-9B4A-DCD7-2468-C631463942F6}"/>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Managed Disk</a:t>
            </a:r>
          </a:p>
        </p:txBody>
      </p:sp>
      <p:sp>
        <p:nvSpPr>
          <p:cNvPr id="2" name="正方形/長方形 1">
            <a:extLst>
              <a:ext uri="{FF2B5EF4-FFF2-40B4-BE49-F238E27FC236}">
                <a16:creationId xmlns:a16="http://schemas.microsoft.com/office/drawing/2014/main" id="{A018D2C5-E7FC-DCB7-AC7B-ABB8F535726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A2243102-FDD5-14DC-87DF-686452A91B2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8" name="テキスト プレースホルダー 6">
            <a:extLst>
              <a:ext uri="{FF2B5EF4-FFF2-40B4-BE49-F238E27FC236}">
                <a16:creationId xmlns:a16="http://schemas.microsoft.com/office/drawing/2014/main" id="{A759F8F0-27E2-2AE2-9569-58ABC63E0249}"/>
              </a:ext>
            </a:extLst>
          </p:cNvPr>
          <p:cNvSpPr txBox="1">
            <a:spLocks/>
          </p:cNvSpPr>
          <p:nvPr/>
        </p:nvSpPr>
        <p:spPr>
          <a:xfrm>
            <a:off x="316815" y="1270752"/>
            <a:ext cx="11558370" cy="1119054"/>
          </a:xfrm>
          <a:prstGeom prst="rect">
            <a:avLst/>
          </a:prstGeom>
        </p:spPr>
        <p:txBody>
          <a:bodyPr>
            <a:normAutofit fontScale="85000" lnSpcReduction="10000"/>
          </a:bodyPr>
          <a:lstStyle>
            <a:lvl1pPr marL="228594" marR="0" indent="-228594"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189" marR="0" indent="-228594"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09" marR="0" indent="-200020"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42" marR="0" indent="-180970"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13" marR="0" indent="-168270"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4976" indent="-233181" algn="l" defTabSz="932719"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336" indent="-233181" algn="l" defTabSz="932719"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695" indent="-233181" algn="l" defTabSz="932719"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056" indent="-233181" algn="l" defTabSz="932719"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Arial" panose="020B0604020202020204" pitchFamily="34" charset="0"/>
              <a:buChar char="•"/>
            </a:pPr>
            <a:r>
              <a:rPr lang="en-US" altLang="ja-JP" sz="2000" dirty="0">
                <a:latin typeface="Yu Gothic UI" panose="020B0500000000000000" pitchFamily="50" charset="-128"/>
                <a:ea typeface="Yu Gothic UI" panose="020B0500000000000000" pitchFamily="50" charset="-128"/>
              </a:rPr>
              <a:t>Azure </a:t>
            </a:r>
            <a:r>
              <a:rPr lang="ja-JP" altLang="en-US" sz="2000" dirty="0">
                <a:latin typeface="Yu Gothic UI" panose="020B0500000000000000" pitchFamily="50" charset="-128"/>
                <a:ea typeface="Yu Gothic UI" panose="020B0500000000000000" pitchFamily="50" charset="-128"/>
              </a:rPr>
              <a:t>マネージドディスクは、</a:t>
            </a:r>
            <a:r>
              <a:rPr lang="en-US" altLang="ja-JP" sz="2000" dirty="0">
                <a:latin typeface="Yu Gothic UI" panose="020B0500000000000000" pitchFamily="50" charset="-128"/>
                <a:ea typeface="Yu Gothic UI" panose="020B0500000000000000" pitchFamily="50" charset="-128"/>
              </a:rPr>
              <a:t>Azure </a:t>
            </a:r>
            <a:r>
              <a:rPr lang="ja-JP" altLang="en-US" sz="2000" dirty="0">
                <a:latin typeface="Yu Gothic UI" panose="020B0500000000000000" pitchFamily="50" charset="-128"/>
                <a:ea typeface="Yu Gothic UI" panose="020B0500000000000000" pitchFamily="50" charset="-128"/>
              </a:rPr>
              <a:t>が管理する</a:t>
            </a:r>
            <a:r>
              <a:rPr lang="en-US" altLang="ja-JP" sz="2000" dirty="0">
                <a:latin typeface="Yu Gothic UI" panose="020B0500000000000000" pitchFamily="50" charset="-128"/>
                <a:ea typeface="Yu Gothic UI" panose="020B0500000000000000" pitchFamily="50" charset="-128"/>
              </a:rPr>
              <a:t> Azure VM </a:t>
            </a:r>
            <a:r>
              <a:rPr lang="ja-JP" altLang="en-US" sz="2000" dirty="0">
                <a:latin typeface="Yu Gothic UI" panose="020B0500000000000000" pitchFamily="50" charset="-128"/>
                <a:ea typeface="Yu Gothic UI" panose="020B0500000000000000" pitchFamily="50" charset="-128"/>
              </a:rPr>
              <a:t>用のブロックストレージ</a:t>
            </a:r>
          </a:p>
          <a:p>
            <a:pPr>
              <a:buFont typeface="Arial" panose="020B0604020202020204" pitchFamily="34" charset="0"/>
              <a:buChar char="•"/>
            </a:pPr>
            <a:r>
              <a:rPr lang="en-US" altLang="ja-JP" sz="2000" dirty="0">
                <a:latin typeface="Yu Gothic UI" panose="020B0500000000000000" pitchFamily="50" charset="-128"/>
                <a:ea typeface="Yu Gothic UI" panose="020B0500000000000000" pitchFamily="50" charset="-128"/>
              </a:rPr>
              <a:t>Azure VM </a:t>
            </a:r>
            <a:r>
              <a:rPr lang="ja-JP" altLang="en-US" sz="2000" dirty="0">
                <a:latin typeface="Yu Gothic UI" panose="020B0500000000000000" pitchFamily="50" charset="-128"/>
                <a:ea typeface="Yu Gothic UI" panose="020B0500000000000000" pitchFamily="50" charset="-128"/>
              </a:rPr>
              <a:t> にアタッチすると通常のディスクとして認識され、</a:t>
            </a:r>
            <a:r>
              <a:rPr lang="en-US" altLang="ja-JP" sz="2000" dirty="0">
                <a:latin typeface="Yu Gothic UI" panose="020B0500000000000000" pitchFamily="50" charset="-128"/>
                <a:ea typeface="Yu Gothic UI" panose="020B0500000000000000" pitchFamily="50" charset="-128"/>
              </a:rPr>
              <a:t>OS </a:t>
            </a:r>
            <a:r>
              <a:rPr lang="ja-JP" altLang="en-US" sz="2000" dirty="0">
                <a:latin typeface="Yu Gothic UI" panose="020B0500000000000000" pitchFamily="50" charset="-128"/>
                <a:ea typeface="Yu Gothic UI" panose="020B0500000000000000" pitchFamily="50" charset="-128"/>
              </a:rPr>
              <a:t>ディスクやデータディスクとして利用でき、種類に応じて性能が異なる</a:t>
            </a:r>
          </a:p>
          <a:p>
            <a:pPr>
              <a:buFont typeface="Arial" panose="020B0604020202020204" pitchFamily="34" charset="0"/>
              <a:buChar char="•"/>
            </a:pPr>
            <a:r>
              <a:rPr lang="ja-JP" altLang="en-US" sz="2000" dirty="0">
                <a:latin typeface="Yu Gothic UI" panose="020B0500000000000000" pitchFamily="50" charset="-128"/>
                <a:ea typeface="Yu Gothic UI" panose="020B0500000000000000" pitchFamily="50" charset="-128"/>
              </a:rPr>
              <a:t>ディスクの可用性や管理は </a:t>
            </a:r>
            <a:r>
              <a:rPr lang="en-US" altLang="ja-JP" sz="2000" dirty="0">
                <a:latin typeface="Yu Gothic UI" panose="020B0500000000000000" pitchFamily="50" charset="-128"/>
                <a:ea typeface="Yu Gothic UI" panose="020B0500000000000000" pitchFamily="50" charset="-128"/>
              </a:rPr>
              <a:t>Azure </a:t>
            </a:r>
            <a:r>
              <a:rPr lang="ja-JP" altLang="en-US" sz="2000" dirty="0">
                <a:latin typeface="Yu Gothic UI" panose="020B0500000000000000" pitchFamily="50" charset="-128"/>
                <a:ea typeface="Yu Gothic UI" panose="020B0500000000000000" pitchFamily="50" charset="-128"/>
              </a:rPr>
              <a:t>によって自動的に行われ、耐障害性、スナップショット、バックアップなどの運用作業を簡潔にできる</a:t>
            </a:r>
          </a:p>
        </p:txBody>
      </p:sp>
      <p:sp>
        <p:nvSpPr>
          <p:cNvPr id="29" name="Rectangle 5">
            <a:extLst>
              <a:ext uri="{FF2B5EF4-FFF2-40B4-BE49-F238E27FC236}">
                <a16:creationId xmlns:a16="http://schemas.microsoft.com/office/drawing/2014/main" id="{33E3EEF4-C5DB-701F-25D4-E9CEF8978844}"/>
              </a:ext>
            </a:extLst>
          </p:cNvPr>
          <p:cNvSpPr/>
          <p:nvPr/>
        </p:nvSpPr>
        <p:spPr bwMode="auto">
          <a:xfrm>
            <a:off x="427263" y="4319251"/>
            <a:ext cx="504239" cy="2420716"/>
          </a:xfrm>
          <a:prstGeom prst="rect">
            <a:avLst/>
          </a:prstGeom>
          <a:solidFill>
            <a:srgbClr val="0078D4">
              <a:lumMod val="50000"/>
            </a:srgbClr>
          </a:solidFill>
          <a:ln w="10795" cap="flat" cmpd="sng" algn="ctr">
            <a:noFill/>
            <a:prstDash val="solid"/>
            <a:headEnd type="none" w="med" len="med"/>
            <a:tailEnd type="none" w="med" len="med"/>
          </a:ln>
          <a:effectLst/>
        </p:spPr>
        <p:txBody>
          <a:bodyPr vert="eaVert" wrap="square" lIns="0" tIns="45707" rIns="0" bIns="45707" numCol="1" rtlCol="0" anchor="ctr" anchorCtr="0" compatLnSpc="1">
            <a:prstTxWarp prst="textNoShape">
              <a:avLst/>
            </a:prstTxWarp>
          </a:bodyPr>
          <a:lstStyle/>
          <a:p>
            <a:pPr marL="0" marR="0" lvl="0" indent="0" algn="ctr" defTabSz="913728" eaLnBrk="1" fontAlgn="base" latinLnBrk="0" hangingPunct="1">
              <a:lnSpc>
                <a:spcPct val="100000"/>
              </a:lnSpc>
              <a:spcBef>
                <a:spcPct val="0"/>
              </a:spcBef>
              <a:spcAft>
                <a:spcPct val="0"/>
              </a:spcAft>
              <a:buClrTx/>
              <a:buSzTx/>
              <a:buFontTx/>
              <a:buNone/>
              <a:tabLst/>
              <a:defRPr/>
            </a:pPr>
            <a:r>
              <a:rPr kumimoji="0" lang="ja-JP" altLang="en-US" sz="1400" b="0" i="0" u="none" strike="noStrike" kern="0" cap="none" spc="0" normalizeH="0" baseline="0" noProof="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シングルディスクでの最大値</a:t>
            </a:r>
            <a:endParaRPr kumimoji="0" lang="en-US" sz="1400" b="0" i="0" u="none" strike="noStrike" kern="0" cap="none" spc="0" normalizeH="0" baseline="0" noProof="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cxnSp>
        <p:nvCxnSpPr>
          <p:cNvPr id="30" name="Straight Connector 66">
            <a:extLst>
              <a:ext uri="{FF2B5EF4-FFF2-40B4-BE49-F238E27FC236}">
                <a16:creationId xmlns:a16="http://schemas.microsoft.com/office/drawing/2014/main" id="{EEAE571E-3CF4-7FFE-EF5A-047457B5AC0E}"/>
              </a:ext>
            </a:extLst>
          </p:cNvPr>
          <p:cNvCxnSpPr>
            <a:cxnSpLocks/>
          </p:cNvCxnSpPr>
          <p:nvPr/>
        </p:nvCxnSpPr>
        <p:spPr>
          <a:xfrm>
            <a:off x="427263" y="3738703"/>
            <a:ext cx="11147908" cy="0"/>
          </a:xfrm>
          <a:prstGeom prst="line">
            <a:avLst/>
          </a:prstGeom>
          <a:noFill/>
          <a:ln w="12700" cap="flat" cmpd="sng" algn="ctr">
            <a:solidFill>
              <a:srgbClr val="EBEBEB"/>
            </a:solidFill>
            <a:prstDash val="solid"/>
            <a:headEnd type="none"/>
            <a:tailEnd type="none"/>
          </a:ln>
          <a:effectLst/>
        </p:spPr>
      </p:cxnSp>
      <p:grpSp>
        <p:nvGrpSpPr>
          <p:cNvPr id="31" name="グループ化 30">
            <a:extLst>
              <a:ext uri="{FF2B5EF4-FFF2-40B4-BE49-F238E27FC236}">
                <a16:creationId xmlns:a16="http://schemas.microsoft.com/office/drawing/2014/main" id="{8FB200D8-BBD9-C9ED-97EE-DB2F9F9344E4}"/>
              </a:ext>
            </a:extLst>
          </p:cNvPr>
          <p:cNvGrpSpPr/>
          <p:nvPr/>
        </p:nvGrpSpPr>
        <p:grpSpPr>
          <a:xfrm>
            <a:off x="6253243" y="2669381"/>
            <a:ext cx="1338901" cy="654537"/>
            <a:chOff x="6786856" y="2173431"/>
            <a:chExt cx="1609312" cy="654537"/>
          </a:xfrm>
        </p:grpSpPr>
        <p:grpSp>
          <p:nvGrpSpPr>
            <p:cNvPr id="32" name="Group 12">
              <a:extLst>
                <a:ext uri="{FF2B5EF4-FFF2-40B4-BE49-F238E27FC236}">
                  <a16:creationId xmlns:a16="http://schemas.microsoft.com/office/drawing/2014/main" id="{D88E0EE0-BB42-3264-1D2C-B5CDC9A80DDC}"/>
                </a:ext>
              </a:extLst>
            </p:cNvPr>
            <p:cNvGrpSpPr/>
            <p:nvPr/>
          </p:nvGrpSpPr>
          <p:grpSpPr>
            <a:xfrm>
              <a:off x="6786856" y="2173431"/>
              <a:ext cx="411408" cy="490261"/>
              <a:chOff x="-3187544" y="2133223"/>
              <a:chExt cx="498585" cy="594148"/>
            </a:xfrm>
          </p:grpSpPr>
          <p:sp>
            <p:nvSpPr>
              <p:cNvPr id="59" name="Freeform 5">
                <a:extLst>
                  <a:ext uri="{FF2B5EF4-FFF2-40B4-BE49-F238E27FC236}">
                    <a16:creationId xmlns:a16="http://schemas.microsoft.com/office/drawing/2014/main" id="{44F63436-3B30-E99A-8941-2475F497DBFD}"/>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60" name="Group 40">
                <a:extLst>
                  <a:ext uri="{FF2B5EF4-FFF2-40B4-BE49-F238E27FC236}">
                    <a16:creationId xmlns:a16="http://schemas.microsoft.com/office/drawing/2014/main" id="{DF96E1CF-6E87-43D1-A5BC-1AAA8CF06648}"/>
                  </a:ext>
                </a:extLst>
              </p:cNvPr>
              <p:cNvGrpSpPr/>
              <p:nvPr/>
            </p:nvGrpSpPr>
            <p:grpSpPr>
              <a:xfrm>
                <a:off x="-3112548" y="2200457"/>
                <a:ext cx="348591" cy="386904"/>
                <a:chOff x="5513643" y="5046557"/>
                <a:chExt cx="187770" cy="208407"/>
              </a:xfrm>
              <a:solidFill>
                <a:srgbClr val="0078D3"/>
              </a:solidFill>
            </p:grpSpPr>
            <p:sp>
              <p:nvSpPr>
                <p:cNvPr id="64" name="Oval 44">
                  <a:extLst>
                    <a:ext uri="{FF2B5EF4-FFF2-40B4-BE49-F238E27FC236}">
                      <a16:creationId xmlns:a16="http://schemas.microsoft.com/office/drawing/2014/main" id="{1AFDEBBE-6913-8BD0-BD21-EE9261937D15}"/>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65" name="Oval 45">
                  <a:extLst>
                    <a:ext uri="{FF2B5EF4-FFF2-40B4-BE49-F238E27FC236}">
                      <a16:creationId xmlns:a16="http://schemas.microsoft.com/office/drawing/2014/main" id="{8780E16E-A752-C4DD-67D9-C5B321859B32}"/>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66" name="Oval 46">
                  <a:extLst>
                    <a:ext uri="{FF2B5EF4-FFF2-40B4-BE49-F238E27FC236}">
                      <a16:creationId xmlns:a16="http://schemas.microsoft.com/office/drawing/2014/main" id="{A2884165-F4AC-723C-439C-7363C29365D0}"/>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67" name="Oval 47">
                  <a:extLst>
                    <a:ext uri="{FF2B5EF4-FFF2-40B4-BE49-F238E27FC236}">
                      <a16:creationId xmlns:a16="http://schemas.microsoft.com/office/drawing/2014/main" id="{4F962D97-0162-F7D6-44F7-B62E5D622064}"/>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61" name="Line 7">
                <a:extLst>
                  <a:ext uri="{FF2B5EF4-FFF2-40B4-BE49-F238E27FC236}">
                    <a16:creationId xmlns:a16="http://schemas.microsoft.com/office/drawing/2014/main" id="{AA784444-D8B2-0CB3-A47B-88133B1235CB}"/>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62" name="Line 8">
                <a:extLst>
                  <a:ext uri="{FF2B5EF4-FFF2-40B4-BE49-F238E27FC236}">
                    <a16:creationId xmlns:a16="http://schemas.microsoft.com/office/drawing/2014/main" id="{D44D4480-AA49-51F8-8031-744001598FC8}"/>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63" name="Line 9">
                <a:extLst>
                  <a:ext uri="{FF2B5EF4-FFF2-40B4-BE49-F238E27FC236}">
                    <a16:creationId xmlns:a16="http://schemas.microsoft.com/office/drawing/2014/main" id="{4179047A-54D6-6AE8-9B90-2452447ED958}"/>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33" name="Group 13">
              <a:extLst>
                <a:ext uri="{FF2B5EF4-FFF2-40B4-BE49-F238E27FC236}">
                  <a16:creationId xmlns:a16="http://schemas.microsoft.com/office/drawing/2014/main" id="{60CE7D9B-DCE1-D754-1F37-E2D3AC999CF7}"/>
                </a:ext>
              </a:extLst>
            </p:cNvPr>
            <p:cNvGrpSpPr/>
            <p:nvPr/>
          </p:nvGrpSpPr>
          <p:grpSpPr>
            <a:xfrm>
              <a:off x="7821087" y="2173431"/>
              <a:ext cx="411408" cy="490261"/>
              <a:chOff x="-3187544" y="2133223"/>
              <a:chExt cx="498585" cy="594148"/>
            </a:xfrm>
          </p:grpSpPr>
          <p:sp>
            <p:nvSpPr>
              <p:cNvPr id="50" name="Freeform 5">
                <a:extLst>
                  <a:ext uri="{FF2B5EF4-FFF2-40B4-BE49-F238E27FC236}">
                    <a16:creationId xmlns:a16="http://schemas.microsoft.com/office/drawing/2014/main" id="{B44FAC0B-E3C0-0A6E-4E2F-078EFA709D3A}"/>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51" name="Group 31">
                <a:extLst>
                  <a:ext uri="{FF2B5EF4-FFF2-40B4-BE49-F238E27FC236}">
                    <a16:creationId xmlns:a16="http://schemas.microsoft.com/office/drawing/2014/main" id="{5AACC81A-C8AB-00B7-25E1-3EC4CC7DB544}"/>
                  </a:ext>
                </a:extLst>
              </p:cNvPr>
              <p:cNvGrpSpPr/>
              <p:nvPr/>
            </p:nvGrpSpPr>
            <p:grpSpPr>
              <a:xfrm>
                <a:off x="-3112548" y="2200457"/>
                <a:ext cx="348591" cy="386904"/>
                <a:chOff x="5513643" y="5046557"/>
                <a:chExt cx="187770" cy="208407"/>
              </a:xfrm>
              <a:solidFill>
                <a:srgbClr val="0078D3"/>
              </a:solidFill>
            </p:grpSpPr>
            <p:sp>
              <p:nvSpPr>
                <p:cNvPr id="55" name="Oval 35">
                  <a:extLst>
                    <a:ext uri="{FF2B5EF4-FFF2-40B4-BE49-F238E27FC236}">
                      <a16:creationId xmlns:a16="http://schemas.microsoft.com/office/drawing/2014/main" id="{6E9FA6C1-5037-FD8D-F458-4A0046CF2489}"/>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56" name="Oval 36">
                  <a:extLst>
                    <a:ext uri="{FF2B5EF4-FFF2-40B4-BE49-F238E27FC236}">
                      <a16:creationId xmlns:a16="http://schemas.microsoft.com/office/drawing/2014/main" id="{EC3BCA45-A0AF-D934-EE1E-EBAE850EA825}"/>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57" name="Oval 37">
                  <a:extLst>
                    <a:ext uri="{FF2B5EF4-FFF2-40B4-BE49-F238E27FC236}">
                      <a16:creationId xmlns:a16="http://schemas.microsoft.com/office/drawing/2014/main" id="{A66C6F6F-BA73-5F10-B22C-1BA258F3CAAC}"/>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58" name="Oval 38">
                  <a:extLst>
                    <a:ext uri="{FF2B5EF4-FFF2-40B4-BE49-F238E27FC236}">
                      <a16:creationId xmlns:a16="http://schemas.microsoft.com/office/drawing/2014/main" id="{E6FAD69D-341C-50B5-AC54-EBA8342457AE}"/>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52" name="Line 7">
                <a:extLst>
                  <a:ext uri="{FF2B5EF4-FFF2-40B4-BE49-F238E27FC236}">
                    <a16:creationId xmlns:a16="http://schemas.microsoft.com/office/drawing/2014/main" id="{62FD3182-4A6B-41D3-041D-9275F83C278F}"/>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53" name="Line 8">
                <a:extLst>
                  <a:ext uri="{FF2B5EF4-FFF2-40B4-BE49-F238E27FC236}">
                    <a16:creationId xmlns:a16="http://schemas.microsoft.com/office/drawing/2014/main" id="{C16F359C-4559-4EF3-7F8C-6C8F6D5E941C}"/>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54" name="Line 9">
                <a:extLst>
                  <a:ext uri="{FF2B5EF4-FFF2-40B4-BE49-F238E27FC236}">
                    <a16:creationId xmlns:a16="http://schemas.microsoft.com/office/drawing/2014/main" id="{A55DA4D7-6AA7-C9E7-8F8C-5106130F1042}"/>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34" name="Group 14">
              <a:extLst>
                <a:ext uri="{FF2B5EF4-FFF2-40B4-BE49-F238E27FC236}">
                  <a16:creationId xmlns:a16="http://schemas.microsoft.com/office/drawing/2014/main" id="{F1E58520-9017-CEF9-CE84-E7D874F9C89D}"/>
                </a:ext>
              </a:extLst>
            </p:cNvPr>
            <p:cNvGrpSpPr/>
            <p:nvPr/>
          </p:nvGrpSpPr>
          <p:grpSpPr>
            <a:xfrm>
              <a:off x="7303971" y="2173431"/>
              <a:ext cx="411408" cy="490261"/>
              <a:chOff x="-3187544" y="2133223"/>
              <a:chExt cx="498585" cy="594148"/>
            </a:xfrm>
          </p:grpSpPr>
          <p:sp>
            <p:nvSpPr>
              <p:cNvPr id="41" name="Freeform 5">
                <a:extLst>
                  <a:ext uri="{FF2B5EF4-FFF2-40B4-BE49-F238E27FC236}">
                    <a16:creationId xmlns:a16="http://schemas.microsoft.com/office/drawing/2014/main" id="{757400F7-35CE-60D2-D06B-5FBDD6B3AFB6}"/>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42" name="Group 22">
                <a:extLst>
                  <a:ext uri="{FF2B5EF4-FFF2-40B4-BE49-F238E27FC236}">
                    <a16:creationId xmlns:a16="http://schemas.microsoft.com/office/drawing/2014/main" id="{07538B37-B62D-F56B-9D83-C8097ADDD2BE}"/>
                  </a:ext>
                </a:extLst>
              </p:cNvPr>
              <p:cNvGrpSpPr/>
              <p:nvPr/>
            </p:nvGrpSpPr>
            <p:grpSpPr>
              <a:xfrm>
                <a:off x="-3112548" y="2200457"/>
                <a:ext cx="348591" cy="386904"/>
                <a:chOff x="5513643" y="5046557"/>
                <a:chExt cx="187770" cy="208407"/>
              </a:xfrm>
              <a:solidFill>
                <a:srgbClr val="0078D3"/>
              </a:solidFill>
            </p:grpSpPr>
            <p:sp>
              <p:nvSpPr>
                <p:cNvPr id="46" name="Oval 26">
                  <a:extLst>
                    <a:ext uri="{FF2B5EF4-FFF2-40B4-BE49-F238E27FC236}">
                      <a16:creationId xmlns:a16="http://schemas.microsoft.com/office/drawing/2014/main" id="{E0EA86ED-1D27-5C10-AF36-9C0D21D310F9}"/>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47" name="Oval 27">
                  <a:extLst>
                    <a:ext uri="{FF2B5EF4-FFF2-40B4-BE49-F238E27FC236}">
                      <a16:creationId xmlns:a16="http://schemas.microsoft.com/office/drawing/2014/main" id="{81E67598-1DBE-FE98-E338-A7A8324072DB}"/>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48" name="Oval 28">
                  <a:extLst>
                    <a:ext uri="{FF2B5EF4-FFF2-40B4-BE49-F238E27FC236}">
                      <a16:creationId xmlns:a16="http://schemas.microsoft.com/office/drawing/2014/main" id="{3334DF8A-1533-90F2-0433-30F8DA8CF190}"/>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49" name="Oval 29">
                  <a:extLst>
                    <a:ext uri="{FF2B5EF4-FFF2-40B4-BE49-F238E27FC236}">
                      <a16:creationId xmlns:a16="http://schemas.microsoft.com/office/drawing/2014/main" id="{74BFF396-C5D3-92A4-3B22-D4128BA19DB3}"/>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43" name="Line 7">
                <a:extLst>
                  <a:ext uri="{FF2B5EF4-FFF2-40B4-BE49-F238E27FC236}">
                    <a16:creationId xmlns:a16="http://schemas.microsoft.com/office/drawing/2014/main" id="{7A682DCD-9366-DE35-A52D-D98A05E10B7E}"/>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44" name="Line 8">
                <a:extLst>
                  <a:ext uri="{FF2B5EF4-FFF2-40B4-BE49-F238E27FC236}">
                    <a16:creationId xmlns:a16="http://schemas.microsoft.com/office/drawing/2014/main" id="{6DD62304-B41B-EAA1-6E71-3C6A1E9ED54B}"/>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45" name="Line 9">
                <a:extLst>
                  <a:ext uri="{FF2B5EF4-FFF2-40B4-BE49-F238E27FC236}">
                    <a16:creationId xmlns:a16="http://schemas.microsoft.com/office/drawing/2014/main" id="{FF057430-D144-48B2-CCCA-6F631F03D499}"/>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sp>
          <p:nvSpPr>
            <p:cNvPr id="35" name="Oval 15">
              <a:extLst>
                <a:ext uri="{FF2B5EF4-FFF2-40B4-BE49-F238E27FC236}">
                  <a16:creationId xmlns:a16="http://schemas.microsoft.com/office/drawing/2014/main" id="{5D12274B-0D70-4DFC-BADF-03AF94A77E36}"/>
                </a:ext>
              </a:extLst>
            </p:cNvPr>
            <p:cNvSpPr/>
            <p:nvPr/>
          </p:nvSpPr>
          <p:spPr bwMode="auto">
            <a:xfrm>
              <a:off x="8067614"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36" name="Freeform 1018">
              <a:extLst>
                <a:ext uri="{FF2B5EF4-FFF2-40B4-BE49-F238E27FC236}">
                  <a16:creationId xmlns:a16="http://schemas.microsoft.com/office/drawing/2014/main" id="{AA0E38AA-13CE-1F89-64AC-BD03A28E4C03}"/>
                </a:ext>
              </a:extLst>
            </p:cNvPr>
            <p:cNvSpPr>
              <a:spLocks/>
            </p:cNvSpPr>
            <p:nvPr/>
          </p:nvSpPr>
          <p:spPr bwMode="auto">
            <a:xfrm>
              <a:off x="8156675"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37" name="Oval 17">
              <a:extLst>
                <a:ext uri="{FF2B5EF4-FFF2-40B4-BE49-F238E27FC236}">
                  <a16:creationId xmlns:a16="http://schemas.microsoft.com/office/drawing/2014/main" id="{A08EF092-57EA-05FF-836E-C597770F4392}"/>
                </a:ext>
              </a:extLst>
            </p:cNvPr>
            <p:cNvSpPr/>
            <p:nvPr/>
          </p:nvSpPr>
          <p:spPr bwMode="auto">
            <a:xfrm>
              <a:off x="7550498"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38" name="Freeform 1018">
              <a:extLst>
                <a:ext uri="{FF2B5EF4-FFF2-40B4-BE49-F238E27FC236}">
                  <a16:creationId xmlns:a16="http://schemas.microsoft.com/office/drawing/2014/main" id="{B39B6888-F324-CCB6-E056-0A1F830DA91A}"/>
                </a:ext>
              </a:extLst>
            </p:cNvPr>
            <p:cNvSpPr>
              <a:spLocks/>
            </p:cNvSpPr>
            <p:nvPr/>
          </p:nvSpPr>
          <p:spPr bwMode="auto">
            <a:xfrm>
              <a:off x="7639560"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39" name="Oval 19">
              <a:extLst>
                <a:ext uri="{FF2B5EF4-FFF2-40B4-BE49-F238E27FC236}">
                  <a16:creationId xmlns:a16="http://schemas.microsoft.com/office/drawing/2014/main" id="{0517FF2D-7C9E-C0C6-4C9E-0E95A5C51608}"/>
                </a:ext>
              </a:extLst>
            </p:cNvPr>
            <p:cNvSpPr/>
            <p:nvPr/>
          </p:nvSpPr>
          <p:spPr bwMode="auto">
            <a:xfrm>
              <a:off x="7033383"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40" name="Freeform 1018">
              <a:extLst>
                <a:ext uri="{FF2B5EF4-FFF2-40B4-BE49-F238E27FC236}">
                  <a16:creationId xmlns:a16="http://schemas.microsoft.com/office/drawing/2014/main" id="{7E2E7876-2DC3-62FD-784A-FF8EE8653F1C}"/>
                </a:ext>
              </a:extLst>
            </p:cNvPr>
            <p:cNvSpPr>
              <a:spLocks/>
            </p:cNvSpPr>
            <p:nvPr/>
          </p:nvSpPr>
          <p:spPr bwMode="auto">
            <a:xfrm>
              <a:off x="7122445"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grpSp>
      <p:sp>
        <p:nvSpPr>
          <p:cNvPr id="68" name="TextBox 48">
            <a:extLst>
              <a:ext uri="{FF2B5EF4-FFF2-40B4-BE49-F238E27FC236}">
                <a16:creationId xmlns:a16="http://schemas.microsoft.com/office/drawing/2014/main" id="{E45CDDEB-43A2-FDE4-06D1-AD70A15EE147}"/>
              </a:ext>
            </a:extLst>
          </p:cNvPr>
          <p:cNvSpPr txBox="1"/>
          <p:nvPr/>
        </p:nvSpPr>
        <p:spPr>
          <a:xfrm>
            <a:off x="6395235" y="3412122"/>
            <a:ext cx="1054919" cy="246221"/>
          </a:xfrm>
          <a:prstGeom prst="rect">
            <a:avLst/>
          </a:prstGeom>
          <a:noFill/>
        </p:spPr>
        <p:txBody>
          <a:bodyPr wrap="none" lIns="0" tIns="0" rIns="0" bIns="0" rtlCol="0" anchor="t" anchorCtr="0">
            <a:spAutoFit/>
          </a:bodyPr>
          <a:lstStyle/>
          <a:p>
            <a:pPr algn="ctr" defTabSz="895384" fontAlgn="base">
              <a:spcBef>
                <a:spcPct val="0"/>
              </a:spcBef>
              <a:spcAft>
                <a:spcPct val="0"/>
              </a:spcAft>
              <a:defRPr/>
            </a:pPr>
            <a:r>
              <a:rPr lang="en-US" sz="1600" kern="0" dirty="0">
                <a:latin typeface="Segoe UI Semibold" panose="020B0702040204020203" pitchFamily="34" charset="0"/>
                <a:cs typeface="Segoe UI Semibold" panose="020B0702040204020203" pitchFamily="34" charset="0"/>
              </a:rPr>
              <a:t>Premium SSD</a:t>
            </a:r>
          </a:p>
        </p:txBody>
      </p:sp>
      <p:sp>
        <p:nvSpPr>
          <p:cNvPr id="69" name="TextBox 50">
            <a:extLst>
              <a:ext uri="{FF2B5EF4-FFF2-40B4-BE49-F238E27FC236}">
                <a16:creationId xmlns:a16="http://schemas.microsoft.com/office/drawing/2014/main" id="{E30ED2E0-5DBA-E982-10D3-D9EC3BBC4F0B}"/>
              </a:ext>
            </a:extLst>
          </p:cNvPr>
          <p:cNvSpPr txBox="1"/>
          <p:nvPr/>
        </p:nvSpPr>
        <p:spPr>
          <a:xfrm>
            <a:off x="6003337"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ja-JP" altLang="en-US" sz="1200" b="0" i="0" u="none" strike="noStrike" kern="0" cap="none" spc="0" normalizeH="0" baseline="0" noProof="0" dirty="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高いパフォーマンス</a:t>
            </a:r>
            <a:endParaRPr kumimoji="0" lang="en-US" sz="1200" b="0" i="0" u="none" strike="noStrike" kern="0" cap="none" spc="0" normalizeH="0" baseline="0" noProof="0" dirty="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70" name="TextBox 9">
            <a:extLst>
              <a:ext uri="{FF2B5EF4-FFF2-40B4-BE49-F238E27FC236}">
                <a16:creationId xmlns:a16="http://schemas.microsoft.com/office/drawing/2014/main" id="{43A2330D-7A93-3E4C-FC32-7B69BA74BDBE}"/>
              </a:ext>
            </a:extLst>
          </p:cNvPr>
          <p:cNvSpPr txBox="1"/>
          <p:nvPr/>
        </p:nvSpPr>
        <p:spPr>
          <a:xfrm>
            <a:off x="2553646" y="3412121"/>
            <a:ext cx="1118933" cy="246221"/>
          </a:xfrm>
          <a:prstGeom prst="rect">
            <a:avLst/>
          </a:prstGeom>
          <a:noFill/>
        </p:spPr>
        <p:txBody>
          <a:bodyPr wrap="none" lIns="0" tIns="0" rIns="0" bIns="0" rtlCol="0" anchor="t" anchorCtr="0">
            <a:sp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effectLst/>
                <a:uLnTx/>
                <a:uFillTx/>
                <a:latin typeface="Segoe UI Semibold" panose="020B0702040204020203" pitchFamily="34" charset="0"/>
                <a:cs typeface="Segoe UI Semibold" panose="020B0702040204020203" pitchFamily="34" charset="0"/>
              </a:rPr>
              <a:t>Standard HDD</a:t>
            </a:r>
          </a:p>
        </p:txBody>
      </p:sp>
      <p:sp>
        <p:nvSpPr>
          <p:cNvPr id="71" name="TextBox 10">
            <a:extLst>
              <a:ext uri="{FF2B5EF4-FFF2-40B4-BE49-F238E27FC236}">
                <a16:creationId xmlns:a16="http://schemas.microsoft.com/office/drawing/2014/main" id="{EC24DC0B-D4DB-7797-9CEF-AC275DBAE896}"/>
              </a:ext>
            </a:extLst>
          </p:cNvPr>
          <p:cNvSpPr txBox="1"/>
          <p:nvPr/>
        </p:nvSpPr>
        <p:spPr>
          <a:xfrm>
            <a:off x="4486606" y="3412121"/>
            <a:ext cx="1057586" cy="246221"/>
          </a:xfrm>
          <a:prstGeom prst="rect">
            <a:avLst/>
          </a:prstGeom>
          <a:noFill/>
        </p:spPr>
        <p:txBody>
          <a:bodyPr wrap="none" lIns="0" tIns="0" rIns="0" bIns="0" rtlCol="0" anchor="t" anchorCtr="0">
            <a:sp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effectLst/>
                <a:uLnTx/>
                <a:uFillTx/>
                <a:latin typeface="Segoe UI Semibold" panose="020B0702040204020203" pitchFamily="34" charset="0"/>
                <a:cs typeface="Segoe UI Semibold" panose="020B0702040204020203" pitchFamily="34" charset="0"/>
              </a:rPr>
              <a:t>Standard SSD</a:t>
            </a:r>
          </a:p>
        </p:txBody>
      </p:sp>
      <p:sp>
        <p:nvSpPr>
          <p:cNvPr id="72" name="TextBox 55">
            <a:extLst>
              <a:ext uri="{FF2B5EF4-FFF2-40B4-BE49-F238E27FC236}">
                <a16:creationId xmlns:a16="http://schemas.microsoft.com/office/drawing/2014/main" id="{34927902-A4FA-BE7D-CACB-CF4461903529}"/>
              </a:ext>
            </a:extLst>
          </p:cNvPr>
          <p:cNvSpPr txBox="1"/>
          <p:nvPr/>
        </p:nvSpPr>
        <p:spPr>
          <a:xfrm>
            <a:off x="4096042"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ja-JP" altLang="en-US" sz="1200" b="0" i="0" u="none" strike="noStrike" kern="0" cap="none" spc="0" normalizeH="0" baseline="0" noProof="0" dirty="0">
                <a:ln>
                  <a:noFill/>
                </a:ln>
                <a:solidFill>
                  <a:schemeClr val="bg1"/>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一貫性のあるパフォーマンス</a:t>
            </a:r>
            <a:endParaRPr kumimoji="0" lang="en-US" sz="1200" b="0" i="0" u="none" strike="noStrike" kern="0" cap="none" spc="0" normalizeH="0" baseline="0" noProof="0" dirty="0">
              <a:ln>
                <a:noFill/>
              </a:ln>
              <a:solidFill>
                <a:schemeClr val="bg1"/>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73" name="TextBox 60">
            <a:extLst>
              <a:ext uri="{FF2B5EF4-FFF2-40B4-BE49-F238E27FC236}">
                <a16:creationId xmlns:a16="http://schemas.microsoft.com/office/drawing/2014/main" id="{BA751BC7-0D57-3589-3499-CC0E4D1EC521}"/>
              </a:ext>
            </a:extLst>
          </p:cNvPr>
          <p:cNvSpPr txBox="1"/>
          <p:nvPr/>
        </p:nvSpPr>
        <p:spPr>
          <a:xfrm>
            <a:off x="2193754"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ja-JP" altLang="en-US" sz="1200" b="0" i="0" u="none" strike="noStrike" kern="0" cap="none" spc="0" normalizeH="0" baseline="0" noProof="0" dirty="0">
                <a:ln>
                  <a:noFill/>
                </a:ln>
                <a:solidFill>
                  <a:schemeClr val="bg1"/>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低コスト ストレージ</a:t>
            </a:r>
            <a:endParaRPr kumimoji="0" lang="en-US" sz="1200" b="0" i="0" u="none" strike="noStrike" kern="0" cap="none" spc="0" normalizeH="0" baseline="0" noProof="0" dirty="0">
              <a:ln>
                <a:noFill/>
              </a:ln>
              <a:solidFill>
                <a:schemeClr val="bg1"/>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grpSp>
        <p:nvGrpSpPr>
          <p:cNvPr id="74" name="Group 134">
            <a:extLst>
              <a:ext uri="{FF2B5EF4-FFF2-40B4-BE49-F238E27FC236}">
                <a16:creationId xmlns:a16="http://schemas.microsoft.com/office/drawing/2014/main" id="{E1758BE6-6BDE-9011-3CB9-F1E8FA6F0D56}"/>
              </a:ext>
            </a:extLst>
          </p:cNvPr>
          <p:cNvGrpSpPr/>
          <p:nvPr/>
        </p:nvGrpSpPr>
        <p:grpSpPr>
          <a:xfrm>
            <a:off x="2518796" y="2650388"/>
            <a:ext cx="1188633" cy="475144"/>
            <a:chOff x="3459083" y="1237200"/>
            <a:chExt cx="1765903" cy="587292"/>
          </a:xfrm>
        </p:grpSpPr>
        <p:grpSp>
          <p:nvGrpSpPr>
            <p:cNvPr id="75" name="Group 82" descr="disk">
              <a:extLst>
                <a:ext uri="{FF2B5EF4-FFF2-40B4-BE49-F238E27FC236}">
                  <a16:creationId xmlns:a16="http://schemas.microsoft.com/office/drawing/2014/main" id="{584A922E-DDF4-5B0C-9790-2238CC72C311}"/>
                </a:ext>
              </a:extLst>
            </p:cNvPr>
            <p:cNvGrpSpPr>
              <a:grpSpLocks noChangeAspect="1"/>
            </p:cNvGrpSpPr>
            <p:nvPr/>
          </p:nvGrpSpPr>
          <p:grpSpPr bwMode="auto">
            <a:xfrm>
              <a:off x="3459083" y="1237200"/>
              <a:ext cx="487564" cy="587292"/>
              <a:chOff x="1704" y="3095"/>
              <a:chExt cx="176" cy="212"/>
            </a:xfrm>
          </p:grpSpPr>
          <p:sp>
            <p:nvSpPr>
              <p:cNvPr id="96" name="AutoShape 81">
                <a:extLst>
                  <a:ext uri="{FF2B5EF4-FFF2-40B4-BE49-F238E27FC236}">
                    <a16:creationId xmlns:a16="http://schemas.microsoft.com/office/drawing/2014/main" id="{6356D9C2-4719-E5DF-DDF2-3C48BFBEB2D6}"/>
                  </a:ext>
                </a:extLst>
              </p:cNvPr>
              <p:cNvSpPr>
                <a:spLocks noChangeAspect="1" noChangeArrowheads="1" noTextEdit="1"/>
              </p:cNvSpPr>
              <p:nvPr/>
            </p:nvSpPr>
            <p:spPr bwMode="auto">
              <a:xfrm>
                <a:off x="1704" y="3095"/>
                <a:ext cx="17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7" name="Rectangle 83">
                <a:extLst>
                  <a:ext uri="{FF2B5EF4-FFF2-40B4-BE49-F238E27FC236}">
                    <a16:creationId xmlns:a16="http://schemas.microsoft.com/office/drawing/2014/main" id="{F0589F61-A25C-4CC2-FA01-8AF89980C812}"/>
                  </a:ext>
                </a:extLst>
              </p:cNvPr>
              <p:cNvSpPr>
                <a:spLocks noChangeArrowheads="1"/>
              </p:cNvSpPr>
              <p:nvPr/>
            </p:nvSpPr>
            <p:spPr bwMode="auto">
              <a:xfrm>
                <a:off x="1704" y="3096"/>
                <a:ext cx="175" cy="211"/>
              </a:xfrm>
              <a:prstGeom prst="rect">
                <a:avLst/>
              </a:prstGeom>
              <a:solidFill>
                <a:srgbClr val="50E6FF"/>
              </a:solidFill>
              <a:ln w="19050">
                <a:solidFill>
                  <a:srgbClr val="0078D3"/>
                </a:solidFill>
                <a:miter lim="800000"/>
                <a:headEnd/>
                <a:tailEnd/>
              </a:ln>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8" name="Oval 84">
                <a:extLst>
                  <a:ext uri="{FF2B5EF4-FFF2-40B4-BE49-F238E27FC236}">
                    <a16:creationId xmlns:a16="http://schemas.microsoft.com/office/drawing/2014/main" id="{0713A4C1-B64A-95C0-7432-DCF489E80A05}"/>
                  </a:ext>
                </a:extLst>
              </p:cNvPr>
              <p:cNvSpPr>
                <a:spLocks noChangeArrowheads="1"/>
              </p:cNvSpPr>
              <p:nvPr/>
            </p:nvSpPr>
            <p:spPr bwMode="auto">
              <a:xfrm>
                <a:off x="1715" y="3117"/>
                <a:ext cx="152" cy="152"/>
              </a:xfrm>
              <a:prstGeom prst="ellipse">
                <a:avLst/>
              </a:prstGeom>
              <a:solidFill>
                <a:srgbClr val="0078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9" name="Freeform 85">
                <a:extLst>
                  <a:ext uri="{FF2B5EF4-FFF2-40B4-BE49-F238E27FC236}">
                    <a16:creationId xmlns:a16="http://schemas.microsoft.com/office/drawing/2014/main" id="{2B892513-40F0-5F4B-49D0-8A1E54424588}"/>
                  </a:ext>
                </a:extLst>
              </p:cNvPr>
              <p:cNvSpPr>
                <a:spLocks noEditPoints="1"/>
              </p:cNvSpPr>
              <p:nvPr/>
            </p:nvSpPr>
            <p:spPr bwMode="auto">
              <a:xfrm>
                <a:off x="1714" y="3116"/>
                <a:ext cx="155" cy="155"/>
              </a:xfrm>
              <a:custGeom>
                <a:avLst/>
                <a:gdLst>
                  <a:gd name="T0" fmla="*/ 90 w 180"/>
                  <a:gd name="T1" fmla="*/ 180 h 180"/>
                  <a:gd name="T2" fmla="*/ 0 w 180"/>
                  <a:gd name="T3" fmla="*/ 90 h 180"/>
                  <a:gd name="T4" fmla="*/ 90 w 180"/>
                  <a:gd name="T5" fmla="*/ 0 h 180"/>
                  <a:gd name="T6" fmla="*/ 180 w 180"/>
                  <a:gd name="T7" fmla="*/ 90 h 180"/>
                  <a:gd name="T8" fmla="*/ 90 w 180"/>
                  <a:gd name="T9" fmla="*/ 180 h 180"/>
                  <a:gd name="T10" fmla="*/ 90 w 180"/>
                  <a:gd name="T11" fmla="*/ 4 h 180"/>
                  <a:gd name="T12" fmla="*/ 4 w 180"/>
                  <a:gd name="T13" fmla="*/ 90 h 180"/>
                  <a:gd name="T14" fmla="*/ 90 w 180"/>
                  <a:gd name="T15" fmla="*/ 176 h 180"/>
                  <a:gd name="T16" fmla="*/ 176 w 180"/>
                  <a:gd name="T17" fmla="*/ 90 h 180"/>
                  <a:gd name="T18" fmla="*/ 90 w 180"/>
                  <a:gd name="T19" fmla="*/ 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0" h="180">
                    <a:moveTo>
                      <a:pt x="90" y="180"/>
                    </a:moveTo>
                    <a:cubicBezTo>
                      <a:pt x="41" y="180"/>
                      <a:pt x="0" y="140"/>
                      <a:pt x="0" y="90"/>
                    </a:cubicBezTo>
                    <a:cubicBezTo>
                      <a:pt x="0" y="41"/>
                      <a:pt x="41" y="0"/>
                      <a:pt x="90" y="0"/>
                    </a:cubicBezTo>
                    <a:cubicBezTo>
                      <a:pt x="140" y="0"/>
                      <a:pt x="180" y="41"/>
                      <a:pt x="180" y="90"/>
                    </a:cubicBezTo>
                    <a:cubicBezTo>
                      <a:pt x="180" y="140"/>
                      <a:pt x="140" y="180"/>
                      <a:pt x="90" y="180"/>
                    </a:cubicBezTo>
                    <a:close/>
                    <a:moveTo>
                      <a:pt x="90" y="4"/>
                    </a:moveTo>
                    <a:cubicBezTo>
                      <a:pt x="43" y="4"/>
                      <a:pt x="4" y="43"/>
                      <a:pt x="4" y="90"/>
                    </a:cubicBezTo>
                    <a:cubicBezTo>
                      <a:pt x="4" y="138"/>
                      <a:pt x="43" y="176"/>
                      <a:pt x="90" y="176"/>
                    </a:cubicBezTo>
                    <a:cubicBezTo>
                      <a:pt x="137" y="176"/>
                      <a:pt x="176" y="137"/>
                      <a:pt x="176" y="90"/>
                    </a:cubicBezTo>
                    <a:cubicBezTo>
                      <a:pt x="176" y="43"/>
                      <a:pt x="138" y="4"/>
                      <a:pt x="90" y="4"/>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0" name="Oval 86">
                <a:extLst>
                  <a:ext uri="{FF2B5EF4-FFF2-40B4-BE49-F238E27FC236}">
                    <a16:creationId xmlns:a16="http://schemas.microsoft.com/office/drawing/2014/main" id="{68A72C9D-C8B5-5D3A-63BC-4F949EC019E4}"/>
                  </a:ext>
                </a:extLst>
              </p:cNvPr>
              <p:cNvSpPr>
                <a:spLocks noChangeArrowheads="1"/>
              </p:cNvSpPr>
              <p:nvPr/>
            </p:nvSpPr>
            <p:spPr bwMode="auto">
              <a:xfrm>
                <a:off x="1773" y="3175"/>
                <a:ext cx="36" cy="36"/>
              </a:xfrm>
              <a:prstGeom prst="ellipse">
                <a:avLst/>
              </a:pr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1" name="Freeform 87">
                <a:extLst>
                  <a:ext uri="{FF2B5EF4-FFF2-40B4-BE49-F238E27FC236}">
                    <a16:creationId xmlns:a16="http://schemas.microsoft.com/office/drawing/2014/main" id="{97A6B3F9-4507-B9BC-2F07-8966AD0C97C1}"/>
                  </a:ext>
                </a:extLst>
              </p:cNvPr>
              <p:cNvSpPr>
                <a:spLocks/>
              </p:cNvSpPr>
              <p:nvPr/>
            </p:nvSpPr>
            <p:spPr bwMode="auto">
              <a:xfrm>
                <a:off x="1744" y="3143"/>
                <a:ext cx="31" cy="31"/>
              </a:xfrm>
              <a:custGeom>
                <a:avLst/>
                <a:gdLst>
                  <a:gd name="T0" fmla="*/ 3 w 31"/>
                  <a:gd name="T1" fmla="*/ 0 h 31"/>
                  <a:gd name="T2" fmla="*/ 0 w 31"/>
                  <a:gd name="T3" fmla="*/ 4 h 31"/>
                  <a:gd name="T4" fmla="*/ 27 w 31"/>
                  <a:gd name="T5" fmla="*/ 31 h 31"/>
                  <a:gd name="T6" fmla="*/ 31 w 31"/>
                  <a:gd name="T7" fmla="*/ 28 h 31"/>
                  <a:gd name="T8" fmla="*/ 3 w 31"/>
                  <a:gd name="T9" fmla="*/ 0 h 31"/>
                </a:gdLst>
                <a:ahLst/>
                <a:cxnLst>
                  <a:cxn ang="0">
                    <a:pos x="T0" y="T1"/>
                  </a:cxn>
                  <a:cxn ang="0">
                    <a:pos x="T2" y="T3"/>
                  </a:cxn>
                  <a:cxn ang="0">
                    <a:pos x="T4" y="T5"/>
                  </a:cxn>
                  <a:cxn ang="0">
                    <a:pos x="T6" y="T7"/>
                  </a:cxn>
                  <a:cxn ang="0">
                    <a:pos x="T8" y="T9"/>
                  </a:cxn>
                </a:cxnLst>
                <a:rect l="0" t="0" r="r" b="b"/>
                <a:pathLst>
                  <a:path w="31" h="31">
                    <a:moveTo>
                      <a:pt x="3" y="0"/>
                    </a:moveTo>
                    <a:lnTo>
                      <a:pt x="0" y="4"/>
                    </a:lnTo>
                    <a:lnTo>
                      <a:pt x="27" y="31"/>
                    </a:lnTo>
                    <a:lnTo>
                      <a:pt x="31" y="28"/>
                    </a:lnTo>
                    <a:lnTo>
                      <a:pt x="3"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2" name="Freeform 88">
                <a:extLst>
                  <a:ext uri="{FF2B5EF4-FFF2-40B4-BE49-F238E27FC236}">
                    <a16:creationId xmlns:a16="http://schemas.microsoft.com/office/drawing/2014/main" id="{CAAEB442-F2B1-65CC-FA72-74FA9CFCB1A2}"/>
                  </a:ext>
                </a:extLst>
              </p:cNvPr>
              <p:cNvSpPr>
                <a:spLocks/>
              </p:cNvSpPr>
              <p:nvPr/>
            </p:nvSpPr>
            <p:spPr bwMode="auto">
              <a:xfrm>
                <a:off x="1809" y="3210"/>
                <a:ext cx="31" cy="31"/>
              </a:xfrm>
              <a:custGeom>
                <a:avLst/>
                <a:gdLst>
                  <a:gd name="T0" fmla="*/ 4 w 31"/>
                  <a:gd name="T1" fmla="*/ 0 h 31"/>
                  <a:gd name="T2" fmla="*/ 0 w 31"/>
                  <a:gd name="T3" fmla="*/ 3 h 31"/>
                  <a:gd name="T4" fmla="*/ 28 w 31"/>
                  <a:gd name="T5" fmla="*/ 31 h 31"/>
                  <a:gd name="T6" fmla="*/ 31 w 31"/>
                  <a:gd name="T7" fmla="*/ 27 h 31"/>
                  <a:gd name="T8" fmla="*/ 4 w 31"/>
                  <a:gd name="T9" fmla="*/ 0 h 31"/>
                </a:gdLst>
                <a:ahLst/>
                <a:cxnLst>
                  <a:cxn ang="0">
                    <a:pos x="T0" y="T1"/>
                  </a:cxn>
                  <a:cxn ang="0">
                    <a:pos x="T2" y="T3"/>
                  </a:cxn>
                  <a:cxn ang="0">
                    <a:pos x="T4" y="T5"/>
                  </a:cxn>
                  <a:cxn ang="0">
                    <a:pos x="T6" y="T7"/>
                  </a:cxn>
                  <a:cxn ang="0">
                    <a:pos x="T8" y="T9"/>
                  </a:cxn>
                </a:cxnLst>
                <a:rect l="0" t="0" r="r" b="b"/>
                <a:pathLst>
                  <a:path w="31" h="31">
                    <a:moveTo>
                      <a:pt x="4" y="0"/>
                    </a:moveTo>
                    <a:lnTo>
                      <a:pt x="0" y="3"/>
                    </a:lnTo>
                    <a:lnTo>
                      <a:pt x="28" y="31"/>
                    </a:lnTo>
                    <a:lnTo>
                      <a:pt x="31" y="27"/>
                    </a:lnTo>
                    <a:lnTo>
                      <a:pt x="4"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3" name="Freeform 89">
                <a:extLst>
                  <a:ext uri="{FF2B5EF4-FFF2-40B4-BE49-F238E27FC236}">
                    <a16:creationId xmlns:a16="http://schemas.microsoft.com/office/drawing/2014/main" id="{A3823EE6-7D9C-9097-84A0-E514D9EE4BBF}"/>
                  </a:ext>
                </a:extLst>
              </p:cNvPr>
              <p:cNvSpPr>
                <a:spLocks/>
              </p:cNvSpPr>
              <p:nvPr/>
            </p:nvSpPr>
            <p:spPr bwMode="auto">
              <a:xfrm>
                <a:off x="1724" y="3230"/>
                <a:ext cx="74" cy="44"/>
              </a:xfrm>
              <a:custGeom>
                <a:avLst/>
                <a:gdLst>
                  <a:gd name="T0" fmla="*/ 15 w 86"/>
                  <a:gd name="T1" fmla="*/ 51 h 51"/>
                  <a:gd name="T2" fmla="*/ 2 w 86"/>
                  <a:gd name="T3" fmla="*/ 40 h 51"/>
                  <a:gd name="T4" fmla="*/ 12 w 86"/>
                  <a:gd name="T5" fmla="*/ 24 h 51"/>
                  <a:gd name="T6" fmla="*/ 78 w 86"/>
                  <a:gd name="T7" fmla="*/ 0 h 51"/>
                  <a:gd name="T8" fmla="*/ 80 w 86"/>
                  <a:gd name="T9" fmla="*/ 0 h 51"/>
                  <a:gd name="T10" fmla="*/ 85 w 86"/>
                  <a:gd name="T11" fmla="*/ 4 h 51"/>
                  <a:gd name="T12" fmla="*/ 82 w 86"/>
                  <a:gd name="T13" fmla="*/ 11 h 51"/>
                  <a:gd name="T14" fmla="*/ 22 w 86"/>
                  <a:gd name="T15" fmla="*/ 49 h 51"/>
                  <a:gd name="T16" fmla="*/ 18 w 86"/>
                  <a:gd name="T17" fmla="*/ 50 h 51"/>
                  <a:gd name="T18" fmla="*/ 15 w 86"/>
                  <a:gd name="T1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6" h="51">
                    <a:moveTo>
                      <a:pt x="15" y="51"/>
                    </a:moveTo>
                    <a:cubicBezTo>
                      <a:pt x="9" y="51"/>
                      <a:pt x="3" y="47"/>
                      <a:pt x="2" y="40"/>
                    </a:cubicBezTo>
                    <a:cubicBezTo>
                      <a:pt x="0" y="33"/>
                      <a:pt x="5" y="26"/>
                      <a:pt x="12" y="24"/>
                    </a:cubicBezTo>
                    <a:cubicBezTo>
                      <a:pt x="78" y="0"/>
                      <a:pt x="78" y="0"/>
                      <a:pt x="78" y="0"/>
                    </a:cubicBezTo>
                    <a:cubicBezTo>
                      <a:pt x="79" y="0"/>
                      <a:pt x="79" y="0"/>
                      <a:pt x="80" y="0"/>
                    </a:cubicBezTo>
                    <a:cubicBezTo>
                      <a:pt x="83" y="0"/>
                      <a:pt x="85" y="2"/>
                      <a:pt x="85" y="4"/>
                    </a:cubicBezTo>
                    <a:cubicBezTo>
                      <a:pt x="86" y="6"/>
                      <a:pt x="85" y="9"/>
                      <a:pt x="82" y="11"/>
                    </a:cubicBezTo>
                    <a:cubicBezTo>
                      <a:pt x="22" y="49"/>
                      <a:pt x="22" y="49"/>
                      <a:pt x="22" y="49"/>
                    </a:cubicBezTo>
                    <a:cubicBezTo>
                      <a:pt x="22" y="49"/>
                      <a:pt x="19" y="50"/>
                      <a:pt x="18" y="50"/>
                    </a:cubicBezTo>
                    <a:cubicBezTo>
                      <a:pt x="17" y="51"/>
                      <a:pt x="16" y="51"/>
                      <a:pt x="15" y="5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4" name="Freeform 90">
                <a:extLst>
                  <a:ext uri="{FF2B5EF4-FFF2-40B4-BE49-F238E27FC236}">
                    <a16:creationId xmlns:a16="http://schemas.microsoft.com/office/drawing/2014/main" id="{6A057B9F-E69C-8AF3-2E4A-F8EE86DE908B}"/>
                  </a:ext>
                </a:extLst>
              </p:cNvPr>
              <p:cNvSpPr>
                <a:spLocks noEditPoints="1"/>
              </p:cNvSpPr>
              <p:nvPr/>
            </p:nvSpPr>
            <p:spPr bwMode="auto">
              <a:xfrm>
                <a:off x="1722" y="3229"/>
                <a:ext cx="79" cy="48"/>
              </a:xfrm>
              <a:custGeom>
                <a:avLst/>
                <a:gdLst>
                  <a:gd name="T0" fmla="*/ 82 w 91"/>
                  <a:gd name="T1" fmla="*/ 4 h 56"/>
                  <a:gd name="T2" fmla="*/ 85 w 91"/>
                  <a:gd name="T3" fmla="*/ 7 h 56"/>
                  <a:gd name="T4" fmla="*/ 83 w 91"/>
                  <a:gd name="T5" fmla="*/ 11 h 56"/>
                  <a:gd name="T6" fmla="*/ 23 w 91"/>
                  <a:gd name="T7" fmla="*/ 50 h 56"/>
                  <a:gd name="T8" fmla="*/ 19 w 91"/>
                  <a:gd name="T9" fmla="*/ 51 h 56"/>
                  <a:gd name="T10" fmla="*/ 17 w 91"/>
                  <a:gd name="T11" fmla="*/ 51 h 56"/>
                  <a:gd name="T12" fmla="*/ 6 w 91"/>
                  <a:gd name="T13" fmla="*/ 42 h 56"/>
                  <a:gd name="T14" fmla="*/ 15 w 91"/>
                  <a:gd name="T15" fmla="*/ 28 h 56"/>
                  <a:gd name="T16" fmla="*/ 81 w 91"/>
                  <a:gd name="T17" fmla="*/ 4 h 56"/>
                  <a:gd name="T18" fmla="*/ 82 w 91"/>
                  <a:gd name="T19" fmla="*/ 4 h 56"/>
                  <a:gd name="T20" fmla="*/ 82 w 91"/>
                  <a:gd name="T21" fmla="*/ 0 h 56"/>
                  <a:gd name="T22" fmla="*/ 80 w 91"/>
                  <a:gd name="T23" fmla="*/ 0 h 56"/>
                  <a:gd name="T24" fmla="*/ 80 w 91"/>
                  <a:gd name="T25" fmla="*/ 0 h 56"/>
                  <a:gd name="T26" fmla="*/ 79 w 91"/>
                  <a:gd name="T27" fmla="*/ 0 h 56"/>
                  <a:gd name="T28" fmla="*/ 14 w 91"/>
                  <a:gd name="T29" fmla="*/ 24 h 56"/>
                  <a:gd name="T30" fmla="*/ 2 w 91"/>
                  <a:gd name="T31" fmla="*/ 43 h 56"/>
                  <a:gd name="T32" fmla="*/ 18 w 91"/>
                  <a:gd name="T33" fmla="*/ 56 h 56"/>
                  <a:gd name="T34" fmla="*/ 20 w 91"/>
                  <a:gd name="T35" fmla="*/ 55 h 56"/>
                  <a:gd name="T36" fmla="*/ 25 w 91"/>
                  <a:gd name="T37" fmla="*/ 54 h 56"/>
                  <a:gd name="T38" fmla="*/ 25 w 91"/>
                  <a:gd name="T39" fmla="*/ 54 h 56"/>
                  <a:gd name="T40" fmla="*/ 25 w 91"/>
                  <a:gd name="T41" fmla="*/ 54 h 56"/>
                  <a:gd name="T42" fmla="*/ 85 w 91"/>
                  <a:gd name="T43" fmla="*/ 16 h 56"/>
                  <a:gd name="T44" fmla="*/ 90 w 91"/>
                  <a:gd name="T45" fmla="*/ 7 h 56"/>
                  <a:gd name="T46" fmla="*/ 82 w 91"/>
                  <a:gd name="T47"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1" h="56">
                    <a:moveTo>
                      <a:pt x="82" y="4"/>
                    </a:moveTo>
                    <a:cubicBezTo>
                      <a:pt x="83" y="4"/>
                      <a:pt x="85" y="5"/>
                      <a:pt x="85" y="7"/>
                    </a:cubicBezTo>
                    <a:cubicBezTo>
                      <a:pt x="86" y="9"/>
                      <a:pt x="84" y="10"/>
                      <a:pt x="83" y="11"/>
                    </a:cubicBezTo>
                    <a:cubicBezTo>
                      <a:pt x="23" y="50"/>
                      <a:pt x="23" y="50"/>
                      <a:pt x="23" y="50"/>
                    </a:cubicBezTo>
                    <a:cubicBezTo>
                      <a:pt x="22" y="50"/>
                      <a:pt x="20" y="51"/>
                      <a:pt x="19" y="51"/>
                    </a:cubicBezTo>
                    <a:cubicBezTo>
                      <a:pt x="19" y="51"/>
                      <a:pt x="18" y="51"/>
                      <a:pt x="17" y="51"/>
                    </a:cubicBezTo>
                    <a:cubicBezTo>
                      <a:pt x="12" y="51"/>
                      <a:pt x="7" y="48"/>
                      <a:pt x="6" y="42"/>
                    </a:cubicBezTo>
                    <a:cubicBezTo>
                      <a:pt x="4" y="36"/>
                      <a:pt x="8" y="29"/>
                      <a:pt x="15" y="28"/>
                    </a:cubicBezTo>
                    <a:cubicBezTo>
                      <a:pt x="81" y="4"/>
                      <a:pt x="81" y="4"/>
                      <a:pt x="81" y="4"/>
                    </a:cubicBezTo>
                    <a:cubicBezTo>
                      <a:pt x="81" y="4"/>
                      <a:pt x="81" y="4"/>
                      <a:pt x="82" y="4"/>
                    </a:cubicBezTo>
                    <a:close/>
                    <a:moveTo>
                      <a:pt x="82" y="0"/>
                    </a:moveTo>
                    <a:cubicBezTo>
                      <a:pt x="81" y="0"/>
                      <a:pt x="81" y="0"/>
                      <a:pt x="80" y="0"/>
                    </a:cubicBezTo>
                    <a:cubicBezTo>
                      <a:pt x="80" y="0"/>
                      <a:pt x="80" y="0"/>
                      <a:pt x="80" y="0"/>
                    </a:cubicBezTo>
                    <a:cubicBezTo>
                      <a:pt x="79" y="0"/>
                      <a:pt x="79" y="0"/>
                      <a:pt x="79" y="0"/>
                    </a:cubicBezTo>
                    <a:cubicBezTo>
                      <a:pt x="14" y="24"/>
                      <a:pt x="14" y="24"/>
                      <a:pt x="14" y="24"/>
                    </a:cubicBezTo>
                    <a:cubicBezTo>
                      <a:pt x="5" y="26"/>
                      <a:pt x="0" y="35"/>
                      <a:pt x="2" y="43"/>
                    </a:cubicBezTo>
                    <a:cubicBezTo>
                      <a:pt x="4" y="50"/>
                      <a:pt x="10" y="56"/>
                      <a:pt x="18" y="56"/>
                    </a:cubicBezTo>
                    <a:cubicBezTo>
                      <a:pt x="19" y="56"/>
                      <a:pt x="19" y="56"/>
                      <a:pt x="20" y="55"/>
                    </a:cubicBezTo>
                    <a:cubicBezTo>
                      <a:pt x="21" y="55"/>
                      <a:pt x="25" y="54"/>
                      <a:pt x="25" y="54"/>
                    </a:cubicBezTo>
                    <a:cubicBezTo>
                      <a:pt x="25" y="54"/>
                      <a:pt x="25" y="54"/>
                      <a:pt x="25" y="54"/>
                    </a:cubicBezTo>
                    <a:cubicBezTo>
                      <a:pt x="25" y="54"/>
                      <a:pt x="25" y="54"/>
                      <a:pt x="25" y="54"/>
                    </a:cubicBezTo>
                    <a:cubicBezTo>
                      <a:pt x="85" y="16"/>
                      <a:pt x="85" y="16"/>
                      <a:pt x="85" y="16"/>
                    </a:cubicBezTo>
                    <a:cubicBezTo>
                      <a:pt x="89" y="14"/>
                      <a:pt x="91" y="10"/>
                      <a:pt x="90" y="7"/>
                    </a:cubicBezTo>
                    <a:cubicBezTo>
                      <a:pt x="89" y="2"/>
                      <a:pt x="85" y="0"/>
                      <a:pt x="82" y="0"/>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nvGrpSpPr>
            <p:cNvPr id="76" name="Group 82" descr="disk">
              <a:extLst>
                <a:ext uri="{FF2B5EF4-FFF2-40B4-BE49-F238E27FC236}">
                  <a16:creationId xmlns:a16="http://schemas.microsoft.com/office/drawing/2014/main" id="{66B7823E-BF8E-B3B3-9639-CA0008BABB81}"/>
                </a:ext>
              </a:extLst>
            </p:cNvPr>
            <p:cNvGrpSpPr>
              <a:grpSpLocks noChangeAspect="1"/>
            </p:cNvGrpSpPr>
            <p:nvPr/>
          </p:nvGrpSpPr>
          <p:grpSpPr bwMode="auto">
            <a:xfrm>
              <a:off x="4737422" y="1237200"/>
              <a:ext cx="487564" cy="587292"/>
              <a:chOff x="1704" y="3095"/>
              <a:chExt cx="176" cy="212"/>
            </a:xfrm>
          </p:grpSpPr>
          <p:sp>
            <p:nvSpPr>
              <p:cNvPr id="87" name="AutoShape 81">
                <a:extLst>
                  <a:ext uri="{FF2B5EF4-FFF2-40B4-BE49-F238E27FC236}">
                    <a16:creationId xmlns:a16="http://schemas.microsoft.com/office/drawing/2014/main" id="{3D22AB07-0D82-6244-7B0D-5BC8515B93F9}"/>
                  </a:ext>
                </a:extLst>
              </p:cNvPr>
              <p:cNvSpPr>
                <a:spLocks noChangeAspect="1" noChangeArrowheads="1" noTextEdit="1"/>
              </p:cNvSpPr>
              <p:nvPr/>
            </p:nvSpPr>
            <p:spPr bwMode="auto">
              <a:xfrm>
                <a:off x="1704" y="3095"/>
                <a:ext cx="17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8" name="Rectangle 83">
                <a:extLst>
                  <a:ext uri="{FF2B5EF4-FFF2-40B4-BE49-F238E27FC236}">
                    <a16:creationId xmlns:a16="http://schemas.microsoft.com/office/drawing/2014/main" id="{A29DFA43-DFFB-3873-8BD7-3A1EF6E475DB}"/>
                  </a:ext>
                </a:extLst>
              </p:cNvPr>
              <p:cNvSpPr>
                <a:spLocks noChangeArrowheads="1"/>
              </p:cNvSpPr>
              <p:nvPr/>
            </p:nvSpPr>
            <p:spPr bwMode="auto">
              <a:xfrm>
                <a:off x="1704" y="3096"/>
                <a:ext cx="175" cy="211"/>
              </a:xfrm>
              <a:prstGeom prst="rect">
                <a:avLst/>
              </a:prstGeom>
              <a:solidFill>
                <a:srgbClr val="50E6FF"/>
              </a:solidFill>
              <a:ln w="19050">
                <a:solidFill>
                  <a:srgbClr val="0078D3"/>
                </a:solidFill>
                <a:miter lim="800000"/>
                <a:headEnd/>
                <a:tailEnd/>
              </a:ln>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9" name="Oval 84">
                <a:extLst>
                  <a:ext uri="{FF2B5EF4-FFF2-40B4-BE49-F238E27FC236}">
                    <a16:creationId xmlns:a16="http://schemas.microsoft.com/office/drawing/2014/main" id="{766FF4D9-77C3-D721-8C0E-29D2873DC60E}"/>
                  </a:ext>
                </a:extLst>
              </p:cNvPr>
              <p:cNvSpPr>
                <a:spLocks noChangeArrowheads="1"/>
              </p:cNvSpPr>
              <p:nvPr/>
            </p:nvSpPr>
            <p:spPr bwMode="auto">
              <a:xfrm>
                <a:off x="1715" y="3117"/>
                <a:ext cx="152" cy="152"/>
              </a:xfrm>
              <a:prstGeom prst="ellipse">
                <a:avLst/>
              </a:prstGeom>
              <a:solidFill>
                <a:srgbClr val="0078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0" name="Freeform 85">
                <a:extLst>
                  <a:ext uri="{FF2B5EF4-FFF2-40B4-BE49-F238E27FC236}">
                    <a16:creationId xmlns:a16="http://schemas.microsoft.com/office/drawing/2014/main" id="{99225CA4-85DC-AA5B-4326-D005C0CBDDF2}"/>
                  </a:ext>
                </a:extLst>
              </p:cNvPr>
              <p:cNvSpPr>
                <a:spLocks noEditPoints="1"/>
              </p:cNvSpPr>
              <p:nvPr/>
            </p:nvSpPr>
            <p:spPr bwMode="auto">
              <a:xfrm>
                <a:off x="1714" y="3116"/>
                <a:ext cx="155" cy="155"/>
              </a:xfrm>
              <a:custGeom>
                <a:avLst/>
                <a:gdLst>
                  <a:gd name="T0" fmla="*/ 90 w 180"/>
                  <a:gd name="T1" fmla="*/ 180 h 180"/>
                  <a:gd name="T2" fmla="*/ 0 w 180"/>
                  <a:gd name="T3" fmla="*/ 90 h 180"/>
                  <a:gd name="T4" fmla="*/ 90 w 180"/>
                  <a:gd name="T5" fmla="*/ 0 h 180"/>
                  <a:gd name="T6" fmla="*/ 180 w 180"/>
                  <a:gd name="T7" fmla="*/ 90 h 180"/>
                  <a:gd name="T8" fmla="*/ 90 w 180"/>
                  <a:gd name="T9" fmla="*/ 180 h 180"/>
                  <a:gd name="T10" fmla="*/ 90 w 180"/>
                  <a:gd name="T11" fmla="*/ 4 h 180"/>
                  <a:gd name="T12" fmla="*/ 4 w 180"/>
                  <a:gd name="T13" fmla="*/ 90 h 180"/>
                  <a:gd name="T14" fmla="*/ 90 w 180"/>
                  <a:gd name="T15" fmla="*/ 176 h 180"/>
                  <a:gd name="T16" fmla="*/ 176 w 180"/>
                  <a:gd name="T17" fmla="*/ 90 h 180"/>
                  <a:gd name="T18" fmla="*/ 90 w 180"/>
                  <a:gd name="T19" fmla="*/ 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0" h="180">
                    <a:moveTo>
                      <a:pt x="90" y="180"/>
                    </a:moveTo>
                    <a:cubicBezTo>
                      <a:pt x="41" y="180"/>
                      <a:pt x="0" y="140"/>
                      <a:pt x="0" y="90"/>
                    </a:cubicBezTo>
                    <a:cubicBezTo>
                      <a:pt x="0" y="41"/>
                      <a:pt x="41" y="0"/>
                      <a:pt x="90" y="0"/>
                    </a:cubicBezTo>
                    <a:cubicBezTo>
                      <a:pt x="140" y="0"/>
                      <a:pt x="180" y="41"/>
                      <a:pt x="180" y="90"/>
                    </a:cubicBezTo>
                    <a:cubicBezTo>
                      <a:pt x="180" y="140"/>
                      <a:pt x="140" y="180"/>
                      <a:pt x="90" y="180"/>
                    </a:cubicBezTo>
                    <a:close/>
                    <a:moveTo>
                      <a:pt x="90" y="4"/>
                    </a:moveTo>
                    <a:cubicBezTo>
                      <a:pt x="43" y="4"/>
                      <a:pt x="4" y="43"/>
                      <a:pt x="4" y="90"/>
                    </a:cubicBezTo>
                    <a:cubicBezTo>
                      <a:pt x="4" y="138"/>
                      <a:pt x="43" y="176"/>
                      <a:pt x="90" y="176"/>
                    </a:cubicBezTo>
                    <a:cubicBezTo>
                      <a:pt x="137" y="176"/>
                      <a:pt x="176" y="137"/>
                      <a:pt x="176" y="90"/>
                    </a:cubicBezTo>
                    <a:cubicBezTo>
                      <a:pt x="176" y="43"/>
                      <a:pt x="138" y="4"/>
                      <a:pt x="90" y="4"/>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1" name="Oval 86">
                <a:extLst>
                  <a:ext uri="{FF2B5EF4-FFF2-40B4-BE49-F238E27FC236}">
                    <a16:creationId xmlns:a16="http://schemas.microsoft.com/office/drawing/2014/main" id="{C4AA9B83-2F06-F86E-1F75-F12C91FFF6AE}"/>
                  </a:ext>
                </a:extLst>
              </p:cNvPr>
              <p:cNvSpPr>
                <a:spLocks noChangeArrowheads="1"/>
              </p:cNvSpPr>
              <p:nvPr/>
            </p:nvSpPr>
            <p:spPr bwMode="auto">
              <a:xfrm>
                <a:off x="1773" y="3175"/>
                <a:ext cx="36" cy="36"/>
              </a:xfrm>
              <a:prstGeom prst="ellipse">
                <a:avLst/>
              </a:pr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2" name="Freeform 87">
                <a:extLst>
                  <a:ext uri="{FF2B5EF4-FFF2-40B4-BE49-F238E27FC236}">
                    <a16:creationId xmlns:a16="http://schemas.microsoft.com/office/drawing/2014/main" id="{D83C83A5-8234-D132-B52A-C9F53131D208}"/>
                  </a:ext>
                </a:extLst>
              </p:cNvPr>
              <p:cNvSpPr>
                <a:spLocks/>
              </p:cNvSpPr>
              <p:nvPr/>
            </p:nvSpPr>
            <p:spPr bwMode="auto">
              <a:xfrm>
                <a:off x="1744" y="3143"/>
                <a:ext cx="31" cy="31"/>
              </a:xfrm>
              <a:custGeom>
                <a:avLst/>
                <a:gdLst>
                  <a:gd name="T0" fmla="*/ 3 w 31"/>
                  <a:gd name="T1" fmla="*/ 0 h 31"/>
                  <a:gd name="T2" fmla="*/ 0 w 31"/>
                  <a:gd name="T3" fmla="*/ 4 h 31"/>
                  <a:gd name="T4" fmla="*/ 27 w 31"/>
                  <a:gd name="T5" fmla="*/ 31 h 31"/>
                  <a:gd name="T6" fmla="*/ 31 w 31"/>
                  <a:gd name="T7" fmla="*/ 28 h 31"/>
                  <a:gd name="T8" fmla="*/ 3 w 31"/>
                  <a:gd name="T9" fmla="*/ 0 h 31"/>
                </a:gdLst>
                <a:ahLst/>
                <a:cxnLst>
                  <a:cxn ang="0">
                    <a:pos x="T0" y="T1"/>
                  </a:cxn>
                  <a:cxn ang="0">
                    <a:pos x="T2" y="T3"/>
                  </a:cxn>
                  <a:cxn ang="0">
                    <a:pos x="T4" y="T5"/>
                  </a:cxn>
                  <a:cxn ang="0">
                    <a:pos x="T6" y="T7"/>
                  </a:cxn>
                  <a:cxn ang="0">
                    <a:pos x="T8" y="T9"/>
                  </a:cxn>
                </a:cxnLst>
                <a:rect l="0" t="0" r="r" b="b"/>
                <a:pathLst>
                  <a:path w="31" h="31">
                    <a:moveTo>
                      <a:pt x="3" y="0"/>
                    </a:moveTo>
                    <a:lnTo>
                      <a:pt x="0" y="4"/>
                    </a:lnTo>
                    <a:lnTo>
                      <a:pt x="27" y="31"/>
                    </a:lnTo>
                    <a:lnTo>
                      <a:pt x="31" y="28"/>
                    </a:lnTo>
                    <a:lnTo>
                      <a:pt x="3"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3" name="Freeform 88">
                <a:extLst>
                  <a:ext uri="{FF2B5EF4-FFF2-40B4-BE49-F238E27FC236}">
                    <a16:creationId xmlns:a16="http://schemas.microsoft.com/office/drawing/2014/main" id="{83A1424D-1CEE-CC79-3F6C-4786E7DD95F6}"/>
                  </a:ext>
                </a:extLst>
              </p:cNvPr>
              <p:cNvSpPr>
                <a:spLocks/>
              </p:cNvSpPr>
              <p:nvPr/>
            </p:nvSpPr>
            <p:spPr bwMode="auto">
              <a:xfrm>
                <a:off x="1809" y="3210"/>
                <a:ext cx="31" cy="31"/>
              </a:xfrm>
              <a:custGeom>
                <a:avLst/>
                <a:gdLst>
                  <a:gd name="T0" fmla="*/ 4 w 31"/>
                  <a:gd name="T1" fmla="*/ 0 h 31"/>
                  <a:gd name="T2" fmla="*/ 0 w 31"/>
                  <a:gd name="T3" fmla="*/ 3 h 31"/>
                  <a:gd name="T4" fmla="*/ 28 w 31"/>
                  <a:gd name="T5" fmla="*/ 31 h 31"/>
                  <a:gd name="T6" fmla="*/ 31 w 31"/>
                  <a:gd name="T7" fmla="*/ 27 h 31"/>
                  <a:gd name="T8" fmla="*/ 4 w 31"/>
                  <a:gd name="T9" fmla="*/ 0 h 31"/>
                </a:gdLst>
                <a:ahLst/>
                <a:cxnLst>
                  <a:cxn ang="0">
                    <a:pos x="T0" y="T1"/>
                  </a:cxn>
                  <a:cxn ang="0">
                    <a:pos x="T2" y="T3"/>
                  </a:cxn>
                  <a:cxn ang="0">
                    <a:pos x="T4" y="T5"/>
                  </a:cxn>
                  <a:cxn ang="0">
                    <a:pos x="T6" y="T7"/>
                  </a:cxn>
                  <a:cxn ang="0">
                    <a:pos x="T8" y="T9"/>
                  </a:cxn>
                </a:cxnLst>
                <a:rect l="0" t="0" r="r" b="b"/>
                <a:pathLst>
                  <a:path w="31" h="31">
                    <a:moveTo>
                      <a:pt x="4" y="0"/>
                    </a:moveTo>
                    <a:lnTo>
                      <a:pt x="0" y="3"/>
                    </a:lnTo>
                    <a:lnTo>
                      <a:pt x="28" y="31"/>
                    </a:lnTo>
                    <a:lnTo>
                      <a:pt x="31" y="27"/>
                    </a:lnTo>
                    <a:lnTo>
                      <a:pt x="4"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4" name="Freeform 89">
                <a:extLst>
                  <a:ext uri="{FF2B5EF4-FFF2-40B4-BE49-F238E27FC236}">
                    <a16:creationId xmlns:a16="http://schemas.microsoft.com/office/drawing/2014/main" id="{B05D150F-C497-DB91-44C7-67113E3CEE4D}"/>
                  </a:ext>
                </a:extLst>
              </p:cNvPr>
              <p:cNvSpPr>
                <a:spLocks/>
              </p:cNvSpPr>
              <p:nvPr/>
            </p:nvSpPr>
            <p:spPr bwMode="auto">
              <a:xfrm>
                <a:off x="1724" y="3230"/>
                <a:ext cx="74" cy="44"/>
              </a:xfrm>
              <a:custGeom>
                <a:avLst/>
                <a:gdLst>
                  <a:gd name="T0" fmla="*/ 15 w 86"/>
                  <a:gd name="T1" fmla="*/ 51 h 51"/>
                  <a:gd name="T2" fmla="*/ 2 w 86"/>
                  <a:gd name="T3" fmla="*/ 40 h 51"/>
                  <a:gd name="T4" fmla="*/ 12 w 86"/>
                  <a:gd name="T5" fmla="*/ 24 h 51"/>
                  <a:gd name="T6" fmla="*/ 78 w 86"/>
                  <a:gd name="T7" fmla="*/ 0 h 51"/>
                  <a:gd name="T8" fmla="*/ 80 w 86"/>
                  <a:gd name="T9" fmla="*/ 0 h 51"/>
                  <a:gd name="T10" fmla="*/ 85 w 86"/>
                  <a:gd name="T11" fmla="*/ 4 h 51"/>
                  <a:gd name="T12" fmla="*/ 82 w 86"/>
                  <a:gd name="T13" fmla="*/ 11 h 51"/>
                  <a:gd name="T14" fmla="*/ 22 w 86"/>
                  <a:gd name="T15" fmla="*/ 49 h 51"/>
                  <a:gd name="T16" fmla="*/ 18 w 86"/>
                  <a:gd name="T17" fmla="*/ 50 h 51"/>
                  <a:gd name="T18" fmla="*/ 15 w 86"/>
                  <a:gd name="T1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6" h="51">
                    <a:moveTo>
                      <a:pt x="15" y="51"/>
                    </a:moveTo>
                    <a:cubicBezTo>
                      <a:pt x="9" y="51"/>
                      <a:pt x="3" y="47"/>
                      <a:pt x="2" y="40"/>
                    </a:cubicBezTo>
                    <a:cubicBezTo>
                      <a:pt x="0" y="33"/>
                      <a:pt x="5" y="26"/>
                      <a:pt x="12" y="24"/>
                    </a:cubicBezTo>
                    <a:cubicBezTo>
                      <a:pt x="78" y="0"/>
                      <a:pt x="78" y="0"/>
                      <a:pt x="78" y="0"/>
                    </a:cubicBezTo>
                    <a:cubicBezTo>
                      <a:pt x="79" y="0"/>
                      <a:pt x="79" y="0"/>
                      <a:pt x="80" y="0"/>
                    </a:cubicBezTo>
                    <a:cubicBezTo>
                      <a:pt x="83" y="0"/>
                      <a:pt x="85" y="2"/>
                      <a:pt x="85" y="4"/>
                    </a:cubicBezTo>
                    <a:cubicBezTo>
                      <a:pt x="86" y="6"/>
                      <a:pt x="85" y="9"/>
                      <a:pt x="82" y="11"/>
                    </a:cubicBezTo>
                    <a:cubicBezTo>
                      <a:pt x="22" y="49"/>
                      <a:pt x="22" y="49"/>
                      <a:pt x="22" y="49"/>
                    </a:cubicBezTo>
                    <a:cubicBezTo>
                      <a:pt x="22" y="49"/>
                      <a:pt x="19" y="50"/>
                      <a:pt x="18" y="50"/>
                    </a:cubicBezTo>
                    <a:cubicBezTo>
                      <a:pt x="17" y="51"/>
                      <a:pt x="16" y="51"/>
                      <a:pt x="15" y="5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5" name="Freeform 90">
                <a:extLst>
                  <a:ext uri="{FF2B5EF4-FFF2-40B4-BE49-F238E27FC236}">
                    <a16:creationId xmlns:a16="http://schemas.microsoft.com/office/drawing/2014/main" id="{B0F25747-C09F-DBC0-9482-BD1BBE0F986B}"/>
                  </a:ext>
                </a:extLst>
              </p:cNvPr>
              <p:cNvSpPr>
                <a:spLocks noEditPoints="1"/>
              </p:cNvSpPr>
              <p:nvPr/>
            </p:nvSpPr>
            <p:spPr bwMode="auto">
              <a:xfrm>
                <a:off x="1722" y="3229"/>
                <a:ext cx="79" cy="48"/>
              </a:xfrm>
              <a:custGeom>
                <a:avLst/>
                <a:gdLst>
                  <a:gd name="T0" fmla="*/ 82 w 91"/>
                  <a:gd name="T1" fmla="*/ 4 h 56"/>
                  <a:gd name="T2" fmla="*/ 85 w 91"/>
                  <a:gd name="T3" fmla="*/ 7 h 56"/>
                  <a:gd name="T4" fmla="*/ 83 w 91"/>
                  <a:gd name="T5" fmla="*/ 11 h 56"/>
                  <a:gd name="T6" fmla="*/ 23 w 91"/>
                  <a:gd name="T7" fmla="*/ 50 h 56"/>
                  <a:gd name="T8" fmla="*/ 19 w 91"/>
                  <a:gd name="T9" fmla="*/ 51 h 56"/>
                  <a:gd name="T10" fmla="*/ 17 w 91"/>
                  <a:gd name="T11" fmla="*/ 51 h 56"/>
                  <a:gd name="T12" fmla="*/ 6 w 91"/>
                  <a:gd name="T13" fmla="*/ 42 h 56"/>
                  <a:gd name="T14" fmla="*/ 15 w 91"/>
                  <a:gd name="T15" fmla="*/ 28 h 56"/>
                  <a:gd name="T16" fmla="*/ 81 w 91"/>
                  <a:gd name="T17" fmla="*/ 4 h 56"/>
                  <a:gd name="T18" fmla="*/ 82 w 91"/>
                  <a:gd name="T19" fmla="*/ 4 h 56"/>
                  <a:gd name="T20" fmla="*/ 82 w 91"/>
                  <a:gd name="T21" fmla="*/ 0 h 56"/>
                  <a:gd name="T22" fmla="*/ 80 w 91"/>
                  <a:gd name="T23" fmla="*/ 0 h 56"/>
                  <a:gd name="T24" fmla="*/ 80 w 91"/>
                  <a:gd name="T25" fmla="*/ 0 h 56"/>
                  <a:gd name="T26" fmla="*/ 79 w 91"/>
                  <a:gd name="T27" fmla="*/ 0 h 56"/>
                  <a:gd name="T28" fmla="*/ 14 w 91"/>
                  <a:gd name="T29" fmla="*/ 24 h 56"/>
                  <a:gd name="T30" fmla="*/ 2 w 91"/>
                  <a:gd name="T31" fmla="*/ 43 h 56"/>
                  <a:gd name="T32" fmla="*/ 18 w 91"/>
                  <a:gd name="T33" fmla="*/ 56 h 56"/>
                  <a:gd name="T34" fmla="*/ 20 w 91"/>
                  <a:gd name="T35" fmla="*/ 55 h 56"/>
                  <a:gd name="T36" fmla="*/ 25 w 91"/>
                  <a:gd name="T37" fmla="*/ 54 h 56"/>
                  <a:gd name="T38" fmla="*/ 25 w 91"/>
                  <a:gd name="T39" fmla="*/ 54 h 56"/>
                  <a:gd name="T40" fmla="*/ 25 w 91"/>
                  <a:gd name="T41" fmla="*/ 54 h 56"/>
                  <a:gd name="T42" fmla="*/ 85 w 91"/>
                  <a:gd name="T43" fmla="*/ 16 h 56"/>
                  <a:gd name="T44" fmla="*/ 90 w 91"/>
                  <a:gd name="T45" fmla="*/ 7 h 56"/>
                  <a:gd name="T46" fmla="*/ 82 w 91"/>
                  <a:gd name="T47"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1" h="56">
                    <a:moveTo>
                      <a:pt x="82" y="4"/>
                    </a:moveTo>
                    <a:cubicBezTo>
                      <a:pt x="83" y="4"/>
                      <a:pt x="85" y="5"/>
                      <a:pt x="85" y="7"/>
                    </a:cubicBezTo>
                    <a:cubicBezTo>
                      <a:pt x="86" y="9"/>
                      <a:pt x="84" y="10"/>
                      <a:pt x="83" y="11"/>
                    </a:cubicBezTo>
                    <a:cubicBezTo>
                      <a:pt x="23" y="50"/>
                      <a:pt x="23" y="50"/>
                      <a:pt x="23" y="50"/>
                    </a:cubicBezTo>
                    <a:cubicBezTo>
                      <a:pt x="22" y="50"/>
                      <a:pt x="20" y="51"/>
                      <a:pt x="19" y="51"/>
                    </a:cubicBezTo>
                    <a:cubicBezTo>
                      <a:pt x="19" y="51"/>
                      <a:pt x="18" y="51"/>
                      <a:pt x="17" y="51"/>
                    </a:cubicBezTo>
                    <a:cubicBezTo>
                      <a:pt x="12" y="51"/>
                      <a:pt x="7" y="48"/>
                      <a:pt x="6" y="42"/>
                    </a:cubicBezTo>
                    <a:cubicBezTo>
                      <a:pt x="4" y="36"/>
                      <a:pt x="8" y="29"/>
                      <a:pt x="15" y="28"/>
                    </a:cubicBezTo>
                    <a:cubicBezTo>
                      <a:pt x="81" y="4"/>
                      <a:pt x="81" y="4"/>
                      <a:pt x="81" y="4"/>
                    </a:cubicBezTo>
                    <a:cubicBezTo>
                      <a:pt x="81" y="4"/>
                      <a:pt x="81" y="4"/>
                      <a:pt x="82" y="4"/>
                    </a:cubicBezTo>
                    <a:close/>
                    <a:moveTo>
                      <a:pt x="82" y="0"/>
                    </a:moveTo>
                    <a:cubicBezTo>
                      <a:pt x="81" y="0"/>
                      <a:pt x="81" y="0"/>
                      <a:pt x="80" y="0"/>
                    </a:cubicBezTo>
                    <a:cubicBezTo>
                      <a:pt x="80" y="0"/>
                      <a:pt x="80" y="0"/>
                      <a:pt x="80" y="0"/>
                    </a:cubicBezTo>
                    <a:cubicBezTo>
                      <a:pt x="79" y="0"/>
                      <a:pt x="79" y="0"/>
                      <a:pt x="79" y="0"/>
                    </a:cubicBezTo>
                    <a:cubicBezTo>
                      <a:pt x="14" y="24"/>
                      <a:pt x="14" y="24"/>
                      <a:pt x="14" y="24"/>
                    </a:cubicBezTo>
                    <a:cubicBezTo>
                      <a:pt x="5" y="26"/>
                      <a:pt x="0" y="35"/>
                      <a:pt x="2" y="43"/>
                    </a:cubicBezTo>
                    <a:cubicBezTo>
                      <a:pt x="4" y="50"/>
                      <a:pt x="10" y="56"/>
                      <a:pt x="18" y="56"/>
                    </a:cubicBezTo>
                    <a:cubicBezTo>
                      <a:pt x="19" y="56"/>
                      <a:pt x="19" y="56"/>
                      <a:pt x="20" y="55"/>
                    </a:cubicBezTo>
                    <a:cubicBezTo>
                      <a:pt x="21" y="55"/>
                      <a:pt x="25" y="54"/>
                      <a:pt x="25" y="54"/>
                    </a:cubicBezTo>
                    <a:cubicBezTo>
                      <a:pt x="25" y="54"/>
                      <a:pt x="25" y="54"/>
                      <a:pt x="25" y="54"/>
                    </a:cubicBezTo>
                    <a:cubicBezTo>
                      <a:pt x="25" y="54"/>
                      <a:pt x="25" y="54"/>
                      <a:pt x="25" y="54"/>
                    </a:cubicBezTo>
                    <a:cubicBezTo>
                      <a:pt x="85" y="16"/>
                      <a:pt x="85" y="16"/>
                      <a:pt x="85" y="16"/>
                    </a:cubicBezTo>
                    <a:cubicBezTo>
                      <a:pt x="89" y="14"/>
                      <a:pt x="91" y="10"/>
                      <a:pt x="90" y="7"/>
                    </a:cubicBezTo>
                    <a:cubicBezTo>
                      <a:pt x="89" y="2"/>
                      <a:pt x="85" y="0"/>
                      <a:pt x="82" y="0"/>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nvGrpSpPr>
            <p:cNvPr id="77" name="Group 82" descr="disk">
              <a:extLst>
                <a:ext uri="{FF2B5EF4-FFF2-40B4-BE49-F238E27FC236}">
                  <a16:creationId xmlns:a16="http://schemas.microsoft.com/office/drawing/2014/main" id="{AC4DDFF0-EAB3-B2FE-B8E2-4C2B232A8DE1}"/>
                </a:ext>
              </a:extLst>
            </p:cNvPr>
            <p:cNvGrpSpPr>
              <a:grpSpLocks noChangeAspect="1"/>
            </p:cNvGrpSpPr>
            <p:nvPr/>
          </p:nvGrpSpPr>
          <p:grpSpPr bwMode="auto">
            <a:xfrm>
              <a:off x="4098252" y="1237200"/>
              <a:ext cx="487564" cy="587292"/>
              <a:chOff x="1704" y="3095"/>
              <a:chExt cx="176" cy="212"/>
            </a:xfrm>
          </p:grpSpPr>
          <p:sp>
            <p:nvSpPr>
              <p:cNvPr id="78" name="AutoShape 81">
                <a:extLst>
                  <a:ext uri="{FF2B5EF4-FFF2-40B4-BE49-F238E27FC236}">
                    <a16:creationId xmlns:a16="http://schemas.microsoft.com/office/drawing/2014/main" id="{DEF21CB8-753F-D183-C42A-017F8C6D049B}"/>
                  </a:ext>
                </a:extLst>
              </p:cNvPr>
              <p:cNvSpPr>
                <a:spLocks noChangeAspect="1" noChangeArrowheads="1" noTextEdit="1"/>
              </p:cNvSpPr>
              <p:nvPr/>
            </p:nvSpPr>
            <p:spPr bwMode="auto">
              <a:xfrm>
                <a:off x="1704" y="3095"/>
                <a:ext cx="17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79" name="Rectangle 83">
                <a:extLst>
                  <a:ext uri="{FF2B5EF4-FFF2-40B4-BE49-F238E27FC236}">
                    <a16:creationId xmlns:a16="http://schemas.microsoft.com/office/drawing/2014/main" id="{4A8DBE5C-9C66-46D5-0337-3BE116C1CE9D}"/>
                  </a:ext>
                </a:extLst>
              </p:cNvPr>
              <p:cNvSpPr>
                <a:spLocks noChangeArrowheads="1"/>
              </p:cNvSpPr>
              <p:nvPr/>
            </p:nvSpPr>
            <p:spPr bwMode="auto">
              <a:xfrm>
                <a:off x="1704" y="3096"/>
                <a:ext cx="175" cy="211"/>
              </a:xfrm>
              <a:prstGeom prst="rect">
                <a:avLst/>
              </a:prstGeom>
              <a:solidFill>
                <a:srgbClr val="50E6FF"/>
              </a:solidFill>
              <a:ln w="19050">
                <a:solidFill>
                  <a:srgbClr val="0078D3"/>
                </a:solidFill>
                <a:miter lim="800000"/>
                <a:headEnd/>
                <a:tailEnd/>
              </a:ln>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0" name="Oval 84">
                <a:extLst>
                  <a:ext uri="{FF2B5EF4-FFF2-40B4-BE49-F238E27FC236}">
                    <a16:creationId xmlns:a16="http://schemas.microsoft.com/office/drawing/2014/main" id="{293E85A4-856A-D54A-DBD2-4DAF5DE81125}"/>
                  </a:ext>
                </a:extLst>
              </p:cNvPr>
              <p:cNvSpPr>
                <a:spLocks noChangeArrowheads="1"/>
              </p:cNvSpPr>
              <p:nvPr/>
            </p:nvSpPr>
            <p:spPr bwMode="auto">
              <a:xfrm>
                <a:off x="1715" y="3117"/>
                <a:ext cx="152" cy="152"/>
              </a:xfrm>
              <a:prstGeom prst="ellipse">
                <a:avLst/>
              </a:prstGeom>
              <a:solidFill>
                <a:srgbClr val="0078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1" name="Freeform 85">
                <a:extLst>
                  <a:ext uri="{FF2B5EF4-FFF2-40B4-BE49-F238E27FC236}">
                    <a16:creationId xmlns:a16="http://schemas.microsoft.com/office/drawing/2014/main" id="{1A40CAB2-B264-1E21-0E0D-BBECC992ACB0}"/>
                  </a:ext>
                </a:extLst>
              </p:cNvPr>
              <p:cNvSpPr>
                <a:spLocks noEditPoints="1"/>
              </p:cNvSpPr>
              <p:nvPr/>
            </p:nvSpPr>
            <p:spPr bwMode="auto">
              <a:xfrm>
                <a:off x="1714" y="3116"/>
                <a:ext cx="155" cy="155"/>
              </a:xfrm>
              <a:custGeom>
                <a:avLst/>
                <a:gdLst>
                  <a:gd name="T0" fmla="*/ 90 w 180"/>
                  <a:gd name="T1" fmla="*/ 180 h 180"/>
                  <a:gd name="T2" fmla="*/ 0 w 180"/>
                  <a:gd name="T3" fmla="*/ 90 h 180"/>
                  <a:gd name="T4" fmla="*/ 90 w 180"/>
                  <a:gd name="T5" fmla="*/ 0 h 180"/>
                  <a:gd name="T6" fmla="*/ 180 w 180"/>
                  <a:gd name="T7" fmla="*/ 90 h 180"/>
                  <a:gd name="T8" fmla="*/ 90 w 180"/>
                  <a:gd name="T9" fmla="*/ 180 h 180"/>
                  <a:gd name="T10" fmla="*/ 90 w 180"/>
                  <a:gd name="T11" fmla="*/ 4 h 180"/>
                  <a:gd name="T12" fmla="*/ 4 w 180"/>
                  <a:gd name="T13" fmla="*/ 90 h 180"/>
                  <a:gd name="T14" fmla="*/ 90 w 180"/>
                  <a:gd name="T15" fmla="*/ 176 h 180"/>
                  <a:gd name="T16" fmla="*/ 176 w 180"/>
                  <a:gd name="T17" fmla="*/ 90 h 180"/>
                  <a:gd name="T18" fmla="*/ 90 w 180"/>
                  <a:gd name="T19" fmla="*/ 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0" h="180">
                    <a:moveTo>
                      <a:pt x="90" y="180"/>
                    </a:moveTo>
                    <a:cubicBezTo>
                      <a:pt x="41" y="180"/>
                      <a:pt x="0" y="140"/>
                      <a:pt x="0" y="90"/>
                    </a:cubicBezTo>
                    <a:cubicBezTo>
                      <a:pt x="0" y="41"/>
                      <a:pt x="41" y="0"/>
                      <a:pt x="90" y="0"/>
                    </a:cubicBezTo>
                    <a:cubicBezTo>
                      <a:pt x="140" y="0"/>
                      <a:pt x="180" y="41"/>
                      <a:pt x="180" y="90"/>
                    </a:cubicBezTo>
                    <a:cubicBezTo>
                      <a:pt x="180" y="140"/>
                      <a:pt x="140" y="180"/>
                      <a:pt x="90" y="180"/>
                    </a:cubicBezTo>
                    <a:close/>
                    <a:moveTo>
                      <a:pt x="90" y="4"/>
                    </a:moveTo>
                    <a:cubicBezTo>
                      <a:pt x="43" y="4"/>
                      <a:pt x="4" y="43"/>
                      <a:pt x="4" y="90"/>
                    </a:cubicBezTo>
                    <a:cubicBezTo>
                      <a:pt x="4" y="138"/>
                      <a:pt x="43" y="176"/>
                      <a:pt x="90" y="176"/>
                    </a:cubicBezTo>
                    <a:cubicBezTo>
                      <a:pt x="137" y="176"/>
                      <a:pt x="176" y="137"/>
                      <a:pt x="176" y="90"/>
                    </a:cubicBezTo>
                    <a:cubicBezTo>
                      <a:pt x="176" y="43"/>
                      <a:pt x="138" y="4"/>
                      <a:pt x="90" y="4"/>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2" name="Oval 86">
                <a:extLst>
                  <a:ext uri="{FF2B5EF4-FFF2-40B4-BE49-F238E27FC236}">
                    <a16:creationId xmlns:a16="http://schemas.microsoft.com/office/drawing/2014/main" id="{A0968530-B11D-E8EE-B8C9-966F3F39FB67}"/>
                  </a:ext>
                </a:extLst>
              </p:cNvPr>
              <p:cNvSpPr>
                <a:spLocks noChangeArrowheads="1"/>
              </p:cNvSpPr>
              <p:nvPr/>
            </p:nvSpPr>
            <p:spPr bwMode="auto">
              <a:xfrm>
                <a:off x="1773" y="3175"/>
                <a:ext cx="36" cy="36"/>
              </a:xfrm>
              <a:prstGeom prst="ellipse">
                <a:avLst/>
              </a:pr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3" name="Freeform 87">
                <a:extLst>
                  <a:ext uri="{FF2B5EF4-FFF2-40B4-BE49-F238E27FC236}">
                    <a16:creationId xmlns:a16="http://schemas.microsoft.com/office/drawing/2014/main" id="{BE828605-3F2F-16A9-E1C4-271094EF8ECD}"/>
                  </a:ext>
                </a:extLst>
              </p:cNvPr>
              <p:cNvSpPr>
                <a:spLocks/>
              </p:cNvSpPr>
              <p:nvPr/>
            </p:nvSpPr>
            <p:spPr bwMode="auto">
              <a:xfrm>
                <a:off x="1744" y="3143"/>
                <a:ext cx="31" cy="31"/>
              </a:xfrm>
              <a:custGeom>
                <a:avLst/>
                <a:gdLst>
                  <a:gd name="T0" fmla="*/ 3 w 31"/>
                  <a:gd name="T1" fmla="*/ 0 h 31"/>
                  <a:gd name="T2" fmla="*/ 0 w 31"/>
                  <a:gd name="T3" fmla="*/ 4 h 31"/>
                  <a:gd name="T4" fmla="*/ 27 w 31"/>
                  <a:gd name="T5" fmla="*/ 31 h 31"/>
                  <a:gd name="T6" fmla="*/ 31 w 31"/>
                  <a:gd name="T7" fmla="*/ 28 h 31"/>
                  <a:gd name="T8" fmla="*/ 3 w 31"/>
                  <a:gd name="T9" fmla="*/ 0 h 31"/>
                </a:gdLst>
                <a:ahLst/>
                <a:cxnLst>
                  <a:cxn ang="0">
                    <a:pos x="T0" y="T1"/>
                  </a:cxn>
                  <a:cxn ang="0">
                    <a:pos x="T2" y="T3"/>
                  </a:cxn>
                  <a:cxn ang="0">
                    <a:pos x="T4" y="T5"/>
                  </a:cxn>
                  <a:cxn ang="0">
                    <a:pos x="T6" y="T7"/>
                  </a:cxn>
                  <a:cxn ang="0">
                    <a:pos x="T8" y="T9"/>
                  </a:cxn>
                </a:cxnLst>
                <a:rect l="0" t="0" r="r" b="b"/>
                <a:pathLst>
                  <a:path w="31" h="31">
                    <a:moveTo>
                      <a:pt x="3" y="0"/>
                    </a:moveTo>
                    <a:lnTo>
                      <a:pt x="0" y="4"/>
                    </a:lnTo>
                    <a:lnTo>
                      <a:pt x="27" y="31"/>
                    </a:lnTo>
                    <a:lnTo>
                      <a:pt x="31" y="28"/>
                    </a:lnTo>
                    <a:lnTo>
                      <a:pt x="3"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4" name="Freeform 88">
                <a:extLst>
                  <a:ext uri="{FF2B5EF4-FFF2-40B4-BE49-F238E27FC236}">
                    <a16:creationId xmlns:a16="http://schemas.microsoft.com/office/drawing/2014/main" id="{30F4C656-7D89-B7A9-A840-83AB17ED898B}"/>
                  </a:ext>
                </a:extLst>
              </p:cNvPr>
              <p:cNvSpPr>
                <a:spLocks/>
              </p:cNvSpPr>
              <p:nvPr/>
            </p:nvSpPr>
            <p:spPr bwMode="auto">
              <a:xfrm>
                <a:off x="1809" y="3210"/>
                <a:ext cx="31" cy="31"/>
              </a:xfrm>
              <a:custGeom>
                <a:avLst/>
                <a:gdLst>
                  <a:gd name="T0" fmla="*/ 4 w 31"/>
                  <a:gd name="T1" fmla="*/ 0 h 31"/>
                  <a:gd name="T2" fmla="*/ 0 w 31"/>
                  <a:gd name="T3" fmla="*/ 3 h 31"/>
                  <a:gd name="T4" fmla="*/ 28 w 31"/>
                  <a:gd name="T5" fmla="*/ 31 h 31"/>
                  <a:gd name="T6" fmla="*/ 31 w 31"/>
                  <a:gd name="T7" fmla="*/ 27 h 31"/>
                  <a:gd name="T8" fmla="*/ 4 w 31"/>
                  <a:gd name="T9" fmla="*/ 0 h 31"/>
                </a:gdLst>
                <a:ahLst/>
                <a:cxnLst>
                  <a:cxn ang="0">
                    <a:pos x="T0" y="T1"/>
                  </a:cxn>
                  <a:cxn ang="0">
                    <a:pos x="T2" y="T3"/>
                  </a:cxn>
                  <a:cxn ang="0">
                    <a:pos x="T4" y="T5"/>
                  </a:cxn>
                  <a:cxn ang="0">
                    <a:pos x="T6" y="T7"/>
                  </a:cxn>
                  <a:cxn ang="0">
                    <a:pos x="T8" y="T9"/>
                  </a:cxn>
                </a:cxnLst>
                <a:rect l="0" t="0" r="r" b="b"/>
                <a:pathLst>
                  <a:path w="31" h="31">
                    <a:moveTo>
                      <a:pt x="4" y="0"/>
                    </a:moveTo>
                    <a:lnTo>
                      <a:pt x="0" y="3"/>
                    </a:lnTo>
                    <a:lnTo>
                      <a:pt x="28" y="31"/>
                    </a:lnTo>
                    <a:lnTo>
                      <a:pt x="31" y="27"/>
                    </a:lnTo>
                    <a:lnTo>
                      <a:pt x="4"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5" name="Freeform 89">
                <a:extLst>
                  <a:ext uri="{FF2B5EF4-FFF2-40B4-BE49-F238E27FC236}">
                    <a16:creationId xmlns:a16="http://schemas.microsoft.com/office/drawing/2014/main" id="{4DE404D0-5CB0-3BEB-B834-A17EB614061D}"/>
                  </a:ext>
                </a:extLst>
              </p:cNvPr>
              <p:cNvSpPr>
                <a:spLocks/>
              </p:cNvSpPr>
              <p:nvPr/>
            </p:nvSpPr>
            <p:spPr bwMode="auto">
              <a:xfrm>
                <a:off x="1724" y="3230"/>
                <a:ext cx="74" cy="44"/>
              </a:xfrm>
              <a:custGeom>
                <a:avLst/>
                <a:gdLst>
                  <a:gd name="T0" fmla="*/ 15 w 86"/>
                  <a:gd name="T1" fmla="*/ 51 h 51"/>
                  <a:gd name="T2" fmla="*/ 2 w 86"/>
                  <a:gd name="T3" fmla="*/ 40 h 51"/>
                  <a:gd name="T4" fmla="*/ 12 w 86"/>
                  <a:gd name="T5" fmla="*/ 24 h 51"/>
                  <a:gd name="T6" fmla="*/ 78 w 86"/>
                  <a:gd name="T7" fmla="*/ 0 h 51"/>
                  <a:gd name="T8" fmla="*/ 80 w 86"/>
                  <a:gd name="T9" fmla="*/ 0 h 51"/>
                  <a:gd name="T10" fmla="*/ 85 w 86"/>
                  <a:gd name="T11" fmla="*/ 4 h 51"/>
                  <a:gd name="T12" fmla="*/ 82 w 86"/>
                  <a:gd name="T13" fmla="*/ 11 h 51"/>
                  <a:gd name="T14" fmla="*/ 22 w 86"/>
                  <a:gd name="T15" fmla="*/ 49 h 51"/>
                  <a:gd name="T16" fmla="*/ 18 w 86"/>
                  <a:gd name="T17" fmla="*/ 50 h 51"/>
                  <a:gd name="T18" fmla="*/ 15 w 86"/>
                  <a:gd name="T1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6" h="51">
                    <a:moveTo>
                      <a:pt x="15" y="51"/>
                    </a:moveTo>
                    <a:cubicBezTo>
                      <a:pt x="9" y="51"/>
                      <a:pt x="3" y="47"/>
                      <a:pt x="2" y="40"/>
                    </a:cubicBezTo>
                    <a:cubicBezTo>
                      <a:pt x="0" y="33"/>
                      <a:pt x="5" y="26"/>
                      <a:pt x="12" y="24"/>
                    </a:cubicBezTo>
                    <a:cubicBezTo>
                      <a:pt x="78" y="0"/>
                      <a:pt x="78" y="0"/>
                      <a:pt x="78" y="0"/>
                    </a:cubicBezTo>
                    <a:cubicBezTo>
                      <a:pt x="79" y="0"/>
                      <a:pt x="79" y="0"/>
                      <a:pt x="80" y="0"/>
                    </a:cubicBezTo>
                    <a:cubicBezTo>
                      <a:pt x="83" y="0"/>
                      <a:pt x="85" y="2"/>
                      <a:pt x="85" y="4"/>
                    </a:cubicBezTo>
                    <a:cubicBezTo>
                      <a:pt x="86" y="6"/>
                      <a:pt x="85" y="9"/>
                      <a:pt x="82" y="11"/>
                    </a:cubicBezTo>
                    <a:cubicBezTo>
                      <a:pt x="22" y="49"/>
                      <a:pt x="22" y="49"/>
                      <a:pt x="22" y="49"/>
                    </a:cubicBezTo>
                    <a:cubicBezTo>
                      <a:pt x="22" y="49"/>
                      <a:pt x="19" y="50"/>
                      <a:pt x="18" y="50"/>
                    </a:cubicBezTo>
                    <a:cubicBezTo>
                      <a:pt x="17" y="51"/>
                      <a:pt x="16" y="51"/>
                      <a:pt x="15" y="5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6" name="Freeform 90">
                <a:extLst>
                  <a:ext uri="{FF2B5EF4-FFF2-40B4-BE49-F238E27FC236}">
                    <a16:creationId xmlns:a16="http://schemas.microsoft.com/office/drawing/2014/main" id="{57330821-4DA7-FD18-2BB1-E73E4A3AA432}"/>
                  </a:ext>
                </a:extLst>
              </p:cNvPr>
              <p:cNvSpPr>
                <a:spLocks noEditPoints="1"/>
              </p:cNvSpPr>
              <p:nvPr/>
            </p:nvSpPr>
            <p:spPr bwMode="auto">
              <a:xfrm>
                <a:off x="1722" y="3229"/>
                <a:ext cx="79" cy="48"/>
              </a:xfrm>
              <a:custGeom>
                <a:avLst/>
                <a:gdLst>
                  <a:gd name="T0" fmla="*/ 82 w 91"/>
                  <a:gd name="T1" fmla="*/ 4 h 56"/>
                  <a:gd name="T2" fmla="*/ 85 w 91"/>
                  <a:gd name="T3" fmla="*/ 7 h 56"/>
                  <a:gd name="T4" fmla="*/ 83 w 91"/>
                  <a:gd name="T5" fmla="*/ 11 h 56"/>
                  <a:gd name="T6" fmla="*/ 23 w 91"/>
                  <a:gd name="T7" fmla="*/ 50 h 56"/>
                  <a:gd name="T8" fmla="*/ 19 w 91"/>
                  <a:gd name="T9" fmla="*/ 51 h 56"/>
                  <a:gd name="T10" fmla="*/ 17 w 91"/>
                  <a:gd name="T11" fmla="*/ 51 h 56"/>
                  <a:gd name="T12" fmla="*/ 6 w 91"/>
                  <a:gd name="T13" fmla="*/ 42 h 56"/>
                  <a:gd name="T14" fmla="*/ 15 w 91"/>
                  <a:gd name="T15" fmla="*/ 28 h 56"/>
                  <a:gd name="T16" fmla="*/ 81 w 91"/>
                  <a:gd name="T17" fmla="*/ 4 h 56"/>
                  <a:gd name="T18" fmla="*/ 82 w 91"/>
                  <a:gd name="T19" fmla="*/ 4 h 56"/>
                  <a:gd name="T20" fmla="*/ 82 w 91"/>
                  <a:gd name="T21" fmla="*/ 0 h 56"/>
                  <a:gd name="T22" fmla="*/ 80 w 91"/>
                  <a:gd name="T23" fmla="*/ 0 h 56"/>
                  <a:gd name="T24" fmla="*/ 80 w 91"/>
                  <a:gd name="T25" fmla="*/ 0 h 56"/>
                  <a:gd name="T26" fmla="*/ 79 w 91"/>
                  <a:gd name="T27" fmla="*/ 0 h 56"/>
                  <a:gd name="T28" fmla="*/ 14 w 91"/>
                  <a:gd name="T29" fmla="*/ 24 h 56"/>
                  <a:gd name="T30" fmla="*/ 2 w 91"/>
                  <a:gd name="T31" fmla="*/ 43 h 56"/>
                  <a:gd name="T32" fmla="*/ 18 w 91"/>
                  <a:gd name="T33" fmla="*/ 56 h 56"/>
                  <a:gd name="T34" fmla="*/ 20 w 91"/>
                  <a:gd name="T35" fmla="*/ 55 h 56"/>
                  <a:gd name="T36" fmla="*/ 25 w 91"/>
                  <a:gd name="T37" fmla="*/ 54 h 56"/>
                  <a:gd name="T38" fmla="*/ 25 w 91"/>
                  <a:gd name="T39" fmla="*/ 54 h 56"/>
                  <a:gd name="T40" fmla="*/ 25 w 91"/>
                  <a:gd name="T41" fmla="*/ 54 h 56"/>
                  <a:gd name="T42" fmla="*/ 85 w 91"/>
                  <a:gd name="T43" fmla="*/ 16 h 56"/>
                  <a:gd name="T44" fmla="*/ 90 w 91"/>
                  <a:gd name="T45" fmla="*/ 7 h 56"/>
                  <a:gd name="T46" fmla="*/ 82 w 91"/>
                  <a:gd name="T47"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1" h="56">
                    <a:moveTo>
                      <a:pt x="82" y="4"/>
                    </a:moveTo>
                    <a:cubicBezTo>
                      <a:pt x="83" y="4"/>
                      <a:pt x="85" y="5"/>
                      <a:pt x="85" y="7"/>
                    </a:cubicBezTo>
                    <a:cubicBezTo>
                      <a:pt x="86" y="9"/>
                      <a:pt x="84" y="10"/>
                      <a:pt x="83" y="11"/>
                    </a:cubicBezTo>
                    <a:cubicBezTo>
                      <a:pt x="23" y="50"/>
                      <a:pt x="23" y="50"/>
                      <a:pt x="23" y="50"/>
                    </a:cubicBezTo>
                    <a:cubicBezTo>
                      <a:pt x="22" y="50"/>
                      <a:pt x="20" y="51"/>
                      <a:pt x="19" y="51"/>
                    </a:cubicBezTo>
                    <a:cubicBezTo>
                      <a:pt x="19" y="51"/>
                      <a:pt x="18" y="51"/>
                      <a:pt x="17" y="51"/>
                    </a:cubicBezTo>
                    <a:cubicBezTo>
                      <a:pt x="12" y="51"/>
                      <a:pt x="7" y="48"/>
                      <a:pt x="6" y="42"/>
                    </a:cubicBezTo>
                    <a:cubicBezTo>
                      <a:pt x="4" y="36"/>
                      <a:pt x="8" y="29"/>
                      <a:pt x="15" y="28"/>
                    </a:cubicBezTo>
                    <a:cubicBezTo>
                      <a:pt x="81" y="4"/>
                      <a:pt x="81" y="4"/>
                      <a:pt x="81" y="4"/>
                    </a:cubicBezTo>
                    <a:cubicBezTo>
                      <a:pt x="81" y="4"/>
                      <a:pt x="81" y="4"/>
                      <a:pt x="82" y="4"/>
                    </a:cubicBezTo>
                    <a:close/>
                    <a:moveTo>
                      <a:pt x="82" y="0"/>
                    </a:moveTo>
                    <a:cubicBezTo>
                      <a:pt x="81" y="0"/>
                      <a:pt x="81" y="0"/>
                      <a:pt x="80" y="0"/>
                    </a:cubicBezTo>
                    <a:cubicBezTo>
                      <a:pt x="80" y="0"/>
                      <a:pt x="80" y="0"/>
                      <a:pt x="80" y="0"/>
                    </a:cubicBezTo>
                    <a:cubicBezTo>
                      <a:pt x="79" y="0"/>
                      <a:pt x="79" y="0"/>
                      <a:pt x="79" y="0"/>
                    </a:cubicBezTo>
                    <a:cubicBezTo>
                      <a:pt x="14" y="24"/>
                      <a:pt x="14" y="24"/>
                      <a:pt x="14" y="24"/>
                    </a:cubicBezTo>
                    <a:cubicBezTo>
                      <a:pt x="5" y="26"/>
                      <a:pt x="0" y="35"/>
                      <a:pt x="2" y="43"/>
                    </a:cubicBezTo>
                    <a:cubicBezTo>
                      <a:pt x="4" y="50"/>
                      <a:pt x="10" y="56"/>
                      <a:pt x="18" y="56"/>
                    </a:cubicBezTo>
                    <a:cubicBezTo>
                      <a:pt x="19" y="56"/>
                      <a:pt x="19" y="56"/>
                      <a:pt x="20" y="55"/>
                    </a:cubicBezTo>
                    <a:cubicBezTo>
                      <a:pt x="21" y="55"/>
                      <a:pt x="25" y="54"/>
                      <a:pt x="25" y="54"/>
                    </a:cubicBezTo>
                    <a:cubicBezTo>
                      <a:pt x="25" y="54"/>
                      <a:pt x="25" y="54"/>
                      <a:pt x="25" y="54"/>
                    </a:cubicBezTo>
                    <a:cubicBezTo>
                      <a:pt x="25" y="54"/>
                      <a:pt x="25" y="54"/>
                      <a:pt x="25" y="54"/>
                    </a:cubicBezTo>
                    <a:cubicBezTo>
                      <a:pt x="85" y="16"/>
                      <a:pt x="85" y="16"/>
                      <a:pt x="85" y="16"/>
                    </a:cubicBezTo>
                    <a:cubicBezTo>
                      <a:pt x="89" y="14"/>
                      <a:pt x="91" y="10"/>
                      <a:pt x="90" y="7"/>
                    </a:cubicBezTo>
                    <a:cubicBezTo>
                      <a:pt x="89" y="2"/>
                      <a:pt x="85" y="0"/>
                      <a:pt x="82" y="0"/>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grpSp>
        <p:nvGrpSpPr>
          <p:cNvPr id="105" name="Group 133">
            <a:extLst>
              <a:ext uri="{FF2B5EF4-FFF2-40B4-BE49-F238E27FC236}">
                <a16:creationId xmlns:a16="http://schemas.microsoft.com/office/drawing/2014/main" id="{E4C2466D-997D-B912-669F-6593BC75CC50}"/>
              </a:ext>
            </a:extLst>
          </p:cNvPr>
          <p:cNvGrpSpPr/>
          <p:nvPr/>
        </p:nvGrpSpPr>
        <p:grpSpPr>
          <a:xfrm>
            <a:off x="4414034" y="2651987"/>
            <a:ext cx="1202731" cy="490261"/>
            <a:chOff x="6516311" y="1237199"/>
            <a:chExt cx="1786850" cy="605976"/>
          </a:xfrm>
        </p:grpSpPr>
        <p:grpSp>
          <p:nvGrpSpPr>
            <p:cNvPr id="106" name="Group 97">
              <a:extLst>
                <a:ext uri="{FF2B5EF4-FFF2-40B4-BE49-F238E27FC236}">
                  <a16:creationId xmlns:a16="http://schemas.microsoft.com/office/drawing/2014/main" id="{5524452A-8B64-6639-E6C0-B7FEADB11455}"/>
                </a:ext>
              </a:extLst>
            </p:cNvPr>
            <p:cNvGrpSpPr/>
            <p:nvPr/>
          </p:nvGrpSpPr>
          <p:grpSpPr>
            <a:xfrm>
              <a:off x="6516311" y="1237199"/>
              <a:ext cx="508511" cy="605976"/>
              <a:chOff x="-3187544" y="2133223"/>
              <a:chExt cx="498585" cy="594148"/>
            </a:xfrm>
          </p:grpSpPr>
          <p:sp>
            <p:nvSpPr>
              <p:cNvPr id="127" name="Freeform 5">
                <a:extLst>
                  <a:ext uri="{FF2B5EF4-FFF2-40B4-BE49-F238E27FC236}">
                    <a16:creationId xmlns:a16="http://schemas.microsoft.com/office/drawing/2014/main" id="{8AF9473F-898F-F827-1AE9-F9541DABC4ED}"/>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nvGrpSpPr>
              <p:cNvPr id="128" name="Group 99">
                <a:extLst>
                  <a:ext uri="{FF2B5EF4-FFF2-40B4-BE49-F238E27FC236}">
                    <a16:creationId xmlns:a16="http://schemas.microsoft.com/office/drawing/2014/main" id="{5CAF67B1-4C7A-73F3-DA74-3CFEB64B7F59}"/>
                  </a:ext>
                </a:extLst>
              </p:cNvPr>
              <p:cNvGrpSpPr/>
              <p:nvPr/>
            </p:nvGrpSpPr>
            <p:grpSpPr>
              <a:xfrm>
                <a:off x="-3112548" y="2200457"/>
                <a:ext cx="348591" cy="386904"/>
                <a:chOff x="5513643" y="5046557"/>
                <a:chExt cx="187770" cy="208407"/>
              </a:xfrm>
              <a:solidFill>
                <a:srgbClr val="0078D3"/>
              </a:solidFill>
            </p:grpSpPr>
            <p:sp>
              <p:nvSpPr>
                <p:cNvPr id="132" name="Oval 103">
                  <a:extLst>
                    <a:ext uri="{FF2B5EF4-FFF2-40B4-BE49-F238E27FC236}">
                      <a16:creationId xmlns:a16="http://schemas.microsoft.com/office/drawing/2014/main" id="{51D8FB67-26AE-8D62-AAC2-5B6CBBE5C5A1}"/>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33" name="Oval 104">
                  <a:extLst>
                    <a:ext uri="{FF2B5EF4-FFF2-40B4-BE49-F238E27FC236}">
                      <a16:creationId xmlns:a16="http://schemas.microsoft.com/office/drawing/2014/main" id="{546B6DF7-EF59-C4CC-0869-67868F5A7035}"/>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34" name="Oval 105">
                  <a:extLst>
                    <a:ext uri="{FF2B5EF4-FFF2-40B4-BE49-F238E27FC236}">
                      <a16:creationId xmlns:a16="http://schemas.microsoft.com/office/drawing/2014/main" id="{DA06E28B-4F07-1DA1-5C30-5FE17C6F0B81}"/>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35" name="Oval 106">
                  <a:extLst>
                    <a:ext uri="{FF2B5EF4-FFF2-40B4-BE49-F238E27FC236}">
                      <a16:creationId xmlns:a16="http://schemas.microsoft.com/office/drawing/2014/main" id="{91471D41-7925-C304-701A-77173644A47B}"/>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grpSp>
          <p:sp>
            <p:nvSpPr>
              <p:cNvPr id="129" name="Line 7">
                <a:extLst>
                  <a:ext uri="{FF2B5EF4-FFF2-40B4-BE49-F238E27FC236}">
                    <a16:creationId xmlns:a16="http://schemas.microsoft.com/office/drawing/2014/main" id="{16023C69-A5B3-764E-477B-AE5DFC87DFBD}"/>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30" name="Line 8">
                <a:extLst>
                  <a:ext uri="{FF2B5EF4-FFF2-40B4-BE49-F238E27FC236}">
                    <a16:creationId xmlns:a16="http://schemas.microsoft.com/office/drawing/2014/main" id="{26EBEBFB-74C8-27DC-AA94-4B658A49C9C5}"/>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31" name="Line 9">
                <a:extLst>
                  <a:ext uri="{FF2B5EF4-FFF2-40B4-BE49-F238E27FC236}">
                    <a16:creationId xmlns:a16="http://schemas.microsoft.com/office/drawing/2014/main" id="{5E43A75E-1F4D-38E5-E5A0-B18CB1A9D43A}"/>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nvGrpSpPr>
            <p:cNvPr id="107" name="Group 107">
              <a:extLst>
                <a:ext uri="{FF2B5EF4-FFF2-40B4-BE49-F238E27FC236}">
                  <a16:creationId xmlns:a16="http://schemas.microsoft.com/office/drawing/2014/main" id="{6B11B7A3-49B3-6B97-C58D-3CEB3377600C}"/>
                </a:ext>
              </a:extLst>
            </p:cNvPr>
            <p:cNvGrpSpPr/>
            <p:nvPr/>
          </p:nvGrpSpPr>
          <p:grpSpPr>
            <a:xfrm>
              <a:off x="7794650" y="1237199"/>
              <a:ext cx="508511" cy="605976"/>
              <a:chOff x="-3187544" y="2133223"/>
              <a:chExt cx="498585" cy="594148"/>
            </a:xfrm>
          </p:grpSpPr>
          <p:sp>
            <p:nvSpPr>
              <p:cNvPr id="118" name="Freeform 5">
                <a:extLst>
                  <a:ext uri="{FF2B5EF4-FFF2-40B4-BE49-F238E27FC236}">
                    <a16:creationId xmlns:a16="http://schemas.microsoft.com/office/drawing/2014/main" id="{E9FAC9C8-7DAB-1237-4390-FB54D55C0620}"/>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nvGrpSpPr>
              <p:cNvPr id="119" name="Group 109">
                <a:extLst>
                  <a:ext uri="{FF2B5EF4-FFF2-40B4-BE49-F238E27FC236}">
                    <a16:creationId xmlns:a16="http://schemas.microsoft.com/office/drawing/2014/main" id="{5703FEAC-D3D2-A482-6ABE-388077182A38}"/>
                  </a:ext>
                </a:extLst>
              </p:cNvPr>
              <p:cNvGrpSpPr/>
              <p:nvPr/>
            </p:nvGrpSpPr>
            <p:grpSpPr>
              <a:xfrm>
                <a:off x="-3112548" y="2200457"/>
                <a:ext cx="348591" cy="386904"/>
                <a:chOff x="5513643" y="5046557"/>
                <a:chExt cx="187770" cy="208407"/>
              </a:xfrm>
              <a:solidFill>
                <a:srgbClr val="0078D3"/>
              </a:solidFill>
            </p:grpSpPr>
            <p:sp>
              <p:nvSpPr>
                <p:cNvPr id="123" name="Oval 113">
                  <a:extLst>
                    <a:ext uri="{FF2B5EF4-FFF2-40B4-BE49-F238E27FC236}">
                      <a16:creationId xmlns:a16="http://schemas.microsoft.com/office/drawing/2014/main" id="{7BE266E0-8226-69A8-7228-235924834012}"/>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24" name="Oval 114">
                  <a:extLst>
                    <a:ext uri="{FF2B5EF4-FFF2-40B4-BE49-F238E27FC236}">
                      <a16:creationId xmlns:a16="http://schemas.microsoft.com/office/drawing/2014/main" id="{7990AD7C-E002-15B6-5FF5-E28B4F11FB56}"/>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25" name="Oval 115">
                  <a:extLst>
                    <a:ext uri="{FF2B5EF4-FFF2-40B4-BE49-F238E27FC236}">
                      <a16:creationId xmlns:a16="http://schemas.microsoft.com/office/drawing/2014/main" id="{5128EDF3-3B9D-250F-61CD-8AB6066D503E}"/>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26" name="Oval 116">
                  <a:extLst>
                    <a:ext uri="{FF2B5EF4-FFF2-40B4-BE49-F238E27FC236}">
                      <a16:creationId xmlns:a16="http://schemas.microsoft.com/office/drawing/2014/main" id="{EF56C3D7-D7D3-4354-8E14-F8B16095A091}"/>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grpSp>
          <p:sp>
            <p:nvSpPr>
              <p:cNvPr id="120" name="Line 7">
                <a:extLst>
                  <a:ext uri="{FF2B5EF4-FFF2-40B4-BE49-F238E27FC236}">
                    <a16:creationId xmlns:a16="http://schemas.microsoft.com/office/drawing/2014/main" id="{E219E124-5944-1B75-ACDE-F894A77437F1}"/>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21" name="Line 8">
                <a:extLst>
                  <a:ext uri="{FF2B5EF4-FFF2-40B4-BE49-F238E27FC236}">
                    <a16:creationId xmlns:a16="http://schemas.microsoft.com/office/drawing/2014/main" id="{AA6F05C9-35E2-06A4-F5BB-1CC97B6B21EC}"/>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22" name="Line 9">
                <a:extLst>
                  <a:ext uri="{FF2B5EF4-FFF2-40B4-BE49-F238E27FC236}">
                    <a16:creationId xmlns:a16="http://schemas.microsoft.com/office/drawing/2014/main" id="{5B4AB2C1-4B5C-D165-141C-BE23CF7938DD}"/>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nvGrpSpPr>
            <p:cNvPr id="108" name="Group 117">
              <a:extLst>
                <a:ext uri="{FF2B5EF4-FFF2-40B4-BE49-F238E27FC236}">
                  <a16:creationId xmlns:a16="http://schemas.microsoft.com/office/drawing/2014/main" id="{D1C77763-D301-4C33-DF61-1141A11D617D}"/>
                </a:ext>
              </a:extLst>
            </p:cNvPr>
            <p:cNvGrpSpPr/>
            <p:nvPr/>
          </p:nvGrpSpPr>
          <p:grpSpPr>
            <a:xfrm>
              <a:off x="7155481" y="1237199"/>
              <a:ext cx="508511" cy="605976"/>
              <a:chOff x="-3187544" y="2133223"/>
              <a:chExt cx="498585" cy="594148"/>
            </a:xfrm>
          </p:grpSpPr>
          <p:sp>
            <p:nvSpPr>
              <p:cNvPr id="109" name="Freeform 5">
                <a:extLst>
                  <a:ext uri="{FF2B5EF4-FFF2-40B4-BE49-F238E27FC236}">
                    <a16:creationId xmlns:a16="http://schemas.microsoft.com/office/drawing/2014/main" id="{110E74E5-5AB2-1D81-4CC7-47B9BBE5677B}"/>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nvGrpSpPr>
              <p:cNvPr id="110" name="Group 119">
                <a:extLst>
                  <a:ext uri="{FF2B5EF4-FFF2-40B4-BE49-F238E27FC236}">
                    <a16:creationId xmlns:a16="http://schemas.microsoft.com/office/drawing/2014/main" id="{5B6F5DA0-929E-7EA5-08EB-DEDF3CA5EF94}"/>
                  </a:ext>
                </a:extLst>
              </p:cNvPr>
              <p:cNvGrpSpPr/>
              <p:nvPr/>
            </p:nvGrpSpPr>
            <p:grpSpPr>
              <a:xfrm>
                <a:off x="-3112548" y="2200457"/>
                <a:ext cx="348591" cy="386904"/>
                <a:chOff x="5513643" y="5046557"/>
                <a:chExt cx="187770" cy="208407"/>
              </a:xfrm>
              <a:solidFill>
                <a:srgbClr val="0078D3"/>
              </a:solidFill>
            </p:grpSpPr>
            <p:sp>
              <p:nvSpPr>
                <p:cNvPr id="114" name="Oval 123">
                  <a:extLst>
                    <a:ext uri="{FF2B5EF4-FFF2-40B4-BE49-F238E27FC236}">
                      <a16:creationId xmlns:a16="http://schemas.microsoft.com/office/drawing/2014/main" id="{5984B23A-7755-9D7B-D03F-9A7E862551A2}"/>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15" name="Oval 124">
                  <a:extLst>
                    <a:ext uri="{FF2B5EF4-FFF2-40B4-BE49-F238E27FC236}">
                      <a16:creationId xmlns:a16="http://schemas.microsoft.com/office/drawing/2014/main" id="{09E19CF1-6018-99F7-8132-789BF8DCED26}"/>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16" name="Oval 125">
                  <a:extLst>
                    <a:ext uri="{FF2B5EF4-FFF2-40B4-BE49-F238E27FC236}">
                      <a16:creationId xmlns:a16="http://schemas.microsoft.com/office/drawing/2014/main" id="{FE272750-798F-CCAB-F38F-A6EEE5EFE1BF}"/>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17" name="Oval 126">
                  <a:extLst>
                    <a:ext uri="{FF2B5EF4-FFF2-40B4-BE49-F238E27FC236}">
                      <a16:creationId xmlns:a16="http://schemas.microsoft.com/office/drawing/2014/main" id="{4A9BAB88-F287-B11B-C0F5-3767B5009CCB}"/>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grpSp>
          <p:sp>
            <p:nvSpPr>
              <p:cNvPr id="111" name="Line 7">
                <a:extLst>
                  <a:ext uri="{FF2B5EF4-FFF2-40B4-BE49-F238E27FC236}">
                    <a16:creationId xmlns:a16="http://schemas.microsoft.com/office/drawing/2014/main" id="{0540AADE-EB5A-559D-7C2B-825553CF7E5E}"/>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12" name="Line 8">
                <a:extLst>
                  <a:ext uri="{FF2B5EF4-FFF2-40B4-BE49-F238E27FC236}">
                    <a16:creationId xmlns:a16="http://schemas.microsoft.com/office/drawing/2014/main" id="{98BC6971-0860-9B8A-E567-553E792A38B1}"/>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13" name="Line 9">
                <a:extLst>
                  <a:ext uri="{FF2B5EF4-FFF2-40B4-BE49-F238E27FC236}">
                    <a16:creationId xmlns:a16="http://schemas.microsoft.com/office/drawing/2014/main" id="{C577EDD2-D4B5-E3CC-9EEB-71E06899C97E}"/>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sp>
        <p:nvSpPr>
          <p:cNvPr id="136" name="TextBox 127">
            <a:extLst>
              <a:ext uri="{FF2B5EF4-FFF2-40B4-BE49-F238E27FC236}">
                <a16:creationId xmlns:a16="http://schemas.microsoft.com/office/drawing/2014/main" id="{A0B45BD8-BEAC-845B-CB13-3ECB1B47AB62}"/>
              </a:ext>
            </a:extLst>
          </p:cNvPr>
          <p:cNvSpPr txBox="1"/>
          <p:nvPr/>
        </p:nvSpPr>
        <p:spPr>
          <a:xfrm>
            <a:off x="9881904"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ja-JP" altLang="en-US" sz="1200" b="0" i="0" u="none" strike="noStrike" kern="0" cap="none" spc="0" normalizeH="0" baseline="0" noProof="0" dirty="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ミリ秒未満の遅延</a:t>
            </a:r>
            <a:endParaRPr kumimoji="0" lang="en-US" sz="1200" b="0" i="0" u="none" strike="noStrike" kern="0" cap="none" spc="0" normalizeH="0" baseline="0" noProof="0" dirty="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137" name="TextBox 172">
            <a:extLst>
              <a:ext uri="{FF2B5EF4-FFF2-40B4-BE49-F238E27FC236}">
                <a16:creationId xmlns:a16="http://schemas.microsoft.com/office/drawing/2014/main" id="{1029E6C8-B2C1-73D6-C7F2-247473935108}"/>
              </a:ext>
            </a:extLst>
          </p:cNvPr>
          <p:cNvSpPr txBox="1"/>
          <p:nvPr/>
        </p:nvSpPr>
        <p:spPr>
          <a:xfrm>
            <a:off x="10424507" y="3412122"/>
            <a:ext cx="753513" cy="246221"/>
          </a:xfrm>
          <a:prstGeom prst="rect">
            <a:avLst/>
          </a:prstGeom>
          <a:noFill/>
        </p:spPr>
        <p:txBody>
          <a:bodyPr wrap="none" lIns="0" tIns="0" rIns="0" bIns="0" rtlCol="0" anchor="t" anchorCtr="0">
            <a:spAutoFit/>
          </a:bodyPr>
          <a:lstStyle/>
          <a:p>
            <a:pPr algn="ctr" defTabSz="895384" fontAlgn="base">
              <a:spcBef>
                <a:spcPct val="0"/>
              </a:spcBef>
              <a:spcAft>
                <a:spcPct val="0"/>
              </a:spcAft>
              <a:defRPr/>
            </a:pPr>
            <a:r>
              <a:rPr lang="en-US" sz="1600" kern="0">
                <a:latin typeface="Segoe UI Semibold" panose="020B0702040204020203" pitchFamily="34" charset="0"/>
                <a:cs typeface="Segoe UI Semibold" panose="020B0702040204020203" pitchFamily="34" charset="0"/>
              </a:rPr>
              <a:t>Ultra Disk</a:t>
            </a:r>
          </a:p>
        </p:txBody>
      </p:sp>
      <p:grpSp>
        <p:nvGrpSpPr>
          <p:cNvPr id="138" name="グループ化 137">
            <a:extLst>
              <a:ext uri="{FF2B5EF4-FFF2-40B4-BE49-F238E27FC236}">
                <a16:creationId xmlns:a16="http://schemas.microsoft.com/office/drawing/2014/main" id="{718486EB-9027-B8A0-D7AC-FEF8F41C6B6C}"/>
              </a:ext>
            </a:extLst>
          </p:cNvPr>
          <p:cNvGrpSpPr/>
          <p:nvPr/>
        </p:nvGrpSpPr>
        <p:grpSpPr>
          <a:xfrm>
            <a:off x="10131812" y="2669381"/>
            <a:ext cx="1332394" cy="654537"/>
            <a:chOff x="9083123" y="2173431"/>
            <a:chExt cx="1601491" cy="654537"/>
          </a:xfrm>
        </p:grpSpPr>
        <p:grpSp>
          <p:nvGrpSpPr>
            <p:cNvPr id="139" name="Group 204">
              <a:extLst>
                <a:ext uri="{FF2B5EF4-FFF2-40B4-BE49-F238E27FC236}">
                  <a16:creationId xmlns:a16="http://schemas.microsoft.com/office/drawing/2014/main" id="{5F41365B-E4EC-39E4-DE0C-704DFA966707}"/>
                </a:ext>
              </a:extLst>
            </p:cNvPr>
            <p:cNvGrpSpPr/>
            <p:nvPr/>
          </p:nvGrpSpPr>
          <p:grpSpPr>
            <a:xfrm>
              <a:off x="10109534" y="2173431"/>
              <a:ext cx="411408" cy="490261"/>
              <a:chOff x="-3187544" y="2133223"/>
              <a:chExt cx="498585" cy="594148"/>
            </a:xfrm>
          </p:grpSpPr>
          <p:sp>
            <p:nvSpPr>
              <p:cNvPr id="169" name="Freeform 5">
                <a:extLst>
                  <a:ext uri="{FF2B5EF4-FFF2-40B4-BE49-F238E27FC236}">
                    <a16:creationId xmlns:a16="http://schemas.microsoft.com/office/drawing/2014/main" id="{39FF0A5A-44CA-4D42-DFF5-5045AC788757}"/>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170" name="Group 206">
                <a:extLst>
                  <a:ext uri="{FF2B5EF4-FFF2-40B4-BE49-F238E27FC236}">
                    <a16:creationId xmlns:a16="http://schemas.microsoft.com/office/drawing/2014/main" id="{462E7684-27A5-C003-4C6C-D6EDBCF3AFA3}"/>
                  </a:ext>
                </a:extLst>
              </p:cNvPr>
              <p:cNvGrpSpPr/>
              <p:nvPr/>
            </p:nvGrpSpPr>
            <p:grpSpPr>
              <a:xfrm>
                <a:off x="-3112548" y="2200457"/>
                <a:ext cx="348591" cy="386904"/>
                <a:chOff x="5513643" y="5046557"/>
                <a:chExt cx="187770" cy="208407"/>
              </a:xfrm>
              <a:solidFill>
                <a:srgbClr val="0078D3"/>
              </a:solidFill>
            </p:grpSpPr>
            <p:sp>
              <p:nvSpPr>
                <p:cNvPr id="174" name="Oval 210">
                  <a:extLst>
                    <a:ext uri="{FF2B5EF4-FFF2-40B4-BE49-F238E27FC236}">
                      <a16:creationId xmlns:a16="http://schemas.microsoft.com/office/drawing/2014/main" id="{DA324D15-2E58-E6E4-B51B-24DA725DDBE8}"/>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75" name="Oval 211">
                  <a:extLst>
                    <a:ext uri="{FF2B5EF4-FFF2-40B4-BE49-F238E27FC236}">
                      <a16:creationId xmlns:a16="http://schemas.microsoft.com/office/drawing/2014/main" id="{3DF61F03-993F-9087-C226-ED176BD75F23}"/>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76" name="Oval 212">
                  <a:extLst>
                    <a:ext uri="{FF2B5EF4-FFF2-40B4-BE49-F238E27FC236}">
                      <a16:creationId xmlns:a16="http://schemas.microsoft.com/office/drawing/2014/main" id="{49E10C56-B2C9-7598-F8FD-F68A96064C68}"/>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77" name="Oval 213">
                  <a:extLst>
                    <a:ext uri="{FF2B5EF4-FFF2-40B4-BE49-F238E27FC236}">
                      <a16:creationId xmlns:a16="http://schemas.microsoft.com/office/drawing/2014/main" id="{AC122BCD-8764-F20A-D167-E83D83BD65E4}"/>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171" name="Line 7">
                <a:extLst>
                  <a:ext uri="{FF2B5EF4-FFF2-40B4-BE49-F238E27FC236}">
                    <a16:creationId xmlns:a16="http://schemas.microsoft.com/office/drawing/2014/main" id="{18A0EFC4-91EA-DE0E-B262-5067F1C8795D}"/>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72" name="Line 8">
                <a:extLst>
                  <a:ext uri="{FF2B5EF4-FFF2-40B4-BE49-F238E27FC236}">
                    <a16:creationId xmlns:a16="http://schemas.microsoft.com/office/drawing/2014/main" id="{0F23AB5C-99DA-6807-CBC8-C03CB041F18A}"/>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73" name="Line 9">
                <a:extLst>
                  <a:ext uri="{FF2B5EF4-FFF2-40B4-BE49-F238E27FC236}">
                    <a16:creationId xmlns:a16="http://schemas.microsoft.com/office/drawing/2014/main" id="{4CD5F16C-C1D9-28EA-2FF6-72B3343722E8}"/>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140" name="Group 178">
              <a:extLst>
                <a:ext uri="{FF2B5EF4-FFF2-40B4-BE49-F238E27FC236}">
                  <a16:creationId xmlns:a16="http://schemas.microsoft.com/office/drawing/2014/main" id="{6BCBAB4E-7E08-F849-47A7-7BEE86964B2E}"/>
                </a:ext>
              </a:extLst>
            </p:cNvPr>
            <p:cNvGrpSpPr/>
            <p:nvPr/>
          </p:nvGrpSpPr>
          <p:grpSpPr>
            <a:xfrm>
              <a:off x="9596329" y="2173431"/>
              <a:ext cx="411408" cy="490261"/>
              <a:chOff x="-3187544" y="2133223"/>
              <a:chExt cx="498585" cy="594148"/>
            </a:xfrm>
          </p:grpSpPr>
          <p:sp>
            <p:nvSpPr>
              <p:cNvPr id="160" name="Freeform 5">
                <a:extLst>
                  <a:ext uri="{FF2B5EF4-FFF2-40B4-BE49-F238E27FC236}">
                    <a16:creationId xmlns:a16="http://schemas.microsoft.com/office/drawing/2014/main" id="{C0A028CD-AE8C-458F-5B68-23F28F770F5B}"/>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161" name="Group 180">
                <a:extLst>
                  <a:ext uri="{FF2B5EF4-FFF2-40B4-BE49-F238E27FC236}">
                    <a16:creationId xmlns:a16="http://schemas.microsoft.com/office/drawing/2014/main" id="{05C00E00-CC83-0279-2A72-803480183304}"/>
                  </a:ext>
                </a:extLst>
              </p:cNvPr>
              <p:cNvGrpSpPr/>
              <p:nvPr/>
            </p:nvGrpSpPr>
            <p:grpSpPr>
              <a:xfrm>
                <a:off x="-3112548" y="2200457"/>
                <a:ext cx="348591" cy="386904"/>
                <a:chOff x="5513643" y="5046557"/>
                <a:chExt cx="187770" cy="208407"/>
              </a:xfrm>
              <a:solidFill>
                <a:srgbClr val="0078D3"/>
              </a:solidFill>
            </p:grpSpPr>
            <p:sp>
              <p:nvSpPr>
                <p:cNvPr id="165" name="Oval 184">
                  <a:extLst>
                    <a:ext uri="{FF2B5EF4-FFF2-40B4-BE49-F238E27FC236}">
                      <a16:creationId xmlns:a16="http://schemas.microsoft.com/office/drawing/2014/main" id="{304A6016-3CA8-D740-D8E4-DEB868CC5B24}"/>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66" name="Oval 185">
                  <a:extLst>
                    <a:ext uri="{FF2B5EF4-FFF2-40B4-BE49-F238E27FC236}">
                      <a16:creationId xmlns:a16="http://schemas.microsoft.com/office/drawing/2014/main" id="{D09ACFA4-C95B-F5F4-4E55-165EBE575325}"/>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67" name="Oval 186">
                  <a:extLst>
                    <a:ext uri="{FF2B5EF4-FFF2-40B4-BE49-F238E27FC236}">
                      <a16:creationId xmlns:a16="http://schemas.microsoft.com/office/drawing/2014/main" id="{2F0E226C-3BEF-3EAC-7767-2DB6AA1A90AC}"/>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68" name="Oval 187">
                  <a:extLst>
                    <a:ext uri="{FF2B5EF4-FFF2-40B4-BE49-F238E27FC236}">
                      <a16:creationId xmlns:a16="http://schemas.microsoft.com/office/drawing/2014/main" id="{851D89EC-7F56-236D-6CCB-D4500A350BEC}"/>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162" name="Line 7">
                <a:extLst>
                  <a:ext uri="{FF2B5EF4-FFF2-40B4-BE49-F238E27FC236}">
                    <a16:creationId xmlns:a16="http://schemas.microsoft.com/office/drawing/2014/main" id="{5387DAF5-3159-4D2F-535E-559ED4F98FB7}"/>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63" name="Line 8">
                <a:extLst>
                  <a:ext uri="{FF2B5EF4-FFF2-40B4-BE49-F238E27FC236}">
                    <a16:creationId xmlns:a16="http://schemas.microsoft.com/office/drawing/2014/main" id="{0E814CE4-CF1C-8EC2-BF3A-85F0C4683C29}"/>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64" name="Line 9">
                <a:extLst>
                  <a:ext uri="{FF2B5EF4-FFF2-40B4-BE49-F238E27FC236}">
                    <a16:creationId xmlns:a16="http://schemas.microsoft.com/office/drawing/2014/main" id="{43B464BA-ABA3-656F-FA1B-0647801A120F}"/>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141" name="Group 136">
              <a:extLst>
                <a:ext uri="{FF2B5EF4-FFF2-40B4-BE49-F238E27FC236}">
                  <a16:creationId xmlns:a16="http://schemas.microsoft.com/office/drawing/2014/main" id="{914C3C9F-185A-212D-4196-AD3808846803}"/>
                </a:ext>
              </a:extLst>
            </p:cNvPr>
            <p:cNvGrpSpPr/>
            <p:nvPr/>
          </p:nvGrpSpPr>
          <p:grpSpPr>
            <a:xfrm>
              <a:off x="9083123" y="2173431"/>
              <a:ext cx="411408" cy="490261"/>
              <a:chOff x="-3187544" y="2133223"/>
              <a:chExt cx="498585" cy="594148"/>
            </a:xfrm>
          </p:grpSpPr>
          <p:sp>
            <p:nvSpPr>
              <p:cNvPr id="151" name="Freeform 5">
                <a:extLst>
                  <a:ext uri="{FF2B5EF4-FFF2-40B4-BE49-F238E27FC236}">
                    <a16:creationId xmlns:a16="http://schemas.microsoft.com/office/drawing/2014/main" id="{859E5DB5-306D-89C9-4481-261CD109DC7C}"/>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152" name="Group 164">
                <a:extLst>
                  <a:ext uri="{FF2B5EF4-FFF2-40B4-BE49-F238E27FC236}">
                    <a16:creationId xmlns:a16="http://schemas.microsoft.com/office/drawing/2014/main" id="{D1E6AA59-A747-FE39-C481-11F5F4509C85}"/>
                  </a:ext>
                </a:extLst>
              </p:cNvPr>
              <p:cNvGrpSpPr/>
              <p:nvPr/>
            </p:nvGrpSpPr>
            <p:grpSpPr>
              <a:xfrm>
                <a:off x="-3112548" y="2200457"/>
                <a:ext cx="348591" cy="386904"/>
                <a:chOff x="5513643" y="5046557"/>
                <a:chExt cx="187770" cy="208407"/>
              </a:xfrm>
              <a:solidFill>
                <a:srgbClr val="0078D3"/>
              </a:solidFill>
            </p:grpSpPr>
            <p:sp>
              <p:nvSpPr>
                <p:cNvPr id="156" name="Oval 168">
                  <a:extLst>
                    <a:ext uri="{FF2B5EF4-FFF2-40B4-BE49-F238E27FC236}">
                      <a16:creationId xmlns:a16="http://schemas.microsoft.com/office/drawing/2014/main" id="{FA3C15F9-1CAE-74F1-DA10-401A803B74CB}"/>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57" name="Oval 169">
                  <a:extLst>
                    <a:ext uri="{FF2B5EF4-FFF2-40B4-BE49-F238E27FC236}">
                      <a16:creationId xmlns:a16="http://schemas.microsoft.com/office/drawing/2014/main" id="{A90EF06D-A5DF-1FDB-5CFD-6C4776CF7904}"/>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58" name="Oval 170">
                  <a:extLst>
                    <a:ext uri="{FF2B5EF4-FFF2-40B4-BE49-F238E27FC236}">
                      <a16:creationId xmlns:a16="http://schemas.microsoft.com/office/drawing/2014/main" id="{7EEB634B-9FF7-D491-7BD9-6A91A03F550A}"/>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59" name="Oval 171">
                  <a:extLst>
                    <a:ext uri="{FF2B5EF4-FFF2-40B4-BE49-F238E27FC236}">
                      <a16:creationId xmlns:a16="http://schemas.microsoft.com/office/drawing/2014/main" id="{E1AF13EA-FB23-5A57-CC26-3A364D98185C}"/>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153" name="Line 7">
                <a:extLst>
                  <a:ext uri="{FF2B5EF4-FFF2-40B4-BE49-F238E27FC236}">
                    <a16:creationId xmlns:a16="http://schemas.microsoft.com/office/drawing/2014/main" id="{B51C15B2-F8A9-3D07-335F-11F25AFEE693}"/>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54" name="Line 8">
                <a:extLst>
                  <a:ext uri="{FF2B5EF4-FFF2-40B4-BE49-F238E27FC236}">
                    <a16:creationId xmlns:a16="http://schemas.microsoft.com/office/drawing/2014/main" id="{FA7226F9-A6B5-1140-C43C-A2E32D87D87F}"/>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55" name="Line 9">
                <a:extLst>
                  <a:ext uri="{FF2B5EF4-FFF2-40B4-BE49-F238E27FC236}">
                    <a16:creationId xmlns:a16="http://schemas.microsoft.com/office/drawing/2014/main" id="{BC7CBB72-BC59-941B-B161-53F2742FC78B}"/>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sp>
          <p:nvSpPr>
            <p:cNvPr id="142" name="Rectangle: Rounded Corners 143">
              <a:extLst>
                <a:ext uri="{FF2B5EF4-FFF2-40B4-BE49-F238E27FC236}">
                  <a16:creationId xmlns:a16="http://schemas.microsoft.com/office/drawing/2014/main" id="{1E0B170D-61EF-4ACF-A0F8-FAB25556A494}"/>
                </a:ext>
              </a:extLst>
            </p:cNvPr>
            <p:cNvSpPr/>
            <p:nvPr/>
          </p:nvSpPr>
          <p:spPr bwMode="auto">
            <a:xfrm>
              <a:off x="9288826" y="2499414"/>
              <a:ext cx="369377" cy="328554"/>
            </a:xfrm>
            <a:prstGeom prst="roundRect">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43" name="Freeform 1018">
              <a:extLst>
                <a:ext uri="{FF2B5EF4-FFF2-40B4-BE49-F238E27FC236}">
                  <a16:creationId xmlns:a16="http://schemas.microsoft.com/office/drawing/2014/main" id="{EDD6FF70-870D-2FD6-04AC-C819722F9269}"/>
                </a:ext>
              </a:extLst>
            </p:cNvPr>
            <p:cNvSpPr>
              <a:spLocks/>
            </p:cNvSpPr>
            <p:nvPr/>
          </p:nvSpPr>
          <p:spPr bwMode="auto">
            <a:xfrm>
              <a:off x="9472168"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44" name="Freeform 1018">
              <a:extLst>
                <a:ext uri="{FF2B5EF4-FFF2-40B4-BE49-F238E27FC236}">
                  <a16:creationId xmlns:a16="http://schemas.microsoft.com/office/drawing/2014/main" id="{E7A7C1A8-38AB-80AF-DB46-790B80147854}"/>
                </a:ext>
              </a:extLst>
            </p:cNvPr>
            <p:cNvSpPr>
              <a:spLocks/>
            </p:cNvSpPr>
            <p:nvPr/>
          </p:nvSpPr>
          <p:spPr bwMode="auto">
            <a:xfrm>
              <a:off x="9315408"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45" name="Rectangle: Rounded Corners 188">
              <a:extLst>
                <a:ext uri="{FF2B5EF4-FFF2-40B4-BE49-F238E27FC236}">
                  <a16:creationId xmlns:a16="http://schemas.microsoft.com/office/drawing/2014/main" id="{5790E2C1-1AA2-10DC-16EC-5AFD760D6760}"/>
                </a:ext>
              </a:extLst>
            </p:cNvPr>
            <p:cNvSpPr/>
            <p:nvPr/>
          </p:nvSpPr>
          <p:spPr bwMode="auto">
            <a:xfrm>
              <a:off x="9802032" y="2499414"/>
              <a:ext cx="369377" cy="328554"/>
            </a:xfrm>
            <a:prstGeom prst="roundRect">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46" name="Freeform 1018">
              <a:extLst>
                <a:ext uri="{FF2B5EF4-FFF2-40B4-BE49-F238E27FC236}">
                  <a16:creationId xmlns:a16="http://schemas.microsoft.com/office/drawing/2014/main" id="{A4CF45FC-A080-89BF-CAA4-2E62D69CDA10}"/>
                </a:ext>
              </a:extLst>
            </p:cNvPr>
            <p:cNvSpPr>
              <a:spLocks/>
            </p:cNvSpPr>
            <p:nvPr/>
          </p:nvSpPr>
          <p:spPr bwMode="auto">
            <a:xfrm>
              <a:off x="9985374"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47" name="Freeform 1018">
              <a:extLst>
                <a:ext uri="{FF2B5EF4-FFF2-40B4-BE49-F238E27FC236}">
                  <a16:creationId xmlns:a16="http://schemas.microsoft.com/office/drawing/2014/main" id="{FDE5D9D6-2308-3455-E8D5-45346BD73D91}"/>
                </a:ext>
              </a:extLst>
            </p:cNvPr>
            <p:cNvSpPr>
              <a:spLocks/>
            </p:cNvSpPr>
            <p:nvPr/>
          </p:nvSpPr>
          <p:spPr bwMode="auto">
            <a:xfrm>
              <a:off x="9828614"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48" name="Rectangle: Rounded Corners 214">
              <a:extLst>
                <a:ext uri="{FF2B5EF4-FFF2-40B4-BE49-F238E27FC236}">
                  <a16:creationId xmlns:a16="http://schemas.microsoft.com/office/drawing/2014/main" id="{2528F58F-B500-EEDE-97EF-58AF1FFB4BAF}"/>
                </a:ext>
              </a:extLst>
            </p:cNvPr>
            <p:cNvSpPr/>
            <p:nvPr/>
          </p:nvSpPr>
          <p:spPr bwMode="auto">
            <a:xfrm>
              <a:off x="10315237" y="2499414"/>
              <a:ext cx="369377" cy="328554"/>
            </a:xfrm>
            <a:prstGeom prst="roundRect">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49" name="Freeform 1018">
              <a:extLst>
                <a:ext uri="{FF2B5EF4-FFF2-40B4-BE49-F238E27FC236}">
                  <a16:creationId xmlns:a16="http://schemas.microsoft.com/office/drawing/2014/main" id="{45F0CDBA-EFA0-D2BD-199A-E35A10278DB8}"/>
                </a:ext>
              </a:extLst>
            </p:cNvPr>
            <p:cNvSpPr>
              <a:spLocks/>
            </p:cNvSpPr>
            <p:nvPr/>
          </p:nvSpPr>
          <p:spPr bwMode="auto">
            <a:xfrm>
              <a:off x="10498579"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50" name="Freeform 1018">
              <a:extLst>
                <a:ext uri="{FF2B5EF4-FFF2-40B4-BE49-F238E27FC236}">
                  <a16:creationId xmlns:a16="http://schemas.microsoft.com/office/drawing/2014/main" id="{382B5454-A1A4-1D4A-44EF-AD327B551A01}"/>
                </a:ext>
              </a:extLst>
            </p:cNvPr>
            <p:cNvSpPr>
              <a:spLocks/>
            </p:cNvSpPr>
            <p:nvPr/>
          </p:nvSpPr>
          <p:spPr bwMode="auto">
            <a:xfrm>
              <a:off x="10341819"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grpSp>
      <p:sp>
        <p:nvSpPr>
          <p:cNvPr id="178" name="TextBox 127">
            <a:extLst>
              <a:ext uri="{FF2B5EF4-FFF2-40B4-BE49-F238E27FC236}">
                <a16:creationId xmlns:a16="http://schemas.microsoft.com/office/drawing/2014/main" id="{DA944355-EE75-3D28-6C4F-C68FC2C140D9}"/>
              </a:ext>
            </a:extLst>
          </p:cNvPr>
          <p:cNvSpPr txBox="1"/>
          <p:nvPr/>
        </p:nvSpPr>
        <p:spPr>
          <a:xfrm>
            <a:off x="7951206"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lvl="0" algn="ctr" defTabSz="895384" fontAlgn="base">
              <a:spcBef>
                <a:spcPct val="0"/>
              </a:spcBef>
              <a:spcAft>
                <a:spcPct val="0"/>
              </a:spcAft>
              <a:defRPr/>
            </a:pPr>
            <a:r>
              <a:rPr kumimoji="0" lang="ja-JP" altLang="en-US" sz="1200" kern="0" dirty="0">
                <a:solidFill>
                  <a:srgbClr val="FFFFFF"/>
                </a:solidFill>
                <a:latin typeface="Yu Gothic UI Semibold" panose="020B0700000000000000" pitchFamily="50" charset="-128"/>
                <a:ea typeface="Yu Gothic UI Semibold" panose="020B0700000000000000" pitchFamily="50" charset="-128"/>
                <a:cs typeface="Segoe UI Semibold" panose="020B0702040204020203" pitchFamily="34" charset="0"/>
              </a:rPr>
              <a:t>柔軟かつ高いパフォーマンス</a:t>
            </a:r>
            <a:endParaRPr kumimoji="0" lang="en-US" altLang="ja-JP" sz="1200" kern="0" dirty="0">
              <a:solidFill>
                <a:srgbClr val="FFFFFF"/>
              </a:solidFill>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179" name="Rectangle 6">
            <a:extLst>
              <a:ext uri="{FF2B5EF4-FFF2-40B4-BE49-F238E27FC236}">
                <a16:creationId xmlns:a16="http://schemas.microsoft.com/office/drawing/2014/main" id="{8DC76E14-7021-E386-B96A-ADB475C455FF}"/>
              </a:ext>
            </a:extLst>
          </p:cNvPr>
          <p:cNvSpPr/>
          <p:nvPr/>
        </p:nvSpPr>
        <p:spPr>
          <a:xfrm>
            <a:off x="1006207" y="4936874"/>
            <a:ext cx="1113143" cy="565483"/>
          </a:xfrm>
          <a:prstGeom prst="rect">
            <a:avLst/>
          </a:prstGeom>
          <a:solidFill>
            <a:srgbClr val="E6E6E6">
              <a:lumMod val="90000"/>
            </a:srgbClr>
          </a:solidFill>
        </p:spPr>
        <p:txBody>
          <a:bodyPr wrap="square" lIns="91427" tIns="45713" rIns="91427" bIns="45713" anchor="ctr" anchorCtr="0">
            <a:noAutofit/>
          </a:bodyPr>
          <a:lstStyle/>
          <a:p>
            <a:pPr marL="0" marR="0" lvl="0" indent="0" algn="ctr" defTabSz="895987" eaLnBrk="1" fontAlgn="auto" latinLnBrk="0" hangingPunct="1">
              <a:lnSpc>
                <a:spcPct val="100000"/>
              </a:lnSpc>
              <a:spcBef>
                <a:spcPts val="575"/>
              </a:spcBef>
              <a:spcAft>
                <a:spcPts val="575"/>
              </a:spcAft>
              <a:buClrTx/>
              <a:buSzTx/>
              <a:buFontTx/>
              <a:buNone/>
              <a:tabLst/>
              <a:defRPr/>
            </a:pPr>
            <a:r>
              <a:rPr kumimoji="0" lang="ja-JP" alt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サイズ</a:t>
            </a:r>
            <a:endParaRPr kumimoji="0" 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180" name="Rectangle 7">
            <a:extLst>
              <a:ext uri="{FF2B5EF4-FFF2-40B4-BE49-F238E27FC236}">
                <a16:creationId xmlns:a16="http://schemas.microsoft.com/office/drawing/2014/main" id="{0FD79718-B807-FF1B-67C3-59DE9A39531B}"/>
              </a:ext>
            </a:extLst>
          </p:cNvPr>
          <p:cNvSpPr/>
          <p:nvPr/>
        </p:nvSpPr>
        <p:spPr>
          <a:xfrm>
            <a:off x="1006207" y="5555679"/>
            <a:ext cx="1113143" cy="565483"/>
          </a:xfrm>
          <a:prstGeom prst="rect">
            <a:avLst/>
          </a:prstGeom>
          <a:solidFill>
            <a:srgbClr val="E6E6E6">
              <a:lumMod val="90000"/>
            </a:srgbClr>
          </a:solidFill>
        </p:spPr>
        <p:txBody>
          <a:bodyPr wrap="square" lIns="91427" tIns="45713" rIns="91427" bIns="45713" anchor="ctr" anchorCtr="0">
            <a:noAutofit/>
          </a:bodyPr>
          <a:lstStyle/>
          <a:p>
            <a:pPr marL="0" marR="0" lvl="0" indent="0" algn="ctr" defTabSz="895987" eaLnBrk="1" fontAlgn="auto" latinLnBrk="0" hangingPunct="1">
              <a:lnSpc>
                <a:spcPct val="100000"/>
              </a:lnSpc>
              <a:spcBef>
                <a:spcPts val="575"/>
              </a:spcBef>
              <a:spcAft>
                <a:spcPts val="575"/>
              </a:spcAft>
              <a:buClrTx/>
              <a:buSzTx/>
              <a:buFontTx/>
              <a:buNone/>
              <a:tabLst/>
              <a:defRPr/>
            </a:pPr>
            <a:r>
              <a:rPr kumimoji="0" 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IOPS</a:t>
            </a:r>
          </a:p>
        </p:txBody>
      </p:sp>
      <p:sp>
        <p:nvSpPr>
          <p:cNvPr id="181" name="Rectangle 8">
            <a:extLst>
              <a:ext uri="{FF2B5EF4-FFF2-40B4-BE49-F238E27FC236}">
                <a16:creationId xmlns:a16="http://schemas.microsoft.com/office/drawing/2014/main" id="{F78A6E3B-A32B-1B1F-F3E9-DF1F1A66B234}"/>
              </a:ext>
            </a:extLst>
          </p:cNvPr>
          <p:cNvSpPr/>
          <p:nvPr/>
        </p:nvSpPr>
        <p:spPr>
          <a:xfrm>
            <a:off x="1006207" y="6174484"/>
            <a:ext cx="1113143" cy="565483"/>
          </a:xfrm>
          <a:prstGeom prst="rect">
            <a:avLst/>
          </a:prstGeom>
          <a:solidFill>
            <a:srgbClr val="E6E6E6">
              <a:lumMod val="90000"/>
            </a:srgbClr>
          </a:solidFill>
        </p:spPr>
        <p:txBody>
          <a:bodyPr wrap="square" lIns="91427" tIns="45713" rIns="91427" bIns="45713" anchor="ctr" anchorCtr="0">
            <a:noAutofit/>
          </a:bodyPr>
          <a:lstStyle/>
          <a:p>
            <a:pPr marL="0" marR="0" lvl="0" indent="0" algn="ctr" defTabSz="895987" eaLnBrk="1" fontAlgn="auto" latinLnBrk="0" hangingPunct="1">
              <a:lnSpc>
                <a:spcPct val="100000"/>
              </a:lnSpc>
              <a:spcBef>
                <a:spcPts val="575"/>
              </a:spcBef>
              <a:spcAft>
                <a:spcPts val="575"/>
              </a:spcAft>
              <a:buClrTx/>
              <a:buSzTx/>
              <a:buFontTx/>
              <a:buNone/>
              <a:tabLst/>
              <a:defRPr/>
            </a:pPr>
            <a:r>
              <a:rPr kumimoji="0" lang="ja-JP" alt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帯域</a:t>
            </a:r>
            <a:endParaRPr kumimoji="0" 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182" name="TextBox 51">
            <a:extLst>
              <a:ext uri="{FF2B5EF4-FFF2-40B4-BE49-F238E27FC236}">
                <a16:creationId xmlns:a16="http://schemas.microsoft.com/office/drawing/2014/main" id="{3BEC0DBA-4CA8-CEEF-8CC9-25F391F5AEE1}"/>
              </a:ext>
            </a:extLst>
          </p:cNvPr>
          <p:cNvSpPr txBox="1"/>
          <p:nvPr/>
        </p:nvSpPr>
        <p:spPr>
          <a:xfrm>
            <a:off x="6003337" y="493687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32 TiB</a:t>
            </a:r>
          </a:p>
        </p:txBody>
      </p:sp>
      <p:sp>
        <p:nvSpPr>
          <p:cNvPr id="183" name="TextBox 52">
            <a:extLst>
              <a:ext uri="{FF2B5EF4-FFF2-40B4-BE49-F238E27FC236}">
                <a16:creationId xmlns:a16="http://schemas.microsoft.com/office/drawing/2014/main" id="{330EF5E6-437A-DD6A-0253-428F1DE8F22A}"/>
              </a:ext>
            </a:extLst>
          </p:cNvPr>
          <p:cNvSpPr txBox="1"/>
          <p:nvPr/>
        </p:nvSpPr>
        <p:spPr>
          <a:xfrm>
            <a:off x="6003337" y="5555679"/>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20,000</a:t>
            </a:r>
          </a:p>
        </p:txBody>
      </p:sp>
      <p:sp>
        <p:nvSpPr>
          <p:cNvPr id="184" name="TextBox 53">
            <a:extLst>
              <a:ext uri="{FF2B5EF4-FFF2-40B4-BE49-F238E27FC236}">
                <a16:creationId xmlns:a16="http://schemas.microsoft.com/office/drawing/2014/main" id="{B82F4F75-CA58-D9AA-00C8-4D3FD9350E40}"/>
              </a:ext>
            </a:extLst>
          </p:cNvPr>
          <p:cNvSpPr txBox="1"/>
          <p:nvPr/>
        </p:nvSpPr>
        <p:spPr>
          <a:xfrm>
            <a:off x="6003337"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b="0" i="0" u="none" strike="noStrike" kern="0" cap="none" spc="0" normalizeH="0" baseline="0" noProof="0">
                <a:ln>
                  <a:noFill/>
                </a:ln>
                <a:effectLst/>
                <a:uLnTx/>
                <a:uFillTx/>
                <a:cs typeface="Segoe UI" panose="020B0502040204020203" pitchFamily="34" charset="0"/>
              </a:rPr>
              <a:t>900 </a:t>
            </a:r>
            <a:r>
              <a:rPr kumimoji="0" lang="en-US" sz="1400" b="0" i="0" u="none" strike="noStrike" kern="0" cap="none" spc="0" normalizeH="0" baseline="0" noProof="0" err="1">
                <a:ln>
                  <a:noFill/>
                </a:ln>
                <a:effectLst/>
                <a:uLnTx/>
                <a:uFillTx/>
                <a:cs typeface="Segoe UI" panose="020B0502040204020203" pitchFamily="34" charset="0"/>
              </a:rPr>
              <a:t>MBps</a:t>
            </a:r>
            <a:endParaRPr kumimoji="0" lang="en-US" sz="1400" b="0" i="0" u="none" strike="noStrike" kern="0" cap="none" spc="0" normalizeH="0" baseline="0" noProof="0">
              <a:ln>
                <a:noFill/>
              </a:ln>
              <a:effectLst/>
              <a:uLnTx/>
              <a:uFillTx/>
              <a:cs typeface="Segoe UI" panose="020B0502040204020203" pitchFamily="34" charset="0"/>
            </a:endParaRPr>
          </a:p>
        </p:txBody>
      </p:sp>
      <p:sp>
        <p:nvSpPr>
          <p:cNvPr id="185" name="TextBox 56">
            <a:extLst>
              <a:ext uri="{FF2B5EF4-FFF2-40B4-BE49-F238E27FC236}">
                <a16:creationId xmlns:a16="http://schemas.microsoft.com/office/drawing/2014/main" id="{399D3F45-F8DC-0EFD-03B8-FD10104F0B81}"/>
              </a:ext>
            </a:extLst>
          </p:cNvPr>
          <p:cNvSpPr txBox="1"/>
          <p:nvPr/>
        </p:nvSpPr>
        <p:spPr>
          <a:xfrm>
            <a:off x="4096042" y="4936873"/>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32 </a:t>
            </a:r>
            <a:r>
              <a:rPr kumimoji="0" lang="en-US" sz="1400" b="0" i="0" u="none" strike="noStrike" kern="0" cap="none" spc="0" normalizeH="0" baseline="0" noProof="0" err="1">
                <a:ln>
                  <a:noFill/>
                </a:ln>
                <a:solidFill>
                  <a:schemeClr val="tx1"/>
                </a:solidFill>
                <a:effectLst/>
                <a:uLnTx/>
                <a:uFillTx/>
                <a:latin typeface="Segoe UI"/>
                <a:cs typeface="Segoe UI" panose="020B0502040204020203" pitchFamily="34" charset="0"/>
              </a:rPr>
              <a:t>TiB</a:t>
            </a:r>
            <a:endPar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endParaRPr>
          </a:p>
        </p:txBody>
      </p:sp>
      <p:sp>
        <p:nvSpPr>
          <p:cNvPr id="186" name="TextBox 61">
            <a:extLst>
              <a:ext uri="{FF2B5EF4-FFF2-40B4-BE49-F238E27FC236}">
                <a16:creationId xmlns:a16="http://schemas.microsoft.com/office/drawing/2014/main" id="{56AEC8F6-D720-46A9-7212-9DE1F8132655}"/>
              </a:ext>
            </a:extLst>
          </p:cNvPr>
          <p:cNvSpPr txBox="1"/>
          <p:nvPr/>
        </p:nvSpPr>
        <p:spPr>
          <a:xfrm>
            <a:off x="2193754" y="4936873"/>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32 TiB</a:t>
            </a:r>
          </a:p>
        </p:txBody>
      </p:sp>
      <p:sp>
        <p:nvSpPr>
          <p:cNvPr id="187" name="TextBox 57">
            <a:extLst>
              <a:ext uri="{FF2B5EF4-FFF2-40B4-BE49-F238E27FC236}">
                <a16:creationId xmlns:a16="http://schemas.microsoft.com/office/drawing/2014/main" id="{BF881DF8-9F89-D019-8789-BD49C1AE62B3}"/>
              </a:ext>
            </a:extLst>
          </p:cNvPr>
          <p:cNvSpPr txBox="1"/>
          <p:nvPr/>
        </p:nvSpPr>
        <p:spPr>
          <a:xfrm>
            <a:off x="4096042" y="5555678"/>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6,000</a:t>
            </a:r>
          </a:p>
        </p:txBody>
      </p:sp>
      <p:sp>
        <p:nvSpPr>
          <p:cNvPr id="188" name="TextBox 62">
            <a:extLst>
              <a:ext uri="{FF2B5EF4-FFF2-40B4-BE49-F238E27FC236}">
                <a16:creationId xmlns:a16="http://schemas.microsoft.com/office/drawing/2014/main" id="{11259A91-9762-6B7F-6432-DB4682F060C4}"/>
              </a:ext>
            </a:extLst>
          </p:cNvPr>
          <p:cNvSpPr txBox="1"/>
          <p:nvPr/>
        </p:nvSpPr>
        <p:spPr>
          <a:xfrm>
            <a:off x="2193754" y="5555678"/>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2,000</a:t>
            </a:r>
          </a:p>
        </p:txBody>
      </p:sp>
      <p:sp>
        <p:nvSpPr>
          <p:cNvPr id="189" name="TextBox 58">
            <a:extLst>
              <a:ext uri="{FF2B5EF4-FFF2-40B4-BE49-F238E27FC236}">
                <a16:creationId xmlns:a16="http://schemas.microsoft.com/office/drawing/2014/main" id="{4EBBD0C8-2071-6A01-D38D-5BD9C0C58E90}"/>
              </a:ext>
            </a:extLst>
          </p:cNvPr>
          <p:cNvSpPr txBox="1"/>
          <p:nvPr/>
        </p:nvSpPr>
        <p:spPr>
          <a:xfrm>
            <a:off x="4096042"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b="0" i="0" u="none" strike="noStrike" kern="0" cap="none" spc="0" normalizeH="0" baseline="0" noProof="0">
                <a:ln>
                  <a:noFill/>
                </a:ln>
                <a:effectLst/>
                <a:uLnTx/>
                <a:uFillTx/>
                <a:cs typeface="Segoe UI" panose="020B0502040204020203" pitchFamily="34" charset="0"/>
              </a:rPr>
              <a:t>750 </a:t>
            </a:r>
            <a:r>
              <a:rPr kumimoji="0" lang="en-US" sz="1400" b="0" i="0" u="none" strike="noStrike" kern="0" cap="none" spc="0" normalizeH="0" baseline="0" noProof="0" err="1">
                <a:ln>
                  <a:noFill/>
                </a:ln>
                <a:effectLst/>
                <a:uLnTx/>
                <a:uFillTx/>
                <a:cs typeface="Segoe UI" panose="020B0502040204020203" pitchFamily="34" charset="0"/>
              </a:rPr>
              <a:t>MBps</a:t>
            </a:r>
            <a:endParaRPr kumimoji="0" lang="en-US" sz="1400" b="0" i="0" u="none" strike="noStrike" kern="0" cap="none" spc="0" normalizeH="0" baseline="0" noProof="0">
              <a:ln>
                <a:noFill/>
              </a:ln>
              <a:effectLst/>
              <a:uLnTx/>
              <a:uFillTx/>
              <a:cs typeface="Segoe UI" panose="020B0502040204020203" pitchFamily="34" charset="0"/>
            </a:endParaRPr>
          </a:p>
        </p:txBody>
      </p:sp>
      <p:sp>
        <p:nvSpPr>
          <p:cNvPr id="190" name="TextBox 63">
            <a:extLst>
              <a:ext uri="{FF2B5EF4-FFF2-40B4-BE49-F238E27FC236}">
                <a16:creationId xmlns:a16="http://schemas.microsoft.com/office/drawing/2014/main" id="{3F6883A9-47A1-6039-F1A6-D232BC0D9116}"/>
              </a:ext>
            </a:extLst>
          </p:cNvPr>
          <p:cNvSpPr txBox="1"/>
          <p:nvPr/>
        </p:nvSpPr>
        <p:spPr>
          <a:xfrm>
            <a:off x="2193754"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b="0" i="0" u="none" strike="noStrike" kern="0" cap="none" spc="0" normalizeH="0" baseline="0" noProof="0">
                <a:ln>
                  <a:noFill/>
                </a:ln>
                <a:effectLst/>
                <a:uLnTx/>
                <a:uFillTx/>
                <a:cs typeface="Segoe UI" panose="020B0502040204020203" pitchFamily="34" charset="0"/>
              </a:rPr>
              <a:t>500 </a:t>
            </a:r>
            <a:r>
              <a:rPr kumimoji="0" lang="en-US" sz="1400" b="0" i="0" u="none" strike="noStrike" kern="0" cap="none" spc="0" normalizeH="0" baseline="0" noProof="0" err="1">
                <a:ln>
                  <a:noFill/>
                </a:ln>
                <a:effectLst/>
                <a:uLnTx/>
                <a:uFillTx/>
                <a:cs typeface="Segoe UI" panose="020B0502040204020203" pitchFamily="34" charset="0"/>
              </a:rPr>
              <a:t>MBps</a:t>
            </a:r>
            <a:endParaRPr kumimoji="0" lang="en-US" sz="1400" b="0" i="0" u="none" strike="noStrike" kern="0" cap="none" spc="0" normalizeH="0" baseline="0" noProof="0">
              <a:ln>
                <a:noFill/>
              </a:ln>
              <a:effectLst/>
              <a:uLnTx/>
              <a:uFillTx/>
              <a:cs typeface="Segoe UI" panose="020B0502040204020203" pitchFamily="34" charset="0"/>
            </a:endParaRPr>
          </a:p>
        </p:txBody>
      </p:sp>
      <p:sp>
        <p:nvSpPr>
          <p:cNvPr id="191" name="TextBox 128">
            <a:extLst>
              <a:ext uri="{FF2B5EF4-FFF2-40B4-BE49-F238E27FC236}">
                <a16:creationId xmlns:a16="http://schemas.microsoft.com/office/drawing/2014/main" id="{7E948207-D714-8A50-00E3-EEEC83B85658}"/>
              </a:ext>
            </a:extLst>
          </p:cNvPr>
          <p:cNvSpPr txBox="1"/>
          <p:nvPr/>
        </p:nvSpPr>
        <p:spPr>
          <a:xfrm>
            <a:off x="9881904" y="493687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64 </a:t>
            </a:r>
            <a:r>
              <a:rPr kumimoji="0" lang="en-US" sz="1400" b="0" i="0" u="none" strike="noStrike" kern="0" cap="none" spc="0" normalizeH="0" baseline="0" noProof="0" err="1">
                <a:ln>
                  <a:noFill/>
                </a:ln>
                <a:solidFill>
                  <a:schemeClr val="tx1"/>
                </a:solidFill>
                <a:effectLst/>
                <a:uLnTx/>
                <a:uFillTx/>
                <a:latin typeface="Segoe UI"/>
                <a:cs typeface="Segoe UI" panose="020B0502040204020203" pitchFamily="34" charset="0"/>
              </a:rPr>
              <a:t>TiB</a:t>
            </a:r>
            <a:endPar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endParaRPr>
          </a:p>
        </p:txBody>
      </p:sp>
      <p:sp>
        <p:nvSpPr>
          <p:cNvPr id="192" name="TextBox 129">
            <a:extLst>
              <a:ext uri="{FF2B5EF4-FFF2-40B4-BE49-F238E27FC236}">
                <a16:creationId xmlns:a16="http://schemas.microsoft.com/office/drawing/2014/main" id="{D56DF45A-B15F-A1D1-6220-548087DD33A4}"/>
              </a:ext>
            </a:extLst>
          </p:cNvPr>
          <p:cNvSpPr txBox="1"/>
          <p:nvPr/>
        </p:nvSpPr>
        <p:spPr>
          <a:xfrm>
            <a:off x="9881904" y="5555679"/>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lang="en-US" sz="1400" kern="0" dirty="0">
                <a:solidFill>
                  <a:schemeClr val="tx1"/>
                </a:solidFill>
                <a:latin typeface="Segoe UI"/>
              </a:rPr>
              <a:t>4</a:t>
            </a:r>
            <a:r>
              <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00,000</a:t>
            </a:r>
          </a:p>
        </p:txBody>
      </p:sp>
      <p:sp>
        <p:nvSpPr>
          <p:cNvPr id="193" name="TextBox 130">
            <a:extLst>
              <a:ext uri="{FF2B5EF4-FFF2-40B4-BE49-F238E27FC236}">
                <a16:creationId xmlns:a16="http://schemas.microsoft.com/office/drawing/2014/main" id="{92FEA02A-A555-A9CD-C29B-CC15C0A1F1F4}"/>
              </a:ext>
            </a:extLst>
          </p:cNvPr>
          <p:cNvSpPr txBox="1"/>
          <p:nvPr/>
        </p:nvSpPr>
        <p:spPr>
          <a:xfrm>
            <a:off x="9881904"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kern="0" dirty="0">
                <a:cs typeface="Segoe UI" panose="020B0502040204020203" pitchFamily="34" charset="0"/>
              </a:rPr>
              <a:t>10</a:t>
            </a:r>
            <a:r>
              <a:rPr kumimoji="0" lang="en-US" sz="1400" b="0" i="0" u="none" strike="noStrike" kern="0" cap="none" spc="0" normalizeH="0" baseline="0" noProof="0" dirty="0">
                <a:ln>
                  <a:noFill/>
                </a:ln>
                <a:effectLst/>
                <a:uLnTx/>
                <a:uFillTx/>
                <a:cs typeface="Segoe UI" panose="020B0502040204020203" pitchFamily="34" charset="0"/>
              </a:rPr>
              <a:t>,000 </a:t>
            </a:r>
            <a:r>
              <a:rPr kumimoji="0" lang="en-US" sz="1400" b="0" i="0" u="none" strike="noStrike" kern="0" cap="none" spc="0" normalizeH="0" baseline="0" noProof="0" dirty="0" err="1">
                <a:ln>
                  <a:noFill/>
                </a:ln>
                <a:effectLst/>
                <a:uLnTx/>
                <a:uFillTx/>
                <a:cs typeface="Segoe UI" panose="020B0502040204020203" pitchFamily="34" charset="0"/>
              </a:rPr>
              <a:t>MBps</a:t>
            </a:r>
            <a:endParaRPr kumimoji="0" lang="en-US" sz="1400" b="0" i="0" u="none" strike="noStrike" kern="0" cap="none" spc="0" normalizeH="0" baseline="0" noProof="0" dirty="0">
              <a:ln>
                <a:noFill/>
              </a:ln>
              <a:effectLst/>
              <a:uLnTx/>
              <a:uFillTx/>
              <a:cs typeface="Segoe UI" panose="020B0502040204020203" pitchFamily="34" charset="0"/>
            </a:endParaRPr>
          </a:p>
        </p:txBody>
      </p:sp>
      <p:sp>
        <p:nvSpPr>
          <p:cNvPr id="194" name="TextBox 128">
            <a:extLst>
              <a:ext uri="{FF2B5EF4-FFF2-40B4-BE49-F238E27FC236}">
                <a16:creationId xmlns:a16="http://schemas.microsoft.com/office/drawing/2014/main" id="{2EEF9973-CC92-E50D-8FCA-B98795ED8598}"/>
              </a:ext>
            </a:extLst>
          </p:cNvPr>
          <p:cNvSpPr txBox="1"/>
          <p:nvPr/>
        </p:nvSpPr>
        <p:spPr>
          <a:xfrm>
            <a:off x="7951206" y="493687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64 </a:t>
            </a:r>
            <a:r>
              <a:rPr kumimoji="0" lang="en-US" sz="1400" b="0" i="0" u="none" strike="noStrike" kern="0" cap="none" spc="0" normalizeH="0" baseline="0" noProof="0" err="1">
                <a:ln>
                  <a:noFill/>
                </a:ln>
                <a:solidFill>
                  <a:schemeClr val="tx1"/>
                </a:solidFill>
                <a:effectLst/>
                <a:uLnTx/>
                <a:uFillTx/>
                <a:latin typeface="Segoe UI"/>
                <a:cs typeface="Segoe UI" panose="020B0502040204020203" pitchFamily="34" charset="0"/>
              </a:rPr>
              <a:t>TiB</a:t>
            </a:r>
            <a:endPar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endParaRPr>
          </a:p>
        </p:txBody>
      </p:sp>
      <p:sp>
        <p:nvSpPr>
          <p:cNvPr id="195" name="TextBox 129">
            <a:extLst>
              <a:ext uri="{FF2B5EF4-FFF2-40B4-BE49-F238E27FC236}">
                <a16:creationId xmlns:a16="http://schemas.microsoft.com/office/drawing/2014/main" id="{5E40FC65-40BA-8450-1C9F-A080A459CBCD}"/>
              </a:ext>
            </a:extLst>
          </p:cNvPr>
          <p:cNvSpPr txBox="1"/>
          <p:nvPr/>
        </p:nvSpPr>
        <p:spPr>
          <a:xfrm>
            <a:off x="7951206" y="5555679"/>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80,000</a:t>
            </a:r>
          </a:p>
        </p:txBody>
      </p:sp>
      <p:sp>
        <p:nvSpPr>
          <p:cNvPr id="196" name="TextBox 130">
            <a:extLst>
              <a:ext uri="{FF2B5EF4-FFF2-40B4-BE49-F238E27FC236}">
                <a16:creationId xmlns:a16="http://schemas.microsoft.com/office/drawing/2014/main" id="{98C4A348-694B-E678-0341-37507E483730}"/>
              </a:ext>
            </a:extLst>
          </p:cNvPr>
          <p:cNvSpPr txBox="1"/>
          <p:nvPr/>
        </p:nvSpPr>
        <p:spPr>
          <a:xfrm>
            <a:off x="7951206"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kern="0" dirty="0">
                <a:cs typeface="Segoe UI" panose="020B0502040204020203" pitchFamily="34" charset="0"/>
              </a:rPr>
              <a:t>1</a:t>
            </a:r>
            <a:r>
              <a:rPr kumimoji="0" lang="en-US" sz="1400" b="0" i="0" u="none" strike="noStrike" kern="0" cap="none" spc="0" normalizeH="0" baseline="0" noProof="0" dirty="0">
                <a:ln>
                  <a:noFill/>
                </a:ln>
                <a:effectLst/>
                <a:uLnTx/>
                <a:uFillTx/>
                <a:cs typeface="Segoe UI" panose="020B0502040204020203" pitchFamily="34" charset="0"/>
              </a:rPr>
              <a:t>,200 </a:t>
            </a:r>
            <a:r>
              <a:rPr kumimoji="0" lang="en-US" sz="1400" b="0" i="0" u="none" strike="noStrike" kern="0" cap="none" spc="0" normalizeH="0" baseline="0" noProof="0" dirty="0" err="1">
                <a:ln>
                  <a:noFill/>
                </a:ln>
                <a:effectLst/>
                <a:uLnTx/>
                <a:uFillTx/>
                <a:cs typeface="Segoe UI" panose="020B0502040204020203" pitchFamily="34" charset="0"/>
              </a:rPr>
              <a:t>MBps</a:t>
            </a:r>
            <a:endParaRPr kumimoji="0" lang="en-US" sz="1400" b="0" i="0" u="none" strike="noStrike" kern="0" cap="none" spc="0" normalizeH="0" baseline="0" noProof="0" dirty="0">
              <a:ln>
                <a:noFill/>
              </a:ln>
              <a:effectLst/>
              <a:uLnTx/>
              <a:uFillTx/>
              <a:cs typeface="Segoe UI" panose="020B0502040204020203" pitchFamily="34" charset="0"/>
            </a:endParaRPr>
          </a:p>
        </p:txBody>
      </p:sp>
      <p:sp>
        <p:nvSpPr>
          <p:cNvPr id="197" name="TextBox 172">
            <a:extLst>
              <a:ext uri="{FF2B5EF4-FFF2-40B4-BE49-F238E27FC236}">
                <a16:creationId xmlns:a16="http://schemas.microsoft.com/office/drawing/2014/main" id="{7EDE3B5E-FA78-DB78-63F8-E36F6F08AC0A}"/>
              </a:ext>
            </a:extLst>
          </p:cNvPr>
          <p:cNvSpPr txBox="1"/>
          <p:nvPr/>
        </p:nvSpPr>
        <p:spPr>
          <a:xfrm>
            <a:off x="8099521" y="3412122"/>
            <a:ext cx="1542090" cy="246221"/>
          </a:xfrm>
          <a:prstGeom prst="rect">
            <a:avLst/>
          </a:prstGeom>
          <a:noFill/>
        </p:spPr>
        <p:txBody>
          <a:bodyPr wrap="none" lIns="0" tIns="0" rIns="0" bIns="0" rtlCol="0" anchor="t" anchorCtr="0">
            <a:spAutoFit/>
          </a:bodyPr>
          <a:lstStyle/>
          <a:p>
            <a:pPr algn="ctr" defTabSz="895384" fontAlgn="base">
              <a:spcBef>
                <a:spcPct val="0"/>
              </a:spcBef>
              <a:spcAft>
                <a:spcPct val="0"/>
              </a:spcAft>
              <a:defRPr/>
            </a:pPr>
            <a:r>
              <a:rPr lang="en-US" altLang="ja-JP" sz="1600" kern="0" dirty="0">
                <a:latin typeface="Segoe UI Semibold" panose="020B0702040204020203" pitchFamily="34" charset="0"/>
                <a:cs typeface="Segoe UI Semibold" panose="020B0702040204020203" pitchFamily="34" charset="0"/>
              </a:rPr>
              <a:t>Premium SSD</a:t>
            </a:r>
            <a:r>
              <a:rPr lang="ja-JP" altLang="en-US" sz="1600" kern="0" dirty="0">
                <a:latin typeface="Segoe UI Semibold" panose="020B0702040204020203" pitchFamily="34" charset="0"/>
                <a:cs typeface="Segoe UI Semibold" panose="020B0702040204020203" pitchFamily="34" charset="0"/>
              </a:rPr>
              <a:t> </a:t>
            </a:r>
            <a:r>
              <a:rPr lang="en-US" altLang="ja-JP" sz="1600" kern="0" dirty="0">
                <a:latin typeface="Segoe UI Semibold" panose="020B0702040204020203" pitchFamily="34" charset="0"/>
                <a:cs typeface="Segoe UI Semibold" panose="020B0702040204020203" pitchFamily="34" charset="0"/>
              </a:rPr>
              <a:t>v2</a:t>
            </a:r>
          </a:p>
        </p:txBody>
      </p:sp>
      <p:grpSp>
        <p:nvGrpSpPr>
          <p:cNvPr id="198" name="グループ化 197">
            <a:extLst>
              <a:ext uri="{FF2B5EF4-FFF2-40B4-BE49-F238E27FC236}">
                <a16:creationId xmlns:a16="http://schemas.microsoft.com/office/drawing/2014/main" id="{E346F56B-9B2D-4F7B-53CD-D3057C15ACB6}"/>
              </a:ext>
            </a:extLst>
          </p:cNvPr>
          <p:cNvGrpSpPr/>
          <p:nvPr/>
        </p:nvGrpSpPr>
        <p:grpSpPr>
          <a:xfrm>
            <a:off x="8234769" y="2668095"/>
            <a:ext cx="1338901" cy="654537"/>
            <a:chOff x="6786856" y="2173431"/>
            <a:chExt cx="1609312" cy="654537"/>
          </a:xfrm>
        </p:grpSpPr>
        <p:grpSp>
          <p:nvGrpSpPr>
            <p:cNvPr id="199" name="Group 12">
              <a:extLst>
                <a:ext uri="{FF2B5EF4-FFF2-40B4-BE49-F238E27FC236}">
                  <a16:creationId xmlns:a16="http://schemas.microsoft.com/office/drawing/2014/main" id="{50E1C0DA-99E8-34C5-C8A7-7362AEBA9919}"/>
                </a:ext>
              </a:extLst>
            </p:cNvPr>
            <p:cNvGrpSpPr/>
            <p:nvPr/>
          </p:nvGrpSpPr>
          <p:grpSpPr>
            <a:xfrm>
              <a:off x="6786856" y="2173431"/>
              <a:ext cx="411408" cy="490261"/>
              <a:chOff x="-3187544" y="2133223"/>
              <a:chExt cx="498585" cy="594148"/>
            </a:xfrm>
          </p:grpSpPr>
          <p:sp>
            <p:nvSpPr>
              <p:cNvPr id="226" name="Freeform 5">
                <a:extLst>
                  <a:ext uri="{FF2B5EF4-FFF2-40B4-BE49-F238E27FC236}">
                    <a16:creationId xmlns:a16="http://schemas.microsoft.com/office/drawing/2014/main" id="{8B73CEE5-EBEF-1BB4-C626-932EE661B2B0}"/>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227" name="Group 40">
                <a:extLst>
                  <a:ext uri="{FF2B5EF4-FFF2-40B4-BE49-F238E27FC236}">
                    <a16:creationId xmlns:a16="http://schemas.microsoft.com/office/drawing/2014/main" id="{CFD2EA7D-9052-622E-DE73-24A1209B2693}"/>
                  </a:ext>
                </a:extLst>
              </p:cNvPr>
              <p:cNvGrpSpPr/>
              <p:nvPr/>
            </p:nvGrpSpPr>
            <p:grpSpPr>
              <a:xfrm>
                <a:off x="-3112548" y="2200457"/>
                <a:ext cx="348591" cy="386904"/>
                <a:chOff x="5513643" y="5046557"/>
                <a:chExt cx="187770" cy="208407"/>
              </a:xfrm>
              <a:solidFill>
                <a:srgbClr val="0078D3"/>
              </a:solidFill>
            </p:grpSpPr>
            <p:sp>
              <p:nvSpPr>
                <p:cNvPr id="231" name="Oval 44">
                  <a:extLst>
                    <a:ext uri="{FF2B5EF4-FFF2-40B4-BE49-F238E27FC236}">
                      <a16:creationId xmlns:a16="http://schemas.microsoft.com/office/drawing/2014/main" id="{28DCC35D-7EEE-1D28-8962-75327C4018C4}"/>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32" name="Oval 45">
                  <a:extLst>
                    <a:ext uri="{FF2B5EF4-FFF2-40B4-BE49-F238E27FC236}">
                      <a16:creationId xmlns:a16="http://schemas.microsoft.com/office/drawing/2014/main" id="{A89D6E88-7AE5-A5F7-4BB4-F1974209A690}"/>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33" name="Oval 46">
                  <a:extLst>
                    <a:ext uri="{FF2B5EF4-FFF2-40B4-BE49-F238E27FC236}">
                      <a16:creationId xmlns:a16="http://schemas.microsoft.com/office/drawing/2014/main" id="{CA46CDF0-B5CC-ADC8-E836-595C5CEE2733}"/>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34" name="Oval 47">
                  <a:extLst>
                    <a:ext uri="{FF2B5EF4-FFF2-40B4-BE49-F238E27FC236}">
                      <a16:creationId xmlns:a16="http://schemas.microsoft.com/office/drawing/2014/main" id="{CDE30725-5279-C8AB-286F-0658896872AD}"/>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228" name="Line 7">
                <a:extLst>
                  <a:ext uri="{FF2B5EF4-FFF2-40B4-BE49-F238E27FC236}">
                    <a16:creationId xmlns:a16="http://schemas.microsoft.com/office/drawing/2014/main" id="{72AF8707-130C-5D6A-C33A-C2535C0F3040}"/>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29" name="Line 8">
                <a:extLst>
                  <a:ext uri="{FF2B5EF4-FFF2-40B4-BE49-F238E27FC236}">
                    <a16:creationId xmlns:a16="http://schemas.microsoft.com/office/drawing/2014/main" id="{5F38B9BF-EF62-A80C-511D-0BF850E50A42}"/>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30" name="Line 9">
                <a:extLst>
                  <a:ext uri="{FF2B5EF4-FFF2-40B4-BE49-F238E27FC236}">
                    <a16:creationId xmlns:a16="http://schemas.microsoft.com/office/drawing/2014/main" id="{3394A0B6-1A16-66CF-F981-181C25936C7A}"/>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200" name="Group 13">
              <a:extLst>
                <a:ext uri="{FF2B5EF4-FFF2-40B4-BE49-F238E27FC236}">
                  <a16:creationId xmlns:a16="http://schemas.microsoft.com/office/drawing/2014/main" id="{9A8D7B3D-89D1-2CC2-FBF5-D7901DDDEB41}"/>
                </a:ext>
              </a:extLst>
            </p:cNvPr>
            <p:cNvGrpSpPr/>
            <p:nvPr/>
          </p:nvGrpSpPr>
          <p:grpSpPr>
            <a:xfrm>
              <a:off x="7821087" y="2173431"/>
              <a:ext cx="411408" cy="490261"/>
              <a:chOff x="-3187544" y="2133223"/>
              <a:chExt cx="498585" cy="594148"/>
            </a:xfrm>
          </p:grpSpPr>
          <p:sp>
            <p:nvSpPr>
              <p:cNvPr id="217" name="Freeform 5">
                <a:extLst>
                  <a:ext uri="{FF2B5EF4-FFF2-40B4-BE49-F238E27FC236}">
                    <a16:creationId xmlns:a16="http://schemas.microsoft.com/office/drawing/2014/main" id="{46514BE1-1871-810B-A189-4A06073D81D4}"/>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218" name="Group 31">
                <a:extLst>
                  <a:ext uri="{FF2B5EF4-FFF2-40B4-BE49-F238E27FC236}">
                    <a16:creationId xmlns:a16="http://schemas.microsoft.com/office/drawing/2014/main" id="{DA032D48-4CE3-9079-F3FB-7188B2C3DF58}"/>
                  </a:ext>
                </a:extLst>
              </p:cNvPr>
              <p:cNvGrpSpPr/>
              <p:nvPr/>
            </p:nvGrpSpPr>
            <p:grpSpPr>
              <a:xfrm>
                <a:off x="-3112548" y="2200457"/>
                <a:ext cx="348591" cy="386904"/>
                <a:chOff x="5513643" y="5046557"/>
                <a:chExt cx="187770" cy="208407"/>
              </a:xfrm>
              <a:solidFill>
                <a:srgbClr val="0078D3"/>
              </a:solidFill>
            </p:grpSpPr>
            <p:sp>
              <p:nvSpPr>
                <p:cNvPr id="222" name="Oval 35">
                  <a:extLst>
                    <a:ext uri="{FF2B5EF4-FFF2-40B4-BE49-F238E27FC236}">
                      <a16:creationId xmlns:a16="http://schemas.microsoft.com/office/drawing/2014/main" id="{568BBB87-B470-AB00-43E0-E107C583D086}"/>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23" name="Oval 36">
                  <a:extLst>
                    <a:ext uri="{FF2B5EF4-FFF2-40B4-BE49-F238E27FC236}">
                      <a16:creationId xmlns:a16="http://schemas.microsoft.com/office/drawing/2014/main" id="{2354807C-10A3-5FD5-6BB8-8EBDF5965751}"/>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24" name="Oval 37">
                  <a:extLst>
                    <a:ext uri="{FF2B5EF4-FFF2-40B4-BE49-F238E27FC236}">
                      <a16:creationId xmlns:a16="http://schemas.microsoft.com/office/drawing/2014/main" id="{5089366D-356C-8BE3-F9D1-3F647EF32563}"/>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25" name="Oval 38">
                  <a:extLst>
                    <a:ext uri="{FF2B5EF4-FFF2-40B4-BE49-F238E27FC236}">
                      <a16:creationId xmlns:a16="http://schemas.microsoft.com/office/drawing/2014/main" id="{AEB3C240-D3E6-6BD9-29F4-3FB91948BA9D}"/>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219" name="Line 7">
                <a:extLst>
                  <a:ext uri="{FF2B5EF4-FFF2-40B4-BE49-F238E27FC236}">
                    <a16:creationId xmlns:a16="http://schemas.microsoft.com/office/drawing/2014/main" id="{00EF28D8-2EBE-5C6E-2C76-F7ABC1A859D7}"/>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20" name="Line 8">
                <a:extLst>
                  <a:ext uri="{FF2B5EF4-FFF2-40B4-BE49-F238E27FC236}">
                    <a16:creationId xmlns:a16="http://schemas.microsoft.com/office/drawing/2014/main" id="{C2C6806A-52F1-214B-CB8D-8E65EA6DAFFF}"/>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21" name="Line 9">
                <a:extLst>
                  <a:ext uri="{FF2B5EF4-FFF2-40B4-BE49-F238E27FC236}">
                    <a16:creationId xmlns:a16="http://schemas.microsoft.com/office/drawing/2014/main" id="{05F65781-2CF1-24F9-BBEB-EAED79CFB1C4}"/>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201" name="Group 14">
              <a:extLst>
                <a:ext uri="{FF2B5EF4-FFF2-40B4-BE49-F238E27FC236}">
                  <a16:creationId xmlns:a16="http://schemas.microsoft.com/office/drawing/2014/main" id="{2769CF15-406D-0185-F1E5-F2784A334B5F}"/>
                </a:ext>
              </a:extLst>
            </p:cNvPr>
            <p:cNvGrpSpPr/>
            <p:nvPr/>
          </p:nvGrpSpPr>
          <p:grpSpPr>
            <a:xfrm>
              <a:off x="7303971" y="2173431"/>
              <a:ext cx="411408" cy="490261"/>
              <a:chOff x="-3187544" y="2133223"/>
              <a:chExt cx="498585" cy="594148"/>
            </a:xfrm>
          </p:grpSpPr>
          <p:sp>
            <p:nvSpPr>
              <p:cNvPr id="208" name="Freeform 5">
                <a:extLst>
                  <a:ext uri="{FF2B5EF4-FFF2-40B4-BE49-F238E27FC236}">
                    <a16:creationId xmlns:a16="http://schemas.microsoft.com/office/drawing/2014/main" id="{10EF6365-13ED-2D88-EC9A-F9BEF233A721}"/>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209" name="Group 22">
                <a:extLst>
                  <a:ext uri="{FF2B5EF4-FFF2-40B4-BE49-F238E27FC236}">
                    <a16:creationId xmlns:a16="http://schemas.microsoft.com/office/drawing/2014/main" id="{8854130E-4E37-63D3-77A3-804F2BCAC5CE}"/>
                  </a:ext>
                </a:extLst>
              </p:cNvPr>
              <p:cNvGrpSpPr/>
              <p:nvPr/>
            </p:nvGrpSpPr>
            <p:grpSpPr>
              <a:xfrm>
                <a:off x="-3112548" y="2200457"/>
                <a:ext cx="348591" cy="386904"/>
                <a:chOff x="5513643" y="5046557"/>
                <a:chExt cx="187770" cy="208407"/>
              </a:xfrm>
              <a:solidFill>
                <a:srgbClr val="0078D3"/>
              </a:solidFill>
            </p:grpSpPr>
            <p:sp>
              <p:nvSpPr>
                <p:cNvPr id="213" name="Oval 26">
                  <a:extLst>
                    <a:ext uri="{FF2B5EF4-FFF2-40B4-BE49-F238E27FC236}">
                      <a16:creationId xmlns:a16="http://schemas.microsoft.com/office/drawing/2014/main" id="{A8FF1F7A-5AB1-B938-9994-17AE87BA38B0}"/>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14" name="Oval 27">
                  <a:extLst>
                    <a:ext uri="{FF2B5EF4-FFF2-40B4-BE49-F238E27FC236}">
                      <a16:creationId xmlns:a16="http://schemas.microsoft.com/office/drawing/2014/main" id="{BEB1F22E-6E19-8277-0BE1-0D032779E88E}"/>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15" name="Oval 28">
                  <a:extLst>
                    <a:ext uri="{FF2B5EF4-FFF2-40B4-BE49-F238E27FC236}">
                      <a16:creationId xmlns:a16="http://schemas.microsoft.com/office/drawing/2014/main" id="{837B7F16-54CD-4459-C0AE-A86BD7F19DA5}"/>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16" name="Oval 29">
                  <a:extLst>
                    <a:ext uri="{FF2B5EF4-FFF2-40B4-BE49-F238E27FC236}">
                      <a16:creationId xmlns:a16="http://schemas.microsoft.com/office/drawing/2014/main" id="{53FA5E0F-0F8C-DBE3-C5C1-9BAEA97218C0}"/>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210" name="Line 7">
                <a:extLst>
                  <a:ext uri="{FF2B5EF4-FFF2-40B4-BE49-F238E27FC236}">
                    <a16:creationId xmlns:a16="http://schemas.microsoft.com/office/drawing/2014/main" id="{228F29F2-3050-FE70-134F-E73F38504AB1}"/>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11" name="Line 8">
                <a:extLst>
                  <a:ext uri="{FF2B5EF4-FFF2-40B4-BE49-F238E27FC236}">
                    <a16:creationId xmlns:a16="http://schemas.microsoft.com/office/drawing/2014/main" id="{2B4D7691-D637-BE22-0618-823DF9479B90}"/>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12" name="Line 9">
                <a:extLst>
                  <a:ext uri="{FF2B5EF4-FFF2-40B4-BE49-F238E27FC236}">
                    <a16:creationId xmlns:a16="http://schemas.microsoft.com/office/drawing/2014/main" id="{E9ABD5A3-75D0-9ED3-AE23-5074EA4DA117}"/>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sp>
          <p:nvSpPr>
            <p:cNvPr id="202" name="Oval 15">
              <a:extLst>
                <a:ext uri="{FF2B5EF4-FFF2-40B4-BE49-F238E27FC236}">
                  <a16:creationId xmlns:a16="http://schemas.microsoft.com/office/drawing/2014/main" id="{6085FF8F-8E06-02D5-3061-9F7CBE49022B}"/>
                </a:ext>
              </a:extLst>
            </p:cNvPr>
            <p:cNvSpPr/>
            <p:nvPr/>
          </p:nvSpPr>
          <p:spPr bwMode="auto">
            <a:xfrm>
              <a:off x="8067614"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03" name="Freeform 1018">
              <a:extLst>
                <a:ext uri="{FF2B5EF4-FFF2-40B4-BE49-F238E27FC236}">
                  <a16:creationId xmlns:a16="http://schemas.microsoft.com/office/drawing/2014/main" id="{85FB1225-AACF-6263-E9E1-AFE0E632A832}"/>
                </a:ext>
              </a:extLst>
            </p:cNvPr>
            <p:cNvSpPr>
              <a:spLocks/>
            </p:cNvSpPr>
            <p:nvPr/>
          </p:nvSpPr>
          <p:spPr bwMode="auto">
            <a:xfrm>
              <a:off x="8156675"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204" name="Oval 17">
              <a:extLst>
                <a:ext uri="{FF2B5EF4-FFF2-40B4-BE49-F238E27FC236}">
                  <a16:creationId xmlns:a16="http://schemas.microsoft.com/office/drawing/2014/main" id="{EAA7F940-4D54-4A65-27EA-97EDA1E4BA8D}"/>
                </a:ext>
              </a:extLst>
            </p:cNvPr>
            <p:cNvSpPr/>
            <p:nvPr/>
          </p:nvSpPr>
          <p:spPr bwMode="auto">
            <a:xfrm>
              <a:off x="7550498"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05" name="Freeform 1018">
              <a:extLst>
                <a:ext uri="{FF2B5EF4-FFF2-40B4-BE49-F238E27FC236}">
                  <a16:creationId xmlns:a16="http://schemas.microsoft.com/office/drawing/2014/main" id="{6ABEAC8E-C55D-50AA-7EB6-D8F1906BCB38}"/>
                </a:ext>
              </a:extLst>
            </p:cNvPr>
            <p:cNvSpPr>
              <a:spLocks/>
            </p:cNvSpPr>
            <p:nvPr/>
          </p:nvSpPr>
          <p:spPr bwMode="auto">
            <a:xfrm>
              <a:off x="7639560"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206" name="Oval 19">
              <a:extLst>
                <a:ext uri="{FF2B5EF4-FFF2-40B4-BE49-F238E27FC236}">
                  <a16:creationId xmlns:a16="http://schemas.microsoft.com/office/drawing/2014/main" id="{07E7FCC9-989A-0BC8-8935-1835661E737B}"/>
                </a:ext>
              </a:extLst>
            </p:cNvPr>
            <p:cNvSpPr/>
            <p:nvPr/>
          </p:nvSpPr>
          <p:spPr bwMode="auto">
            <a:xfrm>
              <a:off x="7033383"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07" name="Freeform 1018">
              <a:extLst>
                <a:ext uri="{FF2B5EF4-FFF2-40B4-BE49-F238E27FC236}">
                  <a16:creationId xmlns:a16="http://schemas.microsoft.com/office/drawing/2014/main" id="{0948882C-0D02-BFE1-3026-C3C1B1B482D9}"/>
                </a:ext>
              </a:extLst>
            </p:cNvPr>
            <p:cNvSpPr>
              <a:spLocks/>
            </p:cNvSpPr>
            <p:nvPr/>
          </p:nvSpPr>
          <p:spPr bwMode="auto">
            <a:xfrm>
              <a:off x="7122445"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grpSp>
      <p:sp>
        <p:nvSpPr>
          <p:cNvPr id="235" name="Rectangle 218">
            <a:extLst>
              <a:ext uri="{FF2B5EF4-FFF2-40B4-BE49-F238E27FC236}">
                <a16:creationId xmlns:a16="http://schemas.microsoft.com/office/drawing/2014/main" id="{8CCCCEBE-E7B2-C1FD-35DC-A9B8699027B6}"/>
              </a:ext>
            </a:extLst>
          </p:cNvPr>
          <p:cNvSpPr/>
          <p:nvPr/>
        </p:nvSpPr>
        <p:spPr>
          <a:xfrm>
            <a:off x="4054584" y="2460172"/>
            <a:ext cx="5797699" cy="4366906"/>
          </a:xfrm>
          <a:prstGeom prst="rect">
            <a:avLst/>
          </a:prstGeom>
          <a:noFill/>
          <a:ln w="22225" cap="flat" cmpd="sng" algn="ctr">
            <a:solidFill>
              <a:srgbClr val="EE000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377"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Segoe UI"/>
              <a:ea typeface="+mn-ea"/>
              <a:cs typeface="+mn-cs"/>
            </a:endParaRPr>
          </a:p>
        </p:txBody>
      </p:sp>
      <p:sp>
        <p:nvSpPr>
          <p:cNvPr id="236" name="テキスト プレースホルダー 1">
            <a:extLst>
              <a:ext uri="{FF2B5EF4-FFF2-40B4-BE49-F238E27FC236}">
                <a16:creationId xmlns:a16="http://schemas.microsoft.com/office/drawing/2014/main" id="{999EA0DA-DF60-C180-330A-8C078EA62583}"/>
              </a:ext>
            </a:extLst>
          </p:cNvPr>
          <p:cNvSpPr txBox="1">
            <a:spLocks/>
          </p:cNvSpPr>
          <p:nvPr/>
        </p:nvSpPr>
        <p:spPr>
          <a:xfrm>
            <a:off x="5066953" y="2040944"/>
            <a:ext cx="3962699" cy="427256"/>
          </a:xfrm>
          <a:prstGeom prst="rect">
            <a:avLst/>
          </a:prstGeom>
        </p:spPr>
        <p:txBody>
          <a:bodyPr vert="horz" wrap="square" lIns="143428" tIns="89642" rIns="143428" bIns="89642"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gn="ctr" defTabSz="914367">
              <a:spcBef>
                <a:spcPts val="588"/>
              </a:spcBef>
            </a:pPr>
            <a:r>
              <a:rPr lang="ja-JP" altLang="en-US" sz="1600" dirty="0">
                <a:solidFill>
                  <a:srgbClr val="EE0000"/>
                </a:solidFill>
                <a:latin typeface="+mj-lt"/>
                <a:ea typeface="Yu Gothic UI" panose="020B0500000000000000" pitchFamily="50" charset="-128"/>
              </a:rPr>
              <a:t>通常はこの </a:t>
            </a:r>
            <a:r>
              <a:rPr lang="en-US" altLang="ja-JP" sz="1600" dirty="0">
                <a:solidFill>
                  <a:srgbClr val="EE0000"/>
                </a:solidFill>
                <a:latin typeface="+mj-lt"/>
                <a:ea typeface="Yu Gothic UI" panose="020B0500000000000000" pitchFamily="50" charset="-128"/>
              </a:rPr>
              <a:t>3 </a:t>
            </a:r>
            <a:r>
              <a:rPr lang="ja-JP" altLang="en-US" sz="1600" dirty="0">
                <a:solidFill>
                  <a:srgbClr val="EE0000"/>
                </a:solidFill>
                <a:latin typeface="+mj-lt"/>
                <a:ea typeface="Yu Gothic UI" panose="020B0500000000000000" pitchFamily="50" charset="-128"/>
              </a:rPr>
              <a:t>つを使用</a:t>
            </a:r>
            <a:endParaRPr lang="en-US" altLang="ja-JP" sz="1600" dirty="0">
              <a:solidFill>
                <a:srgbClr val="EE0000"/>
              </a:solidFill>
              <a:latin typeface="+mj-lt"/>
              <a:ea typeface="Yu Gothic UI" panose="020B0500000000000000" pitchFamily="50" charset="-128"/>
            </a:endParaRPr>
          </a:p>
        </p:txBody>
      </p:sp>
      <p:sp>
        <p:nvSpPr>
          <p:cNvPr id="237" name="Rectangle 6">
            <a:extLst>
              <a:ext uri="{FF2B5EF4-FFF2-40B4-BE49-F238E27FC236}">
                <a16:creationId xmlns:a16="http://schemas.microsoft.com/office/drawing/2014/main" id="{B2A4A38C-6E0D-11BB-A4D6-55ACB8C54AD7}"/>
              </a:ext>
            </a:extLst>
          </p:cNvPr>
          <p:cNvSpPr/>
          <p:nvPr/>
        </p:nvSpPr>
        <p:spPr>
          <a:xfrm>
            <a:off x="1014228" y="4319252"/>
            <a:ext cx="1113143" cy="565483"/>
          </a:xfrm>
          <a:prstGeom prst="rect">
            <a:avLst/>
          </a:prstGeom>
          <a:solidFill>
            <a:srgbClr val="E6E6E6">
              <a:lumMod val="90000"/>
            </a:srgbClr>
          </a:solidFill>
        </p:spPr>
        <p:txBody>
          <a:bodyPr wrap="square" lIns="91427" tIns="45713" rIns="91427" bIns="45713" anchor="ctr" anchorCtr="0">
            <a:noAutofit/>
          </a:bodyPr>
          <a:lstStyle/>
          <a:p>
            <a:pPr marL="0" marR="0" lvl="0" indent="0" algn="ctr" defTabSz="895987" eaLnBrk="1" fontAlgn="auto" latinLnBrk="0" hangingPunct="1">
              <a:lnSpc>
                <a:spcPct val="100000"/>
              </a:lnSpc>
              <a:spcBef>
                <a:spcPts val="575"/>
              </a:spcBef>
              <a:spcAft>
                <a:spcPts val="575"/>
              </a:spcAft>
              <a:buClrTx/>
              <a:buSzTx/>
              <a:buFontTx/>
              <a:buNone/>
              <a:tabLst/>
              <a:defRPr/>
            </a:pPr>
            <a:r>
              <a:rPr kumimoji="0" lang="ja-JP" altLang="en-US" sz="1400" b="0" i="0" u="none" strike="noStrike" kern="0" cap="none" spc="0" normalizeH="0" baseline="0" noProof="0" dirty="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用途</a:t>
            </a:r>
            <a:endParaRPr kumimoji="0" lang="en-US" sz="1400" b="0" i="0" u="none" strike="noStrike" kern="0" cap="none" spc="0" normalizeH="0" baseline="0" noProof="0" dirty="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238" name="TextBox 51">
            <a:extLst>
              <a:ext uri="{FF2B5EF4-FFF2-40B4-BE49-F238E27FC236}">
                <a16:creationId xmlns:a16="http://schemas.microsoft.com/office/drawing/2014/main" id="{D4CD6063-5EE1-B776-5471-8F0E2532EA2B}"/>
              </a:ext>
            </a:extLst>
          </p:cNvPr>
          <p:cNvSpPr txBox="1"/>
          <p:nvPr/>
        </p:nvSpPr>
        <p:spPr>
          <a:xfrm>
            <a:off x="6011358" y="4319252"/>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lvl="0" defTabSz="895987">
              <a:lnSpc>
                <a:spcPct val="100000"/>
              </a:lnSpc>
              <a:spcAft>
                <a:spcPts val="295"/>
              </a:spcAft>
              <a:defRPr/>
            </a:pPr>
            <a:r>
              <a:rPr lang="en-US" altLang="ja-JP" sz="1400" kern="0" dirty="0">
                <a:solidFill>
                  <a:schemeClr val="tx1"/>
                </a:solidFill>
                <a:latin typeface="Segoe UI"/>
              </a:rPr>
              <a:t>OS</a:t>
            </a:r>
            <a:r>
              <a:rPr lang="ja-JP" altLang="en-US" sz="1400" kern="0" dirty="0">
                <a:solidFill>
                  <a:schemeClr val="tx1"/>
                </a:solidFill>
                <a:latin typeface="Segoe UI"/>
              </a:rPr>
              <a:t>ディスク</a:t>
            </a:r>
            <a:endParaRPr lang="en-US" altLang="ja-JP" sz="1400" kern="0" dirty="0">
              <a:solidFill>
                <a:schemeClr val="tx1"/>
              </a:solidFill>
              <a:latin typeface="Segoe UI"/>
            </a:endParaRPr>
          </a:p>
          <a:p>
            <a:pPr lvl="0" defTabSz="895987">
              <a:lnSpc>
                <a:spcPct val="100000"/>
              </a:lnSpc>
              <a:spcAft>
                <a:spcPts val="295"/>
              </a:spcAft>
              <a:defRPr/>
            </a:pPr>
            <a:r>
              <a:rPr lang="ja-JP" altLang="en-US" sz="1400" kern="0" dirty="0">
                <a:solidFill>
                  <a:schemeClr val="tx1"/>
                </a:solidFill>
                <a:latin typeface="Segoe UI"/>
              </a:rPr>
              <a:t>データディスク</a:t>
            </a:r>
            <a:endParaRPr lang="en-US" altLang="ja-JP" sz="1400" kern="0" dirty="0">
              <a:solidFill>
                <a:schemeClr val="tx1"/>
              </a:solidFill>
              <a:latin typeface="Segoe UI"/>
            </a:endParaRPr>
          </a:p>
        </p:txBody>
      </p:sp>
      <p:sp>
        <p:nvSpPr>
          <p:cNvPr id="239" name="TextBox 56">
            <a:extLst>
              <a:ext uri="{FF2B5EF4-FFF2-40B4-BE49-F238E27FC236}">
                <a16:creationId xmlns:a16="http://schemas.microsoft.com/office/drawing/2014/main" id="{6FAAD971-E78A-538F-7615-DCD24746D263}"/>
              </a:ext>
            </a:extLst>
          </p:cNvPr>
          <p:cNvSpPr txBox="1"/>
          <p:nvPr/>
        </p:nvSpPr>
        <p:spPr>
          <a:xfrm>
            <a:off x="4104063" y="4319251"/>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lvl="0" defTabSz="895987">
              <a:lnSpc>
                <a:spcPct val="100000"/>
              </a:lnSpc>
              <a:spcAft>
                <a:spcPts val="295"/>
              </a:spcAft>
              <a:defRPr/>
            </a:pPr>
            <a:r>
              <a:rPr lang="en-US" altLang="ja-JP" sz="1400" kern="0" dirty="0">
                <a:solidFill>
                  <a:schemeClr val="tx1"/>
                </a:solidFill>
                <a:latin typeface="Segoe UI"/>
              </a:rPr>
              <a:t>OS</a:t>
            </a:r>
            <a:r>
              <a:rPr lang="ja-JP" altLang="en-US" sz="1400" kern="0" dirty="0">
                <a:solidFill>
                  <a:schemeClr val="tx1"/>
                </a:solidFill>
                <a:latin typeface="Segoe UI"/>
              </a:rPr>
              <a:t>ディスク</a:t>
            </a:r>
            <a:endParaRPr lang="en-US" altLang="ja-JP" sz="1400" kern="0" dirty="0">
              <a:solidFill>
                <a:schemeClr val="tx1"/>
              </a:solidFill>
              <a:latin typeface="Segoe UI"/>
            </a:endParaRPr>
          </a:p>
          <a:p>
            <a:pPr lvl="0" defTabSz="895987">
              <a:lnSpc>
                <a:spcPct val="100000"/>
              </a:lnSpc>
              <a:spcAft>
                <a:spcPts val="295"/>
              </a:spcAft>
              <a:defRPr/>
            </a:pPr>
            <a:r>
              <a:rPr lang="ja-JP" altLang="en-US" sz="1400" kern="0" dirty="0">
                <a:solidFill>
                  <a:schemeClr val="tx1"/>
                </a:solidFill>
                <a:latin typeface="Segoe UI"/>
              </a:rPr>
              <a:t>データディスク</a:t>
            </a:r>
            <a:endParaRPr lang="en-US" altLang="ja-JP" sz="1400" kern="0" dirty="0">
              <a:solidFill>
                <a:schemeClr val="tx1"/>
              </a:solidFill>
              <a:latin typeface="Segoe UI"/>
            </a:endParaRPr>
          </a:p>
        </p:txBody>
      </p:sp>
      <p:sp>
        <p:nvSpPr>
          <p:cNvPr id="240" name="TextBox 61">
            <a:extLst>
              <a:ext uri="{FF2B5EF4-FFF2-40B4-BE49-F238E27FC236}">
                <a16:creationId xmlns:a16="http://schemas.microsoft.com/office/drawing/2014/main" id="{4C8B484C-E4FB-5339-4B2C-4941FF8BFE2F}"/>
              </a:ext>
            </a:extLst>
          </p:cNvPr>
          <p:cNvSpPr txBox="1"/>
          <p:nvPr/>
        </p:nvSpPr>
        <p:spPr>
          <a:xfrm>
            <a:off x="2201775" y="4319251"/>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OS</a:t>
            </a:r>
            <a:r>
              <a:rPr kumimoji="0" lang="ja-JP" alt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ディスク</a:t>
            </a:r>
            <a:endParaRPr kumimoji="0" lang="en-US" altLang="ja-JP" sz="1400" b="0" i="0" u="none" strike="noStrike" kern="0" cap="none" spc="0" normalizeH="0" baseline="0" noProof="0" dirty="0">
              <a:ln>
                <a:noFill/>
              </a:ln>
              <a:solidFill>
                <a:schemeClr val="tx1"/>
              </a:solidFill>
              <a:effectLst/>
              <a:uLnTx/>
              <a:uFillTx/>
              <a:latin typeface="Segoe UI"/>
              <a:cs typeface="Segoe UI" panose="020B0502040204020203" pitchFamily="34" charset="0"/>
            </a:endParaRPr>
          </a:p>
          <a:p>
            <a:pPr marL="0" marR="0" lvl="0" indent="0" algn="ctr" defTabSz="895987" eaLnBrk="1" fontAlgn="base" latinLnBrk="0" hangingPunct="1">
              <a:lnSpc>
                <a:spcPct val="100000"/>
              </a:lnSpc>
              <a:spcBef>
                <a:spcPts val="0"/>
              </a:spcBef>
              <a:spcAft>
                <a:spcPts val="295"/>
              </a:spcAft>
              <a:buClrTx/>
              <a:buSzTx/>
              <a:buFontTx/>
              <a:buNone/>
              <a:tabLst/>
              <a:defRPr/>
            </a:pPr>
            <a:r>
              <a:rPr lang="ja-JP" altLang="en-US" sz="1400" kern="0" dirty="0">
                <a:solidFill>
                  <a:schemeClr val="tx1"/>
                </a:solidFill>
                <a:latin typeface="Segoe UI"/>
              </a:rPr>
              <a:t>データディスク</a:t>
            </a:r>
            <a:endPar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endParaRPr>
          </a:p>
        </p:txBody>
      </p:sp>
      <p:sp>
        <p:nvSpPr>
          <p:cNvPr id="241" name="TextBox 128">
            <a:extLst>
              <a:ext uri="{FF2B5EF4-FFF2-40B4-BE49-F238E27FC236}">
                <a16:creationId xmlns:a16="http://schemas.microsoft.com/office/drawing/2014/main" id="{FE221549-EB17-3814-BF48-CEE8649B97DD}"/>
              </a:ext>
            </a:extLst>
          </p:cNvPr>
          <p:cNvSpPr txBox="1"/>
          <p:nvPr/>
        </p:nvSpPr>
        <p:spPr>
          <a:xfrm>
            <a:off x="9889925" y="4319252"/>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lvl="0" defTabSz="895987">
              <a:lnSpc>
                <a:spcPct val="100000"/>
              </a:lnSpc>
              <a:spcAft>
                <a:spcPts val="295"/>
              </a:spcAft>
              <a:defRPr/>
            </a:pPr>
            <a:r>
              <a:rPr lang="ja-JP" altLang="en-US" sz="1400" kern="0" dirty="0">
                <a:solidFill>
                  <a:schemeClr val="tx1"/>
                </a:solidFill>
                <a:latin typeface="Segoe UI"/>
              </a:rPr>
              <a:t>データディスク</a:t>
            </a:r>
            <a:endParaRPr lang="en-US" altLang="ja-JP" sz="1400" kern="0" dirty="0">
              <a:solidFill>
                <a:schemeClr val="tx1"/>
              </a:solidFill>
              <a:latin typeface="Segoe UI"/>
            </a:endParaRPr>
          </a:p>
        </p:txBody>
      </p:sp>
      <p:sp>
        <p:nvSpPr>
          <p:cNvPr id="242" name="TextBox 128">
            <a:extLst>
              <a:ext uri="{FF2B5EF4-FFF2-40B4-BE49-F238E27FC236}">
                <a16:creationId xmlns:a16="http://schemas.microsoft.com/office/drawing/2014/main" id="{3BFAD9A3-4637-F5A1-BC3B-1DF214F76E47}"/>
              </a:ext>
            </a:extLst>
          </p:cNvPr>
          <p:cNvSpPr txBox="1"/>
          <p:nvPr/>
        </p:nvSpPr>
        <p:spPr>
          <a:xfrm>
            <a:off x="7959227" y="4319252"/>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lvl="0" defTabSz="895987">
              <a:lnSpc>
                <a:spcPct val="100000"/>
              </a:lnSpc>
              <a:spcAft>
                <a:spcPts val="295"/>
              </a:spcAft>
              <a:defRPr/>
            </a:pPr>
            <a:r>
              <a:rPr lang="ja-JP" altLang="en-US" sz="1400" kern="0" dirty="0">
                <a:solidFill>
                  <a:schemeClr val="tx1"/>
                </a:solidFill>
                <a:latin typeface="Segoe UI"/>
              </a:rPr>
              <a:t>データディスク</a:t>
            </a:r>
            <a:endParaRPr lang="en-US" altLang="ja-JP" sz="1400" kern="0" dirty="0">
              <a:solidFill>
                <a:schemeClr val="tx1"/>
              </a:solidFill>
              <a:latin typeface="Segoe UI"/>
            </a:endParaRPr>
          </a:p>
        </p:txBody>
      </p:sp>
    </p:spTree>
    <p:extLst>
      <p:ext uri="{BB962C8B-B14F-4D97-AF65-F5344CB8AC3E}">
        <p14:creationId xmlns:p14="http://schemas.microsoft.com/office/powerpoint/2010/main" val="13363173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正方形/長方形 17">
            <a:extLst>
              <a:ext uri="{FF2B5EF4-FFF2-40B4-BE49-F238E27FC236}">
                <a16:creationId xmlns:a16="http://schemas.microsoft.com/office/drawing/2014/main" id="{35782B5B-C10E-400A-8B9C-737F580E1094}"/>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NIC と IP アドレス</a:t>
            </a:r>
          </a:p>
        </p:txBody>
      </p:sp>
      <p:sp>
        <p:nvSpPr>
          <p:cNvPr id="2" name="正方形/長方形 1">
            <a:extLst>
              <a:ext uri="{FF2B5EF4-FFF2-40B4-BE49-F238E27FC236}">
                <a16:creationId xmlns:a16="http://schemas.microsoft.com/office/drawing/2014/main" id="{497472B0-99DD-48C1-A1BD-BA2C9CBDDA6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70F24166-CE42-4ACA-8572-52785B2F1C32}"/>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09</a:t>
            </a:r>
          </a:p>
        </p:txBody>
      </p:sp>
      <p:sp>
        <p:nvSpPr>
          <p:cNvPr id="4" name="正方形/長方形 3">
            <a:extLst>
              <a:ext uri="{FF2B5EF4-FFF2-40B4-BE49-F238E27FC236}">
                <a16:creationId xmlns:a16="http://schemas.microsoft.com/office/drawing/2014/main" id="{E56C8572-BE07-4299-865B-2F9D7E5D57A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9967C91D-CCB8-4D7C-BDC5-712FAE077797}"/>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VM がネットワークに参加するには NIC が必要です。Private IP は VNet 内の住所、Public IP はインターネット側からアクセスするための宛先です。</a:t>
            </a:r>
          </a:p>
        </p:txBody>
      </p:sp>
      <p:sp>
        <p:nvSpPr>
          <p:cNvPr id="17" name="正方形/長方形 16">
            <a:extLst>
              <a:ext uri="{FF2B5EF4-FFF2-40B4-BE49-F238E27FC236}">
                <a16:creationId xmlns:a16="http://schemas.microsoft.com/office/drawing/2014/main" id="{0BBF42A1-95EE-43C4-A36A-C8C8E42283F9}"/>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9 / 46</a:t>
            </a:r>
          </a:p>
        </p:txBody>
      </p:sp>
      <p:sp>
        <p:nvSpPr>
          <p:cNvPr id="19" name="正方形/長方形 18">
            <a:extLst>
              <a:ext uri="{FF2B5EF4-FFF2-40B4-BE49-F238E27FC236}">
                <a16:creationId xmlns:a16="http://schemas.microsoft.com/office/drawing/2014/main" id="{ACA2B11A-FC3B-856E-F282-EC01958EE31B}"/>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20" name="角丸四角形 19">
            <a:extLst>
              <a:ext uri="{FF2B5EF4-FFF2-40B4-BE49-F238E27FC236}">
                <a16:creationId xmlns:a16="http://schemas.microsoft.com/office/drawing/2014/main" id="{134B628D-FD87-C52C-B452-BDF5EB2B4B95}"/>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6DF9E803-F8D1-ABB3-C54C-6594169C921C}"/>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22" name="角丸四角形 21">
            <a:extLst>
              <a:ext uri="{FF2B5EF4-FFF2-40B4-BE49-F238E27FC236}">
                <a16:creationId xmlns:a16="http://schemas.microsoft.com/office/drawing/2014/main" id="{D8F64DAF-A9A0-FCF3-CC5E-BD72AAC51F2B}"/>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角丸四角形 22">
            <a:extLst>
              <a:ext uri="{FF2B5EF4-FFF2-40B4-BE49-F238E27FC236}">
                <a16:creationId xmlns:a16="http://schemas.microsoft.com/office/drawing/2014/main" id="{7249CB37-891E-233B-3FA8-AD53EEE5E12B}"/>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 name="グラフィックス 23">
            <a:extLst>
              <a:ext uri="{FF2B5EF4-FFF2-40B4-BE49-F238E27FC236}">
                <a16:creationId xmlns:a16="http://schemas.microsoft.com/office/drawing/2014/main" id="{C01738AC-3B96-5D24-782D-35A391957AF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9637" y="3579925"/>
            <a:ext cx="462764" cy="462764"/>
          </a:xfrm>
          <a:prstGeom prst="rect">
            <a:avLst/>
          </a:prstGeom>
        </p:spPr>
      </p:pic>
      <p:pic>
        <p:nvPicPr>
          <p:cNvPr id="25" name="グラフィックス 24">
            <a:extLst>
              <a:ext uri="{FF2B5EF4-FFF2-40B4-BE49-F238E27FC236}">
                <a16:creationId xmlns:a16="http://schemas.microsoft.com/office/drawing/2014/main" id="{41553434-63C6-0EF6-16EC-F8EA34F5A59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8145" y="4485871"/>
            <a:ext cx="298415" cy="298415"/>
          </a:xfrm>
          <a:prstGeom prst="rect">
            <a:avLst/>
          </a:prstGeom>
        </p:spPr>
      </p:pic>
      <p:pic>
        <p:nvPicPr>
          <p:cNvPr id="26" name="グラフィックス 25">
            <a:extLst>
              <a:ext uri="{FF2B5EF4-FFF2-40B4-BE49-F238E27FC236}">
                <a16:creationId xmlns:a16="http://schemas.microsoft.com/office/drawing/2014/main" id="{752AE959-6AE7-765E-3124-4C59A6562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8129" y="2662256"/>
            <a:ext cx="298415" cy="298415"/>
          </a:xfrm>
          <a:prstGeom prst="rect">
            <a:avLst/>
          </a:prstGeom>
        </p:spPr>
      </p:pic>
      <p:pic>
        <p:nvPicPr>
          <p:cNvPr id="27" name="グラフィックス 26">
            <a:extLst>
              <a:ext uri="{FF2B5EF4-FFF2-40B4-BE49-F238E27FC236}">
                <a16:creationId xmlns:a16="http://schemas.microsoft.com/office/drawing/2014/main" id="{BC3AD780-99A3-478C-82E5-CFFC8333A38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48765" y="3656865"/>
            <a:ext cx="308694" cy="308694"/>
          </a:xfrm>
          <a:prstGeom prst="rect">
            <a:avLst/>
          </a:prstGeom>
        </p:spPr>
      </p:pic>
      <p:pic>
        <p:nvPicPr>
          <p:cNvPr id="28" name="グラフィックス 27">
            <a:extLst>
              <a:ext uri="{FF2B5EF4-FFF2-40B4-BE49-F238E27FC236}">
                <a16:creationId xmlns:a16="http://schemas.microsoft.com/office/drawing/2014/main" id="{21012E5A-B41B-7857-1BE9-0DC9237C81C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88553" y="3531100"/>
            <a:ext cx="558201" cy="558201"/>
          </a:xfrm>
          <a:prstGeom prst="rect">
            <a:avLst/>
          </a:prstGeom>
        </p:spPr>
      </p:pic>
      <p:cxnSp>
        <p:nvCxnSpPr>
          <p:cNvPr id="29" name="直線コネクタ 28">
            <a:extLst>
              <a:ext uri="{FF2B5EF4-FFF2-40B4-BE49-F238E27FC236}">
                <a16:creationId xmlns:a16="http://schemas.microsoft.com/office/drawing/2014/main" id="{E9ADC7C1-7DDD-CDA8-B225-BF07BE48BB8B}"/>
              </a:ext>
            </a:extLst>
          </p:cNvPr>
          <p:cNvCxnSpPr>
            <a:cxnSpLocks/>
            <a:stCxn id="28" idx="3"/>
            <a:endCxn id="24" idx="1"/>
          </p:cNvCxnSpPr>
          <p:nvPr/>
        </p:nvCxnSpPr>
        <p:spPr>
          <a:xfrm>
            <a:off x="6246754" y="3810201"/>
            <a:ext cx="202883" cy="1106"/>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7B21A1A4-539C-5303-0D7F-5645326591ED}"/>
              </a:ext>
            </a:extLst>
          </p:cNvPr>
          <p:cNvCxnSpPr>
            <a:cxnSpLocks/>
            <a:stCxn id="27" idx="3"/>
            <a:endCxn id="28" idx="1"/>
          </p:cNvCxnSpPr>
          <p:nvPr/>
        </p:nvCxnSpPr>
        <p:spPr>
          <a:xfrm flipV="1">
            <a:off x="4857459" y="3810201"/>
            <a:ext cx="831094" cy="1011"/>
          </a:xfrm>
          <a:prstGeom prst="line">
            <a:avLst/>
          </a:prstGeom>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A6C13D4D-8815-03A0-B20F-75978BB1678D}"/>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32" name="グラフィックス 31">
            <a:extLst>
              <a:ext uri="{FF2B5EF4-FFF2-40B4-BE49-F238E27FC236}">
                <a16:creationId xmlns:a16="http://schemas.microsoft.com/office/drawing/2014/main" id="{414FD72B-6302-C2CB-7537-E6B7A88A8E8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205878" y="5120321"/>
            <a:ext cx="339071" cy="339071"/>
          </a:xfrm>
          <a:prstGeom prst="rect">
            <a:avLst/>
          </a:prstGeom>
        </p:spPr>
      </p:pic>
      <p:cxnSp>
        <p:nvCxnSpPr>
          <p:cNvPr id="33" name="直線コネクタ 32">
            <a:extLst>
              <a:ext uri="{FF2B5EF4-FFF2-40B4-BE49-F238E27FC236}">
                <a16:creationId xmlns:a16="http://schemas.microsoft.com/office/drawing/2014/main" id="{142441BB-6EF4-5326-5E52-C405EFCD8AFA}"/>
              </a:ext>
            </a:extLst>
          </p:cNvPr>
          <p:cNvCxnSpPr>
            <a:cxnSpLocks/>
          </p:cNvCxnSpPr>
          <p:nvPr/>
        </p:nvCxnSpPr>
        <p:spPr>
          <a:xfrm>
            <a:off x="3948266" y="3599837"/>
            <a:ext cx="1596683"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5A043F84-1CA0-0687-1435-259CF1946C35}"/>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35" name="直線コネクタ 34">
            <a:extLst>
              <a:ext uri="{FF2B5EF4-FFF2-40B4-BE49-F238E27FC236}">
                <a16:creationId xmlns:a16="http://schemas.microsoft.com/office/drawing/2014/main" id="{04B2CF73-9E5F-AB2D-69B1-D09CFE60B3B2}"/>
              </a:ext>
            </a:extLst>
          </p:cNvPr>
          <p:cNvCxnSpPr>
            <a:cxnSpLocks/>
          </p:cNvCxnSpPr>
          <p:nvPr/>
        </p:nvCxnSpPr>
        <p:spPr>
          <a:xfrm flipH="1">
            <a:off x="3923581" y="3995878"/>
            <a:ext cx="1621368" cy="6391"/>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DA0B493C-92D2-8051-B2D0-9DC168932D40}"/>
              </a:ext>
            </a:extLst>
          </p:cNvPr>
          <p:cNvSpPr txBox="1"/>
          <p:nvPr/>
        </p:nvSpPr>
        <p:spPr>
          <a:xfrm>
            <a:off x="4999782" y="4045308"/>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37" name="テキスト ボックス 36">
            <a:extLst>
              <a:ext uri="{FF2B5EF4-FFF2-40B4-BE49-F238E27FC236}">
                <a16:creationId xmlns:a16="http://schemas.microsoft.com/office/drawing/2014/main" id="{EFE77C3C-AC33-A421-C8E6-1F3EF237722E}"/>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38" name="テキスト ボックス 37">
            <a:extLst>
              <a:ext uri="{FF2B5EF4-FFF2-40B4-BE49-F238E27FC236}">
                <a16:creationId xmlns:a16="http://schemas.microsoft.com/office/drawing/2014/main" id="{00542C61-3D79-9F69-9C23-AB23A3D631D5}"/>
              </a:ext>
            </a:extLst>
          </p:cNvPr>
          <p:cNvSpPr txBox="1"/>
          <p:nvPr/>
        </p:nvSpPr>
        <p:spPr>
          <a:xfrm>
            <a:off x="6167564" y="4026023"/>
            <a:ext cx="1026910"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VM</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9" name="テキスト ボックス 38">
            <a:extLst>
              <a:ext uri="{FF2B5EF4-FFF2-40B4-BE49-F238E27FC236}">
                <a16:creationId xmlns:a16="http://schemas.microsoft.com/office/drawing/2014/main" id="{9F6019DE-E270-6E35-D7DF-CBCD13CD1717}"/>
              </a:ext>
            </a:extLst>
          </p:cNvPr>
          <p:cNvSpPr txBox="1"/>
          <p:nvPr/>
        </p:nvSpPr>
        <p:spPr>
          <a:xfrm>
            <a:off x="5667355" y="3247721"/>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0" name="テキスト ボックス 39">
            <a:extLst>
              <a:ext uri="{FF2B5EF4-FFF2-40B4-BE49-F238E27FC236}">
                <a16:creationId xmlns:a16="http://schemas.microsoft.com/office/drawing/2014/main" id="{C06D092D-C83D-D24F-6F00-BAC7500DCF2A}"/>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1" name="テキスト ボックス 40">
            <a:extLst>
              <a:ext uri="{FF2B5EF4-FFF2-40B4-BE49-F238E27FC236}">
                <a16:creationId xmlns:a16="http://schemas.microsoft.com/office/drawing/2014/main" id="{4E208A8C-7F6B-AB08-74FB-DA8FF2DD4807}"/>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49" name="グラフィックス 48">
            <a:extLst>
              <a:ext uri="{FF2B5EF4-FFF2-40B4-BE49-F238E27FC236}">
                <a16:creationId xmlns:a16="http://schemas.microsoft.com/office/drawing/2014/main" id="{BD5498AF-5653-15EA-03EB-616A40EC053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7764" y="3663323"/>
            <a:ext cx="295776" cy="295776"/>
          </a:xfrm>
          <a:prstGeom prst="rect">
            <a:avLst/>
          </a:prstGeom>
        </p:spPr>
      </p:pic>
      <p:cxnSp>
        <p:nvCxnSpPr>
          <p:cNvPr id="50" name="直線コネクタ 49">
            <a:extLst>
              <a:ext uri="{FF2B5EF4-FFF2-40B4-BE49-F238E27FC236}">
                <a16:creationId xmlns:a16="http://schemas.microsoft.com/office/drawing/2014/main" id="{4CB02349-439E-E5DD-1255-DB813F25371F}"/>
              </a:ext>
            </a:extLst>
          </p:cNvPr>
          <p:cNvCxnSpPr>
            <a:cxnSpLocks/>
            <a:stCxn id="24" idx="3"/>
            <a:endCxn id="49" idx="1"/>
          </p:cNvCxnSpPr>
          <p:nvPr/>
        </p:nvCxnSpPr>
        <p:spPr>
          <a:xfrm flipV="1">
            <a:off x="6912401" y="3811211"/>
            <a:ext cx="365363" cy="96"/>
          </a:xfrm>
          <a:prstGeom prst="line">
            <a:avLst/>
          </a:prstGeom>
        </p:spPr>
        <p:style>
          <a:lnRef idx="1">
            <a:schemeClr val="accent1"/>
          </a:lnRef>
          <a:fillRef idx="0">
            <a:schemeClr val="accent1"/>
          </a:fillRef>
          <a:effectRef idx="0">
            <a:schemeClr val="accent1"/>
          </a:effectRef>
          <a:fontRef idx="minor">
            <a:schemeClr val="tx1"/>
          </a:fontRef>
        </p:style>
      </p:cxnSp>
      <p:sp>
        <p:nvSpPr>
          <p:cNvPr id="51" name="テキスト ボックス 50">
            <a:extLst>
              <a:ext uri="{FF2B5EF4-FFF2-40B4-BE49-F238E27FC236}">
                <a16:creationId xmlns:a16="http://schemas.microsoft.com/office/drawing/2014/main" id="{7B191FE9-67BC-640B-2ED2-CEC070D259BE}"/>
              </a:ext>
            </a:extLst>
          </p:cNvPr>
          <p:cNvSpPr txBox="1"/>
          <p:nvPr/>
        </p:nvSpPr>
        <p:spPr>
          <a:xfrm>
            <a:off x="7121044" y="3272148"/>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Disk</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9" name="円/楕円 58">
            <a:extLst>
              <a:ext uri="{FF2B5EF4-FFF2-40B4-BE49-F238E27FC236}">
                <a16:creationId xmlns:a16="http://schemas.microsoft.com/office/drawing/2014/main" id="{B3FBC5FD-B9EB-8857-985C-991E6A52015B}"/>
              </a:ext>
            </a:extLst>
          </p:cNvPr>
          <p:cNvSpPr/>
          <p:nvPr/>
        </p:nvSpPr>
        <p:spPr>
          <a:xfrm>
            <a:off x="5531577" y="3418116"/>
            <a:ext cx="844772" cy="74317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吹き出し 59">
            <a:extLst>
              <a:ext uri="{FF2B5EF4-FFF2-40B4-BE49-F238E27FC236}">
                <a16:creationId xmlns:a16="http://schemas.microsoft.com/office/drawing/2014/main" id="{D9A96F61-1FEE-B530-0087-1A6F7FB2642D}"/>
              </a:ext>
            </a:extLst>
          </p:cNvPr>
          <p:cNvSpPr/>
          <p:nvPr/>
        </p:nvSpPr>
        <p:spPr>
          <a:xfrm>
            <a:off x="963561" y="4242812"/>
            <a:ext cx="3127792" cy="1569660"/>
          </a:xfrm>
          <a:prstGeom prst="wedgeRectCallout">
            <a:avLst>
              <a:gd name="adj1" fmla="val 95456"/>
              <a:gd name="adj2" fmla="val -58481"/>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1" name="テキスト ボックス 60">
            <a:extLst>
              <a:ext uri="{FF2B5EF4-FFF2-40B4-BE49-F238E27FC236}">
                <a16:creationId xmlns:a16="http://schemas.microsoft.com/office/drawing/2014/main" id="{1CB8F07B-F4B8-195F-B329-81BFFE907869}"/>
              </a:ext>
            </a:extLst>
          </p:cNvPr>
          <p:cNvSpPr txBox="1"/>
          <p:nvPr/>
        </p:nvSpPr>
        <p:spPr>
          <a:xfrm>
            <a:off x="972014" y="4260751"/>
            <a:ext cx="3099213" cy="1569660"/>
          </a:xfrm>
          <a:prstGeom prst="rect">
            <a:avLst/>
          </a:prstGeom>
          <a:noFill/>
        </p:spPr>
        <p:txBody>
          <a:bodyPr wrap="square" rtlCol="0">
            <a:spAutoFit/>
          </a:bodyPr>
          <a:lstStyle/>
          <a:p>
            <a:r>
              <a:rPr kumimoji="1" lang="en-US"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Azrue</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VM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NIC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を介して</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サブネットに接続し、</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IP</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通信のインターフェースをもつ。</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最低</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1</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つの</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から割り当てられたプライベート </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IP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をもち、</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Public IP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を紐づけることもできる。</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Public IP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外に通信するときに</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NAT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で利用される。</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NIC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に直接割り当てられるわけではない。</a:t>
            </a:r>
          </a:p>
        </p:txBody>
      </p:sp>
    </p:spTree>
    <p:extLst>
      <p:ext uri="{BB962C8B-B14F-4D97-AF65-F5344CB8AC3E}">
        <p14:creationId xmlns:p14="http://schemas.microsoft.com/office/powerpoint/2010/main" val="11860771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9EECA-D5F2-009C-BF82-FEA127457DE3}"/>
            </a:ext>
          </a:extLst>
        </p:cNvPr>
        <p:cNvGrpSpPr/>
        <p:nvPr/>
      </p:nvGrpSpPr>
      <p:grpSpPr>
        <a:xfrm>
          <a:off x="0" y="0"/>
          <a:ext cx="0" cy="0"/>
          <a:chOff x="0" y="0"/>
          <a:chExt cx="0" cy="0"/>
        </a:xfrm>
      </p:grpSpPr>
      <p:sp>
        <p:nvSpPr>
          <p:cNvPr id="18" name="正方形/長方形 17">
            <a:extLst>
              <a:ext uri="{FF2B5EF4-FFF2-40B4-BE49-F238E27FC236}">
                <a16:creationId xmlns:a16="http://schemas.microsoft.com/office/drawing/2014/main" id="{75403008-C7D3-D28E-E15C-E937FAE76A9E}"/>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ja-JP" altLang="en-US" sz="2100" b="1">
                <a:solidFill>
                  <a:srgbClr val="1F2937"/>
                </a:solidFill>
                <a:latin typeface="Meiryo UI"/>
                <a:ea typeface="Meiryo UI"/>
                <a:cs typeface="Meiryo UI"/>
              </a:rPr>
              <a:t>ブラウザから</a:t>
            </a:r>
            <a:r>
              <a:rPr lang="en-US" altLang="ja-JP" sz="2100" b="1" dirty="0">
                <a:solidFill>
                  <a:srgbClr val="1F2937"/>
                </a:solidFill>
                <a:latin typeface="Meiryo UI"/>
                <a:ea typeface="Meiryo UI"/>
                <a:cs typeface="Meiryo UI"/>
              </a:rPr>
              <a:t> Azure VM </a:t>
            </a:r>
            <a:r>
              <a:rPr lang="ja-JP" altLang="en-US" sz="2100" b="1">
                <a:solidFill>
                  <a:srgbClr val="1F2937"/>
                </a:solidFill>
                <a:latin typeface="Meiryo UI"/>
                <a:ea typeface="Meiryo UI"/>
                <a:cs typeface="Meiryo UI"/>
              </a:rPr>
              <a:t>にパケットが届くまで</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4B42CE64-855E-126E-B44F-48A09B5233B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A812AE5B-7235-A70A-C9C2-FEB72961B688}"/>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09</a:t>
            </a:r>
          </a:p>
        </p:txBody>
      </p:sp>
      <p:sp>
        <p:nvSpPr>
          <p:cNvPr id="4" name="正方形/長方形 3">
            <a:extLst>
              <a:ext uri="{FF2B5EF4-FFF2-40B4-BE49-F238E27FC236}">
                <a16:creationId xmlns:a16="http://schemas.microsoft.com/office/drawing/2014/main" id="{3AA0FF8F-196F-2727-878D-3EDE62F2170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70ABC2B-F6C5-90AF-58EE-F307033A900C}"/>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dirty="0">
                <a:solidFill>
                  <a:srgbClr val="344054"/>
                </a:solidFill>
                <a:latin typeface="Yu Gothic UI"/>
                <a:ea typeface="Yu Gothic UI"/>
                <a:cs typeface="Yu Gothic UI"/>
              </a:rPr>
              <a:t>Private IP </a:t>
            </a:r>
            <a:r>
              <a:rPr sz="1163" b="0" dirty="0" err="1">
                <a:solidFill>
                  <a:srgbClr val="344054"/>
                </a:solidFill>
                <a:latin typeface="Yu Gothic UI"/>
                <a:ea typeface="Yu Gothic UI"/>
                <a:cs typeface="Yu Gothic UI"/>
              </a:rPr>
              <a:t>は</a:t>
            </a:r>
            <a:r>
              <a:rPr sz="1163" b="0" dirty="0">
                <a:solidFill>
                  <a:srgbClr val="344054"/>
                </a:solidFill>
                <a:latin typeface="Yu Gothic UI"/>
                <a:ea typeface="Yu Gothic UI"/>
                <a:cs typeface="Yu Gothic UI"/>
              </a:rPr>
              <a:t> </a:t>
            </a:r>
            <a:r>
              <a:rPr sz="1163" b="0" dirty="0" err="1">
                <a:solidFill>
                  <a:srgbClr val="344054"/>
                </a:solidFill>
                <a:latin typeface="Yu Gothic UI"/>
                <a:ea typeface="Yu Gothic UI"/>
                <a:cs typeface="Yu Gothic UI"/>
              </a:rPr>
              <a:t>VNet</a:t>
            </a:r>
            <a:r>
              <a:rPr sz="1163" b="0" dirty="0">
                <a:solidFill>
                  <a:srgbClr val="344054"/>
                </a:solidFill>
                <a:latin typeface="Yu Gothic UI"/>
                <a:ea typeface="Yu Gothic UI"/>
                <a:cs typeface="Yu Gothic UI"/>
              </a:rPr>
              <a:t> </a:t>
            </a:r>
            <a:r>
              <a:rPr sz="1163" b="0" dirty="0" err="1">
                <a:solidFill>
                  <a:srgbClr val="344054"/>
                </a:solidFill>
                <a:latin typeface="Yu Gothic UI"/>
                <a:ea typeface="Yu Gothic UI"/>
                <a:cs typeface="Yu Gothic UI"/>
              </a:rPr>
              <a:t>内の住所、Public</a:t>
            </a:r>
            <a:r>
              <a:rPr sz="1163" b="0" dirty="0">
                <a:solidFill>
                  <a:srgbClr val="344054"/>
                </a:solidFill>
                <a:latin typeface="Yu Gothic UI"/>
                <a:ea typeface="Yu Gothic UI"/>
                <a:cs typeface="Yu Gothic UI"/>
              </a:rPr>
              <a:t> IP </a:t>
            </a:r>
            <a:r>
              <a:rPr sz="1163" b="0" dirty="0" err="1">
                <a:solidFill>
                  <a:srgbClr val="344054"/>
                </a:solidFill>
                <a:latin typeface="Yu Gothic UI"/>
                <a:ea typeface="Yu Gothic UI"/>
                <a:cs typeface="Yu Gothic UI"/>
              </a:rPr>
              <a:t>はインターネット側からアクセスするための宛先です</a:t>
            </a:r>
            <a:r>
              <a:rPr sz="1163" b="0" dirty="0">
                <a:solidFill>
                  <a:srgbClr val="344054"/>
                </a:solidFill>
                <a:latin typeface="Yu Gothic UI"/>
                <a:ea typeface="Yu Gothic UI"/>
                <a:cs typeface="Yu Gothic UI"/>
              </a:rPr>
              <a:t>。</a:t>
            </a:r>
          </a:p>
        </p:txBody>
      </p:sp>
      <p:sp>
        <p:nvSpPr>
          <p:cNvPr id="17" name="正方形/長方形 16">
            <a:extLst>
              <a:ext uri="{FF2B5EF4-FFF2-40B4-BE49-F238E27FC236}">
                <a16:creationId xmlns:a16="http://schemas.microsoft.com/office/drawing/2014/main" id="{201B207D-DA86-CD1D-51C9-0D03127524E1}"/>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9 / 46</a:t>
            </a:r>
          </a:p>
        </p:txBody>
      </p:sp>
      <p:sp>
        <p:nvSpPr>
          <p:cNvPr id="19" name="角丸四角形 18">
            <a:extLst>
              <a:ext uri="{FF2B5EF4-FFF2-40B4-BE49-F238E27FC236}">
                <a16:creationId xmlns:a16="http://schemas.microsoft.com/office/drawing/2014/main" id="{A77E3520-4776-9FF7-3205-9B3CF26F84B9}"/>
              </a:ext>
            </a:extLst>
          </p:cNvPr>
          <p:cNvSpPr/>
          <p:nvPr/>
        </p:nvSpPr>
        <p:spPr>
          <a:xfrm>
            <a:off x="923001" y="2043112"/>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0" name="グラフィックス 19">
            <a:extLst>
              <a:ext uri="{FF2B5EF4-FFF2-40B4-BE49-F238E27FC236}">
                <a16:creationId xmlns:a16="http://schemas.microsoft.com/office/drawing/2014/main" id="{803383B1-C524-2079-130E-560059DE06D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81436" y="1914153"/>
            <a:ext cx="462764" cy="462764"/>
          </a:xfrm>
          <a:prstGeom prst="rect">
            <a:avLst/>
          </a:prstGeom>
        </p:spPr>
      </p:pic>
      <p:pic>
        <p:nvPicPr>
          <p:cNvPr id="21" name="グラフィックス 20">
            <a:extLst>
              <a:ext uri="{FF2B5EF4-FFF2-40B4-BE49-F238E27FC236}">
                <a16:creationId xmlns:a16="http://schemas.microsoft.com/office/drawing/2014/main" id="{CC3651F6-D97E-52A4-1A1E-8E319945763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3331" y="1974199"/>
            <a:ext cx="308694" cy="308694"/>
          </a:xfrm>
          <a:prstGeom prst="rect">
            <a:avLst/>
          </a:prstGeom>
        </p:spPr>
      </p:pic>
      <p:pic>
        <p:nvPicPr>
          <p:cNvPr id="22" name="グラフィックス 21">
            <a:extLst>
              <a:ext uri="{FF2B5EF4-FFF2-40B4-BE49-F238E27FC236}">
                <a16:creationId xmlns:a16="http://schemas.microsoft.com/office/drawing/2014/main" id="{9EF3C3DF-8D24-B3D3-3934-4AF27DCF37D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84855" y="2029831"/>
            <a:ext cx="231218" cy="231218"/>
          </a:xfrm>
          <a:prstGeom prst="rect">
            <a:avLst/>
          </a:prstGeom>
        </p:spPr>
      </p:pic>
      <p:sp>
        <p:nvSpPr>
          <p:cNvPr id="23" name="テキスト ボックス 22">
            <a:extLst>
              <a:ext uri="{FF2B5EF4-FFF2-40B4-BE49-F238E27FC236}">
                <a16:creationId xmlns:a16="http://schemas.microsoft.com/office/drawing/2014/main" id="{50D22D94-F50E-858E-6D19-B492C502CF81}"/>
              </a:ext>
            </a:extLst>
          </p:cNvPr>
          <p:cNvSpPr txBox="1"/>
          <p:nvPr/>
        </p:nvSpPr>
        <p:spPr>
          <a:xfrm>
            <a:off x="923000" y="2175686"/>
            <a:ext cx="1081549" cy="307777"/>
          </a:xfrm>
          <a:prstGeom prst="rect">
            <a:avLst/>
          </a:prstGeom>
          <a:noFill/>
        </p:spPr>
        <p:txBody>
          <a:bodyPr wrap="square" rtlCol="0">
            <a:spAutoFit/>
          </a:body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ブラウザ</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a:t>
            </a:r>
          </a:p>
        </p:txBody>
      </p:sp>
      <p:pic>
        <p:nvPicPr>
          <p:cNvPr id="24" name="グラフィックス 23">
            <a:extLst>
              <a:ext uri="{FF2B5EF4-FFF2-40B4-BE49-F238E27FC236}">
                <a16:creationId xmlns:a16="http://schemas.microsoft.com/office/drawing/2014/main" id="{0E4E51DF-24FF-3A10-6867-49DBBFBD731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7852" y="1959010"/>
            <a:ext cx="339071" cy="339071"/>
          </a:xfrm>
          <a:prstGeom prst="rect">
            <a:avLst/>
          </a:prstGeom>
        </p:spPr>
      </p:pic>
      <p:sp>
        <p:nvSpPr>
          <p:cNvPr id="25" name="テキスト ボックス 24">
            <a:extLst>
              <a:ext uri="{FF2B5EF4-FFF2-40B4-BE49-F238E27FC236}">
                <a16:creationId xmlns:a16="http://schemas.microsoft.com/office/drawing/2014/main" id="{B5031202-91F6-460A-96A3-7C3716D4232B}"/>
              </a:ext>
            </a:extLst>
          </p:cNvPr>
          <p:cNvSpPr txBox="1"/>
          <p:nvPr/>
        </p:nvSpPr>
        <p:spPr>
          <a:xfrm>
            <a:off x="6349488" y="2296872"/>
            <a:ext cx="1807292"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Public IP/</a:t>
            </a:r>
            <a:r>
              <a:rPr kumimoji="1" lang="en-US" altLang="ja-JP" sz="1600" dirty="0" err="1">
                <a:solidFill>
                  <a:schemeClr val="tx1">
                    <a:lumMod val="75000"/>
                    <a:lumOff val="25000"/>
                  </a:schemeClr>
                </a:solidFill>
                <a:latin typeface="Yu Gothic UI" panose="020B0500000000000000" pitchFamily="34" charset="-128"/>
                <a:ea typeface="Yu Gothic UI" panose="020B0500000000000000" pitchFamily="34" charset="-128"/>
              </a:rPr>
              <a:t>VNet</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6" name="テキスト ボックス 25">
            <a:extLst>
              <a:ext uri="{FF2B5EF4-FFF2-40B4-BE49-F238E27FC236}">
                <a16:creationId xmlns:a16="http://schemas.microsoft.com/office/drawing/2014/main" id="{6E1FD1EE-E2CE-0060-D1EB-938FEE383314}"/>
              </a:ext>
            </a:extLst>
          </p:cNvPr>
          <p:cNvSpPr txBox="1"/>
          <p:nvPr/>
        </p:nvSpPr>
        <p:spPr>
          <a:xfrm>
            <a:off x="9202377" y="2321202"/>
            <a:ext cx="1951091"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NIC/Private IP/VM</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7" name="角丸四角形 26">
            <a:extLst>
              <a:ext uri="{FF2B5EF4-FFF2-40B4-BE49-F238E27FC236}">
                <a16:creationId xmlns:a16="http://schemas.microsoft.com/office/drawing/2014/main" id="{2356011C-5CBB-EDB9-BB26-5F50B78EB522}"/>
              </a:ext>
            </a:extLst>
          </p:cNvPr>
          <p:cNvSpPr/>
          <p:nvPr/>
        </p:nvSpPr>
        <p:spPr>
          <a:xfrm>
            <a:off x="3764525" y="2051485"/>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9E00160D-8332-3A21-2243-C8F303A01C82}"/>
              </a:ext>
            </a:extLst>
          </p:cNvPr>
          <p:cNvSpPr txBox="1"/>
          <p:nvPr/>
        </p:nvSpPr>
        <p:spPr>
          <a:xfrm>
            <a:off x="3824682" y="2144910"/>
            <a:ext cx="931729"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DNS</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30" name="直線コネクタ 29">
            <a:extLst>
              <a:ext uri="{FF2B5EF4-FFF2-40B4-BE49-F238E27FC236}">
                <a16:creationId xmlns:a16="http://schemas.microsoft.com/office/drawing/2014/main" id="{C68A0046-CAF9-BC54-D979-CBD1E59E8C29}"/>
              </a:ext>
            </a:extLst>
          </p:cNvPr>
          <p:cNvCxnSpPr>
            <a:stCxn id="19" idx="2"/>
          </p:cNvCxnSpPr>
          <p:nvPr/>
        </p:nvCxnSpPr>
        <p:spPr>
          <a:xfrm flipH="1">
            <a:off x="1425677" y="2599293"/>
            <a:ext cx="0" cy="3934857"/>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9E73E6AF-E4EC-E351-391D-7371CF464EF7}"/>
              </a:ext>
            </a:extLst>
          </p:cNvPr>
          <p:cNvCxnSpPr/>
          <p:nvPr/>
        </p:nvCxnSpPr>
        <p:spPr>
          <a:xfrm flipH="1">
            <a:off x="4305300" y="2599293"/>
            <a:ext cx="0" cy="3934857"/>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3F652100-6FA9-56DF-E7FF-4A7133B2DD81}"/>
              </a:ext>
            </a:extLst>
          </p:cNvPr>
          <p:cNvCxnSpPr/>
          <p:nvPr/>
        </p:nvCxnSpPr>
        <p:spPr>
          <a:xfrm flipH="1">
            <a:off x="7269725" y="2599293"/>
            <a:ext cx="0" cy="3934857"/>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D94BA043-BAA9-5EC1-1B2C-7AB9004E25B4}"/>
              </a:ext>
            </a:extLst>
          </p:cNvPr>
          <p:cNvCxnSpPr/>
          <p:nvPr/>
        </p:nvCxnSpPr>
        <p:spPr>
          <a:xfrm flipH="1">
            <a:off x="10411132" y="2635426"/>
            <a:ext cx="0" cy="3934857"/>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BB21CBC5-A905-76F0-CE86-BD039DE32073}"/>
              </a:ext>
            </a:extLst>
          </p:cNvPr>
          <p:cNvCxnSpPr/>
          <p:nvPr/>
        </p:nvCxnSpPr>
        <p:spPr>
          <a:xfrm>
            <a:off x="1504335" y="2871019"/>
            <a:ext cx="26547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67D9501F-F692-454D-F01F-AB68431A9A95}"/>
              </a:ext>
            </a:extLst>
          </p:cNvPr>
          <p:cNvSpPr txBox="1"/>
          <p:nvPr/>
        </p:nvSpPr>
        <p:spPr>
          <a:xfrm>
            <a:off x="2159407" y="2431702"/>
            <a:ext cx="1415845" cy="461665"/>
          </a:xfrm>
          <a:prstGeom prst="rect">
            <a:avLst/>
          </a:prstGeom>
          <a:noFill/>
        </p:spPr>
        <p:txBody>
          <a:bodyPr wrap="square" rtlCol="0">
            <a:spAutoFit/>
          </a:bodyPr>
          <a:lstStyle/>
          <a:p>
            <a:r>
              <a:rPr kumimoji="1" lang="en-US" altLang="ja-JP" sz="1200" dirty="0" err="1">
                <a:latin typeface="Yu Gothic UI" panose="020B0500000000000000" pitchFamily="34" charset="-128"/>
                <a:ea typeface="Yu Gothic UI" panose="020B0500000000000000" pitchFamily="34" charset="-128"/>
              </a:rPr>
              <a:t>aaa.example.com</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の</a:t>
            </a:r>
            <a:r>
              <a:rPr kumimoji="1" lang="en-US" altLang="ja-JP" sz="1200" dirty="0">
                <a:latin typeface="Yu Gothic UI" panose="020B0500000000000000" pitchFamily="34" charset="-128"/>
                <a:ea typeface="Yu Gothic UI" panose="020B0500000000000000" pitchFamily="34" charset="-128"/>
              </a:rPr>
              <a:t> IP </a:t>
            </a:r>
            <a:r>
              <a:rPr kumimoji="1" lang="ja-JP" altLang="en-US" sz="1200">
                <a:latin typeface="Yu Gothic UI" panose="020B0500000000000000" pitchFamily="34" charset="-128"/>
                <a:ea typeface="Yu Gothic UI" panose="020B0500000000000000" pitchFamily="34" charset="-128"/>
              </a:rPr>
              <a:t>アドレスは</a:t>
            </a:r>
            <a:r>
              <a:rPr kumimoji="1" lang="en-US" altLang="ja-JP" sz="1200" dirty="0">
                <a:latin typeface="Yu Gothic UI" panose="020B0500000000000000" pitchFamily="34" charset="-128"/>
                <a:ea typeface="Yu Gothic UI" panose="020B0500000000000000" pitchFamily="34" charset="-128"/>
              </a:rPr>
              <a:t> ?</a:t>
            </a:r>
            <a:endParaRPr kumimoji="1" lang="ja-JP" altLang="en-US" sz="1200">
              <a:latin typeface="Yu Gothic UI" panose="020B0500000000000000" pitchFamily="34" charset="-128"/>
              <a:ea typeface="Yu Gothic UI" panose="020B0500000000000000" pitchFamily="34" charset="-128"/>
            </a:endParaRPr>
          </a:p>
        </p:txBody>
      </p:sp>
      <p:cxnSp>
        <p:nvCxnSpPr>
          <p:cNvPr id="37" name="直線矢印コネクタ 36">
            <a:extLst>
              <a:ext uri="{FF2B5EF4-FFF2-40B4-BE49-F238E27FC236}">
                <a16:creationId xmlns:a16="http://schemas.microsoft.com/office/drawing/2014/main" id="{79050377-B4C0-5C94-1C08-FD8B32C61D16}"/>
              </a:ext>
            </a:extLst>
          </p:cNvPr>
          <p:cNvCxnSpPr>
            <a:cxnSpLocks/>
          </p:cNvCxnSpPr>
          <p:nvPr/>
        </p:nvCxnSpPr>
        <p:spPr>
          <a:xfrm flipH="1">
            <a:off x="1516011" y="3429000"/>
            <a:ext cx="26430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C63A0A39-4A40-0199-36D4-7D847A29A7EE}"/>
              </a:ext>
            </a:extLst>
          </p:cNvPr>
          <p:cNvSpPr txBox="1"/>
          <p:nvPr/>
        </p:nvSpPr>
        <p:spPr>
          <a:xfrm>
            <a:off x="2140364" y="3055685"/>
            <a:ext cx="1640754" cy="276999"/>
          </a:xfrm>
          <a:prstGeom prst="rect">
            <a:avLst/>
          </a:prstGeom>
          <a:noFill/>
        </p:spPr>
        <p:txBody>
          <a:bodyPr wrap="square" rtlCol="0">
            <a:spAutoFit/>
          </a:bodyPr>
          <a:lstStyle/>
          <a:p>
            <a:r>
              <a:rPr kumimoji="1" lang="en-US" altLang="ja-JP" sz="1200" dirty="0" err="1">
                <a:latin typeface="Yu Gothic UI" panose="020B0500000000000000" pitchFamily="34" charset="-128"/>
                <a:ea typeface="Yu Gothic UI" panose="020B0500000000000000" pitchFamily="34" charset="-128"/>
              </a:rPr>
              <a:t>a.a.a.a</a:t>
            </a:r>
            <a:r>
              <a:rPr kumimoji="1" lang="en-US" altLang="ja-JP" sz="1200" dirty="0">
                <a:latin typeface="Yu Gothic UI" panose="020B0500000000000000" pitchFamily="34" charset="-128"/>
                <a:ea typeface="Yu Gothic UI" panose="020B0500000000000000" pitchFamily="34" charset="-128"/>
              </a:rPr>
              <a:t> (Public IP) </a:t>
            </a:r>
            <a:r>
              <a:rPr kumimoji="1" lang="ja-JP" altLang="en-US" sz="1200">
                <a:latin typeface="Yu Gothic UI" panose="020B0500000000000000" pitchFamily="34" charset="-128"/>
                <a:ea typeface="Yu Gothic UI" panose="020B0500000000000000" pitchFamily="34" charset="-128"/>
              </a:rPr>
              <a:t>だよ</a:t>
            </a:r>
          </a:p>
        </p:txBody>
      </p:sp>
      <p:cxnSp>
        <p:nvCxnSpPr>
          <p:cNvPr id="41" name="直線矢印コネクタ 40">
            <a:extLst>
              <a:ext uri="{FF2B5EF4-FFF2-40B4-BE49-F238E27FC236}">
                <a16:creationId xmlns:a16="http://schemas.microsoft.com/office/drawing/2014/main" id="{C515FF45-76C5-2368-BE53-AADDF764676D}"/>
              </a:ext>
            </a:extLst>
          </p:cNvPr>
          <p:cNvCxnSpPr>
            <a:cxnSpLocks/>
          </p:cNvCxnSpPr>
          <p:nvPr/>
        </p:nvCxnSpPr>
        <p:spPr>
          <a:xfrm>
            <a:off x="1539974" y="3996812"/>
            <a:ext cx="56120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75D0DAFE-09D6-947A-0059-0AD8D0A7AF20}"/>
              </a:ext>
            </a:extLst>
          </p:cNvPr>
          <p:cNvSpPr txBox="1"/>
          <p:nvPr/>
        </p:nvSpPr>
        <p:spPr>
          <a:xfrm>
            <a:off x="2140363" y="3680921"/>
            <a:ext cx="1831863" cy="276999"/>
          </a:xfrm>
          <a:prstGeom prst="rect">
            <a:avLst/>
          </a:prstGeom>
          <a:noFill/>
        </p:spPr>
        <p:txBody>
          <a:bodyPr wrap="square" rtlCol="0">
            <a:spAutoFit/>
          </a:bodyPr>
          <a:lstStyle/>
          <a:p>
            <a:r>
              <a:rPr kumimoji="1" lang="en-US" altLang="ja-JP" sz="1200" dirty="0" err="1">
                <a:latin typeface="Yu Gothic UI" panose="020B0500000000000000" pitchFamily="34" charset="-128"/>
                <a:ea typeface="Yu Gothic UI" panose="020B0500000000000000" pitchFamily="34" charset="-128"/>
              </a:rPr>
              <a:t>a.a.a.a</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宛にパケットを送信</a:t>
            </a:r>
          </a:p>
        </p:txBody>
      </p:sp>
      <p:cxnSp>
        <p:nvCxnSpPr>
          <p:cNvPr id="44" name="直線矢印コネクタ 43">
            <a:extLst>
              <a:ext uri="{FF2B5EF4-FFF2-40B4-BE49-F238E27FC236}">
                <a16:creationId xmlns:a16="http://schemas.microsoft.com/office/drawing/2014/main" id="{9A81578C-BEA8-84CC-4678-271283DEC19B}"/>
              </a:ext>
            </a:extLst>
          </p:cNvPr>
          <p:cNvCxnSpPr>
            <a:cxnSpLocks/>
          </p:cNvCxnSpPr>
          <p:nvPr/>
        </p:nvCxnSpPr>
        <p:spPr>
          <a:xfrm>
            <a:off x="7354526" y="4532670"/>
            <a:ext cx="29269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E288EC6C-646D-2FF0-4B7D-DCC6BEFFB363}"/>
              </a:ext>
            </a:extLst>
          </p:cNvPr>
          <p:cNvSpPr txBox="1"/>
          <p:nvPr/>
        </p:nvSpPr>
        <p:spPr>
          <a:xfrm>
            <a:off x="7745997" y="3661335"/>
            <a:ext cx="2259258" cy="830997"/>
          </a:xfrm>
          <a:prstGeom prst="rect">
            <a:avLst/>
          </a:prstGeom>
          <a:noFill/>
        </p:spPr>
        <p:txBody>
          <a:bodyPr wrap="square" rtlCol="0">
            <a:spAutoFit/>
          </a:bodyPr>
          <a:lstStyle/>
          <a:p>
            <a:r>
              <a:rPr kumimoji="1" lang="en-US" altLang="ja-JP" sz="1200" dirty="0" err="1">
                <a:latin typeface="Yu Gothic UI" panose="020B0500000000000000" pitchFamily="34" charset="-128"/>
                <a:ea typeface="Yu Gothic UI" panose="020B0500000000000000" pitchFamily="34" charset="-128"/>
              </a:rPr>
              <a:t>a.a.a.a</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の</a:t>
            </a:r>
            <a:r>
              <a:rPr kumimoji="1" lang="en-US" altLang="ja-JP" sz="1200" dirty="0">
                <a:latin typeface="Yu Gothic UI" panose="020B0500000000000000" pitchFamily="34" charset="-128"/>
                <a:ea typeface="Yu Gothic UI" panose="020B0500000000000000" pitchFamily="34" charset="-128"/>
              </a:rPr>
              <a:t> Public IP </a:t>
            </a:r>
            <a:r>
              <a:rPr kumimoji="1" lang="ja-JP" altLang="en-US" sz="1200">
                <a:latin typeface="Yu Gothic UI" panose="020B0500000000000000" pitchFamily="34" charset="-128"/>
                <a:ea typeface="Yu Gothic UI" panose="020B0500000000000000" pitchFamily="34" charset="-128"/>
              </a:rPr>
              <a:t>が紐付けられている</a:t>
            </a:r>
            <a:r>
              <a:rPr kumimoji="1" lang="en-US" altLang="ja-JP" sz="1200" dirty="0">
                <a:latin typeface="Yu Gothic UI" panose="020B0500000000000000" pitchFamily="34" charset="-128"/>
                <a:ea typeface="Yu Gothic UI" panose="020B0500000000000000" pitchFamily="34" charset="-128"/>
              </a:rPr>
              <a:t> NIC </a:t>
            </a:r>
            <a:r>
              <a:rPr kumimoji="1" lang="ja-JP" altLang="en-US" sz="1200">
                <a:latin typeface="Yu Gothic UI" panose="020B0500000000000000" pitchFamily="34" charset="-128"/>
                <a:ea typeface="Yu Gothic UI" panose="020B0500000000000000" pitchFamily="34" charset="-128"/>
              </a:rPr>
              <a:t>のプライベート</a:t>
            </a:r>
            <a:r>
              <a:rPr kumimoji="1" lang="en-US" altLang="ja-JP" sz="1200" dirty="0">
                <a:latin typeface="Yu Gothic UI" panose="020B0500000000000000" pitchFamily="34" charset="-128"/>
                <a:ea typeface="Yu Gothic UI" panose="020B0500000000000000" pitchFamily="34" charset="-128"/>
              </a:rPr>
              <a:t> IP </a:t>
            </a:r>
            <a:r>
              <a:rPr kumimoji="1" lang="ja-JP" altLang="en-US" sz="1200">
                <a:latin typeface="Yu Gothic UI" panose="020B0500000000000000" pitchFamily="34" charset="-128"/>
                <a:ea typeface="Yu Gothic UI" panose="020B0500000000000000" pitchFamily="34" charset="-128"/>
              </a:rPr>
              <a:t>である</a:t>
            </a:r>
            <a:r>
              <a:rPr kumimoji="1" lang="en-US" altLang="ja-JP" sz="1200" dirty="0">
                <a:latin typeface="Yu Gothic UI" panose="020B0500000000000000" pitchFamily="34" charset="-128"/>
                <a:ea typeface="Yu Gothic UI" panose="020B0500000000000000" pitchFamily="34" charset="-128"/>
              </a:rPr>
              <a:t> </a:t>
            </a:r>
            <a:r>
              <a:rPr kumimoji="1" lang="en-US" altLang="ja-JP" sz="1200" dirty="0" err="1">
                <a:latin typeface="Yu Gothic UI" panose="020B0500000000000000" pitchFamily="34" charset="-128"/>
                <a:ea typeface="Yu Gothic UI" panose="020B0500000000000000" pitchFamily="34" charset="-128"/>
              </a:rPr>
              <a:t>b.b.b.b</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に宛先を変換してパケットを転送</a:t>
            </a:r>
          </a:p>
        </p:txBody>
      </p:sp>
      <p:cxnSp>
        <p:nvCxnSpPr>
          <p:cNvPr id="47" name="直線矢印コネクタ 46">
            <a:extLst>
              <a:ext uri="{FF2B5EF4-FFF2-40B4-BE49-F238E27FC236}">
                <a16:creationId xmlns:a16="http://schemas.microsoft.com/office/drawing/2014/main" id="{4E7AEE98-DA6B-F773-1F17-BBA162B2B283}"/>
              </a:ext>
            </a:extLst>
          </p:cNvPr>
          <p:cNvCxnSpPr>
            <a:cxnSpLocks/>
          </p:cNvCxnSpPr>
          <p:nvPr/>
        </p:nvCxnSpPr>
        <p:spPr>
          <a:xfrm flipH="1">
            <a:off x="7387426" y="5191432"/>
            <a:ext cx="28940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A930940-5C04-F7EC-547F-F75DC95B3634}"/>
              </a:ext>
            </a:extLst>
          </p:cNvPr>
          <p:cNvSpPr txBox="1"/>
          <p:nvPr/>
        </p:nvSpPr>
        <p:spPr>
          <a:xfrm>
            <a:off x="7745997" y="4701580"/>
            <a:ext cx="2259258" cy="461665"/>
          </a:xfrm>
          <a:prstGeom prst="rect">
            <a:avLst/>
          </a:prstGeom>
          <a:noFill/>
        </p:spPr>
        <p:txBody>
          <a:bodyPr wrap="square" rtlCol="0">
            <a:spAutoFit/>
          </a:bodyPr>
          <a:lstStyle/>
          <a:p>
            <a:r>
              <a:rPr kumimoji="1" lang="ja-JP" altLang="en-US" sz="1200">
                <a:latin typeface="Yu Gothic UI" panose="020B0500000000000000" pitchFamily="34" charset="-128"/>
                <a:ea typeface="Yu Gothic UI" panose="020B0500000000000000" pitchFamily="34" charset="-128"/>
              </a:rPr>
              <a:t>送信元を</a:t>
            </a:r>
            <a:r>
              <a:rPr kumimoji="1" lang="en-US" altLang="ja-JP" sz="1200" dirty="0">
                <a:latin typeface="Yu Gothic UI" panose="020B0500000000000000" pitchFamily="34" charset="-128"/>
                <a:ea typeface="Yu Gothic UI" panose="020B0500000000000000" pitchFamily="34" charset="-128"/>
              </a:rPr>
              <a:t> </a:t>
            </a:r>
            <a:r>
              <a:rPr kumimoji="1" lang="en-US" altLang="ja-JP" sz="1200" dirty="0" err="1">
                <a:latin typeface="Yu Gothic UI" panose="020B0500000000000000" pitchFamily="34" charset="-128"/>
                <a:ea typeface="Yu Gothic UI" panose="020B0500000000000000" pitchFamily="34" charset="-128"/>
              </a:rPr>
              <a:t>b.b.b.b</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としてブラウザの送信元</a:t>
            </a:r>
            <a:r>
              <a:rPr kumimoji="1" lang="en-US" altLang="ja-JP" sz="1200" dirty="0">
                <a:latin typeface="Yu Gothic UI" panose="020B0500000000000000" pitchFamily="34" charset="-128"/>
                <a:ea typeface="Yu Gothic UI" panose="020B0500000000000000" pitchFamily="34" charset="-128"/>
              </a:rPr>
              <a:t> IP </a:t>
            </a:r>
            <a:r>
              <a:rPr kumimoji="1" lang="ja-JP" altLang="en-US" sz="1200">
                <a:latin typeface="Yu Gothic UI" panose="020B0500000000000000" pitchFamily="34" charset="-128"/>
                <a:ea typeface="Yu Gothic UI" panose="020B0500000000000000" pitchFamily="34" charset="-128"/>
              </a:rPr>
              <a:t>を宛先にパケットを応答</a:t>
            </a:r>
          </a:p>
        </p:txBody>
      </p:sp>
      <p:cxnSp>
        <p:nvCxnSpPr>
          <p:cNvPr id="51" name="直線矢印コネクタ 50">
            <a:extLst>
              <a:ext uri="{FF2B5EF4-FFF2-40B4-BE49-F238E27FC236}">
                <a16:creationId xmlns:a16="http://schemas.microsoft.com/office/drawing/2014/main" id="{C89F95ED-FB6A-6D2A-F739-FE1FB770112B}"/>
              </a:ext>
            </a:extLst>
          </p:cNvPr>
          <p:cNvCxnSpPr>
            <a:cxnSpLocks/>
          </p:cNvCxnSpPr>
          <p:nvPr/>
        </p:nvCxnSpPr>
        <p:spPr>
          <a:xfrm flipH="1">
            <a:off x="1504335" y="5992761"/>
            <a:ext cx="56476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479CBCE2-590D-5D3F-4A22-B72069022752}"/>
              </a:ext>
            </a:extLst>
          </p:cNvPr>
          <p:cNvSpPr txBox="1"/>
          <p:nvPr/>
        </p:nvSpPr>
        <p:spPr>
          <a:xfrm>
            <a:off x="4638375" y="5293960"/>
            <a:ext cx="2259258" cy="646331"/>
          </a:xfrm>
          <a:prstGeom prst="rect">
            <a:avLst/>
          </a:prstGeom>
          <a:noFill/>
        </p:spPr>
        <p:txBody>
          <a:bodyPr wrap="square" rtlCol="0">
            <a:spAutoFit/>
          </a:bodyPr>
          <a:lstStyle/>
          <a:p>
            <a:r>
              <a:rPr kumimoji="1" lang="ja-JP" altLang="en-US" sz="1200">
                <a:latin typeface="Yu Gothic UI" panose="020B0500000000000000" pitchFamily="34" charset="-128"/>
                <a:ea typeface="Yu Gothic UI" panose="020B0500000000000000" pitchFamily="34" charset="-128"/>
              </a:rPr>
              <a:t>送信元を</a:t>
            </a:r>
            <a:r>
              <a:rPr kumimoji="1" lang="en-US" altLang="ja-JP" sz="1200" dirty="0">
                <a:latin typeface="Yu Gothic UI" panose="020B0500000000000000" pitchFamily="34" charset="-128"/>
                <a:ea typeface="Yu Gothic UI" panose="020B0500000000000000" pitchFamily="34" charset="-128"/>
              </a:rPr>
              <a:t> </a:t>
            </a:r>
            <a:r>
              <a:rPr kumimoji="1" lang="en-US" altLang="ja-JP" sz="1200" dirty="0" err="1">
                <a:latin typeface="Yu Gothic UI" panose="020B0500000000000000" pitchFamily="34" charset="-128"/>
                <a:ea typeface="Yu Gothic UI" panose="020B0500000000000000" pitchFamily="34" charset="-128"/>
              </a:rPr>
              <a:t>a.a.a.a</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に変換してブラウザの送信元</a:t>
            </a:r>
            <a:r>
              <a:rPr kumimoji="1" lang="en-US" altLang="ja-JP" sz="1200" dirty="0">
                <a:latin typeface="Yu Gothic UI" panose="020B0500000000000000" pitchFamily="34" charset="-128"/>
                <a:ea typeface="Yu Gothic UI" panose="020B0500000000000000" pitchFamily="34" charset="-128"/>
              </a:rPr>
              <a:t> IP </a:t>
            </a:r>
            <a:r>
              <a:rPr kumimoji="1" lang="ja-JP" altLang="en-US" sz="1200">
                <a:latin typeface="Yu Gothic UI" panose="020B0500000000000000" pitchFamily="34" charset="-128"/>
                <a:ea typeface="Yu Gothic UI" panose="020B0500000000000000" pitchFamily="34" charset="-128"/>
              </a:rPr>
              <a:t>を宛先にパケットを転送</a:t>
            </a:r>
          </a:p>
        </p:txBody>
      </p:sp>
    </p:spTree>
    <p:extLst>
      <p:ext uri="{BB962C8B-B14F-4D97-AF65-F5344CB8AC3E}">
        <p14:creationId xmlns:p14="http://schemas.microsoft.com/office/powerpoint/2010/main" val="28907070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4AC06B83-353B-41E3-A957-69E1348E224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VNet とサブネット</a:t>
            </a:r>
          </a:p>
        </p:txBody>
      </p:sp>
      <p:sp>
        <p:nvSpPr>
          <p:cNvPr id="2" name="正方形/長方形 1">
            <a:extLst>
              <a:ext uri="{FF2B5EF4-FFF2-40B4-BE49-F238E27FC236}">
                <a16:creationId xmlns:a16="http://schemas.microsoft.com/office/drawing/2014/main" id="{EB78FDDA-912F-4DE6-8A38-CFC39761223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699006A2-227D-45DF-BB26-7E29D97EBFC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3" name="コンテンツ プレースホルダー 2">
            <a:extLst>
              <a:ext uri="{FF2B5EF4-FFF2-40B4-BE49-F238E27FC236}">
                <a16:creationId xmlns:a16="http://schemas.microsoft.com/office/drawing/2014/main" id="{B8C582BD-6FCE-E913-2DDE-5FCD82C5DDF6}"/>
              </a:ext>
            </a:extLst>
          </p:cNvPr>
          <p:cNvSpPr txBox="1">
            <a:spLocks/>
          </p:cNvSpPr>
          <p:nvPr/>
        </p:nvSpPr>
        <p:spPr>
          <a:xfrm>
            <a:off x="459990" y="1362249"/>
            <a:ext cx="11558370" cy="173916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Wingdings" pitchFamily="2" charset="2"/>
              <a:buChar char="n"/>
              <a:defRPr kumimoji="1" sz="2400" kern="1200" baseline="0">
                <a:solidFill>
                  <a:schemeClr val="tx1"/>
                </a:solidFill>
                <a:latin typeface="+mn-ea"/>
                <a:ea typeface="+mn-ea"/>
                <a:cs typeface="+mn-cs"/>
              </a:defRPr>
            </a:lvl1pPr>
            <a:lvl2pPr marL="742950" indent="-285750" algn="l" defTabSz="914400" rtl="0" eaLnBrk="1" latinLnBrk="0" hangingPunct="1">
              <a:spcBef>
                <a:spcPct val="20000"/>
              </a:spcBef>
              <a:buFont typeface="Wingdings" pitchFamily="2" charset="2"/>
              <a:buChar char="Ø"/>
              <a:defRPr kumimoji="1" sz="2000" kern="1200" baseline="0">
                <a:solidFill>
                  <a:schemeClr val="tx1"/>
                </a:solidFill>
                <a:latin typeface="+mn-ea"/>
                <a:ea typeface="+mn-ea"/>
                <a:cs typeface="+mn-cs"/>
              </a:defRPr>
            </a:lvl2pPr>
            <a:lvl3pPr marL="1143000" indent="-228600" algn="l" defTabSz="914400" rtl="0" eaLnBrk="1" latinLnBrk="0" hangingPunct="1">
              <a:spcBef>
                <a:spcPct val="20000"/>
              </a:spcBef>
              <a:buFont typeface="Wingdings" pitchFamily="2" charset="2"/>
              <a:buChar char="ü"/>
              <a:defRPr kumimoji="1" sz="1800" kern="1200" baseline="0">
                <a:solidFill>
                  <a:schemeClr val="tx1"/>
                </a:solidFill>
                <a:latin typeface="+mn-ea"/>
                <a:ea typeface="+mn-ea"/>
                <a:cs typeface="+mn-cs"/>
              </a:defRPr>
            </a:lvl3pPr>
            <a:lvl4pPr marL="1600200" indent="-228600" algn="l" defTabSz="914400" rtl="0" eaLnBrk="1" latinLnBrk="0" hangingPunct="1">
              <a:spcBef>
                <a:spcPct val="20000"/>
              </a:spcBef>
              <a:buFont typeface="Arial" pitchFamily="34" charset="0"/>
              <a:buChar char="•"/>
              <a:defRPr kumimoji="1" sz="1600" kern="1200" baseline="0">
                <a:solidFill>
                  <a:schemeClr val="tx1"/>
                </a:solidFill>
                <a:latin typeface="+mn-ea"/>
                <a:ea typeface="+mn-ea"/>
                <a:cs typeface="+mn-cs"/>
              </a:defRPr>
            </a:lvl4pPr>
            <a:lvl5pPr marL="2057400" indent="-228600" algn="l" defTabSz="914400" rtl="0" eaLnBrk="1" latinLnBrk="0" hangingPunct="1">
              <a:spcBef>
                <a:spcPct val="20000"/>
              </a:spcBef>
              <a:buFont typeface="Arial" pitchFamily="34" charset="0"/>
              <a:buChar char="»"/>
              <a:defRPr kumimoji="1" sz="1400" kern="1200" baseline="0">
                <a:solidFill>
                  <a:schemeClr val="tx1"/>
                </a:solidFill>
                <a:latin typeface="+mn-ea"/>
                <a:ea typeface="+mn-ea"/>
                <a:cs typeface="+mn-cs"/>
              </a:defRPr>
            </a:lvl5pPr>
            <a:lvl6pPr marL="2514600" indent="-228600" algn="l" defTabSz="914400" rtl="0" eaLnBrk="1" latinLnBrk="0" hangingPunct="1">
              <a:spcBef>
                <a:spcPct val="20000"/>
              </a:spcBef>
              <a:buFont typeface="Arial" pitchFamily="34" charset="0"/>
              <a:buChar char="•"/>
              <a:defRPr kumimoji="1" sz="12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342900" marR="0" lvl="0" indent="-34290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en-US" altLang="ja-JP" sz="2000" b="0" i="0" u="none" strike="noStrike" kern="1200" cap="none" spc="0" normalizeH="0" baseline="0" noProof="0" dirty="0">
                <a:ln>
                  <a:noFill/>
                </a:ln>
                <a:solidFill>
                  <a:sysClr val="windowText" lastClr="000000"/>
                </a:solidFill>
                <a:effectLst/>
                <a:uLnTx/>
                <a:uFillTx/>
                <a:latin typeface="Yu Gothic UI"/>
                <a:ea typeface="Yu Gothic UI"/>
                <a:cs typeface="+mn-cs"/>
              </a:rPr>
              <a:t>Microsoft Azure </a:t>
            </a:r>
            <a:r>
              <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rPr>
              <a:t>データセンター上にプライベートなネットワークを確保</a:t>
            </a:r>
          </a:p>
          <a:p>
            <a:pPr marL="742950" marR="0" lvl="1" indent="-28575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複数のプライベート アドレス空間・サブネットの定義、アクセス制御ポリシー等、様々な設定が可能</a:t>
            </a:r>
          </a:p>
          <a:p>
            <a:pPr marL="342900" marR="0" lvl="0" indent="-34290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rPr>
              <a:t>仮想マシンは「仮想ネットワーク</a:t>
            </a:r>
            <a:r>
              <a:rPr kumimoji="1" lang="en-US" altLang="ja-JP" sz="2000" b="0" i="0" u="none" strike="noStrike" kern="1200" cap="none" spc="0" normalizeH="0" baseline="0" noProof="0" dirty="0">
                <a:ln>
                  <a:noFill/>
                </a:ln>
                <a:solidFill>
                  <a:sysClr val="windowText" lastClr="000000"/>
                </a:solidFill>
                <a:effectLst/>
                <a:uLnTx/>
                <a:uFillTx/>
                <a:latin typeface="Yu Gothic UI"/>
                <a:ea typeface="Yu Gothic UI"/>
                <a:cs typeface="+mn-cs"/>
              </a:rPr>
              <a:t> (</a:t>
            </a:r>
            <a:r>
              <a:rPr kumimoji="1" lang="en-US" altLang="ja-JP" sz="2000" b="0" i="0" u="none" strike="noStrike" kern="1200" cap="none" spc="0" normalizeH="0" baseline="0" noProof="0" dirty="0" err="1">
                <a:ln>
                  <a:noFill/>
                </a:ln>
                <a:solidFill>
                  <a:sysClr val="windowText" lastClr="000000"/>
                </a:solidFill>
                <a:effectLst/>
                <a:uLnTx/>
                <a:uFillTx/>
                <a:latin typeface="Yu Gothic UI"/>
                <a:ea typeface="Yu Gothic UI"/>
                <a:cs typeface="+mn-cs"/>
              </a:rPr>
              <a:t>VNet</a:t>
            </a:r>
            <a:r>
              <a:rPr lang="en-US" altLang="ja-JP" sz="2000" dirty="0">
                <a:solidFill>
                  <a:sysClr val="windowText" lastClr="000000"/>
                </a:solidFill>
                <a:latin typeface="Yu Gothic UI"/>
                <a:ea typeface="Yu Gothic UI"/>
              </a:rPr>
              <a:t>)</a:t>
            </a:r>
            <a:r>
              <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rPr>
              <a:t>」に配置 </a:t>
            </a:r>
            <a:r>
              <a:rPr kumimoji="1" lang="en-US" altLang="ja-JP" sz="2000" b="0" i="0" u="none" strike="noStrike" kern="1200" cap="none" spc="0" normalizeH="0" baseline="0" noProof="0" dirty="0">
                <a:ln>
                  <a:noFill/>
                </a:ln>
                <a:solidFill>
                  <a:sysClr val="windowText" lastClr="000000"/>
                </a:solidFill>
                <a:effectLst/>
                <a:uLnTx/>
                <a:uFillTx/>
                <a:latin typeface="Yu Gothic UI"/>
                <a:ea typeface="Yu Gothic UI"/>
                <a:cs typeface="+mn-cs"/>
              </a:rPr>
              <a:t>(</a:t>
            </a:r>
            <a:r>
              <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rPr>
              <a:t>仮想マシン作成においては仮想ネットワークは必須</a:t>
            </a:r>
            <a:r>
              <a:rPr kumimoji="1" lang="en-US" altLang="ja-JP" sz="2000" b="0" i="0" u="none" strike="noStrike" kern="1200" cap="none" spc="0" normalizeH="0" baseline="0" noProof="0" dirty="0">
                <a:ln>
                  <a:noFill/>
                </a:ln>
                <a:solidFill>
                  <a:sysClr val="windowText" lastClr="000000"/>
                </a:solidFill>
                <a:effectLst/>
                <a:uLnTx/>
                <a:uFillTx/>
                <a:latin typeface="Yu Gothic UI"/>
                <a:ea typeface="Yu Gothic UI"/>
                <a:cs typeface="+mn-cs"/>
              </a:rPr>
              <a:t>)</a:t>
            </a:r>
            <a:endPar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endParaRPr>
          </a:p>
          <a:p>
            <a:pPr marL="742950" marR="0" lvl="1" indent="-28575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仮想マシンの持つネットワークインタフェースに対し仮想ネットワーク内部の </a:t>
            </a:r>
            <a:r>
              <a:rPr kumimoji="1" lang="en-US" altLang="ja-JP" sz="1600" b="0" i="0" u="none" strike="noStrike" kern="1200" cap="none" spc="0" normalizeH="0" baseline="0" noProof="0" dirty="0">
                <a:ln>
                  <a:noFill/>
                </a:ln>
                <a:solidFill>
                  <a:sysClr val="windowText" lastClr="000000"/>
                </a:solidFill>
                <a:effectLst/>
                <a:uLnTx/>
                <a:uFillTx/>
                <a:latin typeface="Yu Gothic UI"/>
                <a:ea typeface="Yu Gothic UI"/>
                <a:cs typeface="+mn-cs"/>
              </a:rPr>
              <a:t>IP </a:t>
            </a: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アドレスを割り当て</a:t>
            </a:r>
          </a:p>
          <a:p>
            <a:pPr marL="742950" marR="0" lvl="1" indent="-28575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仮想ネットワーク内部の </a:t>
            </a:r>
            <a:r>
              <a:rPr kumimoji="1" lang="en-US" altLang="ja-JP" sz="1600" b="0" i="0" u="none" strike="noStrike" kern="1200" cap="none" spc="0" normalizeH="0" baseline="0" noProof="0" dirty="0">
                <a:ln>
                  <a:noFill/>
                </a:ln>
                <a:solidFill>
                  <a:sysClr val="windowText" lastClr="000000"/>
                </a:solidFill>
                <a:effectLst/>
                <a:uLnTx/>
                <a:uFillTx/>
                <a:latin typeface="Yu Gothic UI"/>
                <a:ea typeface="Yu Gothic UI"/>
                <a:cs typeface="+mn-cs"/>
              </a:rPr>
              <a:t>IP </a:t>
            </a: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を利用し、仮想マシン同士でプライベートな通信を行うことが可能</a:t>
            </a:r>
          </a:p>
          <a:p>
            <a:pPr marL="342900" marR="0" lvl="0" indent="-342900" algn="l" defTabSz="914400" rtl="0" eaLnBrk="1" fontAlgn="auto" latinLnBrk="0" hangingPunct="1">
              <a:lnSpc>
                <a:spcPct val="100000"/>
              </a:lnSpc>
              <a:spcBef>
                <a:spcPts val="600"/>
              </a:spcBef>
              <a:spcAft>
                <a:spcPts val="0"/>
              </a:spcAft>
              <a:buClrTx/>
              <a:buSzTx/>
              <a:buFont typeface="Wingdings" pitchFamily="2" charset="2"/>
              <a:buChar char="n"/>
              <a:tabLst/>
              <a:defRPr/>
            </a:pPr>
            <a:endParaRPr kumimoji="1" lang="ja-JP" altLang="en-US" sz="2000" b="0" i="0" u="none" strike="noStrike" kern="1200" cap="none" spc="0" normalizeH="0" baseline="0" noProof="0" dirty="0">
              <a:ln>
                <a:noFill/>
              </a:ln>
              <a:solidFill>
                <a:sysClr val="windowText" lastClr="000000"/>
              </a:solidFill>
              <a:effectLst/>
              <a:uLnTx/>
              <a:uFillTx/>
              <a:latin typeface="Yu Gothic UI"/>
              <a:ea typeface="Yu Gothic UI"/>
              <a:cs typeface="+mn-cs"/>
            </a:endParaRPr>
          </a:p>
        </p:txBody>
      </p:sp>
      <p:sp>
        <p:nvSpPr>
          <p:cNvPr id="34" name="正方形/長方形 33">
            <a:extLst>
              <a:ext uri="{FF2B5EF4-FFF2-40B4-BE49-F238E27FC236}">
                <a16:creationId xmlns:a16="http://schemas.microsoft.com/office/drawing/2014/main" id="{1251132C-B80D-A1C4-830A-83FCED7E8E28}"/>
              </a:ext>
            </a:extLst>
          </p:cNvPr>
          <p:cNvSpPr/>
          <p:nvPr/>
        </p:nvSpPr>
        <p:spPr>
          <a:xfrm>
            <a:off x="1297702" y="3568315"/>
            <a:ext cx="9882946" cy="2842730"/>
          </a:xfrm>
          <a:prstGeom prst="rect">
            <a:avLst/>
          </a:prstGeom>
          <a:noFill/>
          <a:ln w="38100">
            <a:solidFill>
              <a:srgbClr val="0179D6"/>
            </a:solidFill>
          </a:ln>
        </p:spPr>
        <p:txBody>
          <a:bodyPr wrap="square" rtlCol="0" anchor="ctr">
            <a:noAutofit/>
          </a:bodyPr>
          <a:lstStyle/>
          <a:p>
            <a:pPr algn="ctr" rtl="0">
              <a:defRPr/>
            </a:pPr>
            <a:endParaRPr kumimoji="1" lang="ja-JP" altLang="en-US" sz="1400">
              <a:solidFill>
                <a:prstClr val="black"/>
              </a:solidFill>
              <a:latin typeface="Yu Gothic UI"/>
              <a:ea typeface="Yu Gothic UI"/>
            </a:endParaRPr>
          </a:p>
        </p:txBody>
      </p:sp>
      <p:sp>
        <p:nvSpPr>
          <p:cNvPr id="35" name="正方形/長方形 34">
            <a:extLst>
              <a:ext uri="{FF2B5EF4-FFF2-40B4-BE49-F238E27FC236}">
                <a16:creationId xmlns:a16="http://schemas.microsoft.com/office/drawing/2014/main" id="{3782456B-D806-FB9C-C15D-F21EE0D89AE7}"/>
              </a:ext>
            </a:extLst>
          </p:cNvPr>
          <p:cNvSpPr/>
          <p:nvPr/>
        </p:nvSpPr>
        <p:spPr>
          <a:xfrm>
            <a:off x="1994022" y="4444627"/>
            <a:ext cx="3002365" cy="1704705"/>
          </a:xfrm>
          <a:prstGeom prst="rect">
            <a:avLst/>
          </a:prstGeom>
          <a:noFill/>
          <a:ln w="38100">
            <a:solidFill>
              <a:srgbClr val="0179D6"/>
            </a:solidFill>
          </a:ln>
        </p:spPr>
        <p:txBody>
          <a:bodyPr wrap="square" rtlCol="0" anchor="ctr">
            <a:noAutofit/>
          </a:bodyPr>
          <a:lstStyle/>
          <a:p>
            <a:pPr algn="ctr" rtl="0">
              <a:defRPr/>
            </a:pPr>
            <a:endParaRPr kumimoji="1" lang="ja-JP" altLang="en-US" sz="1400">
              <a:solidFill>
                <a:prstClr val="black"/>
              </a:solidFill>
              <a:latin typeface="Yu Gothic UI"/>
              <a:ea typeface="Yu Gothic UI"/>
            </a:endParaRPr>
          </a:p>
        </p:txBody>
      </p:sp>
      <p:sp>
        <p:nvSpPr>
          <p:cNvPr id="36" name="テキスト ボックス 35">
            <a:extLst>
              <a:ext uri="{FF2B5EF4-FFF2-40B4-BE49-F238E27FC236}">
                <a16:creationId xmlns:a16="http://schemas.microsoft.com/office/drawing/2014/main" id="{995F0F6A-C186-4C4E-A102-558889A0B0D5}"/>
              </a:ext>
            </a:extLst>
          </p:cNvPr>
          <p:cNvSpPr txBox="1"/>
          <p:nvPr/>
        </p:nvSpPr>
        <p:spPr>
          <a:xfrm>
            <a:off x="5220162" y="3655818"/>
            <a:ext cx="2757321" cy="336740"/>
          </a:xfrm>
          <a:prstGeom prst="rect">
            <a:avLst/>
          </a:prstGeom>
          <a:noFill/>
        </p:spPr>
        <p:txBody>
          <a:bodyPr wrap="square" rtlCol="0">
            <a:spAutoFit/>
          </a:bodyPr>
          <a:lstStyle/>
          <a:p>
            <a:pPr algn="ctr" rtl="0">
              <a:defRPr/>
            </a:pPr>
            <a:r>
              <a:rPr kumimoji="1" lang="ja-JP" altLang="en-US" sz="1600" b="1">
                <a:solidFill>
                  <a:srgbClr val="2A2A2A"/>
                </a:solidFill>
                <a:latin typeface="Yu Gothic UI"/>
                <a:ea typeface="Yu Gothic UI"/>
              </a:rPr>
              <a:t>仮想ネットワーク </a:t>
            </a:r>
            <a:r>
              <a:rPr kumimoji="1" lang="en-US" altLang="ja-JP" sz="1600" b="1">
                <a:solidFill>
                  <a:srgbClr val="2A2A2A"/>
                </a:solidFill>
                <a:latin typeface="Yu Gothic UI"/>
                <a:ea typeface="Yu Gothic UI"/>
              </a:rPr>
              <a:t>(VNet)</a:t>
            </a:r>
            <a:endParaRPr kumimoji="1" lang="ja-JP" altLang="en-US" sz="1600" b="1">
              <a:solidFill>
                <a:srgbClr val="2A2A2A"/>
              </a:solidFill>
              <a:latin typeface="Yu Gothic UI"/>
              <a:ea typeface="Yu Gothic UI"/>
            </a:endParaRPr>
          </a:p>
        </p:txBody>
      </p:sp>
      <p:sp>
        <p:nvSpPr>
          <p:cNvPr id="37" name="テキスト ボックス 36">
            <a:extLst>
              <a:ext uri="{FF2B5EF4-FFF2-40B4-BE49-F238E27FC236}">
                <a16:creationId xmlns:a16="http://schemas.microsoft.com/office/drawing/2014/main" id="{78512585-5B80-2557-7D1F-CEFCDFA51394}"/>
              </a:ext>
            </a:extLst>
          </p:cNvPr>
          <p:cNvSpPr txBox="1"/>
          <p:nvPr/>
        </p:nvSpPr>
        <p:spPr>
          <a:xfrm>
            <a:off x="1994022" y="4475407"/>
            <a:ext cx="3002365" cy="336740"/>
          </a:xfrm>
          <a:prstGeom prst="rect">
            <a:avLst/>
          </a:prstGeom>
          <a:noFill/>
        </p:spPr>
        <p:txBody>
          <a:bodyPr wrap="square" rtlCol="0">
            <a:spAutoFit/>
          </a:bodyPr>
          <a:lstStyle/>
          <a:p>
            <a:pPr algn="ctr" rtl="0">
              <a:defRPr/>
            </a:pPr>
            <a:r>
              <a:rPr kumimoji="1" lang="ja-JP" altLang="en-US" sz="1600">
                <a:solidFill>
                  <a:srgbClr val="2A2A2A"/>
                </a:solidFill>
                <a:latin typeface="Yu Gothic UI"/>
                <a:ea typeface="Yu Gothic UI"/>
              </a:rPr>
              <a:t>サブネット</a:t>
            </a:r>
          </a:p>
        </p:txBody>
      </p:sp>
      <p:sp>
        <p:nvSpPr>
          <p:cNvPr id="38" name="正方形/長方形 37">
            <a:extLst>
              <a:ext uri="{FF2B5EF4-FFF2-40B4-BE49-F238E27FC236}">
                <a16:creationId xmlns:a16="http://schemas.microsoft.com/office/drawing/2014/main" id="{69AF3AE2-043B-73CB-48C4-1919D25256BA}"/>
              </a:ext>
            </a:extLst>
          </p:cNvPr>
          <p:cNvSpPr/>
          <p:nvPr/>
        </p:nvSpPr>
        <p:spPr>
          <a:xfrm>
            <a:off x="7454846" y="4444627"/>
            <a:ext cx="3002365" cy="1704705"/>
          </a:xfrm>
          <a:prstGeom prst="rect">
            <a:avLst/>
          </a:prstGeom>
          <a:noFill/>
          <a:ln w="38100">
            <a:solidFill>
              <a:srgbClr val="0179D6"/>
            </a:solidFill>
          </a:ln>
        </p:spPr>
        <p:txBody>
          <a:bodyPr wrap="square" rtlCol="0" anchor="ctr">
            <a:noAutofit/>
          </a:bodyPr>
          <a:lstStyle/>
          <a:p>
            <a:pPr algn="ctr" rtl="0">
              <a:defRPr/>
            </a:pPr>
            <a:endParaRPr kumimoji="1" lang="ja-JP" altLang="en-US" sz="1400">
              <a:solidFill>
                <a:prstClr val="black"/>
              </a:solidFill>
              <a:latin typeface="Yu Gothic UI"/>
              <a:ea typeface="Yu Gothic UI"/>
            </a:endParaRPr>
          </a:p>
        </p:txBody>
      </p:sp>
      <p:sp>
        <p:nvSpPr>
          <p:cNvPr id="39" name="テキスト ボックス 38">
            <a:extLst>
              <a:ext uri="{FF2B5EF4-FFF2-40B4-BE49-F238E27FC236}">
                <a16:creationId xmlns:a16="http://schemas.microsoft.com/office/drawing/2014/main" id="{44F1C2BA-EDEC-DC99-3F4C-0CC45CED616E}"/>
              </a:ext>
            </a:extLst>
          </p:cNvPr>
          <p:cNvSpPr txBox="1"/>
          <p:nvPr/>
        </p:nvSpPr>
        <p:spPr>
          <a:xfrm>
            <a:off x="7454846" y="4475407"/>
            <a:ext cx="3002365" cy="336740"/>
          </a:xfrm>
          <a:prstGeom prst="rect">
            <a:avLst/>
          </a:prstGeom>
          <a:noFill/>
        </p:spPr>
        <p:txBody>
          <a:bodyPr wrap="square" rtlCol="0">
            <a:spAutoFit/>
          </a:bodyPr>
          <a:lstStyle/>
          <a:p>
            <a:pPr algn="ctr" rtl="0">
              <a:defRPr/>
            </a:pPr>
            <a:r>
              <a:rPr kumimoji="1" lang="ja-JP" altLang="en-US" sz="1600">
                <a:solidFill>
                  <a:srgbClr val="2A2A2A"/>
                </a:solidFill>
                <a:latin typeface="Yu Gothic UI"/>
                <a:ea typeface="Yu Gothic UI"/>
              </a:rPr>
              <a:t>サブネット</a:t>
            </a:r>
          </a:p>
        </p:txBody>
      </p:sp>
      <p:sp>
        <p:nvSpPr>
          <p:cNvPr id="40" name="矢印: 左右 15">
            <a:extLst>
              <a:ext uri="{FF2B5EF4-FFF2-40B4-BE49-F238E27FC236}">
                <a16:creationId xmlns:a16="http://schemas.microsoft.com/office/drawing/2014/main" id="{7671A67D-64EB-C10E-50A0-3FA513117A10}"/>
              </a:ext>
            </a:extLst>
          </p:cNvPr>
          <p:cNvSpPr/>
          <p:nvPr/>
        </p:nvSpPr>
        <p:spPr bwMode="auto">
          <a:xfrm>
            <a:off x="4989302" y="4928753"/>
            <a:ext cx="2465543" cy="938359"/>
          </a:xfrm>
          <a:prstGeom prst="leftRightArrow">
            <a:avLst/>
          </a:prstGeom>
          <a:solidFill>
            <a:srgbClr val="4472C4"/>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1" lang="ja-JP" altLang="en-US" sz="2353" b="0" i="0" u="none" strike="noStrike" kern="0" cap="none" spc="0" normalizeH="0" baseline="0" noProof="0" err="1">
              <a:ln>
                <a:noFill/>
              </a:ln>
              <a:gradFill>
                <a:gsLst>
                  <a:gs pos="0">
                    <a:srgbClr val="FFFFFF"/>
                  </a:gs>
                  <a:gs pos="100000">
                    <a:srgbClr val="FFFFFF"/>
                  </a:gs>
                </a:gsLst>
                <a:lin ang="5400000" scaled="0"/>
              </a:gradFill>
              <a:effectLst/>
              <a:uLnTx/>
              <a:uFillTx/>
              <a:latin typeface="Yu Gothic UI"/>
              <a:ea typeface="Yu Gothic UI"/>
              <a:cs typeface="Segoe UI" pitchFamily="34" charset="0"/>
            </a:endParaRPr>
          </a:p>
        </p:txBody>
      </p:sp>
      <p:sp>
        <p:nvSpPr>
          <p:cNvPr id="41" name="テキスト ボックス 40">
            <a:extLst>
              <a:ext uri="{FF2B5EF4-FFF2-40B4-BE49-F238E27FC236}">
                <a16:creationId xmlns:a16="http://schemas.microsoft.com/office/drawing/2014/main" id="{ED21016B-B4AF-4525-DA02-AC5C35BD9E46}"/>
              </a:ext>
            </a:extLst>
          </p:cNvPr>
          <p:cNvSpPr txBox="1"/>
          <p:nvPr/>
        </p:nvSpPr>
        <p:spPr>
          <a:xfrm>
            <a:off x="5266795" y="5229562"/>
            <a:ext cx="1944763" cy="338554"/>
          </a:xfrm>
          <a:prstGeom prst="rect">
            <a:avLst/>
          </a:prstGeom>
          <a:noFill/>
        </p:spPr>
        <p:txBody>
          <a:bodyPr wrap="none" rtlCol="0">
            <a:spAutoFit/>
          </a:bodyPr>
          <a:lstStyle/>
          <a:p>
            <a:pPr algn="ctr" rtl="0">
              <a:defRPr/>
            </a:pPr>
            <a:r>
              <a:rPr kumimoji="1" lang="ja-JP" altLang="en-US" sz="1600" b="1">
                <a:solidFill>
                  <a:prstClr val="white"/>
                </a:solidFill>
                <a:latin typeface="Yu Gothic UI"/>
                <a:ea typeface="Yu Gothic UI"/>
              </a:rPr>
              <a:t>デフォルトで通信許可</a:t>
            </a:r>
          </a:p>
        </p:txBody>
      </p:sp>
      <p:sp>
        <p:nvSpPr>
          <p:cNvPr id="42" name="テキスト ボックス 41">
            <a:extLst>
              <a:ext uri="{FF2B5EF4-FFF2-40B4-BE49-F238E27FC236}">
                <a16:creationId xmlns:a16="http://schemas.microsoft.com/office/drawing/2014/main" id="{D98B3B89-23A4-7729-0313-288F6E85F862}"/>
              </a:ext>
            </a:extLst>
          </p:cNvPr>
          <p:cNvSpPr txBox="1"/>
          <p:nvPr/>
        </p:nvSpPr>
        <p:spPr>
          <a:xfrm>
            <a:off x="1252983" y="3584996"/>
            <a:ext cx="1452114" cy="534083"/>
          </a:xfrm>
          <a:prstGeom prst="rect">
            <a:avLst/>
          </a:prstGeom>
          <a:noFill/>
        </p:spPr>
        <p:txBody>
          <a:bodyPr wrap="none" lIns="179285" tIns="143428" rIns="179285" bIns="143428" rtlCol="0">
            <a:spAutoFit/>
          </a:bodyPr>
          <a:lstStyle/>
          <a:p>
            <a:pPr rtl="0">
              <a:lnSpc>
                <a:spcPct val="90000"/>
              </a:lnSpc>
              <a:spcAft>
                <a:spcPts val="588"/>
              </a:spcAft>
              <a:defRPr/>
            </a:pPr>
            <a:r>
              <a:rPr kumimoji="1" lang="en-US" altLang="ja-JP" sz="1765">
                <a:gradFill>
                  <a:gsLst>
                    <a:gs pos="2917">
                      <a:prstClr val="black"/>
                    </a:gs>
                    <a:gs pos="30000">
                      <a:prstClr val="black"/>
                    </a:gs>
                  </a:gsLst>
                  <a:lin ang="5400000" scaled="0"/>
                </a:gradFill>
                <a:latin typeface="Yu Gothic UI"/>
                <a:ea typeface="Yu Gothic UI"/>
              </a:rPr>
              <a:t>10.0.0.0/16</a:t>
            </a:r>
            <a:endParaRPr kumimoji="1" lang="ja-JP" altLang="en-US" sz="1765" err="1">
              <a:gradFill>
                <a:gsLst>
                  <a:gs pos="2917">
                    <a:prstClr val="black"/>
                  </a:gs>
                  <a:gs pos="30000">
                    <a:prstClr val="black"/>
                  </a:gs>
                </a:gsLst>
                <a:lin ang="5400000" scaled="0"/>
              </a:gradFill>
              <a:latin typeface="Yu Gothic UI"/>
              <a:ea typeface="Yu Gothic UI"/>
            </a:endParaRPr>
          </a:p>
        </p:txBody>
      </p:sp>
      <p:sp>
        <p:nvSpPr>
          <p:cNvPr id="43" name="テキスト ボックス 42">
            <a:extLst>
              <a:ext uri="{FF2B5EF4-FFF2-40B4-BE49-F238E27FC236}">
                <a16:creationId xmlns:a16="http://schemas.microsoft.com/office/drawing/2014/main" id="{048760BE-2654-4F87-0EAC-F1620D3947FD}"/>
              </a:ext>
            </a:extLst>
          </p:cNvPr>
          <p:cNvSpPr txBox="1"/>
          <p:nvPr/>
        </p:nvSpPr>
        <p:spPr>
          <a:xfrm>
            <a:off x="2784471" y="4695479"/>
            <a:ext cx="1452114" cy="534083"/>
          </a:xfrm>
          <a:prstGeom prst="rect">
            <a:avLst/>
          </a:prstGeom>
          <a:noFill/>
        </p:spPr>
        <p:txBody>
          <a:bodyPr wrap="none" lIns="179285" tIns="143428" rIns="179285" bIns="143428" rtlCol="0">
            <a:spAutoFit/>
          </a:bodyPr>
          <a:lstStyle/>
          <a:p>
            <a:pPr rtl="0">
              <a:lnSpc>
                <a:spcPct val="90000"/>
              </a:lnSpc>
              <a:spcAft>
                <a:spcPts val="588"/>
              </a:spcAft>
              <a:defRPr/>
            </a:pPr>
            <a:r>
              <a:rPr kumimoji="1" lang="en-US" altLang="ja-JP" sz="1765">
                <a:gradFill>
                  <a:gsLst>
                    <a:gs pos="2917">
                      <a:prstClr val="black"/>
                    </a:gs>
                    <a:gs pos="30000">
                      <a:prstClr val="black"/>
                    </a:gs>
                  </a:gsLst>
                  <a:lin ang="5400000" scaled="0"/>
                </a:gradFill>
                <a:latin typeface="Yu Gothic UI"/>
                <a:ea typeface="Yu Gothic UI"/>
              </a:rPr>
              <a:t>10.0.1.0/24</a:t>
            </a:r>
            <a:endParaRPr kumimoji="1" lang="ja-JP" altLang="en-US" sz="1765" err="1">
              <a:gradFill>
                <a:gsLst>
                  <a:gs pos="2917">
                    <a:prstClr val="black"/>
                  </a:gs>
                  <a:gs pos="30000">
                    <a:prstClr val="black"/>
                  </a:gs>
                </a:gsLst>
                <a:lin ang="5400000" scaled="0"/>
              </a:gradFill>
              <a:latin typeface="Yu Gothic UI"/>
              <a:ea typeface="Yu Gothic UI"/>
            </a:endParaRPr>
          </a:p>
        </p:txBody>
      </p:sp>
      <p:sp>
        <p:nvSpPr>
          <p:cNvPr id="44" name="テキスト ボックス 43">
            <a:extLst>
              <a:ext uri="{FF2B5EF4-FFF2-40B4-BE49-F238E27FC236}">
                <a16:creationId xmlns:a16="http://schemas.microsoft.com/office/drawing/2014/main" id="{403584FF-7B8F-0C84-332C-5C66E2E6D33C}"/>
              </a:ext>
            </a:extLst>
          </p:cNvPr>
          <p:cNvSpPr txBox="1"/>
          <p:nvPr/>
        </p:nvSpPr>
        <p:spPr>
          <a:xfrm>
            <a:off x="8241596" y="4698123"/>
            <a:ext cx="1452114" cy="534083"/>
          </a:xfrm>
          <a:prstGeom prst="rect">
            <a:avLst/>
          </a:prstGeom>
          <a:noFill/>
        </p:spPr>
        <p:txBody>
          <a:bodyPr wrap="none" lIns="179285" tIns="143428" rIns="179285" bIns="143428" rtlCol="0">
            <a:spAutoFit/>
          </a:bodyPr>
          <a:lstStyle/>
          <a:p>
            <a:pPr rtl="0">
              <a:lnSpc>
                <a:spcPct val="90000"/>
              </a:lnSpc>
              <a:spcAft>
                <a:spcPts val="588"/>
              </a:spcAft>
              <a:defRPr/>
            </a:pPr>
            <a:r>
              <a:rPr kumimoji="1" lang="en-US" altLang="ja-JP" sz="1765">
                <a:gradFill>
                  <a:gsLst>
                    <a:gs pos="2917">
                      <a:prstClr val="black"/>
                    </a:gs>
                    <a:gs pos="30000">
                      <a:prstClr val="black"/>
                    </a:gs>
                  </a:gsLst>
                  <a:lin ang="5400000" scaled="0"/>
                </a:gradFill>
                <a:latin typeface="Yu Gothic UI"/>
                <a:ea typeface="Yu Gothic UI"/>
              </a:rPr>
              <a:t>10.0.2.0/24</a:t>
            </a:r>
            <a:endParaRPr kumimoji="1" lang="ja-JP" altLang="en-US" sz="1765" err="1">
              <a:gradFill>
                <a:gsLst>
                  <a:gs pos="2917">
                    <a:prstClr val="black"/>
                  </a:gs>
                  <a:gs pos="30000">
                    <a:prstClr val="black"/>
                  </a:gs>
                </a:gsLst>
                <a:lin ang="5400000" scaled="0"/>
              </a:gradFill>
              <a:latin typeface="Yu Gothic UI"/>
              <a:ea typeface="Yu Gothic UI"/>
            </a:endParaRPr>
          </a:p>
        </p:txBody>
      </p:sp>
      <p:pic>
        <p:nvPicPr>
          <p:cNvPr id="45" name="グラフィックス 44">
            <a:extLst>
              <a:ext uri="{FF2B5EF4-FFF2-40B4-BE49-F238E27FC236}">
                <a16:creationId xmlns:a16="http://schemas.microsoft.com/office/drawing/2014/main" id="{C49A4A4B-34C2-5B77-EB90-9A50EA941D9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10289" y="5282829"/>
            <a:ext cx="752717" cy="752717"/>
          </a:xfrm>
          <a:prstGeom prst="rect">
            <a:avLst/>
          </a:prstGeom>
        </p:spPr>
      </p:pic>
      <p:pic>
        <p:nvPicPr>
          <p:cNvPr id="46" name="グラフィックス 45">
            <a:extLst>
              <a:ext uri="{FF2B5EF4-FFF2-40B4-BE49-F238E27FC236}">
                <a16:creationId xmlns:a16="http://schemas.microsoft.com/office/drawing/2014/main" id="{6421E291-9AB0-5019-CE3B-CF1999E57D7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93866" y="5282829"/>
            <a:ext cx="752717" cy="752717"/>
          </a:xfrm>
          <a:prstGeom prst="rect">
            <a:avLst/>
          </a:prstGeom>
        </p:spPr>
      </p:pic>
      <p:pic>
        <p:nvPicPr>
          <p:cNvPr id="47" name="グラフィックス 46">
            <a:extLst>
              <a:ext uri="{FF2B5EF4-FFF2-40B4-BE49-F238E27FC236}">
                <a16:creationId xmlns:a16="http://schemas.microsoft.com/office/drawing/2014/main" id="{295828F8-FBAF-E46B-06BC-966A29BCE7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59407" y="5282829"/>
            <a:ext cx="752717" cy="752717"/>
          </a:xfrm>
          <a:prstGeom prst="rect">
            <a:avLst/>
          </a:prstGeom>
        </p:spPr>
      </p:pic>
      <p:pic>
        <p:nvPicPr>
          <p:cNvPr id="48" name="グラフィックス 47">
            <a:extLst>
              <a:ext uri="{FF2B5EF4-FFF2-40B4-BE49-F238E27FC236}">
                <a16:creationId xmlns:a16="http://schemas.microsoft.com/office/drawing/2014/main" id="{5C2255FA-FBF9-A027-DD79-55B31F2545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2984" y="5282829"/>
            <a:ext cx="752717" cy="752717"/>
          </a:xfrm>
          <a:prstGeom prst="rect">
            <a:avLst/>
          </a:prstGeom>
        </p:spPr>
      </p:pic>
      <p:pic>
        <p:nvPicPr>
          <p:cNvPr id="49" name="グラフィックス 48">
            <a:extLst>
              <a:ext uri="{FF2B5EF4-FFF2-40B4-BE49-F238E27FC236}">
                <a16:creationId xmlns:a16="http://schemas.microsoft.com/office/drawing/2014/main" id="{627C9FE7-9AA7-BC26-77FC-7923A3C29F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96387" y="3555048"/>
            <a:ext cx="529456" cy="529456"/>
          </a:xfrm>
          <a:prstGeom prst="rect">
            <a:avLst/>
          </a:prstGeom>
        </p:spPr>
      </p:pic>
    </p:spTree>
    <p:extLst>
      <p:ext uri="{BB962C8B-B14F-4D97-AF65-F5344CB8AC3E}">
        <p14:creationId xmlns:p14="http://schemas.microsoft.com/office/powerpoint/2010/main" val="11860771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88F7A-1728-CC15-FC86-3D8B6A274C5E}"/>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3E5836AC-C856-5A5D-7218-4416C6D53A1B}"/>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VNet とサブネット</a:t>
            </a:r>
          </a:p>
        </p:txBody>
      </p:sp>
      <p:sp>
        <p:nvSpPr>
          <p:cNvPr id="2" name="正方形/長方形 1">
            <a:extLst>
              <a:ext uri="{FF2B5EF4-FFF2-40B4-BE49-F238E27FC236}">
                <a16:creationId xmlns:a16="http://schemas.microsoft.com/office/drawing/2014/main" id="{BEE5D110-273D-41BE-AF46-F3F62099EA5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8D015C3D-5788-0D3D-7B64-15CEF9052E9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字幕 2">
            <a:extLst>
              <a:ext uri="{FF2B5EF4-FFF2-40B4-BE49-F238E27FC236}">
                <a16:creationId xmlns:a16="http://schemas.microsoft.com/office/drawing/2014/main" id="{17921937-3C7A-75A2-7ECB-558A9800E4C3}"/>
              </a:ext>
            </a:extLst>
          </p:cNvPr>
          <p:cNvSpPr txBox="1">
            <a:spLocks/>
          </p:cNvSpPr>
          <p:nvPr/>
        </p:nvSpPr>
        <p:spPr>
          <a:xfrm>
            <a:off x="627240" y="1272661"/>
            <a:ext cx="11117649" cy="2412968"/>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ja-JP" altLang="en-US" sz="2000">
                <a:solidFill>
                  <a:schemeClr val="tx1"/>
                </a:solidFill>
                <a:latin typeface="Yu Gothic UI" panose="020B0500000000000000" pitchFamily="34" charset="-128"/>
                <a:ea typeface="Yu Gothic UI" panose="020B0500000000000000" pitchFamily="34" charset="-128"/>
              </a:rPr>
              <a:t>複数のアドレス空間やサブネットを持つことが可能</a:t>
            </a:r>
            <a:endParaRPr lang="en-US" altLang="ja-JP" sz="2000" dirty="0">
              <a:solidFill>
                <a:schemeClr val="tx1"/>
              </a:solidFill>
              <a:latin typeface="Yu Gothic UI" panose="020B0500000000000000" pitchFamily="34" charset="-128"/>
              <a:ea typeface="Yu Gothic UI" panose="020B0500000000000000" pitchFamily="34" charset="-128"/>
            </a:endParaRPr>
          </a:p>
          <a:p>
            <a:r>
              <a:rPr lang="en-US" altLang="ja-JP" sz="2000" dirty="0" err="1">
                <a:solidFill>
                  <a:schemeClr val="tx1"/>
                </a:solidFill>
                <a:latin typeface="Yu Gothic UI" panose="020B0500000000000000" pitchFamily="34" charset="-128"/>
                <a:ea typeface="Yu Gothic UI" panose="020B0500000000000000" pitchFamily="34" charset="-128"/>
              </a:rPr>
              <a:t>VNet</a:t>
            </a:r>
            <a:r>
              <a:rPr lang="ja-JP" altLang="en-US" sz="2000">
                <a:solidFill>
                  <a:schemeClr val="tx1"/>
                </a:solidFill>
                <a:latin typeface="Yu Gothic UI" panose="020B0500000000000000" pitchFamily="34" charset="-128"/>
                <a:ea typeface="Yu Gothic UI" panose="020B0500000000000000" pitchFamily="34" charset="-128"/>
              </a:rPr>
              <a:t>やサブネットはリージョンに属する</a:t>
            </a:r>
            <a:endParaRPr lang="en-US" altLang="ja-JP" sz="2000" dirty="0">
              <a:solidFill>
                <a:schemeClr val="tx1"/>
              </a:solidFill>
              <a:latin typeface="Yu Gothic UI" panose="020B0500000000000000" pitchFamily="34" charset="-128"/>
              <a:ea typeface="Yu Gothic UI" panose="020B0500000000000000" pitchFamily="34" charset="-128"/>
            </a:endParaRPr>
          </a:p>
          <a:p>
            <a:r>
              <a:rPr lang="ja-JP" altLang="en-US" sz="2000">
                <a:solidFill>
                  <a:schemeClr val="tx1"/>
                </a:solidFill>
                <a:latin typeface="Yu Gothic UI" panose="020B0500000000000000" pitchFamily="34" charset="-128"/>
                <a:ea typeface="Yu Gothic UI" panose="020B0500000000000000" pitchFamily="34" charset="-128"/>
              </a:rPr>
              <a:t>可用性ゾーン</a:t>
            </a:r>
            <a:r>
              <a:rPr lang="en-US" altLang="ja-JP" sz="2000" dirty="0">
                <a:solidFill>
                  <a:schemeClr val="tx1"/>
                </a:solidFill>
                <a:latin typeface="Yu Gothic UI" panose="020B0500000000000000" pitchFamily="34" charset="-128"/>
                <a:ea typeface="Yu Gothic UI" panose="020B0500000000000000" pitchFamily="34" charset="-128"/>
              </a:rPr>
              <a:t> (Availability Zone, AZ) </a:t>
            </a:r>
            <a:r>
              <a:rPr lang="ja-JP" altLang="en-US" sz="2000">
                <a:solidFill>
                  <a:schemeClr val="tx1"/>
                </a:solidFill>
                <a:latin typeface="Yu Gothic UI" panose="020B0500000000000000" pitchFamily="34" charset="-128"/>
                <a:ea typeface="Yu Gothic UI" panose="020B0500000000000000" pitchFamily="34" charset="-128"/>
              </a:rPr>
              <a:t>が利用できるリージョンでは</a:t>
            </a:r>
            <a:r>
              <a:rPr lang="en-US" altLang="ja-JP" sz="2000" dirty="0">
                <a:solidFill>
                  <a:schemeClr val="tx1"/>
                </a:solidFill>
                <a:latin typeface="Yu Gothic UI" panose="020B0500000000000000" pitchFamily="34" charset="-128"/>
                <a:ea typeface="Yu Gothic UI" panose="020B0500000000000000" pitchFamily="34" charset="-128"/>
              </a:rPr>
              <a:t> AZ </a:t>
            </a:r>
            <a:r>
              <a:rPr lang="ja-JP" altLang="en-US" sz="2000">
                <a:solidFill>
                  <a:schemeClr val="tx1"/>
                </a:solidFill>
                <a:latin typeface="Yu Gothic UI" panose="020B0500000000000000" pitchFamily="34" charset="-128"/>
                <a:ea typeface="Yu Gothic UI" panose="020B0500000000000000" pitchFamily="34" charset="-128"/>
              </a:rPr>
              <a:t>をまたいだ利用が可能</a:t>
            </a:r>
            <a:endParaRPr lang="en-US" altLang="ja-JP" sz="2000" dirty="0">
              <a:solidFill>
                <a:schemeClr val="tx1"/>
              </a:solidFill>
              <a:latin typeface="Yu Gothic UI" panose="020B0500000000000000" pitchFamily="34" charset="-128"/>
              <a:ea typeface="Yu Gothic UI" panose="020B0500000000000000" pitchFamily="34" charset="-128"/>
            </a:endParaRPr>
          </a:p>
          <a:p>
            <a:endParaRPr lang="en-US" altLang="ja-JP" sz="2000" dirty="0">
              <a:solidFill>
                <a:schemeClr val="tx1"/>
              </a:solidFill>
              <a:latin typeface="Yu Gothic UI" panose="020B0500000000000000" pitchFamily="34" charset="-128"/>
              <a:ea typeface="Yu Gothic UI" panose="020B0500000000000000" pitchFamily="34" charset="-128"/>
            </a:endParaRPr>
          </a:p>
          <a:p>
            <a:endParaRPr lang="ja-JP" altLang="en-US" sz="2000">
              <a:solidFill>
                <a:schemeClr val="tx1"/>
              </a:solidFill>
              <a:latin typeface="Yu Gothic UI" panose="020B0500000000000000" pitchFamily="34" charset="-128"/>
              <a:ea typeface="Yu Gothic UI" panose="020B0500000000000000" pitchFamily="34" charset="-128"/>
            </a:endParaRPr>
          </a:p>
        </p:txBody>
      </p:sp>
      <p:sp>
        <p:nvSpPr>
          <p:cNvPr id="6" name="正方形/長方形 5">
            <a:extLst>
              <a:ext uri="{FF2B5EF4-FFF2-40B4-BE49-F238E27FC236}">
                <a16:creationId xmlns:a16="http://schemas.microsoft.com/office/drawing/2014/main" id="{589EBFBA-2577-F1AD-B683-FFC6057F01F9}"/>
              </a:ext>
            </a:extLst>
          </p:cNvPr>
          <p:cNvSpPr/>
          <p:nvPr/>
        </p:nvSpPr>
        <p:spPr>
          <a:xfrm>
            <a:off x="767408" y="3297647"/>
            <a:ext cx="2682726" cy="2980869"/>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7" name="正方形/長方形 6">
            <a:extLst>
              <a:ext uri="{FF2B5EF4-FFF2-40B4-BE49-F238E27FC236}">
                <a16:creationId xmlns:a16="http://schemas.microsoft.com/office/drawing/2014/main" id="{FE8D0243-722A-86A7-0E48-D215CED45672}"/>
              </a:ext>
            </a:extLst>
          </p:cNvPr>
          <p:cNvSpPr/>
          <p:nvPr/>
        </p:nvSpPr>
        <p:spPr>
          <a:xfrm>
            <a:off x="4720301" y="3204498"/>
            <a:ext cx="2682726" cy="2980869"/>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8" name="正方形/長方形 7">
            <a:extLst>
              <a:ext uri="{FF2B5EF4-FFF2-40B4-BE49-F238E27FC236}">
                <a16:creationId xmlns:a16="http://schemas.microsoft.com/office/drawing/2014/main" id="{174544A2-257C-3C6D-6A90-FDCE03D2FE01}"/>
              </a:ext>
            </a:extLst>
          </p:cNvPr>
          <p:cNvSpPr/>
          <p:nvPr/>
        </p:nvSpPr>
        <p:spPr>
          <a:xfrm>
            <a:off x="8737075" y="3319531"/>
            <a:ext cx="2682726" cy="2980869"/>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9" name="テキスト ボックス 8">
            <a:extLst>
              <a:ext uri="{FF2B5EF4-FFF2-40B4-BE49-F238E27FC236}">
                <a16:creationId xmlns:a16="http://schemas.microsoft.com/office/drawing/2014/main" id="{7D52A2D4-5A8D-C1EA-BFB2-B84F1534EF78}"/>
              </a:ext>
            </a:extLst>
          </p:cNvPr>
          <p:cNvSpPr txBox="1"/>
          <p:nvPr/>
        </p:nvSpPr>
        <p:spPr>
          <a:xfrm>
            <a:off x="842239" y="2557534"/>
            <a:ext cx="2533066" cy="64633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1" lang="ja-JP" altLang="en-US" sz="18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つの</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1" lang="ja-JP" altLang="en-US" sz="18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つの</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サブネット（既定）</a:t>
            </a:r>
          </a:p>
        </p:txBody>
      </p:sp>
      <p:sp>
        <p:nvSpPr>
          <p:cNvPr id="10" name="テキスト ボックス 9">
            <a:extLst>
              <a:ext uri="{FF2B5EF4-FFF2-40B4-BE49-F238E27FC236}">
                <a16:creationId xmlns:a16="http://schemas.microsoft.com/office/drawing/2014/main" id="{7CAB65A4-C52E-F800-6BDB-E3E75D86744C}"/>
              </a:ext>
            </a:extLst>
          </p:cNvPr>
          <p:cNvSpPr txBox="1"/>
          <p:nvPr/>
        </p:nvSpPr>
        <p:spPr>
          <a:xfrm>
            <a:off x="5078735" y="2557533"/>
            <a:ext cx="2034531" cy="64633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1" lang="ja-JP" altLang="en-US" sz="18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つの</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複数のサブネット</a:t>
            </a:r>
          </a:p>
        </p:txBody>
      </p:sp>
      <p:sp>
        <p:nvSpPr>
          <p:cNvPr id="11" name="テキスト ボックス 10">
            <a:extLst>
              <a:ext uri="{FF2B5EF4-FFF2-40B4-BE49-F238E27FC236}">
                <a16:creationId xmlns:a16="http://schemas.microsoft.com/office/drawing/2014/main" id="{6544AA2A-0DC0-9E8B-CFCB-EB9FD3B74422}"/>
              </a:ext>
            </a:extLst>
          </p:cNvPr>
          <p:cNvSpPr txBox="1"/>
          <p:nvPr/>
        </p:nvSpPr>
        <p:spPr>
          <a:xfrm>
            <a:off x="9006653" y="2557532"/>
            <a:ext cx="2153154" cy="64633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複数のアドレス空間、</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複数のサブネット</a:t>
            </a:r>
          </a:p>
        </p:txBody>
      </p:sp>
      <p:sp>
        <p:nvSpPr>
          <p:cNvPr id="12" name="テキスト ボックス 11">
            <a:extLst>
              <a:ext uri="{FF2B5EF4-FFF2-40B4-BE49-F238E27FC236}">
                <a16:creationId xmlns:a16="http://schemas.microsoft.com/office/drawing/2014/main" id="{B7390E5C-3965-77E1-9F53-A34F959142F2}"/>
              </a:ext>
            </a:extLst>
          </p:cNvPr>
          <p:cNvSpPr txBox="1"/>
          <p:nvPr/>
        </p:nvSpPr>
        <p:spPr>
          <a:xfrm>
            <a:off x="985706" y="3484458"/>
            <a:ext cx="224612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 </a:t>
            </a:r>
            <a:r>
              <a:rPr kumimoji="1" lang="en-US" altLang="ja-JP"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10.0.0.0/16</a:t>
            </a:r>
            <a:endPar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3" name="正方形/長方形 12">
            <a:extLst>
              <a:ext uri="{FF2B5EF4-FFF2-40B4-BE49-F238E27FC236}">
                <a16:creationId xmlns:a16="http://schemas.microsoft.com/office/drawing/2014/main" id="{7C5B9814-3490-FB33-E6AA-FB727964CA40}"/>
              </a:ext>
            </a:extLst>
          </p:cNvPr>
          <p:cNvSpPr/>
          <p:nvPr/>
        </p:nvSpPr>
        <p:spPr>
          <a:xfrm>
            <a:off x="4910400" y="5025142"/>
            <a:ext cx="2371199" cy="934687"/>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192.168.2.0/24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4" name="正方形/長方形 13">
            <a:extLst>
              <a:ext uri="{FF2B5EF4-FFF2-40B4-BE49-F238E27FC236}">
                <a16:creationId xmlns:a16="http://schemas.microsoft.com/office/drawing/2014/main" id="{A16984F9-F99F-F8DE-BD79-ED0939A3722E}"/>
              </a:ext>
            </a:extLst>
          </p:cNvPr>
          <p:cNvSpPr/>
          <p:nvPr/>
        </p:nvSpPr>
        <p:spPr>
          <a:xfrm>
            <a:off x="4910400" y="3833857"/>
            <a:ext cx="2371199" cy="948285"/>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6" name="正方形/長方形 15">
            <a:extLst>
              <a:ext uri="{FF2B5EF4-FFF2-40B4-BE49-F238E27FC236}">
                <a16:creationId xmlns:a16="http://schemas.microsoft.com/office/drawing/2014/main" id="{D707BD51-C4D3-A674-6A2A-0959452CAEF2}"/>
              </a:ext>
            </a:extLst>
          </p:cNvPr>
          <p:cNvSpPr/>
          <p:nvPr/>
        </p:nvSpPr>
        <p:spPr>
          <a:xfrm>
            <a:off x="8737075" y="4772180"/>
            <a:ext cx="2682726" cy="1528220"/>
          </a:xfrm>
          <a:prstGeom prst="rect">
            <a:avLst/>
          </a:prstGeom>
          <a:solidFill>
            <a:schemeClr val="tx1">
              <a:lumMod val="50000"/>
              <a:lumOff val="50000"/>
              <a:alpha val="50196"/>
            </a:schemeClr>
          </a:solidFill>
          <a:ln w="38100">
            <a:solidFill>
              <a:srgbClr val="0179D6"/>
            </a:solidFill>
          </a:ln>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7" name="正方形/長方形 16">
            <a:extLst>
              <a:ext uri="{FF2B5EF4-FFF2-40B4-BE49-F238E27FC236}">
                <a16:creationId xmlns:a16="http://schemas.microsoft.com/office/drawing/2014/main" id="{F041A323-B042-CB83-B652-5C9DD8C19F79}"/>
              </a:ext>
            </a:extLst>
          </p:cNvPr>
          <p:cNvSpPr/>
          <p:nvPr/>
        </p:nvSpPr>
        <p:spPr>
          <a:xfrm>
            <a:off x="8892838" y="5200098"/>
            <a:ext cx="2371199" cy="934687"/>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8" name="正方形/長方形 17">
            <a:extLst>
              <a:ext uri="{FF2B5EF4-FFF2-40B4-BE49-F238E27FC236}">
                <a16:creationId xmlns:a16="http://schemas.microsoft.com/office/drawing/2014/main" id="{661352D4-5286-C334-637D-975D02D0295C}"/>
              </a:ext>
            </a:extLst>
          </p:cNvPr>
          <p:cNvSpPr/>
          <p:nvPr/>
        </p:nvSpPr>
        <p:spPr>
          <a:xfrm>
            <a:off x="8890842" y="3695055"/>
            <a:ext cx="2371199" cy="934687"/>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9" name="正方形/長方形 18">
            <a:extLst>
              <a:ext uri="{FF2B5EF4-FFF2-40B4-BE49-F238E27FC236}">
                <a16:creationId xmlns:a16="http://schemas.microsoft.com/office/drawing/2014/main" id="{70587A3A-33F9-EFF0-8020-7D03F9A2D3CE}"/>
              </a:ext>
            </a:extLst>
          </p:cNvPr>
          <p:cNvSpPr/>
          <p:nvPr/>
        </p:nvSpPr>
        <p:spPr>
          <a:xfrm>
            <a:off x="925567" y="4384199"/>
            <a:ext cx="2371199" cy="935723"/>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20" name="テキスト ボックス 19">
            <a:extLst>
              <a:ext uri="{FF2B5EF4-FFF2-40B4-BE49-F238E27FC236}">
                <a16:creationId xmlns:a16="http://schemas.microsoft.com/office/drawing/2014/main" id="{C8A3F481-FCE6-6058-4B42-B6366AC03DCD}"/>
              </a:ext>
            </a:extLst>
          </p:cNvPr>
          <p:cNvSpPr txBox="1"/>
          <p:nvPr/>
        </p:nvSpPr>
        <p:spPr>
          <a:xfrm>
            <a:off x="8794254" y="4836372"/>
            <a:ext cx="2577950"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 </a:t>
            </a:r>
            <a:r>
              <a:rPr kumimoji="1" lang="en-US" altLang="ja-JP"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192.168.1.0/16</a:t>
            </a:r>
            <a:endPar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21" name="テキスト ボックス 20">
            <a:extLst>
              <a:ext uri="{FF2B5EF4-FFF2-40B4-BE49-F238E27FC236}">
                <a16:creationId xmlns:a16="http://schemas.microsoft.com/office/drawing/2014/main" id="{BA42E592-BCED-F420-E067-BC724E842272}"/>
              </a:ext>
            </a:extLst>
          </p:cNvPr>
          <p:cNvSpPr txBox="1"/>
          <p:nvPr/>
        </p:nvSpPr>
        <p:spPr>
          <a:xfrm>
            <a:off x="2203187" y="4916834"/>
            <a:ext cx="856324"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sp>
        <p:nvSpPr>
          <p:cNvPr id="22" name="テキスト ボックス 21">
            <a:extLst>
              <a:ext uri="{FF2B5EF4-FFF2-40B4-BE49-F238E27FC236}">
                <a16:creationId xmlns:a16="http://schemas.microsoft.com/office/drawing/2014/main" id="{38BA7C01-6B28-9B7E-6CE9-3BCB0B2332F8}"/>
              </a:ext>
            </a:extLst>
          </p:cNvPr>
          <p:cNvSpPr txBox="1"/>
          <p:nvPr/>
        </p:nvSpPr>
        <p:spPr>
          <a:xfrm>
            <a:off x="6107420" y="4385235"/>
            <a:ext cx="1106393"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sp>
        <p:nvSpPr>
          <p:cNvPr id="23" name="テキスト ボックス 22">
            <a:extLst>
              <a:ext uri="{FF2B5EF4-FFF2-40B4-BE49-F238E27FC236}">
                <a16:creationId xmlns:a16="http://schemas.microsoft.com/office/drawing/2014/main" id="{9477AABF-6AF7-051F-FF50-80BFF636F265}"/>
              </a:ext>
            </a:extLst>
          </p:cNvPr>
          <p:cNvSpPr txBox="1"/>
          <p:nvPr/>
        </p:nvSpPr>
        <p:spPr>
          <a:xfrm>
            <a:off x="6134129" y="5579900"/>
            <a:ext cx="1106393"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192.168.2.4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sp>
        <p:nvSpPr>
          <p:cNvPr id="24" name="テキスト ボックス 23">
            <a:extLst>
              <a:ext uri="{FF2B5EF4-FFF2-40B4-BE49-F238E27FC236}">
                <a16:creationId xmlns:a16="http://schemas.microsoft.com/office/drawing/2014/main" id="{16C69849-3B48-97DD-7805-5670A1EAFDF1}"/>
              </a:ext>
            </a:extLst>
          </p:cNvPr>
          <p:cNvSpPr txBox="1"/>
          <p:nvPr/>
        </p:nvSpPr>
        <p:spPr>
          <a:xfrm>
            <a:off x="10211732" y="4277090"/>
            <a:ext cx="856324"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sp>
        <p:nvSpPr>
          <p:cNvPr id="25" name="テキスト ボックス 24">
            <a:extLst>
              <a:ext uri="{FF2B5EF4-FFF2-40B4-BE49-F238E27FC236}">
                <a16:creationId xmlns:a16="http://schemas.microsoft.com/office/drawing/2014/main" id="{1B88B4B0-6642-5B2D-A710-102680778153}"/>
              </a:ext>
            </a:extLst>
          </p:cNvPr>
          <p:cNvSpPr txBox="1"/>
          <p:nvPr/>
        </p:nvSpPr>
        <p:spPr>
          <a:xfrm>
            <a:off x="10105172" y="5732093"/>
            <a:ext cx="1106393"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pic>
        <p:nvPicPr>
          <p:cNvPr id="26" name="Picture 4">
            <a:extLst>
              <a:ext uri="{FF2B5EF4-FFF2-40B4-BE49-F238E27FC236}">
                <a16:creationId xmlns:a16="http://schemas.microsoft.com/office/drawing/2014/main" id="{D2595D1C-51F1-DCDE-9051-D3AE11EDB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7733" y="4395068"/>
            <a:ext cx="646498" cy="61058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4">
            <a:extLst>
              <a:ext uri="{FF2B5EF4-FFF2-40B4-BE49-F238E27FC236}">
                <a16:creationId xmlns:a16="http://schemas.microsoft.com/office/drawing/2014/main" id="{0CBAC7F7-CE4B-10CE-AF48-BBD86FB47E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7368" y="3866627"/>
            <a:ext cx="646498" cy="61058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4">
            <a:extLst>
              <a:ext uri="{FF2B5EF4-FFF2-40B4-BE49-F238E27FC236}">
                <a16:creationId xmlns:a16="http://schemas.microsoft.com/office/drawing/2014/main" id="{D07DFBD0-F99A-D066-758B-9086D119A4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7368" y="5081262"/>
            <a:ext cx="646498" cy="61058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a:extLst>
              <a:ext uri="{FF2B5EF4-FFF2-40B4-BE49-F238E27FC236}">
                <a16:creationId xmlns:a16="http://schemas.microsoft.com/office/drawing/2014/main" id="{F76AB599-1BF1-3FED-ECA0-F7F7789E42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56007" y="3771091"/>
            <a:ext cx="646498" cy="610581"/>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4">
            <a:extLst>
              <a:ext uri="{FF2B5EF4-FFF2-40B4-BE49-F238E27FC236}">
                <a16:creationId xmlns:a16="http://schemas.microsoft.com/office/drawing/2014/main" id="{1F41E3F6-C734-818D-F065-9CC4231684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56007" y="5204094"/>
            <a:ext cx="646498" cy="610581"/>
          </a:xfrm>
          <a:prstGeom prst="rect">
            <a:avLst/>
          </a:prstGeom>
          <a:noFill/>
          <a:extLst>
            <a:ext uri="{909E8E84-426E-40DD-AFC4-6F175D3DCCD1}">
              <a14:hiddenFill xmlns:a14="http://schemas.microsoft.com/office/drawing/2010/main">
                <a:solidFill>
                  <a:srgbClr val="FFFFFF"/>
                </a:solidFill>
              </a14:hiddenFill>
            </a:ext>
          </a:extLst>
        </p:spPr>
      </p:pic>
      <p:sp>
        <p:nvSpPr>
          <p:cNvPr id="31" name="角丸四角形 30">
            <a:extLst>
              <a:ext uri="{FF2B5EF4-FFF2-40B4-BE49-F238E27FC236}">
                <a16:creationId xmlns:a16="http://schemas.microsoft.com/office/drawing/2014/main" id="{0DCC8800-CE77-51D6-39B7-5FD7E8E6864C}"/>
              </a:ext>
            </a:extLst>
          </p:cNvPr>
          <p:cNvSpPr/>
          <p:nvPr/>
        </p:nvSpPr>
        <p:spPr bwMode="auto">
          <a:xfrm>
            <a:off x="4910400" y="3297647"/>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32" name="角丸四角形 31">
            <a:extLst>
              <a:ext uri="{FF2B5EF4-FFF2-40B4-BE49-F238E27FC236}">
                <a16:creationId xmlns:a16="http://schemas.microsoft.com/office/drawing/2014/main" id="{E0A0C7CE-2289-1574-7B5C-8052CA770A12}"/>
              </a:ext>
            </a:extLst>
          </p:cNvPr>
          <p:cNvSpPr/>
          <p:nvPr/>
        </p:nvSpPr>
        <p:spPr bwMode="auto">
          <a:xfrm>
            <a:off x="5746228" y="3302888"/>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0" name="角丸四角形 49">
            <a:extLst>
              <a:ext uri="{FF2B5EF4-FFF2-40B4-BE49-F238E27FC236}">
                <a16:creationId xmlns:a16="http://schemas.microsoft.com/office/drawing/2014/main" id="{BD8C57F9-54B7-384E-D93A-CA54208F05DF}"/>
              </a:ext>
            </a:extLst>
          </p:cNvPr>
          <p:cNvSpPr/>
          <p:nvPr/>
        </p:nvSpPr>
        <p:spPr bwMode="auto">
          <a:xfrm>
            <a:off x="6573003" y="3297647"/>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1" name="角丸四角形 50">
            <a:extLst>
              <a:ext uri="{FF2B5EF4-FFF2-40B4-BE49-F238E27FC236}">
                <a16:creationId xmlns:a16="http://schemas.microsoft.com/office/drawing/2014/main" id="{7CDDDA82-D892-D02B-31A5-DC2047D7F740}"/>
              </a:ext>
            </a:extLst>
          </p:cNvPr>
          <p:cNvSpPr/>
          <p:nvPr/>
        </p:nvSpPr>
        <p:spPr bwMode="auto">
          <a:xfrm>
            <a:off x="8892029" y="3376210"/>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2" name="角丸四角形 51">
            <a:extLst>
              <a:ext uri="{FF2B5EF4-FFF2-40B4-BE49-F238E27FC236}">
                <a16:creationId xmlns:a16="http://schemas.microsoft.com/office/drawing/2014/main" id="{79E512AF-1CE9-6ED7-5BE2-CBEA8404EF16}"/>
              </a:ext>
            </a:extLst>
          </p:cNvPr>
          <p:cNvSpPr/>
          <p:nvPr/>
        </p:nvSpPr>
        <p:spPr bwMode="auto">
          <a:xfrm>
            <a:off x="9727857" y="3381451"/>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3" name="角丸四角形 52">
            <a:extLst>
              <a:ext uri="{FF2B5EF4-FFF2-40B4-BE49-F238E27FC236}">
                <a16:creationId xmlns:a16="http://schemas.microsoft.com/office/drawing/2014/main" id="{1A9D3021-0E29-D1DA-5BF9-DDCFB27339EF}"/>
              </a:ext>
            </a:extLst>
          </p:cNvPr>
          <p:cNvSpPr/>
          <p:nvPr/>
        </p:nvSpPr>
        <p:spPr bwMode="auto">
          <a:xfrm>
            <a:off x="10554632" y="3376210"/>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4" name="テキスト ボックス 53">
            <a:extLst>
              <a:ext uri="{FF2B5EF4-FFF2-40B4-BE49-F238E27FC236}">
                <a16:creationId xmlns:a16="http://schemas.microsoft.com/office/drawing/2014/main" id="{45513E52-8377-9D55-F00F-A89CB759DCC5}"/>
              </a:ext>
            </a:extLst>
          </p:cNvPr>
          <p:cNvSpPr txBox="1"/>
          <p:nvPr/>
        </p:nvSpPr>
        <p:spPr>
          <a:xfrm>
            <a:off x="4807025" y="3383429"/>
            <a:ext cx="2577950"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 </a:t>
            </a:r>
            <a:r>
              <a:rPr kumimoji="1" lang="en-US" altLang="ja-JP"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192.168.1.0/16</a:t>
            </a:r>
            <a:endPar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55" name="テキスト ボックス 54">
            <a:extLst>
              <a:ext uri="{FF2B5EF4-FFF2-40B4-BE49-F238E27FC236}">
                <a16:creationId xmlns:a16="http://schemas.microsoft.com/office/drawing/2014/main" id="{9BC25619-EFE9-00E1-8F87-722B3AA1DA87}"/>
              </a:ext>
            </a:extLst>
          </p:cNvPr>
          <p:cNvSpPr txBox="1"/>
          <p:nvPr/>
        </p:nvSpPr>
        <p:spPr>
          <a:xfrm>
            <a:off x="5058692" y="6310399"/>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AZ1</a:t>
            </a:r>
            <a:endParaRPr kumimoji="1" lang="ja-JP" altLang="en-US" sz="1400">
              <a:latin typeface="Yu Gothic UI" panose="020B0500000000000000" pitchFamily="34" charset="-128"/>
              <a:ea typeface="Yu Gothic UI" panose="020B0500000000000000" pitchFamily="34" charset="-128"/>
            </a:endParaRPr>
          </a:p>
        </p:txBody>
      </p:sp>
      <p:sp>
        <p:nvSpPr>
          <p:cNvPr id="56" name="テキスト ボックス 55">
            <a:extLst>
              <a:ext uri="{FF2B5EF4-FFF2-40B4-BE49-F238E27FC236}">
                <a16:creationId xmlns:a16="http://schemas.microsoft.com/office/drawing/2014/main" id="{ECFC2AE1-D0E5-CD7F-6387-4D107D3A2487}"/>
              </a:ext>
            </a:extLst>
          </p:cNvPr>
          <p:cNvSpPr txBox="1"/>
          <p:nvPr/>
        </p:nvSpPr>
        <p:spPr>
          <a:xfrm>
            <a:off x="5894156" y="6310399"/>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AZ2</a:t>
            </a:r>
            <a:endParaRPr kumimoji="1" lang="ja-JP" altLang="en-US" sz="1400">
              <a:latin typeface="Yu Gothic UI" panose="020B0500000000000000" pitchFamily="34" charset="-128"/>
              <a:ea typeface="Yu Gothic UI" panose="020B0500000000000000" pitchFamily="34" charset="-128"/>
            </a:endParaRPr>
          </a:p>
        </p:txBody>
      </p:sp>
      <p:sp>
        <p:nvSpPr>
          <p:cNvPr id="57" name="テキスト ボックス 56">
            <a:extLst>
              <a:ext uri="{FF2B5EF4-FFF2-40B4-BE49-F238E27FC236}">
                <a16:creationId xmlns:a16="http://schemas.microsoft.com/office/drawing/2014/main" id="{A217E50A-7AFB-119F-0FD3-76FCB850AB37}"/>
              </a:ext>
            </a:extLst>
          </p:cNvPr>
          <p:cNvSpPr txBox="1"/>
          <p:nvPr/>
        </p:nvSpPr>
        <p:spPr>
          <a:xfrm>
            <a:off x="6719734" y="6309370"/>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AZ3</a:t>
            </a:r>
            <a:endParaRPr kumimoji="1" lang="ja-JP" altLang="en-US" sz="1400">
              <a:latin typeface="Yu Gothic UI" panose="020B0500000000000000" pitchFamily="34" charset="-128"/>
              <a:ea typeface="Yu Gothic UI" panose="020B0500000000000000" pitchFamily="34" charset="-128"/>
            </a:endParaRPr>
          </a:p>
        </p:txBody>
      </p:sp>
      <p:sp>
        <p:nvSpPr>
          <p:cNvPr id="58" name="テキスト ボックス 57">
            <a:extLst>
              <a:ext uri="{FF2B5EF4-FFF2-40B4-BE49-F238E27FC236}">
                <a16:creationId xmlns:a16="http://schemas.microsoft.com/office/drawing/2014/main" id="{4D6FACCC-DD40-A0B7-FEE9-1597A7143239}"/>
              </a:ext>
            </a:extLst>
          </p:cNvPr>
          <p:cNvSpPr txBox="1"/>
          <p:nvPr/>
        </p:nvSpPr>
        <p:spPr>
          <a:xfrm>
            <a:off x="9050641" y="6403757"/>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AZ1</a:t>
            </a:r>
            <a:endParaRPr kumimoji="1" lang="ja-JP" altLang="en-US" sz="1400">
              <a:latin typeface="Yu Gothic UI" panose="020B0500000000000000" pitchFamily="34" charset="-128"/>
              <a:ea typeface="Yu Gothic UI" panose="020B0500000000000000" pitchFamily="34" charset="-128"/>
            </a:endParaRPr>
          </a:p>
        </p:txBody>
      </p:sp>
      <p:sp>
        <p:nvSpPr>
          <p:cNvPr id="59" name="テキスト ボックス 58">
            <a:extLst>
              <a:ext uri="{FF2B5EF4-FFF2-40B4-BE49-F238E27FC236}">
                <a16:creationId xmlns:a16="http://schemas.microsoft.com/office/drawing/2014/main" id="{F1D5EEA9-CE97-28A3-48A9-C8C6DCE990FC}"/>
              </a:ext>
            </a:extLst>
          </p:cNvPr>
          <p:cNvSpPr txBox="1"/>
          <p:nvPr/>
        </p:nvSpPr>
        <p:spPr>
          <a:xfrm>
            <a:off x="9886105" y="6403757"/>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AZ2</a:t>
            </a:r>
            <a:endParaRPr kumimoji="1" lang="ja-JP" altLang="en-US" sz="1400">
              <a:latin typeface="Yu Gothic UI" panose="020B0500000000000000" pitchFamily="34" charset="-128"/>
              <a:ea typeface="Yu Gothic UI" panose="020B0500000000000000" pitchFamily="34" charset="-128"/>
            </a:endParaRPr>
          </a:p>
        </p:txBody>
      </p:sp>
      <p:sp>
        <p:nvSpPr>
          <p:cNvPr id="60" name="テキスト ボックス 59">
            <a:extLst>
              <a:ext uri="{FF2B5EF4-FFF2-40B4-BE49-F238E27FC236}">
                <a16:creationId xmlns:a16="http://schemas.microsoft.com/office/drawing/2014/main" id="{7E276187-1BB7-2E6C-7B7E-ECDFA85FD40F}"/>
              </a:ext>
            </a:extLst>
          </p:cNvPr>
          <p:cNvSpPr txBox="1"/>
          <p:nvPr/>
        </p:nvSpPr>
        <p:spPr>
          <a:xfrm>
            <a:off x="10711683" y="6402728"/>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AZ3</a:t>
            </a:r>
            <a:endParaRPr kumimoji="1" lang="ja-JP" altLang="en-US" sz="1400">
              <a:latin typeface="Yu Gothic UI" panose="020B0500000000000000" pitchFamily="34" charset="-128"/>
              <a:ea typeface="Yu Gothic UI" panose="020B0500000000000000" pitchFamily="34" charset="-128"/>
            </a:endParaRPr>
          </a:p>
        </p:txBody>
      </p:sp>
      <p:sp>
        <p:nvSpPr>
          <p:cNvPr id="61" name="テキスト ボックス 60">
            <a:extLst>
              <a:ext uri="{FF2B5EF4-FFF2-40B4-BE49-F238E27FC236}">
                <a16:creationId xmlns:a16="http://schemas.microsoft.com/office/drawing/2014/main" id="{8CDA5289-9CF3-3CF8-BA42-EFA6DBDF6898}"/>
              </a:ext>
            </a:extLst>
          </p:cNvPr>
          <p:cNvSpPr txBox="1"/>
          <p:nvPr/>
        </p:nvSpPr>
        <p:spPr>
          <a:xfrm>
            <a:off x="8951086" y="3348554"/>
            <a:ext cx="224612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 </a:t>
            </a:r>
            <a:r>
              <a:rPr kumimoji="1" lang="en-US" altLang="ja-JP"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10.0.0.0/16</a:t>
            </a:r>
            <a:endPar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62" name="角丸四角形 61">
            <a:extLst>
              <a:ext uri="{FF2B5EF4-FFF2-40B4-BE49-F238E27FC236}">
                <a16:creationId xmlns:a16="http://schemas.microsoft.com/office/drawing/2014/main" id="{CE209186-44B7-6FCF-39CC-BEFA185DDF25}"/>
              </a:ext>
            </a:extLst>
          </p:cNvPr>
          <p:cNvSpPr/>
          <p:nvPr/>
        </p:nvSpPr>
        <p:spPr bwMode="auto">
          <a:xfrm>
            <a:off x="911796" y="3331960"/>
            <a:ext cx="701128" cy="3347377"/>
          </a:xfrm>
          <a:prstGeom prst="roundRect">
            <a:avLst/>
          </a:prstGeom>
          <a:noFill/>
          <a:ln w="1587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63" name="角丸四角形 62">
            <a:extLst>
              <a:ext uri="{FF2B5EF4-FFF2-40B4-BE49-F238E27FC236}">
                <a16:creationId xmlns:a16="http://schemas.microsoft.com/office/drawing/2014/main" id="{2A865B1A-17D9-2DDB-BADE-17CEF5F1130E}"/>
              </a:ext>
            </a:extLst>
          </p:cNvPr>
          <p:cNvSpPr/>
          <p:nvPr/>
        </p:nvSpPr>
        <p:spPr bwMode="auto">
          <a:xfrm>
            <a:off x="1747624" y="3337201"/>
            <a:ext cx="701128" cy="3347377"/>
          </a:xfrm>
          <a:prstGeom prst="roundRect">
            <a:avLst/>
          </a:prstGeom>
          <a:noFill/>
          <a:ln w="1587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64" name="角丸四角形 63">
            <a:extLst>
              <a:ext uri="{FF2B5EF4-FFF2-40B4-BE49-F238E27FC236}">
                <a16:creationId xmlns:a16="http://schemas.microsoft.com/office/drawing/2014/main" id="{2304C9AD-2FF4-CCCF-9D20-C63CF7B5082E}"/>
              </a:ext>
            </a:extLst>
          </p:cNvPr>
          <p:cNvSpPr/>
          <p:nvPr/>
        </p:nvSpPr>
        <p:spPr bwMode="auto">
          <a:xfrm>
            <a:off x="2574399" y="3331960"/>
            <a:ext cx="701128" cy="3347377"/>
          </a:xfrm>
          <a:prstGeom prst="roundRect">
            <a:avLst/>
          </a:prstGeom>
          <a:noFill/>
          <a:ln w="1587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65" name="テキスト ボックス 64">
            <a:extLst>
              <a:ext uri="{FF2B5EF4-FFF2-40B4-BE49-F238E27FC236}">
                <a16:creationId xmlns:a16="http://schemas.microsoft.com/office/drawing/2014/main" id="{F6DF3D58-4786-B321-E6D9-955779A007FC}"/>
              </a:ext>
            </a:extLst>
          </p:cNvPr>
          <p:cNvSpPr txBox="1"/>
          <p:nvPr/>
        </p:nvSpPr>
        <p:spPr>
          <a:xfrm>
            <a:off x="1060088" y="6344712"/>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AZ1</a:t>
            </a:r>
            <a:endParaRPr kumimoji="1" lang="ja-JP" altLang="en-US" sz="1400">
              <a:latin typeface="Yu Gothic UI" panose="020B0500000000000000" pitchFamily="34" charset="-128"/>
              <a:ea typeface="Yu Gothic UI" panose="020B0500000000000000" pitchFamily="34" charset="-128"/>
            </a:endParaRPr>
          </a:p>
        </p:txBody>
      </p:sp>
      <p:sp>
        <p:nvSpPr>
          <p:cNvPr id="66" name="テキスト ボックス 65">
            <a:extLst>
              <a:ext uri="{FF2B5EF4-FFF2-40B4-BE49-F238E27FC236}">
                <a16:creationId xmlns:a16="http://schemas.microsoft.com/office/drawing/2014/main" id="{4A086E96-08CC-6966-4E5E-A0F43F00596C}"/>
              </a:ext>
            </a:extLst>
          </p:cNvPr>
          <p:cNvSpPr txBox="1"/>
          <p:nvPr/>
        </p:nvSpPr>
        <p:spPr>
          <a:xfrm>
            <a:off x="1895552" y="6344712"/>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AZ2</a:t>
            </a:r>
            <a:endParaRPr kumimoji="1" lang="ja-JP" altLang="en-US" sz="1400">
              <a:latin typeface="Yu Gothic UI" panose="020B0500000000000000" pitchFamily="34" charset="-128"/>
              <a:ea typeface="Yu Gothic UI" panose="020B0500000000000000" pitchFamily="34" charset="-128"/>
            </a:endParaRPr>
          </a:p>
        </p:txBody>
      </p:sp>
      <p:sp>
        <p:nvSpPr>
          <p:cNvPr id="67" name="テキスト ボックス 66">
            <a:extLst>
              <a:ext uri="{FF2B5EF4-FFF2-40B4-BE49-F238E27FC236}">
                <a16:creationId xmlns:a16="http://schemas.microsoft.com/office/drawing/2014/main" id="{6386F7EC-6D1E-DD55-D69B-D597C2560B0A}"/>
              </a:ext>
            </a:extLst>
          </p:cNvPr>
          <p:cNvSpPr txBox="1"/>
          <p:nvPr/>
        </p:nvSpPr>
        <p:spPr>
          <a:xfrm>
            <a:off x="2721130" y="6343683"/>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AZ3</a:t>
            </a:r>
            <a:endParaRPr kumimoji="1" lang="ja-JP" altLang="en-US" sz="1400">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897635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8B3A2-AD3B-21C3-8166-06BF6F7B4B54}"/>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22FD8558-DCF5-34E1-42F2-AFACE7502CD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VNet とサブネット</a:t>
            </a:r>
          </a:p>
        </p:txBody>
      </p:sp>
      <p:sp>
        <p:nvSpPr>
          <p:cNvPr id="2" name="正方形/長方形 1">
            <a:extLst>
              <a:ext uri="{FF2B5EF4-FFF2-40B4-BE49-F238E27FC236}">
                <a16:creationId xmlns:a16="http://schemas.microsoft.com/office/drawing/2014/main" id="{2AA5BD3C-C227-D807-4CE6-7D373443061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E84083D-820F-145F-9F15-A05AFF5EAB2B}"/>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2" name="Rounded Rectangle 75">
            <a:extLst>
              <a:ext uri="{FF2B5EF4-FFF2-40B4-BE49-F238E27FC236}">
                <a16:creationId xmlns:a16="http://schemas.microsoft.com/office/drawing/2014/main" id="{08E32EA9-8336-D38B-A31B-EBB2021A70CB}"/>
              </a:ext>
            </a:extLst>
          </p:cNvPr>
          <p:cNvSpPr/>
          <p:nvPr/>
        </p:nvSpPr>
        <p:spPr bwMode="auto">
          <a:xfrm>
            <a:off x="3147289" y="3195428"/>
            <a:ext cx="2857500" cy="1731562"/>
          </a:xfrm>
          <a:prstGeom prst="roundRect">
            <a:avLst>
              <a:gd name="adj" fmla="val 10259"/>
            </a:avLst>
          </a:prstGeom>
          <a:noFill/>
          <a:ln w="28575">
            <a:solidFill>
              <a:schemeClr val="accent1">
                <a:lumMod val="20000"/>
                <a:lumOff val="80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79277" tIns="143422" rIns="179277" bIns="143422" numCol="1" spcCol="0" rtlCol="0" fromWordArt="0" anchor="t" anchorCtr="0" forceAA="0" compatLnSpc="1">
            <a:prstTxWarp prst="textNoShape">
              <a:avLst/>
            </a:prstTxWarp>
            <a:noAutofit/>
          </a:bodyPr>
          <a:lstStyle/>
          <a:p>
            <a:pPr marL="0" marR="0" lvl="0" indent="0" algn="ctr" defTabSz="896091"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49"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sp>
        <p:nvSpPr>
          <p:cNvPr id="53" name="Freeform 24">
            <a:extLst>
              <a:ext uri="{FF2B5EF4-FFF2-40B4-BE49-F238E27FC236}">
                <a16:creationId xmlns:a16="http://schemas.microsoft.com/office/drawing/2014/main" id="{3AFA60F4-4479-77D7-F71E-8BA835DA8FAF}"/>
              </a:ext>
            </a:extLst>
          </p:cNvPr>
          <p:cNvSpPr>
            <a:spLocks noEditPoints="1"/>
          </p:cNvSpPr>
          <p:nvPr/>
        </p:nvSpPr>
        <p:spPr bwMode="black">
          <a:xfrm>
            <a:off x="3543924" y="4237601"/>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54" name="Picture 4" descr="C:\Users\roslyn.ADI\Desktop\DVD_ART36\Artwork_Imagery\Icons - Illustrations\_ WINDOWS SERVER ICONS\Hardware\Virtual Servers 2.png">
            <a:extLst>
              <a:ext uri="{FF2B5EF4-FFF2-40B4-BE49-F238E27FC236}">
                <a16:creationId xmlns:a16="http://schemas.microsoft.com/office/drawing/2014/main" id="{E328CE4A-38B0-CEAF-300E-7A23DABAF1DC}"/>
              </a:ext>
            </a:extLst>
          </p:cNvPr>
          <p:cNvPicPr>
            <a:picLocks noChangeAspect="1" noChangeArrowheads="1"/>
          </p:cNvPicPr>
          <p:nvPr/>
        </p:nvPicPr>
        <p:blipFill>
          <a:blip r:embed="rId3" cstate="print"/>
          <a:srcRect/>
          <a:stretch>
            <a:fillRect/>
          </a:stretch>
        </p:blipFill>
        <p:spPr bwMode="auto">
          <a:xfrm>
            <a:off x="3686500" y="3819730"/>
            <a:ext cx="492017" cy="613536"/>
          </a:xfrm>
          <a:prstGeom prst="rect">
            <a:avLst/>
          </a:prstGeom>
          <a:noFill/>
        </p:spPr>
      </p:pic>
      <p:sp>
        <p:nvSpPr>
          <p:cNvPr id="55" name="テキスト ボックス 54">
            <a:extLst>
              <a:ext uri="{FF2B5EF4-FFF2-40B4-BE49-F238E27FC236}">
                <a16:creationId xmlns:a16="http://schemas.microsoft.com/office/drawing/2014/main" id="{0BAF89AD-E8CC-D068-E105-65B086F74185}"/>
              </a:ext>
            </a:extLst>
          </p:cNvPr>
          <p:cNvSpPr txBox="1"/>
          <p:nvPr/>
        </p:nvSpPr>
        <p:spPr>
          <a:xfrm>
            <a:off x="3490240" y="3512531"/>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1</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56" name="テキスト ボックス 55">
            <a:extLst>
              <a:ext uri="{FF2B5EF4-FFF2-40B4-BE49-F238E27FC236}">
                <a16:creationId xmlns:a16="http://schemas.microsoft.com/office/drawing/2014/main" id="{16C218C1-8C0F-C083-4101-ACDCBE2040F7}"/>
              </a:ext>
            </a:extLst>
          </p:cNvPr>
          <p:cNvSpPr txBox="1"/>
          <p:nvPr/>
        </p:nvSpPr>
        <p:spPr>
          <a:xfrm>
            <a:off x="3562695" y="3923219"/>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cxnSp>
        <p:nvCxnSpPr>
          <p:cNvPr id="57" name="直線コネクタ 56">
            <a:extLst>
              <a:ext uri="{FF2B5EF4-FFF2-40B4-BE49-F238E27FC236}">
                <a16:creationId xmlns:a16="http://schemas.microsoft.com/office/drawing/2014/main" id="{A3452ED1-C598-EEFA-DDD2-C18CCC5367E2}"/>
              </a:ext>
            </a:extLst>
          </p:cNvPr>
          <p:cNvCxnSpPr/>
          <p:nvPr/>
        </p:nvCxnSpPr>
        <p:spPr>
          <a:xfrm flipV="1">
            <a:off x="2814780" y="5197481"/>
            <a:ext cx="6733309" cy="3273"/>
          </a:xfrm>
          <a:prstGeom prst="line">
            <a:avLst/>
          </a:prstGeom>
          <a:ln w="38100">
            <a:solidFill>
              <a:schemeClr val="accent1">
                <a:lumMod val="20000"/>
                <a:lumOff val="8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58" name="直線矢印コネクタ 57">
            <a:extLst>
              <a:ext uri="{FF2B5EF4-FFF2-40B4-BE49-F238E27FC236}">
                <a16:creationId xmlns:a16="http://schemas.microsoft.com/office/drawing/2014/main" id="{38F138FD-C0AF-B129-527F-E39B476CC453}"/>
              </a:ext>
            </a:extLst>
          </p:cNvPr>
          <p:cNvCxnSpPr/>
          <p:nvPr/>
        </p:nvCxnSpPr>
        <p:spPr>
          <a:xfrm flipV="1">
            <a:off x="3932508" y="4695901"/>
            <a:ext cx="0" cy="501580"/>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F3A42150-2F40-7D39-AF87-D7F7DC3866FA}"/>
              </a:ext>
            </a:extLst>
          </p:cNvPr>
          <p:cNvCxnSpPr/>
          <p:nvPr/>
        </p:nvCxnSpPr>
        <p:spPr>
          <a:xfrm flipV="1">
            <a:off x="5296478" y="4721011"/>
            <a:ext cx="0" cy="476470"/>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2466CD80-3912-F213-410D-6E080CD6C7C8}"/>
              </a:ext>
            </a:extLst>
          </p:cNvPr>
          <p:cNvSpPr txBox="1"/>
          <p:nvPr/>
        </p:nvSpPr>
        <p:spPr>
          <a:xfrm>
            <a:off x="4854210" y="3512531"/>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2</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61" name="Rounded Rectangle 75">
            <a:extLst>
              <a:ext uri="{FF2B5EF4-FFF2-40B4-BE49-F238E27FC236}">
                <a16:creationId xmlns:a16="http://schemas.microsoft.com/office/drawing/2014/main" id="{276C4FCE-51D9-8D41-03BB-AF84EAD4279C}"/>
              </a:ext>
            </a:extLst>
          </p:cNvPr>
          <p:cNvSpPr/>
          <p:nvPr/>
        </p:nvSpPr>
        <p:spPr bwMode="auto">
          <a:xfrm>
            <a:off x="7106226" y="3200648"/>
            <a:ext cx="1620982" cy="1726342"/>
          </a:xfrm>
          <a:prstGeom prst="roundRect">
            <a:avLst>
              <a:gd name="adj" fmla="val 10259"/>
            </a:avLst>
          </a:prstGeom>
          <a:noFill/>
          <a:ln w="28575">
            <a:solidFill>
              <a:schemeClr val="accent1">
                <a:lumMod val="20000"/>
                <a:lumOff val="80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79277" tIns="143422" rIns="179277" bIns="143422" numCol="1" spcCol="0" rtlCol="0" fromWordArt="0" anchor="t" anchorCtr="0" forceAA="0" compatLnSpc="1">
            <a:prstTxWarp prst="textNoShape">
              <a:avLst/>
            </a:prstTxWarp>
            <a:noAutofit/>
          </a:bodyPr>
          <a:lstStyle/>
          <a:p>
            <a:pPr marL="0" marR="0" lvl="0" indent="0" algn="ctr" defTabSz="896091"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49"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cxnSp>
        <p:nvCxnSpPr>
          <p:cNvPr id="62" name="直線矢印コネクタ 61">
            <a:extLst>
              <a:ext uri="{FF2B5EF4-FFF2-40B4-BE49-F238E27FC236}">
                <a16:creationId xmlns:a16="http://schemas.microsoft.com/office/drawing/2014/main" id="{EA4B872B-5D9A-2D2D-87E8-C0CC9D27D456}"/>
              </a:ext>
            </a:extLst>
          </p:cNvPr>
          <p:cNvCxnSpPr/>
          <p:nvPr/>
        </p:nvCxnSpPr>
        <p:spPr>
          <a:xfrm flipV="1">
            <a:off x="7802421" y="4676575"/>
            <a:ext cx="6766" cy="524179"/>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63" name="テキスト ボックス 62">
            <a:extLst>
              <a:ext uri="{FF2B5EF4-FFF2-40B4-BE49-F238E27FC236}">
                <a16:creationId xmlns:a16="http://schemas.microsoft.com/office/drawing/2014/main" id="{5CEDDA26-59AE-8713-0273-EE33892B86BF}"/>
              </a:ext>
            </a:extLst>
          </p:cNvPr>
          <p:cNvSpPr txBox="1"/>
          <p:nvPr/>
        </p:nvSpPr>
        <p:spPr>
          <a:xfrm>
            <a:off x="7363535" y="3512531"/>
            <a:ext cx="884538"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3</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64" name="Freeform 24">
            <a:extLst>
              <a:ext uri="{FF2B5EF4-FFF2-40B4-BE49-F238E27FC236}">
                <a16:creationId xmlns:a16="http://schemas.microsoft.com/office/drawing/2014/main" id="{E69A0C99-B28E-6AEE-6F1A-E14D0AB1367F}"/>
              </a:ext>
            </a:extLst>
          </p:cNvPr>
          <p:cNvSpPr>
            <a:spLocks noEditPoints="1"/>
          </p:cNvSpPr>
          <p:nvPr/>
        </p:nvSpPr>
        <p:spPr bwMode="black">
          <a:xfrm>
            <a:off x="4907894" y="4237601"/>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65" name="Picture 4" descr="C:\Users\roslyn.ADI\Desktop\DVD_ART36\Artwork_Imagery\Icons - Illustrations\_ WINDOWS SERVER ICONS\Hardware\Virtual Servers 2.png">
            <a:extLst>
              <a:ext uri="{FF2B5EF4-FFF2-40B4-BE49-F238E27FC236}">
                <a16:creationId xmlns:a16="http://schemas.microsoft.com/office/drawing/2014/main" id="{A32162C4-DA61-3EB0-6A56-188536D2464B}"/>
              </a:ext>
            </a:extLst>
          </p:cNvPr>
          <p:cNvPicPr>
            <a:picLocks noChangeAspect="1" noChangeArrowheads="1"/>
          </p:cNvPicPr>
          <p:nvPr/>
        </p:nvPicPr>
        <p:blipFill>
          <a:blip r:embed="rId3" cstate="print"/>
          <a:srcRect/>
          <a:stretch>
            <a:fillRect/>
          </a:stretch>
        </p:blipFill>
        <p:spPr bwMode="auto">
          <a:xfrm>
            <a:off x="5050470" y="3819730"/>
            <a:ext cx="492017" cy="613536"/>
          </a:xfrm>
          <a:prstGeom prst="rect">
            <a:avLst/>
          </a:prstGeom>
          <a:noFill/>
        </p:spPr>
      </p:pic>
      <p:sp>
        <p:nvSpPr>
          <p:cNvPr id="66" name="Freeform 24">
            <a:extLst>
              <a:ext uri="{FF2B5EF4-FFF2-40B4-BE49-F238E27FC236}">
                <a16:creationId xmlns:a16="http://schemas.microsoft.com/office/drawing/2014/main" id="{61625906-112E-0AB3-FB40-08CBD14A0AC6}"/>
              </a:ext>
            </a:extLst>
          </p:cNvPr>
          <p:cNvSpPr>
            <a:spLocks noEditPoints="1"/>
          </p:cNvSpPr>
          <p:nvPr/>
        </p:nvSpPr>
        <p:spPr bwMode="black">
          <a:xfrm>
            <a:off x="7417220" y="4237601"/>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67" name="Picture 4" descr="C:\Users\roslyn.ADI\Desktop\DVD_ART36\Artwork_Imagery\Icons - Illustrations\_ WINDOWS SERVER ICONS\Hardware\Virtual Servers 2.png">
            <a:extLst>
              <a:ext uri="{FF2B5EF4-FFF2-40B4-BE49-F238E27FC236}">
                <a16:creationId xmlns:a16="http://schemas.microsoft.com/office/drawing/2014/main" id="{54FE088F-A5D1-05D1-930E-AD2573BAD4F8}"/>
              </a:ext>
            </a:extLst>
          </p:cNvPr>
          <p:cNvPicPr>
            <a:picLocks noChangeAspect="1" noChangeArrowheads="1"/>
          </p:cNvPicPr>
          <p:nvPr/>
        </p:nvPicPr>
        <p:blipFill>
          <a:blip r:embed="rId3" cstate="print"/>
          <a:srcRect/>
          <a:stretch>
            <a:fillRect/>
          </a:stretch>
        </p:blipFill>
        <p:spPr bwMode="auto">
          <a:xfrm>
            <a:off x="7559796" y="3819730"/>
            <a:ext cx="492017" cy="613536"/>
          </a:xfrm>
          <a:prstGeom prst="rect">
            <a:avLst/>
          </a:prstGeom>
          <a:noFill/>
        </p:spPr>
      </p:pic>
      <p:sp>
        <p:nvSpPr>
          <p:cNvPr id="68" name="円/楕円 67">
            <a:extLst>
              <a:ext uri="{FF2B5EF4-FFF2-40B4-BE49-F238E27FC236}">
                <a16:creationId xmlns:a16="http://schemas.microsoft.com/office/drawing/2014/main" id="{F5418C93-66D7-5EED-B6BD-1AD1F863868B}"/>
              </a:ext>
            </a:extLst>
          </p:cNvPr>
          <p:cNvSpPr/>
          <p:nvPr/>
        </p:nvSpPr>
        <p:spPr bwMode="auto">
          <a:xfrm>
            <a:off x="5170478" y="4443901"/>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9" name="円/楕円 68">
            <a:extLst>
              <a:ext uri="{FF2B5EF4-FFF2-40B4-BE49-F238E27FC236}">
                <a16:creationId xmlns:a16="http://schemas.microsoft.com/office/drawing/2014/main" id="{6C5CF83B-4984-70AE-6675-D91920B28A85}"/>
              </a:ext>
            </a:extLst>
          </p:cNvPr>
          <p:cNvSpPr/>
          <p:nvPr/>
        </p:nvSpPr>
        <p:spPr bwMode="auto">
          <a:xfrm>
            <a:off x="3806508" y="4424575"/>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70" name="円/楕円 69">
            <a:extLst>
              <a:ext uri="{FF2B5EF4-FFF2-40B4-BE49-F238E27FC236}">
                <a16:creationId xmlns:a16="http://schemas.microsoft.com/office/drawing/2014/main" id="{063D43F8-00DE-E194-9E51-E62D3394556A}"/>
              </a:ext>
            </a:extLst>
          </p:cNvPr>
          <p:cNvSpPr/>
          <p:nvPr/>
        </p:nvSpPr>
        <p:spPr bwMode="auto">
          <a:xfrm>
            <a:off x="7679804" y="4424575"/>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71" name="フリーフォーム 70">
            <a:extLst>
              <a:ext uri="{FF2B5EF4-FFF2-40B4-BE49-F238E27FC236}">
                <a16:creationId xmlns:a16="http://schemas.microsoft.com/office/drawing/2014/main" id="{32169355-B8E9-3A16-12B1-4228E386C188}"/>
              </a:ext>
            </a:extLst>
          </p:cNvPr>
          <p:cNvSpPr/>
          <p:nvPr/>
        </p:nvSpPr>
        <p:spPr bwMode="auto">
          <a:xfrm>
            <a:off x="4104599" y="4694391"/>
            <a:ext cx="3497272" cy="342301"/>
          </a:xfrm>
          <a:custGeom>
            <a:avLst/>
            <a:gdLst>
              <a:gd name="connsiteX0" fmla="*/ 0 w 1704975"/>
              <a:gd name="connsiteY0" fmla="*/ 0 h 818580"/>
              <a:gd name="connsiteX1" fmla="*/ 342900 w 1704975"/>
              <a:gd name="connsiteY1" fmla="*/ 704850 h 818580"/>
              <a:gd name="connsiteX2" fmla="*/ 1304925 w 1704975"/>
              <a:gd name="connsiteY2" fmla="*/ 752475 h 818580"/>
              <a:gd name="connsiteX3" fmla="*/ 1704975 w 1704975"/>
              <a:gd name="connsiteY3" fmla="*/ 57150 h 818580"/>
            </a:gdLst>
            <a:ahLst/>
            <a:cxnLst>
              <a:cxn ang="0">
                <a:pos x="connsiteX0" y="connsiteY0"/>
              </a:cxn>
              <a:cxn ang="0">
                <a:pos x="connsiteX1" y="connsiteY1"/>
              </a:cxn>
              <a:cxn ang="0">
                <a:pos x="connsiteX2" y="connsiteY2"/>
              </a:cxn>
              <a:cxn ang="0">
                <a:pos x="connsiteX3" y="connsiteY3"/>
              </a:cxn>
            </a:cxnLst>
            <a:rect l="l" t="t" r="r" b="b"/>
            <a:pathLst>
              <a:path w="1704975" h="818580">
                <a:moveTo>
                  <a:pt x="0" y="0"/>
                </a:moveTo>
                <a:cubicBezTo>
                  <a:pt x="62706" y="289719"/>
                  <a:pt x="125413" y="579438"/>
                  <a:pt x="342900" y="704850"/>
                </a:cubicBezTo>
                <a:cubicBezTo>
                  <a:pt x="560388" y="830263"/>
                  <a:pt x="1077912" y="860425"/>
                  <a:pt x="1304925" y="752475"/>
                </a:cubicBezTo>
                <a:cubicBezTo>
                  <a:pt x="1531938" y="644525"/>
                  <a:pt x="1618456" y="350837"/>
                  <a:pt x="1704975" y="57150"/>
                </a:cubicBezTo>
              </a:path>
            </a:pathLst>
          </a:custGeom>
          <a:noFill/>
          <a:ln w="38100">
            <a:solidFill>
              <a:srgbClr val="FFC000"/>
            </a:solidFill>
            <a:headEnd type="triangle" w="med" len="med"/>
            <a:tailEnd type="triangle" w="med" len="med"/>
          </a:ln>
          <a:effectLst>
            <a:outerShdw blurRad="50800" dist="38100" dir="13500000" algn="br"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lIns="89639" tIns="44819" rIns="89639" bIns="44819"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pic>
        <p:nvPicPr>
          <p:cNvPr id="72" name="Picture 2" descr="C:\Users\Administrator\AppData\Local\Microsoft\Windows\Temporary Internet Files\Content.IE5\I11C6EYZ\MC900223368[1].wmf">
            <a:extLst>
              <a:ext uri="{FF2B5EF4-FFF2-40B4-BE49-F238E27FC236}">
                <a16:creationId xmlns:a16="http://schemas.microsoft.com/office/drawing/2014/main" id="{C697835D-EC89-7A47-DB9C-0545CE3881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80260" y="5035718"/>
            <a:ext cx="1331642" cy="423641"/>
          </a:xfrm>
          <a:prstGeom prst="rect">
            <a:avLst/>
          </a:prstGeom>
          <a:noFill/>
          <a:ln>
            <a:solidFill>
              <a:schemeClr val="accent1">
                <a:lumMod val="20000"/>
                <a:lumOff val="80000"/>
              </a:schemeClr>
            </a:solidFill>
          </a:ln>
          <a:extLst>
            <a:ext uri="{909E8E84-426E-40DD-AFC4-6F175D3DCCD1}">
              <a14:hiddenFill xmlns:a14="http://schemas.microsoft.com/office/drawing/2010/main">
                <a:solidFill>
                  <a:srgbClr val="FFFFFF"/>
                </a:solidFill>
              </a14:hiddenFill>
            </a:ext>
          </a:extLst>
        </p:spPr>
      </p:pic>
      <p:sp>
        <p:nvSpPr>
          <p:cNvPr id="73" name="フリーフォーム 72">
            <a:extLst>
              <a:ext uri="{FF2B5EF4-FFF2-40B4-BE49-F238E27FC236}">
                <a16:creationId xmlns:a16="http://schemas.microsoft.com/office/drawing/2014/main" id="{83C2966F-2410-836F-7BA9-066343A96426}"/>
              </a:ext>
            </a:extLst>
          </p:cNvPr>
          <p:cNvSpPr/>
          <p:nvPr/>
        </p:nvSpPr>
        <p:spPr bwMode="auto">
          <a:xfrm>
            <a:off x="5463567" y="4561962"/>
            <a:ext cx="2012557" cy="294775"/>
          </a:xfrm>
          <a:custGeom>
            <a:avLst/>
            <a:gdLst>
              <a:gd name="connsiteX0" fmla="*/ 0 w 1704975"/>
              <a:gd name="connsiteY0" fmla="*/ 0 h 818580"/>
              <a:gd name="connsiteX1" fmla="*/ 342900 w 1704975"/>
              <a:gd name="connsiteY1" fmla="*/ 704850 h 818580"/>
              <a:gd name="connsiteX2" fmla="*/ 1304925 w 1704975"/>
              <a:gd name="connsiteY2" fmla="*/ 752475 h 818580"/>
              <a:gd name="connsiteX3" fmla="*/ 1704975 w 1704975"/>
              <a:gd name="connsiteY3" fmla="*/ 57150 h 818580"/>
            </a:gdLst>
            <a:ahLst/>
            <a:cxnLst>
              <a:cxn ang="0">
                <a:pos x="connsiteX0" y="connsiteY0"/>
              </a:cxn>
              <a:cxn ang="0">
                <a:pos x="connsiteX1" y="connsiteY1"/>
              </a:cxn>
              <a:cxn ang="0">
                <a:pos x="connsiteX2" y="connsiteY2"/>
              </a:cxn>
              <a:cxn ang="0">
                <a:pos x="connsiteX3" y="connsiteY3"/>
              </a:cxn>
            </a:cxnLst>
            <a:rect l="l" t="t" r="r" b="b"/>
            <a:pathLst>
              <a:path w="1704975" h="818580">
                <a:moveTo>
                  <a:pt x="0" y="0"/>
                </a:moveTo>
                <a:cubicBezTo>
                  <a:pt x="62706" y="289719"/>
                  <a:pt x="125413" y="579438"/>
                  <a:pt x="342900" y="704850"/>
                </a:cubicBezTo>
                <a:cubicBezTo>
                  <a:pt x="560388" y="830263"/>
                  <a:pt x="1077912" y="860425"/>
                  <a:pt x="1304925" y="752475"/>
                </a:cubicBezTo>
                <a:cubicBezTo>
                  <a:pt x="1531938" y="644525"/>
                  <a:pt x="1618456" y="350837"/>
                  <a:pt x="1704975" y="57150"/>
                </a:cubicBezTo>
              </a:path>
            </a:pathLst>
          </a:custGeom>
          <a:noFill/>
          <a:ln w="38100">
            <a:solidFill>
              <a:srgbClr val="FFC000"/>
            </a:solidFill>
            <a:headEnd type="triangle" w="med" len="med"/>
            <a:tailEnd type="triangle" w="med" len="med"/>
          </a:ln>
          <a:effectLst>
            <a:outerShdw blurRad="50800" dist="38100" dir="13500000" algn="br"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lIns="89639" tIns="44819" rIns="89639" bIns="44819"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sp>
        <p:nvSpPr>
          <p:cNvPr id="74" name="正方形/長方形 73">
            <a:extLst>
              <a:ext uri="{FF2B5EF4-FFF2-40B4-BE49-F238E27FC236}">
                <a16:creationId xmlns:a16="http://schemas.microsoft.com/office/drawing/2014/main" id="{C8834084-8F48-AF25-A700-DADFD3D95EA0}"/>
              </a:ext>
            </a:extLst>
          </p:cNvPr>
          <p:cNvSpPr/>
          <p:nvPr/>
        </p:nvSpPr>
        <p:spPr bwMode="auto">
          <a:xfrm>
            <a:off x="2241826" y="2760727"/>
            <a:ext cx="7799308" cy="2908676"/>
          </a:xfrm>
          <a:prstGeom prst="rect">
            <a:avLst/>
          </a:prstGeom>
          <a:noFill/>
          <a:ln w="57150" cap="flat" cmpd="sng" algn="ctr">
            <a:solidFill>
              <a:srgbClr val="0079D6"/>
            </a:solidFill>
            <a:prstDash val="solid"/>
            <a:headEnd type="none" w="med" len="med"/>
            <a:tailEnd type="none" w="med" len="med"/>
          </a:ln>
          <a:effectLst/>
        </p:spPr>
        <p:txBody>
          <a:bodyPr vert="horz" wrap="square" lIns="0" tIns="38858" rIns="0" bIns="38858" numCol="1" rtlCol="0" anchor="ctr" anchorCtr="0" compatLnSpc="1">
            <a:prstTxWarp prst="textNoShape">
              <a:avLst/>
            </a:prstTxWarp>
          </a:bodyPr>
          <a:lstStyle/>
          <a:p>
            <a:pPr marL="0" marR="0" lvl="0" indent="0" algn="ctr" defTabSz="776936" rtl="0" eaLnBrk="1" fontAlgn="base" latinLnBrk="0" hangingPunct="1">
              <a:lnSpc>
                <a:spcPct val="100000"/>
              </a:lnSpc>
              <a:spcBef>
                <a:spcPct val="0"/>
              </a:spcBef>
              <a:spcAft>
                <a:spcPct val="0"/>
              </a:spcAft>
              <a:buClrTx/>
              <a:buSzTx/>
              <a:buFontTx/>
              <a:buNone/>
              <a:tabLst/>
              <a:defRPr/>
            </a:pPr>
            <a:endParaRPr kumimoji="0" lang="ja-JP" altLang="en-US" sz="2400" b="0" i="0" u="none" strike="noStrike" kern="0" cap="none" spc="0" normalizeH="0" baseline="0" noProof="0">
              <a:ln>
                <a:solidFill>
                  <a:srgbClr val="FFFFFF"/>
                </a:solidFill>
              </a:ln>
              <a:effectLst/>
              <a:uLnTx/>
              <a:uFillTx/>
              <a:latin typeface="Yu Gothic UI" panose="020B0500000000000000" pitchFamily="34" charset="-128"/>
              <a:ea typeface="Yu Gothic UI" panose="020B0500000000000000" pitchFamily="34" charset="-128"/>
            </a:endParaRPr>
          </a:p>
        </p:txBody>
      </p:sp>
      <p:sp>
        <p:nvSpPr>
          <p:cNvPr id="75" name="テキスト ボックス 74">
            <a:extLst>
              <a:ext uri="{FF2B5EF4-FFF2-40B4-BE49-F238E27FC236}">
                <a16:creationId xmlns:a16="http://schemas.microsoft.com/office/drawing/2014/main" id="{8273000F-F511-5E2C-3B73-5BB7054034C4}"/>
              </a:ext>
            </a:extLst>
          </p:cNvPr>
          <p:cNvSpPr txBox="1"/>
          <p:nvPr/>
        </p:nvSpPr>
        <p:spPr>
          <a:xfrm>
            <a:off x="4926665" y="3923219"/>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76" name="テキスト ボックス 75">
            <a:extLst>
              <a:ext uri="{FF2B5EF4-FFF2-40B4-BE49-F238E27FC236}">
                <a16:creationId xmlns:a16="http://schemas.microsoft.com/office/drawing/2014/main" id="{11F44977-D903-9638-52D7-3C6ADDBF661B}"/>
              </a:ext>
            </a:extLst>
          </p:cNvPr>
          <p:cNvSpPr txBox="1"/>
          <p:nvPr/>
        </p:nvSpPr>
        <p:spPr>
          <a:xfrm>
            <a:off x="7435991" y="3923219"/>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77" name="Picture 2">
            <a:extLst>
              <a:ext uri="{FF2B5EF4-FFF2-40B4-BE49-F238E27FC236}">
                <a16:creationId xmlns:a16="http://schemas.microsoft.com/office/drawing/2014/main" id="{0B5589D8-621D-C5EB-8E3A-FFCA2A50460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02690" y="5334953"/>
            <a:ext cx="838200" cy="581025"/>
          </a:xfrm>
          <a:prstGeom prst="rect">
            <a:avLst/>
          </a:prstGeom>
          <a:noFill/>
          <a:extLst>
            <a:ext uri="{909E8E84-426E-40DD-AFC4-6F175D3DCCD1}">
              <a14:hiddenFill xmlns:a14="http://schemas.microsoft.com/office/drawing/2010/main">
                <a:solidFill>
                  <a:srgbClr val="FFFFFF"/>
                </a:solidFill>
              </a14:hiddenFill>
            </a:ext>
          </a:extLst>
        </p:spPr>
      </p:pic>
      <p:sp>
        <p:nvSpPr>
          <p:cNvPr id="78" name="四角形吹き出し 49">
            <a:extLst>
              <a:ext uri="{FF2B5EF4-FFF2-40B4-BE49-F238E27FC236}">
                <a16:creationId xmlns:a16="http://schemas.microsoft.com/office/drawing/2014/main" id="{D96EF105-ED59-8175-3AF4-CED8071074F6}"/>
              </a:ext>
            </a:extLst>
          </p:cNvPr>
          <p:cNvSpPr/>
          <p:nvPr/>
        </p:nvSpPr>
        <p:spPr>
          <a:xfrm>
            <a:off x="5843424" y="5769971"/>
            <a:ext cx="2891590" cy="925671"/>
          </a:xfrm>
          <a:prstGeom prst="wedgeRectCallout">
            <a:avLst>
              <a:gd name="adj1" fmla="val -20428"/>
              <a:gd name="adj2" fmla="val -90339"/>
            </a:avLst>
          </a:prstGeom>
          <a:solidFill>
            <a:srgbClr val="B1D6F2"/>
          </a:solid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a:latin typeface="Yu Gothic UI" panose="020B0500000000000000" pitchFamily="34" charset="-128"/>
                <a:ea typeface="Yu Gothic UI" panose="020B0500000000000000" pitchFamily="34" charset="-128"/>
              </a:rPr>
              <a:t>既定で自動的にルーティング</a:t>
            </a:r>
            <a:endPar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79" name="テキスト ボックス 78">
            <a:extLst>
              <a:ext uri="{FF2B5EF4-FFF2-40B4-BE49-F238E27FC236}">
                <a16:creationId xmlns:a16="http://schemas.microsoft.com/office/drawing/2014/main" id="{C32491D9-B396-F05E-BC8D-143BB59981D3}"/>
              </a:ext>
            </a:extLst>
          </p:cNvPr>
          <p:cNvSpPr txBox="1"/>
          <p:nvPr/>
        </p:nvSpPr>
        <p:spPr>
          <a:xfrm>
            <a:off x="1872097" y="5739839"/>
            <a:ext cx="756938"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VNet</a:t>
            </a:r>
            <a:endPar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80" name="テキスト ボックス 79">
            <a:extLst>
              <a:ext uri="{FF2B5EF4-FFF2-40B4-BE49-F238E27FC236}">
                <a16:creationId xmlns:a16="http://schemas.microsoft.com/office/drawing/2014/main" id="{14C87AF8-79D3-8793-0189-5F3EF19B20BB}"/>
              </a:ext>
            </a:extLst>
          </p:cNvPr>
          <p:cNvSpPr txBox="1"/>
          <p:nvPr/>
        </p:nvSpPr>
        <p:spPr>
          <a:xfrm>
            <a:off x="2492577" y="2793918"/>
            <a:ext cx="140134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サブネット１</a:t>
            </a:r>
          </a:p>
        </p:txBody>
      </p:sp>
      <p:sp>
        <p:nvSpPr>
          <p:cNvPr id="81" name="テキスト ボックス 80">
            <a:extLst>
              <a:ext uri="{FF2B5EF4-FFF2-40B4-BE49-F238E27FC236}">
                <a16:creationId xmlns:a16="http://schemas.microsoft.com/office/drawing/2014/main" id="{59E78E2B-3107-9F67-B3EA-C09E27D7E94A}"/>
              </a:ext>
            </a:extLst>
          </p:cNvPr>
          <p:cNvSpPr txBox="1"/>
          <p:nvPr/>
        </p:nvSpPr>
        <p:spPr>
          <a:xfrm>
            <a:off x="6469845" y="2793918"/>
            <a:ext cx="140134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サブネット２</a:t>
            </a:r>
          </a:p>
        </p:txBody>
      </p:sp>
      <p:sp>
        <p:nvSpPr>
          <p:cNvPr id="82" name="テキスト プレースホルダー 11">
            <a:extLst>
              <a:ext uri="{FF2B5EF4-FFF2-40B4-BE49-F238E27FC236}">
                <a16:creationId xmlns:a16="http://schemas.microsoft.com/office/drawing/2014/main" id="{4712515A-6632-7995-428A-A0CD89C7F0C2}"/>
              </a:ext>
            </a:extLst>
          </p:cNvPr>
          <p:cNvSpPr txBox="1">
            <a:spLocks/>
          </p:cNvSpPr>
          <p:nvPr/>
        </p:nvSpPr>
        <p:spPr>
          <a:xfrm>
            <a:off x="319664" y="1611320"/>
            <a:ext cx="11277600" cy="947952"/>
          </a:xfrm>
          <a:prstGeom prst="rect">
            <a:avLst/>
          </a:prstGeom>
        </p:spPr>
        <p:txBody>
          <a:bodyPr vert="horz" wrap="square" lIns="0" tIns="0" rIns="0" bIns="0" rtlCol="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lvl="1"/>
            <a:r>
              <a:rPr lang="en-US" altLang="ja-JP" sz="2800" err="1">
                <a:solidFill>
                  <a:schemeClr val="tx1"/>
                </a:solidFill>
                <a:latin typeface="Yu Gothic UI" panose="020B0500000000000000" pitchFamily="34" charset="-128"/>
                <a:ea typeface="Yu Gothic UI" panose="020B0500000000000000" pitchFamily="34" charset="-128"/>
              </a:rPr>
              <a:t>VNet</a:t>
            </a:r>
            <a:r>
              <a:rPr lang="ja-JP" altLang="en-US" sz="2800">
                <a:solidFill>
                  <a:schemeClr val="tx1"/>
                </a:solidFill>
                <a:latin typeface="Yu Gothic UI" panose="020B0500000000000000" pitchFamily="34" charset="-128"/>
                <a:ea typeface="Yu Gothic UI" panose="020B0500000000000000" pitchFamily="34" charset="-128"/>
              </a:rPr>
              <a:t>内は自動的にルーティングされる</a:t>
            </a:r>
          </a:p>
          <a:p>
            <a:pPr lvl="1"/>
            <a:r>
              <a:rPr lang="ja-JP" altLang="en-US" sz="2800">
                <a:solidFill>
                  <a:schemeClr val="tx1"/>
                </a:solidFill>
                <a:latin typeface="Yu Gothic UI" panose="020B0500000000000000" pitchFamily="34" charset="-128"/>
                <a:ea typeface="Yu Gothic UI" panose="020B0500000000000000" pitchFamily="34" charset="-128"/>
              </a:rPr>
              <a:t>ルートテーブルにより既定のルーティングを変更することも可能</a:t>
            </a:r>
          </a:p>
        </p:txBody>
      </p:sp>
    </p:spTree>
    <p:extLst>
      <p:ext uri="{BB962C8B-B14F-4D97-AF65-F5344CB8AC3E}">
        <p14:creationId xmlns:p14="http://schemas.microsoft.com/office/powerpoint/2010/main" val="619082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正方形/長方形 21">
            <a:extLst>
              <a:ext uri="{FF2B5EF4-FFF2-40B4-BE49-F238E27FC236}">
                <a16:creationId xmlns:a16="http://schemas.microsoft.com/office/drawing/2014/main" id="{13FCCB82-901B-4A79-B643-4760DF8CC772}"/>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altLang="ja-JP" sz="2100" b="1" dirty="0">
                <a:solidFill>
                  <a:srgbClr val="1F2937"/>
                </a:solidFill>
                <a:latin typeface="Meiryo UI"/>
                <a:ea typeface="Meiryo UI"/>
                <a:cs typeface="Meiryo UI"/>
              </a:rPr>
              <a:t>Network Security Group (</a:t>
            </a:r>
            <a:r>
              <a:rPr sz="2100" b="1" dirty="0">
                <a:solidFill>
                  <a:srgbClr val="1F2937"/>
                </a:solidFill>
                <a:latin typeface="Meiryo UI"/>
                <a:ea typeface="Meiryo UI"/>
                <a:cs typeface="Meiryo UI"/>
              </a:rPr>
              <a:t>NSG</a:t>
            </a:r>
            <a:r>
              <a:rPr lang="en-US" sz="2100" b="1" dirty="0">
                <a:solidFill>
                  <a:srgbClr val="1F2937"/>
                </a:solidFill>
                <a:latin typeface="Meiryo UI"/>
                <a:ea typeface="Meiryo UI"/>
                <a:cs typeface="Meiryo UI"/>
              </a:rPr>
              <a:t>)</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BAF035C1-2215-4758-9D4D-BE572DAE656B}"/>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14A34E4A-2AA9-4A77-9EDB-B47392E361C6}"/>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11</a:t>
            </a:r>
          </a:p>
        </p:txBody>
      </p:sp>
      <p:sp>
        <p:nvSpPr>
          <p:cNvPr id="4" name="正方形/長方形 3">
            <a:extLst>
              <a:ext uri="{FF2B5EF4-FFF2-40B4-BE49-F238E27FC236}">
                <a16:creationId xmlns:a16="http://schemas.microsoft.com/office/drawing/2014/main" id="{407197A0-4A3B-4EAA-A254-16A3BCB8A6F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1" name="正方形/長方形 20">
            <a:extLst>
              <a:ext uri="{FF2B5EF4-FFF2-40B4-BE49-F238E27FC236}">
                <a16:creationId xmlns:a16="http://schemas.microsoft.com/office/drawing/2014/main" id="{56AA11C8-A728-4C50-9975-F909EBCDEC66}"/>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11 / 46</a:t>
            </a:r>
          </a:p>
        </p:txBody>
      </p:sp>
      <p:sp>
        <p:nvSpPr>
          <p:cNvPr id="23" name="テキスト プレースホルダー 12">
            <a:extLst>
              <a:ext uri="{FF2B5EF4-FFF2-40B4-BE49-F238E27FC236}">
                <a16:creationId xmlns:a16="http://schemas.microsoft.com/office/drawing/2014/main" id="{B5C740BD-B050-02F6-EC1D-FE93AA5F9A90}"/>
              </a:ext>
            </a:extLst>
          </p:cNvPr>
          <p:cNvSpPr txBox="1">
            <a:spLocks/>
          </p:cNvSpPr>
          <p:nvPr/>
        </p:nvSpPr>
        <p:spPr>
          <a:xfrm>
            <a:off x="586581" y="1254812"/>
            <a:ext cx="11018838" cy="94795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lvl="2"/>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サブネット</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/NIC</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に</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L4</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フィルタを提供</a:t>
            </a:r>
            <a:endPar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endParaRPr>
          </a:p>
          <a:p>
            <a:pPr lvl="2"/>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送信元</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先の</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IP</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アドレス</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ポート番号とプロトコルに応じて接続可否を設定</a:t>
            </a:r>
            <a:endPar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endParaRPr>
          </a:p>
          <a:p>
            <a:pPr lvl="2"/>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ステートフルに機能する</a:t>
            </a:r>
            <a:endParaRPr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4" name="テキスト ボックス 23">
            <a:extLst>
              <a:ext uri="{FF2B5EF4-FFF2-40B4-BE49-F238E27FC236}">
                <a16:creationId xmlns:a16="http://schemas.microsoft.com/office/drawing/2014/main" id="{550756C1-23DE-480A-19DF-22557FCFD6DD}"/>
              </a:ext>
            </a:extLst>
          </p:cNvPr>
          <p:cNvSpPr txBox="1"/>
          <p:nvPr/>
        </p:nvSpPr>
        <p:spPr>
          <a:xfrm>
            <a:off x="2202304" y="2722108"/>
            <a:ext cx="1776448"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1" i="0" u="none" strike="noStrike" kern="1200" cap="none" spc="0" normalizeH="0" baseline="0" noProof="0">
                <a:ln>
                  <a:solidFill>
                    <a:sysClr val="windowText" lastClr="000000"/>
                  </a:solid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受信トラフィック</a:t>
            </a:r>
          </a:p>
        </p:txBody>
      </p:sp>
      <p:sp>
        <p:nvSpPr>
          <p:cNvPr id="25" name="テキスト ボックス 24">
            <a:extLst>
              <a:ext uri="{FF2B5EF4-FFF2-40B4-BE49-F238E27FC236}">
                <a16:creationId xmlns:a16="http://schemas.microsoft.com/office/drawing/2014/main" id="{1EC8804D-E2FA-6D5C-8A54-18A7BBD23A00}"/>
              </a:ext>
            </a:extLst>
          </p:cNvPr>
          <p:cNvSpPr txBox="1"/>
          <p:nvPr/>
        </p:nvSpPr>
        <p:spPr>
          <a:xfrm>
            <a:off x="8309414" y="2747017"/>
            <a:ext cx="1776448"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1" i="0" u="none" strike="noStrike" kern="1200" cap="none" spc="0" normalizeH="0" baseline="0" noProof="0">
                <a:ln>
                  <a:solidFill>
                    <a:sysClr val="windowText" lastClr="000000"/>
                  </a:solid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送信トラフィック</a:t>
            </a:r>
          </a:p>
        </p:txBody>
      </p:sp>
      <p:pic>
        <p:nvPicPr>
          <p:cNvPr id="26" name="図 25">
            <a:extLst>
              <a:ext uri="{FF2B5EF4-FFF2-40B4-BE49-F238E27FC236}">
                <a16:creationId xmlns:a16="http://schemas.microsoft.com/office/drawing/2014/main" id="{D59D8250-DED4-9F57-1C56-E3ED9FA4BD7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96319" y="4325552"/>
            <a:ext cx="811524" cy="811524"/>
          </a:xfrm>
          <a:prstGeom prst="rect">
            <a:avLst/>
          </a:prstGeom>
        </p:spPr>
      </p:pic>
      <p:pic>
        <p:nvPicPr>
          <p:cNvPr id="27" name="図 26">
            <a:extLst>
              <a:ext uri="{FF2B5EF4-FFF2-40B4-BE49-F238E27FC236}">
                <a16:creationId xmlns:a16="http://schemas.microsoft.com/office/drawing/2014/main" id="{6DF99A25-638E-CF56-E06C-9E305E95B3F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96308" y="4328448"/>
            <a:ext cx="780180" cy="780180"/>
          </a:xfrm>
          <a:prstGeom prst="rect">
            <a:avLst/>
          </a:prstGeom>
        </p:spPr>
      </p:pic>
      <p:pic>
        <p:nvPicPr>
          <p:cNvPr id="28" name="図 27">
            <a:extLst>
              <a:ext uri="{FF2B5EF4-FFF2-40B4-BE49-F238E27FC236}">
                <a16:creationId xmlns:a16="http://schemas.microsoft.com/office/drawing/2014/main" id="{FF4A4FF8-1FCD-41EF-2FEF-A5EDCF8B122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47348" y="4332377"/>
            <a:ext cx="780180" cy="780180"/>
          </a:xfrm>
          <a:prstGeom prst="rect">
            <a:avLst/>
          </a:prstGeom>
        </p:spPr>
      </p:pic>
      <p:cxnSp>
        <p:nvCxnSpPr>
          <p:cNvPr id="29" name="直線矢印コネクタ 28">
            <a:extLst>
              <a:ext uri="{FF2B5EF4-FFF2-40B4-BE49-F238E27FC236}">
                <a16:creationId xmlns:a16="http://schemas.microsoft.com/office/drawing/2014/main" id="{10239697-0EE4-9B7D-4459-B06208720F2F}"/>
              </a:ext>
            </a:extLst>
          </p:cNvPr>
          <p:cNvCxnSpPr>
            <a:cxnSpLocks/>
          </p:cNvCxnSpPr>
          <p:nvPr/>
        </p:nvCxnSpPr>
        <p:spPr bwMode="auto">
          <a:xfrm>
            <a:off x="1378569" y="4731314"/>
            <a:ext cx="668781" cy="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pic>
        <p:nvPicPr>
          <p:cNvPr id="30" name="図 29">
            <a:extLst>
              <a:ext uri="{FF2B5EF4-FFF2-40B4-BE49-F238E27FC236}">
                <a16:creationId xmlns:a16="http://schemas.microsoft.com/office/drawing/2014/main" id="{19493326-A5D1-E729-8B3B-0EBC28A0D249}"/>
              </a:ext>
            </a:extLst>
          </p:cNvPr>
          <p:cNvPicPr>
            <a:picLocks noChangeAspect="1"/>
          </p:cNvPicPr>
          <p:nvPr/>
        </p:nvPicPr>
        <p:blipFill>
          <a:blip r:embed="rId5"/>
          <a:stretch>
            <a:fillRect/>
          </a:stretch>
        </p:blipFill>
        <p:spPr>
          <a:xfrm>
            <a:off x="300629" y="4222666"/>
            <a:ext cx="999603" cy="999603"/>
          </a:xfrm>
          <a:prstGeom prst="rect">
            <a:avLst/>
          </a:prstGeom>
        </p:spPr>
      </p:pic>
      <p:cxnSp>
        <p:nvCxnSpPr>
          <p:cNvPr id="31" name="直線矢印コネクタ 30">
            <a:extLst>
              <a:ext uri="{FF2B5EF4-FFF2-40B4-BE49-F238E27FC236}">
                <a16:creationId xmlns:a16="http://schemas.microsoft.com/office/drawing/2014/main" id="{2AFD1A96-8A66-26AA-3997-03F0BA38F555}"/>
              </a:ext>
            </a:extLst>
          </p:cNvPr>
          <p:cNvCxnSpPr>
            <a:cxnSpLocks/>
            <a:stCxn id="28" idx="3"/>
            <a:endCxn id="27" idx="1"/>
          </p:cNvCxnSpPr>
          <p:nvPr/>
        </p:nvCxnSpPr>
        <p:spPr bwMode="auto">
          <a:xfrm flipV="1">
            <a:off x="2827528" y="4718538"/>
            <a:ext cx="668780" cy="3929"/>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cxnSp>
        <p:nvCxnSpPr>
          <p:cNvPr id="32" name="直線矢印コネクタ 31">
            <a:extLst>
              <a:ext uri="{FF2B5EF4-FFF2-40B4-BE49-F238E27FC236}">
                <a16:creationId xmlns:a16="http://schemas.microsoft.com/office/drawing/2014/main" id="{CA95E73A-9002-7CCF-52B7-9B9F33ABFF69}"/>
              </a:ext>
            </a:extLst>
          </p:cNvPr>
          <p:cNvCxnSpPr>
            <a:cxnSpLocks/>
          </p:cNvCxnSpPr>
          <p:nvPr/>
        </p:nvCxnSpPr>
        <p:spPr bwMode="auto">
          <a:xfrm flipV="1">
            <a:off x="4276489" y="4725914"/>
            <a:ext cx="707177" cy="540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sp>
        <p:nvSpPr>
          <p:cNvPr id="33" name="テキスト ボックス 32">
            <a:extLst>
              <a:ext uri="{FF2B5EF4-FFF2-40B4-BE49-F238E27FC236}">
                <a16:creationId xmlns:a16="http://schemas.microsoft.com/office/drawing/2014/main" id="{FC399B62-4310-4C6A-6FB2-27339761D7F7}"/>
              </a:ext>
            </a:extLst>
          </p:cNvPr>
          <p:cNvSpPr txBox="1"/>
          <p:nvPr/>
        </p:nvSpPr>
        <p:spPr>
          <a:xfrm>
            <a:off x="1797818" y="3363624"/>
            <a:ext cx="1245854" cy="90717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サブネットの</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受信セキュ</a:t>
            </a:r>
            <a:endPar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リティ規則</a:t>
            </a:r>
          </a:p>
        </p:txBody>
      </p:sp>
      <p:sp>
        <p:nvSpPr>
          <p:cNvPr id="34" name="テキスト ボックス 33">
            <a:extLst>
              <a:ext uri="{FF2B5EF4-FFF2-40B4-BE49-F238E27FC236}">
                <a16:creationId xmlns:a16="http://schemas.microsoft.com/office/drawing/2014/main" id="{0A8D01DE-AC29-F6C1-FA7F-58F5143F6B6F}"/>
              </a:ext>
            </a:extLst>
          </p:cNvPr>
          <p:cNvSpPr txBox="1"/>
          <p:nvPr/>
        </p:nvSpPr>
        <p:spPr>
          <a:xfrm>
            <a:off x="3309156" y="3358309"/>
            <a:ext cx="1154483" cy="90717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NIC </a:t>
            </a: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の</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受信セキュ</a:t>
            </a:r>
            <a:endPar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リティ規則</a:t>
            </a:r>
          </a:p>
        </p:txBody>
      </p:sp>
      <p:sp>
        <p:nvSpPr>
          <p:cNvPr id="35" name="テキスト ボックス 34">
            <a:extLst>
              <a:ext uri="{FF2B5EF4-FFF2-40B4-BE49-F238E27FC236}">
                <a16:creationId xmlns:a16="http://schemas.microsoft.com/office/drawing/2014/main" id="{A53D2270-983B-65C2-56C9-5D2D7575AAE5}"/>
              </a:ext>
            </a:extLst>
          </p:cNvPr>
          <p:cNvSpPr txBox="1"/>
          <p:nvPr/>
        </p:nvSpPr>
        <p:spPr>
          <a:xfrm>
            <a:off x="7702892" y="3339774"/>
            <a:ext cx="1154483" cy="90717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NIC </a:t>
            </a: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の</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送信セキュ</a:t>
            </a:r>
            <a:endPar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リティ規則</a:t>
            </a:r>
          </a:p>
        </p:txBody>
      </p:sp>
      <p:sp>
        <p:nvSpPr>
          <p:cNvPr id="36" name="テキスト ボックス 35">
            <a:extLst>
              <a:ext uri="{FF2B5EF4-FFF2-40B4-BE49-F238E27FC236}">
                <a16:creationId xmlns:a16="http://schemas.microsoft.com/office/drawing/2014/main" id="{9DCDA33E-8D44-2138-50A7-30ED36E7FD71}"/>
              </a:ext>
            </a:extLst>
          </p:cNvPr>
          <p:cNvSpPr txBox="1"/>
          <p:nvPr/>
        </p:nvSpPr>
        <p:spPr>
          <a:xfrm>
            <a:off x="9143577" y="3282533"/>
            <a:ext cx="1245854" cy="90717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サブネットの</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送信セキュ</a:t>
            </a:r>
            <a:endPar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リティ規則</a:t>
            </a:r>
          </a:p>
        </p:txBody>
      </p:sp>
      <p:sp>
        <p:nvSpPr>
          <p:cNvPr id="37" name="テキスト ボックス 36">
            <a:extLst>
              <a:ext uri="{FF2B5EF4-FFF2-40B4-BE49-F238E27FC236}">
                <a16:creationId xmlns:a16="http://schemas.microsoft.com/office/drawing/2014/main" id="{DD22BF65-C232-AAE8-5796-79BD02383373}"/>
              </a:ext>
            </a:extLst>
          </p:cNvPr>
          <p:cNvSpPr txBox="1"/>
          <p:nvPr/>
        </p:nvSpPr>
        <p:spPr>
          <a:xfrm>
            <a:off x="2867147" y="4241868"/>
            <a:ext cx="636713" cy="363946"/>
          </a:xfrm>
          <a:prstGeom prst="rect">
            <a:avLst/>
          </a:prstGeom>
          <a:solidFill>
            <a:srgbClr val="FFC000">
              <a:alpha val="50196"/>
            </a:srgbClr>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許可</a:t>
            </a:r>
          </a:p>
        </p:txBody>
      </p:sp>
      <p:sp>
        <p:nvSpPr>
          <p:cNvPr id="38" name="テキスト ボックス 37">
            <a:extLst>
              <a:ext uri="{FF2B5EF4-FFF2-40B4-BE49-F238E27FC236}">
                <a16:creationId xmlns:a16="http://schemas.microsoft.com/office/drawing/2014/main" id="{6AE28DBB-4972-3646-114F-9905E40F492D}"/>
              </a:ext>
            </a:extLst>
          </p:cNvPr>
          <p:cNvSpPr txBox="1"/>
          <p:nvPr/>
        </p:nvSpPr>
        <p:spPr>
          <a:xfrm>
            <a:off x="4266748" y="4245948"/>
            <a:ext cx="636713" cy="363946"/>
          </a:xfrm>
          <a:prstGeom prst="rect">
            <a:avLst/>
          </a:prstGeom>
          <a:solidFill>
            <a:srgbClr val="FFC000">
              <a:alpha val="50196"/>
            </a:srgbClr>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許可</a:t>
            </a:r>
          </a:p>
        </p:txBody>
      </p:sp>
      <p:pic>
        <p:nvPicPr>
          <p:cNvPr id="39" name="図 38">
            <a:extLst>
              <a:ext uri="{FF2B5EF4-FFF2-40B4-BE49-F238E27FC236}">
                <a16:creationId xmlns:a16="http://schemas.microsoft.com/office/drawing/2014/main" id="{FB00DAAF-A3DE-06B7-11EC-362184A0B50D}"/>
              </a:ext>
            </a:extLst>
          </p:cNvPr>
          <p:cNvPicPr>
            <a:picLocks noChangeAspect="1"/>
          </p:cNvPicPr>
          <p:nvPr/>
        </p:nvPicPr>
        <p:blipFill>
          <a:blip r:embed="rId6"/>
          <a:stretch>
            <a:fillRect/>
          </a:stretch>
        </p:blipFill>
        <p:spPr>
          <a:xfrm>
            <a:off x="4956141" y="5754731"/>
            <a:ext cx="789778" cy="789778"/>
          </a:xfrm>
          <a:prstGeom prst="rect">
            <a:avLst/>
          </a:prstGeom>
        </p:spPr>
      </p:pic>
      <p:sp>
        <p:nvSpPr>
          <p:cNvPr id="40" name="テキスト ボックス 39">
            <a:extLst>
              <a:ext uri="{FF2B5EF4-FFF2-40B4-BE49-F238E27FC236}">
                <a16:creationId xmlns:a16="http://schemas.microsoft.com/office/drawing/2014/main" id="{BC16090E-3D14-B25A-DDB5-1C10F75490A9}"/>
              </a:ext>
            </a:extLst>
          </p:cNvPr>
          <p:cNvSpPr txBox="1"/>
          <p:nvPr/>
        </p:nvSpPr>
        <p:spPr>
          <a:xfrm>
            <a:off x="5041687" y="5278350"/>
            <a:ext cx="636713" cy="363946"/>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破棄</a:t>
            </a:r>
          </a:p>
        </p:txBody>
      </p:sp>
      <p:cxnSp>
        <p:nvCxnSpPr>
          <p:cNvPr id="41" name="コネクタ: カギ線 62">
            <a:extLst>
              <a:ext uri="{FF2B5EF4-FFF2-40B4-BE49-F238E27FC236}">
                <a16:creationId xmlns:a16="http://schemas.microsoft.com/office/drawing/2014/main" id="{36A19BD6-F45F-2A80-891E-993035F18A82}"/>
              </a:ext>
            </a:extLst>
          </p:cNvPr>
          <p:cNvCxnSpPr>
            <a:cxnSpLocks/>
            <a:stCxn id="28" idx="2"/>
            <a:endCxn id="39" idx="1"/>
          </p:cNvCxnSpPr>
          <p:nvPr/>
        </p:nvCxnSpPr>
        <p:spPr bwMode="auto">
          <a:xfrm rot="16200000" flipH="1">
            <a:off x="3178258" y="4371736"/>
            <a:ext cx="1037063" cy="2518703"/>
          </a:xfrm>
          <a:prstGeom prst="bentConnector2">
            <a:avLst/>
          </a:prstGeom>
          <a:solidFill>
            <a:schemeClr val="accent1"/>
          </a:solidFill>
          <a:ln w="28575" cap="flat" cmpd="sng" algn="ctr">
            <a:solidFill>
              <a:srgbClr val="FF0000"/>
            </a:solidFill>
            <a:prstDash val="sysDot"/>
            <a:round/>
            <a:headEnd type="none" w="med" len="med"/>
            <a:tailEnd type="triangle"/>
          </a:ln>
          <a:effectLst/>
        </p:spPr>
      </p:cxnSp>
      <p:cxnSp>
        <p:nvCxnSpPr>
          <p:cNvPr id="42" name="直線コネクタ 41">
            <a:extLst>
              <a:ext uri="{FF2B5EF4-FFF2-40B4-BE49-F238E27FC236}">
                <a16:creationId xmlns:a16="http://schemas.microsoft.com/office/drawing/2014/main" id="{C6880F9F-8047-3483-CBC8-B794B78D6255}"/>
              </a:ext>
            </a:extLst>
          </p:cNvPr>
          <p:cNvCxnSpPr>
            <a:cxnSpLocks/>
            <a:stCxn id="27" idx="2"/>
          </p:cNvCxnSpPr>
          <p:nvPr/>
        </p:nvCxnSpPr>
        <p:spPr bwMode="auto">
          <a:xfrm>
            <a:off x="3886398" y="5108628"/>
            <a:ext cx="0" cy="1040992"/>
          </a:xfrm>
          <a:prstGeom prst="line">
            <a:avLst/>
          </a:prstGeom>
          <a:solidFill>
            <a:schemeClr val="accent1"/>
          </a:solidFill>
          <a:ln w="28575" cap="flat" cmpd="sng" algn="ctr">
            <a:solidFill>
              <a:srgbClr val="FF0000"/>
            </a:solidFill>
            <a:prstDash val="sysDot"/>
            <a:round/>
            <a:headEnd type="none" w="med" len="med"/>
            <a:tailEnd type="none" w="med" len="med"/>
          </a:ln>
          <a:effectLst/>
        </p:spPr>
      </p:cxnSp>
      <p:sp>
        <p:nvSpPr>
          <p:cNvPr id="43" name="テキスト ボックス 42">
            <a:extLst>
              <a:ext uri="{FF2B5EF4-FFF2-40B4-BE49-F238E27FC236}">
                <a16:creationId xmlns:a16="http://schemas.microsoft.com/office/drawing/2014/main" id="{009A39EF-4B04-35FA-604A-7BC1DA8E2B49}"/>
              </a:ext>
            </a:extLst>
          </p:cNvPr>
          <p:cNvSpPr txBox="1"/>
          <p:nvPr/>
        </p:nvSpPr>
        <p:spPr>
          <a:xfrm>
            <a:off x="2573233" y="5219052"/>
            <a:ext cx="636713" cy="363946"/>
          </a:xfrm>
          <a:prstGeom prst="rect">
            <a:avLst/>
          </a:prstGeom>
          <a:solidFill>
            <a:srgbClr val="FF0000"/>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拒否</a:t>
            </a:r>
          </a:p>
        </p:txBody>
      </p:sp>
      <p:sp>
        <p:nvSpPr>
          <p:cNvPr id="44" name="テキスト ボックス 43">
            <a:extLst>
              <a:ext uri="{FF2B5EF4-FFF2-40B4-BE49-F238E27FC236}">
                <a16:creationId xmlns:a16="http://schemas.microsoft.com/office/drawing/2014/main" id="{299CA70D-0B4B-19A4-BF83-753C6D21D9DC}"/>
              </a:ext>
            </a:extLst>
          </p:cNvPr>
          <p:cNvSpPr txBox="1"/>
          <p:nvPr/>
        </p:nvSpPr>
        <p:spPr>
          <a:xfrm>
            <a:off x="3971946" y="5211514"/>
            <a:ext cx="636713" cy="363946"/>
          </a:xfrm>
          <a:prstGeom prst="rect">
            <a:avLst/>
          </a:prstGeom>
          <a:solidFill>
            <a:srgbClr val="FF0000"/>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拒否</a:t>
            </a:r>
          </a:p>
        </p:txBody>
      </p:sp>
      <p:pic>
        <p:nvPicPr>
          <p:cNvPr id="45" name="図 44">
            <a:extLst>
              <a:ext uri="{FF2B5EF4-FFF2-40B4-BE49-F238E27FC236}">
                <a16:creationId xmlns:a16="http://schemas.microsoft.com/office/drawing/2014/main" id="{D5391CFC-69B5-CE9C-6428-1E07D952E3E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61647" y="4328449"/>
            <a:ext cx="811524" cy="811524"/>
          </a:xfrm>
          <a:prstGeom prst="rect">
            <a:avLst/>
          </a:prstGeom>
        </p:spPr>
      </p:pic>
      <p:pic>
        <p:nvPicPr>
          <p:cNvPr id="46" name="図 45">
            <a:extLst>
              <a:ext uri="{FF2B5EF4-FFF2-40B4-BE49-F238E27FC236}">
                <a16:creationId xmlns:a16="http://schemas.microsoft.com/office/drawing/2014/main" id="{130C0B82-312D-7591-3747-498A8C5FE77D}"/>
              </a:ext>
            </a:extLst>
          </p:cNvPr>
          <p:cNvPicPr>
            <a:picLocks noChangeAspect="1"/>
          </p:cNvPicPr>
          <p:nvPr/>
        </p:nvPicPr>
        <p:blipFill>
          <a:blip r:embed="rId5"/>
          <a:stretch>
            <a:fillRect/>
          </a:stretch>
        </p:blipFill>
        <p:spPr>
          <a:xfrm>
            <a:off x="10894960" y="4276592"/>
            <a:ext cx="999603" cy="999603"/>
          </a:xfrm>
          <a:prstGeom prst="rect">
            <a:avLst/>
          </a:prstGeom>
        </p:spPr>
      </p:pic>
      <p:pic>
        <p:nvPicPr>
          <p:cNvPr id="47" name="図 46">
            <a:extLst>
              <a:ext uri="{FF2B5EF4-FFF2-40B4-BE49-F238E27FC236}">
                <a16:creationId xmlns:a16="http://schemas.microsoft.com/office/drawing/2014/main" id="{05EBC1EF-D551-32FB-11BE-946E0017AF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339003" y="4272661"/>
            <a:ext cx="780180" cy="780180"/>
          </a:xfrm>
          <a:prstGeom prst="rect">
            <a:avLst/>
          </a:prstGeom>
        </p:spPr>
      </p:pic>
      <p:pic>
        <p:nvPicPr>
          <p:cNvPr id="48" name="図 47">
            <a:extLst>
              <a:ext uri="{FF2B5EF4-FFF2-40B4-BE49-F238E27FC236}">
                <a16:creationId xmlns:a16="http://schemas.microsoft.com/office/drawing/2014/main" id="{10DE8774-E4CB-EC0E-883B-3EFF00589D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90044" y="4276591"/>
            <a:ext cx="780180" cy="780180"/>
          </a:xfrm>
          <a:prstGeom prst="rect">
            <a:avLst/>
          </a:prstGeom>
        </p:spPr>
      </p:pic>
      <p:cxnSp>
        <p:nvCxnSpPr>
          <p:cNvPr id="49" name="直線矢印コネクタ 48">
            <a:extLst>
              <a:ext uri="{FF2B5EF4-FFF2-40B4-BE49-F238E27FC236}">
                <a16:creationId xmlns:a16="http://schemas.microsoft.com/office/drawing/2014/main" id="{06D18593-D880-3A01-1D3D-71E774ED892F}"/>
              </a:ext>
            </a:extLst>
          </p:cNvPr>
          <p:cNvCxnSpPr>
            <a:cxnSpLocks/>
          </p:cNvCxnSpPr>
          <p:nvPr/>
        </p:nvCxnSpPr>
        <p:spPr bwMode="auto">
          <a:xfrm>
            <a:off x="7221265" y="4675527"/>
            <a:ext cx="668781" cy="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cxnSp>
        <p:nvCxnSpPr>
          <p:cNvPr id="50" name="直線矢印コネクタ 49">
            <a:extLst>
              <a:ext uri="{FF2B5EF4-FFF2-40B4-BE49-F238E27FC236}">
                <a16:creationId xmlns:a16="http://schemas.microsoft.com/office/drawing/2014/main" id="{DEF9FF67-8223-79F9-0B37-2F2E5FE02629}"/>
              </a:ext>
            </a:extLst>
          </p:cNvPr>
          <p:cNvCxnSpPr>
            <a:cxnSpLocks/>
            <a:stCxn id="48" idx="3"/>
            <a:endCxn id="47" idx="1"/>
          </p:cNvCxnSpPr>
          <p:nvPr/>
        </p:nvCxnSpPr>
        <p:spPr bwMode="auto">
          <a:xfrm flipV="1">
            <a:off x="8670224" y="4662751"/>
            <a:ext cx="668779" cy="393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cxnSp>
        <p:nvCxnSpPr>
          <p:cNvPr id="51" name="直線矢印コネクタ 50">
            <a:extLst>
              <a:ext uri="{FF2B5EF4-FFF2-40B4-BE49-F238E27FC236}">
                <a16:creationId xmlns:a16="http://schemas.microsoft.com/office/drawing/2014/main" id="{5A6EA480-B953-30B9-C2A2-4627C3C73116}"/>
              </a:ext>
            </a:extLst>
          </p:cNvPr>
          <p:cNvCxnSpPr>
            <a:cxnSpLocks/>
          </p:cNvCxnSpPr>
          <p:nvPr/>
        </p:nvCxnSpPr>
        <p:spPr bwMode="auto">
          <a:xfrm flipV="1">
            <a:off x="10119184" y="4670127"/>
            <a:ext cx="707177" cy="540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sp>
        <p:nvSpPr>
          <p:cNvPr id="52" name="テキスト ボックス 51">
            <a:extLst>
              <a:ext uri="{FF2B5EF4-FFF2-40B4-BE49-F238E27FC236}">
                <a16:creationId xmlns:a16="http://schemas.microsoft.com/office/drawing/2014/main" id="{49DA4053-5087-0CB8-49C1-1ECCF4761AB6}"/>
              </a:ext>
            </a:extLst>
          </p:cNvPr>
          <p:cNvSpPr txBox="1"/>
          <p:nvPr/>
        </p:nvSpPr>
        <p:spPr>
          <a:xfrm>
            <a:off x="8709842" y="4186082"/>
            <a:ext cx="636713" cy="363946"/>
          </a:xfrm>
          <a:prstGeom prst="rect">
            <a:avLst/>
          </a:prstGeom>
          <a:solidFill>
            <a:srgbClr val="FFC000">
              <a:alpha val="50196"/>
            </a:srgbClr>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許可</a:t>
            </a:r>
          </a:p>
        </p:txBody>
      </p:sp>
      <p:sp>
        <p:nvSpPr>
          <p:cNvPr id="53" name="テキスト ボックス 52">
            <a:extLst>
              <a:ext uri="{FF2B5EF4-FFF2-40B4-BE49-F238E27FC236}">
                <a16:creationId xmlns:a16="http://schemas.microsoft.com/office/drawing/2014/main" id="{2435BF48-9F65-03A3-335E-22A05729B0FF}"/>
              </a:ext>
            </a:extLst>
          </p:cNvPr>
          <p:cNvSpPr txBox="1"/>
          <p:nvPr/>
        </p:nvSpPr>
        <p:spPr>
          <a:xfrm>
            <a:off x="10109443" y="4190163"/>
            <a:ext cx="636713" cy="363946"/>
          </a:xfrm>
          <a:prstGeom prst="rect">
            <a:avLst/>
          </a:prstGeom>
          <a:solidFill>
            <a:srgbClr val="FFC000">
              <a:alpha val="50196"/>
            </a:srgbClr>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許可</a:t>
            </a:r>
          </a:p>
        </p:txBody>
      </p:sp>
      <p:pic>
        <p:nvPicPr>
          <p:cNvPr id="54" name="図 53">
            <a:extLst>
              <a:ext uri="{FF2B5EF4-FFF2-40B4-BE49-F238E27FC236}">
                <a16:creationId xmlns:a16="http://schemas.microsoft.com/office/drawing/2014/main" id="{169F4D3B-8A30-D174-D4A4-72C64D2B5F4A}"/>
              </a:ext>
            </a:extLst>
          </p:cNvPr>
          <p:cNvPicPr>
            <a:picLocks noChangeAspect="1"/>
          </p:cNvPicPr>
          <p:nvPr/>
        </p:nvPicPr>
        <p:blipFill>
          <a:blip r:embed="rId6"/>
          <a:stretch>
            <a:fillRect/>
          </a:stretch>
        </p:blipFill>
        <p:spPr>
          <a:xfrm>
            <a:off x="10806560" y="5790844"/>
            <a:ext cx="789778" cy="789778"/>
          </a:xfrm>
          <a:prstGeom prst="rect">
            <a:avLst/>
          </a:prstGeom>
        </p:spPr>
      </p:pic>
      <p:sp>
        <p:nvSpPr>
          <p:cNvPr id="55" name="テキスト ボックス 54">
            <a:extLst>
              <a:ext uri="{FF2B5EF4-FFF2-40B4-BE49-F238E27FC236}">
                <a16:creationId xmlns:a16="http://schemas.microsoft.com/office/drawing/2014/main" id="{86057E71-6CC4-8725-EB7D-069BCCF73365}"/>
              </a:ext>
            </a:extLst>
          </p:cNvPr>
          <p:cNvSpPr txBox="1"/>
          <p:nvPr/>
        </p:nvSpPr>
        <p:spPr>
          <a:xfrm>
            <a:off x="10892106" y="5314464"/>
            <a:ext cx="636713" cy="363946"/>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破棄</a:t>
            </a:r>
          </a:p>
        </p:txBody>
      </p:sp>
      <p:cxnSp>
        <p:nvCxnSpPr>
          <p:cNvPr id="56" name="コネクタ: カギ線 11278">
            <a:extLst>
              <a:ext uri="{FF2B5EF4-FFF2-40B4-BE49-F238E27FC236}">
                <a16:creationId xmlns:a16="http://schemas.microsoft.com/office/drawing/2014/main" id="{1C469B0D-500E-A2FC-1A5C-7FB2B6FA94B5}"/>
              </a:ext>
            </a:extLst>
          </p:cNvPr>
          <p:cNvCxnSpPr>
            <a:cxnSpLocks/>
            <a:endCxn id="54" idx="1"/>
          </p:cNvCxnSpPr>
          <p:nvPr/>
        </p:nvCxnSpPr>
        <p:spPr bwMode="auto">
          <a:xfrm>
            <a:off x="8287856" y="5148670"/>
            <a:ext cx="2518704" cy="1037063"/>
          </a:xfrm>
          <a:prstGeom prst="bentConnector3">
            <a:avLst>
              <a:gd name="adj1" fmla="val 50000"/>
            </a:avLst>
          </a:prstGeom>
          <a:solidFill>
            <a:schemeClr val="accent1"/>
          </a:solidFill>
          <a:ln w="28575" cap="flat" cmpd="sng" algn="ctr">
            <a:solidFill>
              <a:srgbClr val="FF0000"/>
            </a:solidFill>
            <a:prstDash val="sysDot"/>
            <a:round/>
            <a:headEnd type="none" w="med" len="med"/>
            <a:tailEnd type="triangle"/>
          </a:ln>
          <a:effectLst/>
        </p:spPr>
      </p:cxnSp>
      <p:cxnSp>
        <p:nvCxnSpPr>
          <p:cNvPr id="57" name="直線コネクタ 56">
            <a:extLst>
              <a:ext uri="{FF2B5EF4-FFF2-40B4-BE49-F238E27FC236}">
                <a16:creationId xmlns:a16="http://schemas.microsoft.com/office/drawing/2014/main" id="{DED68B21-9DDD-24F6-F9FC-5B651AF7FF8F}"/>
              </a:ext>
            </a:extLst>
          </p:cNvPr>
          <p:cNvCxnSpPr>
            <a:cxnSpLocks/>
          </p:cNvCxnSpPr>
          <p:nvPr/>
        </p:nvCxnSpPr>
        <p:spPr bwMode="auto">
          <a:xfrm>
            <a:off x="9736817" y="5144741"/>
            <a:ext cx="0" cy="1040992"/>
          </a:xfrm>
          <a:prstGeom prst="line">
            <a:avLst/>
          </a:prstGeom>
          <a:solidFill>
            <a:schemeClr val="accent1"/>
          </a:solidFill>
          <a:ln w="28575" cap="flat" cmpd="sng" algn="ctr">
            <a:solidFill>
              <a:srgbClr val="FF0000"/>
            </a:solidFill>
            <a:prstDash val="sysDot"/>
            <a:round/>
            <a:headEnd type="none" w="med" len="med"/>
            <a:tailEnd type="none" w="med" len="med"/>
          </a:ln>
          <a:effectLst/>
        </p:spPr>
      </p:cxnSp>
      <p:sp>
        <p:nvSpPr>
          <p:cNvPr id="58" name="テキスト ボックス 57">
            <a:extLst>
              <a:ext uri="{FF2B5EF4-FFF2-40B4-BE49-F238E27FC236}">
                <a16:creationId xmlns:a16="http://schemas.microsoft.com/office/drawing/2014/main" id="{48B0BB8E-3984-C55A-FDE3-C80B458F1218}"/>
              </a:ext>
            </a:extLst>
          </p:cNvPr>
          <p:cNvSpPr txBox="1"/>
          <p:nvPr/>
        </p:nvSpPr>
        <p:spPr>
          <a:xfrm>
            <a:off x="8423652" y="5255166"/>
            <a:ext cx="636713" cy="363946"/>
          </a:xfrm>
          <a:prstGeom prst="rect">
            <a:avLst/>
          </a:prstGeom>
          <a:solidFill>
            <a:srgbClr val="FF0000"/>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拒否</a:t>
            </a:r>
          </a:p>
        </p:txBody>
      </p:sp>
      <p:sp>
        <p:nvSpPr>
          <p:cNvPr id="59" name="テキスト ボックス 58">
            <a:extLst>
              <a:ext uri="{FF2B5EF4-FFF2-40B4-BE49-F238E27FC236}">
                <a16:creationId xmlns:a16="http://schemas.microsoft.com/office/drawing/2014/main" id="{4014A2BA-8C37-BF87-F875-AD1A73AA9F96}"/>
              </a:ext>
            </a:extLst>
          </p:cNvPr>
          <p:cNvSpPr txBox="1"/>
          <p:nvPr/>
        </p:nvSpPr>
        <p:spPr>
          <a:xfrm>
            <a:off x="9822365" y="5247628"/>
            <a:ext cx="636713" cy="363946"/>
          </a:xfrm>
          <a:prstGeom prst="rect">
            <a:avLst/>
          </a:prstGeom>
          <a:solidFill>
            <a:srgbClr val="FF0000"/>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拒否</a:t>
            </a:r>
          </a:p>
        </p:txBody>
      </p:sp>
      <p:sp>
        <p:nvSpPr>
          <p:cNvPr id="60" name="四角形吹き出し 49">
            <a:extLst>
              <a:ext uri="{FF2B5EF4-FFF2-40B4-BE49-F238E27FC236}">
                <a16:creationId xmlns:a16="http://schemas.microsoft.com/office/drawing/2014/main" id="{3DE90F9C-686D-174D-C897-8EAA8F954F48}"/>
              </a:ext>
            </a:extLst>
          </p:cNvPr>
          <p:cNvSpPr/>
          <p:nvPr/>
        </p:nvSpPr>
        <p:spPr>
          <a:xfrm>
            <a:off x="6053783" y="5739302"/>
            <a:ext cx="2585392" cy="1040992"/>
          </a:xfrm>
          <a:prstGeom prst="wedgeRectCallout">
            <a:avLst>
              <a:gd name="adj1" fmla="val -64153"/>
              <a:gd name="adj2" fmla="val -71632"/>
            </a:avLst>
          </a:prstGeom>
          <a:solidFill>
            <a:srgbClr val="B1D6F2"/>
          </a:solidFill>
        </p:spPr>
        <p:txBody>
          <a:bodyPr wrap="square" rtlCol="0" anchor="ctr">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ja-JP">
                <a:solidFill>
                  <a:schemeClr val="tx1">
                    <a:lumMod val="75000"/>
                    <a:lumOff val="25000"/>
                  </a:schemeClr>
                </a:solidFill>
                <a:latin typeface="Yu Gothic UI" panose="020B0500000000000000" pitchFamily="34" charset="-128"/>
                <a:ea typeface="Yu Gothic UI" panose="020B0500000000000000" pitchFamily="34" charset="-128"/>
              </a:rPr>
              <a:t>NSG</a:t>
            </a: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が全く設定されていない場合は全トラフィックが許可される</a:t>
            </a:r>
            <a:endPar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612F7-36DA-EC30-63B5-ADBF98EEF5ED}"/>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ACB9A2DA-9B78-E595-9734-BFA21D2F2789}"/>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err="1">
                <a:solidFill>
                  <a:srgbClr val="1F2937"/>
                </a:solidFill>
                <a:latin typeface="Meiryo UI"/>
                <a:ea typeface="Meiryo UI"/>
                <a:cs typeface="Meiryo UI"/>
              </a:rPr>
              <a:t>VNet</a:t>
            </a:r>
            <a:r>
              <a:rPr lang="en-US" sz="2100" b="1" dirty="0">
                <a:solidFill>
                  <a:srgbClr val="1F2937"/>
                </a:solidFill>
                <a:latin typeface="Meiryo UI"/>
                <a:ea typeface="Meiryo UI"/>
                <a:cs typeface="Meiryo UI"/>
              </a:rPr>
              <a:t> </a:t>
            </a:r>
            <a:r>
              <a:rPr lang="en-US" sz="2100" b="1" dirty="0" err="1">
                <a:solidFill>
                  <a:srgbClr val="1F2937"/>
                </a:solidFill>
                <a:latin typeface="Meiryo UI"/>
                <a:ea typeface="Meiryo UI"/>
                <a:cs typeface="Meiryo UI"/>
              </a:rPr>
              <a:t>のルーティングのルール</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719471B1-B719-7D65-A814-CFAF7AB9BB0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197B16E-915E-FD1D-AA39-28EBE9C066C7}"/>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テキスト プレースホルダー 11">
            <a:extLst>
              <a:ext uri="{FF2B5EF4-FFF2-40B4-BE49-F238E27FC236}">
                <a16:creationId xmlns:a16="http://schemas.microsoft.com/office/drawing/2014/main" id="{B519CEE6-8908-B575-30A9-DE1D722F2434}"/>
              </a:ext>
            </a:extLst>
          </p:cNvPr>
          <p:cNvSpPr txBox="1">
            <a:spLocks/>
          </p:cNvSpPr>
          <p:nvPr/>
        </p:nvSpPr>
        <p:spPr>
          <a:xfrm>
            <a:off x="320567" y="1396596"/>
            <a:ext cx="11277600" cy="1292662"/>
          </a:xfrm>
          <a:prstGeom prst="rect">
            <a:avLst/>
          </a:prstGeom>
        </p:spPr>
        <p:txBody>
          <a:bodyPr vert="horz" wrap="square" lIns="0" tIns="0" rIns="0" bIns="0" rtlCol="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lvl="1"/>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Peering </a:t>
            </a:r>
            <a:r>
              <a:rPr lang="ja-JP" altLang="en-US">
                <a:solidFill>
                  <a:schemeClr val="tx1"/>
                </a:solidFill>
                <a:latin typeface="Yu Gothic UI" panose="020B0500000000000000" pitchFamily="34" charset="-128"/>
                <a:ea typeface="Yu Gothic UI" panose="020B0500000000000000" pitchFamily="34" charset="-128"/>
              </a:rPr>
              <a:t>は直接ピアリングした</a:t>
            </a:r>
            <a:r>
              <a:rPr lang="en-US" altLang="ja-JP">
                <a:solidFill>
                  <a:schemeClr val="tx1"/>
                </a:solidFill>
                <a:latin typeface="Yu Gothic UI" panose="020B0500000000000000" pitchFamily="34" charset="-128"/>
                <a:ea typeface="Yu Gothic UI" panose="020B0500000000000000" pitchFamily="34" charset="-128"/>
              </a:rPr>
              <a:t> </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a:t>
            </a:r>
            <a:r>
              <a:rPr lang="ja-JP" altLang="en-US">
                <a:solidFill>
                  <a:schemeClr val="tx1"/>
                </a:solidFill>
                <a:latin typeface="Yu Gothic UI" panose="020B0500000000000000" pitchFamily="34" charset="-128"/>
                <a:ea typeface="Yu Gothic UI" panose="020B0500000000000000" pitchFamily="34" charset="-128"/>
              </a:rPr>
              <a:t>同士のルーティングは可能。</a:t>
            </a:r>
            <a:endParaRPr lang="en-US" altLang="ja-JP">
              <a:solidFill>
                <a:schemeClr val="tx1"/>
              </a:solidFill>
              <a:latin typeface="Yu Gothic UI" panose="020B0500000000000000" pitchFamily="34" charset="-128"/>
              <a:ea typeface="Yu Gothic UI" panose="020B0500000000000000" pitchFamily="34" charset="-128"/>
            </a:endParaRPr>
          </a:p>
          <a:p>
            <a:pPr lvl="1"/>
            <a:r>
              <a:rPr lang="ja-JP" altLang="en-US">
                <a:solidFill>
                  <a:schemeClr val="tx1"/>
                </a:solidFill>
                <a:latin typeface="Yu Gothic UI" panose="020B0500000000000000" pitchFamily="34" charset="-128"/>
                <a:ea typeface="Yu Gothic UI" panose="020B0500000000000000" pitchFamily="34" charset="-128"/>
              </a:rPr>
              <a:t>直接接続していない</a:t>
            </a:r>
            <a:r>
              <a:rPr lang="en-US" altLang="ja-JP">
                <a:solidFill>
                  <a:schemeClr val="tx1"/>
                </a:solidFill>
                <a:latin typeface="Yu Gothic UI" panose="020B0500000000000000" pitchFamily="34" charset="-128"/>
                <a:ea typeface="Yu Gothic UI" panose="020B0500000000000000" pitchFamily="34" charset="-128"/>
              </a:rPr>
              <a:t> </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a:t>
            </a:r>
            <a:r>
              <a:rPr lang="ja-JP" altLang="en-US">
                <a:solidFill>
                  <a:schemeClr val="tx1"/>
                </a:solidFill>
                <a:latin typeface="Yu Gothic UI" panose="020B0500000000000000" pitchFamily="34" charset="-128"/>
                <a:ea typeface="Yu Gothic UI" panose="020B0500000000000000" pitchFamily="34" charset="-128"/>
              </a:rPr>
              <a:t>同士の非推移的なルーティングはできない。下記の</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1 </a:t>
            </a:r>
            <a:r>
              <a:rPr lang="ja-JP" altLang="en-US">
                <a:solidFill>
                  <a:schemeClr val="tx1"/>
                </a:solidFill>
                <a:latin typeface="Yu Gothic UI" panose="020B0500000000000000" pitchFamily="34" charset="-128"/>
                <a:ea typeface="Yu Gothic UI" panose="020B0500000000000000" pitchFamily="34" charset="-128"/>
              </a:rPr>
              <a:t>と</a:t>
            </a:r>
            <a:r>
              <a:rPr lang="en-US" altLang="ja-JP">
                <a:solidFill>
                  <a:schemeClr val="tx1"/>
                </a:solidFill>
                <a:latin typeface="Yu Gothic UI" panose="020B0500000000000000" pitchFamily="34" charset="-128"/>
                <a:ea typeface="Yu Gothic UI" panose="020B0500000000000000" pitchFamily="34" charset="-128"/>
              </a:rPr>
              <a:t> 3 </a:t>
            </a:r>
            <a:r>
              <a:rPr lang="ja-JP" altLang="en-US">
                <a:solidFill>
                  <a:schemeClr val="tx1"/>
                </a:solidFill>
                <a:latin typeface="Yu Gothic UI" panose="020B0500000000000000" pitchFamily="34" charset="-128"/>
                <a:ea typeface="Yu Gothic UI" panose="020B0500000000000000" pitchFamily="34" charset="-128"/>
              </a:rPr>
              <a:t>の間で通信を行いたい場合は</a:t>
            </a:r>
            <a:r>
              <a:rPr lang="en-US" altLang="ja-JP">
                <a:solidFill>
                  <a:schemeClr val="tx1"/>
                </a:solidFill>
                <a:latin typeface="Yu Gothic UI" panose="020B0500000000000000" pitchFamily="34" charset="-128"/>
                <a:ea typeface="Yu Gothic UI" panose="020B0500000000000000" pitchFamily="34" charset="-128"/>
              </a:rPr>
              <a:t> </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2 </a:t>
            </a:r>
            <a:r>
              <a:rPr lang="ja-JP" altLang="en-US">
                <a:solidFill>
                  <a:schemeClr val="tx1"/>
                </a:solidFill>
                <a:latin typeface="Yu Gothic UI" panose="020B0500000000000000" pitchFamily="34" charset="-128"/>
                <a:ea typeface="Yu Gothic UI" panose="020B0500000000000000" pitchFamily="34" charset="-128"/>
              </a:rPr>
              <a:t>でパケット転送できるインスタンスを用意し、</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1</a:t>
            </a:r>
            <a:r>
              <a:rPr lang="ja-JP" altLang="en-US">
                <a:solidFill>
                  <a:schemeClr val="tx1"/>
                </a:solidFill>
                <a:latin typeface="Yu Gothic UI" panose="020B0500000000000000" pitchFamily="34" charset="-128"/>
                <a:ea typeface="Yu Gothic UI" panose="020B0500000000000000" pitchFamily="34" charset="-128"/>
              </a:rPr>
              <a:t>、</a:t>
            </a:r>
            <a:r>
              <a:rPr lang="en-US" altLang="ja-JP">
                <a:solidFill>
                  <a:schemeClr val="tx1"/>
                </a:solidFill>
                <a:latin typeface="Yu Gothic UI" panose="020B0500000000000000" pitchFamily="34" charset="-128"/>
                <a:ea typeface="Yu Gothic UI" panose="020B0500000000000000" pitchFamily="34" charset="-128"/>
              </a:rPr>
              <a:t>3 </a:t>
            </a:r>
            <a:r>
              <a:rPr lang="ja-JP" altLang="en-US">
                <a:solidFill>
                  <a:schemeClr val="tx1"/>
                </a:solidFill>
                <a:latin typeface="Yu Gothic UI" panose="020B0500000000000000" pitchFamily="34" charset="-128"/>
                <a:ea typeface="Yu Gothic UI" panose="020B0500000000000000" pitchFamily="34" charset="-128"/>
              </a:rPr>
              <a:t>それぞれで</a:t>
            </a:r>
            <a:r>
              <a:rPr lang="en-US" altLang="ja-JP">
                <a:solidFill>
                  <a:schemeClr val="tx1"/>
                </a:solidFill>
                <a:latin typeface="Yu Gothic UI" panose="020B0500000000000000" pitchFamily="34" charset="-128"/>
                <a:ea typeface="Yu Gothic UI" panose="020B0500000000000000" pitchFamily="34" charset="-128"/>
              </a:rPr>
              <a:t> Route Table </a:t>
            </a:r>
            <a:r>
              <a:rPr lang="ja-JP" altLang="en-US">
                <a:solidFill>
                  <a:schemeClr val="tx1"/>
                </a:solidFill>
                <a:latin typeface="Yu Gothic UI" panose="020B0500000000000000" pitchFamily="34" charset="-128"/>
                <a:ea typeface="Yu Gothic UI" panose="020B0500000000000000" pitchFamily="34" charset="-128"/>
              </a:rPr>
              <a:t>を用意し補助する必要がある。</a:t>
            </a:r>
          </a:p>
        </p:txBody>
      </p:sp>
      <p:sp>
        <p:nvSpPr>
          <p:cNvPr id="5" name="Rounded Rectangle 75">
            <a:extLst>
              <a:ext uri="{FF2B5EF4-FFF2-40B4-BE49-F238E27FC236}">
                <a16:creationId xmlns:a16="http://schemas.microsoft.com/office/drawing/2014/main" id="{F80BBD33-CF5E-C15B-D9BA-43B9FE4C3883}"/>
              </a:ext>
            </a:extLst>
          </p:cNvPr>
          <p:cNvSpPr/>
          <p:nvPr/>
        </p:nvSpPr>
        <p:spPr bwMode="auto">
          <a:xfrm>
            <a:off x="1828746" y="3513429"/>
            <a:ext cx="2857500" cy="1731562"/>
          </a:xfrm>
          <a:prstGeom prst="roundRect">
            <a:avLst>
              <a:gd name="adj" fmla="val 10259"/>
            </a:avLst>
          </a:prstGeom>
          <a:noFill/>
          <a:ln w="28575">
            <a:solidFill>
              <a:schemeClr val="accent1">
                <a:lumMod val="20000"/>
                <a:lumOff val="80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79277" tIns="143422" rIns="179277" bIns="143422" numCol="1" spcCol="0" rtlCol="0" fromWordArt="0" anchor="t" anchorCtr="0" forceAA="0" compatLnSpc="1">
            <a:prstTxWarp prst="textNoShape">
              <a:avLst/>
            </a:prstTxWarp>
            <a:noAutofit/>
          </a:bodyPr>
          <a:lstStyle/>
          <a:p>
            <a:pPr marL="0" marR="0" lvl="0" indent="0" algn="ctr" defTabSz="896091"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49"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sp>
        <p:nvSpPr>
          <p:cNvPr id="6" name="Freeform 24">
            <a:extLst>
              <a:ext uri="{FF2B5EF4-FFF2-40B4-BE49-F238E27FC236}">
                <a16:creationId xmlns:a16="http://schemas.microsoft.com/office/drawing/2014/main" id="{97FCD701-CC28-1BF9-02C0-E931BC0C3A3B}"/>
              </a:ext>
            </a:extLst>
          </p:cNvPr>
          <p:cNvSpPr>
            <a:spLocks noEditPoints="1"/>
          </p:cNvSpPr>
          <p:nvPr/>
        </p:nvSpPr>
        <p:spPr bwMode="black">
          <a:xfrm>
            <a:off x="2225381" y="4555602"/>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7" name="Picture 4" descr="C:\Users\roslyn.ADI\Desktop\DVD_ART36\Artwork_Imagery\Icons - Illustrations\_ WINDOWS SERVER ICONS\Hardware\Virtual Servers 2.png">
            <a:extLst>
              <a:ext uri="{FF2B5EF4-FFF2-40B4-BE49-F238E27FC236}">
                <a16:creationId xmlns:a16="http://schemas.microsoft.com/office/drawing/2014/main" id="{FAA012D8-1C6C-DF30-D948-2413A403A9DB}"/>
              </a:ext>
            </a:extLst>
          </p:cNvPr>
          <p:cNvPicPr>
            <a:picLocks noChangeAspect="1" noChangeArrowheads="1"/>
          </p:cNvPicPr>
          <p:nvPr/>
        </p:nvPicPr>
        <p:blipFill>
          <a:blip r:embed="rId3" cstate="print"/>
          <a:srcRect/>
          <a:stretch>
            <a:fillRect/>
          </a:stretch>
        </p:blipFill>
        <p:spPr bwMode="auto">
          <a:xfrm>
            <a:off x="2367957" y="4137731"/>
            <a:ext cx="492017" cy="613536"/>
          </a:xfrm>
          <a:prstGeom prst="rect">
            <a:avLst/>
          </a:prstGeom>
          <a:noFill/>
        </p:spPr>
      </p:pic>
      <p:sp>
        <p:nvSpPr>
          <p:cNvPr id="8" name="テキスト ボックス 7">
            <a:extLst>
              <a:ext uri="{FF2B5EF4-FFF2-40B4-BE49-F238E27FC236}">
                <a16:creationId xmlns:a16="http://schemas.microsoft.com/office/drawing/2014/main" id="{A53AC694-A0FE-DDBE-6971-51D5BB378AAC}"/>
              </a:ext>
            </a:extLst>
          </p:cNvPr>
          <p:cNvSpPr txBox="1"/>
          <p:nvPr/>
        </p:nvSpPr>
        <p:spPr>
          <a:xfrm>
            <a:off x="2171697" y="3830532"/>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1</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9" name="テキスト ボックス 8">
            <a:extLst>
              <a:ext uri="{FF2B5EF4-FFF2-40B4-BE49-F238E27FC236}">
                <a16:creationId xmlns:a16="http://schemas.microsoft.com/office/drawing/2014/main" id="{65411D07-44D6-7BB6-278A-8D4EB83B95B6}"/>
              </a:ext>
            </a:extLst>
          </p:cNvPr>
          <p:cNvSpPr txBox="1"/>
          <p:nvPr/>
        </p:nvSpPr>
        <p:spPr>
          <a:xfrm>
            <a:off x="2244152" y="4241220"/>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cxnSp>
        <p:nvCxnSpPr>
          <p:cNvPr id="10" name="直線コネクタ 9">
            <a:extLst>
              <a:ext uri="{FF2B5EF4-FFF2-40B4-BE49-F238E27FC236}">
                <a16:creationId xmlns:a16="http://schemas.microsoft.com/office/drawing/2014/main" id="{B24A7C14-E120-4D4E-371E-4E340CE8101F}"/>
              </a:ext>
            </a:extLst>
          </p:cNvPr>
          <p:cNvCxnSpPr>
            <a:cxnSpLocks/>
          </p:cNvCxnSpPr>
          <p:nvPr/>
        </p:nvCxnSpPr>
        <p:spPr>
          <a:xfrm flipV="1">
            <a:off x="1496237" y="5515482"/>
            <a:ext cx="3384001" cy="3273"/>
          </a:xfrm>
          <a:prstGeom prst="line">
            <a:avLst/>
          </a:prstGeom>
          <a:ln w="38100">
            <a:solidFill>
              <a:schemeClr val="accent1">
                <a:lumMod val="20000"/>
                <a:lumOff val="8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B3F5CF5-80BB-7FBD-B0D2-717E07C15DA9}"/>
              </a:ext>
            </a:extLst>
          </p:cNvPr>
          <p:cNvCxnSpPr/>
          <p:nvPr/>
        </p:nvCxnSpPr>
        <p:spPr>
          <a:xfrm flipV="1">
            <a:off x="2613965" y="5013902"/>
            <a:ext cx="0" cy="501580"/>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652C3AB-7958-DC97-8172-1A9A13E3012A}"/>
              </a:ext>
            </a:extLst>
          </p:cNvPr>
          <p:cNvSpPr txBox="1"/>
          <p:nvPr/>
        </p:nvSpPr>
        <p:spPr>
          <a:xfrm>
            <a:off x="3535667" y="3830532"/>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2</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3" name="Freeform 24">
            <a:extLst>
              <a:ext uri="{FF2B5EF4-FFF2-40B4-BE49-F238E27FC236}">
                <a16:creationId xmlns:a16="http://schemas.microsoft.com/office/drawing/2014/main" id="{FCD650A7-3855-1B2A-A2FD-6A816953FC75}"/>
              </a:ext>
            </a:extLst>
          </p:cNvPr>
          <p:cNvSpPr>
            <a:spLocks noEditPoints="1"/>
          </p:cNvSpPr>
          <p:nvPr/>
        </p:nvSpPr>
        <p:spPr bwMode="black">
          <a:xfrm>
            <a:off x="3589351" y="4555602"/>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14" name="Picture 4" descr="C:\Users\roslyn.ADI\Desktop\DVD_ART36\Artwork_Imagery\Icons - Illustrations\_ WINDOWS SERVER ICONS\Hardware\Virtual Servers 2.png">
            <a:extLst>
              <a:ext uri="{FF2B5EF4-FFF2-40B4-BE49-F238E27FC236}">
                <a16:creationId xmlns:a16="http://schemas.microsoft.com/office/drawing/2014/main" id="{2B4C0FB7-32D4-A01B-9AB5-DA31366A5D17}"/>
              </a:ext>
            </a:extLst>
          </p:cNvPr>
          <p:cNvPicPr>
            <a:picLocks noChangeAspect="1" noChangeArrowheads="1"/>
          </p:cNvPicPr>
          <p:nvPr/>
        </p:nvPicPr>
        <p:blipFill>
          <a:blip r:embed="rId3" cstate="print"/>
          <a:srcRect/>
          <a:stretch>
            <a:fillRect/>
          </a:stretch>
        </p:blipFill>
        <p:spPr bwMode="auto">
          <a:xfrm>
            <a:off x="3731927" y="4137731"/>
            <a:ext cx="492017" cy="613536"/>
          </a:xfrm>
          <a:prstGeom prst="rect">
            <a:avLst/>
          </a:prstGeom>
          <a:noFill/>
        </p:spPr>
      </p:pic>
      <p:sp>
        <p:nvSpPr>
          <p:cNvPr id="16" name="円/楕円 15">
            <a:extLst>
              <a:ext uri="{FF2B5EF4-FFF2-40B4-BE49-F238E27FC236}">
                <a16:creationId xmlns:a16="http://schemas.microsoft.com/office/drawing/2014/main" id="{B02AC553-DF06-A939-039E-2A2AF0583D8E}"/>
              </a:ext>
            </a:extLst>
          </p:cNvPr>
          <p:cNvSpPr/>
          <p:nvPr/>
        </p:nvSpPr>
        <p:spPr bwMode="auto">
          <a:xfrm>
            <a:off x="3851935" y="4761902"/>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7" name="円/楕円 16">
            <a:extLst>
              <a:ext uri="{FF2B5EF4-FFF2-40B4-BE49-F238E27FC236}">
                <a16:creationId xmlns:a16="http://schemas.microsoft.com/office/drawing/2014/main" id="{4476E041-F9EE-C3E3-3C19-17825DEDE276}"/>
              </a:ext>
            </a:extLst>
          </p:cNvPr>
          <p:cNvSpPr/>
          <p:nvPr/>
        </p:nvSpPr>
        <p:spPr bwMode="auto">
          <a:xfrm>
            <a:off x="2487965" y="4742576"/>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8" name="正方形/長方形 17">
            <a:extLst>
              <a:ext uri="{FF2B5EF4-FFF2-40B4-BE49-F238E27FC236}">
                <a16:creationId xmlns:a16="http://schemas.microsoft.com/office/drawing/2014/main" id="{431407AF-FF46-953E-A78C-1960C8E8BAFA}"/>
              </a:ext>
            </a:extLst>
          </p:cNvPr>
          <p:cNvSpPr/>
          <p:nvPr/>
        </p:nvSpPr>
        <p:spPr bwMode="auto">
          <a:xfrm>
            <a:off x="923283" y="3078728"/>
            <a:ext cx="4339727" cy="2908676"/>
          </a:xfrm>
          <a:prstGeom prst="rect">
            <a:avLst/>
          </a:prstGeom>
          <a:noFill/>
          <a:ln w="57150" cap="flat" cmpd="sng" algn="ctr">
            <a:solidFill>
              <a:srgbClr val="0079D6"/>
            </a:solidFill>
            <a:prstDash val="solid"/>
            <a:headEnd type="none" w="med" len="med"/>
            <a:tailEnd type="none" w="med" len="med"/>
          </a:ln>
          <a:effectLst/>
        </p:spPr>
        <p:txBody>
          <a:bodyPr vert="horz" wrap="square" lIns="0" tIns="38858" rIns="0" bIns="38858" numCol="1" rtlCol="0" anchor="ctr" anchorCtr="0" compatLnSpc="1">
            <a:prstTxWarp prst="textNoShape">
              <a:avLst/>
            </a:prstTxWarp>
          </a:bodyPr>
          <a:lstStyle/>
          <a:p>
            <a:pPr marL="0" marR="0" lvl="0" indent="0" algn="ctr" defTabSz="776936" rtl="0" eaLnBrk="1" fontAlgn="base" latinLnBrk="0" hangingPunct="1">
              <a:lnSpc>
                <a:spcPct val="100000"/>
              </a:lnSpc>
              <a:spcBef>
                <a:spcPct val="0"/>
              </a:spcBef>
              <a:spcAft>
                <a:spcPct val="0"/>
              </a:spcAft>
              <a:buClrTx/>
              <a:buSzTx/>
              <a:buFontTx/>
              <a:buNone/>
              <a:tabLst/>
              <a:defRPr/>
            </a:pPr>
            <a:endParaRPr kumimoji="0" lang="ja-JP" altLang="en-US" sz="2400" b="0" i="0" u="none" strike="noStrike" kern="0" cap="none" spc="0" normalizeH="0" baseline="0" noProof="0">
              <a:ln>
                <a:solidFill>
                  <a:srgbClr val="FFFFFF"/>
                </a:solidFill>
              </a:ln>
              <a:effectLst/>
              <a:uLnTx/>
              <a:uFillTx/>
              <a:latin typeface="Yu Gothic UI" panose="020B0500000000000000" pitchFamily="34" charset="-128"/>
              <a:ea typeface="Yu Gothic UI" panose="020B0500000000000000" pitchFamily="34" charset="-128"/>
            </a:endParaRPr>
          </a:p>
        </p:txBody>
      </p:sp>
      <p:sp>
        <p:nvSpPr>
          <p:cNvPr id="19" name="テキスト ボックス 18">
            <a:extLst>
              <a:ext uri="{FF2B5EF4-FFF2-40B4-BE49-F238E27FC236}">
                <a16:creationId xmlns:a16="http://schemas.microsoft.com/office/drawing/2014/main" id="{732CE42F-F990-608F-BDF7-8E0B9F75E24C}"/>
              </a:ext>
            </a:extLst>
          </p:cNvPr>
          <p:cNvSpPr txBox="1"/>
          <p:nvPr/>
        </p:nvSpPr>
        <p:spPr>
          <a:xfrm>
            <a:off x="3608122" y="4241220"/>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20" name="Picture 2">
            <a:extLst>
              <a:ext uri="{FF2B5EF4-FFF2-40B4-BE49-F238E27FC236}">
                <a16:creationId xmlns:a16="http://schemas.microsoft.com/office/drawing/2014/main" id="{29AAF997-9E5D-4553-8B79-706872C1E2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147" y="5652954"/>
            <a:ext cx="838200" cy="581025"/>
          </a:xfrm>
          <a:prstGeom prst="rect">
            <a:avLst/>
          </a:prstGeom>
          <a:noFill/>
          <a:extLst>
            <a:ext uri="{909E8E84-426E-40DD-AFC4-6F175D3DCCD1}">
              <a14:hiddenFill xmlns:a14="http://schemas.microsoft.com/office/drawing/2010/main">
                <a:solidFill>
                  <a:srgbClr val="FFFFFF"/>
                </a:solidFill>
              </a14:hiddenFill>
            </a:ext>
          </a:extLst>
        </p:spPr>
      </p:pic>
      <p:sp>
        <p:nvSpPr>
          <p:cNvPr id="21" name="テキスト ボックス 20">
            <a:extLst>
              <a:ext uri="{FF2B5EF4-FFF2-40B4-BE49-F238E27FC236}">
                <a16:creationId xmlns:a16="http://schemas.microsoft.com/office/drawing/2014/main" id="{CBEEF1C9-5FCF-A073-BDF4-72DF2F7516EE}"/>
              </a:ext>
            </a:extLst>
          </p:cNvPr>
          <p:cNvSpPr txBox="1"/>
          <p:nvPr/>
        </p:nvSpPr>
        <p:spPr>
          <a:xfrm>
            <a:off x="553554" y="6057840"/>
            <a:ext cx="1060194"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VNet</a:t>
            </a:r>
            <a:r>
              <a:rPr kumimoji="1" lang="en-US" altLang="ja-JP"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1</a:t>
            </a:r>
            <a:endPar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22" name="テキスト ボックス 21">
            <a:extLst>
              <a:ext uri="{FF2B5EF4-FFF2-40B4-BE49-F238E27FC236}">
                <a16:creationId xmlns:a16="http://schemas.microsoft.com/office/drawing/2014/main" id="{89D53926-5175-F2DB-0851-C060E109B63F}"/>
              </a:ext>
            </a:extLst>
          </p:cNvPr>
          <p:cNvSpPr txBox="1"/>
          <p:nvPr/>
        </p:nvSpPr>
        <p:spPr>
          <a:xfrm>
            <a:off x="1174034" y="3111919"/>
            <a:ext cx="140134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サブネット１</a:t>
            </a:r>
          </a:p>
        </p:txBody>
      </p:sp>
      <p:sp>
        <p:nvSpPr>
          <p:cNvPr id="23" name="正方形/長方形 22">
            <a:extLst>
              <a:ext uri="{FF2B5EF4-FFF2-40B4-BE49-F238E27FC236}">
                <a16:creationId xmlns:a16="http://schemas.microsoft.com/office/drawing/2014/main" id="{DAE1C32D-D32A-BBB1-FE22-6ED6A4C19552}"/>
              </a:ext>
            </a:extLst>
          </p:cNvPr>
          <p:cNvSpPr/>
          <p:nvPr/>
        </p:nvSpPr>
        <p:spPr bwMode="auto">
          <a:xfrm>
            <a:off x="5959367" y="3951820"/>
            <a:ext cx="1876900" cy="1162492"/>
          </a:xfrm>
          <a:prstGeom prst="rect">
            <a:avLst/>
          </a:prstGeom>
          <a:noFill/>
          <a:ln w="57150" cap="flat" cmpd="sng" algn="ctr">
            <a:solidFill>
              <a:srgbClr val="0079D6"/>
            </a:solidFill>
            <a:prstDash val="solid"/>
            <a:headEnd type="none" w="med" len="med"/>
            <a:tailEnd type="none" w="med" len="med"/>
          </a:ln>
          <a:effectLst/>
        </p:spPr>
        <p:txBody>
          <a:bodyPr vert="horz" wrap="square" lIns="0" tIns="38858" rIns="0" bIns="38858" numCol="1" rtlCol="0" anchor="ctr" anchorCtr="0" compatLnSpc="1">
            <a:prstTxWarp prst="textNoShape">
              <a:avLst/>
            </a:prstTxWarp>
          </a:bodyPr>
          <a:lstStyle/>
          <a:p>
            <a:pPr marL="0" marR="0" lvl="0" indent="0" algn="ctr" defTabSz="776936" rtl="0" eaLnBrk="1" fontAlgn="base" latinLnBrk="0" hangingPunct="1">
              <a:lnSpc>
                <a:spcPct val="100000"/>
              </a:lnSpc>
              <a:spcBef>
                <a:spcPct val="0"/>
              </a:spcBef>
              <a:spcAft>
                <a:spcPct val="0"/>
              </a:spcAft>
              <a:buClrTx/>
              <a:buSzTx/>
              <a:buFontTx/>
              <a:buNone/>
              <a:tabLst/>
              <a:defRPr/>
            </a:pPr>
            <a:endParaRPr kumimoji="0" lang="ja-JP" altLang="en-US" sz="2400" b="0" i="0" u="none" strike="noStrike" kern="0" cap="none" spc="0" normalizeH="0" baseline="0" noProof="0">
              <a:ln>
                <a:solidFill>
                  <a:srgbClr val="FFFFFF"/>
                </a:solidFill>
              </a:ln>
              <a:effectLst/>
              <a:uLnTx/>
              <a:uFillTx/>
              <a:latin typeface="Yu Gothic UI" panose="020B0500000000000000" pitchFamily="34" charset="-128"/>
              <a:ea typeface="Yu Gothic UI" panose="020B0500000000000000" pitchFamily="34" charset="-128"/>
            </a:endParaRPr>
          </a:p>
        </p:txBody>
      </p:sp>
      <p:pic>
        <p:nvPicPr>
          <p:cNvPr id="24" name="Picture 2">
            <a:extLst>
              <a:ext uri="{FF2B5EF4-FFF2-40B4-BE49-F238E27FC236}">
                <a16:creationId xmlns:a16="http://schemas.microsoft.com/office/drawing/2014/main" id="{E7C61214-ECB9-07AD-796E-562902AC67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65874" y="4167044"/>
            <a:ext cx="838200" cy="581025"/>
          </a:xfrm>
          <a:prstGeom prst="rect">
            <a:avLst/>
          </a:prstGeom>
          <a:noFill/>
          <a:extLst>
            <a:ext uri="{909E8E84-426E-40DD-AFC4-6F175D3DCCD1}">
              <a14:hiddenFill xmlns:a14="http://schemas.microsoft.com/office/drawing/2010/main">
                <a:solidFill>
                  <a:srgbClr val="FFFFFF"/>
                </a:solidFill>
              </a14:hiddenFill>
            </a:ext>
          </a:extLst>
        </p:spPr>
      </p:pic>
      <p:sp>
        <p:nvSpPr>
          <p:cNvPr id="25" name="テキスト ボックス 24">
            <a:extLst>
              <a:ext uri="{FF2B5EF4-FFF2-40B4-BE49-F238E27FC236}">
                <a16:creationId xmlns:a16="http://schemas.microsoft.com/office/drawing/2014/main" id="{63972CBC-216E-2DEB-73D7-7244DD72724A}"/>
              </a:ext>
            </a:extLst>
          </p:cNvPr>
          <p:cNvSpPr txBox="1"/>
          <p:nvPr/>
        </p:nvSpPr>
        <p:spPr>
          <a:xfrm>
            <a:off x="6635281" y="4571930"/>
            <a:ext cx="1060194"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VNet</a:t>
            </a:r>
            <a:r>
              <a:rPr kumimoji="1" lang="en-US" altLang="ja-JP"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2</a:t>
            </a:r>
            <a:endPar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26" name="Rounded Rectangle 75">
            <a:extLst>
              <a:ext uri="{FF2B5EF4-FFF2-40B4-BE49-F238E27FC236}">
                <a16:creationId xmlns:a16="http://schemas.microsoft.com/office/drawing/2014/main" id="{7436DD39-26E7-A2BA-A6E7-E25326BB8288}"/>
              </a:ext>
            </a:extLst>
          </p:cNvPr>
          <p:cNvSpPr/>
          <p:nvPr/>
        </p:nvSpPr>
        <p:spPr bwMode="auto">
          <a:xfrm>
            <a:off x="9423407" y="3513429"/>
            <a:ext cx="1600155" cy="1731562"/>
          </a:xfrm>
          <a:prstGeom prst="roundRect">
            <a:avLst>
              <a:gd name="adj" fmla="val 10259"/>
            </a:avLst>
          </a:prstGeom>
          <a:noFill/>
          <a:ln w="28575">
            <a:solidFill>
              <a:schemeClr val="accent1">
                <a:lumMod val="20000"/>
                <a:lumOff val="80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79277" tIns="143422" rIns="179277" bIns="143422" numCol="1" spcCol="0" rtlCol="0" fromWordArt="0" anchor="t" anchorCtr="0" forceAA="0" compatLnSpc="1">
            <a:prstTxWarp prst="textNoShape">
              <a:avLst/>
            </a:prstTxWarp>
            <a:noAutofit/>
          </a:bodyPr>
          <a:lstStyle/>
          <a:p>
            <a:pPr marL="0" marR="0" lvl="0" indent="0" algn="ctr" defTabSz="896091"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49"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sp>
        <p:nvSpPr>
          <p:cNvPr id="27" name="Freeform 24">
            <a:extLst>
              <a:ext uri="{FF2B5EF4-FFF2-40B4-BE49-F238E27FC236}">
                <a16:creationId xmlns:a16="http://schemas.microsoft.com/office/drawing/2014/main" id="{8613F575-7DEA-4F96-5DB4-20830C33A7C5}"/>
              </a:ext>
            </a:extLst>
          </p:cNvPr>
          <p:cNvSpPr>
            <a:spLocks noEditPoints="1"/>
          </p:cNvSpPr>
          <p:nvPr/>
        </p:nvSpPr>
        <p:spPr bwMode="black">
          <a:xfrm>
            <a:off x="9820042" y="4555602"/>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28" name="Picture 4" descr="C:\Users\roslyn.ADI\Desktop\DVD_ART36\Artwork_Imagery\Icons - Illustrations\_ WINDOWS SERVER ICONS\Hardware\Virtual Servers 2.png">
            <a:extLst>
              <a:ext uri="{FF2B5EF4-FFF2-40B4-BE49-F238E27FC236}">
                <a16:creationId xmlns:a16="http://schemas.microsoft.com/office/drawing/2014/main" id="{1DE75876-4BC5-D718-2EF5-715BB2379472}"/>
              </a:ext>
            </a:extLst>
          </p:cNvPr>
          <p:cNvPicPr>
            <a:picLocks noChangeAspect="1" noChangeArrowheads="1"/>
          </p:cNvPicPr>
          <p:nvPr/>
        </p:nvPicPr>
        <p:blipFill>
          <a:blip r:embed="rId3" cstate="print"/>
          <a:srcRect/>
          <a:stretch>
            <a:fillRect/>
          </a:stretch>
        </p:blipFill>
        <p:spPr bwMode="auto">
          <a:xfrm>
            <a:off x="9962618" y="4137731"/>
            <a:ext cx="492017" cy="613536"/>
          </a:xfrm>
          <a:prstGeom prst="rect">
            <a:avLst/>
          </a:prstGeom>
          <a:noFill/>
        </p:spPr>
      </p:pic>
      <p:sp>
        <p:nvSpPr>
          <p:cNvPr id="29" name="テキスト ボックス 28">
            <a:extLst>
              <a:ext uri="{FF2B5EF4-FFF2-40B4-BE49-F238E27FC236}">
                <a16:creationId xmlns:a16="http://schemas.microsoft.com/office/drawing/2014/main" id="{1D50662D-98F0-318F-A2F0-2DD82A62A6B8}"/>
              </a:ext>
            </a:extLst>
          </p:cNvPr>
          <p:cNvSpPr txBox="1"/>
          <p:nvPr/>
        </p:nvSpPr>
        <p:spPr>
          <a:xfrm>
            <a:off x="9766358" y="3830532"/>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1</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EA570FC0-82B4-EF8F-4C93-D953620B0972}"/>
              </a:ext>
            </a:extLst>
          </p:cNvPr>
          <p:cNvSpPr txBox="1"/>
          <p:nvPr/>
        </p:nvSpPr>
        <p:spPr>
          <a:xfrm>
            <a:off x="9838813" y="4241220"/>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cxnSp>
        <p:nvCxnSpPr>
          <p:cNvPr id="31" name="直線コネクタ 30">
            <a:extLst>
              <a:ext uri="{FF2B5EF4-FFF2-40B4-BE49-F238E27FC236}">
                <a16:creationId xmlns:a16="http://schemas.microsoft.com/office/drawing/2014/main" id="{C022480A-797D-705A-9166-73C2D80DB6B4}"/>
              </a:ext>
            </a:extLst>
          </p:cNvPr>
          <p:cNvCxnSpPr>
            <a:cxnSpLocks/>
          </p:cNvCxnSpPr>
          <p:nvPr/>
        </p:nvCxnSpPr>
        <p:spPr>
          <a:xfrm>
            <a:off x="9090898" y="5518755"/>
            <a:ext cx="2357966" cy="0"/>
          </a:xfrm>
          <a:prstGeom prst="line">
            <a:avLst/>
          </a:prstGeom>
          <a:ln w="38100">
            <a:solidFill>
              <a:schemeClr val="accent1">
                <a:lumMod val="20000"/>
                <a:lumOff val="8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2323D8D-3922-37DA-4738-75B158DA01B2}"/>
              </a:ext>
            </a:extLst>
          </p:cNvPr>
          <p:cNvCxnSpPr/>
          <p:nvPr/>
        </p:nvCxnSpPr>
        <p:spPr>
          <a:xfrm flipV="1">
            <a:off x="10208626" y="5013902"/>
            <a:ext cx="0" cy="501580"/>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33" name="円/楕円 32">
            <a:extLst>
              <a:ext uri="{FF2B5EF4-FFF2-40B4-BE49-F238E27FC236}">
                <a16:creationId xmlns:a16="http://schemas.microsoft.com/office/drawing/2014/main" id="{70B9A5A7-7240-09FA-517E-C4A0B36CDF63}"/>
              </a:ext>
            </a:extLst>
          </p:cNvPr>
          <p:cNvSpPr/>
          <p:nvPr/>
        </p:nvSpPr>
        <p:spPr bwMode="auto">
          <a:xfrm>
            <a:off x="10082626" y="4742576"/>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4" name="正方形/長方形 33">
            <a:extLst>
              <a:ext uri="{FF2B5EF4-FFF2-40B4-BE49-F238E27FC236}">
                <a16:creationId xmlns:a16="http://schemas.microsoft.com/office/drawing/2014/main" id="{527715E3-A3CE-F3A9-B73B-9B11B793D53A}"/>
              </a:ext>
            </a:extLst>
          </p:cNvPr>
          <p:cNvSpPr/>
          <p:nvPr/>
        </p:nvSpPr>
        <p:spPr bwMode="auto">
          <a:xfrm>
            <a:off x="8517944" y="3078728"/>
            <a:ext cx="3277823" cy="2908676"/>
          </a:xfrm>
          <a:prstGeom prst="rect">
            <a:avLst/>
          </a:prstGeom>
          <a:noFill/>
          <a:ln w="57150" cap="flat" cmpd="sng" algn="ctr">
            <a:solidFill>
              <a:srgbClr val="0079D6"/>
            </a:solidFill>
            <a:prstDash val="solid"/>
            <a:headEnd type="none" w="med" len="med"/>
            <a:tailEnd type="none" w="med" len="med"/>
          </a:ln>
          <a:effectLst/>
        </p:spPr>
        <p:txBody>
          <a:bodyPr vert="horz" wrap="square" lIns="0" tIns="38858" rIns="0" bIns="38858" numCol="1" rtlCol="0" anchor="ctr" anchorCtr="0" compatLnSpc="1">
            <a:prstTxWarp prst="textNoShape">
              <a:avLst/>
            </a:prstTxWarp>
          </a:bodyPr>
          <a:lstStyle/>
          <a:p>
            <a:pPr marL="0" marR="0" lvl="0" indent="0" algn="ctr" defTabSz="776936" rtl="0" eaLnBrk="1" fontAlgn="base" latinLnBrk="0" hangingPunct="1">
              <a:lnSpc>
                <a:spcPct val="100000"/>
              </a:lnSpc>
              <a:spcBef>
                <a:spcPct val="0"/>
              </a:spcBef>
              <a:spcAft>
                <a:spcPct val="0"/>
              </a:spcAft>
              <a:buClrTx/>
              <a:buSzTx/>
              <a:buFontTx/>
              <a:buNone/>
              <a:tabLst/>
              <a:defRPr/>
            </a:pPr>
            <a:endParaRPr kumimoji="0" lang="ja-JP" altLang="en-US" sz="2400" b="0" i="0" u="none" strike="noStrike" kern="0" cap="none" spc="0" normalizeH="0" baseline="0" noProof="0">
              <a:ln>
                <a:solidFill>
                  <a:srgbClr val="FFFFFF"/>
                </a:solidFill>
              </a:ln>
              <a:effectLst/>
              <a:uLnTx/>
              <a:uFillTx/>
              <a:latin typeface="Yu Gothic UI" panose="020B0500000000000000" pitchFamily="34" charset="-128"/>
              <a:ea typeface="Yu Gothic UI" panose="020B0500000000000000" pitchFamily="34" charset="-128"/>
            </a:endParaRPr>
          </a:p>
        </p:txBody>
      </p:sp>
      <p:pic>
        <p:nvPicPr>
          <p:cNvPr id="35" name="Picture 2">
            <a:extLst>
              <a:ext uri="{FF2B5EF4-FFF2-40B4-BE49-F238E27FC236}">
                <a16:creationId xmlns:a16="http://schemas.microsoft.com/office/drawing/2014/main" id="{E7FDF1D0-E6E9-FD53-C249-3202BB255D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78808" y="5652954"/>
            <a:ext cx="838200" cy="581025"/>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261B8D24-1FB0-4417-0B7F-0EF00770413B}"/>
              </a:ext>
            </a:extLst>
          </p:cNvPr>
          <p:cNvSpPr txBox="1"/>
          <p:nvPr/>
        </p:nvSpPr>
        <p:spPr>
          <a:xfrm>
            <a:off x="8148215" y="6057840"/>
            <a:ext cx="1060194"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VNet</a:t>
            </a:r>
            <a:r>
              <a:rPr kumimoji="1" lang="en-US" altLang="ja-JP"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3</a:t>
            </a:r>
            <a:endPar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37" name="テキスト ボックス 36">
            <a:extLst>
              <a:ext uri="{FF2B5EF4-FFF2-40B4-BE49-F238E27FC236}">
                <a16:creationId xmlns:a16="http://schemas.microsoft.com/office/drawing/2014/main" id="{A20EFBB1-1DC0-FE50-242B-9FD948814627}"/>
              </a:ext>
            </a:extLst>
          </p:cNvPr>
          <p:cNvSpPr txBox="1"/>
          <p:nvPr/>
        </p:nvSpPr>
        <p:spPr>
          <a:xfrm>
            <a:off x="8768695" y="3111919"/>
            <a:ext cx="140134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サブネット１</a:t>
            </a:r>
          </a:p>
        </p:txBody>
      </p:sp>
      <p:cxnSp>
        <p:nvCxnSpPr>
          <p:cNvPr id="38" name="直線コネクタ 37">
            <a:extLst>
              <a:ext uri="{FF2B5EF4-FFF2-40B4-BE49-F238E27FC236}">
                <a16:creationId xmlns:a16="http://schemas.microsoft.com/office/drawing/2014/main" id="{FE520B87-24BE-75B9-7409-897EA03F1419}"/>
              </a:ext>
            </a:extLst>
          </p:cNvPr>
          <p:cNvCxnSpPr>
            <a:cxnSpLocks/>
            <a:stCxn id="18" idx="3"/>
            <a:endCxn id="23" idx="1"/>
          </p:cNvCxnSpPr>
          <p:nvPr/>
        </p:nvCxnSpPr>
        <p:spPr>
          <a:xfrm>
            <a:off x="5263010" y="4533066"/>
            <a:ext cx="696357" cy="0"/>
          </a:xfrm>
          <a:prstGeom prst="line">
            <a:avLst/>
          </a:prstGeom>
          <a:ln w="25400">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F211770C-1708-5999-94A5-03AB462FC1E0}"/>
              </a:ext>
            </a:extLst>
          </p:cNvPr>
          <p:cNvCxnSpPr>
            <a:cxnSpLocks/>
            <a:stCxn id="23" idx="3"/>
            <a:endCxn id="34" idx="1"/>
          </p:cNvCxnSpPr>
          <p:nvPr/>
        </p:nvCxnSpPr>
        <p:spPr>
          <a:xfrm>
            <a:off x="7836267" y="4533066"/>
            <a:ext cx="681677" cy="0"/>
          </a:xfrm>
          <a:prstGeom prst="line">
            <a:avLst/>
          </a:prstGeom>
          <a:ln w="25400">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円弧 39">
            <a:extLst>
              <a:ext uri="{FF2B5EF4-FFF2-40B4-BE49-F238E27FC236}">
                <a16:creationId xmlns:a16="http://schemas.microsoft.com/office/drawing/2014/main" id="{1E9C9D79-9EF3-9D8C-9221-8A6F798D1EB1}"/>
              </a:ext>
            </a:extLst>
          </p:cNvPr>
          <p:cNvSpPr/>
          <p:nvPr/>
        </p:nvSpPr>
        <p:spPr>
          <a:xfrm rot="10800000">
            <a:off x="4090747" y="4821618"/>
            <a:ext cx="2166737" cy="621949"/>
          </a:xfrm>
          <a:prstGeom prst="arc">
            <a:avLst>
              <a:gd name="adj1" fmla="val 10885203"/>
              <a:gd name="adj2" fmla="val 0"/>
            </a:avLst>
          </a:prstGeom>
          <a:ln w="28575">
            <a:solidFill>
              <a:srgbClr val="9BF00B"/>
            </a:solidFill>
            <a:headEnd type="triangle" w="lg" len="med"/>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1" name="円弧 40">
            <a:extLst>
              <a:ext uri="{FF2B5EF4-FFF2-40B4-BE49-F238E27FC236}">
                <a16:creationId xmlns:a16="http://schemas.microsoft.com/office/drawing/2014/main" id="{65135B8E-D8CC-DEFE-B04E-C25F206D3995}"/>
              </a:ext>
            </a:extLst>
          </p:cNvPr>
          <p:cNvSpPr/>
          <p:nvPr/>
        </p:nvSpPr>
        <p:spPr>
          <a:xfrm rot="10800000">
            <a:off x="6966074" y="4846235"/>
            <a:ext cx="2166737" cy="621949"/>
          </a:xfrm>
          <a:prstGeom prst="arc">
            <a:avLst>
              <a:gd name="adj1" fmla="val 10885203"/>
              <a:gd name="adj2" fmla="val 0"/>
            </a:avLst>
          </a:prstGeom>
          <a:ln w="28575">
            <a:solidFill>
              <a:srgbClr val="9BF00B"/>
            </a:solidFill>
            <a:headEnd type="triangle" w="lg" len="med"/>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2" name="円弧 41">
            <a:extLst>
              <a:ext uri="{FF2B5EF4-FFF2-40B4-BE49-F238E27FC236}">
                <a16:creationId xmlns:a16="http://schemas.microsoft.com/office/drawing/2014/main" id="{AF171DBB-6664-330B-3A37-10027FA2E887}"/>
              </a:ext>
            </a:extLst>
          </p:cNvPr>
          <p:cNvSpPr/>
          <p:nvPr/>
        </p:nvSpPr>
        <p:spPr>
          <a:xfrm>
            <a:off x="4137480" y="3286697"/>
            <a:ext cx="4913259" cy="597790"/>
          </a:xfrm>
          <a:prstGeom prst="arc">
            <a:avLst>
              <a:gd name="adj1" fmla="val 10885203"/>
              <a:gd name="adj2" fmla="val 0"/>
            </a:avLst>
          </a:prstGeom>
          <a:ln w="28575">
            <a:solidFill>
              <a:srgbClr val="D83B01"/>
            </a:solidFill>
            <a:headEnd type="triangle" w="lg" len="med"/>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43" name="直線コネクタ 42">
            <a:extLst>
              <a:ext uri="{FF2B5EF4-FFF2-40B4-BE49-F238E27FC236}">
                <a16:creationId xmlns:a16="http://schemas.microsoft.com/office/drawing/2014/main" id="{B8728ABE-437D-457E-C070-BE017E8BF67F}"/>
              </a:ext>
            </a:extLst>
          </p:cNvPr>
          <p:cNvCxnSpPr/>
          <p:nvPr/>
        </p:nvCxnSpPr>
        <p:spPr>
          <a:xfrm>
            <a:off x="6408705" y="3008555"/>
            <a:ext cx="631470" cy="577022"/>
          </a:xfrm>
          <a:prstGeom prst="line">
            <a:avLst/>
          </a:prstGeom>
          <a:ln w="31750">
            <a:solidFill>
              <a:srgbClr val="D83B0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62723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CF092921-800D-4528-8B41-238E689F2EB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Route Table/UDR</a:t>
            </a:r>
          </a:p>
        </p:txBody>
      </p:sp>
      <p:sp>
        <p:nvSpPr>
          <p:cNvPr id="2" name="正方形/長方形 1">
            <a:extLst>
              <a:ext uri="{FF2B5EF4-FFF2-40B4-BE49-F238E27FC236}">
                <a16:creationId xmlns:a16="http://schemas.microsoft.com/office/drawing/2014/main" id="{5024702F-DE36-47F5-B405-3738177270A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B8765F84-4599-4ED3-8658-4D8C75CB3BF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8" name="字幕 5">
            <a:extLst>
              <a:ext uri="{FF2B5EF4-FFF2-40B4-BE49-F238E27FC236}">
                <a16:creationId xmlns:a16="http://schemas.microsoft.com/office/drawing/2014/main" id="{63BF3A98-F56F-EA43-5241-BBCA77D591BD}"/>
              </a:ext>
            </a:extLst>
          </p:cNvPr>
          <p:cNvSpPr txBox="1">
            <a:spLocks/>
          </p:cNvSpPr>
          <p:nvPr/>
        </p:nvSpPr>
        <p:spPr>
          <a:xfrm>
            <a:off x="584200" y="1435100"/>
            <a:ext cx="11018838" cy="1982081"/>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ja-JP" altLang="en-US">
                <a:solidFill>
                  <a:schemeClr val="tx1"/>
                </a:solidFill>
                <a:latin typeface="Yu Gothic UI" panose="020B0500000000000000" pitchFamily="34" charset="-128"/>
                <a:ea typeface="Yu Gothic UI" panose="020B0500000000000000" pitchFamily="34" charset="-128"/>
              </a:rPr>
              <a:t>既定のシステムルートを上書き・追加する（ユーザ定義ルート（</a:t>
            </a:r>
            <a:r>
              <a:rPr lang="en-US" altLang="ja-JP">
                <a:solidFill>
                  <a:schemeClr val="tx1"/>
                </a:solidFill>
                <a:latin typeface="Yu Gothic UI" panose="020B0500000000000000" pitchFamily="34" charset="-128"/>
                <a:ea typeface="Yu Gothic UI" panose="020B0500000000000000" pitchFamily="34" charset="-128"/>
              </a:rPr>
              <a:t>UDR</a:t>
            </a:r>
            <a:r>
              <a:rPr lang="ja-JP" altLang="en-US">
                <a:solidFill>
                  <a:schemeClr val="tx1"/>
                </a:solidFill>
                <a:latin typeface="Yu Gothic UI" panose="020B0500000000000000" pitchFamily="34" charset="-128"/>
                <a:ea typeface="Yu Gothic UI" panose="020B0500000000000000" pitchFamily="34" charset="-128"/>
              </a:rPr>
              <a:t>））</a:t>
            </a:r>
            <a:endParaRPr lang="en-US" altLang="ja-JP">
              <a:solidFill>
                <a:schemeClr val="tx1"/>
              </a:solidFill>
              <a:latin typeface="Yu Gothic UI" panose="020B0500000000000000" pitchFamily="34" charset="-128"/>
              <a:ea typeface="Yu Gothic UI" panose="020B0500000000000000" pitchFamily="34" charset="-128"/>
            </a:endParaRPr>
          </a:p>
          <a:p>
            <a:r>
              <a:rPr lang="ja-JP" altLang="en-US">
                <a:solidFill>
                  <a:schemeClr val="tx1"/>
                </a:solidFill>
                <a:latin typeface="Yu Gothic UI" panose="020B0500000000000000" pitchFamily="34" charset="-128"/>
                <a:ea typeface="Yu Gothic UI" panose="020B0500000000000000" pitchFamily="34" charset="-128"/>
              </a:rPr>
              <a:t>サブネット単位で割り当て</a:t>
            </a:r>
            <a:endParaRPr lang="en-US" altLang="ja-JP">
              <a:solidFill>
                <a:schemeClr val="tx1"/>
              </a:solidFill>
              <a:latin typeface="Yu Gothic UI" panose="020B0500000000000000" pitchFamily="34" charset="-128"/>
              <a:ea typeface="Yu Gothic UI" panose="020B0500000000000000" pitchFamily="34" charset="-128"/>
            </a:endParaRPr>
          </a:p>
          <a:p>
            <a:r>
              <a:rPr lang="ja-JP" altLang="en-US">
                <a:solidFill>
                  <a:schemeClr val="tx1"/>
                </a:solidFill>
                <a:latin typeface="Yu Gothic UI" panose="020B0500000000000000" pitchFamily="34" charset="-128"/>
                <a:ea typeface="Yu Gothic UI" panose="020B0500000000000000" pitchFamily="34" charset="-128"/>
              </a:rPr>
              <a:t>仮想アプライアンスを経由させる場合や強制トンネリングなどに使用</a:t>
            </a:r>
            <a:endParaRPr lang="en-US" altLang="ja-JP">
              <a:solidFill>
                <a:schemeClr val="tx1"/>
              </a:solidFill>
              <a:latin typeface="Yu Gothic UI" panose="020B0500000000000000" pitchFamily="34" charset="-128"/>
              <a:ea typeface="Yu Gothic UI" panose="020B0500000000000000" pitchFamily="34" charset="-128"/>
            </a:endParaRPr>
          </a:p>
          <a:p>
            <a:endParaRPr lang="en-US" altLang="ja-JP">
              <a:solidFill>
                <a:schemeClr val="tx1"/>
              </a:solidFill>
              <a:latin typeface="Yu Gothic UI" panose="020B0500000000000000" pitchFamily="34" charset="-128"/>
              <a:ea typeface="Yu Gothic UI" panose="020B0500000000000000" pitchFamily="34" charset="-128"/>
            </a:endParaRPr>
          </a:p>
        </p:txBody>
      </p:sp>
      <p:pic>
        <p:nvPicPr>
          <p:cNvPr id="29" name="図 28">
            <a:extLst>
              <a:ext uri="{FF2B5EF4-FFF2-40B4-BE49-F238E27FC236}">
                <a16:creationId xmlns:a16="http://schemas.microsoft.com/office/drawing/2014/main" id="{2FC2B127-2B8F-85CB-6EEA-1E45A919C65B}"/>
              </a:ext>
            </a:extLst>
          </p:cNvPr>
          <p:cNvPicPr>
            <a:picLocks noChangeAspect="1"/>
          </p:cNvPicPr>
          <p:nvPr/>
        </p:nvPicPr>
        <p:blipFill>
          <a:blip r:embed="rId3"/>
          <a:stretch>
            <a:fillRect/>
          </a:stretch>
        </p:blipFill>
        <p:spPr>
          <a:xfrm>
            <a:off x="347606" y="3251133"/>
            <a:ext cx="7124814" cy="1804537"/>
          </a:xfrm>
          <a:prstGeom prst="rect">
            <a:avLst/>
          </a:prstGeom>
        </p:spPr>
      </p:pic>
      <p:pic>
        <p:nvPicPr>
          <p:cNvPr id="30" name="図 29">
            <a:extLst>
              <a:ext uri="{FF2B5EF4-FFF2-40B4-BE49-F238E27FC236}">
                <a16:creationId xmlns:a16="http://schemas.microsoft.com/office/drawing/2014/main" id="{97EE4E19-6961-CEE2-1695-E5AC505045A1}"/>
              </a:ext>
            </a:extLst>
          </p:cNvPr>
          <p:cNvPicPr>
            <a:picLocks noChangeAspect="1"/>
          </p:cNvPicPr>
          <p:nvPr/>
        </p:nvPicPr>
        <p:blipFill>
          <a:blip r:embed="rId4"/>
          <a:stretch>
            <a:fillRect/>
          </a:stretch>
        </p:blipFill>
        <p:spPr>
          <a:xfrm>
            <a:off x="527510" y="5549898"/>
            <a:ext cx="10508130" cy="314346"/>
          </a:xfrm>
          <a:prstGeom prst="rect">
            <a:avLst/>
          </a:prstGeom>
        </p:spPr>
      </p:pic>
      <p:sp>
        <p:nvSpPr>
          <p:cNvPr id="31" name="四角形吹き出し 49">
            <a:extLst>
              <a:ext uri="{FF2B5EF4-FFF2-40B4-BE49-F238E27FC236}">
                <a16:creationId xmlns:a16="http://schemas.microsoft.com/office/drawing/2014/main" id="{33FCA9AC-E14B-596F-A276-3AEDB02EA623}"/>
              </a:ext>
            </a:extLst>
          </p:cNvPr>
          <p:cNvSpPr/>
          <p:nvPr/>
        </p:nvSpPr>
        <p:spPr>
          <a:xfrm>
            <a:off x="8296450" y="4220983"/>
            <a:ext cx="2891590" cy="925671"/>
          </a:xfrm>
          <a:prstGeom prst="wedgeRectCallout">
            <a:avLst>
              <a:gd name="adj1" fmla="val -93775"/>
              <a:gd name="adj2" fmla="val -32715"/>
            </a:avLst>
          </a:prstGeom>
          <a:solidFill>
            <a:srgbClr val="B1D6F2"/>
          </a:solid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a:latin typeface="Yu Gothic UI" panose="020B0500000000000000" pitchFamily="34" charset="-128"/>
                <a:ea typeface="Yu Gothic UI" panose="020B0500000000000000" pitchFamily="34" charset="-128"/>
              </a:rPr>
              <a:t>既定のシステムルートを</a:t>
            </a:r>
            <a:r>
              <a:rPr lang="en-US" altLang="ja-JP">
                <a:latin typeface="Yu Gothic UI" panose="020B0500000000000000" pitchFamily="34" charset="-128"/>
                <a:ea typeface="Yu Gothic UI" panose="020B0500000000000000" pitchFamily="34" charset="-128"/>
              </a:rPr>
              <a:t>UDR</a:t>
            </a:r>
            <a:r>
              <a:rPr lang="ja-JP" altLang="en-US">
                <a:latin typeface="Yu Gothic UI" panose="020B0500000000000000" pitchFamily="34" charset="-128"/>
                <a:ea typeface="Yu Gothic UI" panose="020B0500000000000000" pitchFamily="34" charset="-128"/>
              </a:rPr>
              <a:t>で上書き</a:t>
            </a:r>
            <a:endPar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32" name="四角形吹き出し 49">
            <a:extLst>
              <a:ext uri="{FF2B5EF4-FFF2-40B4-BE49-F238E27FC236}">
                <a16:creationId xmlns:a16="http://schemas.microsoft.com/office/drawing/2014/main" id="{69B6DCDC-D797-7ACC-B939-03CCECFBF8F4}"/>
              </a:ext>
            </a:extLst>
          </p:cNvPr>
          <p:cNvSpPr/>
          <p:nvPr/>
        </p:nvSpPr>
        <p:spPr>
          <a:xfrm>
            <a:off x="8296450" y="4220983"/>
            <a:ext cx="2891590" cy="925671"/>
          </a:xfrm>
          <a:prstGeom prst="wedgeRectCallout">
            <a:avLst>
              <a:gd name="adj1" fmla="val -110027"/>
              <a:gd name="adj2" fmla="val 97623"/>
            </a:avLst>
          </a:prstGeom>
          <a:solidFill>
            <a:srgbClr val="B1D6F2"/>
          </a:solid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a:latin typeface="Yu Gothic UI" panose="020B0500000000000000" pitchFamily="34" charset="-128"/>
                <a:ea typeface="Yu Gothic UI" panose="020B0500000000000000" pitchFamily="34" charset="-128"/>
              </a:rPr>
              <a:t>既定のシステムルートの一部を</a:t>
            </a:r>
            <a:r>
              <a:rPr lang="en-US" altLang="ja-JP">
                <a:latin typeface="Yu Gothic UI" panose="020B0500000000000000" pitchFamily="34" charset="-128"/>
                <a:ea typeface="Yu Gothic UI" panose="020B0500000000000000" pitchFamily="34" charset="-128"/>
              </a:rPr>
              <a:t>UDR</a:t>
            </a:r>
            <a:r>
              <a:rPr lang="ja-JP" altLang="en-US">
                <a:latin typeface="Yu Gothic UI" panose="020B0500000000000000" pitchFamily="34" charset="-128"/>
                <a:ea typeface="Yu Gothic UI" panose="020B0500000000000000" pitchFamily="34" charset="-128"/>
              </a:rPr>
              <a:t>で上書き</a:t>
            </a:r>
            <a:endPar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33" name="正方形/長方形 32">
            <a:extLst>
              <a:ext uri="{FF2B5EF4-FFF2-40B4-BE49-F238E27FC236}">
                <a16:creationId xmlns:a16="http://schemas.microsoft.com/office/drawing/2014/main" id="{7435D08D-8BA9-59A9-B24C-113D0DF574BD}"/>
              </a:ext>
            </a:extLst>
          </p:cNvPr>
          <p:cNvSpPr/>
          <p:nvPr/>
        </p:nvSpPr>
        <p:spPr>
          <a:xfrm>
            <a:off x="5933768" y="5932330"/>
            <a:ext cx="5572432" cy="9256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a:solidFill>
                  <a:srgbClr val="FF0000"/>
                </a:solidFill>
                <a:latin typeface="Yu Gothic UI" panose="020B0500000000000000" pitchFamily="34" charset="-128"/>
                <a:ea typeface="Yu Gothic UI" panose="020B0500000000000000" pitchFamily="34" charset="-128"/>
              </a:rPr>
              <a:t>今回はルートテーブルのカスタマイズはおこないません。実案件で複数</a:t>
            </a:r>
            <a:r>
              <a:rPr kumimoji="1" lang="en-US" altLang="ja-JP" dirty="0">
                <a:solidFill>
                  <a:srgbClr val="FF0000"/>
                </a:solidFill>
                <a:latin typeface="Yu Gothic UI" panose="020B0500000000000000" pitchFamily="34" charset="-128"/>
                <a:ea typeface="Yu Gothic UI" panose="020B0500000000000000" pitchFamily="34" charset="-128"/>
              </a:rPr>
              <a:t> </a:t>
            </a:r>
            <a:r>
              <a:rPr kumimoji="1" lang="en-US" altLang="ja-JP" dirty="0" err="1">
                <a:solidFill>
                  <a:srgbClr val="FF0000"/>
                </a:solidFill>
                <a:latin typeface="Yu Gothic UI" panose="020B0500000000000000" pitchFamily="34" charset="-128"/>
                <a:ea typeface="Yu Gothic UI" panose="020B0500000000000000" pitchFamily="34" charset="-128"/>
              </a:rPr>
              <a:t>VNet</a:t>
            </a:r>
            <a:r>
              <a:rPr kumimoji="1" lang="en-US" altLang="ja-JP" dirty="0">
                <a:solidFill>
                  <a:srgbClr val="FF0000"/>
                </a:solidFill>
                <a:latin typeface="Yu Gothic UI" panose="020B0500000000000000" pitchFamily="34" charset="-128"/>
                <a:ea typeface="Yu Gothic UI" panose="020B0500000000000000" pitchFamily="34" charset="-128"/>
              </a:rPr>
              <a:t> </a:t>
            </a:r>
            <a:r>
              <a:rPr kumimoji="1" lang="ja-JP" altLang="en-US">
                <a:solidFill>
                  <a:srgbClr val="FF0000"/>
                </a:solidFill>
                <a:latin typeface="Yu Gothic UI" panose="020B0500000000000000" pitchFamily="34" charset="-128"/>
                <a:ea typeface="Yu Gothic UI" panose="020B0500000000000000" pitchFamily="34" charset="-128"/>
              </a:rPr>
              <a:t>や</a:t>
            </a:r>
            <a:r>
              <a:rPr kumimoji="1" lang="en-US" altLang="ja-JP" dirty="0">
                <a:solidFill>
                  <a:srgbClr val="FF0000"/>
                </a:solidFill>
                <a:latin typeface="Yu Gothic UI" panose="020B0500000000000000" pitchFamily="34" charset="-128"/>
                <a:ea typeface="Yu Gothic UI" panose="020B0500000000000000" pitchFamily="34" charset="-128"/>
              </a:rPr>
              <a:t> </a:t>
            </a:r>
            <a:r>
              <a:rPr kumimoji="1" lang="en-US" altLang="ja-JP" dirty="0" err="1">
                <a:solidFill>
                  <a:srgbClr val="FF0000"/>
                </a:solidFill>
                <a:latin typeface="Yu Gothic UI" panose="020B0500000000000000" pitchFamily="34" charset="-128"/>
                <a:ea typeface="Yu Gothic UI" panose="020B0500000000000000" pitchFamily="34" charset="-128"/>
              </a:rPr>
              <a:t>Azrue</a:t>
            </a:r>
            <a:r>
              <a:rPr kumimoji="1" lang="en-US" altLang="ja-JP" dirty="0">
                <a:solidFill>
                  <a:srgbClr val="FF0000"/>
                </a:solidFill>
                <a:latin typeface="Yu Gothic UI" panose="020B0500000000000000" pitchFamily="34" charset="-128"/>
                <a:ea typeface="Yu Gothic UI" panose="020B0500000000000000" pitchFamily="34" charset="-128"/>
              </a:rPr>
              <a:t> Firewall </a:t>
            </a:r>
            <a:r>
              <a:rPr kumimoji="1" lang="ja-JP" altLang="en-US">
                <a:solidFill>
                  <a:srgbClr val="FF0000"/>
                </a:solidFill>
                <a:latin typeface="Yu Gothic UI" panose="020B0500000000000000" pitchFamily="34" charset="-128"/>
                <a:ea typeface="Yu Gothic UI" panose="020B0500000000000000" pitchFamily="34" charset="-128"/>
              </a:rPr>
              <a:t>などの</a:t>
            </a:r>
            <a:r>
              <a:rPr kumimoji="1" lang="en-US" altLang="ja-JP" dirty="0">
                <a:solidFill>
                  <a:srgbClr val="FF0000"/>
                </a:solidFill>
                <a:latin typeface="Yu Gothic UI" panose="020B0500000000000000" pitchFamily="34" charset="-128"/>
                <a:ea typeface="Yu Gothic UI" panose="020B0500000000000000" pitchFamily="34" charset="-128"/>
              </a:rPr>
              <a:t> NVA </a:t>
            </a:r>
            <a:r>
              <a:rPr kumimoji="1" lang="ja-JP" altLang="en-US">
                <a:solidFill>
                  <a:srgbClr val="FF0000"/>
                </a:solidFill>
                <a:latin typeface="Yu Gothic UI" panose="020B0500000000000000" pitchFamily="34" charset="-128"/>
                <a:ea typeface="Yu Gothic UI" panose="020B0500000000000000" pitchFamily="34" charset="-128"/>
              </a:rPr>
              <a:t>が登場したときに利用します。</a:t>
            </a:r>
          </a:p>
        </p:txBody>
      </p:sp>
    </p:spTree>
    <p:extLst>
      <p:ext uri="{BB962C8B-B14F-4D97-AF65-F5344CB8AC3E}">
        <p14:creationId xmlns:p14="http://schemas.microsoft.com/office/powerpoint/2010/main" val="11860771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7C575922-0694-4C77-B7C0-A514F76326D4}"/>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今日作るアーキテクチャ</a:t>
            </a:r>
          </a:p>
        </p:txBody>
      </p:sp>
      <p:sp>
        <p:nvSpPr>
          <p:cNvPr id="2" name="正方形/長方形 1">
            <a:extLst>
              <a:ext uri="{FF2B5EF4-FFF2-40B4-BE49-F238E27FC236}">
                <a16:creationId xmlns:a16="http://schemas.microsoft.com/office/drawing/2014/main" id="{DCB7A17B-CC55-4CDB-BC2A-DBA5815FE48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CE7B73D4-8E99-4BF9-A654-4ED9AD14613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3A17E18-80AB-4E34-B7EA-AD14574813AE}"/>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ブラウザーから Public IP へアクセスし、NSG で許可された HTTP 通信が Azure VM 上の NGINX に届く構成を作ります。</a:t>
            </a:r>
          </a:p>
        </p:txBody>
      </p:sp>
      <p:sp>
        <p:nvSpPr>
          <p:cNvPr id="6" name="正方形/長方形 5">
            <a:extLst>
              <a:ext uri="{FF2B5EF4-FFF2-40B4-BE49-F238E27FC236}">
                <a16:creationId xmlns:a16="http://schemas.microsoft.com/office/drawing/2014/main" id="{1542875D-4C5F-4228-884C-9BC89D912D43}"/>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0" name="角丸四角形 9">
            <a:extLst>
              <a:ext uri="{FF2B5EF4-FFF2-40B4-BE49-F238E27FC236}">
                <a16:creationId xmlns:a16="http://schemas.microsoft.com/office/drawing/2014/main" id="{9708C837-4F30-9909-F563-FD489BAF8D79}"/>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326AAF26-6116-5EDB-5BF4-53BD92B654A2}"/>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12" name="角丸四角形 11">
            <a:extLst>
              <a:ext uri="{FF2B5EF4-FFF2-40B4-BE49-F238E27FC236}">
                <a16:creationId xmlns:a16="http://schemas.microsoft.com/office/drawing/2014/main" id="{24A4D9A5-52DA-EFC4-16CF-F56754F03A45}"/>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角丸四角形 12">
            <a:extLst>
              <a:ext uri="{FF2B5EF4-FFF2-40B4-BE49-F238E27FC236}">
                <a16:creationId xmlns:a16="http://schemas.microsoft.com/office/drawing/2014/main" id="{EF0D3CBE-ED2D-A862-38B9-53BA49841070}"/>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グラフィックス 13">
            <a:extLst>
              <a:ext uri="{FF2B5EF4-FFF2-40B4-BE49-F238E27FC236}">
                <a16:creationId xmlns:a16="http://schemas.microsoft.com/office/drawing/2014/main" id="{600748E5-97FA-FC0F-B194-3263572563B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9637" y="3579925"/>
            <a:ext cx="462764" cy="462764"/>
          </a:xfrm>
          <a:prstGeom prst="rect">
            <a:avLst/>
          </a:prstGeom>
        </p:spPr>
      </p:pic>
      <p:pic>
        <p:nvPicPr>
          <p:cNvPr id="15" name="グラフィックス 14">
            <a:extLst>
              <a:ext uri="{FF2B5EF4-FFF2-40B4-BE49-F238E27FC236}">
                <a16:creationId xmlns:a16="http://schemas.microsoft.com/office/drawing/2014/main" id="{0EC18851-6DED-CC1F-4833-8021E31CEC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8145" y="4485871"/>
            <a:ext cx="298415" cy="298415"/>
          </a:xfrm>
          <a:prstGeom prst="rect">
            <a:avLst/>
          </a:prstGeom>
        </p:spPr>
      </p:pic>
      <p:pic>
        <p:nvPicPr>
          <p:cNvPr id="16" name="グラフィックス 15">
            <a:extLst>
              <a:ext uri="{FF2B5EF4-FFF2-40B4-BE49-F238E27FC236}">
                <a16:creationId xmlns:a16="http://schemas.microsoft.com/office/drawing/2014/main" id="{E5C56724-505B-57B2-B767-ED3F7FA5BC8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8129" y="2662256"/>
            <a:ext cx="298415" cy="298415"/>
          </a:xfrm>
          <a:prstGeom prst="rect">
            <a:avLst/>
          </a:prstGeom>
        </p:spPr>
      </p:pic>
      <p:pic>
        <p:nvPicPr>
          <p:cNvPr id="17" name="グラフィックス 16">
            <a:extLst>
              <a:ext uri="{FF2B5EF4-FFF2-40B4-BE49-F238E27FC236}">
                <a16:creationId xmlns:a16="http://schemas.microsoft.com/office/drawing/2014/main" id="{24535BF6-3415-225F-654D-BC186756ADE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48765" y="3656865"/>
            <a:ext cx="308694" cy="308694"/>
          </a:xfrm>
          <a:prstGeom prst="rect">
            <a:avLst/>
          </a:prstGeom>
        </p:spPr>
      </p:pic>
      <p:pic>
        <p:nvPicPr>
          <p:cNvPr id="18" name="グラフィックス 17">
            <a:extLst>
              <a:ext uri="{FF2B5EF4-FFF2-40B4-BE49-F238E27FC236}">
                <a16:creationId xmlns:a16="http://schemas.microsoft.com/office/drawing/2014/main" id="{B819F7E5-9C9F-6F11-6CE8-6DA2200A5DC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53056" y="3695603"/>
            <a:ext cx="231218" cy="231218"/>
          </a:xfrm>
          <a:prstGeom prst="rect">
            <a:avLst/>
          </a:prstGeom>
        </p:spPr>
      </p:pic>
      <p:cxnSp>
        <p:nvCxnSpPr>
          <p:cNvPr id="19" name="直線コネクタ 18">
            <a:extLst>
              <a:ext uri="{FF2B5EF4-FFF2-40B4-BE49-F238E27FC236}">
                <a16:creationId xmlns:a16="http://schemas.microsoft.com/office/drawing/2014/main" id="{603F25A5-C8EC-B9FE-43E6-0366A6B5D663}"/>
              </a:ext>
            </a:extLst>
          </p:cNvPr>
          <p:cNvCxnSpPr>
            <a:stCxn id="18" idx="3"/>
            <a:endCxn id="14" idx="1"/>
          </p:cNvCxnSpPr>
          <p:nvPr/>
        </p:nvCxnSpPr>
        <p:spPr>
          <a:xfrm>
            <a:off x="6084274" y="3811212"/>
            <a:ext cx="365363" cy="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B726AECC-914A-4C45-3680-594ED18C634D}"/>
              </a:ext>
            </a:extLst>
          </p:cNvPr>
          <p:cNvCxnSpPr>
            <a:cxnSpLocks/>
            <a:stCxn id="17" idx="3"/>
            <a:endCxn id="18" idx="1"/>
          </p:cNvCxnSpPr>
          <p:nvPr/>
        </p:nvCxnSpPr>
        <p:spPr>
          <a:xfrm>
            <a:off x="4857459" y="3811212"/>
            <a:ext cx="995597" cy="0"/>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8C7F9B5E-4655-668C-0DDD-E2B7E4910ABE}"/>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22" name="グラフィックス 21">
            <a:extLst>
              <a:ext uri="{FF2B5EF4-FFF2-40B4-BE49-F238E27FC236}">
                <a16:creationId xmlns:a16="http://schemas.microsoft.com/office/drawing/2014/main" id="{CB778F45-5E23-06CE-9ADA-F38F7643A37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205878" y="5120321"/>
            <a:ext cx="339071" cy="339071"/>
          </a:xfrm>
          <a:prstGeom prst="rect">
            <a:avLst/>
          </a:prstGeom>
        </p:spPr>
      </p:pic>
      <p:cxnSp>
        <p:nvCxnSpPr>
          <p:cNvPr id="23" name="直線コネクタ 22">
            <a:extLst>
              <a:ext uri="{FF2B5EF4-FFF2-40B4-BE49-F238E27FC236}">
                <a16:creationId xmlns:a16="http://schemas.microsoft.com/office/drawing/2014/main" id="{AEC02725-676A-2069-D987-AA49AC92350C}"/>
              </a:ext>
            </a:extLst>
          </p:cNvPr>
          <p:cNvCxnSpPr>
            <a:cxnSpLocks/>
          </p:cNvCxnSpPr>
          <p:nvPr/>
        </p:nvCxnSpPr>
        <p:spPr>
          <a:xfrm>
            <a:off x="3948266" y="3599837"/>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6BD5DF45-4DE0-BE42-1F60-9F692B8DC5E3}"/>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25" name="直線コネクタ 24">
            <a:extLst>
              <a:ext uri="{FF2B5EF4-FFF2-40B4-BE49-F238E27FC236}">
                <a16:creationId xmlns:a16="http://schemas.microsoft.com/office/drawing/2014/main" id="{D1AB6CE5-7D92-CA1F-3B34-EB046563A624}"/>
              </a:ext>
            </a:extLst>
          </p:cNvPr>
          <p:cNvCxnSpPr>
            <a:cxnSpLocks/>
          </p:cNvCxnSpPr>
          <p:nvPr/>
        </p:nvCxnSpPr>
        <p:spPr>
          <a:xfrm flipH="1">
            <a:off x="3923581" y="4002269"/>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5F8BA292-92CB-6AF2-E9E2-FCDCA98F6D4A}"/>
              </a:ext>
            </a:extLst>
          </p:cNvPr>
          <p:cNvSpPr txBox="1"/>
          <p:nvPr/>
        </p:nvSpPr>
        <p:spPr>
          <a:xfrm>
            <a:off x="5617289" y="4026221"/>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27" name="テキスト ボックス 26">
            <a:extLst>
              <a:ext uri="{FF2B5EF4-FFF2-40B4-BE49-F238E27FC236}">
                <a16:creationId xmlns:a16="http://schemas.microsoft.com/office/drawing/2014/main" id="{202BDEEC-8854-6824-0455-63B8304242F6}"/>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28" name="テキスト ボックス 27">
            <a:extLst>
              <a:ext uri="{FF2B5EF4-FFF2-40B4-BE49-F238E27FC236}">
                <a16:creationId xmlns:a16="http://schemas.microsoft.com/office/drawing/2014/main" id="{BA0593DF-8CCD-4423-6CF9-D2608705AA59}"/>
              </a:ext>
            </a:extLst>
          </p:cNvPr>
          <p:cNvSpPr txBox="1"/>
          <p:nvPr/>
        </p:nvSpPr>
        <p:spPr>
          <a:xfrm>
            <a:off x="6167564" y="4026023"/>
            <a:ext cx="1026910"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VM</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9" name="テキスト ボックス 28">
            <a:extLst>
              <a:ext uri="{FF2B5EF4-FFF2-40B4-BE49-F238E27FC236}">
                <a16:creationId xmlns:a16="http://schemas.microsoft.com/office/drawing/2014/main" id="{3A7723BD-E8D3-B3D1-701E-7078EEDB7B9E}"/>
              </a:ext>
            </a:extLst>
          </p:cNvPr>
          <p:cNvSpPr txBox="1"/>
          <p:nvPr/>
        </p:nvSpPr>
        <p:spPr>
          <a:xfrm>
            <a:off x="5667355" y="3247721"/>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7314F6C0-6598-FFA4-10FA-61FEDB31C6AA}"/>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1" name="テキスト ボックス 30">
            <a:extLst>
              <a:ext uri="{FF2B5EF4-FFF2-40B4-BE49-F238E27FC236}">
                <a16:creationId xmlns:a16="http://schemas.microsoft.com/office/drawing/2014/main" id="{185E03A3-15F1-FAFE-9B25-FFCC4F302A55}"/>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2" name="四角形吹き出し 31">
            <a:extLst>
              <a:ext uri="{FF2B5EF4-FFF2-40B4-BE49-F238E27FC236}">
                <a16:creationId xmlns:a16="http://schemas.microsoft.com/office/drawing/2014/main" id="{6B24A4C3-4F17-9B2A-C1A5-C25A3D41F72B}"/>
              </a:ext>
            </a:extLst>
          </p:cNvPr>
          <p:cNvSpPr/>
          <p:nvPr/>
        </p:nvSpPr>
        <p:spPr>
          <a:xfrm>
            <a:off x="6436247" y="1772959"/>
            <a:ext cx="1753697" cy="1422583"/>
          </a:xfrm>
          <a:prstGeom prst="wedgeRectCallout">
            <a:avLst>
              <a:gd name="adj1" fmla="val -25318"/>
              <a:gd name="adj2" fmla="val 80347"/>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3" name="角丸四角形 32">
            <a:extLst>
              <a:ext uri="{FF2B5EF4-FFF2-40B4-BE49-F238E27FC236}">
                <a16:creationId xmlns:a16="http://schemas.microsoft.com/office/drawing/2014/main" id="{39B4B542-2C63-DB66-AA18-15ED426FE575}"/>
              </a:ext>
            </a:extLst>
          </p:cNvPr>
          <p:cNvSpPr/>
          <p:nvPr/>
        </p:nvSpPr>
        <p:spPr>
          <a:xfrm>
            <a:off x="6543365" y="2751252"/>
            <a:ext cx="1529822" cy="320085"/>
          </a:xfrm>
          <a:prstGeom prst="roundRect">
            <a:avLst>
              <a:gd name="adj" fmla="val 20621"/>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0B6A4269-BC08-C80D-4D91-E22D57980589}"/>
              </a:ext>
            </a:extLst>
          </p:cNvPr>
          <p:cNvSpPr txBox="1"/>
          <p:nvPr/>
        </p:nvSpPr>
        <p:spPr>
          <a:xfrm>
            <a:off x="6840779" y="2750688"/>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5" name="角丸四角形 34">
            <a:extLst>
              <a:ext uri="{FF2B5EF4-FFF2-40B4-BE49-F238E27FC236}">
                <a16:creationId xmlns:a16="http://schemas.microsoft.com/office/drawing/2014/main" id="{2E561D57-C0B5-3A0D-E2FE-108E109DBB12}"/>
              </a:ext>
            </a:extLst>
          </p:cNvPr>
          <p:cNvSpPr/>
          <p:nvPr/>
        </p:nvSpPr>
        <p:spPr>
          <a:xfrm>
            <a:off x="6552682" y="1892519"/>
            <a:ext cx="1529822" cy="77843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3B3D039B-FFF4-4AA1-A5E1-CC3F063BC6F7}"/>
              </a:ext>
            </a:extLst>
          </p:cNvPr>
          <p:cNvSpPr txBox="1"/>
          <p:nvPr/>
        </p:nvSpPr>
        <p:spPr>
          <a:xfrm>
            <a:off x="6851608" y="2320816"/>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NGINX</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7" name="フローチャート: 書類 36">
            <a:extLst>
              <a:ext uri="{FF2B5EF4-FFF2-40B4-BE49-F238E27FC236}">
                <a16:creationId xmlns:a16="http://schemas.microsoft.com/office/drawing/2014/main" id="{77041C7C-956F-4D5F-8AD6-602278FCA49D}"/>
              </a:ext>
            </a:extLst>
          </p:cNvPr>
          <p:cNvSpPr/>
          <p:nvPr/>
        </p:nvSpPr>
        <p:spPr>
          <a:xfrm>
            <a:off x="6851608" y="1942767"/>
            <a:ext cx="942558" cy="378049"/>
          </a:xfrm>
          <a:prstGeom prst="flowChartDocument">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268C37F6-C35D-BF6D-FA8F-8E7DFBED9A5F}"/>
              </a:ext>
            </a:extLst>
          </p:cNvPr>
          <p:cNvSpPr txBox="1"/>
          <p:nvPr/>
        </p:nvSpPr>
        <p:spPr>
          <a:xfrm>
            <a:off x="6862437" y="1953084"/>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HTML</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39" name="グラフィックス 38">
            <a:extLst>
              <a:ext uri="{FF2B5EF4-FFF2-40B4-BE49-F238E27FC236}">
                <a16:creationId xmlns:a16="http://schemas.microsoft.com/office/drawing/2014/main" id="{8F2FF63D-1F93-9764-FB75-C88C15D6C5F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7764" y="3663323"/>
            <a:ext cx="295776" cy="295776"/>
          </a:xfrm>
          <a:prstGeom prst="rect">
            <a:avLst/>
          </a:prstGeom>
        </p:spPr>
      </p:pic>
      <p:cxnSp>
        <p:nvCxnSpPr>
          <p:cNvPr id="40" name="直線コネクタ 39">
            <a:extLst>
              <a:ext uri="{FF2B5EF4-FFF2-40B4-BE49-F238E27FC236}">
                <a16:creationId xmlns:a16="http://schemas.microsoft.com/office/drawing/2014/main" id="{94C5B90E-19B3-75F8-07F7-9981B028B798}"/>
              </a:ext>
            </a:extLst>
          </p:cNvPr>
          <p:cNvCxnSpPr>
            <a:cxnSpLocks/>
            <a:stCxn id="14" idx="3"/>
            <a:endCxn id="39" idx="1"/>
          </p:cNvCxnSpPr>
          <p:nvPr/>
        </p:nvCxnSpPr>
        <p:spPr>
          <a:xfrm flipV="1">
            <a:off x="6912401" y="3811211"/>
            <a:ext cx="365363" cy="96"/>
          </a:xfrm>
          <a:prstGeom prst="line">
            <a:avLst/>
          </a:prstGeom>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3560462F-78B8-0941-016E-C117AECF7A57}"/>
              </a:ext>
            </a:extLst>
          </p:cNvPr>
          <p:cNvSpPr txBox="1"/>
          <p:nvPr/>
        </p:nvSpPr>
        <p:spPr>
          <a:xfrm>
            <a:off x="7121044" y="3272148"/>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Disk</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正方形/長方形 48">
            <a:extLst>
              <a:ext uri="{FF2B5EF4-FFF2-40B4-BE49-F238E27FC236}">
                <a16:creationId xmlns:a16="http://schemas.microsoft.com/office/drawing/2014/main" id="{74544B6B-F6D0-4B53-A68E-B0DB5D2431A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ハンズオンで使う値</a:t>
            </a:r>
          </a:p>
        </p:txBody>
      </p:sp>
      <p:sp>
        <p:nvSpPr>
          <p:cNvPr id="2" name="正方形/長方形 1">
            <a:extLst>
              <a:ext uri="{FF2B5EF4-FFF2-40B4-BE49-F238E27FC236}">
                <a16:creationId xmlns:a16="http://schemas.microsoft.com/office/drawing/2014/main" id="{F1E8E005-8F5D-4A67-BE72-E9297EEE16B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2A18F5A6-5149-452C-926F-0634C73220C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5850CB4-3CBA-40D4-B098-B08002DD9FAE}"/>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入力値をそろえると、講師が状況を確認しやすく、最後に削除対象も迷いにくくなります。受講者番号は自分の番号に置き換えます。</a:t>
            </a:r>
          </a:p>
        </p:txBody>
      </p:sp>
      <p:sp>
        <p:nvSpPr>
          <p:cNvPr id="6" name="正方形/長方形 5">
            <a:extLst>
              <a:ext uri="{FF2B5EF4-FFF2-40B4-BE49-F238E27FC236}">
                <a16:creationId xmlns:a16="http://schemas.microsoft.com/office/drawing/2014/main" id="{28DC68F8-8723-4375-B0A4-714BEAC90A63}"/>
              </a:ext>
            </a:extLst>
          </p:cNvPr>
          <p:cNvSpPr>
            <a:spLocks noGrp="1"/>
          </p:cNvSpPr>
          <p:nvPr/>
        </p:nvSpPr>
        <p:spPr>
          <a:xfrm>
            <a:off x="8763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7" name="正方形/長方形 6">
            <a:extLst>
              <a:ext uri="{FF2B5EF4-FFF2-40B4-BE49-F238E27FC236}">
                <a16:creationId xmlns:a16="http://schemas.microsoft.com/office/drawing/2014/main" id="{45C116D1-6830-41F3-B672-AB32E1557A1D}"/>
              </a:ext>
            </a:extLst>
          </p:cNvPr>
          <p:cNvSpPr>
            <a:spLocks noGrp="1"/>
          </p:cNvSpPr>
          <p:nvPr/>
        </p:nvSpPr>
        <p:spPr>
          <a:xfrm>
            <a:off x="9525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項目</a:t>
            </a:r>
          </a:p>
        </p:txBody>
      </p:sp>
      <p:sp>
        <p:nvSpPr>
          <p:cNvPr id="8" name="正方形/長方形 7">
            <a:extLst>
              <a:ext uri="{FF2B5EF4-FFF2-40B4-BE49-F238E27FC236}">
                <a16:creationId xmlns:a16="http://schemas.microsoft.com/office/drawing/2014/main" id="{AC1977D8-3799-4C20-B65E-E1D70E9BC4B8}"/>
              </a:ext>
            </a:extLst>
          </p:cNvPr>
          <p:cNvSpPr>
            <a:spLocks noGrp="1"/>
          </p:cNvSpPr>
          <p:nvPr/>
        </p:nvSpPr>
        <p:spPr>
          <a:xfrm>
            <a:off x="43561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9" name="正方形/長方形 8">
            <a:extLst>
              <a:ext uri="{FF2B5EF4-FFF2-40B4-BE49-F238E27FC236}">
                <a16:creationId xmlns:a16="http://schemas.microsoft.com/office/drawing/2014/main" id="{221796C5-A48B-4078-A815-C7740115E7FA}"/>
              </a:ext>
            </a:extLst>
          </p:cNvPr>
          <p:cNvSpPr>
            <a:spLocks noGrp="1"/>
          </p:cNvSpPr>
          <p:nvPr/>
        </p:nvSpPr>
        <p:spPr>
          <a:xfrm>
            <a:off x="44323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値の例</a:t>
            </a:r>
          </a:p>
        </p:txBody>
      </p:sp>
      <p:sp>
        <p:nvSpPr>
          <p:cNvPr id="10" name="正方形/長方形 9">
            <a:extLst>
              <a:ext uri="{FF2B5EF4-FFF2-40B4-BE49-F238E27FC236}">
                <a16:creationId xmlns:a16="http://schemas.microsoft.com/office/drawing/2014/main" id="{BB1F20D0-8890-4C17-B4DB-21623370D9CD}"/>
              </a:ext>
            </a:extLst>
          </p:cNvPr>
          <p:cNvSpPr>
            <a:spLocks noGrp="1"/>
          </p:cNvSpPr>
          <p:nvPr/>
        </p:nvSpPr>
        <p:spPr>
          <a:xfrm>
            <a:off x="78359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11" name="正方形/長方形 10">
            <a:extLst>
              <a:ext uri="{FF2B5EF4-FFF2-40B4-BE49-F238E27FC236}">
                <a16:creationId xmlns:a16="http://schemas.microsoft.com/office/drawing/2014/main" id="{7BDDD818-5804-4700-8028-101759531B05}"/>
              </a:ext>
            </a:extLst>
          </p:cNvPr>
          <p:cNvSpPr>
            <a:spLocks noGrp="1"/>
          </p:cNvSpPr>
          <p:nvPr/>
        </p:nvSpPr>
        <p:spPr>
          <a:xfrm>
            <a:off x="79121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補足</a:t>
            </a:r>
          </a:p>
        </p:txBody>
      </p:sp>
      <p:sp>
        <p:nvSpPr>
          <p:cNvPr id="12" name="正方形/長方形 11">
            <a:extLst>
              <a:ext uri="{FF2B5EF4-FFF2-40B4-BE49-F238E27FC236}">
                <a16:creationId xmlns:a16="http://schemas.microsoft.com/office/drawing/2014/main" id="{BADBF0F0-5371-4A41-A2B3-8DCD0DFF7193}"/>
              </a:ext>
            </a:extLst>
          </p:cNvPr>
          <p:cNvSpPr>
            <a:spLocks noGrp="1"/>
          </p:cNvSpPr>
          <p:nvPr/>
        </p:nvSpPr>
        <p:spPr>
          <a:xfrm>
            <a:off x="876300" y="2447925"/>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13" name="正方形/長方形 12">
            <a:extLst>
              <a:ext uri="{FF2B5EF4-FFF2-40B4-BE49-F238E27FC236}">
                <a16:creationId xmlns:a16="http://schemas.microsoft.com/office/drawing/2014/main" id="{5477CEAF-4D7C-4D76-B853-31BA3FB7E265}"/>
              </a:ext>
            </a:extLst>
          </p:cNvPr>
          <p:cNvSpPr>
            <a:spLocks noGrp="1"/>
          </p:cNvSpPr>
          <p:nvPr/>
        </p:nvSpPr>
        <p:spPr>
          <a:xfrm>
            <a:off x="952500" y="249555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リージョン</a:t>
            </a:r>
          </a:p>
        </p:txBody>
      </p:sp>
      <p:sp>
        <p:nvSpPr>
          <p:cNvPr id="14" name="正方形/長方形 13">
            <a:extLst>
              <a:ext uri="{FF2B5EF4-FFF2-40B4-BE49-F238E27FC236}">
                <a16:creationId xmlns:a16="http://schemas.microsoft.com/office/drawing/2014/main" id="{E6C01154-3D94-4BFE-A39D-FF40A8D1EC4B}"/>
              </a:ext>
            </a:extLst>
          </p:cNvPr>
          <p:cNvSpPr>
            <a:spLocks noGrp="1"/>
          </p:cNvSpPr>
          <p:nvPr/>
        </p:nvSpPr>
        <p:spPr>
          <a:xfrm>
            <a:off x="4356100" y="2447925"/>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15" name="正方形/長方形 14">
            <a:extLst>
              <a:ext uri="{FF2B5EF4-FFF2-40B4-BE49-F238E27FC236}">
                <a16:creationId xmlns:a16="http://schemas.microsoft.com/office/drawing/2014/main" id="{9344D116-8F10-4A45-846A-2B055D36B174}"/>
              </a:ext>
            </a:extLst>
          </p:cNvPr>
          <p:cNvSpPr>
            <a:spLocks noGrp="1"/>
          </p:cNvSpPr>
          <p:nvPr/>
        </p:nvSpPr>
        <p:spPr>
          <a:xfrm>
            <a:off x="4432300" y="249555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Japan East</a:t>
            </a:r>
          </a:p>
        </p:txBody>
      </p:sp>
      <p:sp>
        <p:nvSpPr>
          <p:cNvPr id="16" name="正方形/長方形 15">
            <a:extLst>
              <a:ext uri="{FF2B5EF4-FFF2-40B4-BE49-F238E27FC236}">
                <a16:creationId xmlns:a16="http://schemas.microsoft.com/office/drawing/2014/main" id="{8BD9EB7C-80DC-4D88-A84F-759749192151}"/>
              </a:ext>
            </a:extLst>
          </p:cNvPr>
          <p:cNvSpPr>
            <a:spLocks noGrp="1"/>
          </p:cNvSpPr>
          <p:nvPr/>
        </p:nvSpPr>
        <p:spPr>
          <a:xfrm>
            <a:off x="7835900" y="2447925"/>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17" name="正方形/長方形 16">
            <a:extLst>
              <a:ext uri="{FF2B5EF4-FFF2-40B4-BE49-F238E27FC236}">
                <a16:creationId xmlns:a16="http://schemas.microsoft.com/office/drawing/2014/main" id="{9BC02E0A-92F7-41A0-9AF8-3D56403D2BFA}"/>
              </a:ext>
            </a:extLst>
          </p:cNvPr>
          <p:cNvSpPr>
            <a:spLocks noGrp="1"/>
          </p:cNvSpPr>
          <p:nvPr/>
        </p:nvSpPr>
        <p:spPr>
          <a:xfrm>
            <a:off x="7912100" y="249555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利用できない場合は講師が代替を指定します。</a:t>
            </a:r>
          </a:p>
        </p:txBody>
      </p:sp>
      <p:sp>
        <p:nvSpPr>
          <p:cNvPr id="18" name="正方形/長方形 17">
            <a:extLst>
              <a:ext uri="{FF2B5EF4-FFF2-40B4-BE49-F238E27FC236}">
                <a16:creationId xmlns:a16="http://schemas.microsoft.com/office/drawing/2014/main" id="{1D6ABBE5-958D-4E48-8145-BB19D88A30AD}"/>
              </a:ext>
            </a:extLst>
          </p:cNvPr>
          <p:cNvSpPr>
            <a:spLocks noGrp="1"/>
          </p:cNvSpPr>
          <p:nvPr/>
        </p:nvSpPr>
        <p:spPr>
          <a:xfrm>
            <a:off x="876300" y="3046413"/>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19" name="正方形/長方形 18">
            <a:extLst>
              <a:ext uri="{FF2B5EF4-FFF2-40B4-BE49-F238E27FC236}">
                <a16:creationId xmlns:a16="http://schemas.microsoft.com/office/drawing/2014/main" id="{1903B3FF-D9AC-4F03-A66C-42AC864DA401}"/>
              </a:ext>
            </a:extLst>
          </p:cNvPr>
          <p:cNvSpPr>
            <a:spLocks noGrp="1"/>
          </p:cNvSpPr>
          <p:nvPr/>
        </p:nvSpPr>
        <p:spPr>
          <a:xfrm>
            <a:off x="952500" y="309403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受講者番号</a:t>
            </a:r>
          </a:p>
        </p:txBody>
      </p:sp>
      <p:sp>
        <p:nvSpPr>
          <p:cNvPr id="20" name="正方形/長方形 19">
            <a:extLst>
              <a:ext uri="{FF2B5EF4-FFF2-40B4-BE49-F238E27FC236}">
                <a16:creationId xmlns:a16="http://schemas.microsoft.com/office/drawing/2014/main" id="{DA815DFF-047F-4565-95C6-6751F5BE01F2}"/>
              </a:ext>
            </a:extLst>
          </p:cNvPr>
          <p:cNvSpPr>
            <a:spLocks noGrp="1"/>
          </p:cNvSpPr>
          <p:nvPr/>
        </p:nvSpPr>
        <p:spPr>
          <a:xfrm>
            <a:off x="4356100" y="3046413"/>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21" name="正方形/長方形 20">
            <a:extLst>
              <a:ext uri="{FF2B5EF4-FFF2-40B4-BE49-F238E27FC236}">
                <a16:creationId xmlns:a16="http://schemas.microsoft.com/office/drawing/2014/main" id="{A761810A-2F8C-4D4D-A9BB-8B405925DBF5}"/>
              </a:ext>
            </a:extLst>
          </p:cNvPr>
          <p:cNvSpPr>
            <a:spLocks noGrp="1"/>
          </p:cNvSpPr>
          <p:nvPr/>
        </p:nvSpPr>
        <p:spPr>
          <a:xfrm>
            <a:off x="4432300" y="309403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lang="en" sz="1400" dirty="0">
                <a:solidFill>
                  <a:srgbClr val="344054"/>
                </a:solidFill>
                <a:latin typeface="Yu Gothic UI"/>
                <a:ea typeface="Yu Gothic UI"/>
                <a:cs typeface="Yu Gothic UI"/>
              </a:rPr>
              <a:t>s</a:t>
            </a:r>
            <a:r>
              <a:rPr sz="1400" b="0" dirty="0">
                <a:solidFill>
                  <a:srgbClr val="344054"/>
                </a:solidFill>
                <a:latin typeface="Yu Gothic UI"/>
                <a:ea typeface="Yu Gothic UI"/>
                <a:cs typeface="Yu Gothic UI"/>
              </a:rPr>
              <a:t>01</a:t>
            </a:r>
            <a:r>
              <a:rPr lang="ja-JP" altLang="en-US" sz="1400">
                <a:solidFill>
                  <a:srgbClr val="344054"/>
                </a:solidFill>
                <a:latin typeface="Yu Gothic UI"/>
                <a:ea typeface="Yu Gothic UI"/>
                <a:cs typeface="Yu Gothic UI"/>
              </a:rPr>
              <a:t>等の番号</a:t>
            </a:r>
            <a:endParaRPr sz="1400" b="0" dirty="0">
              <a:solidFill>
                <a:srgbClr val="344054"/>
              </a:solidFill>
              <a:latin typeface="Yu Gothic UI"/>
              <a:ea typeface="Yu Gothic UI"/>
              <a:cs typeface="Yu Gothic UI"/>
            </a:endParaRPr>
          </a:p>
        </p:txBody>
      </p:sp>
      <p:sp>
        <p:nvSpPr>
          <p:cNvPr id="22" name="正方形/長方形 21">
            <a:extLst>
              <a:ext uri="{FF2B5EF4-FFF2-40B4-BE49-F238E27FC236}">
                <a16:creationId xmlns:a16="http://schemas.microsoft.com/office/drawing/2014/main" id="{B27292F2-85D2-4038-BF0E-4FA608674650}"/>
              </a:ext>
            </a:extLst>
          </p:cNvPr>
          <p:cNvSpPr>
            <a:spLocks noGrp="1"/>
          </p:cNvSpPr>
          <p:nvPr/>
        </p:nvSpPr>
        <p:spPr>
          <a:xfrm>
            <a:off x="7835900" y="3046413"/>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23" name="正方形/長方形 22">
            <a:extLst>
              <a:ext uri="{FF2B5EF4-FFF2-40B4-BE49-F238E27FC236}">
                <a16:creationId xmlns:a16="http://schemas.microsoft.com/office/drawing/2014/main" id="{62505249-1232-42A8-B93B-290F6FD8661C}"/>
              </a:ext>
            </a:extLst>
          </p:cNvPr>
          <p:cNvSpPr>
            <a:spLocks noGrp="1"/>
          </p:cNvSpPr>
          <p:nvPr/>
        </p:nvSpPr>
        <p:spPr>
          <a:xfrm>
            <a:off x="7912100" y="309403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講師から案内された番号を使います。</a:t>
            </a:r>
          </a:p>
        </p:txBody>
      </p:sp>
      <p:sp>
        <p:nvSpPr>
          <p:cNvPr id="24" name="正方形/長方形 23">
            <a:extLst>
              <a:ext uri="{FF2B5EF4-FFF2-40B4-BE49-F238E27FC236}">
                <a16:creationId xmlns:a16="http://schemas.microsoft.com/office/drawing/2014/main" id="{6D3A2817-9E10-42E3-9AF5-EA7999E49210}"/>
              </a:ext>
            </a:extLst>
          </p:cNvPr>
          <p:cNvSpPr>
            <a:spLocks noGrp="1"/>
          </p:cNvSpPr>
          <p:nvPr/>
        </p:nvSpPr>
        <p:spPr>
          <a:xfrm>
            <a:off x="876300" y="3644900"/>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25" name="正方形/長方形 24">
            <a:extLst>
              <a:ext uri="{FF2B5EF4-FFF2-40B4-BE49-F238E27FC236}">
                <a16:creationId xmlns:a16="http://schemas.microsoft.com/office/drawing/2014/main" id="{49AE2F72-BEC1-49F5-85F6-FD101C22AF5A}"/>
              </a:ext>
            </a:extLst>
          </p:cNvPr>
          <p:cNvSpPr>
            <a:spLocks noGrp="1"/>
          </p:cNvSpPr>
          <p:nvPr/>
        </p:nvSpPr>
        <p:spPr>
          <a:xfrm>
            <a:off x="952500" y="3692525"/>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リソースグループ名</a:t>
            </a:r>
          </a:p>
        </p:txBody>
      </p:sp>
      <p:sp>
        <p:nvSpPr>
          <p:cNvPr id="26" name="正方形/長方形 25">
            <a:extLst>
              <a:ext uri="{FF2B5EF4-FFF2-40B4-BE49-F238E27FC236}">
                <a16:creationId xmlns:a16="http://schemas.microsoft.com/office/drawing/2014/main" id="{8467E1EF-978F-488E-8E5E-894FB766EA2E}"/>
              </a:ext>
            </a:extLst>
          </p:cNvPr>
          <p:cNvSpPr>
            <a:spLocks noGrp="1"/>
          </p:cNvSpPr>
          <p:nvPr/>
        </p:nvSpPr>
        <p:spPr>
          <a:xfrm>
            <a:off x="4356100" y="3644900"/>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27" name="正方形/長方形 26">
            <a:extLst>
              <a:ext uri="{FF2B5EF4-FFF2-40B4-BE49-F238E27FC236}">
                <a16:creationId xmlns:a16="http://schemas.microsoft.com/office/drawing/2014/main" id="{95D99DE0-1908-4669-AA5D-960FE0720710}"/>
              </a:ext>
            </a:extLst>
          </p:cNvPr>
          <p:cNvSpPr>
            <a:spLocks noGrp="1"/>
          </p:cNvSpPr>
          <p:nvPr/>
        </p:nvSpPr>
        <p:spPr>
          <a:xfrm>
            <a:off x="4432300" y="3692525"/>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dirty="0">
                <a:solidFill>
                  <a:srgbClr val="344054"/>
                </a:solidFill>
                <a:latin typeface="Yu Gothic UI"/>
                <a:ea typeface="Yu Gothic UI"/>
                <a:cs typeface="Yu Gothic UI"/>
              </a:rPr>
              <a:t>rg-azbeg-l03-</a:t>
            </a:r>
            <a:r>
              <a:rPr lang="en-US" sz="1400" b="0" dirty="0">
                <a:solidFill>
                  <a:srgbClr val="344054"/>
                </a:solidFill>
                <a:latin typeface="Yu Gothic UI"/>
                <a:ea typeface="Yu Gothic UI"/>
                <a:cs typeface="Yu Gothic UI"/>
              </a:rPr>
              <a:t>&lt;</a:t>
            </a:r>
            <a:r>
              <a:rPr lang="en-US" sz="1400" b="0" dirty="0" err="1">
                <a:solidFill>
                  <a:srgbClr val="344054"/>
                </a:solidFill>
                <a:latin typeface="Yu Gothic UI"/>
                <a:ea typeface="Yu Gothic UI"/>
                <a:cs typeface="Yu Gothic UI"/>
              </a:rPr>
              <a:t>受講者番号</a:t>
            </a:r>
            <a:r>
              <a:rPr lang="en-US" sz="1400" b="0" dirty="0">
                <a:solidFill>
                  <a:srgbClr val="344054"/>
                </a:solidFill>
                <a:latin typeface="Yu Gothic UI"/>
                <a:ea typeface="Yu Gothic UI"/>
                <a:cs typeface="Yu Gothic UI"/>
              </a:rPr>
              <a:t>&gt;</a:t>
            </a:r>
            <a:endParaRPr sz="1400" b="0" dirty="0">
              <a:solidFill>
                <a:srgbClr val="344054"/>
              </a:solidFill>
              <a:latin typeface="Yu Gothic UI"/>
              <a:ea typeface="Yu Gothic UI"/>
              <a:cs typeface="Yu Gothic UI"/>
            </a:endParaRPr>
          </a:p>
        </p:txBody>
      </p:sp>
      <p:sp>
        <p:nvSpPr>
          <p:cNvPr id="28" name="正方形/長方形 27">
            <a:extLst>
              <a:ext uri="{FF2B5EF4-FFF2-40B4-BE49-F238E27FC236}">
                <a16:creationId xmlns:a16="http://schemas.microsoft.com/office/drawing/2014/main" id="{CA50CDF6-4624-4DDE-8455-AADADD02BB15}"/>
              </a:ext>
            </a:extLst>
          </p:cNvPr>
          <p:cNvSpPr>
            <a:spLocks noGrp="1"/>
          </p:cNvSpPr>
          <p:nvPr/>
        </p:nvSpPr>
        <p:spPr>
          <a:xfrm>
            <a:off x="7835900" y="3644900"/>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29" name="正方形/長方形 28">
            <a:extLst>
              <a:ext uri="{FF2B5EF4-FFF2-40B4-BE49-F238E27FC236}">
                <a16:creationId xmlns:a16="http://schemas.microsoft.com/office/drawing/2014/main" id="{BAC47C95-04F4-42B6-85EC-1E64C614FDCB}"/>
              </a:ext>
            </a:extLst>
          </p:cNvPr>
          <p:cNvSpPr>
            <a:spLocks noGrp="1"/>
          </p:cNvSpPr>
          <p:nvPr/>
        </p:nvSpPr>
        <p:spPr>
          <a:xfrm>
            <a:off x="7912100" y="3692525"/>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s01 は自分の番号に置き換えます。</a:t>
            </a:r>
          </a:p>
        </p:txBody>
      </p:sp>
      <p:sp>
        <p:nvSpPr>
          <p:cNvPr id="30" name="正方形/長方形 29">
            <a:extLst>
              <a:ext uri="{FF2B5EF4-FFF2-40B4-BE49-F238E27FC236}">
                <a16:creationId xmlns:a16="http://schemas.microsoft.com/office/drawing/2014/main" id="{668B34F4-B82D-45C3-AB92-F3AE4F9711B1}"/>
              </a:ext>
            </a:extLst>
          </p:cNvPr>
          <p:cNvSpPr>
            <a:spLocks noGrp="1"/>
          </p:cNvSpPr>
          <p:nvPr/>
        </p:nvSpPr>
        <p:spPr>
          <a:xfrm>
            <a:off x="876300" y="4243388"/>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31" name="正方形/長方形 30">
            <a:extLst>
              <a:ext uri="{FF2B5EF4-FFF2-40B4-BE49-F238E27FC236}">
                <a16:creationId xmlns:a16="http://schemas.microsoft.com/office/drawing/2014/main" id="{9DB601D5-958B-42A6-A6B8-2CE81199DCE9}"/>
              </a:ext>
            </a:extLst>
          </p:cNvPr>
          <p:cNvSpPr>
            <a:spLocks noGrp="1"/>
          </p:cNvSpPr>
          <p:nvPr/>
        </p:nvSpPr>
        <p:spPr>
          <a:xfrm>
            <a:off x="952500" y="4291013"/>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VM 名</a:t>
            </a:r>
          </a:p>
        </p:txBody>
      </p:sp>
      <p:sp>
        <p:nvSpPr>
          <p:cNvPr id="32" name="正方形/長方形 31">
            <a:extLst>
              <a:ext uri="{FF2B5EF4-FFF2-40B4-BE49-F238E27FC236}">
                <a16:creationId xmlns:a16="http://schemas.microsoft.com/office/drawing/2014/main" id="{1BEAD71A-4025-49E2-97CC-D5D1FAF274DD}"/>
              </a:ext>
            </a:extLst>
          </p:cNvPr>
          <p:cNvSpPr>
            <a:spLocks noGrp="1"/>
          </p:cNvSpPr>
          <p:nvPr/>
        </p:nvSpPr>
        <p:spPr>
          <a:xfrm>
            <a:off x="4356100" y="4243388"/>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33" name="正方形/長方形 32">
            <a:extLst>
              <a:ext uri="{FF2B5EF4-FFF2-40B4-BE49-F238E27FC236}">
                <a16:creationId xmlns:a16="http://schemas.microsoft.com/office/drawing/2014/main" id="{CB9A3F35-5242-49B4-88F3-A458ABFCC691}"/>
              </a:ext>
            </a:extLst>
          </p:cNvPr>
          <p:cNvSpPr>
            <a:spLocks noGrp="1"/>
          </p:cNvSpPr>
          <p:nvPr/>
        </p:nvSpPr>
        <p:spPr>
          <a:xfrm>
            <a:off x="4432300" y="4291013"/>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dirty="0">
                <a:solidFill>
                  <a:srgbClr val="344054"/>
                </a:solidFill>
                <a:latin typeface="Yu Gothic UI"/>
                <a:ea typeface="Yu Gothic UI"/>
                <a:cs typeface="Yu Gothic UI"/>
              </a:rPr>
              <a:t>vm-azbeg-l03-</a:t>
            </a:r>
            <a:r>
              <a:rPr lang="en-US" sz="1400" b="0" dirty="0">
                <a:solidFill>
                  <a:srgbClr val="344054"/>
                </a:solidFill>
                <a:latin typeface="Yu Gothic UI"/>
                <a:ea typeface="Yu Gothic UI"/>
                <a:cs typeface="Yu Gothic UI"/>
              </a:rPr>
              <a:t>&lt;</a:t>
            </a:r>
            <a:r>
              <a:rPr lang="en-US" sz="1400" b="0" dirty="0" err="1">
                <a:solidFill>
                  <a:srgbClr val="344054"/>
                </a:solidFill>
                <a:latin typeface="Yu Gothic UI"/>
                <a:ea typeface="Yu Gothic UI"/>
                <a:cs typeface="Yu Gothic UI"/>
              </a:rPr>
              <a:t>受講者番号</a:t>
            </a:r>
            <a:r>
              <a:rPr lang="en-US" sz="1400" b="0" dirty="0">
                <a:solidFill>
                  <a:srgbClr val="344054"/>
                </a:solidFill>
                <a:latin typeface="Yu Gothic UI"/>
                <a:ea typeface="Yu Gothic UI"/>
                <a:cs typeface="Yu Gothic UI"/>
              </a:rPr>
              <a:t>&gt;</a:t>
            </a:r>
            <a:endParaRPr sz="1400" b="0" dirty="0">
              <a:solidFill>
                <a:srgbClr val="344054"/>
              </a:solidFill>
              <a:latin typeface="Yu Gothic UI"/>
              <a:ea typeface="Yu Gothic UI"/>
              <a:cs typeface="Yu Gothic UI"/>
            </a:endParaRPr>
          </a:p>
        </p:txBody>
      </p:sp>
      <p:sp>
        <p:nvSpPr>
          <p:cNvPr id="34" name="正方形/長方形 33">
            <a:extLst>
              <a:ext uri="{FF2B5EF4-FFF2-40B4-BE49-F238E27FC236}">
                <a16:creationId xmlns:a16="http://schemas.microsoft.com/office/drawing/2014/main" id="{BE5832E4-9E9F-4428-8315-57BDDCBBCE8D}"/>
              </a:ext>
            </a:extLst>
          </p:cNvPr>
          <p:cNvSpPr>
            <a:spLocks noGrp="1"/>
          </p:cNvSpPr>
          <p:nvPr/>
        </p:nvSpPr>
        <p:spPr>
          <a:xfrm>
            <a:off x="7835900" y="4243388"/>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35" name="正方形/長方形 34">
            <a:extLst>
              <a:ext uri="{FF2B5EF4-FFF2-40B4-BE49-F238E27FC236}">
                <a16:creationId xmlns:a16="http://schemas.microsoft.com/office/drawing/2014/main" id="{F52EB7AC-061A-40A7-96B8-24530DAE34D1}"/>
              </a:ext>
            </a:extLst>
          </p:cNvPr>
          <p:cNvSpPr>
            <a:spLocks noGrp="1"/>
          </p:cNvSpPr>
          <p:nvPr/>
        </p:nvSpPr>
        <p:spPr>
          <a:xfrm>
            <a:off x="7912100" y="4291013"/>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後から見分けられる名前にします。</a:t>
            </a:r>
          </a:p>
        </p:txBody>
      </p:sp>
      <p:sp>
        <p:nvSpPr>
          <p:cNvPr id="36" name="正方形/長方形 35">
            <a:extLst>
              <a:ext uri="{FF2B5EF4-FFF2-40B4-BE49-F238E27FC236}">
                <a16:creationId xmlns:a16="http://schemas.microsoft.com/office/drawing/2014/main" id="{46983B1E-C45B-48CB-A4C3-C2821223F67E}"/>
              </a:ext>
            </a:extLst>
          </p:cNvPr>
          <p:cNvSpPr>
            <a:spLocks noGrp="1"/>
          </p:cNvSpPr>
          <p:nvPr/>
        </p:nvSpPr>
        <p:spPr>
          <a:xfrm>
            <a:off x="876300" y="4841875"/>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37" name="正方形/長方形 36">
            <a:extLst>
              <a:ext uri="{FF2B5EF4-FFF2-40B4-BE49-F238E27FC236}">
                <a16:creationId xmlns:a16="http://schemas.microsoft.com/office/drawing/2014/main" id="{087A2E6C-D68B-4DAC-9843-E9C3D620384A}"/>
              </a:ext>
            </a:extLst>
          </p:cNvPr>
          <p:cNvSpPr>
            <a:spLocks noGrp="1"/>
          </p:cNvSpPr>
          <p:nvPr/>
        </p:nvSpPr>
        <p:spPr>
          <a:xfrm>
            <a:off x="952500" y="488950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管理者ユーザー</a:t>
            </a:r>
          </a:p>
        </p:txBody>
      </p:sp>
      <p:sp>
        <p:nvSpPr>
          <p:cNvPr id="38" name="正方形/長方形 37">
            <a:extLst>
              <a:ext uri="{FF2B5EF4-FFF2-40B4-BE49-F238E27FC236}">
                <a16:creationId xmlns:a16="http://schemas.microsoft.com/office/drawing/2014/main" id="{F1BDCA45-6CA9-47C8-9EEF-80626F5A6B88}"/>
              </a:ext>
            </a:extLst>
          </p:cNvPr>
          <p:cNvSpPr>
            <a:spLocks noGrp="1"/>
          </p:cNvSpPr>
          <p:nvPr/>
        </p:nvSpPr>
        <p:spPr>
          <a:xfrm>
            <a:off x="4356100" y="4841875"/>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39" name="正方形/長方形 38">
            <a:extLst>
              <a:ext uri="{FF2B5EF4-FFF2-40B4-BE49-F238E27FC236}">
                <a16:creationId xmlns:a16="http://schemas.microsoft.com/office/drawing/2014/main" id="{975C7936-9E55-4FCF-BC16-00A342366BC7}"/>
              </a:ext>
            </a:extLst>
          </p:cNvPr>
          <p:cNvSpPr>
            <a:spLocks noGrp="1"/>
          </p:cNvSpPr>
          <p:nvPr/>
        </p:nvSpPr>
        <p:spPr>
          <a:xfrm>
            <a:off x="4432300" y="488950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azureuser</a:t>
            </a:r>
          </a:p>
        </p:txBody>
      </p:sp>
      <p:sp>
        <p:nvSpPr>
          <p:cNvPr id="40" name="正方形/長方形 39">
            <a:extLst>
              <a:ext uri="{FF2B5EF4-FFF2-40B4-BE49-F238E27FC236}">
                <a16:creationId xmlns:a16="http://schemas.microsoft.com/office/drawing/2014/main" id="{003FD709-6C74-40F3-93FD-A308B794F5AD}"/>
              </a:ext>
            </a:extLst>
          </p:cNvPr>
          <p:cNvSpPr>
            <a:spLocks noGrp="1"/>
          </p:cNvSpPr>
          <p:nvPr/>
        </p:nvSpPr>
        <p:spPr>
          <a:xfrm>
            <a:off x="7835900" y="4841875"/>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41" name="正方形/長方形 40">
            <a:extLst>
              <a:ext uri="{FF2B5EF4-FFF2-40B4-BE49-F238E27FC236}">
                <a16:creationId xmlns:a16="http://schemas.microsoft.com/office/drawing/2014/main" id="{F5087C6F-3400-4CC8-ABC8-E13D71F132A7}"/>
              </a:ext>
            </a:extLst>
          </p:cNvPr>
          <p:cNvSpPr>
            <a:spLocks noGrp="1"/>
          </p:cNvSpPr>
          <p:nvPr/>
        </p:nvSpPr>
        <p:spPr>
          <a:xfrm>
            <a:off x="7912100" y="488950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秘密鍵は公開資料に残しません。</a:t>
            </a:r>
          </a:p>
        </p:txBody>
      </p:sp>
      <p:sp>
        <p:nvSpPr>
          <p:cNvPr id="42" name="正方形/長方形 41">
            <a:extLst>
              <a:ext uri="{FF2B5EF4-FFF2-40B4-BE49-F238E27FC236}">
                <a16:creationId xmlns:a16="http://schemas.microsoft.com/office/drawing/2014/main" id="{1DBFEDEE-B398-4DF9-9048-2F8A8BEBB25A}"/>
              </a:ext>
            </a:extLst>
          </p:cNvPr>
          <p:cNvSpPr>
            <a:spLocks noGrp="1"/>
          </p:cNvSpPr>
          <p:nvPr/>
        </p:nvSpPr>
        <p:spPr>
          <a:xfrm>
            <a:off x="876300" y="5440363"/>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43" name="正方形/長方形 42">
            <a:extLst>
              <a:ext uri="{FF2B5EF4-FFF2-40B4-BE49-F238E27FC236}">
                <a16:creationId xmlns:a16="http://schemas.microsoft.com/office/drawing/2014/main" id="{185DB0DC-6063-41C2-B568-37B077CC2C0C}"/>
              </a:ext>
            </a:extLst>
          </p:cNvPr>
          <p:cNvSpPr>
            <a:spLocks noGrp="1"/>
          </p:cNvSpPr>
          <p:nvPr/>
        </p:nvSpPr>
        <p:spPr>
          <a:xfrm>
            <a:off x="952500" y="548798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受信ポート</a:t>
            </a:r>
          </a:p>
        </p:txBody>
      </p:sp>
      <p:sp>
        <p:nvSpPr>
          <p:cNvPr id="44" name="正方形/長方形 43">
            <a:extLst>
              <a:ext uri="{FF2B5EF4-FFF2-40B4-BE49-F238E27FC236}">
                <a16:creationId xmlns:a16="http://schemas.microsoft.com/office/drawing/2014/main" id="{E4D5F1F0-C416-4788-A474-322647A8A4E8}"/>
              </a:ext>
            </a:extLst>
          </p:cNvPr>
          <p:cNvSpPr>
            <a:spLocks noGrp="1"/>
          </p:cNvSpPr>
          <p:nvPr/>
        </p:nvSpPr>
        <p:spPr>
          <a:xfrm>
            <a:off x="4356100" y="5440363"/>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45" name="正方形/長方形 44">
            <a:extLst>
              <a:ext uri="{FF2B5EF4-FFF2-40B4-BE49-F238E27FC236}">
                <a16:creationId xmlns:a16="http://schemas.microsoft.com/office/drawing/2014/main" id="{8AC666B1-DD90-46F3-9417-5C6117C86E3D}"/>
              </a:ext>
            </a:extLst>
          </p:cNvPr>
          <p:cNvSpPr>
            <a:spLocks noGrp="1"/>
          </p:cNvSpPr>
          <p:nvPr/>
        </p:nvSpPr>
        <p:spPr>
          <a:xfrm>
            <a:off x="4432300" y="548798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HTTP</a:t>
            </a:r>
          </a:p>
        </p:txBody>
      </p:sp>
      <p:sp>
        <p:nvSpPr>
          <p:cNvPr id="46" name="正方形/長方形 45">
            <a:extLst>
              <a:ext uri="{FF2B5EF4-FFF2-40B4-BE49-F238E27FC236}">
                <a16:creationId xmlns:a16="http://schemas.microsoft.com/office/drawing/2014/main" id="{B783B976-DA63-4D9A-82EA-797B322D44B1}"/>
              </a:ext>
            </a:extLst>
          </p:cNvPr>
          <p:cNvSpPr>
            <a:spLocks noGrp="1"/>
          </p:cNvSpPr>
          <p:nvPr/>
        </p:nvSpPr>
        <p:spPr>
          <a:xfrm>
            <a:off x="7835900" y="5440363"/>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47" name="正方形/長方形 46">
            <a:extLst>
              <a:ext uri="{FF2B5EF4-FFF2-40B4-BE49-F238E27FC236}">
                <a16:creationId xmlns:a16="http://schemas.microsoft.com/office/drawing/2014/main" id="{5A012821-5604-4264-A540-4FE9F4720EDA}"/>
              </a:ext>
            </a:extLst>
          </p:cNvPr>
          <p:cNvSpPr>
            <a:spLocks noGrp="1"/>
          </p:cNvSpPr>
          <p:nvPr/>
        </p:nvSpPr>
        <p:spPr>
          <a:xfrm>
            <a:off x="7912100" y="548798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NGINX 表示確認に使います。</a:t>
            </a:r>
          </a:p>
        </p:txBody>
      </p:sp>
    </p:spTree>
    <p:extLst>
      <p:ext uri="{BB962C8B-B14F-4D97-AF65-F5344CB8AC3E}">
        <p14:creationId xmlns:p14="http://schemas.microsoft.com/office/powerpoint/2010/main" val="11860771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77FFCA77-907A-4D09-B2C9-00F4D7FC2BD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ハンズオンの流れ</a:t>
            </a:r>
          </a:p>
        </p:txBody>
      </p:sp>
      <p:sp>
        <p:nvSpPr>
          <p:cNvPr id="2" name="正方形/長方形 1">
            <a:extLst>
              <a:ext uri="{FF2B5EF4-FFF2-40B4-BE49-F238E27FC236}">
                <a16:creationId xmlns:a16="http://schemas.microsoft.com/office/drawing/2014/main" id="{9B639622-4B96-433E-BEF1-936B694F171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E3B147E-C355-4441-92EA-1504C2E6D5C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E46730B0-F782-4201-9373-DE45D4B1B474}"/>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まずリソースをまとめる外枠を作り、その中に VM と関連リソースを作成します。最後は作成したリソースグループを削除します。</a:t>
            </a:r>
          </a:p>
        </p:txBody>
      </p:sp>
      <p:sp>
        <p:nvSpPr>
          <p:cNvPr id="6" name="正方形/長方形 5">
            <a:extLst>
              <a:ext uri="{FF2B5EF4-FFF2-40B4-BE49-F238E27FC236}">
                <a16:creationId xmlns:a16="http://schemas.microsoft.com/office/drawing/2014/main" id="{498F44A6-A71B-4E94-8DE4-26C07ABA5459}"/>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0" name="角丸四角形 9">
            <a:extLst>
              <a:ext uri="{FF2B5EF4-FFF2-40B4-BE49-F238E27FC236}">
                <a16:creationId xmlns:a16="http://schemas.microsoft.com/office/drawing/2014/main" id="{BEB9D790-5943-BBBE-AB26-5A56961D9948}"/>
              </a:ext>
            </a:extLst>
          </p:cNvPr>
          <p:cNvSpPr/>
          <p:nvPr/>
        </p:nvSpPr>
        <p:spPr>
          <a:xfrm>
            <a:off x="108472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角丸四角形 10">
            <a:extLst>
              <a:ext uri="{FF2B5EF4-FFF2-40B4-BE49-F238E27FC236}">
                <a16:creationId xmlns:a16="http://schemas.microsoft.com/office/drawing/2014/main" id="{E3C1F6FF-71B0-C6E3-4986-B904615451ED}"/>
              </a:ext>
            </a:extLst>
          </p:cNvPr>
          <p:cNvSpPr/>
          <p:nvPr/>
        </p:nvSpPr>
        <p:spPr>
          <a:xfrm>
            <a:off x="3159273" y="2732664"/>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角丸四角形 11">
            <a:extLst>
              <a:ext uri="{FF2B5EF4-FFF2-40B4-BE49-F238E27FC236}">
                <a16:creationId xmlns:a16="http://schemas.microsoft.com/office/drawing/2014/main" id="{8788DA75-8106-BBAB-8C66-C944F7682752}"/>
              </a:ext>
            </a:extLst>
          </p:cNvPr>
          <p:cNvSpPr/>
          <p:nvPr/>
        </p:nvSpPr>
        <p:spPr>
          <a:xfrm>
            <a:off x="5233817"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角丸四角形 12">
            <a:extLst>
              <a:ext uri="{FF2B5EF4-FFF2-40B4-BE49-F238E27FC236}">
                <a16:creationId xmlns:a16="http://schemas.microsoft.com/office/drawing/2014/main" id="{FE3CE84D-96BF-34AA-C821-5D29FAF332DB}"/>
              </a:ext>
            </a:extLst>
          </p:cNvPr>
          <p:cNvSpPr/>
          <p:nvPr/>
        </p:nvSpPr>
        <p:spPr>
          <a:xfrm>
            <a:off x="7374146"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角丸四角形 13">
            <a:extLst>
              <a:ext uri="{FF2B5EF4-FFF2-40B4-BE49-F238E27FC236}">
                <a16:creationId xmlns:a16="http://schemas.microsoft.com/office/drawing/2014/main" id="{3FB39051-8081-E389-EF3D-284ED7CEC7A6}"/>
              </a:ext>
            </a:extLst>
          </p:cNvPr>
          <p:cNvSpPr/>
          <p:nvPr/>
        </p:nvSpPr>
        <p:spPr>
          <a:xfrm>
            <a:off x="952465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B4AB0497-9C7B-1E85-BCBD-A3EE7141D49F}"/>
              </a:ext>
            </a:extLst>
          </p:cNvPr>
          <p:cNvSpPr txBox="1"/>
          <p:nvPr/>
        </p:nvSpPr>
        <p:spPr>
          <a:xfrm>
            <a:off x="1263468" y="2818614"/>
            <a:ext cx="1366887" cy="646331"/>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リソースグループの作成</a:t>
            </a:r>
          </a:p>
        </p:txBody>
      </p:sp>
      <p:sp>
        <p:nvSpPr>
          <p:cNvPr id="16" name="テキスト ボックス 15">
            <a:extLst>
              <a:ext uri="{FF2B5EF4-FFF2-40B4-BE49-F238E27FC236}">
                <a16:creationId xmlns:a16="http://schemas.microsoft.com/office/drawing/2014/main" id="{93ACF80E-A6DC-1AA9-69E4-0D68CF824787}"/>
              </a:ext>
            </a:extLst>
          </p:cNvPr>
          <p:cNvSpPr txBox="1"/>
          <p:nvPr/>
        </p:nvSpPr>
        <p:spPr>
          <a:xfrm>
            <a:off x="1094913" y="3508769"/>
            <a:ext cx="1714181" cy="738664"/>
          </a:xfrm>
          <a:prstGeom prst="rect">
            <a:avLst/>
          </a:prstGeom>
          <a:noFill/>
        </p:spPr>
        <p:txBody>
          <a:bodyPr wrap="square" rtlCol="0">
            <a:spAutoFit/>
          </a:bodyPr>
          <a:lstStyle/>
          <a:p>
            <a:pPr algn="ctr"/>
            <a:r>
              <a:rPr kumimoji="1" lang="ja-JP" altLang="en-US" sz="1400">
                <a:latin typeface="Yu Gothic UI" panose="020B0500000000000000" pitchFamily="34" charset="-128"/>
                <a:ea typeface="Yu Gothic UI" panose="020B0500000000000000" pitchFamily="34" charset="-128"/>
              </a:rPr>
              <a:t>サブスクリプション内でリソースをグルーピングする論理的な単位</a:t>
            </a:r>
          </a:p>
        </p:txBody>
      </p:sp>
      <p:sp>
        <p:nvSpPr>
          <p:cNvPr id="17" name="テキスト ボックス 16">
            <a:extLst>
              <a:ext uri="{FF2B5EF4-FFF2-40B4-BE49-F238E27FC236}">
                <a16:creationId xmlns:a16="http://schemas.microsoft.com/office/drawing/2014/main" id="{7C8675B4-2F13-A04D-58C8-EB896E09F69B}"/>
              </a:ext>
            </a:extLst>
          </p:cNvPr>
          <p:cNvSpPr txBox="1"/>
          <p:nvPr/>
        </p:nvSpPr>
        <p:spPr>
          <a:xfrm>
            <a:off x="3338012"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VM </a:t>
            </a:r>
            <a:r>
              <a:rPr kumimoji="1" lang="ja-JP" altLang="en-US">
                <a:latin typeface="Yu Gothic UI" panose="020B0500000000000000" pitchFamily="34" charset="-128"/>
                <a:ea typeface="Yu Gothic UI" panose="020B0500000000000000" pitchFamily="34" charset="-128"/>
              </a:rPr>
              <a:t>作成</a:t>
            </a:r>
            <a:r>
              <a:rPr kumimoji="1" lang="en-US" altLang="ja-JP" dirty="0">
                <a:latin typeface="Yu Gothic UI" panose="020B0500000000000000" pitchFamily="34" charset="-128"/>
                <a:ea typeface="Yu Gothic UI" panose="020B0500000000000000" pitchFamily="34" charset="-128"/>
              </a:rPr>
              <a:t>/</a:t>
            </a:r>
            <a:r>
              <a:rPr kumimoji="1" lang="ja-JP" altLang="en-US">
                <a:latin typeface="Yu Gothic UI" panose="020B0500000000000000" pitchFamily="34" charset="-128"/>
                <a:ea typeface="Yu Gothic UI" panose="020B0500000000000000" pitchFamily="34" charset="-128"/>
              </a:rPr>
              <a:t>設定</a:t>
            </a:r>
            <a:r>
              <a:rPr kumimoji="1" lang="en-US" altLang="ja-JP" dirty="0">
                <a:latin typeface="Yu Gothic UI" panose="020B0500000000000000" pitchFamily="34" charset="-128"/>
                <a:ea typeface="Yu Gothic UI" panose="020B0500000000000000" pitchFamily="34" charset="-128"/>
              </a:rPr>
              <a:t> 1</a:t>
            </a:r>
            <a:endParaRPr kumimoji="1" lang="ja-JP" altLang="en-US">
              <a:latin typeface="Yu Gothic UI" panose="020B0500000000000000" pitchFamily="34" charset="-128"/>
              <a:ea typeface="Yu Gothic UI" panose="020B0500000000000000" pitchFamily="34" charset="-128"/>
            </a:endParaRPr>
          </a:p>
        </p:txBody>
      </p:sp>
      <p:sp>
        <p:nvSpPr>
          <p:cNvPr id="18" name="テキスト ボックス 17">
            <a:extLst>
              <a:ext uri="{FF2B5EF4-FFF2-40B4-BE49-F238E27FC236}">
                <a16:creationId xmlns:a16="http://schemas.microsoft.com/office/drawing/2014/main" id="{A65BF799-6F3F-0E4A-85E3-4991D446974E}"/>
              </a:ext>
            </a:extLst>
          </p:cNvPr>
          <p:cNvSpPr txBox="1"/>
          <p:nvPr/>
        </p:nvSpPr>
        <p:spPr>
          <a:xfrm>
            <a:off x="3169457" y="3508769"/>
            <a:ext cx="1714181" cy="738664"/>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VM </a:t>
            </a:r>
            <a:r>
              <a:rPr kumimoji="1" lang="ja-JP" altLang="en-US" sz="1400">
                <a:latin typeface="Yu Gothic UI" panose="020B0500000000000000" pitchFamily="34" charset="-128"/>
                <a:ea typeface="Yu Gothic UI" panose="020B0500000000000000" pitchFamily="34" charset="-128"/>
              </a:rPr>
              <a:t>の基本設定</a:t>
            </a:r>
            <a:r>
              <a:rPr kumimoji="1" lang="en-US" altLang="ja-JP" sz="1400" dirty="0">
                <a:latin typeface="Yu Gothic UI" panose="020B0500000000000000" pitchFamily="34" charset="-128"/>
                <a:ea typeface="Yu Gothic UI" panose="020B0500000000000000" pitchFamily="34" charset="-128"/>
              </a:rPr>
              <a:t> (SKU, OS, </a:t>
            </a:r>
            <a:r>
              <a:rPr kumimoji="1" lang="ja-JP" altLang="en-US" sz="1400">
                <a:latin typeface="Yu Gothic UI" panose="020B0500000000000000" pitchFamily="34" charset="-128"/>
                <a:ea typeface="Yu Gothic UI" panose="020B0500000000000000" pitchFamily="34" charset="-128"/>
              </a:rPr>
              <a:t>リージョン</a:t>
            </a:r>
            <a:r>
              <a:rPr kumimoji="1" lang="en-US" altLang="ja-JP" sz="1400" dirty="0">
                <a:latin typeface="Yu Gothic UI" panose="020B0500000000000000" pitchFamily="34" charset="-128"/>
                <a:ea typeface="Yu Gothic UI" panose="020B0500000000000000" pitchFamily="34" charset="-128"/>
              </a:rPr>
              <a:t>)</a:t>
            </a:r>
            <a:r>
              <a:rPr kumimoji="1" lang="ja-JP" altLang="en-US" sz="1400">
                <a:latin typeface="Yu Gothic UI" panose="020B0500000000000000" pitchFamily="34" charset="-128"/>
                <a:ea typeface="Yu Gothic UI" panose="020B0500000000000000" pitchFamily="34" charset="-128"/>
              </a:rPr>
              <a:t>、</a:t>
            </a:r>
            <a:r>
              <a:rPr kumimoji="1" lang="en-US" altLang="ja-JP" sz="1400" dirty="0">
                <a:latin typeface="Yu Gothic UI" panose="020B0500000000000000" pitchFamily="34" charset="-128"/>
                <a:ea typeface="Yu Gothic UI" panose="020B0500000000000000" pitchFamily="34" charset="-128"/>
              </a:rPr>
              <a:t>OS </a:t>
            </a:r>
            <a:r>
              <a:rPr kumimoji="1" lang="ja-JP" altLang="en-US" sz="1400">
                <a:latin typeface="Yu Gothic UI" panose="020B0500000000000000" pitchFamily="34" charset="-128"/>
                <a:ea typeface="Yu Gothic UI" panose="020B0500000000000000" pitchFamily="34" charset="-128"/>
              </a:rPr>
              <a:t>ディスクの作成</a:t>
            </a:r>
            <a:endParaRPr kumimoji="1" lang="en-US" altLang="ja-JP" sz="1400" dirty="0">
              <a:latin typeface="Yu Gothic UI" panose="020B0500000000000000" pitchFamily="34" charset="-128"/>
              <a:ea typeface="Yu Gothic UI" panose="020B0500000000000000" pitchFamily="34" charset="-128"/>
            </a:endParaRPr>
          </a:p>
        </p:txBody>
      </p:sp>
      <p:sp>
        <p:nvSpPr>
          <p:cNvPr id="19" name="テキスト ボックス 18">
            <a:extLst>
              <a:ext uri="{FF2B5EF4-FFF2-40B4-BE49-F238E27FC236}">
                <a16:creationId xmlns:a16="http://schemas.microsoft.com/office/drawing/2014/main" id="{1A2340B2-79E1-DD74-4AD9-643B1B636692}"/>
              </a:ext>
            </a:extLst>
          </p:cNvPr>
          <p:cNvSpPr txBox="1"/>
          <p:nvPr/>
        </p:nvSpPr>
        <p:spPr>
          <a:xfrm>
            <a:off x="5412556"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VM </a:t>
            </a:r>
            <a:r>
              <a:rPr kumimoji="1" lang="ja-JP" altLang="en-US">
                <a:latin typeface="Yu Gothic UI" panose="020B0500000000000000" pitchFamily="34" charset="-128"/>
                <a:ea typeface="Yu Gothic UI" panose="020B0500000000000000" pitchFamily="34" charset="-128"/>
              </a:rPr>
              <a:t>作成</a:t>
            </a:r>
            <a:r>
              <a:rPr kumimoji="1" lang="en-US" altLang="ja-JP" dirty="0">
                <a:latin typeface="Yu Gothic UI" panose="020B0500000000000000" pitchFamily="34" charset="-128"/>
                <a:ea typeface="Yu Gothic UI" panose="020B0500000000000000" pitchFamily="34" charset="-128"/>
              </a:rPr>
              <a:t>/</a:t>
            </a:r>
            <a:r>
              <a:rPr kumimoji="1" lang="ja-JP" altLang="en-US">
                <a:latin typeface="Yu Gothic UI" panose="020B0500000000000000" pitchFamily="34" charset="-128"/>
                <a:ea typeface="Yu Gothic UI" panose="020B0500000000000000" pitchFamily="34" charset="-128"/>
              </a:rPr>
              <a:t>設定</a:t>
            </a:r>
            <a:r>
              <a:rPr kumimoji="1" lang="en-US" altLang="ja-JP" dirty="0">
                <a:latin typeface="Yu Gothic UI" panose="020B0500000000000000" pitchFamily="34" charset="-128"/>
                <a:ea typeface="Yu Gothic UI" panose="020B0500000000000000" pitchFamily="34" charset="-128"/>
              </a:rPr>
              <a:t> 2</a:t>
            </a:r>
            <a:endParaRPr kumimoji="1" lang="ja-JP" altLang="en-US">
              <a:latin typeface="Yu Gothic UI" panose="020B0500000000000000" pitchFamily="34" charset="-128"/>
              <a:ea typeface="Yu Gothic UI" panose="020B0500000000000000" pitchFamily="34" charset="-128"/>
            </a:endParaRPr>
          </a:p>
        </p:txBody>
      </p:sp>
      <p:sp>
        <p:nvSpPr>
          <p:cNvPr id="20" name="テキスト ボックス 19">
            <a:extLst>
              <a:ext uri="{FF2B5EF4-FFF2-40B4-BE49-F238E27FC236}">
                <a16:creationId xmlns:a16="http://schemas.microsoft.com/office/drawing/2014/main" id="{0274B638-34E1-42C3-13FE-5F88765501BA}"/>
              </a:ext>
            </a:extLst>
          </p:cNvPr>
          <p:cNvSpPr txBox="1"/>
          <p:nvPr/>
        </p:nvSpPr>
        <p:spPr>
          <a:xfrm>
            <a:off x="5244001" y="3508769"/>
            <a:ext cx="1714181" cy="1384995"/>
          </a:xfrm>
          <a:prstGeom prst="rect">
            <a:avLst/>
          </a:prstGeom>
          <a:noFill/>
        </p:spPr>
        <p:txBody>
          <a:bodyPr wrap="square" rtlCol="0">
            <a:spAutoFit/>
          </a:bodyPr>
          <a:lstStyle/>
          <a:p>
            <a:pPr algn="ctr"/>
            <a:r>
              <a:rPr kumimoji="1" lang="en-US" altLang="ja-JP" sz="1400" dirty="0" err="1">
                <a:latin typeface="Yu Gothic UI" panose="020B0500000000000000" pitchFamily="34" charset="-128"/>
                <a:ea typeface="Yu Gothic UI" panose="020B0500000000000000" pitchFamily="34" charset="-128"/>
              </a:rPr>
              <a:t>VNet</a:t>
            </a:r>
            <a:r>
              <a:rPr kumimoji="1" lang="en-US" altLang="ja-JP" sz="1400" dirty="0">
                <a:latin typeface="Yu Gothic UI" panose="020B0500000000000000" pitchFamily="34" charset="-128"/>
                <a:ea typeface="Yu Gothic UI" panose="020B0500000000000000" pitchFamily="34" charset="-128"/>
              </a:rPr>
              <a:t>/</a:t>
            </a:r>
            <a:r>
              <a:rPr kumimoji="1" lang="ja-JP" altLang="en-US" sz="1400">
                <a:latin typeface="Yu Gothic UI" panose="020B0500000000000000" pitchFamily="34" charset="-128"/>
                <a:ea typeface="Yu Gothic UI" panose="020B0500000000000000" pitchFamily="34" charset="-128"/>
              </a:rPr>
              <a:t>サブネット</a:t>
            </a:r>
            <a:r>
              <a:rPr kumimoji="1" lang="en-US" altLang="ja-JP" sz="1400" dirty="0">
                <a:latin typeface="Yu Gothic UI" panose="020B0500000000000000" pitchFamily="34" charset="-128"/>
                <a:ea typeface="Yu Gothic UI" panose="020B0500000000000000" pitchFamily="34" charset="-128"/>
              </a:rPr>
              <a:t>/NSG/Public IP </a:t>
            </a:r>
            <a:r>
              <a:rPr kumimoji="1" lang="ja-JP" altLang="en-US" sz="1400">
                <a:latin typeface="Yu Gothic UI" panose="020B0500000000000000" pitchFamily="34" charset="-128"/>
                <a:ea typeface="Yu Gothic UI" panose="020B0500000000000000" pitchFamily="34" charset="-128"/>
              </a:rPr>
              <a:t>の設定</a:t>
            </a:r>
            <a:endParaRPr kumimoji="1" lang="en-US" altLang="ja-JP" sz="1400" dirty="0">
              <a:latin typeface="Yu Gothic UI" panose="020B0500000000000000" pitchFamily="34" charset="-128"/>
              <a:ea typeface="Yu Gothic UI" panose="020B0500000000000000" pitchFamily="34" charset="-128"/>
            </a:endParaRPr>
          </a:p>
          <a:p>
            <a:pPr algn="ctr"/>
            <a:r>
              <a:rPr kumimoji="1" lang="en-US" altLang="ja-JP" sz="1400" dirty="0">
                <a:latin typeface="Yu Gothic UI" panose="020B0500000000000000" pitchFamily="34" charset="-128"/>
                <a:ea typeface="Yu Gothic UI" panose="020B0500000000000000" pitchFamily="34" charset="-128"/>
              </a:rPr>
              <a:t>(</a:t>
            </a:r>
            <a:r>
              <a:rPr kumimoji="1" lang="ja-JP" altLang="en-US" sz="1400">
                <a:latin typeface="Yu Gothic UI" panose="020B0500000000000000" pitchFamily="34" charset="-128"/>
                <a:ea typeface="Yu Gothic UI" panose="020B0500000000000000" pitchFamily="34" charset="-128"/>
              </a:rPr>
              <a:t>今回は個別に作らず</a:t>
            </a:r>
            <a:r>
              <a:rPr kumimoji="1" lang="en-US" altLang="ja-JP" sz="1400" dirty="0">
                <a:latin typeface="Yu Gothic UI" panose="020B0500000000000000" pitchFamily="34" charset="-128"/>
                <a:ea typeface="Yu Gothic UI" panose="020B0500000000000000" pitchFamily="34" charset="-128"/>
              </a:rPr>
              <a:t> VM </a:t>
            </a:r>
            <a:r>
              <a:rPr kumimoji="1" lang="ja-JP" altLang="en-US" sz="1400">
                <a:latin typeface="Yu Gothic UI" panose="020B0500000000000000" pitchFamily="34" charset="-128"/>
                <a:ea typeface="Yu Gothic UI" panose="020B0500000000000000" pitchFamily="34" charset="-128"/>
              </a:rPr>
              <a:t>の設定と同時に作成</a:t>
            </a:r>
            <a:r>
              <a:rPr kumimoji="1" lang="en-US" altLang="ja-JP" sz="1400" dirty="0">
                <a:latin typeface="Yu Gothic UI" panose="020B0500000000000000" pitchFamily="34" charset="-128"/>
                <a:ea typeface="Yu Gothic UI" panose="020B0500000000000000" pitchFamily="34" charset="-128"/>
              </a:rPr>
              <a:t>)</a:t>
            </a:r>
          </a:p>
        </p:txBody>
      </p:sp>
      <p:cxnSp>
        <p:nvCxnSpPr>
          <p:cNvPr id="21" name="直線矢印コネクタ 20">
            <a:extLst>
              <a:ext uri="{FF2B5EF4-FFF2-40B4-BE49-F238E27FC236}">
                <a16:creationId xmlns:a16="http://schemas.microsoft.com/office/drawing/2014/main" id="{D3B16468-CA26-73E6-E772-7B8E573C3F8C}"/>
              </a:ext>
            </a:extLst>
          </p:cNvPr>
          <p:cNvCxnSpPr>
            <a:stCxn id="10" idx="3"/>
            <a:endCxn id="11" idx="1"/>
          </p:cNvCxnSpPr>
          <p:nvPr/>
        </p:nvCxnSpPr>
        <p:spPr>
          <a:xfrm>
            <a:off x="2809095"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935E343B-AABF-5297-9296-1AE785E0FB78}"/>
              </a:ext>
            </a:extLst>
          </p:cNvPr>
          <p:cNvCxnSpPr>
            <a:cxnSpLocks/>
            <a:stCxn id="11" idx="3"/>
            <a:endCxn id="12" idx="1"/>
          </p:cNvCxnSpPr>
          <p:nvPr/>
        </p:nvCxnSpPr>
        <p:spPr>
          <a:xfrm flipV="1">
            <a:off x="4883639"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64E660E5-2F39-F348-DF6D-F1148F9B62A8}"/>
              </a:ext>
            </a:extLst>
          </p:cNvPr>
          <p:cNvCxnSpPr>
            <a:cxnSpLocks/>
            <a:stCxn id="12" idx="3"/>
            <a:endCxn id="13" idx="1"/>
          </p:cNvCxnSpPr>
          <p:nvPr/>
        </p:nvCxnSpPr>
        <p:spPr>
          <a:xfrm>
            <a:off x="6958183" y="4193178"/>
            <a:ext cx="41596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9FDE0CA4-F5FE-0CAF-69A9-4B9834DB2EB1}"/>
              </a:ext>
            </a:extLst>
          </p:cNvPr>
          <p:cNvCxnSpPr>
            <a:cxnSpLocks/>
            <a:endCxn id="14" idx="1"/>
          </p:cNvCxnSpPr>
          <p:nvPr/>
        </p:nvCxnSpPr>
        <p:spPr>
          <a:xfrm>
            <a:off x="9098512" y="4193178"/>
            <a:ext cx="426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0CE4F7AE-1E02-1AFD-C27C-9EA7F869346F}"/>
              </a:ext>
            </a:extLst>
          </p:cNvPr>
          <p:cNvSpPr txBox="1"/>
          <p:nvPr/>
        </p:nvSpPr>
        <p:spPr>
          <a:xfrm>
            <a:off x="7552885"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VM </a:t>
            </a:r>
            <a:r>
              <a:rPr kumimoji="1" lang="ja-JP" altLang="en-US">
                <a:latin typeface="Yu Gothic UI" panose="020B0500000000000000" pitchFamily="34" charset="-128"/>
                <a:ea typeface="Yu Gothic UI" panose="020B0500000000000000" pitchFamily="34" charset="-128"/>
              </a:rPr>
              <a:t>作成</a:t>
            </a:r>
            <a:r>
              <a:rPr kumimoji="1" lang="en-US" altLang="ja-JP" dirty="0">
                <a:latin typeface="Yu Gothic UI" panose="020B0500000000000000" pitchFamily="34" charset="-128"/>
                <a:ea typeface="Yu Gothic UI" panose="020B0500000000000000" pitchFamily="34" charset="-128"/>
              </a:rPr>
              <a:t>/</a:t>
            </a:r>
            <a:r>
              <a:rPr kumimoji="1" lang="ja-JP" altLang="en-US">
                <a:latin typeface="Yu Gothic UI" panose="020B0500000000000000" pitchFamily="34" charset="-128"/>
                <a:ea typeface="Yu Gothic UI" panose="020B0500000000000000" pitchFamily="34" charset="-128"/>
              </a:rPr>
              <a:t>設定</a:t>
            </a:r>
            <a:r>
              <a:rPr kumimoji="1" lang="en-US" altLang="ja-JP" dirty="0">
                <a:latin typeface="Yu Gothic UI" panose="020B0500000000000000" pitchFamily="34" charset="-128"/>
                <a:ea typeface="Yu Gothic UI" panose="020B0500000000000000" pitchFamily="34" charset="-128"/>
              </a:rPr>
              <a:t> 3</a:t>
            </a:r>
            <a:endParaRPr kumimoji="1" lang="ja-JP" altLang="en-US">
              <a:latin typeface="Yu Gothic UI" panose="020B0500000000000000" pitchFamily="34" charset="-128"/>
              <a:ea typeface="Yu Gothic UI" panose="020B0500000000000000" pitchFamily="34" charset="-128"/>
            </a:endParaRPr>
          </a:p>
        </p:txBody>
      </p:sp>
      <p:sp>
        <p:nvSpPr>
          <p:cNvPr id="26" name="テキスト ボックス 25">
            <a:extLst>
              <a:ext uri="{FF2B5EF4-FFF2-40B4-BE49-F238E27FC236}">
                <a16:creationId xmlns:a16="http://schemas.microsoft.com/office/drawing/2014/main" id="{97138248-00E8-EAC2-369F-5CCEFDE4A15D}"/>
              </a:ext>
            </a:extLst>
          </p:cNvPr>
          <p:cNvSpPr txBox="1"/>
          <p:nvPr/>
        </p:nvSpPr>
        <p:spPr>
          <a:xfrm>
            <a:off x="7384330" y="3508769"/>
            <a:ext cx="1714181" cy="954107"/>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VM </a:t>
            </a:r>
            <a:r>
              <a:rPr kumimoji="1" lang="ja-JP" altLang="en-US" sz="1400">
                <a:latin typeface="Yu Gothic UI" panose="020B0500000000000000" pitchFamily="34" charset="-128"/>
                <a:ea typeface="Yu Gothic UI" panose="020B0500000000000000" pitchFamily="34" charset="-128"/>
              </a:rPr>
              <a:t>の</a:t>
            </a:r>
            <a:r>
              <a:rPr kumimoji="1" lang="en-US" altLang="ja-JP" sz="1400" dirty="0">
                <a:latin typeface="Yu Gothic UI" panose="020B0500000000000000" pitchFamily="34" charset="-128"/>
                <a:ea typeface="Yu Gothic UI" panose="020B0500000000000000" pitchFamily="34" charset="-128"/>
              </a:rPr>
              <a:t> Custom Script </a:t>
            </a:r>
            <a:r>
              <a:rPr kumimoji="1" lang="ja-JP" altLang="en-US" sz="1400">
                <a:latin typeface="Yu Gothic UI" panose="020B0500000000000000" pitchFamily="34" charset="-128"/>
                <a:ea typeface="Yu Gothic UI" panose="020B0500000000000000" pitchFamily="34" charset="-128"/>
              </a:rPr>
              <a:t>の設定による</a:t>
            </a:r>
            <a:r>
              <a:rPr kumimoji="1" lang="en-US" altLang="ja-JP" sz="1400" dirty="0">
                <a:latin typeface="Yu Gothic UI" panose="020B0500000000000000" pitchFamily="34" charset="-128"/>
                <a:ea typeface="Yu Gothic UI" panose="020B0500000000000000" pitchFamily="34" charset="-128"/>
              </a:rPr>
              <a:t> NGINX </a:t>
            </a:r>
            <a:r>
              <a:rPr kumimoji="1" lang="ja-JP" altLang="en-US" sz="1400">
                <a:latin typeface="Yu Gothic UI" panose="020B0500000000000000" pitchFamily="34" charset="-128"/>
                <a:ea typeface="Yu Gothic UI" panose="020B0500000000000000" pitchFamily="34" charset="-128"/>
              </a:rPr>
              <a:t>インストール、設定</a:t>
            </a:r>
            <a:endParaRPr kumimoji="1" lang="en-US" altLang="ja-JP" sz="1400" dirty="0">
              <a:latin typeface="Yu Gothic UI" panose="020B0500000000000000" pitchFamily="34" charset="-128"/>
              <a:ea typeface="Yu Gothic UI" panose="020B0500000000000000" pitchFamily="34" charset="-128"/>
            </a:endParaRPr>
          </a:p>
        </p:txBody>
      </p:sp>
      <p:sp>
        <p:nvSpPr>
          <p:cNvPr id="27" name="テキスト ボックス 26">
            <a:extLst>
              <a:ext uri="{FF2B5EF4-FFF2-40B4-BE49-F238E27FC236}">
                <a16:creationId xmlns:a16="http://schemas.microsoft.com/office/drawing/2014/main" id="{E3A2EA60-EFE0-B7BB-52B6-31AEC0A5ADB7}"/>
              </a:ext>
            </a:extLst>
          </p:cNvPr>
          <p:cNvSpPr txBox="1"/>
          <p:nvPr/>
        </p:nvSpPr>
        <p:spPr>
          <a:xfrm>
            <a:off x="9703399"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表示確認</a:t>
            </a:r>
          </a:p>
        </p:txBody>
      </p:sp>
      <p:sp>
        <p:nvSpPr>
          <p:cNvPr id="28" name="テキスト ボックス 27">
            <a:extLst>
              <a:ext uri="{FF2B5EF4-FFF2-40B4-BE49-F238E27FC236}">
                <a16:creationId xmlns:a16="http://schemas.microsoft.com/office/drawing/2014/main" id="{FB004D8C-8456-6259-04A9-BBD85554D6D2}"/>
              </a:ext>
            </a:extLst>
          </p:cNvPr>
          <p:cNvSpPr txBox="1"/>
          <p:nvPr/>
        </p:nvSpPr>
        <p:spPr>
          <a:xfrm>
            <a:off x="9534844" y="3508769"/>
            <a:ext cx="1714181" cy="954107"/>
          </a:xfrm>
          <a:prstGeom prst="rect">
            <a:avLst/>
          </a:prstGeom>
          <a:noFill/>
        </p:spPr>
        <p:txBody>
          <a:bodyPr wrap="square" rtlCol="0">
            <a:spAutoFit/>
          </a:bodyPr>
          <a:lstStyle/>
          <a:p>
            <a:pPr algn="ctr"/>
            <a:r>
              <a:rPr kumimoji="1" lang="ja-JP" altLang="en-US" sz="1400">
                <a:latin typeface="Yu Gothic UI" panose="020B0500000000000000" pitchFamily="34" charset="-128"/>
                <a:ea typeface="Yu Gothic UI" panose="020B0500000000000000" pitchFamily="34" charset="-128"/>
              </a:rPr>
              <a:t>ブラウザから</a:t>
            </a:r>
            <a:r>
              <a:rPr kumimoji="1" lang="en-US" altLang="ja-JP" sz="1400" dirty="0">
                <a:latin typeface="Yu Gothic UI" panose="020B0500000000000000" pitchFamily="34" charset="-128"/>
                <a:ea typeface="Yu Gothic UI" panose="020B0500000000000000" pitchFamily="34" charset="-128"/>
              </a:rPr>
              <a:t> Azure VM </a:t>
            </a:r>
            <a:r>
              <a:rPr kumimoji="1" lang="ja-JP" altLang="en-US" sz="1400">
                <a:latin typeface="Yu Gothic UI" panose="020B0500000000000000" pitchFamily="34" charset="-128"/>
                <a:ea typeface="Yu Gothic UI" panose="020B0500000000000000" pitchFamily="34" charset="-128"/>
              </a:rPr>
              <a:t>にアクセスし、トップページが表示されることを確認する</a:t>
            </a:r>
            <a:endParaRPr kumimoji="1" lang="en-US" altLang="ja-JP" sz="1400" dirty="0">
              <a:latin typeface="Yu Gothic UI" panose="020B0500000000000000" pitchFamily="34" charset="-128"/>
              <a:ea typeface="Yu Gothic UI" panose="020B0500000000000000" pitchFamily="34" charset="-128"/>
            </a:endParaRPr>
          </a:p>
        </p:txBody>
      </p:sp>
      <p:pic>
        <p:nvPicPr>
          <p:cNvPr id="29" name="グラフィックス 28">
            <a:extLst>
              <a:ext uri="{FF2B5EF4-FFF2-40B4-BE49-F238E27FC236}">
                <a16:creationId xmlns:a16="http://schemas.microsoft.com/office/drawing/2014/main" id="{C6C812D8-450A-366B-3A77-27DFAE80B9E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3694" y="4870358"/>
            <a:ext cx="462764" cy="462764"/>
          </a:xfrm>
          <a:prstGeom prst="rect">
            <a:avLst/>
          </a:prstGeom>
        </p:spPr>
      </p:pic>
      <p:pic>
        <p:nvPicPr>
          <p:cNvPr id="35" name="グラフィックス 34">
            <a:extLst>
              <a:ext uri="{FF2B5EF4-FFF2-40B4-BE49-F238E27FC236}">
                <a16:creationId xmlns:a16="http://schemas.microsoft.com/office/drawing/2014/main" id="{DCE4E5DF-67C4-87F2-9E03-DE2A055407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89328" y="4802023"/>
            <a:ext cx="515169" cy="515169"/>
          </a:xfrm>
          <a:prstGeom prst="rect">
            <a:avLst/>
          </a:prstGeom>
        </p:spPr>
      </p:pic>
      <p:pic>
        <p:nvPicPr>
          <p:cNvPr id="36" name="グラフィックス 35">
            <a:extLst>
              <a:ext uri="{FF2B5EF4-FFF2-40B4-BE49-F238E27FC236}">
                <a16:creationId xmlns:a16="http://schemas.microsoft.com/office/drawing/2014/main" id="{2FA9FCB5-68E7-3BAC-F3B3-429F8E2C4B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10941" y="5042392"/>
            <a:ext cx="298415" cy="298415"/>
          </a:xfrm>
          <a:prstGeom prst="rect">
            <a:avLst/>
          </a:prstGeom>
        </p:spPr>
      </p:pic>
      <p:pic>
        <p:nvPicPr>
          <p:cNvPr id="37" name="グラフィックス 36">
            <a:extLst>
              <a:ext uri="{FF2B5EF4-FFF2-40B4-BE49-F238E27FC236}">
                <a16:creationId xmlns:a16="http://schemas.microsoft.com/office/drawing/2014/main" id="{E3895A60-1ACD-F49F-D113-2F6B949FA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927158" y="5046516"/>
            <a:ext cx="308694" cy="308694"/>
          </a:xfrm>
          <a:prstGeom prst="rect">
            <a:avLst/>
          </a:prstGeom>
        </p:spPr>
      </p:pic>
      <p:pic>
        <p:nvPicPr>
          <p:cNvPr id="38" name="グラフィックス 37">
            <a:extLst>
              <a:ext uri="{FF2B5EF4-FFF2-40B4-BE49-F238E27FC236}">
                <a16:creationId xmlns:a16="http://schemas.microsoft.com/office/drawing/2014/main" id="{A80B6743-DB90-1C78-14C8-0375DC01BE3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9074" y="5031327"/>
            <a:ext cx="339071" cy="339071"/>
          </a:xfrm>
          <a:prstGeom prst="rect">
            <a:avLst/>
          </a:prstGeom>
        </p:spPr>
      </p:pic>
      <p:pic>
        <p:nvPicPr>
          <p:cNvPr id="39" name="グラフィックス 38">
            <a:extLst>
              <a:ext uri="{FF2B5EF4-FFF2-40B4-BE49-F238E27FC236}">
                <a16:creationId xmlns:a16="http://schemas.microsoft.com/office/drawing/2014/main" id="{365159DD-C19D-C99F-31B8-0848DB2B1E3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26636" y="4892446"/>
            <a:ext cx="367591" cy="367591"/>
          </a:xfrm>
          <a:prstGeom prst="rect">
            <a:avLst/>
          </a:prstGeom>
        </p:spPr>
      </p:pic>
    </p:spTree>
    <p:extLst>
      <p:ext uri="{BB962C8B-B14F-4D97-AF65-F5344CB8AC3E}">
        <p14:creationId xmlns:p14="http://schemas.microsoft.com/office/powerpoint/2010/main" val="1186077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955591E4-770E-4748-930A-0E31984EDF6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Azure Portal にサインイン</a:t>
            </a:r>
          </a:p>
        </p:txBody>
      </p:sp>
      <p:sp>
        <p:nvSpPr>
          <p:cNvPr id="2" name="正方形/長方形 1">
            <a:extLst>
              <a:ext uri="{FF2B5EF4-FFF2-40B4-BE49-F238E27FC236}">
                <a16:creationId xmlns:a16="http://schemas.microsoft.com/office/drawing/2014/main" id="{4E697273-563A-4C13-8F02-BB3C1493507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725B2634-5E8E-48EE-B135-4DD74DB18CE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57CF3C4-8BBF-4986-AE79-73AC6225224B}"/>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講師が案内したアカウントで Azure Portal に入り、対象サブスクリプションが見えることを確認します。</a:t>
            </a:r>
          </a:p>
        </p:txBody>
      </p:sp>
      <p:sp>
        <p:nvSpPr>
          <p:cNvPr id="6" name="正方形/長方形 5">
            <a:extLst>
              <a:ext uri="{FF2B5EF4-FFF2-40B4-BE49-F238E27FC236}">
                <a16:creationId xmlns:a16="http://schemas.microsoft.com/office/drawing/2014/main" id="{C72C93D0-EA08-4AA8-AFA2-3A98876F3B70}"/>
              </a:ext>
            </a:extLst>
          </p:cNvPr>
          <p:cNvSpPr>
            <a:spLocks noGrp="1"/>
          </p:cNvSpPr>
          <p:nvPr/>
        </p:nvSpPr>
        <p:spPr>
          <a:xfrm>
            <a:off x="800100" y="413385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1E215199-CA86-454B-A203-B2C0F0375D86}"/>
              </a:ext>
            </a:extLst>
          </p:cNvPr>
          <p:cNvSpPr>
            <a:spLocks noGrp="1"/>
          </p:cNvSpPr>
          <p:nvPr/>
        </p:nvSpPr>
        <p:spPr>
          <a:xfrm>
            <a:off x="800100" y="4133850"/>
            <a:ext cx="76200" cy="1428750"/>
          </a:xfrm>
          <a:prstGeom prst="rect">
            <a:avLst/>
          </a:prstGeom>
          <a:solidFill>
            <a:srgbClr val="70AD47"/>
          </a:solidFill>
          <a:ln w="0">
            <a:solidFill>
              <a:srgbClr val="70AD47"/>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308AFF01-5E40-4741-A485-9B94431EDD0E}"/>
              </a:ext>
            </a:extLst>
          </p:cNvPr>
          <p:cNvSpPr>
            <a:spLocks noGrp="1"/>
          </p:cNvSpPr>
          <p:nvPr/>
        </p:nvSpPr>
        <p:spPr>
          <a:xfrm>
            <a:off x="1009650" y="428625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70AD47"/>
                </a:solidFill>
                <a:latin typeface="Yu Gothic UI"/>
                <a:ea typeface="Yu Gothic UI"/>
                <a:cs typeface="Yu Gothic UI"/>
              </a:defRPr>
            </a:pPr>
            <a:r>
              <a:rPr sz="900" b="1" dirty="0" err="1">
                <a:solidFill>
                  <a:srgbClr val="70AD47"/>
                </a:solidFill>
                <a:latin typeface="Yu Gothic UI"/>
                <a:ea typeface="Yu Gothic UI"/>
                <a:cs typeface="Yu Gothic UI"/>
              </a:rPr>
              <a:t>確認</a:t>
            </a:r>
            <a:r>
              <a:rPr lang="ja-JP" altLang="en-US" sz="900" b="1">
                <a:solidFill>
                  <a:srgbClr val="70AD47"/>
                </a:solidFill>
                <a:latin typeface="Yu Gothic UI"/>
                <a:ea typeface="Yu Gothic UI"/>
                <a:cs typeface="Yu Gothic UI"/>
              </a:rPr>
              <a:t>項目</a:t>
            </a:r>
            <a:endParaRPr sz="900" b="1" dirty="0">
              <a:solidFill>
                <a:srgbClr val="70AD47"/>
              </a:solidFill>
              <a:latin typeface="Yu Gothic UI"/>
              <a:ea typeface="Yu Gothic UI"/>
              <a:cs typeface="Yu Gothic UI"/>
            </a:endParaRPr>
          </a:p>
        </p:txBody>
      </p:sp>
      <p:sp>
        <p:nvSpPr>
          <p:cNvPr id="9" name="正方形/長方形 8">
            <a:extLst>
              <a:ext uri="{FF2B5EF4-FFF2-40B4-BE49-F238E27FC236}">
                <a16:creationId xmlns:a16="http://schemas.microsoft.com/office/drawing/2014/main" id="{595A95CD-5C3C-4C25-999E-EE274F560D4E}"/>
              </a:ext>
            </a:extLst>
          </p:cNvPr>
          <p:cNvSpPr>
            <a:spLocks noGrp="1"/>
          </p:cNvSpPr>
          <p:nvPr/>
        </p:nvSpPr>
        <p:spPr>
          <a:xfrm>
            <a:off x="1009650" y="453390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作業するサブスクリプション</a:t>
            </a:r>
          </a:p>
        </p:txBody>
      </p:sp>
      <p:sp>
        <p:nvSpPr>
          <p:cNvPr id="10" name="正方形/長方形 9">
            <a:extLst>
              <a:ext uri="{FF2B5EF4-FFF2-40B4-BE49-F238E27FC236}">
                <a16:creationId xmlns:a16="http://schemas.microsoft.com/office/drawing/2014/main" id="{949A56C4-AE95-47B9-97A4-9C2EDED80F71}"/>
              </a:ext>
            </a:extLst>
          </p:cNvPr>
          <p:cNvSpPr>
            <a:spLocks noGrp="1"/>
          </p:cNvSpPr>
          <p:nvPr/>
        </p:nvSpPr>
        <p:spPr>
          <a:xfrm>
            <a:off x="1009650" y="493395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個人の別アカウントで入っていないか、対象サブスクリプションが表示されているかを先に確認します。</a:t>
            </a:r>
          </a:p>
        </p:txBody>
      </p:sp>
      <p:sp>
        <p:nvSpPr>
          <p:cNvPr id="11" name="正方形/長方形 10">
            <a:extLst>
              <a:ext uri="{FF2B5EF4-FFF2-40B4-BE49-F238E27FC236}">
                <a16:creationId xmlns:a16="http://schemas.microsoft.com/office/drawing/2014/main" id="{283EE61A-651D-4EAD-BE8A-534116797DE2}"/>
              </a:ext>
            </a:extLst>
          </p:cNvPr>
          <p:cNvSpPr>
            <a:spLocks noGrp="1"/>
          </p:cNvSpPr>
          <p:nvPr/>
        </p:nvSpPr>
        <p:spPr>
          <a:xfrm>
            <a:off x="5648634" y="168485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5781984" y="1887256"/>
            <a:ext cx="5715000" cy="3214688"/>
          </a:xfrm>
          <a:prstGeom prst="rect">
            <a:avLst/>
          </a:prstGeom>
        </p:spPr>
      </p:pic>
      <p:sp>
        <p:nvSpPr>
          <p:cNvPr id="13" name="正方形/長方形 12">
            <a:extLst>
              <a:ext uri="{FF2B5EF4-FFF2-40B4-BE49-F238E27FC236}">
                <a16:creationId xmlns:a16="http://schemas.microsoft.com/office/drawing/2014/main" id="{0601F41D-4B29-4E0A-B5B5-1A8C2F8A9B33}"/>
              </a:ext>
            </a:extLst>
          </p:cNvPr>
          <p:cNvSpPr>
            <a:spLocks noGrp="1"/>
          </p:cNvSpPr>
          <p:nvPr/>
        </p:nvSpPr>
        <p:spPr>
          <a:xfrm>
            <a:off x="5839134" y="522815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Azure Portal で対象サブスクリプションを確認する</a:t>
            </a:r>
          </a:p>
        </p:txBody>
      </p:sp>
      <p:sp>
        <p:nvSpPr>
          <p:cNvPr id="16" name="テキスト ボックス 15">
            <a:extLst>
              <a:ext uri="{FF2B5EF4-FFF2-40B4-BE49-F238E27FC236}">
                <a16:creationId xmlns:a16="http://schemas.microsoft.com/office/drawing/2014/main" id="{26D20E76-AF1C-9A38-8403-259900AF6F01}"/>
              </a:ext>
            </a:extLst>
          </p:cNvPr>
          <p:cNvSpPr txBox="1"/>
          <p:nvPr/>
        </p:nvSpPr>
        <p:spPr>
          <a:xfrm>
            <a:off x="561666" y="2095500"/>
            <a:ext cx="5632655" cy="646331"/>
          </a:xfrm>
          <a:prstGeom prst="rect">
            <a:avLst/>
          </a:prstGeom>
          <a:noFill/>
        </p:spPr>
        <p:txBody>
          <a:bodyPr wrap="square" rtlCol="0">
            <a:spAutoFit/>
          </a:bodyPr>
          <a:lstStyle/>
          <a:p>
            <a:r>
              <a:rPr kumimoji="1" lang="ja-JP" altLang="en-US">
                <a:latin typeface="Yu Gothic UI" panose="020B0500000000000000" pitchFamily="34" charset="-128"/>
                <a:ea typeface="Yu Gothic UI" panose="020B0500000000000000" pitchFamily="34" charset="-128"/>
              </a:rPr>
              <a:t>アクセス先</a:t>
            </a:r>
            <a:r>
              <a:rPr kumimoji="1" lang="en-US" altLang="ja-JP" dirty="0">
                <a:latin typeface="Yu Gothic UI" panose="020B0500000000000000" pitchFamily="34" charset="-128"/>
                <a:ea typeface="Yu Gothic UI" panose="020B0500000000000000" pitchFamily="34" charset="-128"/>
              </a:rPr>
              <a:t>: </a:t>
            </a:r>
            <a:r>
              <a:rPr kumimoji="1" lang="en-US" altLang="ja-JP" dirty="0">
                <a:latin typeface="Yu Gothic UI" panose="020B0500000000000000" pitchFamily="34" charset="-128"/>
                <a:ea typeface="Yu Gothic UI" panose="020B0500000000000000" pitchFamily="34" charset="-128"/>
                <a:hlinkClick r:id="rId4"/>
              </a:rPr>
              <a:t>Azure Portal</a:t>
            </a:r>
            <a:r>
              <a:rPr kumimoji="1" lang="en-US" altLang="ja-JP" dirty="0">
                <a:latin typeface="Yu Gothic UI" panose="020B0500000000000000" pitchFamily="34" charset="-128"/>
                <a:ea typeface="Yu Gothic UI" panose="020B0500000000000000" pitchFamily="34" charset="-128"/>
              </a:rPr>
              <a:t> (</a:t>
            </a:r>
            <a:r>
              <a:rPr kumimoji="1" lang="en-US" altLang="ja-JP" dirty="0">
                <a:latin typeface="Yu Gothic UI" panose="020B0500000000000000" pitchFamily="34" charset="-128"/>
                <a:ea typeface="Yu Gothic UI" panose="020B0500000000000000" pitchFamily="34" charset="-128"/>
                <a:hlinkClick r:id="rId4"/>
              </a:rPr>
              <a:t>https://portal.azure.com</a:t>
            </a:r>
            <a:r>
              <a:rPr kumimoji="1" lang="en-US" altLang="ja-JP" dirty="0">
                <a:latin typeface="Yu Gothic UI" panose="020B0500000000000000" pitchFamily="34" charset="-128"/>
                <a:ea typeface="Yu Gothic UI" panose="020B0500000000000000" pitchFamily="34" charset="-128"/>
              </a:rPr>
              <a:t>)</a:t>
            </a:r>
          </a:p>
          <a:p>
            <a:r>
              <a:rPr kumimoji="1" lang="ja-JP" altLang="en-US">
                <a:latin typeface="Yu Gothic UI" panose="020B0500000000000000" pitchFamily="34" charset="-128"/>
                <a:ea typeface="Yu Gothic UI" panose="020B0500000000000000" pitchFamily="34" charset="-128"/>
              </a:rPr>
              <a:t>ログイン</a:t>
            </a:r>
            <a:r>
              <a:rPr kumimoji="1" lang="en-US" altLang="ja-JP" dirty="0">
                <a:latin typeface="Yu Gothic UI" panose="020B0500000000000000" pitchFamily="34" charset="-128"/>
                <a:ea typeface="Yu Gothic UI" panose="020B0500000000000000" pitchFamily="34" charset="-128"/>
              </a:rPr>
              <a:t> ID/</a:t>
            </a:r>
            <a:r>
              <a:rPr kumimoji="1" lang="ja-JP" altLang="en-US">
                <a:latin typeface="Yu Gothic UI" panose="020B0500000000000000" pitchFamily="34" charset="-128"/>
                <a:ea typeface="Yu Gothic UI" panose="020B0500000000000000" pitchFamily="34" charset="-128"/>
              </a:rPr>
              <a:t>パスワードは講師の案内を参照</a:t>
            </a:r>
          </a:p>
        </p:txBody>
      </p:sp>
    </p:spTree>
    <p:extLst>
      <p:ext uri="{BB962C8B-B14F-4D97-AF65-F5344CB8AC3E}">
        <p14:creationId xmlns:p14="http://schemas.microsoft.com/office/powerpoint/2010/main" val="11860771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653194F8-0DD0-4B7A-B922-C005CB1C820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リソースグループを作成する</a:t>
            </a:r>
          </a:p>
        </p:txBody>
      </p:sp>
      <p:sp>
        <p:nvSpPr>
          <p:cNvPr id="2" name="正方形/長方形 1">
            <a:extLst>
              <a:ext uri="{FF2B5EF4-FFF2-40B4-BE49-F238E27FC236}">
                <a16:creationId xmlns:a16="http://schemas.microsoft.com/office/drawing/2014/main" id="{F87B6B67-ABBB-4798-AC69-92B461DBCB1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B5487F74-9960-4118-8311-06D27235C52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CD9AB093-A099-48EB-A117-0B416510E66A}"/>
              </a:ext>
            </a:extLst>
          </p:cNvPr>
          <p:cNvSpPr>
            <a:spLocks noGrp="1"/>
          </p:cNvSpPr>
          <p:nvPr/>
        </p:nvSpPr>
        <p:spPr>
          <a:xfrm>
            <a:off x="685800" y="1390650"/>
            <a:ext cx="11280058"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本回で作る VM、ネットワーク、ディスクをまとめる入れ物として、受講者ごとのリソースグループを作成します。</a:t>
            </a:r>
          </a:p>
        </p:txBody>
      </p:sp>
      <p:sp>
        <p:nvSpPr>
          <p:cNvPr id="7" name="正方形/長方形 6">
            <a:extLst>
              <a:ext uri="{FF2B5EF4-FFF2-40B4-BE49-F238E27FC236}">
                <a16:creationId xmlns:a16="http://schemas.microsoft.com/office/drawing/2014/main" id="{336A7796-7127-43CD-A8F3-16724DAE9F11}"/>
              </a:ext>
            </a:extLst>
          </p:cNvPr>
          <p:cNvSpPr>
            <a:spLocks noGrp="1"/>
          </p:cNvSpPr>
          <p:nvPr/>
        </p:nvSpPr>
        <p:spPr>
          <a:xfrm>
            <a:off x="550606" y="2157412"/>
            <a:ext cx="10936544" cy="3886200"/>
          </a:xfrm>
          <a:prstGeom prst="rect">
            <a:avLst/>
          </a:prstGeom>
          <a:solidFill>
            <a:srgbClr val="FFFFFF"/>
          </a:solidFill>
          <a:ln w="9525">
            <a:solidFill>
              <a:srgbClr val="D0D5DD"/>
            </a:solidFill>
            <a:prstDash val="solid"/>
          </a:ln>
        </p:spPr>
        <p:txBody>
          <a:bodyPr/>
          <a:lstStyle/>
          <a:p>
            <a:endParaRPr lang="ja-JP" altLang="en-US"/>
          </a:p>
        </p:txBody>
      </p:sp>
      <p:sp>
        <p:nvSpPr>
          <p:cNvPr id="9" name="正方形/長方形 8">
            <a:extLst>
              <a:ext uri="{FF2B5EF4-FFF2-40B4-BE49-F238E27FC236}">
                <a16:creationId xmlns:a16="http://schemas.microsoft.com/office/drawing/2014/main" id="{B46FF994-9442-459F-8D38-013EBD5D91AA}"/>
              </a:ext>
            </a:extLst>
          </p:cNvPr>
          <p:cNvSpPr>
            <a:spLocks noGrp="1"/>
          </p:cNvSpPr>
          <p:nvPr/>
        </p:nvSpPr>
        <p:spPr>
          <a:xfrm>
            <a:off x="5695950" y="5700712"/>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リソースグループを作成する</a:t>
            </a:r>
          </a:p>
        </p:txBody>
      </p:sp>
      <p:pic>
        <p:nvPicPr>
          <p:cNvPr id="14" name="図 13">
            <a:extLst>
              <a:ext uri="{FF2B5EF4-FFF2-40B4-BE49-F238E27FC236}">
                <a16:creationId xmlns:a16="http://schemas.microsoft.com/office/drawing/2014/main" id="{78EC4C13-54FA-2821-25FC-D67E17C3464A}"/>
              </a:ext>
            </a:extLst>
          </p:cNvPr>
          <p:cNvPicPr>
            <a:picLocks noChangeAspect="1"/>
          </p:cNvPicPr>
          <p:nvPr/>
        </p:nvPicPr>
        <p:blipFill>
          <a:blip r:embed="rId3"/>
          <a:stretch>
            <a:fillRect/>
          </a:stretch>
        </p:blipFill>
        <p:spPr>
          <a:xfrm>
            <a:off x="685800" y="2286000"/>
            <a:ext cx="5010150" cy="3131344"/>
          </a:xfrm>
          <a:prstGeom prst="rect">
            <a:avLst/>
          </a:prstGeom>
        </p:spPr>
      </p:pic>
      <p:sp>
        <p:nvSpPr>
          <p:cNvPr id="15" name="正方形/長方形 14">
            <a:extLst>
              <a:ext uri="{FF2B5EF4-FFF2-40B4-BE49-F238E27FC236}">
                <a16:creationId xmlns:a16="http://schemas.microsoft.com/office/drawing/2014/main" id="{6C0C607D-8624-9410-5E53-E9C770575369}"/>
              </a:ext>
            </a:extLst>
          </p:cNvPr>
          <p:cNvSpPr/>
          <p:nvPr/>
        </p:nvSpPr>
        <p:spPr>
          <a:xfrm>
            <a:off x="2212258" y="2247131"/>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3F098F2C-B283-D848-DF80-B7B897FF1895}"/>
              </a:ext>
            </a:extLst>
          </p:cNvPr>
          <p:cNvSpPr/>
          <p:nvPr/>
        </p:nvSpPr>
        <p:spPr>
          <a:xfrm>
            <a:off x="2212258" y="2684513"/>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E68BC299-C6BA-9535-E820-55746D1EA8E1}"/>
              </a:ext>
            </a:extLst>
          </p:cNvPr>
          <p:cNvSpPr/>
          <p:nvPr/>
        </p:nvSpPr>
        <p:spPr>
          <a:xfrm>
            <a:off x="3018503" y="1666875"/>
            <a:ext cx="2025507" cy="434616"/>
          </a:xfrm>
          <a:prstGeom prst="wedgeRectCallout">
            <a:avLst>
              <a:gd name="adj1" fmla="val -26173"/>
              <a:gd name="adj2" fmla="val 6702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検索バーで「リソースグループ」を選択</a:t>
            </a:r>
          </a:p>
        </p:txBody>
      </p:sp>
      <p:sp>
        <p:nvSpPr>
          <p:cNvPr id="18" name="四角形吹き出し 17">
            <a:extLst>
              <a:ext uri="{FF2B5EF4-FFF2-40B4-BE49-F238E27FC236}">
                <a16:creationId xmlns:a16="http://schemas.microsoft.com/office/drawing/2014/main" id="{B7399C39-9470-13DA-33D0-5A6FDC8F66F1}"/>
              </a:ext>
            </a:extLst>
          </p:cNvPr>
          <p:cNvSpPr/>
          <p:nvPr/>
        </p:nvSpPr>
        <p:spPr>
          <a:xfrm>
            <a:off x="3387212" y="3136645"/>
            <a:ext cx="2025507" cy="434616"/>
          </a:xfrm>
          <a:prstGeom prst="wedgeRectCallout">
            <a:avLst>
              <a:gd name="adj1" fmla="val -52386"/>
              <a:gd name="adj2" fmla="val -935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「リソースグループ」を選択</a:t>
            </a:r>
          </a:p>
        </p:txBody>
      </p:sp>
      <p:pic>
        <p:nvPicPr>
          <p:cNvPr id="19" name="図 18">
            <a:extLst>
              <a:ext uri="{FF2B5EF4-FFF2-40B4-BE49-F238E27FC236}">
                <a16:creationId xmlns:a16="http://schemas.microsoft.com/office/drawing/2014/main" id="{EBBD5602-15AE-7B0C-4D8E-486753A78962}"/>
              </a:ext>
            </a:extLst>
          </p:cNvPr>
          <p:cNvPicPr>
            <a:picLocks noChangeAspect="1"/>
          </p:cNvPicPr>
          <p:nvPr/>
        </p:nvPicPr>
        <p:blipFill>
          <a:blip r:embed="rId4"/>
          <a:stretch>
            <a:fillRect/>
          </a:stretch>
        </p:blipFill>
        <p:spPr>
          <a:xfrm>
            <a:off x="6176196" y="2285924"/>
            <a:ext cx="5010152" cy="3131345"/>
          </a:xfrm>
          <a:prstGeom prst="rect">
            <a:avLst/>
          </a:prstGeom>
        </p:spPr>
      </p:pic>
      <p:sp>
        <p:nvSpPr>
          <p:cNvPr id="20" name="正方形/長方形 19">
            <a:extLst>
              <a:ext uri="{FF2B5EF4-FFF2-40B4-BE49-F238E27FC236}">
                <a16:creationId xmlns:a16="http://schemas.microsoft.com/office/drawing/2014/main" id="{9F991474-E19A-9EB6-4F88-E081B1A7D4DC}"/>
              </a:ext>
            </a:extLst>
          </p:cNvPr>
          <p:cNvSpPr/>
          <p:nvPr/>
        </p:nvSpPr>
        <p:spPr>
          <a:xfrm>
            <a:off x="7143135" y="2684514"/>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CFE5FFAF-B200-C84A-7F85-F03DD374B521}"/>
              </a:ext>
            </a:extLst>
          </p:cNvPr>
          <p:cNvSpPr/>
          <p:nvPr/>
        </p:nvSpPr>
        <p:spPr>
          <a:xfrm>
            <a:off x="6858000" y="1823348"/>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p>
        </p:txBody>
      </p:sp>
    </p:spTree>
    <p:extLst>
      <p:ext uri="{BB962C8B-B14F-4D97-AF65-F5344CB8AC3E}">
        <p14:creationId xmlns:p14="http://schemas.microsoft.com/office/powerpoint/2010/main" val="11860771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3897-5282-67A2-1C66-66B593DDEF89}"/>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237A2E39-868E-099A-E8DC-083B9E56284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リソースグループを作成する</a:t>
            </a:r>
          </a:p>
        </p:txBody>
      </p:sp>
      <p:sp>
        <p:nvSpPr>
          <p:cNvPr id="2" name="正方形/長方形 1">
            <a:extLst>
              <a:ext uri="{FF2B5EF4-FFF2-40B4-BE49-F238E27FC236}">
                <a16:creationId xmlns:a16="http://schemas.microsoft.com/office/drawing/2014/main" id="{32E4FF9D-6AFD-BE56-8B7E-3C45754AB35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29D2DF52-320A-06DD-E0BA-4A8D0E3A191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D18DD0F-B123-1D80-9F73-570DD1E8BD97}"/>
              </a:ext>
            </a:extLst>
          </p:cNvPr>
          <p:cNvSpPr>
            <a:spLocks noGrp="1"/>
          </p:cNvSpPr>
          <p:nvPr/>
        </p:nvSpPr>
        <p:spPr>
          <a:xfrm>
            <a:off x="685800" y="1390650"/>
            <a:ext cx="108013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本回で作る</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VM、ネットワーク、ディスクをまとめる入れ物として、受講者ごとのリソースグループを作成します</a:t>
            </a:r>
            <a:r>
              <a:rPr sz="1110" b="0" dirty="0">
                <a:solidFill>
                  <a:srgbClr val="344054"/>
                </a:solidFill>
                <a:latin typeface="Yu Gothic UI"/>
                <a:ea typeface="Yu Gothic UI"/>
                <a:cs typeface="Yu Gothic UI"/>
              </a:rPr>
              <a:t>。</a:t>
            </a:r>
          </a:p>
        </p:txBody>
      </p:sp>
      <p:sp>
        <p:nvSpPr>
          <p:cNvPr id="7" name="正方形/長方形 6">
            <a:extLst>
              <a:ext uri="{FF2B5EF4-FFF2-40B4-BE49-F238E27FC236}">
                <a16:creationId xmlns:a16="http://schemas.microsoft.com/office/drawing/2014/main" id="{EC9E3CC3-F5EF-85B0-5709-6CC213545C87}"/>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a:extLst>
              <a:ext uri="{FF2B5EF4-FFF2-40B4-BE49-F238E27FC236}">
                <a16:creationId xmlns:a16="http://schemas.microsoft.com/office/drawing/2014/main" id="{C0182728-E8F1-CB8E-0FD4-CE4B7D51EC06}"/>
              </a:ext>
            </a:extLst>
          </p:cNvPr>
          <p:cNvPicPr>
            <a:picLocks noChangeAspect="1"/>
          </p:cNvPicPr>
          <p:nvPr/>
        </p:nvPicPr>
        <p:blipFill>
          <a:blip r:embed="rId3"/>
          <a:stretch/>
        </p:blipFill>
        <p:spPr>
          <a:xfrm>
            <a:off x="644256" y="2300288"/>
            <a:ext cx="5364480" cy="3352800"/>
          </a:xfrm>
          <a:prstGeom prst="rect">
            <a:avLst/>
          </a:prstGeom>
        </p:spPr>
      </p:pic>
      <p:sp>
        <p:nvSpPr>
          <p:cNvPr id="9" name="正方形/長方形 8">
            <a:extLst>
              <a:ext uri="{FF2B5EF4-FFF2-40B4-BE49-F238E27FC236}">
                <a16:creationId xmlns:a16="http://schemas.microsoft.com/office/drawing/2014/main" id="{BEC201F1-D844-20C7-A4FB-C1DC9F3839DB}"/>
              </a:ext>
            </a:extLst>
          </p:cNvPr>
          <p:cNvSpPr>
            <a:spLocks noGrp="1"/>
          </p:cNvSpPr>
          <p:nvPr/>
        </p:nvSpPr>
        <p:spPr>
          <a:xfrm>
            <a:off x="644256" y="5715000"/>
            <a:ext cx="536448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リソースグループを作成する</a:t>
            </a:r>
          </a:p>
        </p:txBody>
      </p:sp>
      <p:sp>
        <p:nvSpPr>
          <p:cNvPr id="6" name="正方形/長方形 5">
            <a:extLst>
              <a:ext uri="{FF2B5EF4-FFF2-40B4-BE49-F238E27FC236}">
                <a16:creationId xmlns:a16="http://schemas.microsoft.com/office/drawing/2014/main" id="{DB60F723-233B-21F3-A81A-B886C16DFB74}"/>
              </a:ext>
            </a:extLst>
          </p:cNvPr>
          <p:cNvSpPr/>
          <p:nvPr/>
        </p:nvSpPr>
        <p:spPr>
          <a:xfrm>
            <a:off x="1613225" y="3269380"/>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20C9F0FD-0DB8-1712-E446-57A2E56A65FE}"/>
              </a:ext>
            </a:extLst>
          </p:cNvPr>
          <p:cNvSpPr/>
          <p:nvPr/>
        </p:nvSpPr>
        <p:spPr>
          <a:xfrm>
            <a:off x="2109262" y="2510300"/>
            <a:ext cx="3545513" cy="434616"/>
          </a:xfrm>
          <a:prstGeom prst="wedgeRectCallout">
            <a:avLst>
              <a:gd name="adj1" fmla="val -33919"/>
              <a:gd name="adj2" fmla="val 1077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13" name="正方形/長方形 12">
            <a:extLst>
              <a:ext uri="{FF2B5EF4-FFF2-40B4-BE49-F238E27FC236}">
                <a16:creationId xmlns:a16="http://schemas.microsoft.com/office/drawing/2014/main" id="{4F755CE0-B07E-8A75-D71C-A008EAC1C4E2}"/>
              </a:ext>
            </a:extLst>
          </p:cNvPr>
          <p:cNvSpPr/>
          <p:nvPr/>
        </p:nvSpPr>
        <p:spPr>
          <a:xfrm>
            <a:off x="1613532" y="3441444"/>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40C932BD-9473-510A-8967-AE006FBB262E}"/>
              </a:ext>
            </a:extLst>
          </p:cNvPr>
          <p:cNvSpPr/>
          <p:nvPr/>
        </p:nvSpPr>
        <p:spPr>
          <a:xfrm>
            <a:off x="3540839" y="3428827"/>
            <a:ext cx="2113936" cy="686299"/>
          </a:xfrm>
          <a:prstGeom prst="wedgeRectCallout">
            <a:avLst>
              <a:gd name="adj1" fmla="val -55293"/>
              <a:gd name="adj2" fmla="val -3772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講師から指示された参加者ごとのリソースグループ名を入力</a:t>
            </a:r>
          </a:p>
        </p:txBody>
      </p:sp>
      <p:sp>
        <p:nvSpPr>
          <p:cNvPr id="19" name="正方形/長方形 18">
            <a:extLst>
              <a:ext uri="{FF2B5EF4-FFF2-40B4-BE49-F238E27FC236}">
                <a16:creationId xmlns:a16="http://schemas.microsoft.com/office/drawing/2014/main" id="{DCA2FC75-0F8E-E743-7D1E-E9D78A549775}"/>
              </a:ext>
            </a:extLst>
          </p:cNvPr>
          <p:cNvSpPr/>
          <p:nvPr/>
        </p:nvSpPr>
        <p:spPr>
          <a:xfrm>
            <a:off x="1623057" y="3600987"/>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EC462792-2CA8-B1D3-2270-B0E412387F4E}"/>
              </a:ext>
            </a:extLst>
          </p:cNvPr>
          <p:cNvSpPr/>
          <p:nvPr/>
        </p:nvSpPr>
        <p:spPr>
          <a:xfrm>
            <a:off x="2387086" y="4252373"/>
            <a:ext cx="3267690" cy="434616"/>
          </a:xfrm>
          <a:prstGeom prst="wedgeRectCallout">
            <a:avLst>
              <a:gd name="adj1" fmla="val -42393"/>
              <a:gd name="adj2" fmla="val -14110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講師から指示されたリージョンを選択</a:t>
            </a:r>
          </a:p>
        </p:txBody>
      </p:sp>
      <p:sp>
        <p:nvSpPr>
          <p:cNvPr id="21" name="正方形/長方形 20">
            <a:extLst>
              <a:ext uri="{FF2B5EF4-FFF2-40B4-BE49-F238E27FC236}">
                <a16:creationId xmlns:a16="http://schemas.microsoft.com/office/drawing/2014/main" id="{BB58DDE8-A084-2BA2-1E48-C1C4A93B6732}"/>
              </a:ext>
            </a:extLst>
          </p:cNvPr>
          <p:cNvSpPr/>
          <p:nvPr/>
        </p:nvSpPr>
        <p:spPr>
          <a:xfrm>
            <a:off x="1303509" y="5444228"/>
            <a:ext cx="664906" cy="22606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EEBE620E-C496-DED0-B009-BED2A3F12C53}"/>
              </a:ext>
            </a:extLst>
          </p:cNvPr>
          <p:cNvSpPr/>
          <p:nvPr/>
        </p:nvSpPr>
        <p:spPr>
          <a:xfrm>
            <a:off x="2279975" y="4994056"/>
            <a:ext cx="2371910" cy="434616"/>
          </a:xfrm>
          <a:prstGeom prst="wedgeRectCallout">
            <a:avLst>
              <a:gd name="adj1" fmla="val -55566"/>
              <a:gd name="adj2" fmla="val 8738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作成確認画面に遷移する</a:t>
            </a:r>
          </a:p>
        </p:txBody>
      </p:sp>
      <p:pic>
        <p:nvPicPr>
          <p:cNvPr id="24" name="図 23">
            <a:extLst>
              <a:ext uri="{FF2B5EF4-FFF2-40B4-BE49-F238E27FC236}">
                <a16:creationId xmlns:a16="http://schemas.microsoft.com/office/drawing/2014/main" id="{6DC81E44-5989-9039-52C6-F4CF1EA3833B}"/>
              </a:ext>
            </a:extLst>
          </p:cNvPr>
          <p:cNvPicPr>
            <a:picLocks noChangeAspect="1"/>
          </p:cNvPicPr>
          <p:nvPr/>
        </p:nvPicPr>
        <p:blipFill>
          <a:blip r:embed="rId4"/>
          <a:stretch>
            <a:fillRect/>
          </a:stretch>
        </p:blipFill>
        <p:spPr>
          <a:xfrm>
            <a:off x="6131154" y="2293684"/>
            <a:ext cx="5375046" cy="3359404"/>
          </a:xfrm>
          <a:prstGeom prst="rect">
            <a:avLst/>
          </a:prstGeom>
        </p:spPr>
      </p:pic>
      <p:sp>
        <p:nvSpPr>
          <p:cNvPr id="25" name="正方形/長方形 24">
            <a:extLst>
              <a:ext uri="{FF2B5EF4-FFF2-40B4-BE49-F238E27FC236}">
                <a16:creationId xmlns:a16="http://schemas.microsoft.com/office/drawing/2014/main" id="{0A22697D-FB04-F654-AB1B-2D9DE1B1A0F3}"/>
              </a:ext>
            </a:extLst>
          </p:cNvPr>
          <p:cNvSpPr/>
          <p:nvPr/>
        </p:nvSpPr>
        <p:spPr>
          <a:xfrm>
            <a:off x="6758083" y="5444228"/>
            <a:ext cx="664906" cy="22606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吹き出し 25">
            <a:extLst>
              <a:ext uri="{FF2B5EF4-FFF2-40B4-BE49-F238E27FC236}">
                <a16:creationId xmlns:a16="http://schemas.microsoft.com/office/drawing/2014/main" id="{8B5C666F-CB21-9AC8-EC30-038EDF3D0D27}"/>
              </a:ext>
            </a:extLst>
          </p:cNvPr>
          <p:cNvSpPr/>
          <p:nvPr/>
        </p:nvSpPr>
        <p:spPr>
          <a:xfrm>
            <a:off x="7734549" y="4994056"/>
            <a:ext cx="1338165" cy="434616"/>
          </a:xfrm>
          <a:prstGeom prst="wedgeRectCallout">
            <a:avLst>
              <a:gd name="adj1" fmla="val -55566"/>
              <a:gd name="adj2" fmla="val 8738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作成をクリック</a:t>
            </a:r>
          </a:p>
        </p:txBody>
      </p:sp>
    </p:spTree>
    <p:extLst>
      <p:ext uri="{BB962C8B-B14F-4D97-AF65-F5344CB8AC3E}">
        <p14:creationId xmlns:p14="http://schemas.microsoft.com/office/powerpoint/2010/main" val="9899753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455C78B1-14B7-4C5A-93CF-5F19EF7374D1}"/>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リソースグループ作成を確認する</a:t>
            </a:r>
          </a:p>
        </p:txBody>
      </p:sp>
      <p:sp>
        <p:nvSpPr>
          <p:cNvPr id="2" name="正方形/長方形 1">
            <a:extLst>
              <a:ext uri="{FF2B5EF4-FFF2-40B4-BE49-F238E27FC236}">
                <a16:creationId xmlns:a16="http://schemas.microsoft.com/office/drawing/2014/main" id="{F9EE1852-F29B-4E05-913D-6372838D7E3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339017AB-97B6-4634-B9DA-894B433CAB1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8425234-AC25-4894-AB2C-ED66DDE65E38}"/>
              </a:ext>
            </a:extLst>
          </p:cNvPr>
          <p:cNvSpPr>
            <a:spLocks noGrp="1"/>
          </p:cNvSpPr>
          <p:nvPr/>
        </p:nvSpPr>
        <p:spPr>
          <a:xfrm>
            <a:off x="685800" y="1390650"/>
            <a:ext cx="976589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作成したリソースグループの</a:t>
            </a:r>
            <a:r>
              <a:rPr sz="1110" b="0" dirty="0">
                <a:solidFill>
                  <a:srgbClr val="344054"/>
                </a:solidFill>
                <a:latin typeface="Yu Gothic UI"/>
                <a:ea typeface="Yu Gothic UI"/>
                <a:cs typeface="Yu Gothic UI"/>
              </a:rPr>
              <a:t> Overview </a:t>
            </a:r>
            <a:r>
              <a:rPr sz="1110" b="0" dirty="0" err="1">
                <a:solidFill>
                  <a:srgbClr val="344054"/>
                </a:solidFill>
                <a:latin typeface="Yu Gothic UI"/>
                <a:ea typeface="Yu Gothic UI"/>
                <a:cs typeface="Yu Gothic UI"/>
              </a:rPr>
              <a:t>を開き、場所と名前が講師指定の値になっていることを確認します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28740068-FAC4-4BD6-B0CC-354B50AC84FF}"/>
              </a:ext>
            </a:extLst>
          </p:cNvPr>
          <p:cNvSpPr>
            <a:spLocks noGrp="1"/>
          </p:cNvSpPr>
          <p:nvPr/>
        </p:nvSpPr>
        <p:spPr>
          <a:xfrm>
            <a:off x="781050" y="278130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468543DF-0EF0-4D9F-A816-86D60A4B7AF8}"/>
              </a:ext>
            </a:extLst>
          </p:cNvPr>
          <p:cNvSpPr>
            <a:spLocks noGrp="1"/>
          </p:cNvSpPr>
          <p:nvPr/>
        </p:nvSpPr>
        <p:spPr>
          <a:xfrm>
            <a:off x="781050" y="2781300"/>
            <a:ext cx="76200" cy="1428750"/>
          </a:xfrm>
          <a:prstGeom prst="rect">
            <a:avLst/>
          </a:prstGeom>
          <a:solidFill>
            <a:srgbClr val="4472C4"/>
          </a:solidFill>
          <a:ln w="0">
            <a:solidFill>
              <a:srgbClr val="4472C4"/>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4028EE55-779F-4024-A944-81A359D9A209}"/>
              </a:ext>
            </a:extLst>
          </p:cNvPr>
          <p:cNvSpPr>
            <a:spLocks noGrp="1"/>
          </p:cNvSpPr>
          <p:nvPr/>
        </p:nvSpPr>
        <p:spPr>
          <a:xfrm>
            <a:off x="990600" y="293370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900" b="1">
                <a:solidFill>
                  <a:srgbClr val="4472C4"/>
                </a:solidFill>
                <a:latin typeface="Yu Gothic UI"/>
                <a:ea typeface="Yu Gothic UI"/>
                <a:cs typeface="Yu Gothic UI"/>
              </a:rPr>
              <a:t>完了条件</a:t>
            </a:r>
          </a:p>
        </p:txBody>
      </p:sp>
      <p:sp>
        <p:nvSpPr>
          <p:cNvPr id="9" name="正方形/長方形 8">
            <a:extLst>
              <a:ext uri="{FF2B5EF4-FFF2-40B4-BE49-F238E27FC236}">
                <a16:creationId xmlns:a16="http://schemas.microsoft.com/office/drawing/2014/main" id="{FC8C0686-FD62-4170-8800-E6CDE3BFF8A7}"/>
              </a:ext>
            </a:extLst>
          </p:cNvPr>
          <p:cNvSpPr>
            <a:spLocks noGrp="1"/>
          </p:cNvSpPr>
          <p:nvPr/>
        </p:nvSpPr>
        <p:spPr>
          <a:xfrm>
            <a:off x="990600" y="318135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空の入れ物ができている</a:t>
            </a:r>
          </a:p>
        </p:txBody>
      </p:sp>
      <p:sp>
        <p:nvSpPr>
          <p:cNvPr id="10" name="正方形/長方形 9">
            <a:extLst>
              <a:ext uri="{FF2B5EF4-FFF2-40B4-BE49-F238E27FC236}">
                <a16:creationId xmlns:a16="http://schemas.microsoft.com/office/drawing/2014/main" id="{A98D067A-B3AF-4A45-BBE4-69362764DA0E}"/>
              </a:ext>
            </a:extLst>
          </p:cNvPr>
          <p:cNvSpPr>
            <a:spLocks noGrp="1"/>
          </p:cNvSpPr>
          <p:nvPr/>
        </p:nvSpPr>
        <p:spPr>
          <a:xfrm>
            <a:off x="990600" y="358140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この時点ではまだ VM はありません。ここから VM と関連リソースを追加していきます。</a:t>
            </a:r>
          </a:p>
        </p:txBody>
      </p:sp>
      <p:sp>
        <p:nvSpPr>
          <p:cNvPr id="11" name="正方形/長方形 10">
            <a:extLst>
              <a:ext uri="{FF2B5EF4-FFF2-40B4-BE49-F238E27FC236}">
                <a16:creationId xmlns:a16="http://schemas.microsoft.com/office/drawing/2014/main" id="{892A2AB6-A213-4A4F-AAAE-DD58912F2A2C}"/>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5467350" y="1878806"/>
            <a:ext cx="5715000" cy="3214688"/>
          </a:xfrm>
          <a:prstGeom prst="rect">
            <a:avLst/>
          </a:prstGeom>
        </p:spPr>
      </p:pic>
      <p:sp>
        <p:nvSpPr>
          <p:cNvPr id="13" name="正方形/長方形 12">
            <a:extLst>
              <a:ext uri="{FF2B5EF4-FFF2-40B4-BE49-F238E27FC236}">
                <a16:creationId xmlns:a16="http://schemas.microsoft.com/office/drawing/2014/main" id="{78207808-1EB1-4AEB-88B0-41E89B9E7319}"/>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作成したリソースグループを確認する</a:t>
            </a:r>
          </a:p>
        </p:txBody>
      </p:sp>
      <p:sp>
        <p:nvSpPr>
          <p:cNvPr id="14" name="正方形/長方形 13">
            <a:extLst>
              <a:ext uri="{FF2B5EF4-FFF2-40B4-BE49-F238E27FC236}">
                <a16:creationId xmlns:a16="http://schemas.microsoft.com/office/drawing/2014/main" id="{2BC95170-FC60-4906-A136-B5C5DB654332}"/>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18 / 46</a:t>
            </a:r>
          </a:p>
        </p:txBody>
      </p:sp>
      <p:sp>
        <p:nvSpPr>
          <p:cNvPr id="16" name="正方形/長方形 15">
            <a:extLst>
              <a:ext uri="{FF2B5EF4-FFF2-40B4-BE49-F238E27FC236}">
                <a16:creationId xmlns:a16="http://schemas.microsoft.com/office/drawing/2014/main" id="{0216DE1E-143C-5964-29F1-78388C2B5099}"/>
              </a:ext>
            </a:extLst>
          </p:cNvPr>
          <p:cNvSpPr/>
          <p:nvPr/>
        </p:nvSpPr>
        <p:spPr>
          <a:xfrm>
            <a:off x="6636282" y="2861187"/>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D0C99BE1-226C-F43E-5D93-9B1FF78DA374}"/>
              </a:ext>
            </a:extLst>
          </p:cNvPr>
          <p:cNvSpPr/>
          <p:nvPr/>
        </p:nvSpPr>
        <p:spPr>
          <a:xfrm>
            <a:off x="7144364" y="3340817"/>
            <a:ext cx="2113936" cy="686299"/>
          </a:xfrm>
          <a:prstGeom prst="wedgeRectCallout">
            <a:avLst>
              <a:gd name="adj1" fmla="val -59479"/>
              <a:gd name="adj2" fmla="val -849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指定された名所のリソースグループが作成されていることを確認する。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8" name="正方形/長方形 17">
            <a:extLst>
              <a:ext uri="{FF2B5EF4-FFF2-40B4-BE49-F238E27FC236}">
                <a16:creationId xmlns:a16="http://schemas.microsoft.com/office/drawing/2014/main" id="{5C3B10DD-E679-AB47-FAE6-BE6478C281FC}"/>
              </a:ext>
            </a:extLst>
          </p:cNvPr>
          <p:cNvSpPr/>
          <p:nvPr/>
        </p:nvSpPr>
        <p:spPr>
          <a:xfrm>
            <a:off x="9640037" y="2861187"/>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8BA2064-77B2-7722-982E-9B68CF3FD6CB}"/>
              </a:ext>
            </a:extLst>
          </p:cNvPr>
          <p:cNvSpPr/>
          <p:nvPr/>
        </p:nvSpPr>
        <p:spPr>
          <a:xfrm>
            <a:off x="7144364" y="2357361"/>
            <a:ext cx="475636"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DF4A41CA-B8DA-77A2-0486-1424B77BDF8B}"/>
              </a:ext>
            </a:extLst>
          </p:cNvPr>
          <p:cNvSpPr/>
          <p:nvPr/>
        </p:nvSpPr>
        <p:spPr>
          <a:xfrm>
            <a:off x="7831147" y="1605674"/>
            <a:ext cx="2113936" cy="686299"/>
          </a:xfrm>
          <a:prstGeom prst="wedgeRectCallout">
            <a:avLst>
              <a:gd name="adj1" fmla="val -59479"/>
              <a:gd name="adj2" fmla="val 4680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作成してすぐにはリストに反映されないので何度かリフレッシュする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D6DD9BC7-C0F5-25AA-1269-EABFC464B38D}"/>
              </a:ext>
            </a:extLst>
          </p:cNvPr>
          <p:cNvSpPr>
            <a:spLocks noGrp="1"/>
          </p:cNvSpPr>
          <p:nvPr/>
        </p:nvSpPr>
        <p:spPr>
          <a:xfrm>
            <a:off x="550605" y="2157412"/>
            <a:ext cx="11159613" cy="3886200"/>
          </a:xfrm>
          <a:prstGeom prst="rect">
            <a:avLst/>
          </a:prstGeom>
          <a:solidFill>
            <a:srgbClr val="FFFFFF"/>
          </a:solidFill>
          <a:ln w="9525">
            <a:solidFill>
              <a:srgbClr val="D0D5DD"/>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688AF7A7-2372-4029-BF07-9ADFEFFB1D9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VM 作成を開始する</a:t>
            </a:r>
          </a:p>
        </p:txBody>
      </p:sp>
      <p:sp>
        <p:nvSpPr>
          <p:cNvPr id="2" name="正方形/長方形 1">
            <a:extLst>
              <a:ext uri="{FF2B5EF4-FFF2-40B4-BE49-F238E27FC236}">
                <a16:creationId xmlns:a16="http://schemas.microsoft.com/office/drawing/2014/main" id="{C77BD6E3-4B35-4128-8298-1CBA7EC0598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40DAF80F-4901-4483-8F80-5883C2115433}"/>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F985C46-1D69-4FF9-818B-1918F8CF68CE}"/>
              </a:ext>
            </a:extLst>
          </p:cNvPr>
          <p:cNvSpPr>
            <a:spLocks noGrp="1"/>
          </p:cNvSpPr>
          <p:nvPr/>
        </p:nvSpPr>
        <p:spPr>
          <a:xfrm>
            <a:off x="685800" y="13906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リソースグループ内で</a:t>
            </a:r>
            <a:r>
              <a:rPr sz="1110" b="0" dirty="0">
                <a:solidFill>
                  <a:srgbClr val="344054"/>
                </a:solidFill>
                <a:latin typeface="Yu Gothic UI"/>
                <a:ea typeface="Yu Gothic UI"/>
                <a:cs typeface="Yu Gothic UI"/>
              </a:rPr>
              <a:t> Linux VM </a:t>
            </a:r>
            <a:r>
              <a:rPr sz="1110" b="0" dirty="0" err="1">
                <a:solidFill>
                  <a:srgbClr val="344054"/>
                </a:solidFill>
                <a:latin typeface="Yu Gothic UI"/>
                <a:ea typeface="Yu Gothic UI"/>
                <a:cs typeface="Yu Gothic UI"/>
              </a:rPr>
              <a:t>の作成を開始します。作成先のリソースグループを選び間違えないことが大切です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93B252E5-24E6-4A12-9B35-641729B1AEE0}"/>
              </a:ext>
            </a:extLst>
          </p:cNvPr>
          <p:cNvSpPr>
            <a:spLocks noGrp="1"/>
          </p:cNvSpPr>
          <p:nvPr/>
        </p:nvSpPr>
        <p:spPr>
          <a:xfrm>
            <a:off x="6953250" y="5729287"/>
            <a:ext cx="3924300" cy="628650"/>
          </a:xfrm>
          <a:prstGeom prst="rect">
            <a:avLst/>
          </a:prstGeom>
          <a:solidFill>
            <a:srgbClr val="000000">
              <a:alpha val="0"/>
            </a:srgbClr>
          </a:solidFill>
          <a:ln w="0">
            <a:solidFill>
              <a:srgbClr val="000000">
                <a:alpha val="0"/>
              </a:srgbClr>
            </a:solidFill>
            <a:prstDash val="solid"/>
          </a:ln>
        </p:spPr>
        <p:txBody>
          <a:bodyPr lIns="38100" tIns="38100" rIns="38100" bIns="38100" anchor="t"/>
          <a:lstStyle/>
          <a:p>
            <a:pPr algn="l">
              <a:defRPr sz="990" b="0">
                <a:solidFill>
                  <a:srgbClr val="344054"/>
                </a:solidFill>
                <a:latin typeface="Yu Gothic UI"/>
                <a:ea typeface="Yu Gothic UI"/>
                <a:cs typeface="Yu Gothic UI"/>
              </a:defRPr>
            </a:pPr>
            <a:r>
              <a:rPr sz="990" b="0" dirty="0">
                <a:solidFill>
                  <a:srgbClr val="344054"/>
                </a:solidFill>
                <a:latin typeface="Yu Gothic UI"/>
                <a:ea typeface="Yu Gothic UI"/>
                <a:cs typeface="Yu Gothic UI"/>
              </a:rPr>
              <a:t>• Create </a:t>
            </a:r>
            <a:r>
              <a:rPr sz="990" b="0" dirty="0" err="1">
                <a:solidFill>
                  <a:srgbClr val="344054"/>
                </a:solidFill>
                <a:latin typeface="Yu Gothic UI"/>
                <a:ea typeface="Yu Gothic UI"/>
                <a:cs typeface="Yu Gothic UI"/>
              </a:rPr>
              <a:t>から</a:t>
            </a:r>
            <a:r>
              <a:rPr sz="990" b="0" dirty="0">
                <a:solidFill>
                  <a:srgbClr val="344054"/>
                </a:solidFill>
                <a:latin typeface="Yu Gothic UI"/>
                <a:ea typeface="Yu Gothic UI"/>
                <a:cs typeface="Yu Gothic UI"/>
              </a:rPr>
              <a:t> Virtual machine </a:t>
            </a:r>
            <a:r>
              <a:rPr sz="990" b="0" dirty="0" err="1">
                <a:solidFill>
                  <a:srgbClr val="344054"/>
                </a:solidFill>
                <a:latin typeface="Yu Gothic UI"/>
                <a:ea typeface="Yu Gothic UI"/>
                <a:cs typeface="Yu Gothic UI"/>
              </a:rPr>
              <a:t>を選びます</a:t>
            </a:r>
            <a:r>
              <a:rPr sz="990" b="0" dirty="0">
                <a:solidFill>
                  <a:srgbClr val="344054"/>
                </a:solidFill>
                <a:latin typeface="Yu Gothic UI"/>
                <a:ea typeface="Yu Gothic UI"/>
                <a:cs typeface="Yu Gothic UI"/>
              </a:rPr>
              <a:t>。</a:t>
            </a:r>
          </a:p>
          <a:p>
            <a:pPr algn="l">
              <a:defRPr sz="990" b="0">
                <a:solidFill>
                  <a:srgbClr val="344054"/>
                </a:solidFill>
                <a:latin typeface="Yu Gothic UI"/>
                <a:ea typeface="Yu Gothic UI"/>
                <a:cs typeface="Yu Gothic UI"/>
              </a:defRPr>
            </a:pPr>
            <a:r>
              <a:rPr sz="990" b="0" dirty="0">
                <a:solidFill>
                  <a:srgbClr val="344054"/>
                </a:solidFill>
                <a:latin typeface="Yu Gothic UI"/>
                <a:ea typeface="Yu Gothic UI"/>
                <a:cs typeface="Yu Gothic UI"/>
              </a:rPr>
              <a:t>• Basics </a:t>
            </a:r>
            <a:r>
              <a:rPr sz="990" b="0" dirty="0" err="1">
                <a:solidFill>
                  <a:srgbClr val="344054"/>
                </a:solidFill>
                <a:latin typeface="Yu Gothic UI"/>
                <a:ea typeface="Yu Gothic UI"/>
                <a:cs typeface="Yu Gothic UI"/>
              </a:rPr>
              <a:t>タブから入力を進めます</a:t>
            </a:r>
            <a:r>
              <a:rPr sz="990" b="0" dirty="0">
                <a:solidFill>
                  <a:srgbClr val="344054"/>
                </a:solidFill>
                <a:latin typeface="Yu Gothic UI"/>
                <a:ea typeface="Yu Gothic UI"/>
                <a:cs typeface="Yu Gothic UI"/>
              </a:rPr>
              <a:t>。</a:t>
            </a:r>
          </a:p>
          <a:p>
            <a:pPr algn="l">
              <a:defRPr sz="990" b="0">
                <a:solidFill>
                  <a:srgbClr val="344054"/>
                </a:solidFill>
                <a:latin typeface="Yu Gothic UI"/>
                <a:ea typeface="Yu Gothic UI"/>
                <a:cs typeface="Yu Gothic UI"/>
              </a:defRPr>
            </a:pPr>
            <a:r>
              <a:rPr sz="990" b="0" dirty="0">
                <a:solidFill>
                  <a:srgbClr val="344054"/>
                </a:solidFill>
                <a:latin typeface="Yu Gothic UI"/>
                <a:ea typeface="Yu Gothic UI"/>
                <a:cs typeface="Yu Gothic UI"/>
              </a:rPr>
              <a:t>• </a:t>
            </a:r>
            <a:r>
              <a:rPr sz="990" b="0" dirty="0" err="1">
                <a:solidFill>
                  <a:srgbClr val="344054"/>
                </a:solidFill>
                <a:latin typeface="Yu Gothic UI"/>
                <a:ea typeface="Yu Gothic UI"/>
                <a:cs typeface="Yu Gothic UI"/>
              </a:rPr>
              <a:t>高価な構成を選ばないように講師指定の値を使います</a:t>
            </a:r>
            <a:r>
              <a:rPr sz="990" b="0" dirty="0">
                <a:solidFill>
                  <a:srgbClr val="344054"/>
                </a:solidFill>
                <a:latin typeface="Yu Gothic UI"/>
                <a:ea typeface="Yu Gothic UI"/>
                <a:cs typeface="Yu Gothic UI"/>
              </a:rPr>
              <a:t>。</a:t>
            </a:r>
          </a:p>
        </p:txBody>
      </p:sp>
      <p:pic>
        <p:nvPicPr>
          <p:cNvPr id="8" name="図 7"/>
          <p:cNvPicPr>
            <a:picLocks noChangeAspect="1"/>
          </p:cNvPicPr>
          <p:nvPr/>
        </p:nvPicPr>
        <p:blipFill>
          <a:blip r:embed="rId3"/>
          <a:stretch/>
        </p:blipFill>
        <p:spPr>
          <a:xfrm>
            <a:off x="5938991" y="2257424"/>
            <a:ext cx="5662423" cy="3185114"/>
          </a:xfrm>
          <a:prstGeom prst="rect">
            <a:avLst/>
          </a:prstGeom>
        </p:spPr>
      </p:pic>
      <p:pic>
        <p:nvPicPr>
          <p:cNvPr id="13" name="図 12">
            <a:extLst>
              <a:ext uri="{FF2B5EF4-FFF2-40B4-BE49-F238E27FC236}">
                <a16:creationId xmlns:a16="http://schemas.microsoft.com/office/drawing/2014/main" id="{665E9F90-B34D-79E0-F139-1DC13C408243}"/>
              </a:ext>
            </a:extLst>
          </p:cNvPr>
          <p:cNvPicPr>
            <a:picLocks noChangeAspect="1"/>
          </p:cNvPicPr>
          <p:nvPr/>
        </p:nvPicPr>
        <p:blipFill>
          <a:blip r:embed="rId4"/>
          <a:stretch>
            <a:fillRect/>
          </a:stretch>
        </p:blipFill>
        <p:spPr>
          <a:xfrm>
            <a:off x="704850" y="2257424"/>
            <a:ext cx="5096182" cy="3185114"/>
          </a:xfrm>
          <a:prstGeom prst="rect">
            <a:avLst/>
          </a:prstGeom>
        </p:spPr>
      </p:pic>
      <p:sp>
        <p:nvSpPr>
          <p:cNvPr id="14" name="正方形/長方形 13">
            <a:extLst>
              <a:ext uri="{FF2B5EF4-FFF2-40B4-BE49-F238E27FC236}">
                <a16:creationId xmlns:a16="http://schemas.microsoft.com/office/drawing/2014/main" id="{5E51FFD9-F69F-DE1C-48D7-38A008A710A9}"/>
              </a:ext>
            </a:extLst>
          </p:cNvPr>
          <p:cNvSpPr/>
          <p:nvPr/>
        </p:nvSpPr>
        <p:spPr>
          <a:xfrm>
            <a:off x="2212258" y="2247131"/>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EC9CEBB1-64EC-37E3-9B9D-8A3953BBD780}"/>
              </a:ext>
            </a:extLst>
          </p:cNvPr>
          <p:cNvSpPr/>
          <p:nvPr/>
        </p:nvSpPr>
        <p:spPr>
          <a:xfrm>
            <a:off x="2212258" y="2684513"/>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2CA8863C-569D-1356-54EA-50B5A1715B81}"/>
              </a:ext>
            </a:extLst>
          </p:cNvPr>
          <p:cNvSpPr/>
          <p:nvPr/>
        </p:nvSpPr>
        <p:spPr>
          <a:xfrm>
            <a:off x="3018503" y="1666875"/>
            <a:ext cx="2025507" cy="434616"/>
          </a:xfrm>
          <a:prstGeom prst="wedgeRectCallout">
            <a:avLst>
              <a:gd name="adj1" fmla="val -26173"/>
              <a:gd name="adj2" fmla="val 6702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検索バーで「仮想マシン」を選択</a:t>
            </a:r>
          </a:p>
        </p:txBody>
      </p:sp>
      <p:sp>
        <p:nvSpPr>
          <p:cNvPr id="17" name="四角形吹き出し 16">
            <a:extLst>
              <a:ext uri="{FF2B5EF4-FFF2-40B4-BE49-F238E27FC236}">
                <a16:creationId xmlns:a16="http://schemas.microsoft.com/office/drawing/2014/main" id="{03388C3E-0983-797D-CDBD-F99998B11FC4}"/>
              </a:ext>
            </a:extLst>
          </p:cNvPr>
          <p:cNvSpPr/>
          <p:nvPr/>
        </p:nvSpPr>
        <p:spPr>
          <a:xfrm>
            <a:off x="3387212" y="3136645"/>
            <a:ext cx="2025507" cy="434616"/>
          </a:xfrm>
          <a:prstGeom prst="wedgeRectCallout">
            <a:avLst>
              <a:gd name="adj1" fmla="val -52386"/>
              <a:gd name="adj2" fmla="val -935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「仮想マシン」を選択</a:t>
            </a:r>
          </a:p>
        </p:txBody>
      </p:sp>
      <p:sp>
        <p:nvSpPr>
          <p:cNvPr id="18" name="正方形/長方形 17">
            <a:extLst>
              <a:ext uri="{FF2B5EF4-FFF2-40B4-BE49-F238E27FC236}">
                <a16:creationId xmlns:a16="http://schemas.microsoft.com/office/drawing/2014/main" id="{09824AE4-7E7C-CE3E-664E-8D640867EDD5}"/>
              </a:ext>
            </a:extLst>
          </p:cNvPr>
          <p:cNvSpPr/>
          <p:nvPr/>
        </p:nvSpPr>
        <p:spPr>
          <a:xfrm>
            <a:off x="6932970" y="2841524"/>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吹き出し 18">
            <a:extLst>
              <a:ext uri="{FF2B5EF4-FFF2-40B4-BE49-F238E27FC236}">
                <a16:creationId xmlns:a16="http://schemas.microsoft.com/office/drawing/2014/main" id="{9C087A91-F439-E912-170B-3611F3E777E5}"/>
              </a:ext>
            </a:extLst>
          </p:cNvPr>
          <p:cNvSpPr/>
          <p:nvPr/>
        </p:nvSpPr>
        <p:spPr>
          <a:xfrm>
            <a:off x="6647835" y="1980358"/>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-&gt;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仮想マシン」を選択</a:t>
            </a:r>
          </a:p>
        </p:txBody>
      </p:sp>
    </p:spTree>
    <p:extLst>
      <p:ext uri="{BB962C8B-B14F-4D97-AF65-F5344CB8AC3E}">
        <p14:creationId xmlns:p14="http://schemas.microsoft.com/office/powerpoint/2010/main" val="11860771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1F187735-A9E8-4FF9-B624-D2A124E3EC7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dirty="0">
                <a:solidFill>
                  <a:srgbClr val="1F2937"/>
                </a:solidFill>
                <a:latin typeface="Meiryo UI"/>
                <a:ea typeface="Meiryo UI"/>
                <a:cs typeface="Meiryo UI"/>
              </a:rPr>
              <a:t>VM </a:t>
            </a:r>
            <a:r>
              <a:rPr sz="2100" b="1" dirty="0" err="1">
                <a:solidFill>
                  <a:srgbClr val="1F2937"/>
                </a:solidFill>
                <a:latin typeface="Meiryo UI"/>
                <a:ea typeface="Meiryo UI"/>
                <a:cs typeface="Meiryo UI"/>
              </a:rPr>
              <a:t>の基本情報を入力する</a:t>
            </a:r>
            <a:r>
              <a:rPr lang="en-US" sz="2100" b="1" dirty="0">
                <a:solidFill>
                  <a:srgbClr val="1F2937"/>
                </a:solidFill>
                <a:latin typeface="Meiryo UI"/>
                <a:ea typeface="Meiryo UI"/>
                <a:cs typeface="Meiryo UI"/>
              </a:rPr>
              <a:t> 1</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FC375316-9CBB-4064-8BBB-41AA4A41D6C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B01B7808-52F0-4431-8451-AD7B05466C5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9C1BD16-4B2C-4782-AE8A-AE6C2273792D}"/>
              </a:ext>
            </a:extLst>
          </p:cNvPr>
          <p:cNvSpPr>
            <a:spLocks noGrp="1"/>
          </p:cNvSpPr>
          <p:nvPr/>
        </p:nvSpPr>
        <p:spPr>
          <a:xfrm>
            <a:off x="685800" y="1390650"/>
            <a:ext cx="10058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名、リージョン、OS</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イメージ、サイズを指定します。ここで選ぶ内容は、作成されるサーバの場所、OS、性能、コストに関係します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7E9C7730-5D37-45AE-A87F-055ED3A2A699}"/>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pic>
        <p:nvPicPr>
          <p:cNvPr id="7" name="図 6"/>
          <p:cNvPicPr>
            <a:picLocks noChangeAspect="1"/>
          </p:cNvPicPr>
          <p:nvPr/>
        </p:nvPicPr>
        <p:blipFill>
          <a:blip r:embed="rId3"/>
          <a:stretch/>
        </p:blipFill>
        <p:spPr>
          <a:xfrm>
            <a:off x="3413760" y="2266950"/>
            <a:ext cx="5364480" cy="3352800"/>
          </a:xfrm>
          <a:prstGeom prst="rect">
            <a:avLst/>
          </a:prstGeom>
        </p:spPr>
      </p:pic>
      <p:sp>
        <p:nvSpPr>
          <p:cNvPr id="8" name="正方形/長方形 7">
            <a:extLst>
              <a:ext uri="{FF2B5EF4-FFF2-40B4-BE49-F238E27FC236}">
                <a16:creationId xmlns:a16="http://schemas.microsoft.com/office/drawing/2014/main" id="{07B9EBC8-B70A-4CDF-A32C-73792FAB90FA}"/>
              </a:ext>
            </a:extLst>
          </p:cNvPr>
          <p:cNvSpPr>
            <a:spLocks noGrp="1"/>
          </p:cNvSpPr>
          <p:nvPr/>
        </p:nvSpPr>
        <p:spPr>
          <a:xfrm>
            <a:off x="3295650" y="581025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dirty="0">
                <a:solidFill>
                  <a:srgbClr val="667085"/>
                </a:solidFill>
                <a:latin typeface="Yu Gothic UI"/>
                <a:ea typeface="Yu Gothic UI"/>
                <a:cs typeface="Yu Gothic UI"/>
              </a:rPr>
              <a:t>VM </a:t>
            </a:r>
            <a:r>
              <a:rPr sz="638" b="0" dirty="0" err="1">
                <a:solidFill>
                  <a:srgbClr val="667085"/>
                </a:solidFill>
                <a:latin typeface="Yu Gothic UI"/>
                <a:ea typeface="Yu Gothic UI"/>
                <a:cs typeface="Yu Gothic UI"/>
              </a:rPr>
              <a:t>名、リージョン、イメージ、サイズを入力する</a:t>
            </a:r>
            <a:endParaRPr sz="638" b="0" dirty="0">
              <a:solidFill>
                <a:srgbClr val="667085"/>
              </a:solidFill>
              <a:latin typeface="Yu Gothic UI"/>
              <a:ea typeface="Yu Gothic UI"/>
              <a:cs typeface="Yu Gothic UI"/>
            </a:endParaRPr>
          </a:p>
        </p:txBody>
      </p:sp>
      <p:sp>
        <p:nvSpPr>
          <p:cNvPr id="11" name="正方形/長方形 10">
            <a:extLst>
              <a:ext uri="{FF2B5EF4-FFF2-40B4-BE49-F238E27FC236}">
                <a16:creationId xmlns:a16="http://schemas.microsoft.com/office/drawing/2014/main" id="{8238CFD2-0989-A963-8F1D-478B31CD56F2}"/>
              </a:ext>
            </a:extLst>
          </p:cNvPr>
          <p:cNvSpPr/>
          <p:nvPr/>
        </p:nvSpPr>
        <p:spPr>
          <a:xfrm>
            <a:off x="4415418" y="3596301"/>
            <a:ext cx="1906723"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BBB869F3-03B6-80AF-382F-BDC60227FD86}"/>
              </a:ext>
            </a:extLst>
          </p:cNvPr>
          <p:cNvSpPr/>
          <p:nvPr/>
        </p:nvSpPr>
        <p:spPr>
          <a:xfrm>
            <a:off x="904568" y="2359580"/>
            <a:ext cx="2310580" cy="434616"/>
          </a:xfrm>
          <a:prstGeom prst="wedgeRectCallout">
            <a:avLst>
              <a:gd name="adj1" fmla="val 94453"/>
              <a:gd name="adj2" fmla="val 2253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13" name="正方形/長方形 12">
            <a:extLst>
              <a:ext uri="{FF2B5EF4-FFF2-40B4-BE49-F238E27FC236}">
                <a16:creationId xmlns:a16="http://schemas.microsoft.com/office/drawing/2014/main" id="{B7DE2512-E50D-6216-3B41-D0AB314ABAD0}"/>
              </a:ext>
            </a:extLst>
          </p:cNvPr>
          <p:cNvSpPr/>
          <p:nvPr/>
        </p:nvSpPr>
        <p:spPr>
          <a:xfrm>
            <a:off x="4415418" y="3751006"/>
            <a:ext cx="1906722"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4F5206B2-09FD-8079-4826-FE3AD001307D}"/>
              </a:ext>
            </a:extLst>
          </p:cNvPr>
          <p:cNvSpPr/>
          <p:nvPr/>
        </p:nvSpPr>
        <p:spPr>
          <a:xfrm>
            <a:off x="902350" y="3299789"/>
            <a:ext cx="2113936" cy="686299"/>
          </a:xfrm>
          <a:prstGeom prst="wedgeRectCallout">
            <a:avLst>
              <a:gd name="adj1" fmla="val 111684"/>
              <a:gd name="adj2" fmla="val 2818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先ほど作成したリソースグループを選択</a:t>
            </a:r>
          </a:p>
        </p:txBody>
      </p:sp>
      <p:sp>
        <p:nvSpPr>
          <p:cNvPr id="15" name="四角形吹き出し 14">
            <a:extLst>
              <a:ext uri="{FF2B5EF4-FFF2-40B4-BE49-F238E27FC236}">
                <a16:creationId xmlns:a16="http://schemas.microsoft.com/office/drawing/2014/main" id="{EA2646F7-62DB-2856-F483-501DC9028603}"/>
              </a:ext>
            </a:extLst>
          </p:cNvPr>
          <p:cNvSpPr/>
          <p:nvPr/>
        </p:nvSpPr>
        <p:spPr>
          <a:xfrm>
            <a:off x="902350" y="4118930"/>
            <a:ext cx="2113936" cy="686299"/>
          </a:xfrm>
          <a:prstGeom prst="wedgeRectCallout">
            <a:avLst>
              <a:gd name="adj1" fmla="val 115870"/>
              <a:gd name="adj2" fmla="val -4631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講師指定の各自の</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VM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名を入力</a:t>
            </a:r>
          </a:p>
        </p:txBody>
      </p:sp>
      <p:sp>
        <p:nvSpPr>
          <p:cNvPr id="16" name="正方形/長方形 15">
            <a:extLst>
              <a:ext uri="{FF2B5EF4-FFF2-40B4-BE49-F238E27FC236}">
                <a16:creationId xmlns:a16="http://schemas.microsoft.com/office/drawing/2014/main" id="{0EAE947A-1794-A1DF-70DB-F6DC8CCACCAB}"/>
              </a:ext>
            </a:extLst>
          </p:cNvPr>
          <p:cNvSpPr/>
          <p:nvPr/>
        </p:nvSpPr>
        <p:spPr>
          <a:xfrm>
            <a:off x="4415418" y="4072553"/>
            <a:ext cx="1906722"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751B9B15-1FDD-E9E8-81D0-FC2619047944}"/>
              </a:ext>
            </a:extLst>
          </p:cNvPr>
          <p:cNvSpPr/>
          <p:nvPr/>
        </p:nvSpPr>
        <p:spPr>
          <a:xfrm>
            <a:off x="4415418" y="4226103"/>
            <a:ext cx="1906722"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0E0F59E1-D8F3-E724-C9A9-30540304F03D}"/>
              </a:ext>
            </a:extLst>
          </p:cNvPr>
          <p:cNvSpPr/>
          <p:nvPr/>
        </p:nvSpPr>
        <p:spPr>
          <a:xfrm>
            <a:off x="902350" y="4940286"/>
            <a:ext cx="2113936" cy="686299"/>
          </a:xfrm>
          <a:prstGeom prst="wedgeRectCallout">
            <a:avLst>
              <a:gd name="adj1" fmla="val 113079"/>
              <a:gd name="adj2" fmla="val -1279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講師指定のリージョンを選択</a:t>
            </a:r>
          </a:p>
        </p:txBody>
      </p:sp>
      <p:sp>
        <p:nvSpPr>
          <p:cNvPr id="19" name="正方形/長方形 18">
            <a:extLst>
              <a:ext uri="{FF2B5EF4-FFF2-40B4-BE49-F238E27FC236}">
                <a16:creationId xmlns:a16="http://schemas.microsoft.com/office/drawing/2014/main" id="{BD6455F1-48F9-5421-4E3D-38BD3007B414}"/>
              </a:ext>
            </a:extLst>
          </p:cNvPr>
          <p:cNvSpPr/>
          <p:nvPr/>
        </p:nvSpPr>
        <p:spPr>
          <a:xfrm>
            <a:off x="4415418" y="4447829"/>
            <a:ext cx="1906722" cy="78293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318AC8E6-DBA8-BCFF-C242-3CD7A429D75F}"/>
              </a:ext>
            </a:extLst>
          </p:cNvPr>
          <p:cNvSpPr/>
          <p:nvPr/>
        </p:nvSpPr>
        <p:spPr>
          <a:xfrm>
            <a:off x="7376160" y="3017197"/>
            <a:ext cx="2804161" cy="811161"/>
          </a:xfrm>
          <a:prstGeom prst="wedgeRectCallout">
            <a:avLst>
              <a:gd name="adj1" fmla="val -83887"/>
              <a:gd name="adj2" fmla="val 15392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ゾーンの選択はデフォルトのままでよい。</a:t>
            </a:r>
          </a:p>
        </p:txBody>
      </p:sp>
    </p:spTree>
    <p:extLst>
      <p:ext uri="{BB962C8B-B14F-4D97-AF65-F5344CB8AC3E}">
        <p14:creationId xmlns:p14="http://schemas.microsoft.com/office/powerpoint/2010/main" val="11860771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F6199-56AD-160C-9BE9-45EDD3BB6F7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0AEA777F-DEA7-0499-7A3F-A33888420A64}"/>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pic>
        <p:nvPicPr>
          <p:cNvPr id="21" name="図 20">
            <a:extLst>
              <a:ext uri="{FF2B5EF4-FFF2-40B4-BE49-F238E27FC236}">
                <a16:creationId xmlns:a16="http://schemas.microsoft.com/office/drawing/2014/main" id="{36FCE938-06E3-8774-0603-569CEC98791C}"/>
              </a:ext>
            </a:extLst>
          </p:cNvPr>
          <p:cNvPicPr>
            <a:picLocks noChangeAspect="1"/>
          </p:cNvPicPr>
          <p:nvPr/>
        </p:nvPicPr>
        <p:blipFill>
          <a:blip r:embed="rId3"/>
          <a:stretch>
            <a:fillRect/>
          </a:stretch>
        </p:blipFill>
        <p:spPr>
          <a:xfrm>
            <a:off x="3105149" y="2071687"/>
            <a:ext cx="5981701" cy="3738563"/>
          </a:xfrm>
          <a:prstGeom prst="rect">
            <a:avLst/>
          </a:prstGeom>
        </p:spPr>
      </p:pic>
      <p:sp>
        <p:nvSpPr>
          <p:cNvPr id="10" name="正方形/長方形 9">
            <a:extLst>
              <a:ext uri="{FF2B5EF4-FFF2-40B4-BE49-F238E27FC236}">
                <a16:creationId xmlns:a16="http://schemas.microsoft.com/office/drawing/2014/main" id="{647B45D6-361C-985C-2EEE-6CC5FBC5B76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dirty="0">
                <a:solidFill>
                  <a:srgbClr val="1F2937"/>
                </a:solidFill>
                <a:latin typeface="Meiryo UI"/>
                <a:ea typeface="Meiryo UI"/>
                <a:cs typeface="Meiryo UI"/>
              </a:rPr>
              <a:t>VM </a:t>
            </a:r>
            <a:r>
              <a:rPr sz="2100" b="1" dirty="0" err="1">
                <a:solidFill>
                  <a:srgbClr val="1F2937"/>
                </a:solidFill>
                <a:latin typeface="Meiryo UI"/>
                <a:ea typeface="Meiryo UI"/>
                <a:cs typeface="Meiryo UI"/>
              </a:rPr>
              <a:t>の基本情報を入力する</a:t>
            </a:r>
            <a:r>
              <a:rPr lang="en-US" sz="2100" b="1" dirty="0">
                <a:solidFill>
                  <a:srgbClr val="1F2937"/>
                </a:solidFill>
                <a:latin typeface="Meiryo UI"/>
                <a:ea typeface="Meiryo UI"/>
                <a:cs typeface="Meiryo UI"/>
              </a:rPr>
              <a:t> 2</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E5498A10-DB1B-BA90-DD60-C9EF618B2099}"/>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82426D3D-FC7F-D296-962E-30DBD1ADB75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3D9CBD6-F570-10FC-165C-B4F4321CE86E}"/>
              </a:ext>
            </a:extLst>
          </p:cNvPr>
          <p:cNvSpPr>
            <a:spLocks noGrp="1"/>
          </p:cNvSpPr>
          <p:nvPr/>
        </p:nvSpPr>
        <p:spPr>
          <a:xfrm>
            <a:off x="685800" y="1390650"/>
            <a:ext cx="10058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名、リージョン、OS</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イメージ、サイズを指定します。ここで選ぶ内容は、作成されるサーバの場所、OS、性能、コストに関係します</a:t>
            </a:r>
            <a:r>
              <a:rPr sz="1110" b="0" dirty="0">
                <a:solidFill>
                  <a:srgbClr val="344054"/>
                </a:solidFill>
                <a:latin typeface="Yu Gothic UI"/>
                <a:ea typeface="Yu Gothic UI"/>
                <a:cs typeface="Yu Gothic UI"/>
              </a:rPr>
              <a:t>。</a:t>
            </a:r>
          </a:p>
        </p:txBody>
      </p:sp>
      <p:sp>
        <p:nvSpPr>
          <p:cNvPr id="8" name="正方形/長方形 7">
            <a:extLst>
              <a:ext uri="{FF2B5EF4-FFF2-40B4-BE49-F238E27FC236}">
                <a16:creationId xmlns:a16="http://schemas.microsoft.com/office/drawing/2014/main" id="{AEFE1C09-F610-8184-7F75-77E91987C535}"/>
              </a:ext>
            </a:extLst>
          </p:cNvPr>
          <p:cNvSpPr>
            <a:spLocks noGrp="1"/>
          </p:cNvSpPr>
          <p:nvPr/>
        </p:nvSpPr>
        <p:spPr>
          <a:xfrm>
            <a:off x="3295650" y="581025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dirty="0">
                <a:solidFill>
                  <a:srgbClr val="667085"/>
                </a:solidFill>
                <a:latin typeface="Yu Gothic UI"/>
                <a:ea typeface="Yu Gothic UI"/>
                <a:cs typeface="Yu Gothic UI"/>
              </a:rPr>
              <a:t>VM </a:t>
            </a:r>
            <a:r>
              <a:rPr sz="638" b="0" dirty="0" err="1">
                <a:solidFill>
                  <a:srgbClr val="667085"/>
                </a:solidFill>
                <a:latin typeface="Yu Gothic UI"/>
                <a:ea typeface="Yu Gothic UI"/>
                <a:cs typeface="Yu Gothic UI"/>
              </a:rPr>
              <a:t>名、リージョン、イメージ、サイズを入力する</a:t>
            </a:r>
            <a:endParaRPr sz="638" b="0" dirty="0">
              <a:solidFill>
                <a:srgbClr val="667085"/>
              </a:solidFill>
              <a:latin typeface="Yu Gothic UI"/>
              <a:ea typeface="Yu Gothic UI"/>
              <a:cs typeface="Yu Gothic UI"/>
            </a:endParaRPr>
          </a:p>
        </p:txBody>
      </p:sp>
      <p:sp>
        <p:nvSpPr>
          <p:cNvPr id="11" name="正方形/長方形 10">
            <a:extLst>
              <a:ext uri="{FF2B5EF4-FFF2-40B4-BE49-F238E27FC236}">
                <a16:creationId xmlns:a16="http://schemas.microsoft.com/office/drawing/2014/main" id="{AADDD6A1-74F4-FA81-2F61-18F237FD8395}"/>
              </a:ext>
            </a:extLst>
          </p:cNvPr>
          <p:cNvSpPr/>
          <p:nvPr/>
        </p:nvSpPr>
        <p:spPr>
          <a:xfrm>
            <a:off x="4189276" y="2713174"/>
            <a:ext cx="2132864"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8351566F-2162-7367-C845-24B89E49CE36}"/>
              </a:ext>
            </a:extLst>
          </p:cNvPr>
          <p:cNvSpPr/>
          <p:nvPr/>
        </p:nvSpPr>
        <p:spPr>
          <a:xfrm>
            <a:off x="904568" y="2359580"/>
            <a:ext cx="2310580" cy="434616"/>
          </a:xfrm>
          <a:prstGeom prst="wedgeRectCallout">
            <a:avLst>
              <a:gd name="adj1" fmla="val 86368"/>
              <a:gd name="adj2" fmla="val 5571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「トラステッド起動」を選択</a:t>
            </a:r>
          </a:p>
        </p:txBody>
      </p:sp>
      <p:sp>
        <p:nvSpPr>
          <p:cNvPr id="13" name="正方形/長方形 12">
            <a:extLst>
              <a:ext uri="{FF2B5EF4-FFF2-40B4-BE49-F238E27FC236}">
                <a16:creationId xmlns:a16="http://schemas.microsoft.com/office/drawing/2014/main" id="{3E592B37-051A-23E1-CE7E-019AAD6C4A49}"/>
              </a:ext>
            </a:extLst>
          </p:cNvPr>
          <p:cNvSpPr/>
          <p:nvPr/>
        </p:nvSpPr>
        <p:spPr>
          <a:xfrm>
            <a:off x="4189276" y="3598683"/>
            <a:ext cx="2132863" cy="18274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C8756DAC-8BD8-0AA7-CB5A-2ED35B6E8DC3}"/>
              </a:ext>
            </a:extLst>
          </p:cNvPr>
          <p:cNvSpPr/>
          <p:nvPr/>
        </p:nvSpPr>
        <p:spPr>
          <a:xfrm>
            <a:off x="902350" y="3624543"/>
            <a:ext cx="2113936" cy="686299"/>
          </a:xfrm>
          <a:prstGeom prst="wedgeRectCallout">
            <a:avLst>
              <a:gd name="adj1" fmla="val 100986"/>
              <a:gd name="adj2" fmla="val -3628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講師指定の各自の</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VM SKU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6" name="正方形/長方形 15">
            <a:extLst>
              <a:ext uri="{FF2B5EF4-FFF2-40B4-BE49-F238E27FC236}">
                <a16:creationId xmlns:a16="http://schemas.microsoft.com/office/drawing/2014/main" id="{878B4C39-293D-4B73-B785-FD4F5EC1ED78}"/>
              </a:ext>
            </a:extLst>
          </p:cNvPr>
          <p:cNvSpPr/>
          <p:nvPr/>
        </p:nvSpPr>
        <p:spPr>
          <a:xfrm>
            <a:off x="4189276" y="4360917"/>
            <a:ext cx="490879" cy="16836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0DDE56AA-C7CA-707E-E843-BF4A3825684F}"/>
              </a:ext>
            </a:extLst>
          </p:cNvPr>
          <p:cNvSpPr/>
          <p:nvPr/>
        </p:nvSpPr>
        <p:spPr>
          <a:xfrm>
            <a:off x="902350" y="4940286"/>
            <a:ext cx="2113936" cy="447791"/>
          </a:xfrm>
          <a:prstGeom prst="wedgeRectCallout">
            <a:avLst>
              <a:gd name="adj1" fmla="val 100056"/>
              <a:gd name="adj2" fmla="val -14649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Password</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9" name="正方形/長方形 18">
            <a:extLst>
              <a:ext uri="{FF2B5EF4-FFF2-40B4-BE49-F238E27FC236}">
                <a16:creationId xmlns:a16="http://schemas.microsoft.com/office/drawing/2014/main" id="{983FD361-7068-5610-1C73-F803199D1DA7}"/>
              </a:ext>
            </a:extLst>
          </p:cNvPr>
          <p:cNvSpPr/>
          <p:nvPr/>
        </p:nvSpPr>
        <p:spPr>
          <a:xfrm>
            <a:off x="4189276" y="4880857"/>
            <a:ext cx="2132862" cy="16836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014E48BC-601A-927B-A74B-0D6B833BE2CA}"/>
              </a:ext>
            </a:extLst>
          </p:cNvPr>
          <p:cNvSpPr/>
          <p:nvPr/>
        </p:nvSpPr>
        <p:spPr>
          <a:xfrm>
            <a:off x="7335601" y="2939845"/>
            <a:ext cx="2804161" cy="811161"/>
          </a:xfrm>
          <a:prstGeom prst="wedgeRectCallout">
            <a:avLst>
              <a:gd name="adj1" fmla="val -84939"/>
              <a:gd name="adj2" fmla="val 17332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Username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は任意のものを入力。デフォルトの「</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azureuser</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」でも良い</a:t>
            </a:r>
          </a:p>
        </p:txBody>
      </p:sp>
      <p:sp>
        <p:nvSpPr>
          <p:cNvPr id="22" name="正方形/長方形 21">
            <a:extLst>
              <a:ext uri="{FF2B5EF4-FFF2-40B4-BE49-F238E27FC236}">
                <a16:creationId xmlns:a16="http://schemas.microsoft.com/office/drawing/2014/main" id="{7DA34F4D-9427-6154-6F2E-613DDE8AF92A}"/>
              </a:ext>
            </a:extLst>
          </p:cNvPr>
          <p:cNvSpPr/>
          <p:nvPr/>
        </p:nvSpPr>
        <p:spPr>
          <a:xfrm>
            <a:off x="4189276" y="2934900"/>
            <a:ext cx="2132864"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吹き出し 22">
            <a:extLst>
              <a:ext uri="{FF2B5EF4-FFF2-40B4-BE49-F238E27FC236}">
                <a16:creationId xmlns:a16="http://schemas.microsoft.com/office/drawing/2014/main" id="{EE6A9CC6-FDE4-37B2-E7AB-6961B48CF758}"/>
              </a:ext>
            </a:extLst>
          </p:cNvPr>
          <p:cNvSpPr/>
          <p:nvPr/>
        </p:nvSpPr>
        <p:spPr>
          <a:xfrm>
            <a:off x="902350" y="2910808"/>
            <a:ext cx="2310580" cy="552449"/>
          </a:xfrm>
          <a:prstGeom prst="wedgeRectCallout">
            <a:avLst>
              <a:gd name="adj1" fmla="val 85942"/>
              <a:gd name="adj2" fmla="val -989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Ubuntu Server 24.04 LTS</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24" name="正方形/長方形 23">
            <a:extLst>
              <a:ext uri="{FF2B5EF4-FFF2-40B4-BE49-F238E27FC236}">
                <a16:creationId xmlns:a16="http://schemas.microsoft.com/office/drawing/2014/main" id="{FFDA96EE-2148-AFC1-3069-A0B03BD75A93}"/>
              </a:ext>
            </a:extLst>
          </p:cNvPr>
          <p:cNvSpPr/>
          <p:nvPr/>
        </p:nvSpPr>
        <p:spPr>
          <a:xfrm>
            <a:off x="4189276" y="5077500"/>
            <a:ext cx="2132862" cy="38984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吹き出し 24">
            <a:extLst>
              <a:ext uri="{FF2B5EF4-FFF2-40B4-BE49-F238E27FC236}">
                <a16:creationId xmlns:a16="http://schemas.microsoft.com/office/drawing/2014/main" id="{ECDF1957-E174-D732-57CA-F1D091BD6903}"/>
              </a:ext>
            </a:extLst>
          </p:cNvPr>
          <p:cNvSpPr/>
          <p:nvPr/>
        </p:nvSpPr>
        <p:spPr>
          <a:xfrm>
            <a:off x="7335601" y="4379514"/>
            <a:ext cx="2804161" cy="501343"/>
          </a:xfrm>
          <a:prstGeom prst="wedgeRectCallout">
            <a:avLst>
              <a:gd name="adj1" fmla="val -84939"/>
              <a:gd name="adj2" fmla="val 12036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任意のパスワードを入力</a:t>
            </a:r>
          </a:p>
        </p:txBody>
      </p:sp>
    </p:spTree>
    <p:extLst>
      <p:ext uri="{BB962C8B-B14F-4D97-AF65-F5344CB8AC3E}">
        <p14:creationId xmlns:p14="http://schemas.microsoft.com/office/powerpoint/2010/main" val="11346285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C4437-3CFF-A3A4-98E8-C812C826BB35}"/>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5542BBD3-0F4B-BC33-8712-6CD5B1B0AD5A}"/>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F2138A0E-9DB5-8151-22FF-276954A565C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dirty="0">
                <a:solidFill>
                  <a:srgbClr val="1F2937"/>
                </a:solidFill>
                <a:latin typeface="Meiryo UI"/>
                <a:ea typeface="Meiryo UI"/>
                <a:cs typeface="Meiryo UI"/>
              </a:rPr>
              <a:t>VM </a:t>
            </a:r>
            <a:r>
              <a:rPr sz="2100" b="1" dirty="0" err="1">
                <a:solidFill>
                  <a:srgbClr val="1F2937"/>
                </a:solidFill>
                <a:latin typeface="Meiryo UI"/>
                <a:ea typeface="Meiryo UI"/>
                <a:cs typeface="Meiryo UI"/>
              </a:rPr>
              <a:t>の基本情報を入力する</a:t>
            </a:r>
            <a:r>
              <a:rPr lang="en-US" sz="2100" b="1" dirty="0">
                <a:solidFill>
                  <a:srgbClr val="1F2937"/>
                </a:solidFill>
                <a:latin typeface="Meiryo UI"/>
                <a:ea typeface="Meiryo UI"/>
                <a:cs typeface="Meiryo UI"/>
              </a:rPr>
              <a:t> 3</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2BBDA823-6ED8-2B19-3782-F038E39355D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871B173-E630-C509-ED07-832DF009116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8104213-488F-8646-886E-20612ADBF7AC}"/>
              </a:ext>
            </a:extLst>
          </p:cNvPr>
          <p:cNvSpPr>
            <a:spLocks noGrp="1"/>
          </p:cNvSpPr>
          <p:nvPr/>
        </p:nvSpPr>
        <p:spPr>
          <a:xfrm>
            <a:off x="685800" y="1390650"/>
            <a:ext cx="10058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名、リージョン、OS</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イメージ、サイズを指定します。ここで選ぶ内容は、作成されるサーバの場所、OS、性能、コストに関係します</a:t>
            </a:r>
            <a:r>
              <a:rPr sz="1110" b="0" dirty="0">
                <a:solidFill>
                  <a:srgbClr val="344054"/>
                </a:solidFill>
                <a:latin typeface="Yu Gothic UI"/>
                <a:ea typeface="Yu Gothic UI"/>
                <a:cs typeface="Yu Gothic UI"/>
              </a:rPr>
              <a:t>。</a:t>
            </a:r>
          </a:p>
        </p:txBody>
      </p:sp>
      <p:pic>
        <p:nvPicPr>
          <p:cNvPr id="26" name="図 25">
            <a:extLst>
              <a:ext uri="{FF2B5EF4-FFF2-40B4-BE49-F238E27FC236}">
                <a16:creationId xmlns:a16="http://schemas.microsoft.com/office/drawing/2014/main" id="{FF02D4AA-4935-63CE-5425-A5DC1D359B85}"/>
              </a:ext>
            </a:extLst>
          </p:cNvPr>
          <p:cNvPicPr>
            <a:picLocks noChangeAspect="1"/>
          </p:cNvPicPr>
          <p:nvPr/>
        </p:nvPicPr>
        <p:blipFill>
          <a:blip r:embed="rId3"/>
          <a:stretch>
            <a:fillRect/>
          </a:stretch>
        </p:blipFill>
        <p:spPr>
          <a:xfrm>
            <a:off x="2937325" y="2033357"/>
            <a:ext cx="6317349" cy="3948343"/>
          </a:xfrm>
          <a:prstGeom prst="rect">
            <a:avLst/>
          </a:prstGeom>
        </p:spPr>
      </p:pic>
      <p:sp>
        <p:nvSpPr>
          <p:cNvPr id="27" name="正方形/長方形 26">
            <a:extLst>
              <a:ext uri="{FF2B5EF4-FFF2-40B4-BE49-F238E27FC236}">
                <a16:creationId xmlns:a16="http://schemas.microsoft.com/office/drawing/2014/main" id="{75DE5461-BA74-A18C-A3A0-8551639391B7}"/>
              </a:ext>
            </a:extLst>
          </p:cNvPr>
          <p:cNvSpPr/>
          <p:nvPr/>
        </p:nvSpPr>
        <p:spPr>
          <a:xfrm>
            <a:off x="2937324" y="5108924"/>
            <a:ext cx="3463475" cy="55982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吹き出し 27">
            <a:extLst>
              <a:ext uri="{FF2B5EF4-FFF2-40B4-BE49-F238E27FC236}">
                <a16:creationId xmlns:a16="http://schemas.microsoft.com/office/drawing/2014/main" id="{6556B534-1F0A-5919-83AC-C09E719B4732}"/>
              </a:ext>
            </a:extLst>
          </p:cNvPr>
          <p:cNvSpPr/>
          <p:nvPr/>
        </p:nvSpPr>
        <p:spPr>
          <a:xfrm>
            <a:off x="626745" y="4620999"/>
            <a:ext cx="2310580" cy="434616"/>
          </a:xfrm>
          <a:prstGeom prst="wedgeRectCallout">
            <a:avLst>
              <a:gd name="adj1" fmla="val 49772"/>
              <a:gd name="adj2" fmla="val 6476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パブリックアクセスで</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HTTP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SSH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を許可する</a:t>
            </a:r>
          </a:p>
        </p:txBody>
      </p:sp>
      <p:sp>
        <p:nvSpPr>
          <p:cNvPr id="29" name="正方形/長方形 28">
            <a:extLst>
              <a:ext uri="{FF2B5EF4-FFF2-40B4-BE49-F238E27FC236}">
                <a16:creationId xmlns:a16="http://schemas.microsoft.com/office/drawing/2014/main" id="{779FFB3B-942B-F0C7-2017-121B40D6F13C}"/>
              </a:ext>
            </a:extLst>
          </p:cNvPr>
          <p:cNvSpPr/>
          <p:nvPr/>
        </p:nvSpPr>
        <p:spPr>
          <a:xfrm>
            <a:off x="3473183" y="5698026"/>
            <a:ext cx="656366" cy="2111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吹き出し 29">
            <a:extLst>
              <a:ext uri="{FF2B5EF4-FFF2-40B4-BE49-F238E27FC236}">
                <a16:creationId xmlns:a16="http://schemas.microsoft.com/office/drawing/2014/main" id="{CC0B2DC2-F6E6-B47B-60D6-FAC97E514275}"/>
              </a:ext>
            </a:extLst>
          </p:cNvPr>
          <p:cNvSpPr/>
          <p:nvPr/>
        </p:nvSpPr>
        <p:spPr>
          <a:xfrm>
            <a:off x="464513" y="5474571"/>
            <a:ext cx="2310580" cy="434616"/>
          </a:xfrm>
          <a:prstGeom prst="wedgeRectCallout">
            <a:avLst>
              <a:gd name="adj1" fmla="val 73176"/>
              <a:gd name="adj2" fmla="val 2630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ディスクを選択</a:t>
            </a:r>
          </a:p>
        </p:txBody>
      </p:sp>
    </p:spTree>
    <p:extLst>
      <p:ext uri="{BB962C8B-B14F-4D97-AF65-F5344CB8AC3E}">
        <p14:creationId xmlns:p14="http://schemas.microsoft.com/office/powerpoint/2010/main" val="1518755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B350604E-C2E9-4D9E-ACF6-FA41AB021AA3}"/>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ディスク設定を確認する</a:t>
            </a:r>
          </a:p>
        </p:txBody>
      </p:sp>
      <p:sp>
        <p:nvSpPr>
          <p:cNvPr id="2" name="正方形/長方形 1">
            <a:extLst>
              <a:ext uri="{FF2B5EF4-FFF2-40B4-BE49-F238E27FC236}">
                <a16:creationId xmlns:a16="http://schemas.microsoft.com/office/drawing/2014/main" id="{F20312D5-304D-41CE-BE74-99185B3859E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24D1B22B-187C-46D3-A9E6-29AF9A1CD44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FAD7C64-86CC-4F2C-A343-51CE1A1A1FBB}"/>
              </a:ext>
            </a:extLst>
          </p:cNvPr>
          <p:cNvSpPr>
            <a:spLocks noGrp="1"/>
          </p:cNvSpPr>
          <p:nvPr/>
        </p:nvSpPr>
        <p:spPr>
          <a:xfrm>
            <a:off x="685800" y="1390650"/>
            <a:ext cx="10141974"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本回では既定の</a:t>
            </a:r>
            <a:r>
              <a:rPr sz="1110" b="0" dirty="0">
                <a:solidFill>
                  <a:srgbClr val="344054"/>
                </a:solidFill>
                <a:latin typeface="Yu Gothic UI"/>
                <a:ea typeface="Yu Gothic UI"/>
                <a:cs typeface="Yu Gothic UI"/>
              </a:rPr>
              <a:t> OS </a:t>
            </a:r>
            <a:r>
              <a:rPr sz="1110" b="0" dirty="0" err="1">
                <a:solidFill>
                  <a:srgbClr val="344054"/>
                </a:solidFill>
                <a:latin typeface="Yu Gothic UI"/>
                <a:ea typeface="Yu Gothic UI"/>
                <a:cs typeface="Yu Gothic UI"/>
              </a:rPr>
              <a:t>ディスクを利用し、詳細なディスク設計には入りません。ただし、ディスクが課金対象であることは意識します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A99E8095-D22B-41F0-8D80-5AC30F7842DC}"/>
              </a:ext>
            </a:extLst>
          </p:cNvPr>
          <p:cNvSpPr>
            <a:spLocks noGrp="1"/>
          </p:cNvSpPr>
          <p:nvPr/>
        </p:nvSpPr>
        <p:spPr>
          <a:xfrm>
            <a:off x="895350" y="4552950"/>
            <a:ext cx="4095750" cy="1428750"/>
          </a:xfrm>
          <a:prstGeom prst="rect">
            <a:avLst/>
          </a:prstGeom>
          <a:solidFill>
            <a:srgbClr val="FFFFFF"/>
          </a:solidFill>
          <a:ln w="9525">
            <a:solidFill>
              <a:srgbClr val="D0D5DD"/>
            </a:solidFill>
            <a:prstDash val="solid"/>
          </a:ln>
        </p:spPr>
        <p:txBody>
          <a:bodyPr/>
          <a:lstStyle/>
          <a:p>
            <a:endParaRPr lang="ja-JP" altLang="en-US" sz="2800"/>
          </a:p>
        </p:txBody>
      </p:sp>
      <p:sp>
        <p:nvSpPr>
          <p:cNvPr id="7" name="正方形/長方形 6">
            <a:extLst>
              <a:ext uri="{FF2B5EF4-FFF2-40B4-BE49-F238E27FC236}">
                <a16:creationId xmlns:a16="http://schemas.microsoft.com/office/drawing/2014/main" id="{4F256700-1AA4-4199-9FAB-062D09C7561A}"/>
              </a:ext>
            </a:extLst>
          </p:cNvPr>
          <p:cNvSpPr>
            <a:spLocks noGrp="1"/>
          </p:cNvSpPr>
          <p:nvPr/>
        </p:nvSpPr>
        <p:spPr>
          <a:xfrm>
            <a:off x="895350" y="4552950"/>
            <a:ext cx="76200" cy="1428750"/>
          </a:xfrm>
          <a:prstGeom prst="rect">
            <a:avLst/>
          </a:prstGeom>
          <a:solidFill>
            <a:srgbClr val="4472C4"/>
          </a:solidFill>
          <a:ln w="0">
            <a:solidFill>
              <a:srgbClr val="4472C4"/>
            </a:solidFill>
            <a:prstDash val="solid"/>
          </a:ln>
        </p:spPr>
        <p:txBody>
          <a:bodyPr/>
          <a:lstStyle/>
          <a:p>
            <a:endParaRPr lang="ja-JP" altLang="en-US" sz="2800"/>
          </a:p>
        </p:txBody>
      </p:sp>
      <p:sp>
        <p:nvSpPr>
          <p:cNvPr id="8" name="正方形/長方形 7">
            <a:extLst>
              <a:ext uri="{FF2B5EF4-FFF2-40B4-BE49-F238E27FC236}">
                <a16:creationId xmlns:a16="http://schemas.microsoft.com/office/drawing/2014/main" id="{B2A3F2ED-849F-4DFF-8542-5241E322B6DC}"/>
              </a:ext>
            </a:extLst>
          </p:cNvPr>
          <p:cNvSpPr>
            <a:spLocks noGrp="1"/>
          </p:cNvSpPr>
          <p:nvPr/>
        </p:nvSpPr>
        <p:spPr>
          <a:xfrm>
            <a:off x="1104900" y="470535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1000" b="1">
                <a:solidFill>
                  <a:srgbClr val="4472C4"/>
                </a:solidFill>
                <a:latin typeface="Yu Gothic UI"/>
                <a:ea typeface="Yu Gothic UI"/>
                <a:cs typeface="Yu Gothic UI"/>
              </a:rPr>
              <a:t>見るポイント</a:t>
            </a:r>
          </a:p>
        </p:txBody>
      </p:sp>
      <p:sp>
        <p:nvSpPr>
          <p:cNvPr id="9" name="正方形/長方形 8">
            <a:extLst>
              <a:ext uri="{FF2B5EF4-FFF2-40B4-BE49-F238E27FC236}">
                <a16:creationId xmlns:a16="http://schemas.microsoft.com/office/drawing/2014/main" id="{7E3C988F-189A-4481-97DF-0CCC74936B74}"/>
              </a:ext>
            </a:extLst>
          </p:cNvPr>
          <p:cNvSpPr>
            <a:spLocks noGrp="1"/>
          </p:cNvSpPr>
          <p:nvPr/>
        </p:nvSpPr>
        <p:spPr>
          <a:xfrm>
            <a:off x="1104900" y="495300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b="1">
                <a:solidFill>
                  <a:srgbClr val="1F2937"/>
                </a:solidFill>
                <a:latin typeface="Meiryo UI"/>
                <a:ea typeface="Meiryo UI"/>
                <a:cs typeface="Meiryo UI"/>
              </a:rPr>
              <a:t>VM の中身はディスクに保存される</a:t>
            </a:r>
          </a:p>
        </p:txBody>
      </p:sp>
      <p:sp>
        <p:nvSpPr>
          <p:cNvPr id="10" name="正方形/長方形 9">
            <a:extLst>
              <a:ext uri="{FF2B5EF4-FFF2-40B4-BE49-F238E27FC236}">
                <a16:creationId xmlns:a16="http://schemas.microsoft.com/office/drawing/2014/main" id="{D684C05E-08F1-499D-AB31-974B61719197}"/>
              </a:ext>
            </a:extLst>
          </p:cNvPr>
          <p:cNvSpPr>
            <a:spLocks noGrp="1"/>
          </p:cNvSpPr>
          <p:nvPr/>
        </p:nvSpPr>
        <p:spPr>
          <a:xfrm>
            <a:off x="1104900" y="535305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VM を作ると OS ディスクも作られます。後で関連リソース一覧でも確認します。</a:t>
            </a:r>
          </a:p>
        </p:txBody>
      </p:sp>
      <p:sp>
        <p:nvSpPr>
          <p:cNvPr id="11" name="正方形/長方形 10">
            <a:extLst>
              <a:ext uri="{FF2B5EF4-FFF2-40B4-BE49-F238E27FC236}">
                <a16:creationId xmlns:a16="http://schemas.microsoft.com/office/drawing/2014/main" id="{01AC75F3-CE98-4BBF-B35B-6CA281750D41}"/>
              </a:ext>
            </a:extLst>
          </p:cNvPr>
          <p:cNvSpPr>
            <a:spLocks noGrp="1"/>
          </p:cNvSpPr>
          <p:nvPr/>
        </p:nvSpPr>
        <p:spPr>
          <a:xfrm>
            <a:off x="5505450" y="20955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5814060" y="2228850"/>
            <a:ext cx="5364480" cy="3352800"/>
          </a:xfrm>
          <a:prstGeom prst="rect">
            <a:avLst/>
          </a:prstGeom>
        </p:spPr>
      </p:pic>
      <p:sp>
        <p:nvSpPr>
          <p:cNvPr id="13" name="正方形/長方形 12">
            <a:extLst>
              <a:ext uri="{FF2B5EF4-FFF2-40B4-BE49-F238E27FC236}">
                <a16:creationId xmlns:a16="http://schemas.microsoft.com/office/drawing/2014/main" id="{CDEC9D68-9338-46DB-A72F-5E7045F98D2C}"/>
              </a:ext>
            </a:extLst>
          </p:cNvPr>
          <p:cNvSpPr>
            <a:spLocks noGrp="1"/>
          </p:cNvSpPr>
          <p:nvPr/>
        </p:nvSpPr>
        <p:spPr>
          <a:xfrm>
            <a:off x="5695950" y="56388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OS ディスク設定を確認する</a:t>
            </a:r>
          </a:p>
        </p:txBody>
      </p:sp>
      <p:sp>
        <p:nvSpPr>
          <p:cNvPr id="16" name="正方形/長方形 15">
            <a:extLst>
              <a:ext uri="{FF2B5EF4-FFF2-40B4-BE49-F238E27FC236}">
                <a16:creationId xmlns:a16="http://schemas.microsoft.com/office/drawing/2014/main" id="{258F6AD2-1222-5DF5-38B4-6727661DE7EB}"/>
              </a:ext>
            </a:extLst>
          </p:cNvPr>
          <p:cNvSpPr/>
          <p:nvPr/>
        </p:nvSpPr>
        <p:spPr>
          <a:xfrm>
            <a:off x="6764562" y="3968237"/>
            <a:ext cx="1946819" cy="21047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3E6CE65C-8226-4841-4FF0-D78561049A98}"/>
              </a:ext>
            </a:extLst>
          </p:cNvPr>
          <p:cNvSpPr/>
          <p:nvPr/>
        </p:nvSpPr>
        <p:spPr>
          <a:xfrm>
            <a:off x="6764562" y="4178710"/>
            <a:ext cx="1946819" cy="21047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20D7F158-CC72-F303-E789-A0E961518CDB}"/>
              </a:ext>
            </a:extLst>
          </p:cNvPr>
          <p:cNvSpPr/>
          <p:nvPr/>
        </p:nvSpPr>
        <p:spPr>
          <a:xfrm>
            <a:off x="3736258" y="3087329"/>
            <a:ext cx="2879622" cy="807782"/>
          </a:xfrm>
          <a:prstGeom prst="wedgeRectCallout">
            <a:avLst>
              <a:gd name="adj1" fmla="val 49772"/>
              <a:gd name="adj2" fmla="val 6476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Ubuntu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の場合、小さめのサイズが設定される</a:t>
            </a:r>
          </a:p>
        </p:txBody>
      </p:sp>
      <p:sp>
        <p:nvSpPr>
          <p:cNvPr id="19" name="四角形吹き出し 18">
            <a:extLst>
              <a:ext uri="{FF2B5EF4-FFF2-40B4-BE49-F238E27FC236}">
                <a16:creationId xmlns:a16="http://schemas.microsoft.com/office/drawing/2014/main" id="{F59BE0B5-9206-9A7A-1435-043717D91E15}"/>
              </a:ext>
            </a:extLst>
          </p:cNvPr>
          <p:cNvSpPr/>
          <p:nvPr/>
        </p:nvSpPr>
        <p:spPr>
          <a:xfrm>
            <a:off x="8453223" y="4491959"/>
            <a:ext cx="2879622" cy="807782"/>
          </a:xfrm>
          <a:prstGeom prst="wedgeRectCallout">
            <a:avLst>
              <a:gd name="adj1" fmla="val -58124"/>
              <a:gd name="adj2" fmla="val -4600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デフォルトでは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Premium SSD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が選択される</a:t>
            </a:r>
          </a:p>
        </p:txBody>
      </p:sp>
      <p:sp>
        <p:nvSpPr>
          <p:cNvPr id="20" name="正方形/長方形 19">
            <a:extLst>
              <a:ext uri="{FF2B5EF4-FFF2-40B4-BE49-F238E27FC236}">
                <a16:creationId xmlns:a16="http://schemas.microsoft.com/office/drawing/2014/main" id="{0429980A-8643-F2AE-7ADA-3201A66FAF34}"/>
              </a:ext>
            </a:extLst>
          </p:cNvPr>
          <p:cNvSpPr/>
          <p:nvPr/>
        </p:nvSpPr>
        <p:spPr>
          <a:xfrm>
            <a:off x="6248370" y="5353050"/>
            <a:ext cx="722702" cy="17475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1B0A9823-D184-309A-F2D1-DF6B622B5CA8}"/>
              </a:ext>
            </a:extLst>
          </p:cNvPr>
          <p:cNvSpPr/>
          <p:nvPr/>
        </p:nvSpPr>
        <p:spPr>
          <a:xfrm>
            <a:off x="7262967" y="5600700"/>
            <a:ext cx="2879622" cy="807782"/>
          </a:xfrm>
          <a:prstGeom prst="wedgeRectCallout">
            <a:avLst>
              <a:gd name="adj1" fmla="val -58124"/>
              <a:gd name="adj2" fmla="val -4600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ネットワークを選択</a:t>
            </a:r>
          </a:p>
        </p:txBody>
      </p:sp>
    </p:spTree>
    <p:extLst>
      <p:ext uri="{BB962C8B-B14F-4D97-AF65-F5344CB8AC3E}">
        <p14:creationId xmlns:p14="http://schemas.microsoft.com/office/powerpoint/2010/main" val="11860771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74950326-A8B9-CDB4-FC63-DEBF5026BA20}"/>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sp>
        <p:nvSpPr>
          <p:cNvPr id="9" name="正方形/長方形 8">
            <a:extLst>
              <a:ext uri="{FF2B5EF4-FFF2-40B4-BE49-F238E27FC236}">
                <a16:creationId xmlns:a16="http://schemas.microsoft.com/office/drawing/2014/main" id="{E9A32FF1-D372-4A86-B2F0-DFA1622C799C}"/>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ネットワーク設定を確認する</a:t>
            </a:r>
          </a:p>
        </p:txBody>
      </p:sp>
      <p:sp>
        <p:nvSpPr>
          <p:cNvPr id="11" name="正方形/長方形 10">
            <a:extLst>
              <a:ext uri="{FF2B5EF4-FFF2-40B4-BE49-F238E27FC236}">
                <a16:creationId xmlns:a16="http://schemas.microsoft.com/office/drawing/2014/main" id="{B8602024-68C3-441B-9275-30C16BD455D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ネットワーク設定を確認する</a:t>
            </a:r>
          </a:p>
        </p:txBody>
      </p:sp>
      <p:sp>
        <p:nvSpPr>
          <p:cNvPr id="2" name="正方形/長方形 1">
            <a:extLst>
              <a:ext uri="{FF2B5EF4-FFF2-40B4-BE49-F238E27FC236}">
                <a16:creationId xmlns:a16="http://schemas.microsoft.com/office/drawing/2014/main" id="{91EB2033-7FAB-48A6-97A7-7D2C7708BD4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44F29AD9-38DD-40D4-9685-E3876E2B20E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FA0580E-22DF-4257-AA88-6B79B03C87EC}"/>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Portal は VM に必要な VNet、サブネット、NIC、Public IP、NSG をあわせて作成します。ここで Web サーバ公開の入口が決まります。</a:t>
            </a:r>
          </a:p>
        </p:txBody>
      </p:sp>
      <p:sp>
        <p:nvSpPr>
          <p:cNvPr id="6" name="正方形/長方形 5">
            <a:extLst>
              <a:ext uri="{FF2B5EF4-FFF2-40B4-BE49-F238E27FC236}">
                <a16:creationId xmlns:a16="http://schemas.microsoft.com/office/drawing/2014/main" id="{C0F59C86-D6C5-4DCF-8E1B-CBEB028A5DEF}"/>
              </a:ext>
            </a:extLst>
          </p:cNvPr>
          <p:cNvSpPr>
            <a:spLocks noGrp="1"/>
          </p:cNvSpPr>
          <p:nvPr/>
        </p:nvSpPr>
        <p:spPr>
          <a:xfrm>
            <a:off x="9562840" y="3924300"/>
            <a:ext cx="2462986" cy="1428750"/>
          </a:xfrm>
          <a:prstGeom prst="rect">
            <a:avLst/>
          </a:prstGeom>
          <a:solidFill>
            <a:srgbClr val="000000">
              <a:alpha val="0"/>
            </a:srgbClr>
          </a:solidFill>
          <a:ln w="0">
            <a:solidFill>
              <a:srgbClr val="000000">
                <a:alpha val="0"/>
              </a:srgbClr>
            </a:solidFill>
            <a:prstDash val="solid"/>
          </a:ln>
        </p:spPr>
        <p:txBody>
          <a:bodyPr lIns="38100" tIns="38100" rIns="38100" bIns="38100" anchor="t"/>
          <a:lstStyle/>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Public IP が作成されることを確認します。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NSG の受信ルールが HTTP とつながることを意識します。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VNet とサブネットは VM の配置先です。</a:t>
            </a:r>
          </a:p>
        </p:txBody>
      </p:sp>
      <p:pic>
        <p:nvPicPr>
          <p:cNvPr id="12" name="図 11">
            <a:extLst>
              <a:ext uri="{FF2B5EF4-FFF2-40B4-BE49-F238E27FC236}">
                <a16:creationId xmlns:a16="http://schemas.microsoft.com/office/drawing/2014/main" id="{623AE905-BDF5-D658-8C84-EEC5EE13A2FB}"/>
              </a:ext>
            </a:extLst>
          </p:cNvPr>
          <p:cNvPicPr>
            <a:picLocks noChangeAspect="1"/>
          </p:cNvPicPr>
          <p:nvPr/>
        </p:nvPicPr>
        <p:blipFill>
          <a:blip r:embed="rId3"/>
          <a:stretch>
            <a:fillRect/>
          </a:stretch>
        </p:blipFill>
        <p:spPr>
          <a:xfrm>
            <a:off x="3262826" y="2119312"/>
            <a:ext cx="6185974" cy="3866234"/>
          </a:xfrm>
          <a:prstGeom prst="rect">
            <a:avLst/>
          </a:prstGeom>
        </p:spPr>
      </p:pic>
      <p:sp>
        <p:nvSpPr>
          <p:cNvPr id="14" name="正方形/長方形 13">
            <a:extLst>
              <a:ext uri="{FF2B5EF4-FFF2-40B4-BE49-F238E27FC236}">
                <a16:creationId xmlns:a16="http://schemas.microsoft.com/office/drawing/2014/main" id="{77F8D7DB-E137-C82F-F62E-A4CE94B7A67E}"/>
              </a:ext>
            </a:extLst>
          </p:cNvPr>
          <p:cNvSpPr/>
          <p:nvPr/>
        </p:nvSpPr>
        <p:spPr>
          <a:xfrm>
            <a:off x="4222949" y="3504048"/>
            <a:ext cx="2462986" cy="66790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884DEED6-5CEA-121C-0898-E5D3B63F4DE7}"/>
              </a:ext>
            </a:extLst>
          </p:cNvPr>
          <p:cNvSpPr/>
          <p:nvPr/>
        </p:nvSpPr>
        <p:spPr>
          <a:xfrm>
            <a:off x="819023" y="2495550"/>
            <a:ext cx="2310580" cy="1015334"/>
          </a:xfrm>
          <a:prstGeom prst="wedgeRectCallout">
            <a:avLst>
              <a:gd name="adj1" fmla="val 86368"/>
              <a:gd name="adj2" fmla="val 5571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仮想ネットワーク、サブネット、</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(new)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と書かれた自動で作成される新規リソースをそのまま利用する</a:t>
            </a:r>
          </a:p>
        </p:txBody>
      </p:sp>
      <p:sp>
        <p:nvSpPr>
          <p:cNvPr id="16" name="正方形/長方形 15">
            <a:extLst>
              <a:ext uri="{FF2B5EF4-FFF2-40B4-BE49-F238E27FC236}">
                <a16:creationId xmlns:a16="http://schemas.microsoft.com/office/drawing/2014/main" id="{392AB672-D6D8-AAEA-E7AF-21A2643E0315}"/>
              </a:ext>
            </a:extLst>
          </p:cNvPr>
          <p:cNvSpPr/>
          <p:nvPr/>
        </p:nvSpPr>
        <p:spPr>
          <a:xfrm>
            <a:off x="4222949" y="4270773"/>
            <a:ext cx="2462986" cy="33395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504EA64B-071E-A992-448A-E9DB09A88D23}"/>
              </a:ext>
            </a:extLst>
          </p:cNvPr>
          <p:cNvSpPr/>
          <p:nvPr/>
        </p:nvSpPr>
        <p:spPr>
          <a:xfrm>
            <a:off x="819023" y="3664283"/>
            <a:ext cx="2310580" cy="399051"/>
          </a:xfrm>
          <a:prstGeom prst="wedgeRectCallout">
            <a:avLst>
              <a:gd name="adj1" fmla="val 89772"/>
              <a:gd name="adj2" fmla="val 1006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NSG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Basic</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9" name="四角形吹き出し 18">
            <a:extLst>
              <a:ext uri="{FF2B5EF4-FFF2-40B4-BE49-F238E27FC236}">
                <a16:creationId xmlns:a16="http://schemas.microsoft.com/office/drawing/2014/main" id="{FAA68399-6EEB-C055-FF3F-7965DC5A6863}"/>
              </a:ext>
            </a:extLst>
          </p:cNvPr>
          <p:cNvSpPr/>
          <p:nvPr/>
        </p:nvSpPr>
        <p:spPr>
          <a:xfrm>
            <a:off x="819023" y="4392945"/>
            <a:ext cx="2310580" cy="399051"/>
          </a:xfrm>
          <a:prstGeom prst="wedgeRectCallout">
            <a:avLst>
              <a:gd name="adj1" fmla="val 92325"/>
              <a:gd name="adj2" fmla="val 6863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パブリックインバウンドポートは選択したポートを許可</a:t>
            </a:r>
          </a:p>
        </p:txBody>
      </p:sp>
      <p:sp>
        <p:nvSpPr>
          <p:cNvPr id="20" name="正方形/長方形 19">
            <a:extLst>
              <a:ext uri="{FF2B5EF4-FFF2-40B4-BE49-F238E27FC236}">
                <a16:creationId xmlns:a16="http://schemas.microsoft.com/office/drawing/2014/main" id="{76C3BEBA-7C28-556D-BA7E-A20BE2CBA026}"/>
              </a:ext>
            </a:extLst>
          </p:cNvPr>
          <p:cNvSpPr/>
          <p:nvPr/>
        </p:nvSpPr>
        <p:spPr>
          <a:xfrm>
            <a:off x="4222949" y="4780935"/>
            <a:ext cx="2462986" cy="11967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207B46F6-83A6-23B3-BF36-8593616CFC92}"/>
              </a:ext>
            </a:extLst>
          </p:cNvPr>
          <p:cNvSpPr/>
          <p:nvPr/>
        </p:nvSpPr>
        <p:spPr>
          <a:xfrm>
            <a:off x="4222949" y="4983649"/>
            <a:ext cx="2462986" cy="11967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9ACA3D38-2EEC-7E89-7002-609F56DCAEF5}"/>
              </a:ext>
            </a:extLst>
          </p:cNvPr>
          <p:cNvSpPr/>
          <p:nvPr/>
        </p:nvSpPr>
        <p:spPr>
          <a:xfrm>
            <a:off x="819023" y="5047634"/>
            <a:ext cx="2310580" cy="399051"/>
          </a:xfrm>
          <a:prstGeom prst="wedgeRectCallout">
            <a:avLst>
              <a:gd name="adj1" fmla="val 93602"/>
              <a:gd name="adj2" fmla="val -2992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HTTP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SSH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が許可されていることを確認する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3" name="正方形/長方形 22">
            <a:extLst>
              <a:ext uri="{FF2B5EF4-FFF2-40B4-BE49-F238E27FC236}">
                <a16:creationId xmlns:a16="http://schemas.microsoft.com/office/drawing/2014/main" id="{1B37750F-01BD-0E4F-0698-CA53A72883C6}"/>
              </a:ext>
            </a:extLst>
          </p:cNvPr>
          <p:cNvSpPr/>
          <p:nvPr/>
        </p:nvSpPr>
        <p:spPr>
          <a:xfrm>
            <a:off x="3783570" y="5745650"/>
            <a:ext cx="798262" cy="11967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吹き出し 23">
            <a:extLst>
              <a:ext uri="{FF2B5EF4-FFF2-40B4-BE49-F238E27FC236}">
                <a16:creationId xmlns:a16="http://schemas.microsoft.com/office/drawing/2014/main" id="{D5EABFA6-24EB-FE5B-E6E9-9ED7894A67E6}"/>
              </a:ext>
            </a:extLst>
          </p:cNvPr>
          <p:cNvSpPr/>
          <p:nvPr/>
        </p:nvSpPr>
        <p:spPr>
          <a:xfrm>
            <a:off x="819023" y="5758855"/>
            <a:ext cx="2310580" cy="399051"/>
          </a:xfrm>
          <a:prstGeom prst="wedgeRectCallout">
            <a:avLst>
              <a:gd name="adj1" fmla="val 74028"/>
              <a:gd name="adj2" fmla="val -2253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01D61-B82D-D32B-ED07-9700A6979C8E}"/>
            </a:ext>
          </a:extLst>
        </p:cNvPr>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1F6BF0EA-3E1C-DEE0-20DD-FECD80729E5A}"/>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115E1D80-EAFE-44A0-8677-79079859C76F}"/>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ja-JP" altLang="en-US" sz="2100" b="1">
                <a:solidFill>
                  <a:srgbClr val="1F2937"/>
                </a:solidFill>
                <a:latin typeface="Meiryo UI"/>
                <a:ea typeface="Meiryo UI"/>
                <a:cs typeface="Meiryo UI"/>
              </a:rPr>
              <a:t>管理と監視の画面はスキップ</a:t>
            </a:r>
            <a:endParaRPr lang="en-US" altLang="ja-JP"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5EAF5947-281B-CD6E-6BB7-3860E2F55C7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8B8460E7-93CE-4A8A-8B97-359D5DF6C3D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76F651AE-A308-7BC3-088E-FCF3719CCE87}"/>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lang="ja-JP" altLang="en-US" sz="1110" b="0">
                <a:solidFill>
                  <a:srgbClr val="344054"/>
                </a:solidFill>
                <a:latin typeface="Yu Gothic UI"/>
                <a:ea typeface="Yu Gothic UI"/>
                <a:cs typeface="Yu Gothic UI"/>
              </a:rPr>
              <a:t>管理と監視の画面はスキップします。</a:t>
            </a:r>
            <a:endParaRPr sz="1110" b="0" dirty="0">
              <a:solidFill>
                <a:srgbClr val="344054"/>
              </a:solidFill>
              <a:latin typeface="Yu Gothic UI"/>
              <a:ea typeface="Yu Gothic UI"/>
              <a:cs typeface="Yu Gothic UI"/>
            </a:endParaRPr>
          </a:p>
        </p:txBody>
      </p:sp>
      <p:pic>
        <p:nvPicPr>
          <p:cNvPr id="3" name="図 2">
            <a:extLst>
              <a:ext uri="{FF2B5EF4-FFF2-40B4-BE49-F238E27FC236}">
                <a16:creationId xmlns:a16="http://schemas.microsoft.com/office/drawing/2014/main" id="{F03D6C4E-91C9-9729-1455-708E182930B9}"/>
              </a:ext>
            </a:extLst>
          </p:cNvPr>
          <p:cNvPicPr>
            <a:picLocks noChangeAspect="1"/>
          </p:cNvPicPr>
          <p:nvPr/>
        </p:nvPicPr>
        <p:blipFill>
          <a:blip r:embed="rId3"/>
          <a:stretch>
            <a:fillRect/>
          </a:stretch>
        </p:blipFill>
        <p:spPr>
          <a:xfrm>
            <a:off x="778715" y="2066925"/>
            <a:ext cx="5250917" cy="3281823"/>
          </a:xfrm>
          <a:prstGeom prst="rect">
            <a:avLst/>
          </a:prstGeom>
        </p:spPr>
      </p:pic>
      <p:pic>
        <p:nvPicPr>
          <p:cNvPr id="7" name="図 6">
            <a:extLst>
              <a:ext uri="{FF2B5EF4-FFF2-40B4-BE49-F238E27FC236}">
                <a16:creationId xmlns:a16="http://schemas.microsoft.com/office/drawing/2014/main" id="{EDCFD073-4630-4863-CBAB-213819F39B4F}"/>
              </a:ext>
            </a:extLst>
          </p:cNvPr>
          <p:cNvPicPr>
            <a:picLocks noChangeAspect="1"/>
          </p:cNvPicPr>
          <p:nvPr/>
        </p:nvPicPr>
        <p:blipFill>
          <a:blip r:embed="rId4"/>
          <a:stretch>
            <a:fillRect/>
          </a:stretch>
        </p:blipFill>
        <p:spPr>
          <a:xfrm>
            <a:off x="6200470" y="2117468"/>
            <a:ext cx="4963569" cy="3102231"/>
          </a:xfrm>
          <a:prstGeom prst="rect">
            <a:avLst/>
          </a:prstGeom>
        </p:spPr>
      </p:pic>
      <p:sp>
        <p:nvSpPr>
          <p:cNvPr id="8" name="正方形/長方形 7">
            <a:extLst>
              <a:ext uri="{FF2B5EF4-FFF2-40B4-BE49-F238E27FC236}">
                <a16:creationId xmlns:a16="http://schemas.microsoft.com/office/drawing/2014/main" id="{67B8D8B5-2A11-3C54-20F7-D74A751AF5F7}"/>
              </a:ext>
            </a:extLst>
          </p:cNvPr>
          <p:cNvSpPr/>
          <p:nvPr/>
        </p:nvSpPr>
        <p:spPr>
          <a:xfrm>
            <a:off x="1207518" y="5125255"/>
            <a:ext cx="640947" cy="1888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203466ED-CBC8-2602-C8AF-ABE442F528F5}"/>
              </a:ext>
            </a:extLst>
          </p:cNvPr>
          <p:cNvSpPr/>
          <p:nvPr/>
        </p:nvSpPr>
        <p:spPr>
          <a:xfrm>
            <a:off x="6590679" y="5001315"/>
            <a:ext cx="640947" cy="1888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5B000A85-6508-F512-E86B-5D24145BEDA3}"/>
              </a:ext>
            </a:extLst>
          </p:cNvPr>
          <p:cNvSpPr/>
          <p:nvPr/>
        </p:nvSpPr>
        <p:spPr>
          <a:xfrm>
            <a:off x="1296008" y="5458324"/>
            <a:ext cx="1368534" cy="399051"/>
          </a:xfrm>
          <a:prstGeom prst="wedgeRectCallout">
            <a:avLst>
              <a:gd name="adj1" fmla="val -39164"/>
              <a:gd name="adj2" fmla="val -6688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監視を選択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5" name="四角形吹き出し 24">
            <a:extLst>
              <a:ext uri="{FF2B5EF4-FFF2-40B4-BE49-F238E27FC236}">
                <a16:creationId xmlns:a16="http://schemas.microsoft.com/office/drawing/2014/main" id="{8033E86E-C769-09C8-5AC4-854D3C331F29}"/>
              </a:ext>
            </a:extLst>
          </p:cNvPr>
          <p:cNvSpPr/>
          <p:nvPr/>
        </p:nvSpPr>
        <p:spPr>
          <a:xfrm>
            <a:off x="6590679" y="5437697"/>
            <a:ext cx="1520934" cy="399051"/>
          </a:xfrm>
          <a:prstGeom prst="wedgeRectCallout">
            <a:avLst>
              <a:gd name="adj1" fmla="val -34853"/>
              <a:gd name="adj2" fmla="val -816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Advanced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8320163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18A482AC-A6C0-40BA-BD87-1C4C7D539F2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カスタムデータを設定する</a:t>
            </a:r>
          </a:p>
        </p:txBody>
      </p:sp>
      <p:sp>
        <p:nvSpPr>
          <p:cNvPr id="2" name="正方形/長方形 1">
            <a:extLst>
              <a:ext uri="{FF2B5EF4-FFF2-40B4-BE49-F238E27FC236}">
                <a16:creationId xmlns:a16="http://schemas.microsoft.com/office/drawing/2014/main" id="{24019F0B-C8E9-494F-ACA8-AC4BEA013AF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EE284284-574A-429D-A92F-396A537D9CE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982F5D5-EE7E-4F7F-B6DC-CE068860F11A}"/>
              </a:ext>
            </a:extLst>
          </p:cNvPr>
          <p:cNvSpPr>
            <a:spLocks noGrp="1"/>
          </p:cNvSpPr>
          <p:nvPr/>
        </p:nvSpPr>
        <p:spPr>
          <a:xfrm>
            <a:off x="685800" y="13906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起動時の</a:t>
            </a:r>
            <a:r>
              <a:rPr sz="1110" b="0" dirty="0">
                <a:solidFill>
                  <a:srgbClr val="344054"/>
                </a:solidFill>
                <a:latin typeface="Yu Gothic UI"/>
                <a:ea typeface="Yu Gothic UI"/>
                <a:cs typeface="Yu Gothic UI"/>
              </a:rPr>
              <a:t> </a:t>
            </a:r>
            <a:r>
              <a:rPr lang="en-US" sz="1110" b="0" dirty="0">
                <a:solidFill>
                  <a:srgbClr val="344054"/>
                </a:solidFill>
                <a:latin typeface="Yu Gothic UI"/>
                <a:ea typeface="Yu Gothic UI"/>
                <a:cs typeface="Yu Gothic UI"/>
              </a:rPr>
              <a:t>Custom Script</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で</a:t>
            </a:r>
            <a:r>
              <a:rPr sz="1110" b="0" dirty="0">
                <a:solidFill>
                  <a:srgbClr val="344054"/>
                </a:solidFill>
                <a:latin typeface="Yu Gothic UI"/>
                <a:ea typeface="Yu Gothic UI"/>
                <a:cs typeface="Yu Gothic UI"/>
              </a:rPr>
              <a:t> NGINX </a:t>
            </a:r>
            <a:r>
              <a:rPr sz="1110" b="0" dirty="0" err="1">
                <a:solidFill>
                  <a:srgbClr val="344054"/>
                </a:solidFill>
                <a:latin typeface="Yu Gothic UI"/>
                <a:ea typeface="Yu Gothic UI"/>
                <a:cs typeface="Yu Gothic UI"/>
              </a:rPr>
              <a:t>をインストールし、確認用のページを配置します。貼り付け時は先頭行とインデントを崩さないようにします</a:t>
            </a:r>
            <a:r>
              <a:rPr sz="1110" b="0" dirty="0">
                <a:solidFill>
                  <a:srgbClr val="344054"/>
                </a:solidFill>
                <a:latin typeface="Yu Gothic UI"/>
                <a:ea typeface="Yu Gothic UI"/>
                <a:cs typeface="Yu Gothic UI"/>
              </a:rPr>
              <a:t>。</a:t>
            </a:r>
          </a:p>
        </p:txBody>
      </p:sp>
      <p:sp>
        <p:nvSpPr>
          <p:cNvPr id="11" name="正方形/長方形 10">
            <a:extLst>
              <a:ext uri="{FF2B5EF4-FFF2-40B4-BE49-F238E27FC236}">
                <a16:creationId xmlns:a16="http://schemas.microsoft.com/office/drawing/2014/main" id="{6E805FCE-2E88-F96A-F86E-688096483056}"/>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pic>
        <p:nvPicPr>
          <p:cNvPr id="12" name="図 11">
            <a:extLst>
              <a:ext uri="{FF2B5EF4-FFF2-40B4-BE49-F238E27FC236}">
                <a16:creationId xmlns:a16="http://schemas.microsoft.com/office/drawing/2014/main" id="{8B732A3B-0B29-4AD7-AC5D-2D7D7EB3A881}"/>
              </a:ext>
            </a:extLst>
          </p:cNvPr>
          <p:cNvPicPr>
            <a:picLocks noChangeAspect="1"/>
          </p:cNvPicPr>
          <p:nvPr/>
        </p:nvPicPr>
        <p:blipFill>
          <a:blip r:embed="rId3"/>
          <a:stretch>
            <a:fillRect/>
          </a:stretch>
        </p:blipFill>
        <p:spPr>
          <a:xfrm>
            <a:off x="823451" y="2034970"/>
            <a:ext cx="6314768" cy="3946730"/>
          </a:xfrm>
          <a:prstGeom prst="rect">
            <a:avLst/>
          </a:prstGeom>
        </p:spPr>
      </p:pic>
      <p:sp>
        <p:nvSpPr>
          <p:cNvPr id="13" name="正方形/長方形 12">
            <a:extLst>
              <a:ext uri="{FF2B5EF4-FFF2-40B4-BE49-F238E27FC236}">
                <a16:creationId xmlns:a16="http://schemas.microsoft.com/office/drawing/2014/main" id="{4E1D2F9E-58B8-2248-A9F3-C4E08815327C}"/>
              </a:ext>
            </a:extLst>
          </p:cNvPr>
          <p:cNvSpPr/>
          <p:nvPr/>
        </p:nvSpPr>
        <p:spPr>
          <a:xfrm>
            <a:off x="1925273" y="4495990"/>
            <a:ext cx="2380027" cy="76426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115B267E-CC71-CDC4-2B1B-387F2B3B3F45}"/>
              </a:ext>
            </a:extLst>
          </p:cNvPr>
          <p:cNvSpPr/>
          <p:nvPr/>
        </p:nvSpPr>
        <p:spPr>
          <a:xfrm>
            <a:off x="1294158" y="5701940"/>
            <a:ext cx="631115" cy="21775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60F55D23-442B-9089-40E7-7478BA04F1F0}"/>
              </a:ext>
            </a:extLst>
          </p:cNvPr>
          <p:cNvSpPr/>
          <p:nvPr/>
        </p:nvSpPr>
        <p:spPr>
          <a:xfrm>
            <a:off x="4845452" y="2300749"/>
            <a:ext cx="3433309" cy="1553496"/>
          </a:xfrm>
          <a:prstGeom prst="wedgeRectCallout">
            <a:avLst>
              <a:gd name="adj1" fmla="val -57529"/>
              <a:gd name="adj2" fmla="val 11482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任意のエディタ</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ただしメモ帳は非推奨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で右のアイコンのオブジェクトを開き、なかのスクリプトをカスタムデータの欄にコピペ。</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内容は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NGINX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のインストールとデフォルトトップページのカスタマイズ</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7" name="四角形吹き出し 16">
            <a:extLst>
              <a:ext uri="{FF2B5EF4-FFF2-40B4-BE49-F238E27FC236}">
                <a16:creationId xmlns:a16="http://schemas.microsoft.com/office/drawing/2014/main" id="{A8B76A82-1247-5E63-1237-4818117FE1FB}"/>
              </a:ext>
            </a:extLst>
          </p:cNvPr>
          <p:cNvSpPr/>
          <p:nvPr/>
        </p:nvSpPr>
        <p:spPr>
          <a:xfrm>
            <a:off x="2936766" y="5702325"/>
            <a:ext cx="1368534" cy="399051"/>
          </a:xfrm>
          <a:prstGeom prst="wedgeRectCallout">
            <a:avLst>
              <a:gd name="adj1" fmla="val -121068"/>
              <a:gd name="adj2" fmla="val -2745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タグを選択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DCE50ED3-D177-4B10-8F47-B222C56CBA87}"/>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タグを設定する</a:t>
            </a:r>
          </a:p>
        </p:txBody>
      </p:sp>
      <p:sp>
        <p:nvSpPr>
          <p:cNvPr id="2" name="正方形/長方形 1">
            <a:extLst>
              <a:ext uri="{FF2B5EF4-FFF2-40B4-BE49-F238E27FC236}">
                <a16:creationId xmlns:a16="http://schemas.microsoft.com/office/drawing/2014/main" id="{9E6A6FAA-A4FC-47B5-BC25-98E39B9EA91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E6B694D-2BE6-424C-BA69-8421D778FD8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FD9B11B-CD5E-4B3E-A472-BA5512821D6A}"/>
              </a:ext>
            </a:extLst>
          </p:cNvPr>
          <p:cNvSpPr>
            <a:spLocks noGrp="1"/>
          </p:cNvSpPr>
          <p:nvPr/>
        </p:nvSpPr>
        <p:spPr>
          <a:xfrm>
            <a:off x="685800" y="1390650"/>
            <a:ext cx="108013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タグを付けると、講師が講座用リソースを識別しやすくなり、削除対象の確認もしやすくなります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1886B38F-0D84-4041-AF7C-38A7CF9E034F}"/>
              </a:ext>
            </a:extLst>
          </p:cNvPr>
          <p:cNvSpPr>
            <a:spLocks noGrp="1"/>
          </p:cNvSpPr>
          <p:nvPr/>
        </p:nvSpPr>
        <p:spPr>
          <a:xfrm>
            <a:off x="704850" y="1676400"/>
            <a:ext cx="10801350" cy="4577836"/>
          </a:xfrm>
          <a:prstGeom prst="rect">
            <a:avLst/>
          </a:prstGeom>
          <a:solidFill>
            <a:srgbClr val="FFFFFF"/>
          </a:solidFill>
          <a:ln w="9525">
            <a:solidFill>
              <a:srgbClr val="D0D5DD"/>
            </a:solidFill>
            <a:prstDash val="solid"/>
          </a:ln>
        </p:spPr>
        <p:txBody>
          <a:bodyPr/>
          <a:lstStyle/>
          <a:p>
            <a:endParaRPr lang="ja-JP" altLang="en-US"/>
          </a:p>
        </p:txBody>
      </p:sp>
      <p:pic>
        <p:nvPicPr>
          <p:cNvPr id="7" name="図 6"/>
          <p:cNvPicPr>
            <a:picLocks noChangeAspect="1"/>
          </p:cNvPicPr>
          <p:nvPr/>
        </p:nvPicPr>
        <p:blipFill>
          <a:blip r:embed="rId3"/>
          <a:stretch/>
        </p:blipFill>
        <p:spPr>
          <a:xfrm>
            <a:off x="2842260" y="1914525"/>
            <a:ext cx="6507480" cy="4067175"/>
          </a:xfrm>
          <a:prstGeom prst="rect">
            <a:avLst/>
          </a:prstGeom>
        </p:spPr>
      </p:pic>
      <p:sp>
        <p:nvSpPr>
          <p:cNvPr id="12" name="正方形/長方形 11">
            <a:extLst>
              <a:ext uri="{FF2B5EF4-FFF2-40B4-BE49-F238E27FC236}">
                <a16:creationId xmlns:a16="http://schemas.microsoft.com/office/drawing/2014/main" id="{DF1883F0-7271-E679-6E1E-D73E3AB66D76}"/>
              </a:ext>
            </a:extLst>
          </p:cNvPr>
          <p:cNvSpPr/>
          <p:nvPr/>
        </p:nvSpPr>
        <p:spPr>
          <a:xfrm>
            <a:off x="2937995" y="3201052"/>
            <a:ext cx="3226831" cy="3582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吹き出し 12">
            <a:extLst>
              <a:ext uri="{FF2B5EF4-FFF2-40B4-BE49-F238E27FC236}">
                <a16:creationId xmlns:a16="http://schemas.microsoft.com/office/drawing/2014/main" id="{5AD323D3-217D-3891-94C8-4F1ECA8A23C9}"/>
              </a:ext>
            </a:extLst>
          </p:cNvPr>
          <p:cNvSpPr/>
          <p:nvPr/>
        </p:nvSpPr>
        <p:spPr>
          <a:xfrm>
            <a:off x="6605427" y="2603417"/>
            <a:ext cx="1997800" cy="710054"/>
          </a:xfrm>
          <a:prstGeom prst="wedgeRectCallout">
            <a:avLst>
              <a:gd name="adj1" fmla="val -68106"/>
              <a:gd name="adj2" fmla="val 4481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講師指定のタグを作成</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 name="正方形/長方形 13">
            <a:extLst>
              <a:ext uri="{FF2B5EF4-FFF2-40B4-BE49-F238E27FC236}">
                <a16:creationId xmlns:a16="http://schemas.microsoft.com/office/drawing/2014/main" id="{0220AEB6-A3DB-90E5-74D5-D5A19B597EB3}"/>
              </a:ext>
            </a:extLst>
          </p:cNvPr>
          <p:cNvSpPr/>
          <p:nvPr/>
        </p:nvSpPr>
        <p:spPr>
          <a:xfrm>
            <a:off x="4191609" y="5623474"/>
            <a:ext cx="911334" cy="3582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E60108DF-59ED-E2A5-9E7F-499A3E3A75FB}"/>
              </a:ext>
            </a:extLst>
          </p:cNvPr>
          <p:cNvSpPr/>
          <p:nvPr/>
        </p:nvSpPr>
        <p:spPr>
          <a:xfrm>
            <a:off x="5606527" y="5052887"/>
            <a:ext cx="1997800" cy="710054"/>
          </a:xfrm>
          <a:prstGeom prst="wedgeRectCallout">
            <a:avLst>
              <a:gd name="adj1" fmla="val -68106"/>
              <a:gd name="adj2" fmla="val 4481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確認</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24275A9C-5FD3-45B8-AC03-301B4ADA9C4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内容を確認して作成する</a:t>
            </a:r>
          </a:p>
        </p:txBody>
      </p:sp>
      <p:sp>
        <p:nvSpPr>
          <p:cNvPr id="2" name="正方形/長方形 1">
            <a:extLst>
              <a:ext uri="{FF2B5EF4-FFF2-40B4-BE49-F238E27FC236}">
                <a16:creationId xmlns:a16="http://schemas.microsoft.com/office/drawing/2014/main" id="{5614A8A8-5900-412A-B6EC-4FDFA4DDF10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8AA93D0E-9002-49A1-8594-7371BE90EA7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1F8F1CC-B876-406F-B387-7F0F41AD9910}"/>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作成前に、リソースグループ、VM 名、リージョン、サイズ、HTTP 許可、タグを確認します。Validation が通ったら作成します。</a:t>
            </a:r>
          </a:p>
        </p:txBody>
      </p:sp>
      <p:sp>
        <p:nvSpPr>
          <p:cNvPr id="6" name="正方形/長方形 5">
            <a:extLst>
              <a:ext uri="{FF2B5EF4-FFF2-40B4-BE49-F238E27FC236}">
                <a16:creationId xmlns:a16="http://schemas.microsoft.com/office/drawing/2014/main" id="{697EA0BA-0137-4742-ADEE-92D9C566A296}"/>
              </a:ext>
            </a:extLst>
          </p:cNvPr>
          <p:cNvSpPr>
            <a:spLocks noGrp="1"/>
          </p:cNvSpPr>
          <p:nvPr/>
        </p:nvSpPr>
        <p:spPr>
          <a:xfrm>
            <a:off x="781050" y="278130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CCD1D91A-AE96-44D5-8194-616D55D66D0F}"/>
              </a:ext>
            </a:extLst>
          </p:cNvPr>
          <p:cNvSpPr>
            <a:spLocks noGrp="1"/>
          </p:cNvSpPr>
          <p:nvPr/>
        </p:nvSpPr>
        <p:spPr>
          <a:xfrm>
            <a:off x="781050" y="2781300"/>
            <a:ext cx="76200" cy="1428750"/>
          </a:xfrm>
          <a:prstGeom prst="rect">
            <a:avLst/>
          </a:prstGeom>
          <a:solidFill>
            <a:srgbClr val="ED7D31"/>
          </a:solidFill>
          <a:ln w="0">
            <a:solidFill>
              <a:srgbClr val="ED7D31"/>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18D4159C-9994-40D1-8CA2-3F4F4393D750}"/>
              </a:ext>
            </a:extLst>
          </p:cNvPr>
          <p:cNvSpPr>
            <a:spLocks noGrp="1"/>
          </p:cNvSpPr>
          <p:nvPr/>
        </p:nvSpPr>
        <p:spPr>
          <a:xfrm>
            <a:off x="990600" y="293370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D7D31"/>
                </a:solidFill>
                <a:latin typeface="Yu Gothic UI"/>
                <a:ea typeface="Yu Gothic UI"/>
                <a:cs typeface="Yu Gothic UI"/>
              </a:defRPr>
            </a:pPr>
            <a:r>
              <a:rPr sz="900" b="1">
                <a:solidFill>
                  <a:srgbClr val="ED7D31"/>
                </a:solidFill>
                <a:latin typeface="Yu Gothic UI"/>
                <a:ea typeface="Yu Gothic UI"/>
                <a:cs typeface="Yu Gothic UI"/>
              </a:rPr>
              <a:t>作成前チェック</a:t>
            </a:r>
          </a:p>
        </p:txBody>
      </p:sp>
      <p:sp>
        <p:nvSpPr>
          <p:cNvPr id="9" name="正方形/長方形 8">
            <a:extLst>
              <a:ext uri="{FF2B5EF4-FFF2-40B4-BE49-F238E27FC236}">
                <a16:creationId xmlns:a16="http://schemas.microsoft.com/office/drawing/2014/main" id="{81BAC3BF-5AC4-4334-8A4A-F0EBD1276847}"/>
              </a:ext>
            </a:extLst>
          </p:cNvPr>
          <p:cNvSpPr>
            <a:spLocks noGrp="1"/>
          </p:cNvSpPr>
          <p:nvPr/>
        </p:nvSpPr>
        <p:spPr>
          <a:xfrm>
            <a:off x="990600" y="318135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名前、場所、サイズ、公開設定</a:t>
            </a:r>
          </a:p>
        </p:txBody>
      </p:sp>
      <p:sp>
        <p:nvSpPr>
          <p:cNvPr id="10" name="正方形/長方形 9">
            <a:extLst>
              <a:ext uri="{FF2B5EF4-FFF2-40B4-BE49-F238E27FC236}">
                <a16:creationId xmlns:a16="http://schemas.microsoft.com/office/drawing/2014/main" id="{2CAE9A90-78BD-48D4-9BA8-9F9A857FB99C}"/>
              </a:ext>
            </a:extLst>
          </p:cNvPr>
          <p:cNvSpPr>
            <a:spLocks noGrp="1"/>
          </p:cNvSpPr>
          <p:nvPr/>
        </p:nvSpPr>
        <p:spPr>
          <a:xfrm>
            <a:off x="990600" y="358140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後から直せるものもありますが、初心者ハンズオンでは作成前の確認を習慣にします。</a:t>
            </a:r>
          </a:p>
        </p:txBody>
      </p:sp>
      <p:sp>
        <p:nvSpPr>
          <p:cNvPr id="11" name="正方形/長方形 10">
            <a:extLst>
              <a:ext uri="{FF2B5EF4-FFF2-40B4-BE49-F238E27FC236}">
                <a16:creationId xmlns:a16="http://schemas.microsoft.com/office/drawing/2014/main" id="{579E5B2F-552D-455D-99C4-88C1CA77F40E}"/>
              </a:ext>
            </a:extLst>
          </p:cNvPr>
          <p:cNvSpPr>
            <a:spLocks noGrp="1"/>
          </p:cNvSpPr>
          <p:nvPr/>
        </p:nvSpPr>
        <p:spPr>
          <a:xfrm>
            <a:off x="5334000" y="1676399"/>
            <a:ext cx="6494206" cy="4439265"/>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7323187" y="1744611"/>
            <a:ext cx="2934929" cy="3913239"/>
          </a:xfrm>
          <a:prstGeom prst="rect">
            <a:avLst/>
          </a:prstGeom>
        </p:spPr>
      </p:pic>
      <p:sp>
        <p:nvSpPr>
          <p:cNvPr id="13" name="正方形/長方形 12">
            <a:extLst>
              <a:ext uri="{FF2B5EF4-FFF2-40B4-BE49-F238E27FC236}">
                <a16:creationId xmlns:a16="http://schemas.microsoft.com/office/drawing/2014/main" id="{838CB54F-21CE-4631-A0CF-DB45B43B266A}"/>
              </a:ext>
            </a:extLst>
          </p:cNvPr>
          <p:cNvSpPr>
            <a:spLocks noGrp="1"/>
          </p:cNvSpPr>
          <p:nvPr/>
        </p:nvSpPr>
        <p:spPr>
          <a:xfrm>
            <a:off x="5986617" y="5848964"/>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dirty="0" err="1">
                <a:solidFill>
                  <a:srgbClr val="667085"/>
                </a:solidFill>
                <a:latin typeface="Yu Gothic UI"/>
                <a:ea typeface="Yu Gothic UI"/>
                <a:cs typeface="Yu Gothic UI"/>
              </a:rPr>
              <a:t>内容を確認して作成する</a:t>
            </a:r>
            <a:endParaRPr sz="638" b="0" dirty="0">
              <a:solidFill>
                <a:srgbClr val="667085"/>
              </a:solidFill>
              <a:latin typeface="Yu Gothic UI"/>
              <a:ea typeface="Yu Gothic UI"/>
              <a:cs typeface="Yu Gothic UI"/>
            </a:endParaRPr>
          </a:p>
        </p:txBody>
      </p:sp>
      <p:sp>
        <p:nvSpPr>
          <p:cNvPr id="16" name="正方形/長方形 15">
            <a:extLst>
              <a:ext uri="{FF2B5EF4-FFF2-40B4-BE49-F238E27FC236}">
                <a16:creationId xmlns:a16="http://schemas.microsoft.com/office/drawing/2014/main" id="{129B808B-471D-32D6-9E85-5C974A1F03CC}"/>
              </a:ext>
            </a:extLst>
          </p:cNvPr>
          <p:cNvSpPr/>
          <p:nvPr/>
        </p:nvSpPr>
        <p:spPr>
          <a:xfrm>
            <a:off x="7780383" y="5407914"/>
            <a:ext cx="380391" cy="26670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6BB271BC-D687-B853-1C6D-374DD255A124}"/>
              </a:ext>
            </a:extLst>
          </p:cNvPr>
          <p:cNvSpPr/>
          <p:nvPr/>
        </p:nvSpPr>
        <p:spPr>
          <a:xfrm>
            <a:off x="4972050" y="5272260"/>
            <a:ext cx="1997800" cy="710054"/>
          </a:xfrm>
          <a:prstGeom prst="wedgeRectCallout">
            <a:avLst>
              <a:gd name="adj1" fmla="val 86923"/>
              <a:gd name="adj2" fmla="val -8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3032F5C-16D1-427E-A0B1-08B892C60DAE}"/>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デプロイ完了を待つ</a:t>
            </a:r>
          </a:p>
        </p:txBody>
      </p:sp>
      <p:sp>
        <p:nvSpPr>
          <p:cNvPr id="2" name="正方形/長方形 1">
            <a:extLst>
              <a:ext uri="{FF2B5EF4-FFF2-40B4-BE49-F238E27FC236}">
                <a16:creationId xmlns:a16="http://schemas.microsoft.com/office/drawing/2014/main" id="{56D3B13E-7656-4BF1-A857-684B0E0921D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B1A31E93-B2D4-4381-8C25-5221CDDA783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63A46E42-D976-403E-8597-4C1A6718D05F}"/>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VM と関連リソースの作成には数分かかります。完了後は、作成された VM の Overview へ進みます。</a:t>
            </a:r>
          </a:p>
        </p:txBody>
      </p:sp>
      <p:sp>
        <p:nvSpPr>
          <p:cNvPr id="6" name="正方形/長方形 5">
            <a:extLst>
              <a:ext uri="{FF2B5EF4-FFF2-40B4-BE49-F238E27FC236}">
                <a16:creationId xmlns:a16="http://schemas.microsoft.com/office/drawing/2014/main" id="{5BB6E354-E574-41E6-8582-6BCC79A94775}"/>
              </a:ext>
            </a:extLst>
          </p:cNvPr>
          <p:cNvSpPr>
            <a:spLocks noGrp="1"/>
          </p:cNvSpPr>
          <p:nvPr/>
        </p:nvSpPr>
        <p:spPr>
          <a:xfrm>
            <a:off x="819150" y="2628900"/>
            <a:ext cx="3924300" cy="1428750"/>
          </a:xfrm>
          <a:prstGeom prst="rect">
            <a:avLst/>
          </a:prstGeom>
          <a:solidFill>
            <a:srgbClr val="000000">
              <a:alpha val="0"/>
            </a:srgbClr>
          </a:solidFill>
          <a:ln w="0">
            <a:solidFill>
              <a:srgbClr val="000000">
                <a:alpha val="0"/>
              </a:srgbClr>
            </a:solidFill>
            <a:prstDash val="solid"/>
          </a:ln>
        </p:spPr>
        <p:txBody>
          <a:bodyPr lIns="38100" tIns="38100" rIns="38100" bIns="38100" anchor="t"/>
          <a:lstStyle/>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作成中に画面を閉じても、Portal の Deployments から確認できます。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失敗した場合はエラーメッセージの先頭を講師と確認します。</a:t>
            </a:r>
          </a:p>
        </p:txBody>
      </p:sp>
      <p:sp>
        <p:nvSpPr>
          <p:cNvPr id="7" name="正方形/長方形 6">
            <a:extLst>
              <a:ext uri="{FF2B5EF4-FFF2-40B4-BE49-F238E27FC236}">
                <a16:creationId xmlns:a16="http://schemas.microsoft.com/office/drawing/2014/main" id="{8BCF8411-5D8E-45A2-A974-B82B30A8EB50}"/>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p:cNvPicPr>
            <a:picLocks noChangeAspect="1"/>
          </p:cNvPicPr>
          <p:nvPr/>
        </p:nvPicPr>
        <p:blipFill>
          <a:blip r:embed="rId3"/>
          <a:stretch/>
        </p:blipFill>
        <p:spPr>
          <a:xfrm>
            <a:off x="5467350" y="1878806"/>
            <a:ext cx="5715000" cy="3214688"/>
          </a:xfrm>
          <a:prstGeom prst="rect">
            <a:avLst/>
          </a:prstGeom>
        </p:spPr>
      </p:pic>
      <p:sp>
        <p:nvSpPr>
          <p:cNvPr id="9" name="正方形/長方形 8">
            <a:extLst>
              <a:ext uri="{FF2B5EF4-FFF2-40B4-BE49-F238E27FC236}">
                <a16:creationId xmlns:a16="http://schemas.microsoft.com/office/drawing/2014/main" id="{727F4505-DD02-4B86-9D48-E5A3CC48F927}"/>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デプロイ完了を待つ</a:t>
            </a:r>
          </a:p>
        </p:txBody>
      </p:sp>
    </p:spTree>
    <p:extLst>
      <p:ext uri="{BB962C8B-B14F-4D97-AF65-F5344CB8AC3E}">
        <p14:creationId xmlns:p14="http://schemas.microsoft.com/office/powerpoint/2010/main" val="11860771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5AEF9C99-EED7-4FE7-9D2E-FA2EDFC24EBD}"/>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VM の Overview を確認する</a:t>
            </a:r>
          </a:p>
        </p:txBody>
      </p:sp>
      <p:sp>
        <p:nvSpPr>
          <p:cNvPr id="2" name="正方形/長方形 1">
            <a:extLst>
              <a:ext uri="{FF2B5EF4-FFF2-40B4-BE49-F238E27FC236}">
                <a16:creationId xmlns:a16="http://schemas.microsoft.com/office/drawing/2014/main" id="{98A84348-F4ED-4BFA-AB96-677A15BC21A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A1DDC81E-56E5-4F16-A029-CEDBBB6DE06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9B775E7-4E64-45DD-8C26-42077C4E906F}"/>
              </a:ext>
            </a:extLst>
          </p:cNvPr>
          <p:cNvSpPr>
            <a:spLocks noGrp="1"/>
          </p:cNvSpPr>
          <p:nvPr/>
        </p:nvSpPr>
        <p:spPr>
          <a:xfrm>
            <a:off x="685799" y="1390650"/>
            <a:ext cx="10719619"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lang="en-US" altLang="ja-JP" sz="1110" b="0" dirty="0">
                <a:solidFill>
                  <a:srgbClr val="344054"/>
                </a:solidFill>
                <a:latin typeface="Yu Gothic UI"/>
                <a:ea typeface="Yu Gothic UI"/>
                <a:cs typeface="Yu Gothic UI"/>
              </a:rPr>
              <a:t>VM</a:t>
            </a:r>
            <a:r>
              <a:rPr lang="ja-JP" altLang="en-US" sz="1110" b="0">
                <a:solidFill>
                  <a:srgbClr val="344054"/>
                </a:solidFill>
                <a:latin typeface="Yu Gothic UI"/>
                <a:ea typeface="Yu Gothic UI"/>
                <a:cs typeface="Yu Gothic UI"/>
              </a:rPr>
              <a:t>の一覧の画面、もしくは、作成したリソースグループの画面から、作成した</a:t>
            </a:r>
            <a:r>
              <a:rPr lang="en-US" altLang="ja-JP" sz="1110" b="0" dirty="0">
                <a:solidFill>
                  <a:srgbClr val="344054"/>
                </a:solidFill>
                <a:latin typeface="Yu Gothic UI"/>
                <a:ea typeface="Yu Gothic UI"/>
                <a:cs typeface="Yu Gothic UI"/>
              </a:rPr>
              <a:t> VM </a:t>
            </a:r>
            <a:r>
              <a:rPr lang="ja-JP" altLang="en-US" sz="1110" b="0">
                <a:solidFill>
                  <a:srgbClr val="344054"/>
                </a:solidFill>
                <a:latin typeface="Yu Gothic UI"/>
                <a:ea typeface="Yu Gothic UI"/>
                <a:cs typeface="Yu Gothic UI"/>
              </a:rPr>
              <a:t>を選択します。</a:t>
            </a: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が</a:t>
            </a:r>
            <a:r>
              <a:rPr sz="1110" b="0" dirty="0">
                <a:solidFill>
                  <a:srgbClr val="344054"/>
                </a:solidFill>
                <a:latin typeface="Yu Gothic UI"/>
                <a:ea typeface="Yu Gothic UI"/>
                <a:cs typeface="Yu Gothic UI"/>
              </a:rPr>
              <a:t> Running </a:t>
            </a:r>
            <a:r>
              <a:rPr sz="1110" b="0" dirty="0" err="1">
                <a:solidFill>
                  <a:srgbClr val="344054"/>
                </a:solidFill>
                <a:latin typeface="Yu Gothic UI"/>
                <a:ea typeface="Yu Gothic UI"/>
                <a:cs typeface="Yu Gothic UI"/>
              </a:rPr>
              <a:t>になっていることと、Public</a:t>
            </a:r>
            <a:r>
              <a:rPr sz="1110" b="0" dirty="0">
                <a:solidFill>
                  <a:srgbClr val="344054"/>
                </a:solidFill>
                <a:latin typeface="Yu Gothic UI"/>
                <a:ea typeface="Yu Gothic UI"/>
                <a:cs typeface="Yu Gothic UI"/>
              </a:rPr>
              <a:t> IP </a:t>
            </a:r>
            <a:r>
              <a:rPr sz="1110" b="0" dirty="0" err="1">
                <a:solidFill>
                  <a:srgbClr val="344054"/>
                </a:solidFill>
                <a:latin typeface="Yu Gothic UI"/>
                <a:ea typeface="Yu Gothic UI"/>
                <a:cs typeface="Yu Gothic UI"/>
              </a:rPr>
              <a:t>が表示されていることを確認します。ブラウザーからアクセスする宛先は</a:t>
            </a:r>
            <a:r>
              <a:rPr sz="1110" b="0" dirty="0">
                <a:solidFill>
                  <a:srgbClr val="344054"/>
                </a:solidFill>
                <a:latin typeface="Yu Gothic UI"/>
                <a:ea typeface="Yu Gothic UI"/>
                <a:cs typeface="Yu Gothic UI"/>
              </a:rPr>
              <a:t> Public IP </a:t>
            </a:r>
            <a:r>
              <a:rPr sz="1110" b="0" dirty="0" err="1">
                <a:solidFill>
                  <a:srgbClr val="344054"/>
                </a:solidFill>
                <a:latin typeface="Yu Gothic UI"/>
                <a:ea typeface="Yu Gothic UI"/>
                <a:cs typeface="Yu Gothic UI"/>
              </a:rPr>
              <a:t>です</a:t>
            </a:r>
            <a:r>
              <a:rPr sz="1110" b="0" dirty="0">
                <a:solidFill>
                  <a:srgbClr val="344054"/>
                </a:solidFill>
                <a:latin typeface="Yu Gothic UI"/>
                <a:ea typeface="Yu Gothic UI"/>
                <a:cs typeface="Yu Gothic UI"/>
              </a:rPr>
              <a:t>。</a:t>
            </a:r>
          </a:p>
        </p:txBody>
      </p:sp>
      <p:sp>
        <p:nvSpPr>
          <p:cNvPr id="11" name="正方形/長方形 10">
            <a:extLst>
              <a:ext uri="{FF2B5EF4-FFF2-40B4-BE49-F238E27FC236}">
                <a16:creationId xmlns:a16="http://schemas.microsoft.com/office/drawing/2014/main" id="{20571BCD-B458-49B1-B7B6-6D9DC93ECE06}"/>
              </a:ext>
            </a:extLst>
          </p:cNvPr>
          <p:cNvSpPr>
            <a:spLocks noGrp="1"/>
          </p:cNvSpPr>
          <p:nvPr/>
        </p:nvSpPr>
        <p:spPr>
          <a:xfrm>
            <a:off x="666749" y="2040193"/>
            <a:ext cx="11092631" cy="3886200"/>
          </a:xfrm>
          <a:prstGeom prst="rect">
            <a:avLst/>
          </a:prstGeom>
          <a:solidFill>
            <a:srgbClr val="FFFFFF"/>
          </a:solidFill>
          <a:ln w="9525">
            <a:solidFill>
              <a:srgbClr val="D0D5DD"/>
            </a:solidFill>
            <a:prstDash val="solid"/>
          </a:ln>
        </p:spPr>
        <p:txBody>
          <a:bodyPr/>
          <a:lstStyle/>
          <a:p>
            <a:endParaRPr lang="ja-JP" altLang="en-US"/>
          </a:p>
        </p:txBody>
      </p:sp>
      <p:pic>
        <p:nvPicPr>
          <p:cNvPr id="16" name="図 15">
            <a:extLst>
              <a:ext uri="{FF2B5EF4-FFF2-40B4-BE49-F238E27FC236}">
                <a16:creationId xmlns:a16="http://schemas.microsoft.com/office/drawing/2014/main" id="{66B8C380-A0D9-A82A-70B1-356F9F01E9CC}"/>
              </a:ext>
            </a:extLst>
          </p:cNvPr>
          <p:cNvPicPr>
            <a:picLocks noChangeAspect="1"/>
          </p:cNvPicPr>
          <p:nvPr/>
        </p:nvPicPr>
        <p:blipFill>
          <a:blip r:embed="rId3"/>
          <a:stretch/>
        </p:blipFill>
        <p:spPr>
          <a:xfrm>
            <a:off x="826524" y="2230693"/>
            <a:ext cx="5121992" cy="2881121"/>
          </a:xfrm>
          <a:prstGeom prst="rect">
            <a:avLst/>
          </a:prstGeom>
        </p:spPr>
      </p:pic>
      <p:sp>
        <p:nvSpPr>
          <p:cNvPr id="17" name="正方形/長方形 16">
            <a:extLst>
              <a:ext uri="{FF2B5EF4-FFF2-40B4-BE49-F238E27FC236}">
                <a16:creationId xmlns:a16="http://schemas.microsoft.com/office/drawing/2014/main" id="{BE7359C7-F666-0FB1-AA97-9F1BFC85CF4D}"/>
              </a:ext>
            </a:extLst>
          </p:cNvPr>
          <p:cNvSpPr/>
          <p:nvPr/>
        </p:nvSpPr>
        <p:spPr>
          <a:xfrm>
            <a:off x="1893446" y="3081414"/>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31534194-43B3-0EE7-19FF-B6062B60EAD7}"/>
              </a:ext>
            </a:extLst>
          </p:cNvPr>
          <p:cNvSpPr/>
          <p:nvPr/>
        </p:nvSpPr>
        <p:spPr>
          <a:xfrm>
            <a:off x="2503538" y="3692704"/>
            <a:ext cx="2113936" cy="686299"/>
          </a:xfrm>
          <a:prstGeom prst="wedgeRectCallout">
            <a:avLst>
              <a:gd name="adj1" fmla="val -59479"/>
              <a:gd name="adj2" fmla="val -849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自身のリソースグループを選択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19" name="図 18">
            <a:extLst>
              <a:ext uri="{FF2B5EF4-FFF2-40B4-BE49-F238E27FC236}">
                <a16:creationId xmlns:a16="http://schemas.microsoft.com/office/drawing/2014/main" id="{512995B6-797E-40A8-D43E-C4B17C7DAF2E}"/>
              </a:ext>
            </a:extLst>
          </p:cNvPr>
          <p:cNvPicPr>
            <a:picLocks noChangeAspect="1"/>
          </p:cNvPicPr>
          <p:nvPr/>
        </p:nvPicPr>
        <p:blipFill>
          <a:blip r:embed="rId4"/>
          <a:stretch>
            <a:fillRect/>
          </a:stretch>
        </p:blipFill>
        <p:spPr>
          <a:xfrm>
            <a:off x="6108290" y="2230693"/>
            <a:ext cx="5471160" cy="3419475"/>
          </a:xfrm>
          <a:prstGeom prst="rect">
            <a:avLst/>
          </a:prstGeom>
        </p:spPr>
      </p:pic>
      <p:sp>
        <p:nvSpPr>
          <p:cNvPr id="20" name="正方形/長方形 19">
            <a:extLst>
              <a:ext uri="{FF2B5EF4-FFF2-40B4-BE49-F238E27FC236}">
                <a16:creationId xmlns:a16="http://schemas.microsoft.com/office/drawing/2014/main" id="{03BAE2DF-B79E-087C-8678-6DEF52A01682}"/>
              </a:ext>
            </a:extLst>
          </p:cNvPr>
          <p:cNvSpPr/>
          <p:nvPr/>
        </p:nvSpPr>
        <p:spPr>
          <a:xfrm>
            <a:off x="7473252" y="3942735"/>
            <a:ext cx="667858" cy="1244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0DBE2BD3-96F1-E386-D298-BF6D2A2D0721}"/>
              </a:ext>
            </a:extLst>
          </p:cNvPr>
          <p:cNvSpPr/>
          <p:nvPr/>
        </p:nvSpPr>
        <p:spPr>
          <a:xfrm>
            <a:off x="4988640" y="4220478"/>
            <a:ext cx="2113936" cy="686299"/>
          </a:xfrm>
          <a:prstGeom prst="wedgeRectCallout">
            <a:avLst>
              <a:gd name="adj1" fmla="val 63777"/>
              <a:gd name="adj2" fmla="val -7926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作成した</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VM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E0742-D5CA-4C48-66EA-44E9DD94A28A}"/>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6D7EFA20-2F1C-4924-95A3-6278690C8D0C}"/>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VM の Overview を確認する</a:t>
            </a:r>
          </a:p>
        </p:txBody>
      </p:sp>
      <p:sp>
        <p:nvSpPr>
          <p:cNvPr id="2" name="正方形/長方形 1">
            <a:extLst>
              <a:ext uri="{FF2B5EF4-FFF2-40B4-BE49-F238E27FC236}">
                <a16:creationId xmlns:a16="http://schemas.microsoft.com/office/drawing/2014/main" id="{1E55DFF2-3762-8075-3AFC-0E1D90AF611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F7FD7AE3-40A3-E462-6F15-47F212F1C38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E76215B-B912-92B2-2DC2-3E4A02B90188}"/>
              </a:ext>
            </a:extLst>
          </p:cNvPr>
          <p:cNvSpPr>
            <a:spLocks noGrp="1"/>
          </p:cNvSpPr>
          <p:nvPr/>
        </p:nvSpPr>
        <p:spPr>
          <a:xfrm>
            <a:off x="685799" y="1390650"/>
            <a:ext cx="10719619"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lang="en-US" altLang="ja-JP" sz="1110" b="0" dirty="0">
                <a:solidFill>
                  <a:srgbClr val="344054"/>
                </a:solidFill>
                <a:latin typeface="Yu Gothic UI"/>
                <a:ea typeface="Yu Gothic UI"/>
                <a:cs typeface="Yu Gothic UI"/>
              </a:rPr>
              <a:t>VM</a:t>
            </a:r>
            <a:r>
              <a:rPr lang="ja-JP" altLang="en-US" sz="1110" b="0">
                <a:solidFill>
                  <a:srgbClr val="344054"/>
                </a:solidFill>
                <a:latin typeface="Yu Gothic UI"/>
                <a:ea typeface="Yu Gothic UI"/>
                <a:cs typeface="Yu Gothic UI"/>
              </a:rPr>
              <a:t>の一覧の画面、もしくは、作成したリソースグループの画面から、作成した</a:t>
            </a:r>
            <a:r>
              <a:rPr lang="en-US" altLang="ja-JP" sz="1110" b="0" dirty="0">
                <a:solidFill>
                  <a:srgbClr val="344054"/>
                </a:solidFill>
                <a:latin typeface="Yu Gothic UI"/>
                <a:ea typeface="Yu Gothic UI"/>
                <a:cs typeface="Yu Gothic UI"/>
              </a:rPr>
              <a:t> VM </a:t>
            </a:r>
            <a:r>
              <a:rPr lang="ja-JP" altLang="en-US" sz="1110" b="0">
                <a:solidFill>
                  <a:srgbClr val="344054"/>
                </a:solidFill>
                <a:latin typeface="Yu Gothic UI"/>
                <a:ea typeface="Yu Gothic UI"/>
                <a:cs typeface="Yu Gothic UI"/>
              </a:rPr>
              <a:t>を選択します。</a:t>
            </a: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が</a:t>
            </a:r>
            <a:r>
              <a:rPr sz="1110" b="0" dirty="0">
                <a:solidFill>
                  <a:srgbClr val="344054"/>
                </a:solidFill>
                <a:latin typeface="Yu Gothic UI"/>
                <a:ea typeface="Yu Gothic UI"/>
                <a:cs typeface="Yu Gothic UI"/>
              </a:rPr>
              <a:t> Running </a:t>
            </a:r>
            <a:r>
              <a:rPr sz="1110" b="0" dirty="0" err="1">
                <a:solidFill>
                  <a:srgbClr val="344054"/>
                </a:solidFill>
                <a:latin typeface="Yu Gothic UI"/>
                <a:ea typeface="Yu Gothic UI"/>
                <a:cs typeface="Yu Gothic UI"/>
              </a:rPr>
              <a:t>になっていることと、Public</a:t>
            </a:r>
            <a:r>
              <a:rPr sz="1110" b="0" dirty="0">
                <a:solidFill>
                  <a:srgbClr val="344054"/>
                </a:solidFill>
                <a:latin typeface="Yu Gothic UI"/>
                <a:ea typeface="Yu Gothic UI"/>
                <a:cs typeface="Yu Gothic UI"/>
              </a:rPr>
              <a:t> IP </a:t>
            </a:r>
            <a:r>
              <a:rPr sz="1110" b="0" dirty="0" err="1">
                <a:solidFill>
                  <a:srgbClr val="344054"/>
                </a:solidFill>
                <a:latin typeface="Yu Gothic UI"/>
                <a:ea typeface="Yu Gothic UI"/>
                <a:cs typeface="Yu Gothic UI"/>
              </a:rPr>
              <a:t>が表示されていることを確認します。ブラウザーからアクセスする宛先は</a:t>
            </a:r>
            <a:r>
              <a:rPr sz="1110" b="0" dirty="0">
                <a:solidFill>
                  <a:srgbClr val="344054"/>
                </a:solidFill>
                <a:latin typeface="Yu Gothic UI"/>
                <a:ea typeface="Yu Gothic UI"/>
                <a:cs typeface="Yu Gothic UI"/>
              </a:rPr>
              <a:t> Public IP </a:t>
            </a:r>
            <a:r>
              <a:rPr sz="1110" b="0" dirty="0" err="1">
                <a:solidFill>
                  <a:srgbClr val="344054"/>
                </a:solidFill>
                <a:latin typeface="Yu Gothic UI"/>
                <a:ea typeface="Yu Gothic UI"/>
                <a:cs typeface="Yu Gothic UI"/>
              </a:rPr>
              <a:t>です</a:t>
            </a:r>
            <a:r>
              <a:rPr sz="1110" b="0" dirty="0">
                <a:solidFill>
                  <a:srgbClr val="344054"/>
                </a:solidFill>
                <a:latin typeface="Yu Gothic UI"/>
                <a:ea typeface="Yu Gothic UI"/>
                <a:cs typeface="Yu Gothic UI"/>
              </a:rPr>
              <a:t>。</a:t>
            </a:r>
          </a:p>
        </p:txBody>
      </p:sp>
      <p:sp>
        <p:nvSpPr>
          <p:cNvPr id="11" name="正方形/長方形 10">
            <a:extLst>
              <a:ext uri="{FF2B5EF4-FFF2-40B4-BE49-F238E27FC236}">
                <a16:creationId xmlns:a16="http://schemas.microsoft.com/office/drawing/2014/main" id="{276C3722-3A89-8846-5B25-C8FA5A98D451}"/>
              </a:ext>
            </a:extLst>
          </p:cNvPr>
          <p:cNvSpPr>
            <a:spLocks noGrp="1"/>
          </p:cNvSpPr>
          <p:nvPr/>
        </p:nvSpPr>
        <p:spPr>
          <a:xfrm>
            <a:off x="666750" y="2040193"/>
            <a:ext cx="108204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a:extLst>
              <a:ext uri="{FF2B5EF4-FFF2-40B4-BE49-F238E27FC236}">
                <a16:creationId xmlns:a16="http://schemas.microsoft.com/office/drawing/2014/main" id="{137873F6-A84A-A9CF-6223-AF874DD24F4E}"/>
              </a:ext>
            </a:extLst>
          </p:cNvPr>
          <p:cNvPicPr>
            <a:picLocks noChangeAspect="1"/>
          </p:cNvPicPr>
          <p:nvPr/>
        </p:nvPicPr>
        <p:blipFill>
          <a:blip r:embed="rId3"/>
          <a:stretch/>
        </p:blipFill>
        <p:spPr>
          <a:xfrm>
            <a:off x="3446206" y="2230693"/>
            <a:ext cx="5715000" cy="3214688"/>
          </a:xfrm>
          <a:prstGeom prst="rect">
            <a:avLst/>
          </a:prstGeom>
        </p:spPr>
      </p:pic>
      <p:sp>
        <p:nvSpPr>
          <p:cNvPr id="13" name="正方形/長方形 12">
            <a:extLst>
              <a:ext uri="{FF2B5EF4-FFF2-40B4-BE49-F238E27FC236}">
                <a16:creationId xmlns:a16="http://schemas.microsoft.com/office/drawing/2014/main" id="{54028585-65F4-94DE-E479-7C0959299D51}"/>
              </a:ext>
            </a:extLst>
          </p:cNvPr>
          <p:cNvSpPr>
            <a:spLocks noGrp="1"/>
          </p:cNvSpPr>
          <p:nvPr/>
        </p:nvSpPr>
        <p:spPr>
          <a:xfrm>
            <a:off x="3729498" y="5635881"/>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VM の状態と Public IP を確認する</a:t>
            </a:r>
          </a:p>
        </p:txBody>
      </p:sp>
      <p:sp>
        <p:nvSpPr>
          <p:cNvPr id="6" name="正方形/長方形 5">
            <a:extLst>
              <a:ext uri="{FF2B5EF4-FFF2-40B4-BE49-F238E27FC236}">
                <a16:creationId xmlns:a16="http://schemas.microsoft.com/office/drawing/2014/main" id="{6418BEBC-DB60-CD8A-C750-28BB9560BE74}"/>
              </a:ext>
            </a:extLst>
          </p:cNvPr>
          <p:cNvSpPr/>
          <p:nvPr/>
        </p:nvSpPr>
        <p:spPr>
          <a:xfrm>
            <a:off x="7453587" y="4398946"/>
            <a:ext cx="667858" cy="1244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5DE4DF44-E466-6C24-073D-A37DF2BDAA3F}"/>
              </a:ext>
            </a:extLst>
          </p:cNvPr>
          <p:cNvSpPr/>
          <p:nvPr/>
        </p:nvSpPr>
        <p:spPr>
          <a:xfrm>
            <a:off x="8273229" y="4759082"/>
            <a:ext cx="2345609" cy="898768"/>
          </a:xfrm>
          <a:prstGeom prst="wedgeRectCallout">
            <a:avLst>
              <a:gd name="adj1" fmla="val -60874"/>
              <a:gd name="adj2" fmla="val -7210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割り当てられた</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Public IP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を確認。後でブラウザから　</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ページにアクセスするのに利用。</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8" name="正方形/長方形 7">
            <a:extLst>
              <a:ext uri="{FF2B5EF4-FFF2-40B4-BE49-F238E27FC236}">
                <a16:creationId xmlns:a16="http://schemas.microsoft.com/office/drawing/2014/main" id="{C9AEF88B-E30C-4512-2D28-CB9D586E88AF}"/>
              </a:ext>
            </a:extLst>
          </p:cNvPr>
          <p:cNvSpPr/>
          <p:nvPr/>
        </p:nvSpPr>
        <p:spPr>
          <a:xfrm>
            <a:off x="4972050" y="3254478"/>
            <a:ext cx="475021" cy="14349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吹き出し 8">
            <a:extLst>
              <a:ext uri="{FF2B5EF4-FFF2-40B4-BE49-F238E27FC236}">
                <a16:creationId xmlns:a16="http://schemas.microsoft.com/office/drawing/2014/main" id="{65954A7B-BAD0-4860-1A07-0EEC458551A0}"/>
              </a:ext>
            </a:extLst>
          </p:cNvPr>
          <p:cNvSpPr/>
          <p:nvPr/>
        </p:nvSpPr>
        <p:spPr>
          <a:xfrm>
            <a:off x="1729861" y="2761213"/>
            <a:ext cx="2345609" cy="898768"/>
          </a:xfrm>
          <a:prstGeom prst="wedgeRectCallout">
            <a:avLst>
              <a:gd name="adj1" fmla="val 82065"/>
              <a:gd name="adj2" fmla="val 1979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Running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になっていることを確認</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4114575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C1F5F827-363B-4A4A-A0E4-82A52B654D1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ブラウザーでアクセスする</a:t>
            </a:r>
          </a:p>
        </p:txBody>
      </p:sp>
      <p:sp>
        <p:nvSpPr>
          <p:cNvPr id="2" name="正方形/長方形 1">
            <a:extLst>
              <a:ext uri="{FF2B5EF4-FFF2-40B4-BE49-F238E27FC236}">
                <a16:creationId xmlns:a16="http://schemas.microsoft.com/office/drawing/2014/main" id="{C2D64435-5CF9-4A52-BDEE-5AD12F26EDB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78F6A27B-F5B1-43A8-AAD8-E14BBD92333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23222F5-E81D-4F4B-AE77-84127C419AA5}"/>
              </a:ext>
            </a:extLst>
          </p:cNvPr>
          <p:cNvSpPr>
            <a:spLocks noGrp="1"/>
          </p:cNvSpPr>
          <p:nvPr/>
        </p:nvSpPr>
        <p:spPr>
          <a:xfrm>
            <a:off x="685800" y="13906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lang="en-US" sz="1110" dirty="0" err="1">
                <a:solidFill>
                  <a:srgbClr val="344054"/>
                </a:solidFill>
                <a:latin typeface="Yu Gothic UI"/>
                <a:ea typeface="Yu Gothic UI"/>
                <a:cs typeface="Yu Gothic UI"/>
              </a:rPr>
              <a:t>ブラウザから</a:t>
            </a:r>
            <a:r>
              <a:rPr lang="en-US" sz="1110" dirty="0">
                <a:solidFill>
                  <a:srgbClr val="344054"/>
                </a:solidFill>
                <a:latin typeface="Yu Gothic UI"/>
                <a:ea typeface="Yu Gothic UI"/>
                <a:cs typeface="Yu Gothic UI"/>
              </a:rPr>
              <a:t> http://&lt;VM </a:t>
            </a:r>
            <a:r>
              <a:rPr lang="en-US" sz="1110" dirty="0" err="1">
                <a:solidFill>
                  <a:srgbClr val="344054"/>
                </a:solidFill>
                <a:latin typeface="Yu Gothic UI"/>
                <a:ea typeface="Yu Gothic UI"/>
                <a:cs typeface="Yu Gothic UI"/>
              </a:rPr>
              <a:t>に割り当てられた</a:t>
            </a:r>
            <a:r>
              <a:rPr lang="en-US" sz="1110" dirty="0">
                <a:solidFill>
                  <a:srgbClr val="344054"/>
                </a:solidFill>
                <a:latin typeface="Yu Gothic UI"/>
                <a:ea typeface="Yu Gothic UI"/>
                <a:cs typeface="Yu Gothic UI"/>
              </a:rPr>
              <a:t> Public IP&gt;/ </a:t>
            </a:r>
            <a:r>
              <a:rPr lang="en-US" sz="1110" dirty="0" err="1">
                <a:solidFill>
                  <a:srgbClr val="344054"/>
                </a:solidFill>
                <a:latin typeface="Yu Gothic UI"/>
                <a:ea typeface="Yu Gothic UI"/>
                <a:cs typeface="Yu Gothic UI"/>
              </a:rPr>
              <a:t>にアクセスし、トップページが表示されることを確認する</a:t>
            </a:r>
            <a:endParaRPr sz="1110" b="0" dirty="0">
              <a:solidFill>
                <a:srgbClr val="344054"/>
              </a:solidFill>
              <a:latin typeface="Yu Gothic UI"/>
              <a:ea typeface="Yu Gothic UI"/>
              <a:cs typeface="Yu Gothic UI"/>
            </a:endParaRPr>
          </a:p>
        </p:txBody>
      </p:sp>
      <p:sp>
        <p:nvSpPr>
          <p:cNvPr id="11" name="正方形/長方形 10">
            <a:extLst>
              <a:ext uri="{FF2B5EF4-FFF2-40B4-BE49-F238E27FC236}">
                <a16:creationId xmlns:a16="http://schemas.microsoft.com/office/drawing/2014/main" id="{255B3DE6-F302-4AED-9756-FA20BB5839C0}"/>
              </a:ext>
            </a:extLst>
          </p:cNvPr>
          <p:cNvSpPr>
            <a:spLocks noGrp="1"/>
          </p:cNvSpPr>
          <p:nvPr/>
        </p:nvSpPr>
        <p:spPr>
          <a:xfrm>
            <a:off x="685800" y="1838631"/>
            <a:ext cx="10629900" cy="4444181"/>
          </a:xfrm>
          <a:prstGeom prst="rect">
            <a:avLst/>
          </a:prstGeom>
          <a:solidFill>
            <a:srgbClr val="FFFFFF"/>
          </a:solidFill>
          <a:ln w="9525">
            <a:solidFill>
              <a:srgbClr val="D0D5DD"/>
            </a:solidFill>
            <a:prstDash val="solid"/>
          </a:ln>
        </p:spPr>
        <p:txBody>
          <a:bodyPr/>
          <a:lstStyle/>
          <a:p>
            <a:endParaRPr lang="ja-JP" altLang="en-US"/>
          </a:p>
        </p:txBody>
      </p:sp>
      <p:sp>
        <p:nvSpPr>
          <p:cNvPr id="13" name="正方形/長方形 12">
            <a:extLst>
              <a:ext uri="{FF2B5EF4-FFF2-40B4-BE49-F238E27FC236}">
                <a16:creationId xmlns:a16="http://schemas.microsoft.com/office/drawing/2014/main" id="{35FCD7C2-873E-4909-9143-A26079F818DD}"/>
              </a:ext>
            </a:extLst>
          </p:cNvPr>
          <p:cNvSpPr>
            <a:spLocks noGrp="1"/>
          </p:cNvSpPr>
          <p:nvPr/>
        </p:nvSpPr>
        <p:spPr>
          <a:xfrm>
            <a:off x="3295650" y="5903119"/>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ブラウザーで NGINX のページを確認する</a:t>
            </a:r>
          </a:p>
        </p:txBody>
      </p:sp>
      <p:pic>
        <p:nvPicPr>
          <p:cNvPr id="16" name="図 15">
            <a:extLst>
              <a:ext uri="{FF2B5EF4-FFF2-40B4-BE49-F238E27FC236}">
                <a16:creationId xmlns:a16="http://schemas.microsoft.com/office/drawing/2014/main" id="{DD96FF5D-D88A-9088-1AAD-A6368E33847D}"/>
              </a:ext>
            </a:extLst>
          </p:cNvPr>
          <p:cNvPicPr>
            <a:picLocks noChangeAspect="1"/>
          </p:cNvPicPr>
          <p:nvPr/>
        </p:nvPicPr>
        <p:blipFill>
          <a:blip r:embed="rId3"/>
          <a:stretch>
            <a:fillRect/>
          </a:stretch>
        </p:blipFill>
        <p:spPr>
          <a:xfrm>
            <a:off x="2209800" y="2035584"/>
            <a:ext cx="7772400" cy="3744402"/>
          </a:xfrm>
          <a:prstGeom prst="rect">
            <a:avLst/>
          </a:prstGeom>
        </p:spPr>
      </p:pic>
      <p:sp>
        <p:nvSpPr>
          <p:cNvPr id="17" name="正方形/長方形 16">
            <a:extLst>
              <a:ext uri="{FF2B5EF4-FFF2-40B4-BE49-F238E27FC236}">
                <a16:creationId xmlns:a16="http://schemas.microsoft.com/office/drawing/2014/main" id="{0F83975E-369E-5CDC-D1DF-F90574398452}"/>
              </a:ext>
            </a:extLst>
          </p:cNvPr>
          <p:cNvSpPr/>
          <p:nvPr/>
        </p:nvSpPr>
        <p:spPr>
          <a:xfrm>
            <a:off x="2902665" y="2064271"/>
            <a:ext cx="2082290" cy="19411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15F49FB-F49C-FA92-CE94-22C8DBD87BC0}"/>
              </a:ext>
            </a:extLst>
          </p:cNvPr>
          <p:cNvSpPr/>
          <p:nvPr/>
        </p:nvSpPr>
        <p:spPr>
          <a:xfrm>
            <a:off x="2473118" y="2350870"/>
            <a:ext cx="7509081" cy="35215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C9B5E8B7-FFB6-C6CA-FE2E-A5E88FE8D39A}"/>
              </a:ext>
            </a:extLst>
          </p:cNvPr>
          <p:cNvSpPr/>
          <p:nvPr/>
        </p:nvSpPr>
        <p:spPr>
          <a:xfrm>
            <a:off x="846495" y="2396882"/>
            <a:ext cx="2345609" cy="898768"/>
          </a:xfrm>
          <a:prstGeom prst="wedgeRectCallout">
            <a:avLst>
              <a:gd name="adj1" fmla="val 42243"/>
              <a:gd name="adj2" fmla="val -6225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クライアント</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PC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のブラウザから</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lang="en-US" altLang="ja-JP" sz="1400" dirty="0">
                <a:solidFill>
                  <a:srgbClr val="344054"/>
                </a:solidFill>
                <a:latin typeface="Yu Gothic UI"/>
                <a:ea typeface="Yu Gothic UI"/>
                <a:cs typeface="Yu Gothic UI"/>
              </a:rPr>
              <a:t>http://&lt;VM </a:t>
            </a:r>
            <a:r>
              <a:rPr lang="en-US" altLang="ja-JP" sz="1400" dirty="0" err="1">
                <a:solidFill>
                  <a:srgbClr val="344054"/>
                </a:solidFill>
                <a:latin typeface="Yu Gothic UI"/>
                <a:ea typeface="Yu Gothic UI"/>
                <a:cs typeface="Yu Gothic UI"/>
              </a:rPr>
              <a:t>に割り当てられた</a:t>
            </a:r>
            <a:r>
              <a:rPr lang="en-US" altLang="ja-JP" sz="1400" dirty="0">
                <a:solidFill>
                  <a:srgbClr val="344054"/>
                </a:solidFill>
                <a:latin typeface="Yu Gothic UI"/>
                <a:ea typeface="Yu Gothic UI"/>
                <a:cs typeface="Yu Gothic UI"/>
              </a:rPr>
              <a:t> Public IP&gt;/ </a:t>
            </a:r>
            <a:r>
              <a:rPr lang="ja-JP" altLang="en-US" sz="1400">
                <a:solidFill>
                  <a:srgbClr val="344054"/>
                </a:solidFill>
                <a:latin typeface="Yu Gothic UI"/>
                <a:ea typeface="Yu Gothic UI"/>
                <a:cs typeface="Yu Gothic UI"/>
              </a:rPr>
              <a:t>にアクセス</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p>
        </p:txBody>
      </p:sp>
      <p:sp>
        <p:nvSpPr>
          <p:cNvPr id="20" name="四角形吹き出し 19">
            <a:extLst>
              <a:ext uri="{FF2B5EF4-FFF2-40B4-BE49-F238E27FC236}">
                <a16:creationId xmlns:a16="http://schemas.microsoft.com/office/drawing/2014/main" id="{E6908AAF-B907-65B7-99F8-80EF96285AB1}"/>
              </a:ext>
            </a:extLst>
          </p:cNvPr>
          <p:cNvSpPr/>
          <p:nvPr/>
        </p:nvSpPr>
        <p:spPr>
          <a:xfrm>
            <a:off x="9435889" y="2846266"/>
            <a:ext cx="2345609" cy="898768"/>
          </a:xfrm>
          <a:prstGeom prst="wedgeRectCallout">
            <a:avLst>
              <a:gd name="adj1" fmla="val -58360"/>
              <a:gd name="adj2" fmla="val 8105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カスタマイズされた</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VM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上のトップページが表示される。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CC7125C4-AC19-4EDA-8F97-C667C2A709ED}"/>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表示されないときの見方</a:t>
            </a:r>
          </a:p>
        </p:txBody>
      </p:sp>
      <p:sp>
        <p:nvSpPr>
          <p:cNvPr id="2" name="正方形/長方形 1">
            <a:extLst>
              <a:ext uri="{FF2B5EF4-FFF2-40B4-BE49-F238E27FC236}">
                <a16:creationId xmlns:a16="http://schemas.microsoft.com/office/drawing/2014/main" id="{BF180080-0F89-4B0B-BC54-AA33810BC70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30285382-1D66-4764-AD80-2F628D58305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CA1B9BDA-52E6-4F98-A059-6D03786AC8B3}"/>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画面が出ないときは、焦って設定を増やすのではなく、VM の状態、Public IP、アクセス方法、NSG、起動時スクリプトを順番に確認します。</a:t>
            </a:r>
          </a:p>
        </p:txBody>
      </p:sp>
      <p:sp>
        <p:nvSpPr>
          <p:cNvPr id="6" name="正方形/長方形 5">
            <a:extLst>
              <a:ext uri="{FF2B5EF4-FFF2-40B4-BE49-F238E27FC236}">
                <a16:creationId xmlns:a16="http://schemas.microsoft.com/office/drawing/2014/main" id="{72B1CD2E-C966-4120-BFD0-FD8C28F0C9B6}"/>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2" name="角丸四角形 11">
            <a:extLst>
              <a:ext uri="{FF2B5EF4-FFF2-40B4-BE49-F238E27FC236}">
                <a16:creationId xmlns:a16="http://schemas.microsoft.com/office/drawing/2014/main" id="{89C88B79-408E-F36E-D804-9F3AB660AE4F}"/>
              </a:ext>
            </a:extLst>
          </p:cNvPr>
          <p:cNvSpPr/>
          <p:nvPr/>
        </p:nvSpPr>
        <p:spPr>
          <a:xfrm>
            <a:off x="108472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角丸四角形 12">
            <a:extLst>
              <a:ext uri="{FF2B5EF4-FFF2-40B4-BE49-F238E27FC236}">
                <a16:creationId xmlns:a16="http://schemas.microsoft.com/office/drawing/2014/main" id="{2F6954A7-619D-2483-2CE7-B2588DEEE2DE}"/>
              </a:ext>
            </a:extLst>
          </p:cNvPr>
          <p:cNvSpPr/>
          <p:nvPr/>
        </p:nvSpPr>
        <p:spPr>
          <a:xfrm>
            <a:off x="3159273" y="2732664"/>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角丸四角形 13">
            <a:extLst>
              <a:ext uri="{FF2B5EF4-FFF2-40B4-BE49-F238E27FC236}">
                <a16:creationId xmlns:a16="http://schemas.microsoft.com/office/drawing/2014/main" id="{0CD7B344-9E09-C78B-922C-4A783D096D52}"/>
              </a:ext>
            </a:extLst>
          </p:cNvPr>
          <p:cNvSpPr/>
          <p:nvPr/>
        </p:nvSpPr>
        <p:spPr>
          <a:xfrm>
            <a:off x="5233817"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角丸四角形 14">
            <a:extLst>
              <a:ext uri="{FF2B5EF4-FFF2-40B4-BE49-F238E27FC236}">
                <a16:creationId xmlns:a16="http://schemas.microsoft.com/office/drawing/2014/main" id="{47246411-DB3C-DF4B-D5CB-CF2DCC2F6B1D}"/>
              </a:ext>
            </a:extLst>
          </p:cNvPr>
          <p:cNvSpPr/>
          <p:nvPr/>
        </p:nvSpPr>
        <p:spPr>
          <a:xfrm>
            <a:off x="7374146"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角丸四角形 15">
            <a:extLst>
              <a:ext uri="{FF2B5EF4-FFF2-40B4-BE49-F238E27FC236}">
                <a16:creationId xmlns:a16="http://schemas.microsoft.com/office/drawing/2014/main" id="{1D1A2872-40F0-6B2A-D240-6CFA8DBF6B4D}"/>
              </a:ext>
            </a:extLst>
          </p:cNvPr>
          <p:cNvSpPr/>
          <p:nvPr/>
        </p:nvSpPr>
        <p:spPr>
          <a:xfrm>
            <a:off x="952465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572AEAA-E20B-A3B3-8E59-B70F89C54F60}"/>
              </a:ext>
            </a:extLst>
          </p:cNvPr>
          <p:cNvSpPr txBox="1"/>
          <p:nvPr/>
        </p:nvSpPr>
        <p:spPr>
          <a:xfrm>
            <a:off x="1263468"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VM </a:t>
            </a:r>
            <a:r>
              <a:rPr kumimoji="1" lang="ja-JP" altLang="en-US">
                <a:latin typeface="Yu Gothic UI" panose="020B0500000000000000" pitchFamily="34" charset="-128"/>
                <a:ea typeface="Yu Gothic UI" panose="020B0500000000000000" pitchFamily="34" charset="-128"/>
              </a:rPr>
              <a:t>の状態確認</a:t>
            </a:r>
          </a:p>
        </p:txBody>
      </p:sp>
      <p:sp>
        <p:nvSpPr>
          <p:cNvPr id="18" name="テキスト ボックス 17">
            <a:extLst>
              <a:ext uri="{FF2B5EF4-FFF2-40B4-BE49-F238E27FC236}">
                <a16:creationId xmlns:a16="http://schemas.microsoft.com/office/drawing/2014/main" id="{CF14B158-5CAC-A864-6AB9-318338E0C9D7}"/>
              </a:ext>
            </a:extLst>
          </p:cNvPr>
          <p:cNvSpPr txBox="1"/>
          <p:nvPr/>
        </p:nvSpPr>
        <p:spPr>
          <a:xfrm>
            <a:off x="1094913" y="3508769"/>
            <a:ext cx="1714181" cy="307777"/>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VM </a:t>
            </a:r>
            <a:r>
              <a:rPr kumimoji="1" lang="ja-JP" altLang="en-US" sz="1400">
                <a:latin typeface="Yu Gothic UI" panose="020B0500000000000000" pitchFamily="34" charset="-128"/>
                <a:ea typeface="Yu Gothic UI" panose="020B0500000000000000" pitchFamily="34" charset="-128"/>
              </a:rPr>
              <a:t>は</a:t>
            </a:r>
            <a:r>
              <a:rPr kumimoji="1" lang="en-US" altLang="ja-JP" sz="1400" dirty="0">
                <a:latin typeface="Yu Gothic UI" panose="020B0500000000000000" pitchFamily="34" charset="-128"/>
                <a:ea typeface="Yu Gothic UI" panose="020B0500000000000000" pitchFamily="34" charset="-128"/>
              </a:rPr>
              <a:t> Running </a:t>
            </a:r>
            <a:r>
              <a:rPr kumimoji="1" lang="ja-JP" altLang="en-US" sz="1400">
                <a:latin typeface="Yu Gothic UI" panose="020B0500000000000000" pitchFamily="34" charset="-128"/>
                <a:ea typeface="Yu Gothic UI" panose="020B0500000000000000" pitchFamily="34" charset="-128"/>
              </a:rPr>
              <a:t>か</a:t>
            </a:r>
          </a:p>
        </p:txBody>
      </p:sp>
      <p:sp>
        <p:nvSpPr>
          <p:cNvPr id="19" name="テキスト ボックス 18">
            <a:extLst>
              <a:ext uri="{FF2B5EF4-FFF2-40B4-BE49-F238E27FC236}">
                <a16:creationId xmlns:a16="http://schemas.microsoft.com/office/drawing/2014/main" id="{F4536D62-BDAC-7898-70C2-9DD3DD9A79F8}"/>
              </a:ext>
            </a:extLst>
          </p:cNvPr>
          <p:cNvSpPr txBox="1"/>
          <p:nvPr/>
        </p:nvSpPr>
        <p:spPr>
          <a:xfrm>
            <a:off x="3338012"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宛先の確認</a:t>
            </a:r>
          </a:p>
        </p:txBody>
      </p:sp>
      <p:sp>
        <p:nvSpPr>
          <p:cNvPr id="20" name="テキスト ボックス 19">
            <a:extLst>
              <a:ext uri="{FF2B5EF4-FFF2-40B4-BE49-F238E27FC236}">
                <a16:creationId xmlns:a16="http://schemas.microsoft.com/office/drawing/2014/main" id="{E62DB8E7-8F13-38E7-D9C8-350A3E0EBA0E}"/>
              </a:ext>
            </a:extLst>
          </p:cNvPr>
          <p:cNvSpPr txBox="1"/>
          <p:nvPr/>
        </p:nvSpPr>
        <p:spPr>
          <a:xfrm>
            <a:off x="3169457" y="3508769"/>
            <a:ext cx="1714181" cy="954107"/>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VM </a:t>
            </a:r>
            <a:r>
              <a:rPr kumimoji="1" lang="ja-JP" altLang="en-US" sz="1400">
                <a:latin typeface="Yu Gothic UI" panose="020B0500000000000000" pitchFamily="34" charset="-128"/>
                <a:ea typeface="Yu Gothic UI" panose="020B0500000000000000" pitchFamily="34" charset="-128"/>
              </a:rPr>
              <a:t>に割り当てられている</a:t>
            </a:r>
            <a:r>
              <a:rPr kumimoji="1" lang="en-US" altLang="ja-JP" sz="1400" dirty="0">
                <a:latin typeface="Yu Gothic UI" panose="020B0500000000000000" pitchFamily="34" charset="-128"/>
                <a:ea typeface="Yu Gothic UI" panose="020B0500000000000000" pitchFamily="34" charset="-128"/>
              </a:rPr>
              <a:t> Public IP </a:t>
            </a:r>
            <a:r>
              <a:rPr kumimoji="1" lang="ja-JP" altLang="en-US" sz="1400">
                <a:latin typeface="Yu Gothic UI" panose="020B0500000000000000" pitchFamily="34" charset="-128"/>
                <a:ea typeface="Yu Gothic UI" panose="020B0500000000000000" pitchFamily="34" charset="-128"/>
              </a:rPr>
              <a:t>を正しく宛先としてブラウザに入力しているか</a:t>
            </a:r>
            <a:endParaRPr kumimoji="1" lang="en-US" altLang="ja-JP" sz="1400" dirty="0">
              <a:latin typeface="Yu Gothic UI" panose="020B0500000000000000" pitchFamily="34" charset="-128"/>
              <a:ea typeface="Yu Gothic UI" panose="020B0500000000000000" pitchFamily="34" charset="-128"/>
            </a:endParaRPr>
          </a:p>
        </p:txBody>
      </p:sp>
      <p:sp>
        <p:nvSpPr>
          <p:cNvPr id="21" name="テキスト ボックス 20">
            <a:extLst>
              <a:ext uri="{FF2B5EF4-FFF2-40B4-BE49-F238E27FC236}">
                <a16:creationId xmlns:a16="http://schemas.microsoft.com/office/drawing/2014/main" id="{EC168DD9-37BF-719E-9553-42AA2ADAA6C4}"/>
              </a:ext>
            </a:extLst>
          </p:cNvPr>
          <p:cNvSpPr txBox="1"/>
          <p:nvPr/>
        </p:nvSpPr>
        <p:spPr>
          <a:xfrm>
            <a:off x="5412556" y="2818614"/>
            <a:ext cx="1366887" cy="646331"/>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プロトコルの確認</a:t>
            </a:r>
          </a:p>
        </p:txBody>
      </p:sp>
      <p:sp>
        <p:nvSpPr>
          <p:cNvPr id="22" name="テキスト ボックス 21">
            <a:extLst>
              <a:ext uri="{FF2B5EF4-FFF2-40B4-BE49-F238E27FC236}">
                <a16:creationId xmlns:a16="http://schemas.microsoft.com/office/drawing/2014/main" id="{C892DDA8-4CE2-5610-60FE-8CF87A9F45D2}"/>
              </a:ext>
            </a:extLst>
          </p:cNvPr>
          <p:cNvSpPr txBox="1"/>
          <p:nvPr/>
        </p:nvSpPr>
        <p:spPr>
          <a:xfrm>
            <a:off x="5244001" y="3508769"/>
            <a:ext cx="1714181" cy="954107"/>
          </a:xfrm>
          <a:prstGeom prst="rect">
            <a:avLst/>
          </a:prstGeom>
          <a:noFill/>
        </p:spPr>
        <p:txBody>
          <a:bodyPr wrap="square" rtlCol="0">
            <a:spAutoFit/>
          </a:bodyPr>
          <a:lstStyle/>
          <a:p>
            <a:pPr algn="ctr"/>
            <a:r>
              <a:rPr kumimoji="1" lang="ja-JP" altLang="en-US" sz="1400">
                <a:latin typeface="Yu Gothic UI" panose="020B0500000000000000" pitchFamily="34" charset="-128"/>
                <a:ea typeface="Yu Gothic UI" panose="020B0500000000000000" pitchFamily="34" charset="-128"/>
              </a:rPr>
              <a:t>ブラウザで指定したプロトコルは</a:t>
            </a:r>
            <a:r>
              <a:rPr kumimoji="1" lang="en-US" altLang="ja-JP" sz="1400" dirty="0">
                <a:latin typeface="Yu Gothic UI" panose="020B0500000000000000" pitchFamily="34" charset="-128"/>
                <a:ea typeface="Yu Gothic UI" panose="020B0500000000000000" pitchFamily="34" charset="-128"/>
              </a:rPr>
              <a:t> https </a:t>
            </a:r>
            <a:r>
              <a:rPr kumimoji="1" lang="ja-JP" altLang="en-US" sz="1400">
                <a:latin typeface="Yu Gothic UI" panose="020B0500000000000000" pitchFamily="34" charset="-128"/>
                <a:ea typeface="Yu Gothic UI" panose="020B0500000000000000" pitchFamily="34" charset="-128"/>
              </a:rPr>
              <a:t>ではなく、</a:t>
            </a:r>
            <a:r>
              <a:rPr kumimoji="1" lang="en-US" altLang="ja-JP" sz="1400" dirty="0">
                <a:latin typeface="Yu Gothic UI" panose="020B0500000000000000" pitchFamily="34" charset="-128"/>
                <a:ea typeface="Yu Gothic UI" panose="020B0500000000000000" pitchFamily="34" charset="-128"/>
              </a:rPr>
              <a:t>http </a:t>
            </a:r>
            <a:r>
              <a:rPr kumimoji="1" lang="ja-JP" altLang="en-US" sz="1400">
                <a:latin typeface="Yu Gothic UI" panose="020B0500000000000000" pitchFamily="34" charset="-128"/>
                <a:ea typeface="Yu Gothic UI" panose="020B0500000000000000" pitchFamily="34" charset="-128"/>
              </a:rPr>
              <a:t>になっているか</a:t>
            </a:r>
            <a:endParaRPr kumimoji="1" lang="en-US" altLang="ja-JP" sz="1400" dirty="0">
              <a:latin typeface="Yu Gothic UI" panose="020B0500000000000000" pitchFamily="34" charset="-128"/>
              <a:ea typeface="Yu Gothic UI" panose="020B0500000000000000" pitchFamily="34" charset="-128"/>
            </a:endParaRPr>
          </a:p>
        </p:txBody>
      </p:sp>
      <p:cxnSp>
        <p:nvCxnSpPr>
          <p:cNvPr id="23" name="直線矢印コネクタ 22">
            <a:extLst>
              <a:ext uri="{FF2B5EF4-FFF2-40B4-BE49-F238E27FC236}">
                <a16:creationId xmlns:a16="http://schemas.microsoft.com/office/drawing/2014/main" id="{8A83F4EF-A4F4-260C-43AF-832EDE7E1D40}"/>
              </a:ext>
            </a:extLst>
          </p:cNvPr>
          <p:cNvCxnSpPr>
            <a:stCxn id="12" idx="3"/>
            <a:endCxn id="13" idx="1"/>
          </p:cNvCxnSpPr>
          <p:nvPr/>
        </p:nvCxnSpPr>
        <p:spPr>
          <a:xfrm>
            <a:off x="2809095"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8367CE4-5487-1B33-2FFA-9369008047CA}"/>
              </a:ext>
            </a:extLst>
          </p:cNvPr>
          <p:cNvCxnSpPr>
            <a:cxnSpLocks/>
            <a:stCxn id="13" idx="3"/>
            <a:endCxn id="14" idx="1"/>
          </p:cNvCxnSpPr>
          <p:nvPr/>
        </p:nvCxnSpPr>
        <p:spPr>
          <a:xfrm flipV="1">
            <a:off x="4883639"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3CD89028-0F52-1D83-F3BD-301DA31FCAF6}"/>
              </a:ext>
            </a:extLst>
          </p:cNvPr>
          <p:cNvCxnSpPr>
            <a:cxnSpLocks/>
            <a:stCxn id="14" idx="3"/>
            <a:endCxn id="15" idx="1"/>
          </p:cNvCxnSpPr>
          <p:nvPr/>
        </p:nvCxnSpPr>
        <p:spPr>
          <a:xfrm>
            <a:off x="6958183" y="4193178"/>
            <a:ext cx="41596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5E6DF584-FF76-6288-EBD2-FB22263CC52A}"/>
              </a:ext>
            </a:extLst>
          </p:cNvPr>
          <p:cNvCxnSpPr>
            <a:cxnSpLocks/>
            <a:endCxn id="16" idx="1"/>
          </p:cNvCxnSpPr>
          <p:nvPr/>
        </p:nvCxnSpPr>
        <p:spPr>
          <a:xfrm>
            <a:off x="9098512" y="4193178"/>
            <a:ext cx="426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2A8C5247-0DA8-73B3-75F9-C57D803BF686}"/>
              </a:ext>
            </a:extLst>
          </p:cNvPr>
          <p:cNvSpPr txBox="1"/>
          <p:nvPr/>
        </p:nvSpPr>
        <p:spPr>
          <a:xfrm>
            <a:off x="7552885"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NSG </a:t>
            </a:r>
            <a:r>
              <a:rPr kumimoji="1" lang="ja-JP" altLang="en-US">
                <a:latin typeface="Yu Gothic UI" panose="020B0500000000000000" pitchFamily="34" charset="-128"/>
                <a:ea typeface="Yu Gothic UI" panose="020B0500000000000000" pitchFamily="34" charset="-128"/>
              </a:rPr>
              <a:t>の設定確認</a:t>
            </a:r>
          </a:p>
        </p:txBody>
      </p:sp>
      <p:sp>
        <p:nvSpPr>
          <p:cNvPr id="28" name="テキスト ボックス 27">
            <a:extLst>
              <a:ext uri="{FF2B5EF4-FFF2-40B4-BE49-F238E27FC236}">
                <a16:creationId xmlns:a16="http://schemas.microsoft.com/office/drawing/2014/main" id="{EAEC7E8B-B9E8-9209-A30D-16BCFFCF5947}"/>
              </a:ext>
            </a:extLst>
          </p:cNvPr>
          <p:cNvSpPr txBox="1"/>
          <p:nvPr/>
        </p:nvSpPr>
        <p:spPr>
          <a:xfrm>
            <a:off x="7384330" y="3508769"/>
            <a:ext cx="1714181" cy="738664"/>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HTTP 80 </a:t>
            </a:r>
            <a:r>
              <a:rPr kumimoji="1" lang="ja-JP" altLang="en-US" sz="1400">
                <a:latin typeface="Yu Gothic UI" panose="020B0500000000000000" pitchFamily="34" charset="-128"/>
                <a:ea typeface="Yu Gothic UI" panose="020B0500000000000000" pitchFamily="34" charset="-128"/>
              </a:rPr>
              <a:t>番を受信ルール規則で許可しているか</a:t>
            </a:r>
            <a:endParaRPr kumimoji="1" lang="en-US" altLang="ja-JP" sz="1400" dirty="0">
              <a:latin typeface="Yu Gothic UI" panose="020B0500000000000000" pitchFamily="34" charset="-128"/>
              <a:ea typeface="Yu Gothic UI" panose="020B0500000000000000" pitchFamily="34" charset="-128"/>
            </a:endParaRPr>
          </a:p>
        </p:txBody>
      </p:sp>
      <p:sp>
        <p:nvSpPr>
          <p:cNvPr id="29" name="テキスト ボックス 28">
            <a:extLst>
              <a:ext uri="{FF2B5EF4-FFF2-40B4-BE49-F238E27FC236}">
                <a16:creationId xmlns:a16="http://schemas.microsoft.com/office/drawing/2014/main" id="{387A64A3-3706-A5B3-750E-C8E63EC318AB}"/>
              </a:ext>
            </a:extLst>
          </p:cNvPr>
          <p:cNvSpPr txBox="1"/>
          <p:nvPr/>
        </p:nvSpPr>
        <p:spPr>
          <a:xfrm>
            <a:off x="9703399" y="2818614"/>
            <a:ext cx="1366887" cy="1200329"/>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NGINX</a:t>
            </a:r>
            <a:r>
              <a:rPr kumimoji="1" lang="ja-JP" altLang="en-US">
                <a:latin typeface="Yu Gothic UI" panose="020B0500000000000000" pitchFamily="34" charset="-128"/>
                <a:ea typeface="Yu Gothic UI" panose="020B0500000000000000" pitchFamily="34" charset="-128"/>
              </a:rPr>
              <a:t>のインストール、カスタムページ設定</a:t>
            </a:r>
          </a:p>
        </p:txBody>
      </p:sp>
      <p:sp>
        <p:nvSpPr>
          <p:cNvPr id="30" name="テキスト ボックス 29">
            <a:extLst>
              <a:ext uri="{FF2B5EF4-FFF2-40B4-BE49-F238E27FC236}">
                <a16:creationId xmlns:a16="http://schemas.microsoft.com/office/drawing/2014/main" id="{684381C4-9306-EB8C-99E2-ED98627870B8}"/>
              </a:ext>
            </a:extLst>
          </p:cNvPr>
          <p:cNvSpPr txBox="1"/>
          <p:nvPr/>
        </p:nvSpPr>
        <p:spPr>
          <a:xfrm>
            <a:off x="9534844" y="4119778"/>
            <a:ext cx="1714181" cy="523220"/>
          </a:xfrm>
          <a:prstGeom prst="rect">
            <a:avLst/>
          </a:prstGeom>
          <a:noFill/>
        </p:spPr>
        <p:txBody>
          <a:bodyPr wrap="square" rtlCol="0">
            <a:spAutoFit/>
          </a:bodyPr>
          <a:lstStyle/>
          <a:p>
            <a:pPr algn="ctr"/>
            <a:r>
              <a:rPr kumimoji="1" lang="ja-JP" altLang="en-US" sz="1400">
                <a:latin typeface="Yu Gothic UI" panose="020B0500000000000000" pitchFamily="34" charset="-128"/>
                <a:ea typeface="Yu Gothic UI" panose="020B0500000000000000" pitchFamily="34" charset="-128"/>
              </a:rPr>
              <a:t>カスタムスクリプトは正しく実行されたか</a:t>
            </a:r>
            <a:endParaRPr kumimoji="1" lang="en-US" altLang="ja-JP" sz="1400" dirty="0">
              <a:latin typeface="Yu Gothic UI" panose="020B0500000000000000" pitchFamily="34" charset="-128"/>
              <a:ea typeface="Yu Gothic UI" panose="020B0500000000000000" pitchFamily="34" charset="-128"/>
            </a:endParaRPr>
          </a:p>
        </p:txBody>
      </p:sp>
      <p:pic>
        <p:nvPicPr>
          <p:cNvPr id="31" name="グラフィックス 30">
            <a:extLst>
              <a:ext uri="{FF2B5EF4-FFF2-40B4-BE49-F238E27FC236}">
                <a16:creationId xmlns:a16="http://schemas.microsoft.com/office/drawing/2014/main" id="{285A6F47-ACD2-3267-CA5B-7C522DEEF3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15530" y="4811010"/>
            <a:ext cx="462764" cy="462764"/>
          </a:xfrm>
          <a:prstGeom prst="rect">
            <a:avLst/>
          </a:prstGeom>
        </p:spPr>
      </p:pic>
      <p:pic>
        <p:nvPicPr>
          <p:cNvPr id="33" name="グラフィックス 32">
            <a:extLst>
              <a:ext uri="{FF2B5EF4-FFF2-40B4-BE49-F238E27FC236}">
                <a16:creationId xmlns:a16="http://schemas.microsoft.com/office/drawing/2014/main" id="{EEBEFC21-3178-68A4-245F-09BC24788E1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87120" y="4853011"/>
            <a:ext cx="298415" cy="298415"/>
          </a:xfrm>
          <a:prstGeom prst="rect">
            <a:avLst/>
          </a:prstGeom>
        </p:spPr>
      </p:pic>
      <p:pic>
        <p:nvPicPr>
          <p:cNvPr id="37" name="グラフィックス 36">
            <a:extLst>
              <a:ext uri="{FF2B5EF4-FFF2-40B4-BE49-F238E27FC236}">
                <a16:creationId xmlns:a16="http://schemas.microsoft.com/office/drawing/2014/main" id="{A650F7D8-5C4D-FD81-AB6B-5FD4BA46474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67362" y="4853011"/>
            <a:ext cx="308694" cy="308694"/>
          </a:xfrm>
          <a:prstGeom prst="rect">
            <a:avLst/>
          </a:prstGeom>
        </p:spPr>
      </p:pic>
    </p:spTree>
    <p:extLst>
      <p:ext uri="{BB962C8B-B14F-4D97-AF65-F5344CB8AC3E}">
        <p14:creationId xmlns:p14="http://schemas.microsoft.com/office/powerpoint/2010/main" val="11860771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8A4BC404-49DD-4199-801F-58F3175A59F7}"/>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NSG の受信ルールを確認する</a:t>
            </a:r>
          </a:p>
        </p:txBody>
      </p:sp>
      <p:sp>
        <p:nvSpPr>
          <p:cNvPr id="2" name="正方形/長方形 1">
            <a:extLst>
              <a:ext uri="{FF2B5EF4-FFF2-40B4-BE49-F238E27FC236}">
                <a16:creationId xmlns:a16="http://schemas.microsoft.com/office/drawing/2014/main" id="{1E36148D-B0FC-473B-930A-08E006F85AC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C930E6B9-5BB8-4FF5-83E6-C124FF44CED7}"/>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A037233-852B-4C48-8C2E-F82EA7D5F649}"/>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HTTP でアクセスできない場合は、NSG の受信ルールで Web 通信が許可されているかを確認します。</a:t>
            </a:r>
          </a:p>
        </p:txBody>
      </p:sp>
      <p:sp>
        <p:nvSpPr>
          <p:cNvPr id="6" name="正方形/長方形 5">
            <a:extLst>
              <a:ext uri="{FF2B5EF4-FFF2-40B4-BE49-F238E27FC236}">
                <a16:creationId xmlns:a16="http://schemas.microsoft.com/office/drawing/2014/main" id="{571C2A4D-BCA8-4105-9E5B-E947B91323D9}"/>
              </a:ext>
            </a:extLst>
          </p:cNvPr>
          <p:cNvSpPr>
            <a:spLocks noGrp="1"/>
          </p:cNvSpPr>
          <p:nvPr/>
        </p:nvSpPr>
        <p:spPr>
          <a:xfrm>
            <a:off x="781050" y="278130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ABAA4DE3-DC3F-447C-BF12-CFC726DCE072}"/>
              </a:ext>
            </a:extLst>
          </p:cNvPr>
          <p:cNvSpPr>
            <a:spLocks noGrp="1"/>
          </p:cNvSpPr>
          <p:nvPr/>
        </p:nvSpPr>
        <p:spPr>
          <a:xfrm>
            <a:off x="781050" y="2781300"/>
            <a:ext cx="76200" cy="1428750"/>
          </a:xfrm>
          <a:prstGeom prst="rect">
            <a:avLst/>
          </a:prstGeom>
          <a:solidFill>
            <a:srgbClr val="4472C4"/>
          </a:solidFill>
          <a:ln w="0">
            <a:solidFill>
              <a:srgbClr val="4472C4"/>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E65304C3-498B-41ED-AAC9-381CA64D2F29}"/>
              </a:ext>
            </a:extLst>
          </p:cNvPr>
          <p:cNvSpPr>
            <a:spLocks noGrp="1"/>
          </p:cNvSpPr>
          <p:nvPr/>
        </p:nvSpPr>
        <p:spPr>
          <a:xfrm>
            <a:off x="990600" y="293370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900" b="1">
                <a:solidFill>
                  <a:srgbClr val="4472C4"/>
                </a:solidFill>
                <a:latin typeface="Yu Gothic UI"/>
                <a:ea typeface="Yu Gothic UI"/>
                <a:cs typeface="Yu Gothic UI"/>
              </a:rPr>
              <a:t>見るポイント</a:t>
            </a:r>
          </a:p>
        </p:txBody>
      </p:sp>
      <p:sp>
        <p:nvSpPr>
          <p:cNvPr id="9" name="正方形/長方形 8">
            <a:extLst>
              <a:ext uri="{FF2B5EF4-FFF2-40B4-BE49-F238E27FC236}">
                <a16:creationId xmlns:a16="http://schemas.microsoft.com/office/drawing/2014/main" id="{1183866B-7EEF-4F11-99D8-C81103F5825E}"/>
              </a:ext>
            </a:extLst>
          </p:cNvPr>
          <p:cNvSpPr>
            <a:spLocks noGrp="1"/>
          </p:cNvSpPr>
          <p:nvPr/>
        </p:nvSpPr>
        <p:spPr>
          <a:xfrm>
            <a:off x="990600" y="318135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許可、プロトコル、ポート</a:t>
            </a:r>
          </a:p>
        </p:txBody>
      </p:sp>
      <p:sp>
        <p:nvSpPr>
          <p:cNvPr id="10" name="正方形/長方形 9">
            <a:extLst>
              <a:ext uri="{FF2B5EF4-FFF2-40B4-BE49-F238E27FC236}">
                <a16:creationId xmlns:a16="http://schemas.microsoft.com/office/drawing/2014/main" id="{81BCB34B-604B-478F-9C07-421003EDAED7}"/>
              </a:ext>
            </a:extLst>
          </p:cNvPr>
          <p:cNvSpPr>
            <a:spLocks noGrp="1"/>
          </p:cNvSpPr>
          <p:nvPr/>
        </p:nvSpPr>
        <p:spPr>
          <a:xfrm>
            <a:off x="990600" y="358140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Web サーバへ届く通信の入口が開いているかを、ルールとして確認します。</a:t>
            </a:r>
          </a:p>
        </p:txBody>
      </p:sp>
      <p:sp>
        <p:nvSpPr>
          <p:cNvPr id="11" name="正方形/長方形 10">
            <a:extLst>
              <a:ext uri="{FF2B5EF4-FFF2-40B4-BE49-F238E27FC236}">
                <a16:creationId xmlns:a16="http://schemas.microsoft.com/office/drawing/2014/main" id="{5F18682D-1258-48AE-8BA8-64A55CB92739}"/>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5467350" y="1878806"/>
            <a:ext cx="5715000" cy="3214688"/>
          </a:xfrm>
          <a:prstGeom prst="rect">
            <a:avLst/>
          </a:prstGeom>
        </p:spPr>
      </p:pic>
      <p:sp>
        <p:nvSpPr>
          <p:cNvPr id="13" name="正方形/長方形 12">
            <a:extLst>
              <a:ext uri="{FF2B5EF4-FFF2-40B4-BE49-F238E27FC236}">
                <a16:creationId xmlns:a16="http://schemas.microsoft.com/office/drawing/2014/main" id="{95FE3E1C-8982-4AC8-ABC8-B7DCDA0F8F74}"/>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NSG の受信ルールを確認する</a:t>
            </a:r>
          </a:p>
        </p:txBody>
      </p:sp>
      <p:sp>
        <p:nvSpPr>
          <p:cNvPr id="16" name="正方形/長方形 15">
            <a:extLst>
              <a:ext uri="{FF2B5EF4-FFF2-40B4-BE49-F238E27FC236}">
                <a16:creationId xmlns:a16="http://schemas.microsoft.com/office/drawing/2014/main" id="{595400E0-19DA-BE97-56CF-5C7938F865D5}"/>
              </a:ext>
            </a:extLst>
          </p:cNvPr>
          <p:cNvSpPr/>
          <p:nvPr/>
        </p:nvSpPr>
        <p:spPr>
          <a:xfrm>
            <a:off x="6381134" y="3581400"/>
            <a:ext cx="4744065" cy="19418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99B22CC9-9634-B83E-719D-5C88B6CE1559}"/>
              </a:ext>
            </a:extLst>
          </p:cNvPr>
          <p:cNvSpPr/>
          <p:nvPr/>
        </p:nvSpPr>
        <p:spPr>
          <a:xfrm>
            <a:off x="4305300" y="4292021"/>
            <a:ext cx="2726609" cy="1069546"/>
          </a:xfrm>
          <a:prstGeom prst="wedgeRectCallout">
            <a:avLst>
              <a:gd name="adj1" fmla="val 41161"/>
              <a:gd name="adj2" fmla="val -8934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VM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に割り当てられている</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NSG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の受信ルール規則において、送信元</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IP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が</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Any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で宛先ポート</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TCP 80 (HTTP)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が</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Allow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許可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になっている必要があります。</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3A08BF81-6B03-4D06-AD93-00DE942C60DF}"/>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構築した構成を振り返る</a:t>
            </a:r>
          </a:p>
        </p:txBody>
      </p:sp>
      <p:sp>
        <p:nvSpPr>
          <p:cNvPr id="2" name="正方形/長方形 1">
            <a:extLst>
              <a:ext uri="{FF2B5EF4-FFF2-40B4-BE49-F238E27FC236}">
                <a16:creationId xmlns:a16="http://schemas.microsoft.com/office/drawing/2014/main" id="{4D483613-5555-4577-B449-F25C8BAC0DE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A4DF9560-531C-4475-96E3-90AEDB85550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E613C764-879A-4C75-9EA7-E34BB11E8792}"/>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作成したリソースをアーキテクチャ図に戻して、VM、ディスク、NIC、Public IP、NSG、VNet がそれぞれ何を担当したかを確認します。</a:t>
            </a:r>
          </a:p>
        </p:txBody>
      </p:sp>
      <p:sp>
        <p:nvSpPr>
          <p:cNvPr id="10" name="正方形/長方形 9">
            <a:extLst>
              <a:ext uri="{FF2B5EF4-FFF2-40B4-BE49-F238E27FC236}">
                <a16:creationId xmlns:a16="http://schemas.microsoft.com/office/drawing/2014/main" id="{44C3544F-C854-C770-FD27-671AD48DD103}"/>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1" name="角丸四角形 10">
            <a:extLst>
              <a:ext uri="{FF2B5EF4-FFF2-40B4-BE49-F238E27FC236}">
                <a16:creationId xmlns:a16="http://schemas.microsoft.com/office/drawing/2014/main" id="{95FA1D8F-ACDA-C3A3-2AD8-D6CAA2DD6AC0}"/>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0C1AA720-06B5-62C5-8EF0-06140291DFF8}"/>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13" name="角丸四角形 12">
            <a:extLst>
              <a:ext uri="{FF2B5EF4-FFF2-40B4-BE49-F238E27FC236}">
                <a16:creationId xmlns:a16="http://schemas.microsoft.com/office/drawing/2014/main" id="{B74FE282-617A-E8DA-85B0-3513CDF52B56}"/>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角丸四角形 13">
            <a:extLst>
              <a:ext uri="{FF2B5EF4-FFF2-40B4-BE49-F238E27FC236}">
                <a16:creationId xmlns:a16="http://schemas.microsoft.com/office/drawing/2014/main" id="{7517F679-C205-699F-5F4C-C50982BE3C89}"/>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a:extLst>
              <a:ext uri="{FF2B5EF4-FFF2-40B4-BE49-F238E27FC236}">
                <a16:creationId xmlns:a16="http://schemas.microsoft.com/office/drawing/2014/main" id="{431D99AB-3800-2D65-2302-DDA4628CEE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9637" y="3579925"/>
            <a:ext cx="462764" cy="462764"/>
          </a:xfrm>
          <a:prstGeom prst="rect">
            <a:avLst/>
          </a:prstGeom>
        </p:spPr>
      </p:pic>
      <p:pic>
        <p:nvPicPr>
          <p:cNvPr id="16" name="グラフィックス 15">
            <a:extLst>
              <a:ext uri="{FF2B5EF4-FFF2-40B4-BE49-F238E27FC236}">
                <a16:creationId xmlns:a16="http://schemas.microsoft.com/office/drawing/2014/main" id="{5D200522-9A6A-E99F-8967-392B283FFA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8145" y="4485871"/>
            <a:ext cx="298415" cy="298415"/>
          </a:xfrm>
          <a:prstGeom prst="rect">
            <a:avLst/>
          </a:prstGeom>
        </p:spPr>
      </p:pic>
      <p:pic>
        <p:nvPicPr>
          <p:cNvPr id="17" name="グラフィックス 16">
            <a:extLst>
              <a:ext uri="{FF2B5EF4-FFF2-40B4-BE49-F238E27FC236}">
                <a16:creationId xmlns:a16="http://schemas.microsoft.com/office/drawing/2014/main" id="{A7387942-9FA1-11F4-DCD2-E31DD60DAD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8129" y="2662256"/>
            <a:ext cx="298415" cy="298415"/>
          </a:xfrm>
          <a:prstGeom prst="rect">
            <a:avLst/>
          </a:prstGeom>
        </p:spPr>
      </p:pic>
      <p:pic>
        <p:nvPicPr>
          <p:cNvPr id="18" name="グラフィックス 17">
            <a:extLst>
              <a:ext uri="{FF2B5EF4-FFF2-40B4-BE49-F238E27FC236}">
                <a16:creationId xmlns:a16="http://schemas.microsoft.com/office/drawing/2014/main" id="{2FE210A1-1727-9665-67CE-FFA66DE29B7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48765" y="3656865"/>
            <a:ext cx="308694" cy="308694"/>
          </a:xfrm>
          <a:prstGeom prst="rect">
            <a:avLst/>
          </a:prstGeom>
        </p:spPr>
      </p:pic>
      <p:pic>
        <p:nvPicPr>
          <p:cNvPr id="19" name="グラフィックス 18">
            <a:extLst>
              <a:ext uri="{FF2B5EF4-FFF2-40B4-BE49-F238E27FC236}">
                <a16:creationId xmlns:a16="http://schemas.microsoft.com/office/drawing/2014/main" id="{3981A352-7019-03AC-60B4-41D9CDAEEF8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53056" y="3695603"/>
            <a:ext cx="231218" cy="231218"/>
          </a:xfrm>
          <a:prstGeom prst="rect">
            <a:avLst/>
          </a:prstGeom>
        </p:spPr>
      </p:pic>
      <p:cxnSp>
        <p:nvCxnSpPr>
          <p:cNvPr id="20" name="直線コネクタ 19">
            <a:extLst>
              <a:ext uri="{FF2B5EF4-FFF2-40B4-BE49-F238E27FC236}">
                <a16:creationId xmlns:a16="http://schemas.microsoft.com/office/drawing/2014/main" id="{1866B033-0083-B6D0-B953-FFEA817ADECB}"/>
              </a:ext>
            </a:extLst>
          </p:cNvPr>
          <p:cNvCxnSpPr>
            <a:stCxn id="19" idx="3"/>
            <a:endCxn id="15" idx="1"/>
          </p:cNvCxnSpPr>
          <p:nvPr/>
        </p:nvCxnSpPr>
        <p:spPr>
          <a:xfrm>
            <a:off x="6084274" y="3811212"/>
            <a:ext cx="365363" cy="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C53BB390-DA46-05C5-FE1C-E850EA9EB776}"/>
              </a:ext>
            </a:extLst>
          </p:cNvPr>
          <p:cNvCxnSpPr>
            <a:cxnSpLocks/>
            <a:stCxn id="18" idx="3"/>
            <a:endCxn id="19" idx="1"/>
          </p:cNvCxnSpPr>
          <p:nvPr/>
        </p:nvCxnSpPr>
        <p:spPr>
          <a:xfrm>
            <a:off x="4857459" y="3811212"/>
            <a:ext cx="995597" cy="0"/>
          </a:xfrm>
          <a:prstGeom prst="line">
            <a:avLst/>
          </a:prstGeom>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30D1A1E9-482B-5240-DA93-211D8A45D026}"/>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23" name="グラフィックス 22">
            <a:extLst>
              <a:ext uri="{FF2B5EF4-FFF2-40B4-BE49-F238E27FC236}">
                <a16:creationId xmlns:a16="http://schemas.microsoft.com/office/drawing/2014/main" id="{644ED703-87A5-AB0E-062C-60C3611C90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205878" y="5120321"/>
            <a:ext cx="339071" cy="339071"/>
          </a:xfrm>
          <a:prstGeom prst="rect">
            <a:avLst/>
          </a:prstGeom>
        </p:spPr>
      </p:pic>
      <p:cxnSp>
        <p:nvCxnSpPr>
          <p:cNvPr id="24" name="直線コネクタ 23">
            <a:extLst>
              <a:ext uri="{FF2B5EF4-FFF2-40B4-BE49-F238E27FC236}">
                <a16:creationId xmlns:a16="http://schemas.microsoft.com/office/drawing/2014/main" id="{3D7E1E7D-79DA-6F0A-E61F-36EDCBFC697B}"/>
              </a:ext>
            </a:extLst>
          </p:cNvPr>
          <p:cNvCxnSpPr>
            <a:cxnSpLocks/>
          </p:cNvCxnSpPr>
          <p:nvPr/>
        </p:nvCxnSpPr>
        <p:spPr>
          <a:xfrm>
            <a:off x="3948266" y="3599837"/>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930B8BDD-F7DB-D394-FA62-B5B7340F5E60}"/>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26" name="直線コネクタ 25">
            <a:extLst>
              <a:ext uri="{FF2B5EF4-FFF2-40B4-BE49-F238E27FC236}">
                <a16:creationId xmlns:a16="http://schemas.microsoft.com/office/drawing/2014/main" id="{23E6E0B7-08C1-AD9E-80EE-22D26CA98580}"/>
              </a:ext>
            </a:extLst>
          </p:cNvPr>
          <p:cNvCxnSpPr>
            <a:cxnSpLocks/>
          </p:cNvCxnSpPr>
          <p:nvPr/>
        </p:nvCxnSpPr>
        <p:spPr>
          <a:xfrm flipH="1">
            <a:off x="3923581" y="4002269"/>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94C0378A-19DE-A201-5E0C-154E68E1DA96}"/>
              </a:ext>
            </a:extLst>
          </p:cNvPr>
          <p:cNvSpPr txBox="1"/>
          <p:nvPr/>
        </p:nvSpPr>
        <p:spPr>
          <a:xfrm>
            <a:off x="5617289" y="4026221"/>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28" name="テキスト ボックス 27">
            <a:extLst>
              <a:ext uri="{FF2B5EF4-FFF2-40B4-BE49-F238E27FC236}">
                <a16:creationId xmlns:a16="http://schemas.microsoft.com/office/drawing/2014/main" id="{B132CC54-243E-0CF8-C295-84E3B867FE33}"/>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29" name="テキスト ボックス 28">
            <a:extLst>
              <a:ext uri="{FF2B5EF4-FFF2-40B4-BE49-F238E27FC236}">
                <a16:creationId xmlns:a16="http://schemas.microsoft.com/office/drawing/2014/main" id="{3A91F089-1C1A-7BD2-B8BC-A88AAEE4E560}"/>
              </a:ext>
            </a:extLst>
          </p:cNvPr>
          <p:cNvSpPr txBox="1"/>
          <p:nvPr/>
        </p:nvSpPr>
        <p:spPr>
          <a:xfrm>
            <a:off x="6167564" y="4026023"/>
            <a:ext cx="1026910"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VM</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A96DC4B8-F9EB-8094-70E5-1516B8BE2365}"/>
              </a:ext>
            </a:extLst>
          </p:cNvPr>
          <p:cNvSpPr txBox="1"/>
          <p:nvPr/>
        </p:nvSpPr>
        <p:spPr>
          <a:xfrm>
            <a:off x="5667355" y="3247721"/>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1" name="テキスト ボックス 30">
            <a:extLst>
              <a:ext uri="{FF2B5EF4-FFF2-40B4-BE49-F238E27FC236}">
                <a16:creationId xmlns:a16="http://schemas.microsoft.com/office/drawing/2014/main" id="{547BE395-8F7D-004C-7C71-9E27A624CF12}"/>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2" name="テキスト ボックス 31">
            <a:extLst>
              <a:ext uri="{FF2B5EF4-FFF2-40B4-BE49-F238E27FC236}">
                <a16:creationId xmlns:a16="http://schemas.microsoft.com/office/drawing/2014/main" id="{7FE77A49-B712-2019-C4A7-23F1F741BE20}"/>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3" name="四角形吹き出し 32">
            <a:extLst>
              <a:ext uri="{FF2B5EF4-FFF2-40B4-BE49-F238E27FC236}">
                <a16:creationId xmlns:a16="http://schemas.microsoft.com/office/drawing/2014/main" id="{C1F2C738-1EA6-B04A-06F5-30E33E0D5966}"/>
              </a:ext>
            </a:extLst>
          </p:cNvPr>
          <p:cNvSpPr/>
          <p:nvPr/>
        </p:nvSpPr>
        <p:spPr>
          <a:xfrm>
            <a:off x="6436247" y="1772959"/>
            <a:ext cx="1753697" cy="1422583"/>
          </a:xfrm>
          <a:prstGeom prst="wedgeRectCallout">
            <a:avLst>
              <a:gd name="adj1" fmla="val -25318"/>
              <a:gd name="adj2" fmla="val 80347"/>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4" name="角丸四角形 33">
            <a:extLst>
              <a:ext uri="{FF2B5EF4-FFF2-40B4-BE49-F238E27FC236}">
                <a16:creationId xmlns:a16="http://schemas.microsoft.com/office/drawing/2014/main" id="{2B8FFC08-A850-3FC6-7E1D-3EA24371168B}"/>
              </a:ext>
            </a:extLst>
          </p:cNvPr>
          <p:cNvSpPr/>
          <p:nvPr/>
        </p:nvSpPr>
        <p:spPr>
          <a:xfrm>
            <a:off x="6543365" y="2751252"/>
            <a:ext cx="1529822" cy="320085"/>
          </a:xfrm>
          <a:prstGeom prst="roundRect">
            <a:avLst>
              <a:gd name="adj" fmla="val 20621"/>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18371D-ACD7-7D0C-5A93-271B1AA30778}"/>
              </a:ext>
            </a:extLst>
          </p:cNvPr>
          <p:cNvSpPr txBox="1"/>
          <p:nvPr/>
        </p:nvSpPr>
        <p:spPr>
          <a:xfrm>
            <a:off x="6840779" y="2750688"/>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6" name="角丸四角形 35">
            <a:extLst>
              <a:ext uri="{FF2B5EF4-FFF2-40B4-BE49-F238E27FC236}">
                <a16:creationId xmlns:a16="http://schemas.microsoft.com/office/drawing/2014/main" id="{09AD381F-FDF4-8340-D775-5C41090565F1}"/>
              </a:ext>
            </a:extLst>
          </p:cNvPr>
          <p:cNvSpPr/>
          <p:nvPr/>
        </p:nvSpPr>
        <p:spPr>
          <a:xfrm>
            <a:off x="6552682" y="1892519"/>
            <a:ext cx="1529822" cy="77843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F948E021-BB0A-700D-3595-23C68DD7EB68}"/>
              </a:ext>
            </a:extLst>
          </p:cNvPr>
          <p:cNvSpPr txBox="1"/>
          <p:nvPr/>
        </p:nvSpPr>
        <p:spPr>
          <a:xfrm>
            <a:off x="6851608" y="2320816"/>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NGINX</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8" name="フローチャート: 書類 37">
            <a:extLst>
              <a:ext uri="{FF2B5EF4-FFF2-40B4-BE49-F238E27FC236}">
                <a16:creationId xmlns:a16="http://schemas.microsoft.com/office/drawing/2014/main" id="{D793AE51-D7AF-459C-48EF-B06736DC66A9}"/>
              </a:ext>
            </a:extLst>
          </p:cNvPr>
          <p:cNvSpPr/>
          <p:nvPr/>
        </p:nvSpPr>
        <p:spPr>
          <a:xfrm>
            <a:off x="6851608" y="1942767"/>
            <a:ext cx="942558" cy="378049"/>
          </a:xfrm>
          <a:prstGeom prst="flowChartDocument">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53C4C479-1A68-6AA7-722A-FE8B8E694E83}"/>
              </a:ext>
            </a:extLst>
          </p:cNvPr>
          <p:cNvSpPr txBox="1"/>
          <p:nvPr/>
        </p:nvSpPr>
        <p:spPr>
          <a:xfrm>
            <a:off x="6862437" y="1953084"/>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HTML</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40" name="グラフィックス 39">
            <a:extLst>
              <a:ext uri="{FF2B5EF4-FFF2-40B4-BE49-F238E27FC236}">
                <a16:creationId xmlns:a16="http://schemas.microsoft.com/office/drawing/2014/main" id="{40DB10D0-1C9B-6BBB-C7F6-EC39230D30C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7764" y="3663323"/>
            <a:ext cx="295776" cy="295776"/>
          </a:xfrm>
          <a:prstGeom prst="rect">
            <a:avLst/>
          </a:prstGeom>
        </p:spPr>
      </p:pic>
      <p:cxnSp>
        <p:nvCxnSpPr>
          <p:cNvPr id="41" name="直線コネクタ 40">
            <a:extLst>
              <a:ext uri="{FF2B5EF4-FFF2-40B4-BE49-F238E27FC236}">
                <a16:creationId xmlns:a16="http://schemas.microsoft.com/office/drawing/2014/main" id="{7F3E5B58-FA36-95C8-98F8-1BB1E9FB17AB}"/>
              </a:ext>
            </a:extLst>
          </p:cNvPr>
          <p:cNvCxnSpPr>
            <a:cxnSpLocks/>
            <a:stCxn id="15" idx="3"/>
            <a:endCxn id="40" idx="1"/>
          </p:cNvCxnSpPr>
          <p:nvPr/>
        </p:nvCxnSpPr>
        <p:spPr>
          <a:xfrm flipV="1">
            <a:off x="6912401" y="3811211"/>
            <a:ext cx="365363" cy="96"/>
          </a:xfrm>
          <a:prstGeom prst="line">
            <a:avLst/>
          </a:prstGeom>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28EF0032-5321-0439-6908-A5738648B826}"/>
              </a:ext>
            </a:extLst>
          </p:cNvPr>
          <p:cNvSpPr txBox="1"/>
          <p:nvPr/>
        </p:nvSpPr>
        <p:spPr>
          <a:xfrm>
            <a:off x="7121044" y="3272148"/>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Disk</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正方形/長方形 36">
            <a:extLst>
              <a:ext uri="{FF2B5EF4-FFF2-40B4-BE49-F238E27FC236}">
                <a16:creationId xmlns:a16="http://schemas.microsoft.com/office/drawing/2014/main" id="{F130572E-81E6-4C7B-8263-0D12F1291FEA}"/>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コストが発生する場所</a:t>
            </a:r>
          </a:p>
        </p:txBody>
      </p:sp>
      <p:sp>
        <p:nvSpPr>
          <p:cNvPr id="2" name="正方形/長方形 1">
            <a:extLst>
              <a:ext uri="{FF2B5EF4-FFF2-40B4-BE49-F238E27FC236}">
                <a16:creationId xmlns:a16="http://schemas.microsoft.com/office/drawing/2014/main" id="{58ABC896-2B0C-4A50-B9C3-65B5BF8551D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79E4EEDF-6DD5-40A5-ABBE-26E33023C119}"/>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37</a:t>
            </a:r>
          </a:p>
        </p:txBody>
      </p:sp>
      <p:sp>
        <p:nvSpPr>
          <p:cNvPr id="4" name="正方形/長方形 3">
            <a:extLst>
              <a:ext uri="{FF2B5EF4-FFF2-40B4-BE49-F238E27FC236}">
                <a16:creationId xmlns:a16="http://schemas.microsoft.com/office/drawing/2014/main" id="{C27C15FB-F0CF-4FB9-820E-CD1468CFAB9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E0A4D46-3CBE-4053-9899-AD2196B1E48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クラウドでは作ったリソースが課金対象になります。VM を停止するだけでなく、関連リソースが残らないように削除方法を確認します。</a:t>
            </a:r>
          </a:p>
        </p:txBody>
      </p:sp>
      <p:sp>
        <p:nvSpPr>
          <p:cNvPr id="6" name="正方形/長方形 5">
            <a:extLst>
              <a:ext uri="{FF2B5EF4-FFF2-40B4-BE49-F238E27FC236}">
                <a16:creationId xmlns:a16="http://schemas.microsoft.com/office/drawing/2014/main" id="{60CA6E3B-E24C-4761-933C-425C6FD03AA2}"/>
              </a:ext>
            </a:extLst>
          </p:cNvPr>
          <p:cNvSpPr>
            <a:spLocks noGrp="1"/>
          </p:cNvSpPr>
          <p:nvPr/>
        </p:nvSpPr>
        <p:spPr>
          <a:xfrm>
            <a:off x="8763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7" name="正方形/長方形 6">
            <a:extLst>
              <a:ext uri="{FF2B5EF4-FFF2-40B4-BE49-F238E27FC236}">
                <a16:creationId xmlns:a16="http://schemas.microsoft.com/office/drawing/2014/main" id="{9D2D13AA-50AE-4B8A-81CD-A9C9518A1C49}"/>
              </a:ext>
            </a:extLst>
          </p:cNvPr>
          <p:cNvSpPr>
            <a:spLocks noGrp="1"/>
          </p:cNvSpPr>
          <p:nvPr/>
        </p:nvSpPr>
        <p:spPr>
          <a:xfrm>
            <a:off x="9525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リソース</a:t>
            </a:r>
          </a:p>
        </p:txBody>
      </p:sp>
      <p:sp>
        <p:nvSpPr>
          <p:cNvPr id="8" name="正方形/長方形 7">
            <a:extLst>
              <a:ext uri="{FF2B5EF4-FFF2-40B4-BE49-F238E27FC236}">
                <a16:creationId xmlns:a16="http://schemas.microsoft.com/office/drawing/2014/main" id="{5B24662F-5AFF-442B-B0C5-167ED795FEDE}"/>
              </a:ext>
            </a:extLst>
          </p:cNvPr>
          <p:cNvSpPr>
            <a:spLocks noGrp="1"/>
          </p:cNvSpPr>
          <p:nvPr/>
        </p:nvSpPr>
        <p:spPr>
          <a:xfrm>
            <a:off x="43561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9" name="正方形/長方形 8">
            <a:extLst>
              <a:ext uri="{FF2B5EF4-FFF2-40B4-BE49-F238E27FC236}">
                <a16:creationId xmlns:a16="http://schemas.microsoft.com/office/drawing/2014/main" id="{002C51B1-7D64-4A3F-A312-F76478BF664C}"/>
              </a:ext>
            </a:extLst>
          </p:cNvPr>
          <p:cNvSpPr>
            <a:spLocks noGrp="1"/>
          </p:cNvSpPr>
          <p:nvPr/>
        </p:nvSpPr>
        <p:spPr>
          <a:xfrm>
            <a:off x="44323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課金注意</a:t>
            </a:r>
          </a:p>
        </p:txBody>
      </p:sp>
      <p:sp>
        <p:nvSpPr>
          <p:cNvPr id="10" name="正方形/長方形 9">
            <a:extLst>
              <a:ext uri="{FF2B5EF4-FFF2-40B4-BE49-F238E27FC236}">
                <a16:creationId xmlns:a16="http://schemas.microsoft.com/office/drawing/2014/main" id="{FF96BE9F-BD3A-4E34-B90A-EFC6A56AD4F5}"/>
              </a:ext>
            </a:extLst>
          </p:cNvPr>
          <p:cNvSpPr>
            <a:spLocks noGrp="1"/>
          </p:cNvSpPr>
          <p:nvPr/>
        </p:nvSpPr>
        <p:spPr>
          <a:xfrm>
            <a:off x="78359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11" name="正方形/長方形 10">
            <a:extLst>
              <a:ext uri="{FF2B5EF4-FFF2-40B4-BE49-F238E27FC236}">
                <a16:creationId xmlns:a16="http://schemas.microsoft.com/office/drawing/2014/main" id="{37251A17-E55E-41B1-B8C6-33D388A82B72}"/>
              </a:ext>
            </a:extLst>
          </p:cNvPr>
          <p:cNvSpPr>
            <a:spLocks noGrp="1"/>
          </p:cNvSpPr>
          <p:nvPr/>
        </p:nvSpPr>
        <p:spPr>
          <a:xfrm>
            <a:off x="79121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本回の扱い</a:t>
            </a:r>
          </a:p>
        </p:txBody>
      </p:sp>
      <p:sp>
        <p:nvSpPr>
          <p:cNvPr id="12" name="正方形/長方形 11">
            <a:extLst>
              <a:ext uri="{FF2B5EF4-FFF2-40B4-BE49-F238E27FC236}">
                <a16:creationId xmlns:a16="http://schemas.microsoft.com/office/drawing/2014/main" id="{01175F0E-4E31-4EAD-AC06-CEC74363B084}"/>
              </a:ext>
            </a:extLst>
          </p:cNvPr>
          <p:cNvSpPr>
            <a:spLocks noGrp="1"/>
          </p:cNvSpPr>
          <p:nvPr/>
        </p:nvSpPr>
        <p:spPr>
          <a:xfrm>
            <a:off x="876300" y="2447925"/>
            <a:ext cx="3479800" cy="754856"/>
          </a:xfrm>
          <a:prstGeom prst="rect">
            <a:avLst/>
          </a:prstGeom>
          <a:solidFill>
            <a:srgbClr val="EAF1FB"/>
          </a:solidFill>
          <a:ln w="11430">
            <a:solidFill>
              <a:srgbClr val="FFFFFF"/>
            </a:solidFill>
            <a:prstDash val="solid"/>
          </a:ln>
        </p:spPr>
        <p:txBody>
          <a:bodyPr/>
          <a:lstStyle/>
          <a:p>
            <a:endParaRPr lang="ja-JP" altLang="en-US" sz="4400"/>
          </a:p>
        </p:txBody>
      </p:sp>
      <p:sp>
        <p:nvSpPr>
          <p:cNvPr id="13" name="正方形/長方形 12">
            <a:extLst>
              <a:ext uri="{FF2B5EF4-FFF2-40B4-BE49-F238E27FC236}">
                <a16:creationId xmlns:a16="http://schemas.microsoft.com/office/drawing/2014/main" id="{93F5655D-035E-42B8-90C9-0746D7DFDB3B}"/>
              </a:ext>
            </a:extLst>
          </p:cNvPr>
          <p:cNvSpPr>
            <a:spLocks noGrp="1"/>
          </p:cNvSpPr>
          <p:nvPr/>
        </p:nvSpPr>
        <p:spPr>
          <a:xfrm>
            <a:off x="9525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Azure VM</a:t>
            </a:r>
          </a:p>
        </p:txBody>
      </p:sp>
      <p:sp>
        <p:nvSpPr>
          <p:cNvPr id="14" name="正方形/長方形 13">
            <a:extLst>
              <a:ext uri="{FF2B5EF4-FFF2-40B4-BE49-F238E27FC236}">
                <a16:creationId xmlns:a16="http://schemas.microsoft.com/office/drawing/2014/main" id="{B9ABB64B-84C5-4CF0-975A-9CD00816B36E}"/>
              </a:ext>
            </a:extLst>
          </p:cNvPr>
          <p:cNvSpPr>
            <a:spLocks noGrp="1"/>
          </p:cNvSpPr>
          <p:nvPr/>
        </p:nvSpPr>
        <p:spPr>
          <a:xfrm>
            <a:off x="4356100" y="2447925"/>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15" name="正方形/長方形 14">
            <a:extLst>
              <a:ext uri="{FF2B5EF4-FFF2-40B4-BE49-F238E27FC236}">
                <a16:creationId xmlns:a16="http://schemas.microsoft.com/office/drawing/2014/main" id="{F8A6DFE0-48AD-495C-840E-D3A767B90F37}"/>
              </a:ext>
            </a:extLst>
          </p:cNvPr>
          <p:cNvSpPr>
            <a:spLocks noGrp="1"/>
          </p:cNvSpPr>
          <p:nvPr/>
        </p:nvSpPr>
        <p:spPr>
          <a:xfrm>
            <a:off x="44323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実行中はコンピュート課金が発生します。</a:t>
            </a:r>
          </a:p>
        </p:txBody>
      </p:sp>
      <p:sp>
        <p:nvSpPr>
          <p:cNvPr id="16" name="正方形/長方形 15">
            <a:extLst>
              <a:ext uri="{FF2B5EF4-FFF2-40B4-BE49-F238E27FC236}">
                <a16:creationId xmlns:a16="http://schemas.microsoft.com/office/drawing/2014/main" id="{9D304349-1A29-4D66-B2F8-BB404E11CA74}"/>
              </a:ext>
            </a:extLst>
          </p:cNvPr>
          <p:cNvSpPr>
            <a:spLocks noGrp="1"/>
          </p:cNvSpPr>
          <p:nvPr/>
        </p:nvSpPr>
        <p:spPr>
          <a:xfrm>
            <a:off x="7835900" y="2447925"/>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17" name="正方形/長方形 16">
            <a:extLst>
              <a:ext uri="{FF2B5EF4-FFF2-40B4-BE49-F238E27FC236}">
                <a16:creationId xmlns:a16="http://schemas.microsoft.com/office/drawing/2014/main" id="{E7705CD2-A476-4F50-996C-E0D159535D7D}"/>
              </a:ext>
            </a:extLst>
          </p:cNvPr>
          <p:cNvSpPr>
            <a:spLocks noGrp="1"/>
          </p:cNvSpPr>
          <p:nvPr/>
        </p:nvSpPr>
        <p:spPr>
          <a:xfrm>
            <a:off x="79121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最後に削除します。</a:t>
            </a:r>
          </a:p>
        </p:txBody>
      </p:sp>
      <p:sp>
        <p:nvSpPr>
          <p:cNvPr id="18" name="正方形/長方形 17">
            <a:extLst>
              <a:ext uri="{FF2B5EF4-FFF2-40B4-BE49-F238E27FC236}">
                <a16:creationId xmlns:a16="http://schemas.microsoft.com/office/drawing/2014/main" id="{85C1CBBA-3089-4B3A-8743-B64D01F89B41}"/>
              </a:ext>
            </a:extLst>
          </p:cNvPr>
          <p:cNvSpPr>
            <a:spLocks noGrp="1"/>
          </p:cNvSpPr>
          <p:nvPr/>
        </p:nvSpPr>
        <p:spPr>
          <a:xfrm>
            <a:off x="876300" y="3202781"/>
            <a:ext cx="3479800" cy="754856"/>
          </a:xfrm>
          <a:prstGeom prst="rect">
            <a:avLst/>
          </a:prstGeom>
          <a:solidFill>
            <a:srgbClr val="EAF1FB"/>
          </a:solidFill>
          <a:ln w="11430">
            <a:solidFill>
              <a:srgbClr val="FFFFFF"/>
            </a:solidFill>
            <a:prstDash val="solid"/>
          </a:ln>
        </p:spPr>
        <p:txBody>
          <a:bodyPr/>
          <a:lstStyle/>
          <a:p>
            <a:endParaRPr lang="ja-JP" altLang="en-US" sz="4400"/>
          </a:p>
        </p:txBody>
      </p:sp>
      <p:sp>
        <p:nvSpPr>
          <p:cNvPr id="19" name="正方形/長方形 18">
            <a:extLst>
              <a:ext uri="{FF2B5EF4-FFF2-40B4-BE49-F238E27FC236}">
                <a16:creationId xmlns:a16="http://schemas.microsoft.com/office/drawing/2014/main" id="{320E16F7-CCD1-4FEB-A1AC-4E305B8CDE05}"/>
              </a:ext>
            </a:extLst>
          </p:cNvPr>
          <p:cNvSpPr>
            <a:spLocks noGrp="1"/>
          </p:cNvSpPr>
          <p:nvPr/>
        </p:nvSpPr>
        <p:spPr>
          <a:xfrm>
            <a:off x="9525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Managed Disk</a:t>
            </a:r>
          </a:p>
        </p:txBody>
      </p:sp>
      <p:sp>
        <p:nvSpPr>
          <p:cNvPr id="20" name="正方形/長方形 19">
            <a:extLst>
              <a:ext uri="{FF2B5EF4-FFF2-40B4-BE49-F238E27FC236}">
                <a16:creationId xmlns:a16="http://schemas.microsoft.com/office/drawing/2014/main" id="{ACFB3090-862A-4CB4-8528-7994C337C708}"/>
              </a:ext>
            </a:extLst>
          </p:cNvPr>
          <p:cNvSpPr>
            <a:spLocks noGrp="1"/>
          </p:cNvSpPr>
          <p:nvPr/>
        </p:nvSpPr>
        <p:spPr>
          <a:xfrm>
            <a:off x="4356100" y="3202781"/>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21" name="正方形/長方形 20">
            <a:extLst>
              <a:ext uri="{FF2B5EF4-FFF2-40B4-BE49-F238E27FC236}">
                <a16:creationId xmlns:a16="http://schemas.microsoft.com/office/drawing/2014/main" id="{96C7BC5E-1062-430E-8146-B6EC1FEEAAA0}"/>
              </a:ext>
            </a:extLst>
          </p:cNvPr>
          <p:cNvSpPr>
            <a:spLocks noGrp="1"/>
          </p:cNvSpPr>
          <p:nvPr/>
        </p:nvSpPr>
        <p:spPr>
          <a:xfrm>
            <a:off x="44323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VM 停止後も残ると課金が続く可能性があります。</a:t>
            </a:r>
          </a:p>
        </p:txBody>
      </p:sp>
      <p:sp>
        <p:nvSpPr>
          <p:cNvPr id="22" name="正方形/長方形 21">
            <a:extLst>
              <a:ext uri="{FF2B5EF4-FFF2-40B4-BE49-F238E27FC236}">
                <a16:creationId xmlns:a16="http://schemas.microsoft.com/office/drawing/2014/main" id="{90045BF6-8341-4287-B449-D036C2A295CF}"/>
              </a:ext>
            </a:extLst>
          </p:cNvPr>
          <p:cNvSpPr>
            <a:spLocks noGrp="1"/>
          </p:cNvSpPr>
          <p:nvPr/>
        </p:nvSpPr>
        <p:spPr>
          <a:xfrm>
            <a:off x="7835900" y="3202781"/>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23" name="正方形/長方形 22">
            <a:extLst>
              <a:ext uri="{FF2B5EF4-FFF2-40B4-BE49-F238E27FC236}">
                <a16:creationId xmlns:a16="http://schemas.microsoft.com/office/drawing/2014/main" id="{954A60F6-4B3B-4595-BAA9-ABACA4B9BB64}"/>
              </a:ext>
            </a:extLst>
          </p:cNvPr>
          <p:cNvSpPr>
            <a:spLocks noGrp="1"/>
          </p:cNvSpPr>
          <p:nvPr/>
        </p:nvSpPr>
        <p:spPr>
          <a:xfrm>
            <a:off x="79121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リソースグループ削除でまとめて消します。</a:t>
            </a:r>
          </a:p>
        </p:txBody>
      </p:sp>
      <p:sp>
        <p:nvSpPr>
          <p:cNvPr id="24" name="正方形/長方形 23">
            <a:extLst>
              <a:ext uri="{FF2B5EF4-FFF2-40B4-BE49-F238E27FC236}">
                <a16:creationId xmlns:a16="http://schemas.microsoft.com/office/drawing/2014/main" id="{2BC5CA1B-4BB4-43FE-8B82-1685ED4EA672}"/>
              </a:ext>
            </a:extLst>
          </p:cNvPr>
          <p:cNvSpPr>
            <a:spLocks noGrp="1"/>
          </p:cNvSpPr>
          <p:nvPr/>
        </p:nvSpPr>
        <p:spPr>
          <a:xfrm>
            <a:off x="876300" y="3957638"/>
            <a:ext cx="3479800" cy="754856"/>
          </a:xfrm>
          <a:prstGeom prst="rect">
            <a:avLst/>
          </a:prstGeom>
          <a:solidFill>
            <a:srgbClr val="EAF1FB"/>
          </a:solidFill>
          <a:ln w="11430">
            <a:solidFill>
              <a:srgbClr val="FFFFFF"/>
            </a:solidFill>
            <a:prstDash val="solid"/>
          </a:ln>
        </p:spPr>
        <p:txBody>
          <a:bodyPr/>
          <a:lstStyle/>
          <a:p>
            <a:endParaRPr lang="ja-JP" altLang="en-US" sz="4400"/>
          </a:p>
        </p:txBody>
      </p:sp>
      <p:sp>
        <p:nvSpPr>
          <p:cNvPr id="25" name="正方形/長方形 24">
            <a:extLst>
              <a:ext uri="{FF2B5EF4-FFF2-40B4-BE49-F238E27FC236}">
                <a16:creationId xmlns:a16="http://schemas.microsoft.com/office/drawing/2014/main" id="{E68461AC-D7C3-424D-802E-1DB01B8FBB60}"/>
              </a:ext>
            </a:extLst>
          </p:cNvPr>
          <p:cNvSpPr>
            <a:spLocks noGrp="1"/>
          </p:cNvSpPr>
          <p:nvPr/>
        </p:nvSpPr>
        <p:spPr>
          <a:xfrm>
            <a:off x="9525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Public IP</a:t>
            </a:r>
          </a:p>
        </p:txBody>
      </p:sp>
      <p:sp>
        <p:nvSpPr>
          <p:cNvPr id="26" name="正方形/長方形 25">
            <a:extLst>
              <a:ext uri="{FF2B5EF4-FFF2-40B4-BE49-F238E27FC236}">
                <a16:creationId xmlns:a16="http://schemas.microsoft.com/office/drawing/2014/main" id="{39BFB2CB-E5EB-482A-AAF5-3CB87C83A715}"/>
              </a:ext>
            </a:extLst>
          </p:cNvPr>
          <p:cNvSpPr>
            <a:spLocks noGrp="1"/>
          </p:cNvSpPr>
          <p:nvPr/>
        </p:nvSpPr>
        <p:spPr>
          <a:xfrm>
            <a:off x="4356100" y="3957638"/>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27" name="正方形/長方形 26">
            <a:extLst>
              <a:ext uri="{FF2B5EF4-FFF2-40B4-BE49-F238E27FC236}">
                <a16:creationId xmlns:a16="http://schemas.microsoft.com/office/drawing/2014/main" id="{FD50F1DB-E470-4015-9565-D9D99EE247CB}"/>
              </a:ext>
            </a:extLst>
          </p:cNvPr>
          <p:cNvSpPr>
            <a:spLocks noGrp="1"/>
          </p:cNvSpPr>
          <p:nvPr/>
        </p:nvSpPr>
        <p:spPr>
          <a:xfrm>
            <a:off x="44323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SKU や状態により課金対象になります。</a:t>
            </a:r>
          </a:p>
        </p:txBody>
      </p:sp>
      <p:sp>
        <p:nvSpPr>
          <p:cNvPr id="28" name="正方形/長方形 27">
            <a:extLst>
              <a:ext uri="{FF2B5EF4-FFF2-40B4-BE49-F238E27FC236}">
                <a16:creationId xmlns:a16="http://schemas.microsoft.com/office/drawing/2014/main" id="{399BCD77-37B5-4E7C-B20E-4BC4A3493C48}"/>
              </a:ext>
            </a:extLst>
          </p:cNvPr>
          <p:cNvSpPr>
            <a:spLocks noGrp="1"/>
          </p:cNvSpPr>
          <p:nvPr/>
        </p:nvSpPr>
        <p:spPr>
          <a:xfrm>
            <a:off x="7835900" y="3957638"/>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29" name="正方形/長方形 28">
            <a:extLst>
              <a:ext uri="{FF2B5EF4-FFF2-40B4-BE49-F238E27FC236}">
                <a16:creationId xmlns:a16="http://schemas.microsoft.com/office/drawing/2014/main" id="{B11720A7-E9AD-453E-95BE-DA842325BEEF}"/>
              </a:ext>
            </a:extLst>
          </p:cNvPr>
          <p:cNvSpPr>
            <a:spLocks noGrp="1"/>
          </p:cNvSpPr>
          <p:nvPr/>
        </p:nvSpPr>
        <p:spPr>
          <a:xfrm>
            <a:off x="79121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リソースグループ削除でまとめて消します。</a:t>
            </a:r>
          </a:p>
        </p:txBody>
      </p:sp>
      <p:sp>
        <p:nvSpPr>
          <p:cNvPr id="30" name="正方形/長方形 29">
            <a:extLst>
              <a:ext uri="{FF2B5EF4-FFF2-40B4-BE49-F238E27FC236}">
                <a16:creationId xmlns:a16="http://schemas.microsoft.com/office/drawing/2014/main" id="{F0E0EFEC-4EF2-4A79-B202-5C97D4E6BF4E}"/>
              </a:ext>
            </a:extLst>
          </p:cNvPr>
          <p:cNvSpPr>
            <a:spLocks noGrp="1"/>
          </p:cNvSpPr>
          <p:nvPr/>
        </p:nvSpPr>
        <p:spPr>
          <a:xfrm>
            <a:off x="876300" y="4712494"/>
            <a:ext cx="3479800" cy="754856"/>
          </a:xfrm>
          <a:prstGeom prst="rect">
            <a:avLst/>
          </a:prstGeom>
          <a:solidFill>
            <a:srgbClr val="EAF1FB"/>
          </a:solidFill>
          <a:ln w="11430">
            <a:solidFill>
              <a:srgbClr val="FFFFFF"/>
            </a:solidFill>
            <a:prstDash val="solid"/>
          </a:ln>
        </p:spPr>
        <p:txBody>
          <a:bodyPr/>
          <a:lstStyle/>
          <a:p>
            <a:endParaRPr lang="ja-JP" altLang="en-US" sz="4400"/>
          </a:p>
        </p:txBody>
      </p:sp>
      <p:sp>
        <p:nvSpPr>
          <p:cNvPr id="31" name="正方形/長方形 30">
            <a:extLst>
              <a:ext uri="{FF2B5EF4-FFF2-40B4-BE49-F238E27FC236}">
                <a16:creationId xmlns:a16="http://schemas.microsoft.com/office/drawing/2014/main" id="{1CEBE5A3-561B-4FA8-8B4B-55E6EDBDCA81}"/>
              </a:ext>
            </a:extLst>
          </p:cNvPr>
          <p:cNvSpPr>
            <a:spLocks noGrp="1"/>
          </p:cNvSpPr>
          <p:nvPr/>
        </p:nvSpPr>
        <p:spPr>
          <a:xfrm>
            <a:off x="9525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診断/ログ関連</a:t>
            </a:r>
          </a:p>
        </p:txBody>
      </p:sp>
      <p:sp>
        <p:nvSpPr>
          <p:cNvPr id="32" name="正方形/長方形 31">
            <a:extLst>
              <a:ext uri="{FF2B5EF4-FFF2-40B4-BE49-F238E27FC236}">
                <a16:creationId xmlns:a16="http://schemas.microsoft.com/office/drawing/2014/main" id="{C3E570E4-3DFD-4F1D-891E-0F0A16C2AC2E}"/>
              </a:ext>
            </a:extLst>
          </p:cNvPr>
          <p:cNvSpPr>
            <a:spLocks noGrp="1"/>
          </p:cNvSpPr>
          <p:nvPr/>
        </p:nvSpPr>
        <p:spPr>
          <a:xfrm>
            <a:off x="4356100" y="4712494"/>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33" name="正方形/長方形 32">
            <a:extLst>
              <a:ext uri="{FF2B5EF4-FFF2-40B4-BE49-F238E27FC236}">
                <a16:creationId xmlns:a16="http://schemas.microsoft.com/office/drawing/2014/main" id="{10790305-3A8B-45B8-9D3E-C00D777A3BCD}"/>
              </a:ext>
            </a:extLst>
          </p:cNvPr>
          <p:cNvSpPr>
            <a:spLocks noGrp="1"/>
          </p:cNvSpPr>
          <p:nvPr/>
        </p:nvSpPr>
        <p:spPr>
          <a:xfrm>
            <a:off x="44323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有効化した場合に課金が発生することがあります。</a:t>
            </a:r>
          </a:p>
        </p:txBody>
      </p:sp>
      <p:sp>
        <p:nvSpPr>
          <p:cNvPr id="34" name="正方形/長方形 33">
            <a:extLst>
              <a:ext uri="{FF2B5EF4-FFF2-40B4-BE49-F238E27FC236}">
                <a16:creationId xmlns:a16="http://schemas.microsoft.com/office/drawing/2014/main" id="{81804DBA-ECCB-4BF2-937D-DE1F209F4B1D}"/>
              </a:ext>
            </a:extLst>
          </p:cNvPr>
          <p:cNvSpPr>
            <a:spLocks noGrp="1"/>
          </p:cNvSpPr>
          <p:nvPr/>
        </p:nvSpPr>
        <p:spPr>
          <a:xfrm>
            <a:off x="7835900" y="4712494"/>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35" name="正方形/長方形 34">
            <a:extLst>
              <a:ext uri="{FF2B5EF4-FFF2-40B4-BE49-F238E27FC236}">
                <a16:creationId xmlns:a16="http://schemas.microsoft.com/office/drawing/2014/main" id="{D824A26A-DCCD-403E-A818-FA796DB71746}"/>
              </a:ext>
            </a:extLst>
          </p:cNvPr>
          <p:cNvSpPr>
            <a:spLocks noGrp="1"/>
          </p:cNvSpPr>
          <p:nvPr/>
        </p:nvSpPr>
        <p:spPr>
          <a:xfrm>
            <a:off x="79121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本回では詳細に扱いません。</a:t>
            </a:r>
          </a:p>
        </p:txBody>
      </p:sp>
      <p:sp>
        <p:nvSpPr>
          <p:cNvPr id="36" name="正方形/長方形 35">
            <a:extLst>
              <a:ext uri="{FF2B5EF4-FFF2-40B4-BE49-F238E27FC236}">
                <a16:creationId xmlns:a16="http://schemas.microsoft.com/office/drawing/2014/main" id="{46BC9BC1-F16F-45C3-B318-BB3427FB41D6}"/>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37 / 46</a:t>
            </a:r>
          </a:p>
        </p:txBody>
      </p:sp>
    </p:spTree>
    <p:extLst>
      <p:ext uri="{BB962C8B-B14F-4D97-AF65-F5344CB8AC3E}">
        <p14:creationId xmlns:p14="http://schemas.microsoft.com/office/powerpoint/2010/main" val="11860771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18451626-6822-440B-874E-19994E80F0D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ja-JP" altLang="en-US" sz="2100" b="1">
                <a:solidFill>
                  <a:srgbClr val="1F2937"/>
                </a:solidFill>
                <a:latin typeface="Meiryo UI"/>
                <a:ea typeface="Meiryo UI"/>
                <a:cs typeface="Meiryo UI"/>
              </a:rPr>
              <a:t>クリーンアップ</a:t>
            </a:r>
            <a:r>
              <a:rPr lang="en-US" altLang="ja-JP" sz="2100" b="1" dirty="0">
                <a:solidFill>
                  <a:srgbClr val="1F2937"/>
                </a:solidFill>
                <a:latin typeface="Meiryo UI"/>
                <a:ea typeface="Meiryo UI"/>
                <a:cs typeface="Meiryo UI"/>
              </a:rPr>
              <a:t> / </a:t>
            </a:r>
            <a:r>
              <a:rPr sz="2100" b="1" dirty="0" err="1">
                <a:solidFill>
                  <a:srgbClr val="1F2937"/>
                </a:solidFill>
                <a:latin typeface="Meiryo UI"/>
                <a:ea typeface="Meiryo UI"/>
                <a:cs typeface="Meiryo UI"/>
              </a:rPr>
              <a:t>リソースグループを削除する</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23BFD9D3-4BFC-4629-B190-8190A81F2A0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CA7E7B0E-55F4-4EB2-8295-7AA576A8FC3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96BFD74-662D-4E4A-8909-BFF6A710FE4A}"/>
              </a:ext>
            </a:extLst>
          </p:cNvPr>
          <p:cNvSpPr>
            <a:spLocks noGrp="1"/>
          </p:cNvSpPr>
          <p:nvPr/>
        </p:nvSpPr>
        <p:spPr>
          <a:xfrm>
            <a:off x="685800" y="1390650"/>
            <a:ext cx="106299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本回のリソースは、受講者ごとのリソースグループごと削除します。削除対象が本回のリソースだけであることを確認してから実行します</a:t>
            </a:r>
            <a:r>
              <a:rPr sz="1110" b="0" dirty="0">
                <a:solidFill>
                  <a:srgbClr val="344054"/>
                </a:solidFill>
                <a:latin typeface="Yu Gothic UI"/>
                <a:ea typeface="Yu Gothic UI"/>
                <a:cs typeface="Yu Gothic UI"/>
              </a:rPr>
              <a:t>。</a:t>
            </a:r>
          </a:p>
        </p:txBody>
      </p:sp>
      <p:sp>
        <p:nvSpPr>
          <p:cNvPr id="11" name="正方形/長方形 10">
            <a:extLst>
              <a:ext uri="{FF2B5EF4-FFF2-40B4-BE49-F238E27FC236}">
                <a16:creationId xmlns:a16="http://schemas.microsoft.com/office/drawing/2014/main" id="{9D74FE33-FD11-43FC-8FF1-9A99F2521C83}"/>
              </a:ext>
            </a:extLst>
          </p:cNvPr>
          <p:cNvSpPr>
            <a:spLocks noGrp="1"/>
          </p:cNvSpPr>
          <p:nvPr/>
        </p:nvSpPr>
        <p:spPr>
          <a:xfrm>
            <a:off x="685800" y="1676400"/>
            <a:ext cx="10801350" cy="5024744"/>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6288745" y="4308913"/>
            <a:ext cx="3976132" cy="2236575"/>
          </a:xfrm>
          <a:prstGeom prst="rect">
            <a:avLst/>
          </a:prstGeom>
        </p:spPr>
      </p:pic>
      <p:pic>
        <p:nvPicPr>
          <p:cNvPr id="16" name="図 15">
            <a:extLst>
              <a:ext uri="{FF2B5EF4-FFF2-40B4-BE49-F238E27FC236}">
                <a16:creationId xmlns:a16="http://schemas.microsoft.com/office/drawing/2014/main" id="{E74FAE8F-84A8-F1F4-59B2-B7589E586B94}"/>
              </a:ext>
            </a:extLst>
          </p:cNvPr>
          <p:cNvPicPr>
            <a:picLocks noChangeAspect="1"/>
          </p:cNvPicPr>
          <p:nvPr/>
        </p:nvPicPr>
        <p:blipFill>
          <a:blip r:embed="rId4"/>
          <a:stretch/>
        </p:blipFill>
        <p:spPr>
          <a:xfrm>
            <a:off x="876300" y="1798687"/>
            <a:ext cx="4345244" cy="2444200"/>
          </a:xfrm>
          <a:prstGeom prst="rect">
            <a:avLst/>
          </a:prstGeom>
        </p:spPr>
      </p:pic>
      <p:sp>
        <p:nvSpPr>
          <p:cNvPr id="17" name="正方形/長方形 16">
            <a:extLst>
              <a:ext uri="{FF2B5EF4-FFF2-40B4-BE49-F238E27FC236}">
                <a16:creationId xmlns:a16="http://schemas.microsoft.com/office/drawing/2014/main" id="{52EE9B9C-7896-DA4A-0C2D-1B4ECEC83D67}"/>
              </a:ext>
            </a:extLst>
          </p:cNvPr>
          <p:cNvSpPr/>
          <p:nvPr/>
        </p:nvSpPr>
        <p:spPr>
          <a:xfrm>
            <a:off x="1648872" y="2514905"/>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4133E10E-AB66-8DE1-DA07-CB79CBA4D210}"/>
              </a:ext>
            </a:extLst>
          </p:cNvPr>
          <p:cNvSpPr/>
          <p:nvPr/>
        </p:nvSpPr>
        <p:spPr>
          <a:xfrm>
            <a:off x="2169855" y="3009493"/>
            <a:ext cx="2113936" cy="686299"/>
          </a:xfrm>
          <a:prstGeom prst="wedgeRectCallout">
            <a:avLst>
              <a:gd name="adj1" fmla="val -59479"/>
              <a:gd name="adj2" fmla="val -849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自身のリソースグループを選択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19" name="図 18">
            <a:extLst>
              <a:ext uri="{FF2B5EF4-FFF2-40B4-BE49-F238E27FC236}">
                <a16:creationId xmlns:a16="http://schemas.microsoft.com/office/drawing/2014/main" id="{6661226C-CE1C-2B29-7CA9-7643BB7E7053}"/>
              </a:ext>
            </a:extLst>
          </p:cNvPr>
          <p:cNvPicPr>
            <a:picLocks noChangeAspect="1"/>
          </p:cNvPicPr>
          <p:nvPr/>
        </p:nvPicPr>
        <p:blipFill>
          <a:blip r:embed="rId5"/>
          <a:stretch>
            <a:fillRect/>
          </a:stretch>
        </p:blipFill>
        <p:spPr>
          <a:xfrm>
            <a:off x="6247660" y="1737276"/>
            <a:ext cx="4017217" cy="2510761"/>
          </a:xfrm>
          <a:prstGeom prst="rect">
            <a:avLst/>
          </a:prstGeom>
        </p:spPr>
      </p:pic>
      <p:sp>
        <p:nvSpPr>
          <p:cNvPr id="20" name="正方形/長方形 19">
            <a:extLst>
              <a:ext uri="{FF2B5EF4-FFF2-40B4-BE49-F238E27FC236}">
                <a16:creationId xmlns:a16="http://schemas.microsoft.com/office/drawing/2014/main" id="{51991CCC-96A6-30B0-CDC8-2B3D56927AD9}"/>
              </a:ext>
            </a:extLst>
          </p:cNvPr>
          <p:cNvSpPr/>
          <p:nvPr/>
        </p:nvSpPr>
        <p:spPr>
          <a:xfrm>
            <a:off x="7679730" y="2119312"/>
            <a:ext cx="569535" cy="10953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DC1F250B-DF05-8811-C39E-E0613AAF057A}"/>
              </a:ext>
            </a:extLst>
          </p:cNvPr>
          <p:cNvSpPr/>
          <p:nvPr/>
        </p:nvSpPr>
        <p:spPr>
          <a:xfrm>
            <a:off x="8429192" y="2588072"/>
            <a:ext cx="2113936" cy="686299"/>
          </a:xfrm>
          <a:prstGeom prst="wedgeRectCallout">
            <a:avLst>
              <a:gd name="adj1" fmla="val -59479"/>
              <a:gd name="adj2" fmla="val -849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リソースグループを削除を選択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2" name="正方形/長方形 21">
            <a:extLst>
              <a:ext uri="{FF2B5EF4-FFF2-40B4-BE49-F238E27FC236}">
                <a16:creationId xmlns:a16="http://schemas.microsoft.com/office/drawing/2014/main" id="{3F8BBE05-E08B-1C54-6BA1-A1A33C9731BB}"/>
              </a:ext>
            </a:extLst>
          </p:cNvPr>
          <p:cNvSpPr/>
          <p:nvPr/>
        </p:nvSpPr>
        <p:spPr>
          <a:xfrm>
            <a:off x="8144424" y="6213987"/>
            <a:ext cx="2120453" cy="13949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A9BD521-FB47-0CF5-817D-38C608B1E0AB}"/>
              </a:ext>
            </a:extLst>
          </p:cNvPr>
          <p:cNvSpPr/>
          <p:nvPr/>
        </p:nvSpPr>
        <p:spPr>
          <a:xfrm>
            <a:off x="8144423" y="6405993"/>
            <a:ext cx="399809" cy="13949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吹き出し 23">
            <a:extLst>
              <a:ext uri="{FF2B5EF4-FFF2-40B4-BE49-F238E27FC236}">
                <a16:creationId xmlns:a16="http://schemas.microsoft.com/office/drawing/2014/main" id="{3D265DD5-E3A1-2036-B18A-7B3A5E9E4EEE}"/>
              </a:ext>
            </a:extLst>
          </p:cNvPr>
          <p:cNvSpPr/>
          <p:nvPr/>
        </p:nvSpPr>
        <p:spPr>
          <a:xfrm>
            <a:off x="8429192" y="5296707"/>
            <a:ext cx="2113936" cy="686299"/>
          </a:xfrm>
          <a:prstGeom prst="wedgeRectCallout">
            <a:avLst>
              <a:gd name="adj1" fmla="val -31572"/>
              <a:gd name="adj2" fmla="val 6399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リソースグループ名を入力</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5" name="四角形吹き出し 24">
            <a:extLst>
              <a:ext uri="{FF2B5EF4-FFF2-40B4-BE49-F238E27FC236}">
                <a16:creationId xmlns:a16="http://schemas.microsoft.com/office/drawing/2014/main" id="{830BB32D-A840-CF89-321B-ED25F8799886}"/>
              </a:ext>
            </a:extLst>
          </p:cNvPr>
          <p:cNvSpPr/>
          <p:nvPr/>
        </p:nvSpPr>
        <p:spPr>
          <a:xfrm>
            <a:off x="5793222" y="5983006"/>
            <a:ext cx="2113936" cy="405427"/>
          </a:xfrm>
          <a:prstGeom prst="wedgeRectCallout">
            <a:avLst>
              <a:gd name="adj1" fmla="val 56335"/>
              <a:gd name="adj2" fmla="val 6642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活性化した削除を選択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FBAF566A-0B99-4FD1-912A-F16D38EAFB8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削除完了を確認する</a:t>
            </a:r>
          </a:p>
        </p:txBody>
      </p:sp>
      <p:sp>
        <p:nvSpPr>
          <p:cNvPr id="2" name="正方形/長方形 1">
            <a:extLst>
              <a:ext uri="{FF2B5EF4-FFF2-40B4-BE49-F238E27FC236}">
                <a16:creationId xmlns:a16="http://schemas.microsoft.com/office/drawing/2014/main" id="{7AA8B054-9656-44A8-9C56-EEAB977034C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6148D0A0-8914-43CF-8BA3-B0C1F4D2B12A}"/>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39</a:t>
            </a:r>
          </a:p>
        </p:txBody>
      </p:sp>
      <p:sp>
        <p:nvSpPr>
          <p:cNvPr id="4" name="正方形/長方形 3">
            <a:extLst>
              <a:ext uri="{FF2B5EF4-FFF2-40B4-BE49-F238E27FC236}">
                <a16:creationId xmlns:a16="http://schemas.microsoft.com/office/drawing/2014/main" id="{17149F1A-8FE8-465D-9371-BBC412B5047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EFB1C61-F991-4662-8BE2-B0E02F42A7AB}"/>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対象リソースグループが一覧から消えたこと、または削除中になっていることを確認します。ここまでが本回のハンズオン完了です。</a:t>
            </a:r>
          </a:p>
        </p:txBody>
      </p:sp>
      <p:sp>
        <p:nvSpPr>
          <p:cNvPr id="6" name="正方形/長方形 5">
            <a:extLst>
              <a:ext uri="{FF2B5EF4-FFF2-40B4-BE49-F238E27FC236}">
                <a16:creationId xmlns:a16="http://schemas.microsoft.com/office/drawing/2014/main" id="{B8BC910C-42C7-4B3E-AB2C-30076B1763E2}"/>
              </a:ext>
            </a:extLst>
          </p:cNvPr>
          <p:cNvSpPr>
            <a:spLocks noGrp="1"/>
          </p:cNvSpPr>
          <p:nvPr/>
        </p:nvSpPr>
        <p:spPr>
          <a:xfrm>
            <a:off x="819150" y="2628900"/>
            <a:ext cx="3924300" cy="1428750"/>
          </a:xfrm>
          <a:prstGeom prst="rect">
            <a:avLst/>
          </a:prstGeom>
          <a:solidFill>
            <a:srgbClr val="000000">
              <a:alpha val="0"/>
            </a:srgbClr>
          </a:solidFill>
          <a:ln w="0">
            <a:solidFill>
              <a:srgbClr val="000000">
                <a:alpha val="0"/>
              </a:srgbClr>
            </a:solidFill>
            <a:prstDash val="solid"/>
          </a:ln>
        </p:spPr>
        <p:txBody>
          <a:bodyPr lIns="38100" tIns="38100" rIns="38100" bIns="38100" anchor="t"/>
          <a:lstStyle/>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削除には反映待ちが発生する場合があります。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別のリソースグループを削除しないよう名前を確認します。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講師は最後に全員の削除状況を確認します。</a:t>
            </a:r>
          </a:p>
        </p:txBody>
      </p:sp>
      <p:sp>
        <p:nvSpPr>
          <p:cNvPr id="7" name="正方形/長方形 6">
            <a:extLst>
              <a:ext uri="{FF2B5EF4-FFF2-40B4-BE49-F238E27FC236}">
                <a16:creationId xmlns:a16="http://schemas.microsoft.com/office/drawing/2014/main" id="{440BE9F9-9FEB-4D2C-B05A-5B6E98EA8BE7}"/>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p:cNvPicPr>
            <a:picLocks noChangeAspect="1"/>
          </p:cNvPicPr>
          <p:nvPr/>
        </p:nvPicPr>
        <p:blipFill>
          <a:blip r:embed="rId3"/>
          <a:stretch/>
        </p:blipFill>
        <p:spPr>
          <a:xfrm>
            <a:off x="5467350" y="1878806"/>
            <a:ext cx="5715000" cy="3214688"/>
          </a:xfrm>
          <a:prstGeom prst="rect">
            <a:avLst/>
          </a:prstGeom>
        </p:spPr>
      </p:pic>
      <p:sp>
        <p:nvSpPr>
          <p:cNvPr id="9" name="正方形/長方形 8">
            <a:extLst>
              <a:ext uri="{FF2B5EF4-FFF2-40B4-BE49-F238E27FC236}">
                <a16:creationId xmlns:a16="http://schemas.microsoft.com/office/drawing/2014/main" id="{ACB17285-C2C0-41EA-B915-2FC5B0BB3E16}"/>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削除完了または削除中であることを確認する</a:t>
            </a:r>
          </a:p>
        </p:txBody>
      </p:sp>
      <p:sp>
        <p:nvSpPr>
          <p:cNvPr id="10" name="正方形/長方形 9">
            <a:extLst>
              <a:ext uri="{FF2B5EF4-FFF2-40B4-BE49-F238E27FC236}">
                <a16:creationId xmlns:a16="http://schemas.microsoft.com/office/drawing/2014/main" id="{DB5C6651-A7E2-48D8-8B45-895E848DA4CC}"/>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39 / 46</a:t>
            </a:r>
          </a:p>
        </p:txBody>
      </p:sp>
      <p:sp>
        <p:nvSpPr>
          <p:cNvPr id="12" name="四角形吹き出し 11">
            <a:extLst>
              <a:ext uri="{FF2B5EF4-FFF2-40B4-BE49-F238E27FC236}">
                <a16:creationId xmlns:a16="http://schemas.microsoft.com/office/drawing/2014/main" id="{1AD9071B-5D84-5289-A11F-2B11F41A7E02}"/>
              </a:ext>
            </a:extLst>
          </p:cNvPr>
          <p:cNvSpPr/>
          <p:nvPr/>
        </p:nvSpPr>
        <p:spPr>
          <a:xfrm>
            <a:off x="3153389" y="3904228"/>
            <a:ext cx="2113936" cy="686299"/>
          </a:xfrm>
          <a:prstGeom prst="wedgeRectCallout">
            <a:avLst>
              <a:gd name="adj1" fmla="val 102381"/>
              <a:gd name="adj2" fmla="val -577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リソースグループの一覧画面から自身のリソースグループが消える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正方形/長方形 36">
            <a:extLst>
              <a:ext uri="{FF2B5EF4-FFF2-40B4-BE49-F238E27FC236}">
                <a16:creationId xmlns:a16="http://schemas.microsoft.com/office/drawing/2014/main" id="{D76CBF54-F7EB-4BB8-B497-62DE51E0E6EF}"/>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よくある失敗</a:t>
            </a:r>
          </a:p>
        </p:txBody>
      </p:sp>
      <p:sp>
        <p:nvSpPr>
          <p:cNvPr id="2" name="正方形/長方形 1">
            <a:extLst>
              <a:ext uri="{FF2B5EF4-FFF2-40B4-BE49-F238E27FC236}">
                <a16:creationId xmlns:a16="http://schemas.microsoft.com/office/drawing/2014/main" id="{38E20858-4B70-46DB-BD48-645E8E9AFEE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6C4B9510-1288-4238-81A9-25B24592A3A8}"/>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41</a:t>
            </a:r>
          </a:p>
        </p:txBody>
      </p:sp>
      <p:sp>
        <p:nvSpPr>
          <p:cNvPr id="4" name="正方形/長方形 3">
            <a:extLst>
              <a:ext uri="{FF2B5EF4-FFF2-40B4-BE49-F238E27FC236}">
                <a16:creationId xmlns:a16="http://schemas.microsoft.com/office/drawing/2014/main" id="{67F12709-F498-4983-9972-84F3F200634B}"/>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C7D4D36-E08A-454E-AD2C-689196053497}"/>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ハンズオンでは、リージョン、名前、クォータ、NSG、Public IP、削除漏れがつまずきやすいポイントです。原因候補を短く切り分けます。</a:t>
            </a:r>
          </a:p>
        </p:txBody>
      </p:sp>
      <p:sp>
        <p:nvSpPr>
          <p:cNvPr id="6" name="正方形/長方形 5">
            <a:extLst>
              <a:ext uri="{FF2B5EF4-FFF2-40B4-BE49-F238E27FC236}">
                <a16:creationId xmlns:a16="http://schemas.microsoft.com/office/drawing/2014/main" id="{00D98CB2-3B91-42DA-8EA5-3B65DA9043F7}"/>
              </a:ext>
            </a:extLst>
          </p:cNvPr>
          <p:cNvSpPr>
            <a:spLocks noGrp="1"/>
          </p:cNvSpPr>
          <p:nvPr/>
        </p:nvSpPr>
        <p:spPr>
          <a:xfrm>
            <a:off x="876300" y="2038350"/>
            <a:ext cx="3479800" cy="409575"/>
          </a:xfrm>
          <a:prstGeom prst="rect">
            <a:avLst/>
          </a:prstGeom>
          <a:solidFill>
            <a:srgbClr val="244A8F"/>
          </a:solidFill>
          <a:ln w="11430">
            <a:solidFill>
              <a:srgbClr val="FFFFFF"/>
            </a:solidFill>
            <a:prstDash val="solid"/>
          </a:ln>
        </p:spPr>
        <p:txBody>
          <a:bodyPr/>
          <a:lstStyle/>
          <a:p>
            <a:endParaRPr lang="ja-JP" altLang="en-US" sz="4000"/>
          </a:p>
        </p:txBody>
      </p:sp>
      <p:sp>
        <p:nvSpPr>
          <p:cNvPr id="7" name="正方形/長方形 6">
            <a:extLst>
              <a:ext uri="{FF2B5EF4-FFF2-40B4-BE49-F238E27FC236}">
                <a16:creationId xmlns:a16="http://schemas.microsoft.com/office/drawing/2014/main" id="{BBAE8281-B426-4C29-B91C-43B6F8925A4F}"/>
              </a:ext>
            </a:extLst>
          </p:cNvPr>
          <p:cNvSpPr>
            <a:spLocks noGrp="1"/>
          </p:cNvSpPr>
          <p:nvPr/>
        </p:nvSpPr>
        <p:spPr>
          <a:xfrm>
            <a:off x="9525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400" b="1">
                <a:solidFill>
                  <a:srgbClr val="FFFFFF"/>
                </a:solidFill>
                <a:latin typeface="Yu Gothic UI"/>
                <a:ea typeface="Yu Gothic UI"/>
                <a:cs typeface="Yu Gothic UI"/>
              </a:rPr>
              <a:t>症状</a:t>
            </a:r>
          </a:p>
        </p:txBody>
      </p:sp>
      <p:sp>
        <p:nvSpPr>
          <p:cNvPr id="8" name="正方形/長方形 7">
            <a:extLst>
              <a:ext uri="{FF2B5EF4-FFF2-40B4-BE49-F238E27FC236}">
                <a16:creationId xmlns:a16="http://schemas.microsoft.com/office/drawing/2014/main" id="{F3D40361-6203-4146-B693-AB377F4B1045}"/>
              </a:ext>
            </a:extLst>
          </p:cNvPr>
          <p:cNvSpPr>
            <a:spLocks noGrp="1"/>
          </p:cNvSpPr>
          <p:nvPr/>
        </p:nvSpPr>
        <p:spPr>
          <a:xfrm>
            <a:off x="4356100" y="2038350"/>
            <a:ext cx="3479800" cy="409575"/>
          </a:xfrm>
          <a:prstGeom prst="rect">
            <a:avLst/>
          </a:prstGeom>
          <a:solidFill>
            <a:srgbClr val="244A8F"/>
          </a:solidFill>
          <a:ln w="11430">
            <a:solidFill>
              <a:srgbClr val="FFFFFF"/>
            </a:solidFill>
            <a:prstDash val="solid"/>
          </a:ln>
        </p:spPr>
        <p:txBody>
          <a:bodyPr/>
          <a:lstStyle/>
          <a:p>
            <a:endParaRPr lang="ja-JP" altLang="en-US" sz="4000"/>
          </a:p>
        </p:txBody>
      </p:sp>
      <p:sp>
        <p:nvSpPr>
          <p:cNvPr id="9" name="正方形/長方形 8">
            <a:extLst>
              <a:ext uri="{FF2B5EF4-FFF2-40B4-BE49-F238E27FC236}">
                <a16:creationId xmlns:a16="http://schemas.microsoft.com/office/drawing/2014/main" id="{DF5F012D-B2DA-4B9A-A356-4CD11EC3EC4C}"/>
              </a:ext>
            </a:extLst>
          </p:cNvPr>
          <p:cNvSpPr>
            <a:spLocks noGrp="1"/>
          </p:cNvSpPr>
          <p:nvPr/>
        </p:nvSpPr>
        <p:spPr>
          <a:xfrm>
            <a:off x="44323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400" b="1">
                <a:solidFill>
                  <a:srgbClr val="FFFFFF"/>
                </a:solidFill>
                <a:latin typeface="Yu Gothic UI"/>
                <a:ea typeface="Yu Gothic UI"/>
                <a:cs typeface="Yu Gothic UI"/>
              </a:rPr>
              <a:t>原因候補</a:t>
            </a:r>
          </a:p>
        </p:txBody>
      </p:sp>
      <p:sp>
        <p:nvSpPr>
          <p:cNvPr id="10" name="正方形/長方形 9">
            <a:extLst>
              <a:ext uri="{FF2B5EF4-FFF2-40B4-BE49-F238E27FC236}">
                <a16:creationId xmlns:a16="http://schemas.microsoft.com/office/drawing/2014/main" id="{3A55D769-26DE-4719-846F-E6BFCE0F1331}"/>
              </a:ext>
            </a:extLst>
          </p:cNvPr>
          <p:cNvSpPr>
            <a:spLocks noGrp="1"/>
          </p:cNvSpPr>
          <p:nvPr/>
        </p:nvSpPr>
        <p:spPr>
          <a:xfrm>
            <a:off x="7835900" y="2038350"/>
            <a:ext cx="3479800" cy="409575"/>
          </a:xfrm>
          <a:prstGeom prst="rect">
            <a:avLst/>
          </a:prstGeom>
          <a:solidFill>
            <a:srgbClr val="244A8F"/>
          </a:solidFill>
          <a:ln w="11430">
            <a:solidFill>
              <a:srgbClr val="FFFFFF"/>
            </a:solidFill>
            <a:prstDash val="solid"/>
          </a:ln>
        </p:spPr>
        <p:txBody>
          <a:bodyPr/>
          <a:lstStyle/>
          <a:p>
            <a:endParaRPr lang="ja-JP" altLang="en-US" sz="4000"/>
          </a:p>
        </p:txBody>
      </p:sp>
      <p:sp>
        <p:nvSpPr>
          <p:cNvPr id="11" name="正方形/長方形 10">
            <a:extLst>
              <a:ext uri="{FF2B5EF4-FFF2-40B4-BE49-F238E27FC236}">
                <a16:creationId xmlns:a16="http://schemas.microsoft.com/office/drawing/2014/main" id="{8A4CECB8-CBBD-4731-932F-7AE1652EA912}"/>
              </a:ext>
            </a:extLst>
          </p:cNvPr>
          <p:cNvSpPr>
            <a:spLocks noGrp="1"/>
          </p:cNvSpPr>
          <p:nvPr/>
        </p:nvSpPr>
        <p:spPr>
          <a:xfrm>
            <a:off x="79121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400" b="1">
                <a:solidFill>
                  <a:srgbClr val="FFFFFF"/>
                </a:solidFill>
                <a:latin typeface="Yu Gothic UI"/>
                <a:ea typeface="Yu Gothic UI"/>
                <a:cs typeface="Yu Gothic UI"/>
              </a:rPr>
              <a:t>確認箇所</a:t>
            </a:r>
          </a:p>
        </p:txBody>
      </p:sp>
      <p:sp>
        <p:nvSpPr>
          <p:cNvPr id="12" name="正方形/長方形 11">
            <a:extLst>
              <a:ext uri="{FF2B5EF4-FFF2-40B4-BE49-F238E27FC236}">
                <a16:creationId xmlns:a16="http://schemas.microsoft.com/office/drawing/2014/main" id="{CC6DD3CC-20E9-4DE6-9492-71ABF5124AE1}"/>
              </a:ext>
            </a:extLst>
          </p:cNvPr>
          <p:cNvSpPr>
            <a:spLocks noGrp="1"/>
          </p:cNvSpPr>
          <p:nvPr/>
        </p:nvSpPr>
        <p:spPr>
          <a:xfrm>
            <a:off x="876300" y="2447925"/>
            <a:ext cx="3479800" cy="754856"/>
          </a:xfrm>
          <a:prstGeom prst="rect">
            <a:avLst/>
          </a:prstGeom>
          <a:solidFill>
            <a:srgbClr val="EAF1FB"/>
          </a:solidFill>
          <a:ln w="11430">
            <a:solidFill>
              <a:srgbClr val="FFFFFF"/>
            </a:solidFill>
            <a:prstDash val="solid"/>
          </a:ln>
        </p:spPr>
        <p:txBody>
          <a:bodyPr/>
          <a:lstStyle/>
          <a:p>
            <a:endParaRPr lang="ja-JP" altLang="en-US" sz="4000"/>
          </a:p>
        </p:txBody>
      </p:sp>
      <p:sp>
        <p:nvSpPr>
          <p:cNvPr id="13" name="正方形/長方形 12">
            <a:extLst>
              <a:ext uri="{FF2B5EF4-FFF2-40B4-BE49-F238E27FC236}">
                <a16:creationId xmlns:a16="http://schemas.microsoft.com/office/drawing/2014/main" id="{69CF2A2C-03B4-4434-B7D4-614272DD2A94}"/>
              </a:ext>
            </a:extLst>
          </p:cNvPr>
          <p:cNvSpPr>
            <a:spLocks noGrp="1"/>
          </p:cNvSpPr>
          <p:nvPr/>
        </p:nvSpPr>
        <p:spPr>
          <a:xfrm>
            <a:off x="9525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200" b="1">
                <a:solidFill>
                  <a:srgbClr val="344054"/>
                </a:solidFill>
                <a:latin typeface="Yu Gothic UI"/>
                <a:ea typeface="Yu Gothic UI"/>
                <a:cs typeface="Yu Gothic UI"/>
              </a:rPr>
              <a:t>サイズが選べない</a:t>
            </a:r>
          </a:p>
        </p:txBody>
      </p:sp>
      <p:sp>
        <p:nvSpPr>
          <p:cNvPr id="14" name="正方形/長方形 13">
            <a:extLst>
              <a:ext uri="{FF2B5EF4-FFF2-40B4-BE49-F238E27FC236}">
                <a16:creationId xmlns:a16="http://schemas.microsoft.com/office/drawing/2014/main" id="{6CA303FE-F592-4020-8C35-AB8FCA1CA406}"/>
              </a:ext>
            </a:extLst>
          </p:cNvPr>
          <p:cNvSpPr>
            <a:spLocks noGrp="1"/>
          </p:cNvSpPr>
          <p:nvPr/>
        </p:nvSpPr>
        <p:spPr>
          <a:xfrm>
            <a:off x="4356100" y="2447925"/>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15" name="正方形/長方形 14">
            <a:extLst>
              <a:ext uri="{FF2B5EF4-FFF2-40B4-BE49-F238E27FC236}">
                <a16:creationId xmlns:a16="http://schemas.microsoft.com/office/drawing/2014/main" id="{5994F763-B28C-41DA-8EF0-67E319421078}"/>
              </a:ext>
            </a:extLst>
          </p:cNvPr>
          <p:cNvSpPr>
            <a:spLocks noGrp="1"/>
          </p:cNvSpPr>
          <p:nvPr/>
        </p:nvSpPr>
        <p:spPr>
          <a:xfrm>
            <a:off x="44323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リージョン制約またはクォータ不足</a:t>
            </a:r>
          </a:p>
        </p:txBody>
      </p:sp>
      <p:sp>
        <p:nvSpPr>
          <p:cNvPr id="16" name="正方形/長方形 15">
            <a:extLst>
              <a:ext uri="{FF2B5EF4-FFF2-40B4-BE49-F238E27FC236}">
                <a16:creationId xmlns:a16="http://schemas.microsoft.com/office/drawing/2014/main" id="{33282060-63D0-4448-B1F2-64AFB486AC32}"/>
              </a:ext>
            </a:extLst>
          </p:cNvPr>
          <p:cNvSpPr>
            <a:spLocks noGrp="1"/>
          </p:cNvSpPr>
          <p:nvPr/>
        </p:nvSpPr>
        <p:spPr>
          <a:xfrm>
            <a:off x="7835900" y="2447925"/>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17" name="正方形/長方形 16">
            <a:extLst>
              <a:ext uri="{FF2B5EF4-FFF2-40B4-BE49-F238E27FC236}">
                <a16:creationId xmlns:a16="http://schemas.microsoft.com/office/drawing/2014/main" id="{B4E1213B-B0E1-4BB6-8DF0-CF8957A98186}"/>
              </a:ext>
            </a:extLst>
          </p:cNvPr>
          <p:cNvSpPr>
            <a:spLocks noGrp="1"/>
          </p:cNvSpPr>
          <p:nvPr/>
        </p:nvSpPr>
        <p:spPr>
          <a:xfrm>
            <a:off x="79121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講師指定の SKU と代替リージョン</a:t>
            </a:r>
          </a:p>
        </p:txBody>
      </p:sp>
      <p:sp>
        <p:nvSpPr>
          <p:cNvPr id="18" name="正方形/長方形 17">
            <a:extLst>
              <a:ext uri="{FF2B5EF4-FFF2-40B4-BE49-F238E27FC236}">
                <a16:creationId xmlns:a16="http://schemas.microsoft.com/office/drawing/2014/main" id="{EC4871A5-95D8-4641-B046-C7E88EAB879D}"/>
              </a:ext>
            </a:extLst>
          </p:cNvPr>
          <p:cNvSpPr>
            <a:spLocks noGrp="1"/>
          </p:cNvSpPr>
          <p:nvPr/>
        </p:nvSpPr>
        <p:spPr>
          <a:xfrm>
            <a:off x="876300" y="3202781"/>
            <a:ext cx="3479800" cy="754856"/>
          </a:xfrm>
          <a:prstGeom prst="rect">
            <a:avLst/>
          </a:prstGeom>
          <a:solidFill>
            <a:srgbClr val="EAF1FB"/>
          </a:solidFill>
          <a:ln w="11430">
            <a:solidFill>
              <a:srgbClr val="FFFFFF"/>
            </a:solidFill>
            <a:prstDash val="solid"/>
          </a:ln>
        </p:spPr>
        <p:txBody>
          <a:bodyPr/>
          <a:lstStyle/>
          <a:p>
            <a:endParaRPr lang="ja-JP" altLang="en-US" sz="4000"/>
          </a:p>
        </p:txBody>
      </p:sp>
      <p:sp>
        <p:nvSpPr>
          <p:cNvPr id="19" name="正方形/長方形 18">
            <a:extLst>
              <a:ext uri="{FF2B5EF4-FFF2-40B4-BE49-F238E27FC236}">
                <a16:creationId xmlns:a16="http://schemas.microsoft.com/office/drawing/2014/main" id="{BBA85386-E52C-4232-9BD3-0E224ED46553}"/>
              </a:ext>
            </a:extLst>
          </p:cNvPr>
          <p:cNvSpPr>
            <a:spLocks noGrp="1"/>
          </p:cNvSpPr>
          <p:nvPr/>
        </p:nvSpPr>
        <p:spPr>
          <a:xfrm>
            <a:off x="9525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200" b="1">
                <a:solidFill>
                  <a:srgbClr val="344054"/>
                </a:solidFill>
                <a:latin typeface="Yu Gothic UI"/>
                <a:ea typeface="Yu Gothic UI"/>
                <a:cs typeface="Yu Gothic UI"/>
              </a:rPr>
              <a:t>VM 作成で失敗</a:t>
            </a:r>
          </a:p>
        </p:txBody>
      </p:sp>
      <p:sp>
        <p:nvSpPr>
          <p:cNvPr id="20" name="正方形/長方形 19">
            <a:extLst>
              <a:ext uri="{FF2B5EF4-FFF2-40B4-BE49-F238E27FC236}">
                <a16:creationId xmlns:a16="http://schemas.microsoft.com/office/drawing/2014/main" id="{0B1B5225-7FBB-4432-9144-73B40B76B69F}"/>
              </a:ext>
            </a:extLst>
          </p:cNvPr>
          <p:cNvSpPr>
            <a:spLocks noGrp="1"/>
          </p:cNvSpPr>
          <p:nvPr/>
        </p:nvSpPr>
        <p:spPr>
          <a:xfrm>
            <a:off x="4356100" y="3202781"/>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21" name="正方形/長方形 20">
            <a:extLst>
              <a:ext uri="{FF2B5EF4-FFF2-40B4-BE49-F238E27FC236}">
                <a16:creationId xmlns:a16="http://schemas.microsoft.com/office/drawing/2014/main" id="{94E3DE2F-175F-4659-813E-DCC098C596B6}"/>
              </a:ext>
            </a:extLst>
          </p:cNvPr>
          <p:cNvSpPr>
            <a:spLocks noGrp="1"/>
          </p:cNvSpPr>
          <p:nvPr/>
        </p:nvSpPr>
        <p:spPr>
          <a:xfrm>
            <a:off x="44323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名前、権限、必須項目の不足</a:t>
            </a:r>
          </a:p>
        </p:txBody>
      </p:sp>
      <p:sp>
        <p:nvSpPr>
          <p:cNvPr id="22" name="正方形/長方形 21">
            <a:extLst>
              <a:ext uri="{FF2B5EF4-FFF2-40B4-BE49-F238E27FC236}">
                <a16:creationId xmlns:a16="http://schemas.microsoft.com/office/drawing/2014/main" id="{F795DEE9-54BC-430A-8CF2-E9B925E7C303}"/>
              </a:ext>
            </a:extLst>
          </p:cNvPr>
          <p:cNvSpPr>
            <a:spLocks noGrp="1"/>
          </p:cNvSpPr>
          <p:nvPr/>
        </p:nvSpPr>
        <p:spPr>
          <a:xfrm>
            <a:off x="7835900" y="3202781"/>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23" name="正方形/長方形 22">
            <a:extLst>
              <a:ext uri="{FF2B5EF4-FFF2-40B4-BE49-F238E27FC236}">
                <a16:creationId xmlns:a16="http://schemas.microsoft.com/office/drawing/2014/main" id="{911A58DE-D387-454D-A5DE-3F196577FF60}"/>
              </a:ext>
            </a:extLst>
          </p:cNvPr>
          <p:cNvSpPr>
            <a:spLocks noGrp="1"/>
          </p:cNvSpPr>
          <p:nvPr/>
        </p:nvSpPr>
        <p:spPr>
          <a:xfrm>
            <a:off x="79121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Validation エラーの先頭</a:t>
            </a:r>
          </a:p>
        </p:txBody>
      </p:sp>
      <p:sp>
        <p:nvSpPr>
          <p:cNvPr id="24" name="正方形/長方形 23">
            <a:extLst>
              <a:ext uri="{FF2B5EF4-FFF2-40B4-BE49-F238E27FC236}">
                <a16:creationId xmlns:a16="http://schemas.microsoft.com/office/drawing/2014/main" id="{A660C1F1-DF32-4058-9E73-2F2D70B36CD0}"/>
              </a:ext>
            </a:extLst>
          </p:cNvPr>
          <p:cNvSpPr>
            <a:spLocks noGrp="1"/>
          </p:cNvSpPr>
          <p:nvPr/>
        </p:nvSpPr>
        <p:spPr>
          <a:xfrm>
            <a:off x="876300" y="3957638"/>
            <a:ext cx="3479800" cy="754856"/>
          </a:xfrm>
          <a:prstGeom prst="rect">
            <a:avLst/>
          </a:prstGeom>
          <a:solidFill>
            <a:srgbClr val="EAF1FB"/>
          </a:solidFill>
          <a:ln w="11430">
            <a:solidFill>
              <a:srgbClr val="FFFFFF"/>
            </a:solidFill>
            <a:prstDash val="solid"/>
          </a:ln>
        </p:spPr>
        <p:txBody>
          <a:bodyPr/>
          <a:lstStyle/>
          <a:p>
            <a:endParaRPr lang="ja-JP" altLang="en-US" sz="4000"/>
          </a:p>
        </p:txBody>
      </p:sp>
      <p:sp>
        <p:nvSpPr>
          <p:cNvPr id="25" name="正方形/長方形 24">
            <a:extLst>
              <a:ext uri="{FF2B5EF4-FFF2-40B4-BE49-F238E27FC236}">
                <a16:creationId xmlns:a16="http://schemas.microsoft.com/office/drawing/2014/main" id="{3029F47F-944E-4798-8DBF-3B6CB4CEB9B6}"/>
              </a:ext>
            </a:extLst>
          </p:cNvPr>
          <p:cNvSpPr>
            <a:spLocks noGrp="1"/>
          </p:cNvSpPr>
          <p:nvPr/>
        </p:nvSpPr>
        <p:spPr>
          <a:xfrm>
            <a:off x="9525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200" b="1">
                <a:solidFill>
                  <a:srgbClr val="344054"/>
                </a:solidFill>
                <a:latin typeface="Yu Gothic UI"/>
                <a:ea typeface="Yu Gothic UI"/>
                <a:cs typeface="Yu Gothic UI"/>
              </a:rPr>
              <a:t>NGINX が表示されない</a:t>
            </a:r>
          </a:p>
        </p:txBody>
      </p:sp>
      <p:sp>
        <p:nvSpPr>
          <p:cNvPr id="26" name="正方形/長方形 25">
            <a:extLst>
              <a:ext uri="{FF2B5EF4-FFF2-40B4-BE49-F238E27FC236}">
                <a16:creationId xmlns:a16="http://schemas.microsoft.com/office/drawing/2014/main" id="{3B995656-339E-4C8A-85B9-143BF6C65FD9}"/>
              </a:ext>
            </a:extLst>
          </p:cNvPr>
          <p:cNvSpPr>
            <a:spLocks noGrp="1"/>
          </p:cNvSpPr>
          <p:nvPr/>
        </p:nvSpPr>
        <p:spPr>
          <a:xfrm>
            <a:off x="4356100" y="3957638"/>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27" name="正方形/長方形 26">
            <a:extLst>
              <a:ext uri="{FF2B5EF4-FFF2-40B4-BE49-F238E27FC236}">
                <a16:creationId xmlns:a16="http://schemas.microsoft.com/office/drawing/2014/main" id="{70D458F9-9901-4944-B2F2-34F6A411EB4B}"/>
              </a:ext>
            </a:extLst>
          </p:cNvPr>
          <p:cNvSpPr>
            <a:spLocks noGrp="1"/>
          </p:cNvSpPr>
          <p:nvPr/>
        </p:nvSpPr>
        <p:spPr>
          <a:xfrm>
            <a:off x="44323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Public IP 誤り、NSG、起動待ち、cloud-init 失敗</a:t>
            </a:r>
          </a:p>
        </p:txBody>
      </p:sp>
      <p:sp>
        <p:nvSpPr>
          <p:cNvPr id="28" name="正方形/長方形 27">
            <a:extLst>
              <a:ext uri="{FF2B5EF4-FFF2-40B4-BE49-F238E27FC236}">
                <a16:creationId xmlns:a16="http://schemas.microsoft.com/office/drawing/2014/main" id="{7D130565-8F31-4B6B-AF2A-5F6C18D7AE33}"/>
              </a:ext>
            </a:extLst>
          </p:cNvPr>
          <p:cNvSpPr>
            <a:spLocks noGrp="1"/>
          </p:cNvSpPr>
          <p:nvPr/>
        </p:nvSpPr>
        <p:spPr>
          <a:xfrm>
            <a:off x="7835900" y="3957638"/>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29" name="正方形/長方形 28">
            <a:extLst>
              <a:ext uri="{FF2B5EF4-FFF2-40B4-BE49-F238E27FC236}">
                <a16:creationId xmlns:a16="http://schemas.microsoft.com/office/drawing/2014/main" id="{31C9E5DF-E6F3-44A4-9B2D-D6525C8779C2}"/>
              </a:ext>
            </a:extLst>
          </p:cNvPr>
          <p:cNvSpPr>
            <a:spLocks noGrp="1"/>
          </p:cNvSpPr>
          <p:nvPr/>
        </p:nvSpPr>
        <p:spPr>
          <a:xfrm>
            <a:off x="79121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VM Overview、NSG、ブラウザーのアドレス</a:t>
            </a:r>
          </a:p>
        </p:txBody>
      </p:sp>
      <p:sp>
        <p:nvSpPr>
          <p:cNvPr id="30" name="正方形/長方形 29">
            <a:extLst>
              <a:ext uri="{FF2B5EF4-FFF2-40B4-BE49-F238E27FC236}">
                <a16:creationId xmlns:a16="http://schemas.microsoft.com/office/drawing/2014/main" id="{B65C3B34-9C82-4EE0-8148-35860FFD8E39}"/>
              </a:ext>
            </a:extLst>
          </p:cNvPr>
          <p:cNvSpPr>
            <a:spLocks noGrp="1"/>
          </p:cNvSpPr>
          <p:nvPr/>
        </p:nvSpPr>
        <p:spPr>
          <a:xfrm>
            <a:off x="876300" y="4712494"/>
            <a:ext cx="3479800" cy="754856"/>
          </a:xfrm>
          <a:prstGeom prst="rect">
            <a:avLst/>
          </a:prstGeom>
          <a:solidFill>
            <a:srgbClr val="EAF1FB"/>
          </a:solidFill>
          <a:ln w="11430">
            <a:solidFill>
              <a:srgbClr val="FFFFFF"/>
            </a:solidFill>
            <a:prstDash val="solid"/>
          </a:ln>
        </p:spPr>
        <p:txBody>
          <a:bodyPr/>
          <a:lstStyle/>
          <a:p>
            <a:endParaRPr lang="ja-JP" altLang="en-US" sz="4000"/>
          </a:p>
        </p:txBody>
      </p:sp>
      <p:sp>
        <p:nvSpPr>
          <p:cNvPr id="31" name="正方形/長方形 30">
            <a:extLst>
              <a:ext uri="{FF2B5EF4-FFF2-40B4-BE49-F238E27FC236}">
                <a16:creationId xmlns:a16="http://schemas.microsoft.com/office/drawing/2014/main" id="{7BA9AA8F-A4DE-44B8-96FB-B498C2C0325D}"/>
              </a:ext>
            </a:extLst>
          </p:cNvPr>
          <p:cNvSpPr>
            <a:spLocks noGrp="1"/>
          </p:cNvSpPr>
          <p:nvPr/>
        </p:nvSpPr>
        <p:spPr>
          <a:xfrm>
            <a:off x="9525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200" b="1">
                <a:solidFill>
                  <a:srgbClr val="344054"/>
                </a:solidFill>
                <a:latin typeface="Yu Gothic UI"/>
                <a:ea typeface="Yu Gothic UI"/>
                <a:cs typeface="Yu Gothic UI"/>
              </a:rPr>
              <a:t>課金が残る</a:t>
            </a:r>
          </a:p>
        </p:txBody>
      </p:sp>
      <p:sp>
        <p:nvSpPr>
          <p:cNvPr id="32" name="正方形/長方形 31">
            <a:extLst>
              <a:ext uri="{FF2B5EF4-FFF2-40B4-BE49-F238E27FC236}">
                <a16:creationId xmlns:a16="http://schemas.microsoft.com/office/drawing/2014/main" id="{189AFEEB-21FF-466A-B496-A4FE645771AB}"/>
              </a:ext>
            </a:extLst>
          </p:cNvPr>
          <p:cNvSpPr>
            <a:spLocks noGrp="1"/>
          </p:cNvSpPr>
          <p:nvPr/>
        </p:nvSpPr>
        <p:spPr>
          <a:xfrm>
            <a:off x="4356100" y="4712494"/>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33" name="正方形/長方形 32">
            <a:extLst>
              <a:ext uri="{FF2B5EF4-FFF2-40B4-BE49-F238E27FC236}">
                <a16:creationId xmlns:a16="http://schemas.microsoft.com/office/drawing/2014/main" id="{2EB7F428-9FCB-4253-99AF-6C142F775090}"/>
              </a:ext>
            </a:extLst>
          </p:cNvPr>
          <p:cNvSpPr>
            <a:spLocks noGrp="1"/>
          </p:cNvSpPr>
          <p:nvPr/>
        </p:nvSpPr>
        <p:spPr>
          <a:xfrm>
            <a:off x="44323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VM 停止だけで削除していない</a:t>
            </a:r>
          </a:p>
        </p:txBody>
      </p:sp>
      <p:sp>
        <p:nvSpPr>
          <p:cNvPr id="34" name="正方形/長方形 33">
            <a:extLst>
              <a:ext uri="{FF2B5EF4-FFF2-40B4-BE49-F238E27FC236}">
                <a16:creationId xmlns:a16="http://schemas.microsoft.com/office/drawing/2014/main" id="{088306C4-D472-495C-A0FE-6B54734D2527}"/>
              </a:ext>
            </a:extLst>
          </p:cNvPr>
          <p:cNvSpPr>
            <a:spLocks noGrp="1"/>
          </p:cNvSpPr>
          <p:nvPr/>
        </p:nvSpPr>
        <p:spPr>
          <a:xfrm>
            <a:off x="7835900" y="4712494"/>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35" name="正方形/長方形 34">
            <a:extLst>
              <a:ext uri="{FF2B5EF4-FFF2-40B4-BE49-F238E27FC236}">
                <a16:creationId xmlns:a16="http://schemas.microsoft.com/office/drawing/2014/main" id="{9286323D-FC05-44E7-9B3D-18DBE935F286}"/>
              </a:ext>
            </a:extLst>
          </p:cNvPr>
          <p:cNvSpPr>
            <a:spLocks noGrp="1"/>
          </p:cNvSpPr>
          <p:nvPr/>
        </p:nvSpPr>
        <p:spPr>
          <a:xfrm>
            <a:off x="79121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リソースグループ一覧</a:t>
            </a:r>
          </a:p>
        </p:txBody>
      </p:sp>
      <p:sp>
        <p:nvSpPr>
          <p:cNvPr id="36" name="正方形/長方形 35">
            <a:extLst>
              <a:ext uri="{FF2B5EF4-FFF2-40B4-BE49-F238E27FC236}">
                <a16:creationId xmlns:a16="http://schemas.microsoft.com/office/drawing/2014/main" id="{0D714D59-47B3-401A-833F-166548CACFD3}"/>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41 / 46</a:t>
            </a:r>
          </a:p>
        </p:txBody>
      </p:sp>
    </p:spTree>
    <p:extLst>
      <p:ext uri="{BB962C8B-B14F-4D97-AF65-F5344CB8AC3E}">
        <p14:creationId xmlns:p14="http://schemas.microsoft.com/office/powerpoint/2010/main" val="1186077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90FA5419-9E9B-4D91-AD71-793BCAE862E4}"/>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確認クイズ</a:t>
            </a:r>
          </a:p>
        </p:txBody>
      </p:sp>
      <p:sp>
        <p:nvSpPr>
          <p:cNvPr id="2" name="正方形/長方形 1">
            <a:extLst>
              <a:ext uri="{FF2B5EF4-FFF2-40B4-BE49-F238E27FC236}">
                <a16:creationId xmlns:a16="http://schemas.microsoft.com/office/drawing/2014/main" id="{1AE6A02C-11DA-430C-989E-BBF897DA180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0780A6C7-2DBC-441A-9988-9654B25BF2E7}"/>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44</a:t>
            </a:r>
          </a:p>
        </p:txBody>
      </p:sp>
      <p:sp>
        <p:nvSpPr>
          <p:cNvPr id="4" name="正方形/長方形 3">
            <a:extLst>
              <a:ext uri="{FF2B5EF4-FFF2-40B4-BE49-F238E27FC236}">
                <a16:creationId xmlns:a16="http://schemas.microsoft.com/office/drawing/2014/main" id="{0A55E663-28F9-4ECB-943E-EEF10D3EBAB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AC8BEAC-D93B-4E47-BE94-585FA794BF02}"/>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自分の言葉で、VM と周辺リソースの関係、HTTP アクセス、削除方法を説明できるか確認します。</a:t>
            </a:r>
          </a:p>
        </p:txBody>
      </p:sp>
      <p:sp>
        <p:nvSpPr>
          <p:cNvPr id="6" name="正方形/長方形 5">
            <a:extLst>
              <a:ext uri="{FF2B5EF4-FFF2-40B4-BE49-F238E27FC236}">
                <a16:creationId xmlns:a16="http://schemas.microsoft.com/office/drawing/2014/main" id="{1C793B2A-8B5A-4CEC-9CE9-0E5E57307C1D}"/>
              </a:ext>
            </a:extLst>
          </p:cNvPr>
          <p:cNvSpPr>
            <a:spLocks noGrp="1"/>
          </p:cNvSpPr>
          <p:nvPr/>
        </p:nvSpPr>
        <p:spPr>
          <a:xfrm>
            <a:off x="685800" y="2247900"/>
            <a:ext cx="5105400" cy="1619250"/>
          </a:xfrm>
          <a:prstGeom prst="rect">
            <a:avLst/>
          </a:prstGeom>
          <a:solidFill>
            <a:srgbClr val="FFFFFF"/>
          </a:solidFill>
          <a:ln w="9525">
            <a:solidFill>
              <a:srgbClr val="D0D5DD"/>
            </a:solidFill>
            <a:prstDash val="solid"/>
          </a:ln>
        </p:spPr>
        <p:txBody>
          <a:bodyPr/>
          <a:lstStyle/>
          <a:p>
            <a:endParaRPr lang="ja-JP" altLang="en-US" sz="3200"/>
          </a:p>
        </p:txBody>
      </p:sp>
      <p:sp>
        <p:nvSpPr>
          <p:cNvPr id="7" name="正方形/長方形 6">
            <a:extLst>
              <a:ext uri="{FF2B5EF4-FFF2-40B4-BE49-F238E27FC236}">
                <a16:creationId xmlns:a16="http://schemas.microsoft.com/office/drawing/2014/main" id="{8107311C-1B0A-4F3B-B327-77D8B02F262D}"/>
              </a:ext>
            </a:extLst>
          </p:cNvPr>
          <p:cNvSpPr>
            <a:spLocks noGrp="1"/>
          </p:cNvSpPr>
          <p:nvPr/>
        </p:nvSpPr>
        <p:spPr>
          <a:xfrm>
            <a:off x="685800" y="2247900"/>
            <a:ext cx="76200" cy="1619250"/>
          </a:xfrm>
          <a:prstGeom prst="rect">
            <a:avLst/>
          </a:prstGeom>
          <a:solidFill>
            <a:srgbClr val="0F766E"/>
          </a:solidFill>
          <a:ln w="0">
            <a:solidFill>
              <a:srgbClr val="0F766E"/>
            </a:solidFill>
            <a:prstDash val="solid"/>
          </a:ln>
        </p:spPr>
        <p:txBody>
          <a:bodyPr/>
          <a:lstStyle/>
          <a:p>
            <a:endParaRPr lang="ja-JP" altLang="en-US" sz="3200"/>
          </a:p>
        </p:txBody>
      </p:sp>
      <p:sp>
        <p:nvSpPr>
          <p:cNvPr id="8" name="正方形/長方形 7">
            <a:extLst>
              <a:ext uri="{FF2B5EF4-FFF2-40B4-BE49-F238E27FC236}">
                <a16:creationId xmlns:a16="http://schemas.microsoft.com/office/drawing/2014/main" id="{FB523E74-9620-4632-95F2-18482D95DF3F}"/>
              </a:ext>
            </a:extLst>
          </p:cNvPr>
          <p:cNvSpPr>
            <a:spLocks noGrp="1"/>
          </p:cNvSpPr>
          <p:nvPr/>
        </p:nvSpPr>
        <p:spPr>
          <a:xfrm>
            <a:off x="895350" y="2419350"/>
            <a:ext cx="571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0F766E"/>
                </a:solidFill>
                <a:latin typeface="Yu Gothic UI"/>
                <a:ea typeface="Yu Gothic UI"/>
                <a:cs typeface="Yu Gothic UI"/>
              </a:defRPr>
            </a:pPr>
            <a:r>
              <a:rPr sz="1050" b="1">
                <a:solidFill>
                  <a:srgbClr val="0F766E"/>
                </a:solidFill>
                <a:latin typeface="Yu Gothic UI"/>
                <a:ea typeface="Yu Gothic UI"/>
                <a:cs typeface="Yu Gothic UI"/>
              </a:rPr>
              <a:t>問1</a:t>
            </a:r>
          </a:p>
        </p:txBody>
      </p:sp>
      <p:sp>
        <p:nvSpPr>
          <p:cNvPr id="9" name="正方形/長方形 8">
            <a:extLst>
              <a:ext uri="{FF2B5EF4-FFF2-40B4-BE49-F238E27FC236}">
                <a16:creationId xmlns:a16="http://schemas.microsoft.com/office/drawing/2014/main" id="{CAB8EC05-9DB4-4345-860E-1F93F1FEBFDB}"/>
              </a:ext>
            </a:extLst>
          </p:cNvPr>
          <p:cNvSpPr>
            <a:spLocks noGrp="1"/>
          </p:cNvSpPr>
          <p:nvPr/>
        </p:nvSpPr>
        <p:spPr>
          <a:xfrm>
            <a:off x="895350" y="2705100"/>
            <a:ext cx="44767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1F2937"/>
                </a:solidFill>
                <a:latin typeface="Yu Gothic UI"/>
                <a:ea typeface="Yu Gothic UI"/>
                <a:cs typeface="Yu Gothic UI"/>
              </a:defRPr>
            </a:pPr>
            <a:r>
              <a:rPr sz="1200" b="1">
                <a:solidFill>
                  <a:srgbClr val="1F2937"/>
                </a:solidFill>
                <a:latin typeface="Yu Gothic UI"/>
                <a:ea typeface="Yu Gothic UI"/>
                <a:cs typeface="Yu Gothic UI"/>
              </a:rPr>
              <a:t>VM がネットワークに接続するために必要な代表的リソースはどれですか。</a:t>
            </a:r>
          </a:p>
        </p:txBody>
      </p:sp>
      <p:sp>
        <p:nvSpPr>
          <p:cNvPr id="10" name="正方形/長方形 9">
            <a:extLst>
              <a:ext uri="{FF2B5EF4-FFF2-40B4-BE49-F238E27FC236}">
                <a16:creationId xmlns:a16="http://schemas.microsoft.com/office/drawing/2014/main" id="{A0622449-E929-4455-8466-C4103AD25903}"/>
              </a:ext>
            </a:extLst>
          </p:cNvPr>
          <p:cNvSpPr>
            <a:spLocks noGrp="1"/>
          </p:cNvSpPr>
          <p:nvPr/>
        </p:nvSpPr>
        <p:spPr>
          <a:xfrm>
            <a:off x="895350" y="3314700"/>
            <a:ext cx="4476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0F766E"/>
                </a:solidFill>
                <a:latin typeface="Yu Gothic UI"/>
                <a:ea typeface="Yu Gothic UI"/>
                <a:cs typeface="Yu Gothic UI"/>
              </a:defRPr>
            </a:pPr>
            <a:r>
              <a:rPr sz="1200" b="1">
                <a:solidFill>
                  <a:srgbClr val="0F766E"/>
                </a:solidFill>
                <a:latin typeface="Yu Gothic UI"/>
                <a:ea typeface="Yu Gothic UI"/>
                <a:cs typeface="Yu Gothic UI"/>
              </a:rPr>
              <a:t>正解: NIC</a:t>
            </a:r>
          </a:p>
        </p:txBody>
      </p:sp>
      <p:sp>
        <p:nvSpPr>
          <p:cNvPr id="11" name="正方形/長方形 10">
            <a:extLst>
              <a:ext uri="{FF2B5EF4-FFF2-40B4-BE49-F238E27FC236}">
                <a16:creationId xmlns:a16="http://schemas.microsoft.com/office/drawing/2014/main" id="{E5BF6935-8C59-4723-A6DF-852AAAA0BD29}"/>
              </a:ext>
            </a:extLst>
          </p:cNvPr>
          <p:cNvSpPr>
            <a:spLocks noGrp="1"/>
          </p:cNvSpPr>
          <p:nvPr/>
        </p:nvSpPr>
        <p:spPr>
          <a:xfrm>
            <a:off x="6210300" y="2247900"/>
            <a:ext cx="5105400" cy="1619250"/>
          </a:xfrm>
          <a:prstGeom prst="rect">
            <a:avLst/>
          </a:prstGeom>
          <a:solidFill>
            <a:srgbClr val="FFFFFF"/>
          </a:solidFill>
          <a:ln w="9525">
            <a:solidFill>
              <a:srgbClr val="D0D5DD"/>
            </a:solidFill>
            <a:prstDash val="solid"/>
          </a:ln>
        </p:spPr>
        <p:txBody>
          <a:bodyPr/>
          <a:lstStyle/>
          <a:p>
            <a:endParaRPr lang="ja-JP" altLang="en-US" sz="3200"/>
          </a:p>
        </p:txBody>
      </p:sp>
      <p:sp>
        <p:nvSpPr>
          <p:cNvPr id="12" name="正方形/長方形 11">
            <a:extLst>
              <a:ext uri="{FF2B5EF4-FFF2-40B4-BE49-F238E27FC236}">
                <a16:creationId xmlns:a16="http://schemas.microsoft.com/office/drawing/2014/main" id="{566D47C2-F4CA-4C1C-903E-6647AD97C084}"/>
              </a:ext>
            </a:extLst>
          </p:cNvPr>
          <p:cNvSpPr>
            <a:spLocks noGrp="1"/>
          </p:cNvSpPr>
          <p:nvPr/>
        </p:nvSpPr>
        <p:spPr>
          <a:xfrm>
            <a:off x="6210300" y="2247900"/>
            <a:ext cx="76200" cy="1619250"/>
          </a:xfrm>
          <a:prstGeom prst="rect">
            <a:avLst/>
          </a:prstGeom>
          <a:solidFill>
            <a:srgbClr val="70AD47"/>
          </a:solidFill>
          <a:ln w="0">
            <a:solidFill>
              <a:srgbClr val="70AD47"/>
            </a:solidFill>
            <a:prstDash val="solid"/>
          </a:ln>
        </p:spPr>
        <p:txBody>
          <a:bodyPr/>
          <a:lstStyle/>
          <a:p>
            <a:endParaRPr lang="ja-JP" altLang="en-US" sz="3200"/>
          </a:p>
        </p:txBody>
      </p:sp>
      <p:sp>
        <p:nvSpPr>
          <p:cNvPr id="13" name="正方形/長方形 12">
            <a:extLst>
              <a:ext uri="{FF2B5EF4-FFF2-40B4-BE49-F238E27FC236}">
                <a16:creationId xmlns:a16="http://schemas.microsoft.com/office/drawing/2014/main" id="{F6173B24-335C-4C64-8739-323BBFA5A725}"/>
              </a:ext>
            </a:extLst>
          </p:cNvPr>
          <p:cNvSpPr>
            <a:spLocks noGrp="1"/>
          </p:cNvSpPr>
          <p:nvPr/>
        </p:nvSpPr>
        <p:spPr>
          <a:xfrm>
            <a:off x="6419850" y="2419350"/>
            <a:ext cx="571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70AD47"/>
                </a:solidFill>
                <a:latin typeface="Yu Gothic UI"/>
                <a:ea typeface="Yu Gothic UI"/>
                <a:cs typeface="Yu Gothic UI"/>
              </a:defRPr>
            </a:pPr>
            <a:r>
              <a:rPr sz="1050" b="1">
                <a:solidFill>
                  <a:srgbClr val="70AD47"/>
                </a:solidFill>
                <a:latin typeface="Yu Gothic UI"/>
                <a:ea typeface="Yu Gothic UI"/>
                <a:cs typeface="Yu Gothic UI"/>
              </a:rPr>
              <a:t>問2</a:t>
            </a:r>
          </a:p>
        </p:txBody>
      </p:sp>
      <p:sp>
        <p:nvSpPr>
          <p:cNvPr id="14" name="正方形/長方形 13">
            <a:extLst>
              <a:ext uri="{FF2B5EF4-FFF2-40B4-BE49-F238E27FC236}">
                <a16:creationId xmlns:a16="http://schemas.microsoft.com/office/drawing/2014/main" id="{B292A65B-87E2-4711-982E-553F52B1AC55}"/>
              </a:ext>
            </a:extLst>
          </p:cNvPr>
          <p:cNvSpPr>
            <a:spLocks noGrp="1"/>
          </p:cNvSpPr>
          <p:nvPr/>
        </p:nvSpPr>
        <p:spPr>
          <a:xfrm>
            <a:off x="6419850" y="2705100"/>
            <a:ext cx="44767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1F2937"/>
                </a:solidFill>
                <a:latin typeface="Yu Gothic UI"/>
                <a:ea typeface="Yu Gothic UI"/>
                <a:cs typeface="Yu Gothic UI"/>
              </a:defRPr>
            </a:pPr>
            <a:r>
              <a:rPr sz="1200" b="1">
                <a:solidFill>
                  <a:srgbClr val="1F2937"/>
                </a:solidFill>
                <a:latin typeface="Yu Gothic UI"/>
                <a:ea typeface="Yu Gothic UI"/>
                <a:cs typeface="Yu Gothic UI"/>
              </a:rPr>
              <a:t>ブラウザーから NGINX にアクセスするため、本回で許可した通信はどれですか。</a:t>
            </a:r>
          </a:p>
        </p:txBody>
      </p:sp>
      <p:sp>
        <p:nvSpPr>
          <p:cNvPr id="15" name="正方形/長方形 14">
            <a:extLst>
              <a:ext uri="{FF2B5EF4-FFF2-40B4-BE49-F238E27FC236}">
                <a16:creationId xmlns:a16="http://schemas.microsoft.com/office/drawing/2014/main" id="{C1E32171-128D-4B83-BF11-803BD917E099}"/>
              </a:ext>
            </a:extLst>
          </p:cNvPr>
          <p:cNvSpPr>
            <a:spLocks noGrp="1"/>
          </p:cNvSpPr>
          <p:nvPr/>
        </p:nvSpPr>
        <p:spPr>
          <a:xfrm>
            <a:off x="6419850" y="3314700"/>
            <a:ext cx="4476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70AD47"/>
                </a:solidFill>
                <a:latin typeface="Yu Gothic UI"/>
                <a:ea typeface="Yu Gothic UI"/>
                <a:cs typeface="Yu Gothic UI"/>
              </a:defRPr>
            </a:pPr>
            <a:r>
              <a:rPr sz="1200" b="1">
                <a:solidFill>
                  <a:srgbClr val="70AD47"/>
                </a:solidFill>
                <a:latin typeface="Yu Gothic UI"/>
                <a:ea typeface="Yu Gothic UI"/>
                <a:cs typeface="Yu Gothic UI"/>
              </a:rPr>
              <a:t>正解: HTTP</a:t>
            </a:r>
          </a:p>
        </p:txBody>
      </p:sp>
      <p:sp>
        <p:nvSpPr>
          <p:cNvPr id="16" name="正方形/長方形 15">
            <a:extLst>
              <a:ext uri="{FF2B5EF4-FFF2-40B4-BE49-F238E27FC236}">
                <a16:creationId xmlns:a16="http://schemas.microsoft.com/office/drawing/2014/main" id="{C2F96937-9A39-4291-A263-E552D7DF7A81}"/>
              </a:ext>
            </a:extLst>
          </p:cNvPr>
          <p:cNvSpPr>
            <a:spLocks noGrp="1"/>
          </p:cNvSpPr>
          <p:nvPr/>
        </p:nvSpPr>
        <p:spPr>
          <a:xfrm>
            <a:off x="685800" y="4419600"/>
            <a:ext cx="5105400" cy="1619250"/>
          </a:xfrm>
          <a:prstGeom prst="rect">
            <a:avLst/>
          </a:prstGeom>
          <a:solidFill>
            <a:srgbClr val="FFFFFF"/>
          </a:solidFill>
          <a:ln w="9525">
            <a:solidFill>
              <a:srgbClr val="D0D5DD"/>
            </a:solidFill>
            <a:prstDash val="solid"/>
          </a:ln>
        </p:spPr>
        <p:txBody>
          <a:bodyPr/>
          <a:lstStyle/>
          <a:p>
            <a:endParaRPr lang="ja-JP" altLang="en-US" sz="3200"/>
          </a:p>
        </p:txBody>
      </p:sp>
      <p:sp>
        <p:nvSpPr>
          <p:cNvPr id="17" name="正方形/長方形 16">
            <a:extLst>
              <a:ext uri="{FF2B5EF4-FFF2-40B4-BE49-F238E27FC236}">
                <a16:creationId xmlns:a16="http://schemas.microsoft.com/office/drawing/2014/main" id="{DD03329F-415B-4C7E-BD0C-6A9A392D8FF3}"/>
              </a:ext>
            </a:extLst>
          </p:cNvPr>
          <p:cNvSpPr>
            <a:spLocks noGrp="1"/>
          </p:cNvSpPr>
          <p:nvPr/>
        </p:nvSpPr>
        <p:spPr>
          <a:xfrm>
            <a:off x="685800" y="4419600"/>
            <a:ext cx="76200" cy="1619250"/>
          </a:xfrm>
          <a:prstGeom prst="rect">
            <a:avLst/>
          </a:prstGeom>
          <a:solidFill>
            <a:srgbClr val="ED7D31"/>
          </a:solidFill>
          <a:ln w="0">
            <a:solidFill>
              <a:srgbClr val="ED7D31"/>
            </a:solidFill>
            <a:prstDash val="solid"/>
          </a:ln>
        </p:spPr>
        <p:txBody>
          <a:bodyPr/>
          <a:lstStyle/>
          <a:p>
            <a:endParaRPr lang="ja-JP" altLang="en-US" sz="3200"/>
          </a:p>
        </p:txBody>
      </p:sp>
      <p:sp>
        <p:nvSpPr>
          <p:cNvPr id="18" name="正方形/長方形 17">
            <a:extLst>
              <a:ext uri="{FF2B5EF4-FFF2-40B4-BE49-F238E27FC236}">
                <a16:creationId xmlns:a16="http://schemas.microsoft.com/office/drawing/2014/main" id="{E0E84EAC-2680-4E26-A672-F852F74F8F0C}"/>
              </a:ext>
            </a:extLst>
          </p:cNvPr>
          <p:cNvSpPr>
            <a:spLocks noGrp="1"/>
          </p:cNvSpPr>
          <p:nvPr/>
        </p:nvSpPr>
        <p:spPr>
          <a:xfrm>
            <a:off x="895350" y="4591050"/>
            <a:ext cx="571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D7D31"/>
                </a:solidFill>
                <a:latin typeface="Yu Gothic UI"/>
                <a:ea typeface="Yu Gothic UI"/>
                <a:cs typeface="Yu Gothic UI"/>
              </a:defRPr>
            </a:pPr>
            <a:r>
              <a:rPr sz="1050" b="1">
                <a:solidFill>
                  <a:srgbClr val="ED7D31"/>
                </a:solidFill>
                <a:latin typeface="Yu Gothic UI"/>
                <a:ea typeface="Yu Gothic UI"/>
                <a:cs typeface="Yu Gothic UI"/>
              </a:rPr>
              <a:t>問3</a:t>
            </a:r>
          </a:p>
        </p:txBody>
      </p:sp>
      <p:sp>
        <p:nvSpPr>
          <p:cNvPr id="19" name="正方形/長方形 18">
            <a:extLst>
              <a:ext uri="{FF2B5EF4-FFF2-40B4-BE49-F238E27FC236}">
                <a16:creationId xmlns:a16="http://schemas.microsoft.com/office/drawing/2014/main" id="{0AA2DE1E-E5D1-40F6-9E00-E30A72F50FC0}"/>
              </a:ext>
            </a:extLst>
          </p:cNvPr>
          <p:cNvSpPr>
            <a:spLocks noGrp="1"/>
          </p:cNvSpPr>
          <p:nvPr/>
        </p:nvSpPr>
        <p:spPr>
          <a:xfrm>
            <a:off x="895350" y="4876800"/>
            <a:ext cx="44767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1F2937"/>
                </a:solidFill>
                <a:latin typeface="Yu Gothic UI"/>
                <a:ea typeface="Yu Gothic UI"/>
                <a:cs typeface="Yu Gothic UI"/>
              </a:defRPr>
            </a:pPr>
            <a:r>
              <a:rPr sz="1200" b="1">
                <a:solidFill>
                  <a:srgbClr val="1F2937"/>
                </a:solidFill>
                <a:latin typeface="Yu Gothic UI"/>
                <a:ea typeface="Yu Gothic UI"/>
                <a:cs typeface="Yu Gothic UI"/>
              </a:rPr>
              <a:t>VM を停止すれば、Managed Disk や Public IP も必ず削除されますか。</a:t>
            </a:r>
          </a:p>
        </p:txBody>
      </p:sp>
      <p:sp>
        <p:nvSpPr>
          <p:cNvPr id="20" name="正方形/長方形 19">
            <a:extLst>
              <a:ext uri="{FF2B5EF4-FFF2-40B4-BE49-F238E27FC236}">
                <a16:creationId xmlns:a16="http://schemas.microsoft.com/office/drawing/2014/main" id="{6369F12F-7645-468D-A0BF-49263FE4ABED}"/>
              </a:ext>
            </a:extLst>
          </p:cNvPr>
          <p:cNvSpPr>
            <a:spLocks noGrp="1"/>
          </p:cNvSpPr>
          <p:nvPr/>
        </p:nvSpPr>
        <p:spPr>
          <a:xfrm>
            <a:off x="895350" y="5486400"/>
            <a:ext cx="4476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ED7D31"/>
                </a:solidFill>
                <a:latin typeface="Yu Gothic UI"/>
                <a:ea typeface="Yu Gothic UI"/>
                <a:cs typeface="Yu Gothic UI"/>
              </a:defRPr>
            </a:pPr>
            <a:r>
              <a:rPr sz="1200" b="1">
                <a:solidFill>
                  <a:srgbClr val="ED7D31"/>
                </a:solidFill>
                <a:latin typeface="Yu Gothic UI"/>
                <a:ea typeface="Yu Gothic UI"/>
                <a:cs typeface="Yu Gothic UI"/>
              </a:rPr>
              <a:t>正解: いいえ</a:t>
            </a:r>
          </a:p>
        </p:txBody>
      </p:sp>
      <p:sp>
        <p:nvSpPr>
          <p:cNvPr id="21" name="正方形/長方形 20">
            <a:extLst>
              <a:ext uri="{FF2B5EF4-FFF2-40B4-BE49-F238E27FC236}">
                <a16:creationId xmlns:a16="http://schemas.microsoft.com/office/drawing/2014/main" id="{A23C62EB-EDE2-451A-9EB7-AB4571005F9C}"/>
              </a:ext>
            </a:extLst>
          </p:cNvPr>
          <p:cNvSpPr>
            <a:spLocks noGrp="1"/>
          </p:cNvSpPr>
          <p:nvPr/>
        </p:nvSpPr>
        <p:spPr>
          <a:xfrm>
            <a:off x="6210300" y="4419600"/>
            <a:ext cx="5105400" cy="1619250"/>
          </a:xfrm>
          <a:prstGeom prst="rect">
            <a:avLst/>
          </a:prstGeom>
          <a:solidFill>
            <a:srgbClr val="FFFFFF"/>
          </a:solidFill>
          <a:ln w="9525">
            <a:solidFill>
              <a:srgbClr val="D0D5DD"/>
            </a:solidFill>
            <a:prstDash val="solid"/>
          </a:ln>
        </p:spPr>
        <p:txBody>
          <a:bodyPr/>
          <a:lstStyle/>
          <a:p>
            <a:endParaRPr lang="ja-JP" altLang="en-US" sz="3200"/>
          </a:p>
        </p:txBody>
      </p:sp>
      <p:sp>
        <p:nvSpPr>
          <p:cNvPr id="22" name="正方形/長方形 21">
            <a:extLst>
              <a:ext uri="{FF2B5EF4-FFF2-40B4-BE49-F238E27FC236}">
                <a16:creationId xmlns:a16="http://schemas.microsoft.com/office/drawing/2014/main" id="{520A8E5D-42EE-4435-9F8B-D0DFBD549A34}"/>
              </a:ext>
            </a:extLst>
          </p:cNvPr>
          <p:cNvSpPr>
            <a:spLocks noGrp="1"/>
          </p:cNvSpPr>
          <p:nvPr/>
        </p:nvSpPr>
        <p:spPr>
          <a:xfrm>
            <a:off x="6210300" y="4419600"/>
            <a:ext cx="76200" cy="1619250"/>
          </a:xfrm>
          <a:prstGeom prst="rect">
            <a:avLst/>
          </a:prstGeom>
          <a:solidFill>
            <a:srgbClr val="4472C4"/>
          </a:solidFill>
          <a:ln w="0">
            <a:solidFill>
              <a:srgbClr val="4472C4"/>
            </a:solidFill>
            <a:prstDash val="solid"/>
          </a:ln>
        </p:spPr>
        <p:txBody>
          <a:bodyPr/>
          <a:lstStyle/>
          <a:p>
            <a:endParaRPr lang="ja-JP" altLang="en-US" sz="3200"/>
          </a:p>
        </p:txBody>
      </p:sp>
      <p:sp>
        <p:nvSpPr>
          <p:cNvPr id="23" name="正方形/長方形 22">
            <a:extLst>
              <a:ext uri="{FF2B5EF4-FFF2-40B4-BE49-F238E27FC236}">
                <a16:creationId xmlns:a16="http://schemas.microsoft.com/office/drawing/2014/main" id="{74AD8AB1-D9FC-40A7-8990-573E27894046}"/>
              </a:ext>
            </a:extLst>
          </p:cNvPr>
          <p:cNvSpPr>
            <a:spLocks noGrp="1"/>
          </p:cNvSpPr>
          <p:nvPr/>
        </p:nvSpPr>
        <p:spPr>
          <a:xfrm>
            <a:off x="6419850" y="4591050"/>
            <a:ext cx="571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4472C4"/>
                </a:solidFill>
                <a:latin typeface="Yu Gothic UI"/>
                <a:ea typeface="Yu Gothic UI"/>
                <a:cs typeface="Yu Gothic UI"/>
              </a:defRPr>
            </a:pPr>
            <a:r>
              <a:rPr sz="1050" b="1">
                <a:solidFill>
                  <a:srgbClr val="4472C4"/>
                </a:solidFill>
                <a:latin typeface="Yu Gothic UI"/>
                <a:ea typeface="Yu Gothic UI"/>
                <a:cs typeface="Yu Gothic UI"/>
              </a:rPr>
              <a:t>問4</a:t>
            </a:r>
          </a:p>
        </p:txBody>
      </p:sp>
      <p:sp>
        <p:nvSpPr>
          <p:cNvPr id="24" name="正方形/長方形 23">
            <a:extLst>
              <a:ext uri="{FF2B5EF4-FFF2-40B4-BE49-F238E27FC236}">
                <a16:creationId xmlns:a16="http://schemas.microsoft.com/office/drawing/2014/main" id="{F4BE6604-D767-40DA-B21F-87BFC471217E}"/>
              </a:ext>
            </a:extLst>
          </p:cNvPr>
          <p:cNvSpPr>
            <a:spLocks noGrp="1"/>
          </p:cNvSpPr>
          <p:nvPr/>
        </p:nvSpPr>
        <p:spPr>
          <a:xfrm>
            <a:off x="6419850" y="4876800"/>
            <a:ext cx="44767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1F2937"/>
                </a:solidFill>
                <a:latin typeface="Yu Gothic UI"/>
                <a:ea typeface="Yu Gothic UI"/>
                <a:cs typeface="Yu Gothic UI"/>
              </a:defRPr>
            </a:pPr>
            <a:r>
              <a:rPr sz="1200" b="1">
                <a:solidFill>
                  <a:srgbClr val="1F2937"/>
                </a:solidFill>
                <a:latin typeface="Yu Gothic UI"/>
                <a:ea typeface="Yu Gothic UI"/>
                <a:cs typeface="Yu Gothic UI"/>
              </a:rPr>
              <a:t>本回の最後に推奨するクリーンアップ方法はどれですか。</a:t>
            </a:r>
          </a:p>
        </p:txBody>
      </p:sp>
      <p:sp>
        <p:nvSpPr>
          <p:cNvPr id="25" name="正方形/長方形 24">
            <a:extLst>
              <a:ext uri="{FF2B5EF4-FFF2-40B4-BE49-F238E27FC236}">
                <a16:creationId xmlns:a16="http://schemas.microsoft.com/office/drawing/2014/main" id="{9F159CCC-9F70-42DC-A85E-5928EE65959E}"/>
              </a:ext>
            </a:extLst>
          </p:cNvPr>
          <p:cNvSpPr>
            <a:spLocks noGrp="1"/>
          </p:cNvSpPr>
          <p:nvPr/>
        </p:nvSpPr>
        <p:spPr>
          <a:xfrm>
            <a:off x="6419850" y="5486400"/>
            <a:ext cx="4476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4472C4"/>
                </a:solidFill>
                <a:latin typeface="Yu Gothic UI"/>
                <a:ea typeface="Yu Gothic UI"/>
                <a:cs typeface="Yu Gothic UI"/>
              </a:defRPr>
            </a:pPr>
            <a:r>
              <a:rPr sz="1200" b="1">
                <a:solidFill>
                  <a:srgbClr val="4472C4"/>
                </a:solidFill>
                <a:latin typeface="Yu Gothic UI"/>
                <a:ea typeface="Yu Gothic UI"/>
                <a:cs typeface="Yu Gothic UI"/>
              </a:rPr>
              <a:t>正解: リソースグループ削除</a:t>
            </a:r>
          </a:p>
        </p:txBody>
      </p:sp>
      <p:sp>
        <p:nvSpPr>
          <p:cNvPr id="26" name="正方形/長方形 25">
            <a:extLst>
              <a:ext uri="{FF2B5EF4-FFF2-40B4-BE49-F238E27FC236}">
                <a16:creationId xmlns:a16="http://schemas.microsoft.com/office/drawing/2014/main" id="{E21FCEFD-7E0F-4CDD-B0E8-380DC836908A}"/>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44 / 46</a:t>
            </a:r>
          </a:p>
        </p:txBody>
      </p:sp>
    </p:spTree>
    <p:extLst>
      <p:ext uri="{BB962C8B-B14F-4D97-AF65-F5344CB8AC3E}">
        <p14:creationId xmlns:p14="http://schemas.microsoft.com/office/powerpoint/2010/main" val="11860771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FCE0E8E3-420D-4B41-AF97-2F500BFF585E}"/>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次回予告</a:t>
            </a:r>
          </a:p>
        </p:txBody>
      </p:sp>
      <p:sp>
        <p:nvSpPr>
          <p:cNvPr id="2" name="正方形/長方形 1">
            <a:extLst>
              <a:ext uri="{FF2B5EF4-FFF2-40B4-BE49-F238E27FC236}">
                <a16:creationId xmlns:a16="http://schemas.microsoft.com/office/drawing/2014/main" id="{23AC654C-5D77-4813-B6C3-B1D8EC8615A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99405263-F9B6-449F-8894-2A1D77D5220D}"/>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45</a:t>
            </a:r>
          </a:p>
        </p:txBody>
      </p:sp>
      <p:sp>
        <p:nvSpPr>
          <p:cNvPr id="4" name="正方形/長方形 3">
            <a:extLst>
              <a:ext uri="{FF2B5EF4-FFF2-40B4-BE49-F238E27FC236}">
                <a16:creationId xmlns:a16="http://schemas.microsoft.com/office/drawing/2014/main" id="{6416DD3B-6F27-46E3-8C7F-91C2C6BBAD2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116679F-E4F5-4BAA-90E9-E27093CE3833}"/>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次回はコンテナを使い、同じ NGINX を VM ではなく Azure Container Instances で動かすと、管理する範囲がどう変わるかを体験します。</a:t>
            </a:r>
          </a:p>
        </p:txBody>
      </p:sp>
      <p:sp>
        <p:nvSpPr>
          <p:cNvPr id="6" name="正方形/長方形 5">
            <a:extLst>
              <a:ext uri="{FF2B5EF4-FFF2-40B4-BE49-F238E27FC236}">
                <a16:creationId xmlns:a16="http://schemas.microsoft.com/office/drawing/2014/main" id="{BD19655F-3932-4DBA-985D-2FFDB2986FB9}"/>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2F80111E-48FD-49F6-AF5B-A77DB20185E8}"/>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45 / 46</a:t>
            </a:r>
          </a:p>
        </p:txBody>
      </p:sp>
      <p:sp>
        <p:nvSpPr>
          <p:cNvPr id="36" name="角丸四角形 35">
            <a:extLst>
              <a:ext uri="{FF2B5EF4-FFF2-40B4-BE49-F238E27FC236}">
                <a16:creationId xmlns:a16="http://schemas.microsoft.com/office/drawing/2014/main" id="{C57AF384-9848-5F22-9F45-EF6BFC6EF30B}"/>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7E7DD8DE-ADFC-D628-D735-39FE44CDD520}"/>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38" name="角丸四角形 37">
            <a:extLst>
              <a:ext uri="{FF2B5EF4-FFF2-40B4-BE49-F238E27FC236}">
                <a16:creationId xmlns:a16="http://schemas.microsoft.com/office/drawing/2014/main" id="{00992A24-CA6A-55D1-F4BA-6D98005320FA}"/>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角丸四角形 38">
            <a:extLst>
              <a:ext uri="{FF2B5EF4-FFF2-40B4-BE49-F238E27FC236}">
                <a16:creationId xmlns:a16="http://schemas.microsoft.com/office/drawing/2014/main" id="{1E7D0E9A-65BD-3716-B026-932E1BE37F46}"/>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1" name="グラフィックス 40">
            <a:extLst>
              <a:ext uri="{FF2B5EF4-FFF2-40B4-BE49-F238E27FC236}">
                <a16:creationId xmlns:a16="http://schemas.microsoft.com/office/drawing/2014/main" id="{221BE965-48CE-07A1-8C0D-96AE3B62882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38145" y="4485871"/>
            <a:ext cx="298415" cy="298415"/>
          </a:xfrm>
          <a:prstGeom prst="rect">
            <a:avLst/>
          </a:prstGeom>
        </p:spPr>
      </p:pic>
      <p:pic>
        <p:nvPicPr>
          <p:cNvPr id="42" name="グラフィックス 41">
            <a:extLst>
              <a:ext uri="{FF2B5EF4-FFF2-40B4-BE49-F238E27FC236}">
                <a16:creationId xmlns:a16="http://schemas.microsoft.com/office/drawing/2014/main" id="{BCA262FD-2957-122C-4DE5-B122F4E29D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68129" y="2662256"/>
            <a:ext cx="298415" cy="298415"/>
          </a:xfrm>
          <a:prstGeom prst="rect">
            <a:avLst/>
          </a:prstGeom>
        </p:spPr>
      </p:pic>
      <p:pic>
        <p:nvPicPr>
          <p:cNvPr id="43" name="グラフィックス 42">
            <a:extLst>
              <a:ext uri="{FF2B5EF4-FFF2-40B4-BE49-F238E27FC236}">
                <a16:creationId xmlns:a16="http://schemas.microsoft.com/office/drawing/2014/main" id="{43D0BA75-6D5F-54E4-8AD9-2828B266575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8765" y="3656865"/>
            <a:ext cx="308694" cy="308694"/>
          </a:xfrm>
          <a:prstGeom prst="rect">
            <a:avLst/>
          </a:prstGeom>
        </p:spPr>
      </p:pic>
      <p:cxnSp>
        <p:nvCxnSpPr>
          <p:cNvPr id="46" name="直線コネクタ 45">
            <a:extLst>
              <a:ext uri="{FF2B5EF4-FFF2-40B4-BE49-F238E27FC236}">
                <a16:creationId xmlns:a16="http://schemas.microsoft.com/office/drawing/2014/main" id="{9A728C50-B85B-026A-91AA-44D2492D36A3}"/>
              </a:ext>
            </a:extLst>
          </p:cNvPr>
          <p:cNvCxnSpPr>
            <a:cxnSpLocks/>
            <a:stCxn id="43" idx="3"/>
          </p:cNvCxnSpPr>
          <p:nvPr/>
        </p:nvCxnSpPr>
        <p:spPr>
          <a:xfrm flipV="1">
            <a:off x="4857459" y="3810875"/>
            <a:ext cx="1482016" cy="337"/>
          </a:xfrm>
          <a:prstGeom prst="line">
            <a:avLst/>
          </a:prstGeom>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B1329D75-A40C-1421-6038-0467A701BB46}"/>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48" name="グラフィックス 47">
            <a:extLst>
              <a:ext uri="{FF2B5EF4-FFF2-40B4-BE49-F238E27FC236}">
                <a16:creationId xmlns:a16="http://schemas.microsoft.com/office/drawing/2014/main" id="{32C273C2-62D5-2DDD-F371-3D4DE2750F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205878" y="5120321"/>
            <a:ext cx="339071" cy="339071"/>
          </a:xfrm>
          <a:prstGeom prst="rect">
            <a:avLst/>
          </a:prstGeom>
        </p:spPr>
      </p:pic>
      <p:cxnSp>
        <p:nvCxnSpPr>
          <p:cNvPr id="49" name="直線コネクタ 48">
            <a:extLst>
              <a:ext uri="{FF2B5EF4-FFF2-40B4-BE49-F238E27FC236}">
                <a16:creationId xmlns:a16="http://schemas.microsoft.com/office/drawing/2014/main" id="{6F9A46EE-C35D-0345-23F0-B7DB12FB4143}"/>
              </a:ext>
            </a:extLst>
          </p:cNvPr>
          <p:cNvCxnSpPr>
            <a:cxnSpLocks/>
          </p:cNvCxnSpPr>
          <p:nvPr/>
        </p:nvCxnSpPr>
        <p:spPr>
          <a:xfrm>
            <a:off x="3948266" y="3599837"/>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2BE8E515-1B7A-0145-08A8-C8F9E8D120F3}"/>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51" name="直線コネクタ 50">
            <a:extLst>
              <a:ext uri="{FF2B5EF4-FFF2-40B4-BE49-F238E27FC236}">
                <a16:creationId xmlns:a16="http://schemas.microsoft.com/office/drawing/2014/main" id="{C3AC6122-30F7-6AD2-EEDD-0AD941C58B15}"/>
              </a:ext>
            </a:extLst>
          </p:cNvPr>
          <p:cNvCxnSpPr>
            <a:cxnSpLocks/>
          </p:cNvCxnSpPr>
          <p:nvPr/>
        </p:nvCxnSpPr>
        <p:spPr>
          <a:xfrm flipH="1">
            <a:off x="3923581" y="4002269"/>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DD7F46A7-B6E5-C4CF-03E4-172CB1167FAE}"/>
              </a:ext>
            </a:extLst>
          </p:cNvPr>
          <p:cNvSpPr txBox="1"/>
          <p:nvPr/>
        </p:nvSpPr>
        <p:spPr>
          <a:xfrm>
            <a:off x="5617289" y="4026221"/>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53" name="テキスト ボックス 52">
            <a:extLst>
              <a:ext uri="{FF2B5EF4-FFF2-40B4-BE49-F238E27FC236}">
                <a16:creationId xmlns:a16="http://schemas.microsoft.com/office/drawing/2014/main" id="{3374FD97-C171-D190-4127-88DDB70A2DDD}"/>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56" name="テキスト ボックス 55">
            <a:extLst>
              <a:ext uri="{FF2B5EF4-FFF2-40B4-BE49-F238E27FC236}">
                <a16:creationId xmlns:a16="http://schemas.microsoft.com/office/drawing/2014/main" id="{913C2EBA-B796-31D8-8668-C31AA190B321}"/>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7" name="テキスト ボックス 56">
            <a:extLst>
              <a:ext uri="{FF2B5EF4-FFF2-40B4-BE49-F238E27FC236}">
                <a16:creationId xmlns:a16="http://schemas.microsoft.com/office/drawing/2014/main" id="{423D2CA7-A4E8-D6CA-B0CB-B971E418521A}"/>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68" name="グラフィックス 67">
            <a:extLst>
              <a:ext uri="{FF2B5EF4-FFF2-40B4-BE49-F238E27FC236}">
                <a16:creationId xmlns:a16="http://schemas.microsoft.com/office/drawing/2014/main" id="{56AE4039-7B6D-769B-5FD4-8F9A244733F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06734" y="3562271"/>
            <a:ext cx="497208" cy="497208"/>
          </a:xfrm>
          <a:prstGeom prst="rect">
            <a:avLst/>
          </a:prstGeom>
        </p:spPr>
      </p:pic>
      <p:sp>
        <p:nvSpPr>
          <p:cNvPr id="70" name="テキスト ボックス 69">
            <a:extLst>
              <a:ext uri="{FF2B5EF4-FFF2-40B4-BE49-F238E27FC236}">
                <a16:creationId xmlns:a16="http://schemas.microsoft.com/office/drawing/2014/main" id="{5628F7D1-B3FE-9148-A09B-B0D7C718E47E}"/>
              </a:ext>
            </a:extLst>
          </p:cNvPr>
          <p:cNvSpPr txBox="1"/>
          <p:nvPr/>
        </p:nvSpPr>
        <p:spPr>
          <a:xfrm>
            <a:off x="6192591" y="4091285"/>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ACI</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9fbde396-1a24-4c79-8edf-9254a0f35055}"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5152</Words>
  <Application>Microsoft Macintosh PowerPoint</Application>
  <DocSecurity>0</DocSecurity>
  <PresentationFormat>ワイド画面</PresentationFormat>
  <Paragraphs>858</Paragraphs>
  <Slides>50</Slides>
  <Notes>50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50</vt:i4>
      </vt:variant>
    </vt:vector>
  </HeadingPairs>
  <TitlesOfParts>
    <vt:vector size="59" baseType="lpstr">
      <vt:lpstr>Meiryo UI</vt:lpstr>
      <vt:lpstr>游ゴシック</vt:lpstr>
      <vt:lpstr>Arial</vt:lpstr>
      <vt:lpstr>Segoe UI</vt:lpstr>
      <vt:lpstr>Segoe UI Semibold</vt:lpstr>
      <vt:lpstr>Wingdings</vt:lpstr>
      <vt:lpstr>Yu Gothic UI</vt:lpstr>
      <vt:lpstr>Yu Gothic UI Semibold</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hiyam_EX_Tenant_admin</cp:lastModifiedBy>
  <cp:revision>2</cp:revision>
  <dcterms:created xsi:type="dcterms:W3CDTF">2026-05-27T01:08:11Z</dcterms:created>
  <dcterms:modified xsi:type="dcterms:W3CDTF">2026-06-01T11:51:14Z</dcterms:modified>
</cp:coreProperties>
</file>