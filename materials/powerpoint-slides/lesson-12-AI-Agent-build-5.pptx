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62" r:id="rId3"/>
    <p:sldId id="257" r:id="rId4"/>
    <p:sldId id="2076139054" r:id="rId5"/>
    <p:sldId id="2076139129" r:id="rId6"/>
    <p:sldId id="2076139130" r:id="rId7"/>
    <p:sldId id="2076139132" r:id="rId8"/>
    <p:sldId id="2076139133" r:id="rId9"/>
    <p:sldId id="2076139103" r:id="rId10"/>
    <p:sldId id="2076139131" r:id="rId11"/>
    <p:sldId id="2076139104" r:id="rId12"/>
    <p:sldId id="2076139136" r:id="rId13"/>
    <p:sldId id="2076139134" r:id="rId14"/>
    <p:sldId id="2076139135" r:id="rId15"/>
    <p:sldId id="2076139137" r:id="rId16"/>
    <p:sldId id="2076139138" r:id="rId1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78CA2B2-9711-034F-A366-FB669B9845B9}">
          <p14:sldIdLst>
            <p14:sldId id="256"/>
            <p14:sldId id="262"/>
            <p14:sldId id="257"/>
          </p14:sldIdLst>
        </p14:section>
        <p14:section name="Section 3" id="{AF8A8B4B-FAAA-354A-AA8D-37AE8FE58BF6}">
          <p14:sldIdLst>
            <p14:sldId id="2076139054"/>
          </p14:sldIdLst>
        </p14:section>
        <p14:section name="受講者向け手順" id="{3AA657B1-8D79-B84A-AFA2-AE7DD1CFEBEF}">
          <p14:sldIdLst>
            <p14:sldId id="2076139129"/>
            <p14:sldId id="2076139130"/>
            <p14:sldId id="2076139132"/>
            <p14:sldId id="2076139133"/>
            <p14:sldId id="2076139103"/>
            <p14:sldId id="2076139131"/>
            <p14:sldId id="2076139104"/>
            <p14:sldId id="2076139136"/>
            <p14:sldId id="2076139134"/>
            <p14:sldId id="2076139135"/>
            <p14:sldId id="2076139137"/>
            <p14:sldId id="20761391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C8D6"/>
    <a:srgbClr val="334155"/>
    <a:srgbClr val="4472C4"/>
    <a:srgbClr val="70AD47"/>
    <a:srgbClr val="3D7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F9FBB-2546-0A48-9A4E-4E366B0C2A38}" v="485" dt="2026-08-31T14:48:43.2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6266"/>
  </p:normalViewPr>
  <p:slideViewPr>
    <p:cSldViewPr snapToGrid="0">
      <p:cViewPr varScale="1">
        <p:scale>
          <a:sx n="117" d="100"/>
          <a:sy n="117" d="100"/>
        </p:scale>
        <p:origin x="1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redo custSel addSld delSld modSld sldOrd addSection delSection modSection modNotesMaster">
      <pc:chgData name="Hironari Yamada" userId="e57621f8-ec3c-449e-bb19-001fffcc008e" providerId="ADAL" clId="{BC0BD879-F267-5CCA-8DEA-E3B2DD07DA4E}" dt="2026-08-31T15:00:39.193" v="43799" actId="17851"/>
      <pc:docMkLst>
        <pc:docMk/>
      </pc:docMkLst>
      <pc:sldChg chg="modSp mod modNotes">
        <pc:chgData name="Hironari Yamada" userId="e57621f8-ec3c-449e-bb19-001fffcc008e" providerId="ADAL" clId="{BC0BD879-F267-5CCA-8DEA-E3B2DD07DA4E}" dt="2026-08-27T01:01:14.940" v="19417" actId="20577"/>
        <pc:sldMkLst>
          <pc:docMk/>
          <pc:sldMk cId="188169028" sldId="256"/>
        </pc:sldMkLst>
        <pc:spChg chg="mod">
          <ac:chgData name="Hironari Yamada" userId="e57621f8-ec3c-449e-bb19-001fffcc008e" providerId="ADAL" clId="{BC0BD879-F267-5CCA-8DEA-E3B2DD07DA4E}" dt="2026-08-27T00:59:58.616" v="19200" actId="20577"/>
          <ac:spMkLst>
            <pc:docMk/>
            <pc:sldMk cId="188169028" sldId="256"/>
            <ac:spMk id="5" creationId="{9DBD5B95-C9F5-4638-96D9-A8CE4A155095}"/>
          </ac:spMkLst>
        </pc:spChg>
        <pc:spChg chg="mod">
          <ac:chgData name="Hironari Yamada" userId="e57621f8-ec3c-449e-bb19-001fffcc008e" providerId="ADAL" clId="{BC0BD879-F267-5CCA-8DEA-E3B2DD07DA4E}" dt="2026-08-27T01:00:34.400" v="19358" actId="20577"/>
          <ac:spMkLst>
            <pc:docMk/>
            <pc:sldMk cId="188169028" sldId="256"/>
            <ac:spMk id="6" creationId="{2769FC6D-0B0A-4C37-8C6D-9B70639859DC}"/>
          </ac:spMkLst>
        </pc:spChg>
        <pc:spChg chg="mod">
          <ac:chgData name="Hironari Yamada" userId="e57621f8-ec3c-449e-bb19-001fffcc008e" providerId="ADAL" clId="{BC0BD879-F267-5CCA-8DEA-E3B2DD07DA4E}" dt="2026-08-27T01:00:39.207" v="19364" actId="20577"/>
          <ac:spMkLst>
            <pc:docMk/>
            <pc:sldMk cId="188169028" sldId="256"/>
            <ac:spMk id="7" creationId="{DFE36B7A-5E3C-45E7-B5C6-DD919C94A7E7}"/>
          </ac:spMkLst>
        </pc:spChg>
        <pc:spChg chg="mod">
          <ac:chgData name="Hironari Yamada" userId="e57621f8-ec3c-449e-bb19-001fffcc008e" providerId="ADAL" clId="{BC0BD879-F267-5CCA-8DEA-E3B2DD07DA4E}" dt="2026-08-27T01:01:03.344" v="19415" actId="20577"/>
          <ac:spMkLst>
            <pc:docMk/>
            <pc:sldMk cId="188169028" sldId="256"/>
            <ac:spMk id="8" creationId="{BFE25AC2-4ACC-4216-8714-96B55FB68F91}"/>
          </ac:spMkLst>
        </pc:spChg>
        <pc:spChg chg="mod">
          <ac:chgData name="Hironari Yamada" userId="e57621f8-ec3c-449e-bb19-001fffcc008e" providerId="ADAL" clId="{BC0BD879-F267-5CCA-8DEA-E3B2DD07DA4E}" dt="2026-08-27T01:00:59.127" v="19410" actId="20577"/>
          <ac:spMkLst>
            <pc:docMk/>
            <pc:sldMk cId="188169028" sldId="256"/>
            <ac:spMk id="9" creationId="{357FDBAC-8BBB-46B1-A819-9FBE30EC418A}"/>
          </ac:spMkLst>
        </pc:spChg>
        <pc:spChg chg="mod">
          <ac:chgData name="Hironari Yamada" userId="e57621f8-ec3c-449e-bb19-001fffcc008e" providerId="ADAL" clId="{BC0BD879-F267-5CCA-8DEA-E3B2DD07DA4E}" dt="2026-08-27T01:01:14.940" v="19417" actId="20577"/>
          <ac:spMkLst>
            <pc:docMk/>
            <pc:sldMk cId="188169028" sldId="256"/>
            <ac:spMk id="10" creationId="{E22E1A59-BBE7-499C-B63A-23D32A401642}"/>
          </ac:spMkLst>
        </pc:spChg>
      </pc:sldChg>
      <pc:sldChg chg="modSp mod modNotes">
        <pc:chgData name="Hironari Yamada" userId="e57621f8-ec3c-449e-bb19-001fffcc008e" providerId="ADAL" clId="{BC0BD879-F267-5CCA-8DEA-E3B2DD07DA4E}" dt="2026-08-27T05:20:01.306" v="22605" actId="20577"/>
        <pc:sldMkLst>
          <pc:docMk/>
          <pc:sldMk cId="1186077149" sldId="257"/>
        </pc:sldMkLst>
        <pc:spChg chg="mod">
          <ac:chgData name="Hironari Yamada" userId="e57621f8-ec3c-449e-bb19-001fffcc008e" providerId="ADAL" clId="{BC0BD879-F267-5CCA-8DEA-E3B2DD07DA4E}" dt="2026-08-27T01:35:20.752" v="19876"/>
          <ac:spMkLst>
            <pc:docMk/>
            <pc:sldMk cId="1186077149" sldId="257"/>
            <ac:spMk id="2" creationId="{09603FD4-D301-438E-8486-12311D034221}"/>
          </ac:spMkLst>
        </pc:spChg>
        <pc:spChg chg="mod">
          <ac:chgData name="Hironari Yamada" userId="e57621f8-ec3c-449e-bb19-001fffcc008e" providerId="ADAL" clId="{BC0BD879-F267-5CCA-8DEA-E3B2DD07DA4E}" dt="2026-08-27T05:20:01.306" v="22605" actId="20577"/>
          <ac:spMkLst>
            <pc:docMk/>
            <pc:sldMk cId="1186077149" sldId="257"/>
            <ac:spMk id="6" creationId="{BA5730E2-5407-A714-1228-8D8DE092CA2A}"/>
          </ac:spMkLst>
        </pc:spChg>
      </pc:sldChg>
      <pc:sldChg chg="modSp mod modNotes">
        <pc:chgData name="Hironari Yamada" userId="e57621f8-ec3c-449e-bb19-001fffcc008e" providerId="ADAL" clId="{BC0BD879-F267-5CCA-8DEA-E3B2DD07DA4E}" dt="2026-08-27T12:35:52.655" v="25843" actId="20577"/>
        <pc:sldMkLst>
          <pc:docMk/>
          <pc:sldMk cId="355900499" sldId="262"/>
        </pc:sldMkLst>
        <pc:spChg chg="mod">
          <ac:chgData name="Hironari Yamada" userId="e57621f8-ec3c-449e-bb19-001fffcc008e" providerId="ADAL" clId="{BC0BD879-F267-5CCA-8DEA-E3B2DD07DA4E}" dt="2026-08-27T01:35:20.752" v="19876"/>
          <ac:spMkLst>
            <pc:docMk/>
            <pc:sldMk cId="355900499" sldId="262"/>
            <ac:spMk id="2" creationId="{4FE21A59-58EA-A527-EEA9-DF81F838E9C2}"/>
          </ac:spMkLst>
        </pc:spChg>
        <pc:spChg chg="mod">
          <ac:chgData name="Hironari Yamada" userId="e57621f8-ec3c-449e-bb19-001fffcc008e" providerId="ADAL" clId="{BC0BD879-F267-5CCA-8DEA-E3B2DD07DA4E}" dt="2026-08-27T12:35:52.655" v="25843" actId="20577"/>
          <ac:spMkLst>
            <pc:docMk/>
            <pc:sldMk cId="355900499" sldId="262"/>
            <ac:spMk id="6" creationId="{3CD4F1C1-B153-1649-DE13-A602B7064ABE}"/>
          </ac:spMkLst>
        </pc:spChg>
      </pc:sldChg>
      <pc:sldChg chg="modSp del mod">
        <pc:chgData name="Hironari Yamada" userId="e57621f8-ec3c-449e-bb19-001fffcc008e" providerId="ADAL" clId="{BC0BD879-F267-5CCA-8DEA-E3B2DD07DA4E}" dt="2026-08-31T15:00:31.822" v="43790" actId="2696"/>
        <pc:sldMkLst>
          <pc:docMk/>
          <pc:sldMk cId="0" sldId="2076138975"/>
        </pc:sldMkLst>
      </pc:sldChg>
      <pc:sldChg chg="modSp del mod">
        <pc:chgData name="Hironari Yamada" userId="e57621f8-ec3c-449e-bb19-001fffcc008e" providerId="ADAL" clId="{BC0BD879-F267-5CCA-8DEA-E3B2DD07DA4E}" dt="2026-08-31T15:00:31.818" v="43788" actId="2696"/>
        <pc:sldMkLst>
          <pc:docMk/>
          <pc:sldMk cId="2917774611" sldId="2076139042"/>
        </pc:sldMkLst>
      </pc:sldChg>
      <pc:sldChg chg="modSp add mod">
        <pc:chgData name="Hironari Yamada" userId="e57621f8-ec3c-449e-bb19-001fffcc008e" providerId="ADAL" clId="{BC0BD879-F267-5CCA-8DEA-E3B2DD07DA4E}" dt="2026-08-27T12:24:50.825" v="25763" actId="20577"/>
        <pc:sldMkLst>
          <pc:docMk/>
          <pc:sldMk cId="2926534364" sldId="2076139054"/>
        </pc:sldMkLst>
        <pc:spChg chg="mod">
          <ac:chgData name="Hironari Yamada" userId="e57621f8-ec3c-449e-bb19-001fffcc008e" providerId="ADAL" clId="{BC0BD879-F267-5CCA-8DEA-E3B2DD07DA4E}" dt="2026-08-27T12:24:50.825" v="25763" actId="20577"/>
          <ac:spMkLst>
            <pc:docMk/>
            <pc:sldMk cId="2926534364" sldId="2076139054"/>
            <ac:spMk id="2" creationId="{E1A7741D-B468-C39F-5D47-87E5E790D0B2}"/>
          </ac:spMkLst>
        </pc:spChg>
      </pc:sldChg>
      <pc:sldChg chg="addSp delSp modSp add del mod delAnim modAnim modNotes modNotesTx">
        <pc:chgData name="Hironari Yamada" userId="e57621f8-ec3c-449e-bb19-001fffcc008e" providerId="ADAL" clId="{BC0BD879-F267-5CCA-8DEA-E3B2DD07DA4E}" dt="2026-08-31T15:00:31.864" v="43796" actId="2696"/>
        <pc:sldMkLst>
          <pc:docMk/>
          <pc:sldMk cId="1339200608" sldId="2076139062"/>
        </pc:sldMkLst>
      </pc:sldChg>
      <pc:sldChg chg="addSp modSp add del mod modNotesTx">
        <pc:chgData name="Hironari Yamada" userId="e57621f8-ec3c-449e-bb19-001fffcc008e" providerId="ADAL" clId="{BC0BD879-F267-5CCA-8DEA-E3B2DD07DA4E}" dt="2026-08-31T15:00:31.862" v="43795" actId="2696"/>
        <pc:sldMkLst>
          <pc:docMk/>
          <pc:sldMk cId="3688940101" sldId="2076139064"/>
        </pc:sldMkLst>
      </pc:sldChg>
      <pc:sldChg chg="addSp delSp modSp add del mod modNotesTx">
        <pc:chgData name="Hironari Yamada" userId="e57621f8-ec3c-449e-bb19-001fffcc008e" providerId="ADAL" clId="{BC0BD879-F267-5CCA-8DEA-E3B2DD07DA4E}" dt="2026-08-31T15:00:31.859" v="43794" actId="2696"/>
        <pc:sldMkLst>
          <pc:docMk/>
          <pc:sldMk cId="328018032" sldId="2076139065"/>
        </pc:sldMkLst>
      </pc:sldChg>
      <pc:sldChg chg="addSp delSp modSp add del mod">
        <pc:chgData name="Hironari Yamada" userId="e57621f8-ec3c-449e-bb19-001fffcc008e" providerId="ADAL" clId="{BC0BD879-F267-5CCA-8DEA-E3B2DD07DA4E}" dt="2026-08-31T15:00:31.843" v="43792" actId="2696"/>
        <pc:sldMkLst>
          <pc:docMk/>
          <pc:sldMk cId="4279927130" sldId="2076139066"/>
        </pc:sldMkLst>
      </pc:sldChg>
      <pc:sldChg chg="addSp modSp add del mod modAnim">
        <pc:chgData name="Hironari Yamada" userId="e57621f8-ec3c-449e-bb19-001fffcc008e" providerId="ADAL" clId="{BC0BD879-F267-5CCA-8DEA-E3B2DD07DA4E}" dt="2026-08-31T15:00:31.821" v="43789" actId="2696"/>
        <pc:sldMkLst>
          <pc:docMk/>
          <pc:sldMk cId="3306522372" sldId="2076139067"/>
        </pc:sldMkLst>
      </pc:sldChg>
      <pc:sldChg chg="addSp modSp add del mod ord">
        <pc:chgData name="Hironari Yamada" userId="e57621f8-ec3c-449e-bb19-001fffcc008e" providerId="ADAL" clId="{BC0BD879-F267-5CCA-8DEA-E3B2DD07DA4E}" dt="2026-08-31T15:00:31.818" v="43787" actId="2696"/>
        <pc:sldMkLst>
          <pc:docMk/>
          <pc:sldMk cId="1899827418" sldId="2076139068"/>
        </pc:sldMkLst>
      </pc:sldChg>
      <pc:sldChg chg="addSp delSp modSp add del mod ord">
        <pc:chgData name="Hironari Yamada" userId="e57621f8-ec3c-449e-bb19-001fffcc008e" providerId="ADAL" clId="{BC0BD879-F267-5CCA-8DEA-E3B2DD07DA4E}" dt="2026-08-31T15:00:31.850" v="43793" actId="2696"/>
        <pc:sldMkLst>
          <pc:docMk/>
          <pc:sldMk cId="1671344650" sldId="2076139069"/>
        </pc:sldMkLst>
      </pc:sldChg>
      <pc:sldChg chg="addSp modSp add del mod ord">
        <pc:chgData name="Hironari Yamada" userId="e57621f8-ec3c-449e-bb19-001fffcc008e" providerId="ADAL" clId="{BC0BD879-F267-5CCA-8DEA-E3B2DD07DA4E}" dt="2026-08-31T15:00:31.816" v="43786" actId="2696"/>
        <pc:sldMkLst>
          <pc:docMk/>
          <pc:sldMk cId="3516967423" sldId="2076139070"/>
        </pc:sldMkLst>
      </pc:sldChg>
      <pc:sldChg chg="modSp add del mod">
        <pc:chgData name="Hironari Yamada" userId="e57621f8-ec3c-449e-bb19-001fffcc008e" providerId="ADAL" clId="{BC0BD879-F267-5CCA-8DEA-E3B2DD07DA4E}" dt="2026-08-31T15:00:25.555" v="43784" actId="2696"/>
        <pc:sldMkLst>
          <pc:docMk/>
          <pc:sldMk cId="2259767547" sldId="2076139072"/>
        </pc:sldMkLst>
      </pc:sldChg>
      <pc:sldChg chg="addSp delSp modSp add del mod">
        <pc:chgData name="Hironari Yamada" userId="e57621f8-ec3c-449e-bb19-001fffcc008e" providerId="ADAL" clId="{BC0BD879-F267-5CCA-8DEA-E3B2DD07DA4E}" dt="2026-08-31T15:00:31.830" v="43791" actId="2696"/>
        <pc:sldMkLst>
          <pc:docMk/>
          <pc:sldMk cId="4183836972" sldId="2076139073"/>
        </pc:sldMkLst>
      </pc:sldChg>
      <pc:sldChg chg="addSp delSp modSp add del mod delAnim modAnim">
        <pc:chgData name="Hironari Yamada" userId="e57621f8-ec3c-449e-bb19-001fffcc008e" providerId="ADAL" clId="{BC0BD879-F267-5CCA-8DEA-E3B2DD07DA4E}" dt="2026-08-31T15:00:31.865" v="43797" actId="2696"/>
        <pc:sldMkLst>
          <pc:docMk/>
          <pc:sldMk cId="2155004396" sldId="2076139074"/>
        </pc:sldMkLst>
      </pc:sldChg>
      <pc:sldChg chg="addSp modSp add del mod">
        <pc:chgData name="Hironari Yamada" userId="e57621f8-ec3c-449e-bb19-001fffcc008e" providerId="ADAL" clId="{BC0BD879-F267-5CCA-8DEA-E3B2DD07DA4E}" dt="2026-08-31T15:00:25.535" v="43760" actId="2696"/>
        <pc:sldMkLst>
          <pc:docMk/>
          <pc:sldMk cId="3279783356" sldId="2076139075"/>
        </pc:sldMkLst>
      </pc:sldChg>
      <pc:sldChg chg="addSp delSp modSp add del mod">
        <pc:chgData name="Hironari Yamada" userId="e57621f8-ec3c-449e-bb19-001fffcc008e" providerId="ADAL" clId="{BC0BD879-F267-5CCA-8DEA-E3B2DD07DA4E}" dt="2026-08-31T15:00:25.518" v="43742" actId="2696"/>
        <pc:sldMkLst>
          <pc:docMk/>
          <pc:sldMk cId="2713872835" sldId="2076139076"/>
        </pc:sldMkLst>
      </pc:sldChg>
      <pc:sldChg chg="delSp modSp add del mod">
        <pc:chgData name="Hironari Yamada" userId="e57621f8-ec3c-449e-bb19-001fffcc008e" providerId="ADAL" clId="{BC0BD879-F267-5CCA-8DEA-E3B2DD07DA4E}" dt="2026-08-31T15:00:25.528" v="43753" actId="2696"/>
        <pc:sldMkLst>
          <pc:docMk/>
          <pc:sldMk cId="1139931324" sldId="2076139077"/>
        </pc:sldMkLst>
      </pc:sldChg>
      <pc:sldChg chg="addSp modSp add del mod">
        <pc:chgData name="Hironari Yamada" userId="e57621f8-ec3c-449e-bb19-001fffcc008e" providerId="ADAL" clId="{BC0BD879-F267-5CCA-8DEA-E3B2DD07DA4E}" dt="2026-08-31T15:00:25.520" v="43744" actId="2696"/>
        <pc:sldMkLst>
          <pc:docMk/>
          <pc:sldMk cId="4071170513" sldId="2076139078"/>
        </pc:sldMkLst>
      </pc:sldChg>
      <pc:sldChg chg="addSp delSp modSp add del mod">
        <pc:chgData name="Hironari Yamada" userId="e57621f8-ec3c-449e-bb19-001fffcc008e" providerId="ADAL" clId="{BC0BD879-F267-5CCA-8DEA-E3B2DD07DA4E}" dt="2026-08-31T15:00:25.519" v="43743" actId="2696"/>
        <pc:sldMkLst>
          <pc:docMk/>
          <pc:sldMk cId="4275512787" sldId="2076139079"/>
        </pc:sldMkLst>
      </pc:sldChg>
      <pc:sldChg chg="addSp delSp modSp add del mod">
        <pc:chgData name="Hironari Yamada" userId="e57621f8-ec3c-449e-bb19-001fffcc008e" providerId="ADAL" clId="{BC0BD879-F267-5CCA-8DEA-E3B2DD07DA4E}" dt="2026-08-31T15:00:25.547" v="43774" actId="2696"/>
        <pc:sldMkLst>
          <pc:docMk/>
          <pc:sldMk cId="2049973826" sldId="2076139080"/>
        </pc:sldMkLst>
      </pc:sldChg>
      <pc:sldChg chg="addSp delSp modSp add del mod">
        <pc:chgData name="Hironari Yamada" userId="e57621f8-ec3c-449e-bb19-001fffcc008e" providerId="ADAL" clId="{BC0BD879-F267-5CCA-8DEA-E3B2DD07DA4E}" dt="2026-08-31T15:00:25.512" v="43736" actId="2696"/>
        <pc:sldMkLst>
          <pc:docMk/>
          <pc:sldMk cId="238487136" sldId="2076139081"/>
        </pc:sldMkLst>
      </pc:sldChg>
      <pc:sldChg chg="addSp delSp modSp add del mod">
        <pc:chgData name="Hironari Yamada" userId="e57621f8-ec3c-449e-bb19-001fffcc008e" providerId="ADAL" clId="{BC0BD879-F267-5CCA-8DEA-E3B2DD07DA4E}" dt="2026-08-31T15:00:25.545" v="43772" actId="2696"/>
        <pc:sldMkLst>
          <pc:docMk/>
          <pc:sldMk cId="2001835313" sldId="2076139082"/>
        </pc:sldMkLst>
      </pc:sldChg>
      <pc:sldChg chg="addSp delSp modSp add del mod">
        <pc:chgData name="Hironari Yamada" userId="e57621f8-ec3c-449e-bb19-001fffcc008e" providerId="ADAL" clId="{BC0BD879-F267-5CCA-8DEA-E3B2DD07DA4E}" dt="2026-08-31T15:00:25.515" v="43739" actId="2696"/>
        <pc:sldMkLst>
          <pc:docMk/>
          <pc:sldMk cId="798907414" sldId="2076139083"/>
        </pc:sldMkLst>
      </pc:sldChg>
      <pc:sldChg chg="addSp delSp modSp add del mod">
        <pc:chgData name="Hironari Yamada" userId="e57621f8-ec3c-449e-bb19-001fffcc008e" providerId="ADAL" clId="{BC0BD879-F267-5CCA-8DEA-E3B2DD07DA4E}" dt="2026-08-31T15:00:25.511" v="43735" actId="2696"/>
        <pc:sldMkLst>
          <pc:docMk/>
          <pc:sldMk cId="911361243" sldId="2076139084"/>
        </pc:sldMkLst>
        <pc:spChg chg="mod">
          <ac:chgData name="Hironari Yamada" userId="e57621f8-ec3c-449e-bb19-001fffcc008e" providerId="ADAL" clId="{BC0BD879-F267-5CCA-8DEA-E3B2DD07DA4E}" dt="2026-08-31T00:41:50.349" v="29271" actId="20577"/>
          <ac:spMkLst>
            <pc:docMk/>
            <pc:sldMk cId="911361243" sldId="2076139084"/>
            <ac:spMk id="3" creationId="{B78A5143-F4F6-788D-4AE9-D7C8AB508525}"/>
          </ac:spMkLst>
        </pc:spChg>
        <pc:spChg chg="add mod">
          <ac:chgData name="Hironari Yamada" userId="e57621f8-ec3c-449e-bb19-001fffcc008e" providerId="ADAL" clId="{BC0BD879-F267-5CCA-8DEA-E3B2DD07DA4E}" dt="2026-08-31T00:43:37.086" v="29289" actId="692"/>
          <ac:spMkLst>
            <pc:docMk/>
            <pc:sldMk cId="911361243" sldId="2076139084"/>
            <ac:spMk id="10" creationId="{6A86DD20-3A85-DDB9-30BB-4FDE6D53A392}"/>
          </ac:spMkLst>
        </pc:spChg>
        <pc:spChg chg="add mod">
          <ac:chgData name="Hironari Yamada" userId="e57621f8-ec3c-449e-bb19-001fffcc008e" providerId="ADAL" clId="{BC0BD879-F267-5CCA-8DEA-E3B2DD07DA4E}" dt="2026-08-31T00:44:25.879" v="29507" actId="207"/>
          <ac:spMkLst>
            <pc:docMk/>
            <pc:sldMk cId="911361243" sldId="2076139084"/>
            <ac:spMk id="11" creationId="{6DC160F3-2AD0-7DC7-39D4-9FAABFF3CB9B}"/>
          </ac:spMkLst>
        </pc:spChg>
        <pc:spChg chg="add mod">
          <ac:chgData name="Hironari Yamada" userId="e57621f8-ec3c-449e-bb19-001fffcc008e" providerId="ADAL" clId="{BC0BD879-F267-5CCA-8DEA-E3B2DD07DA4E}" dt="2026-08-31T00:45:44.542" v="29515" actId="14100"/>
          <ac:spMkLst>
            <pc:docMk/>
            <pc:sldMk cId="911361243" sldId="2076139084"/>
            <ac:spMk id="13" creationId="{B36D11BF-046E-0CB2-EB35-EBD05D3F38BB}"/>
          </ac:spMkLst>
        </pc:spChg>
        <pc:spChg chg="add mod">
          <ac:chgData name="Hironari Yamada" userId="e57621f8-ec3c-449e-bb19-001fffcc008e" providerId="ADAL" clId="{BC0BD879-F267-5CCA-8DEA-E3B2DD07DA4E}" dt="2026-08-31T00:45:59.212" v="29550" actId="14100"/>
          <ac:spMkLst>
            <pc:docMk/>
            <pc:sldMk cId="911361243" sldId="2076139084"/>
            <ac:spMk id="14" creationId="{6450EB8C-B068-864F-5978-B6FA3189EFCE}"/>
          </ac:spMkLst>
        </pc:spChg>
        <pc:spChg chg="add mod">
          <ac:chgData name="Hironari Yamada" userId="e57621f8-ec3c-449e-bb19-001fffcc008e" providerId="ADAL" clId="{BC0BD879-F267-5CCA-8DEA-E3B2DD07DA4E}" dt="2026-08-31T00:48:43.538" v="29551"/>
          <ac:spMkLst>
            <pc:docMk/>
            <pc:sldMk cId="911361243" sldId="2076139084"/>
            <ac:spMk id="15" creationId="{A5FE1862-3CDC-E575-4502-8B12BA10A970}"/>
          </ac:spMkLst>
        </pc:spChg>
        <pc:picChg chg="add del mod">
          <ac:chgData name="Hironari Yamada" userId="e57621f8-ec3c-449e-bb19-001fffcc008e" providerId="ADAL" clId="{BC0BD879-F267-5CCA-8DEA-E3B2DD07DA4E}" dt="2026-08-31T00:42:35.906" v="29274" actId="478"/>
          <ac:picMkLst>
            <pc:docMk/>
            <pc:sldMk cId="911361243" sldId="2076139084"/>
            <ac:picMk id="7" creationId="{A1EB3EE9-3516-2AC9-38B1-0304A2BCB009}"/>
          </ac:picMkLst>
        </pc:picChg>
        <pc:picChg chg="add mod">
          <ac:chgData name="Hironari Yamada" userId="e57621f8-ec3c-449e-bb19-001fffcc008e" providerId="ADAL" clId="{BC0BD879-F267-5CCA-8DEA-E3B2DD07DA4E}" dt="2026-08-31T00:45:46.150" v="29517" actId="1076"/>
          <ac:picMkLst>
            <pc:docMk/>
            <pc:sldMk cId="911361243" sldId="2076139084"/>
            <ac:picMk id="8" creationId="{0845AE41-C548-184A-B56B-2CFFD6F6F543}"/>
          </ac:picMkLst>
        </pc:picChg>
        <pc:picChg chg="add mod">
          <ac:chgData name="Hironari Yamada" userId="e57621f8-ec3c-449e-bb19-001fffcc008e" providerId="ADAL" clId="{BC0BD879-F267-5CCA-8DEA-E3B2DD07DA4E}" dt="2026-08-31T00:45:36.191" v="29511" actId="14100"/>
          <ac:picMkLst>
            <pc:docMk/>
            <pc:sldMk cId="911361243" sldId="2076139084"/>
            <ac:picMk id="12" creationId="{B14CAE56-C8FF-E6FE-8789-73C27DFC47FC}"/>
          </ac:picMkLst>
        </pc:picChg>
      </pc:sldChg>
      <pc:sldChg chg="addSp delSp modSp add del mod">
        <pc:chgData name="Hironari Yamada" userId="e57621f8-ec3c-449e-bb19-001fffcc008e" providerId="ADAL" clId="{BC0BD879-F267-5CCA-8DEA-E3B2DD07DA4E}" dt="2026-08-31T15:00:25.538" v="43764" actId="2696"/>
        <pc:sldMkLst>
          <pc:docMk/>
          <pc:sldMk cId="2055674530" sldId="2076139085"/>
        </pc:sldMkLst>
        <pc:spChg chg="add mod">
          <ac:chgData name="Hironari Yamada" userId="e57621f8-ec3c-449e-bb19-001fffcc008e" providerId="ADAL" clId="{BC0BD879-F267-5CCA-8DEA-E3B2DD07DA4E}" dt="2026-08-31T00:51:17.709" v="29574" actId="14100"/>
          <ac:spMkLst>
            <pc:docMk/>
            <pc:sldMk cId="2055674530" sldId="2076139085"/>
            <ac:spMk id="7" creationId="{8B73ACD1-D7E5-E9A9-EB95-851AD64AC612}"/>
          </ac:spMkLst>
        </pc:spChg>
        <pc:spChg chg="del">
          <ac:chgData name="Hironari Yamada" userId="e57621f8-ec3c-449e-bb19-001fffcc008e" providerId="ADAL" clId="{BC0BD879-F267-5CCA-8DEA-E3B2DD07DA4E}" dt="2026-08-31T00:49:00.959" v="29553" actId="478"/>
          <ac:spMkLst>
            <pc:docMk/>
            <pc:sldMk cId="2055674530" sldId="2076139085"/>
            <ac:spMk id="10" creationId="{C004AEB3-92B0-689F-B7E4-21195CAA6AB8}"/>
          </ac:spMkLst>
        </pc:spChg>
        <pc:spChg chg="del">
          <ac:chgData name="Hironari Yamada" userId="e57621f8-ec3c-449e-bb19-001fffcc008e" providerId="ADAL" clId="{BC0BD879-F267-5CCA-8DEA-E3B2DD07DA4E}" dt="2026-08-31T00:49:00.959" v="29553" actId="478"/>
          <ac:spMkLst>
            <pc:docMk/>
            <pc:sldMk cId="2055674530" sldId="2076139085"/>
            <ac:spMk id="11" creationId="{E7F9C6BD-E4D4-96DE-9499-929A720B381C}"/>
          </ac:spMkLst>
        </pc:spChg>
        <pc:spChg chg="del">
          <ac:chgData name="Hironari Yamada" userId="e57621f8-ec3c-449e-bb19-001fffcc008e" providerId="ADAL" clId="{BC0BD879-F267-5CCA-8DEA-E3B2DD07DA4E}" dt="2026-08-31T00:49:00.959" v="29553" actId="478"/>
          <ac:spMkLst>
            <pc:docMk/>
            <pc:sldMk cId="2055674530" sldId="2076139085"/>
            <ac:spMk id="13" creationId="{583E1840-4986-1930-8E66-56C997E19198}"/>
          </ac:spMkLst>
        </pc:spChg>
        <pc:spChg chg="del">
          <ac:chgData name="Hironari Yamada" userId="e57621f8-ec3c-449e-bb19-001fffcc008e" providerId="ADAL" clId="{BC0BD879-F267-5CCA-8DEA-E3B2DD07DA4E}" dt="2026-08-31T00:49:00.959" v="29553" actId="478"/>
          <ac:spMkLst>
            <pc:docMk/>
            <pc:sldMk cId="2055674530" sldId="2076139085"/>
            <ac:spMk id="14" creationId="{8B711333-E8AC-21FF-8DB0-E348F291E4F8}"/>
          </ac:spMkLst>
        </pc:spChg>
        <pc:spChg chg="add mod">
          <ac:chgData name="Hironari Yamada" userId="e57621f8-ec3c-449e-bb19-001fffcc008e" providerId="ADAL" clId="{BC0BD879-F267-5CCA-8DEA-E3B2DD07DA4E}" dt="2026-08-31T00:52:29.063" v="29658" actId="1076"/>
          <ac:spMkLst>
            <pc:docMk/>
            <pc:sldMk cId="2055674530" sldId="2076139085"/>
            <ac:spMk id="15" creationId="{977B8176-0044-C9DA-D36A-BCE4070D3736}"/>
          </ac:spMkLst>
        </pc:spChg>
        <pc:spChg chg="add mod">
          <ac:chgData name="Hironari Yamada" userId="e57621f8-ec3c-449e-bb19-001fffcc008e" providerId="ADAL" clId="{BC0BD879-F267-5CCA-8DEA-E3B2DD07DA4E}" dt="2026-08-31T00:52:19.889" v="29656" actId="1076"/>
          <ac:spMkLst>
            <pc:docMk/>
            <pc:sldMk cId="2055674530" sldId="2076139085"/>
            <ac:spMk id="16" creationId="{4E258268-5ACA-6283-57A6-C7FF2A215B8D}"/>
          </ac:spMkLst>
        </pc:spChg>
        <pc:spChg chg="add mod">
          <ac:chgData name="Hironari Yamada" userId="e57621f8-ec3c-449e-bb19-001fffcc008e" providerId="ADAL" clId="{BC0BD879-F267-5CCA-8DEA-E3B2DD07DA4E}" dt="2026-08-31T00:53:03.008" v="29745" actId="1076"/>
          <ac:spMkLst>
            <pc:docMk/>
            <pc:sldMk cId="2055674530" sldId="2076139085"/>
            <ac:spMk id="17" creationId="{DAC24387-2BF6-D293-0C0C-362D2A5B7109}"/>
          </ac:spMkLst>
        </pc:spChg>
        <pc:picChg chg="add mod">
          <ac:chgData name="Hironari Yamada" userId="e57621f8-ec3c-449e-bb19-001fffcc008e" providerId="ADAL" clId="{BC0BD879-F267-5CCA-8DEA-E3B2DD07DA4E}" dt="2026-08-31T00:51:11.798" v="29572" actId="1076"/>
          <ac:picMkLst>
            <pc:docMk/>
            <pc:sldMk cId="2055674530" sldId="2076139085"/>
            <ac:picMk id="5" creationId="{548B2F9A-3BCE-D507-18DD-50128D39D587}"/>
          </ac:picMkLst>
        </pc:picChg>
        <pc:picChg chg="del">
          <ac:chgData name="Hironari Yamada" userId="e57621f8-ec3c-449e-bb19-001fffcc008e" providerId="ADAL" clId="{BC0BD879-F267-5CCA-8DEA-E3B2DD07DA4E}" dt="2026-08-31T00:49:00.959" v="29553" actId="478"/>
          <ac:picMkLst>
            <pc:docMk/>
            <pc:sldMk cId="2055674530" sldId="2076139085"/>
            <ac:picMk id="8" creationId="{FEF94486-E99E-97F8-EAFA-345B4F9E284A}"/>
          </ac:picMkLst>
        </pc:picChg>
        <pc:picChg chg="del">
          <ac:chgData name="Hironari Yamada" userId="e57621f8-ec3c-449e-bb19-001fffcc008e" providerId="ADAL" clId="{BC0BD879-F267-5CCA-8DEA-E3B2DD07DA4E}" dt="2026-08-31T00:49:00.959" v="29553" actId="478"/>
          <ac:picMkLst>
            <pc:docMk/>
            <pc:sldMk cId="2055674530" sldId="2076139085"/>
            <ac:picMk id="12" creationId="{7075E718-A392-F454-E1A4-75CF50C8D825}"/>
          </ac:picMkLst>
        </pc:picChg>
      </pc:sldChg>
      <pc:sldChg chg="addSp delSp modSp add del mod">
        <pc:chgData name="Hironari Yamada" userId="e57621f8-ec3c-449e-bb19-001fffcc008e" providerId="ADAL" clId="{BC0BD879-F267-5CCA-8DEA-E3B2DD07DA4E}" dt="2026-08-31T15:00:25.549" v="43776" actId="2696"/>
        <pc:sldMkLst>
          <pc:docMk/>
          <pc:sldMk cId="3402580462" sldId="2076139086"/>
        </pc:sldMkLst>
        <pc:spChg chg="mod">
          <ac:chgData name="Hironari Yamada" userId="e57621f8-ec3c-449e-bb19-001fffcc008e" providerId="ADAL" clId="{BC0BD879-F267-5CCA-8DEA-E3B2DD07DA4E}" dt="2026-08-31T00:56:39.721" v="30007" actId="20577"/>
          <ac:spMkLst>
            <pc:docMk/>
            <pc:sldMk cId="3402580462" sldId="2076139086"/>
            <ac:spMk id="3" creationId="{37DA0B14-AF4F-2B17-8288-1E7E42AFFC2B}"/>
          </ac:spMkLst>
        </pc:spChg>
        <pc:spChg chg="del">
          <ac:chgData name="Hironari Yamada" userId="e57621f8-ec3c-449e-bb19-001fffcc008e" providerId="ADAL" clId="{BC0BD879-F267-5CCA-8DEA-E3B2DD07DA4E}" dt="2026-08-31T00:53:35.038" v="29775" actId="478"/>
          <ac:spMkLst>
            <pc:docMk/>
            <pc:sldMk cId="3402580462" sldId="2076139086"/>
            <ac:spMk id="7" creationId="{07AD4CDC-77F8-6444-25CC-E6829AA6FE88}"/>
          </ac:spMkLst>
        </pc:spChg>
        <pc:spChg chg="mod">
          <ac:chgData name="Hironari Yamada" userId="e57621f8-ec3c-449e-bb19-001fffcc008e" providerId="ADAL" clId="{BC0BD879-F267-5CCA-8DEA-E3B2DD07DA4E}" dt="2026-08-31T00:53:31.154" v="29774" actId="20577"/>
          <ac:spMkLst>
            <pc:docMk/>
            <pc:sldMk cId="3402580462" sldId="2076139086"/>
            <ac:spMk id="9" creationId="{E42A8A9C-645F-80E7-1CD6-A3E02B433F5F}"/>
          </ac:spMkLst>
        </pc:spChg>
        <pc:spChg chg="add mod">
          <ac:chgData name="Hironari Yamada" userId="e57621f8-ec3c-449e-bb19-001fffcc008e" providerId="ADAL" clId="{BC0BD879-F267-5CCA-8DEA-E3B2DD07DA4E}" dt="2026-08-31T00:54:51.012" v="29913" actId="14100"/>
          <ac:spMkLst>
            <pc:docMk/>
            <pc:sldMk cId="3402580462" sldId="2076139086"/>
            <ac:spMk id="10" creationId="{304375FC-9995-C73D-809D-1F55BB06FD38}"/>
          </ac:spMkLst>
        </pc:spChg>
        <pc:spChg chg="add mod">
          <ac:chgData name="Hironari Yamada" userId="e57621f8-ec3c-449e-bb19-001fffcc008e" providerId="ADAL" clId="{BC0BD879-F267-5CCA-8DEA-E3B2DD07DA4E}" dt="2026-08-31T00:55:08.140" v="29944" actId="1076"/>
          <ac:spMkLst>
            <pc:docMk/>
            <pc:sldMk cId="3402580462" sldId="2076139086"/>
            <ac:spMk id="11" creationId="{A09EA6E9-F882-EB61-87DF-843D3A780F18}"/>
          </ac:spMkLst>
        </pc:spChg>
        <pc:spChg chg="add mod">
          <ac:chgData name="Hironari Yamada" userId="e57621f8-ec3c-449e-bb19-001fffcc008e" providerId="ADAL" clId="{BC0BD879-F267-5CCA-8DEA-E3B2DD07DA4E}" dt="2026-08-31T00:56:11.412" v="29951" actId="14100"/>
          <ac:spMkLst>
            <pc:docMk/>
            <pc:sldMk cId="3402580462" sldId="2076139086"/>
            <ac:spMk id="13" creationId="{D4BF08E3-4B78-8792-AF9F-5197C17DF888}"/>
          </ac:spMkLst>
        </pc:spChg>
        <pc:spChg chg="add mod">
          <ac:chgData name="Hironari Yamada" userId="e57621f8-ec3c-449e-bb19-001fffcc008e" providerId="ADAL" clId="{BC0BD879-F267-5CCA-8DEA-E3B2DD07DA4E}" dt="2026-08-31T00:56:16.796" v="29954" actId="14100"/>
          <ac:spMkLst>
            <pc:docMk/>
            <pc:sldMk cId="3402580462" sldId="2076139086"/>
            <ac:spMk id="14" creationId="{90227E20-A792-B7A4-E5B7-9CAFB5C1DD21}"/>
          </ac:spMkLst>
        </pc:spChg>
        <pc:spChg chg="del">
          <ac:chgData name="Hironari Yamada" userId="e57621f8-ec3c-449e-bb19-001fffcc008e" providerId="ADAL" clId="{BC0BD879-F267-5CCA-8DEA-E3B2DD07DA4E}" dt="2026-08-31T00:53:35.038" v="29775" actId="478"/>
          <ac:spMkLst>
            <pc:docMk/>
            <pc:sldMk cId="3402580462" sldId="2076139086"/>
            <ac:spMk id="15" creationId="{03E034D2-6257-1D33-2635-8363A4E5AF54}"/>
          </ac:spMkLst>
        </pc:spChg>
        <pc:spChg chg="del">
          <ac:chgData name="Hironari Yamada" userId="e57621f8-ec3c-449e-bb19-001fffcc008e" providerId="ADAL" clId="{BC0BD879-F267-5CCA-8DEA-E3B2DD07DA4E}" dt="2026-08-31T00:53:35.038" v="29775" actId="478"/>
          <ac:spMkLst>
            <pc:docMk/>
            <pc:sldMk cId="3402580462" sldId="2076139086"/>
            <ac:spMk id="16" creationId="{9E2B45B6-37EE-90F3-9C9F-183D6F98CF95}"/>
          </ac:spMkLst>
        </pc:spChg>
        <pc:spChg chg="del">
          <ac:chgData name="Hironari Yamada" userId="e57621f8-ec3c-449e-bb19-001fffcc008e" providerId="ADAL" clId="{BC0BD879-F267-5CCA-8DEA-E3B2DD07DA4E}" dt="2026-08-31T00:53:35.038" v="29775" actId="478"/>
          <ac:spMkLst>
            <pc:docMk/>
            <pc:sldMk cId="3402580462" sldId="2076139086"/>
            <ac:spMk id="17" creationId="{7BE74004-05F6-29DB-0F60-79E831E0EBC8}"/>
          </ac:spMkLst>
        </pc:spChg>
        <pc:picChg chg="del">
          <ac:chgData name="Hironari Yamada" userId="e57621f8-ec3c-449e-bb19-001fffcc008e" providerId="ADAL" clId="{BC0BD879-F267-5CCA-8DEA-E3B2DD07DA4E}" dt="2026-08-31T00:53:35.038" v="29775" actId="478"/>
          <ac:picMkLst>
            <pc:docMk/>
            <pc:sldMk cId="3402580462" sldId="2076139086"/>
            <ac:picMk id="5" creationId="{789D2CD2-DDE4-A724-015D-67C05CC6E9F4}"/>
          </ac:picMkLst>
        </pc:picChg>
        <pc:picChg chg="add mod">
          <ac:chgData name="Hironari Yamada" userId="e57621f8-ec3c-449e-bb19-001fffcc008e" providerId="ADAL" clId="{BC0BD879-F267-5CCA-8DEA-E3B2DD07DA4E}" dt="2026-08-31T00:54:46.422" v="29912" actId="1076"/>
          <ac:picMkLst>
            <pc:docMk/>
            <pc:sldMk cId="3402580462" sldId="2076139086"/>
            <ac:picMk id="8" creationId="{517DBECA-3943-A87B-A392-F501B48B664B}"/>
          </ac:picMkLst>
        </pc:picChg>
        <pc:picChg chg="add mod">
          <ac:chgData name="Hironari Yamada" userId="e57621f8-ec3c-449e-bb19-001fffcc008e" providerId="ADAL" clId="{BC0BD879-F267-5CCA-8DEA-E3B2DD07DA4E}" dt="2026-08-31T00:56:03.449" v="29948" actId="14100"/>
          <ac:picMkLst>
            <pc:docMk/>
            <pc:sldMk cId="3402580462" sldId="2076139086"/>
            <ac:picMk id="12" creationId="{3F4203B0-117A-E548-EA55-5609EB774446}"/>
          </ac:picMkLst>
        </pc:picChg>
        <pc:picChg chg="add del mod">
          <ac:chgData name="Hironari Yamada" userId="e57621f8-ec3c-449e-bb19-001fffcc008e" providerId="ADAL" clId="{BC0BD879-F267-5CCA-8DEA-E3B2DD07DA4E}" dt="2026-08-31T00:59:08.224" v="30134" actId="21"/>
          <ac:picMkLst>
            <pc:docMk/>
            <pc:sldMk cId="3402580462" sldId="2076139086"/>
            <ac:picMk id="19" creationId="{26C765CE-77E6-3CC0-3117-8835001AA60B}"/>
          </ac:picMkLst>
        </pc:picChg>
      </pc:sldChg>
      <pc:sldChg chg="addSp delSp modSp add del mod">
        <pc:chgData name="Hironari Yamada" userId="e57621f8-ec3c-449e-bb19-001fffcc008e" providerId="ADAL" clId="{BC0BD879-F267-5CCA-8DEA-E3B2DD07DA4E}" dt="2026-08-31T15:00:25.536" v="43762" actId="2696"/>
        <pc:sldMkLst>
          <pc:docMk/>
          <pc:sldMk cId="140267012" sldId="2076139087"/>
        </pc:sldMkLst>
        <pc:spChg chg="mod">
          <ac:chgData name="Hironari Yamada" userId="e57621f8-ec3c-449e-bb19-001fffcc008e" providerId="ADAL" clId="{BC0BD879-F267-5CCA-8DEA-E3B2DD07DA4E}" dt="2026-08-31T00:58:28.385" v="30131" actId="20577"/>
          <ac:spMkLst>
            <pc:docMk/>
            <pc:sldMk cId="140267012" sldId="2076139087"/>
            <ac:spMk id="3" creationId="{F9143CDC-3776-ED61-32A6-26D9F2EFAFD5}"/>
          </ac:spMkLst>
        </pc:spChg>
        <pc:spChg chg="add del">
          <ac:chgData name="Hironari Yamada" userId="e57621f8-ec3c-449e-bb19-001fffcc008e" providerId="ADAL" clId="{BC0BD879-F267-5CCA-8DEA-E3B2DD07DA4E}" dt="2026-08-31T00:57:08.105" v="30048" actId="478"/>
          <ac:spMkLst>
            <pc:docMk/>
            <pc:sldMk cId="140267012" sldId="2076139087"/>
            <ac:spMk id="6" creationId="{67DFBCAE-5E4F-E09D-8F9A-73B0CBACCB18}"/>
          </ac:spMkLst>
        </pc:spChg>
        <pc:spChg chg="mod">
          <ac:chgData name="Hironari Yamada" userId="e57621f8-ec3c-449e-bb19-001fffcc008e" providerId="ADAL" clId="{BC0BD879-F267-5CCA-8DEA-E3B2DD07DA4E}" dt="2026-08-31T00:58:10.343" v="30060"/>
          <ac:spMkLst>
            <pc:docMk/>
            <pc:sldMk cId="140267012" sldId="2076139087"/>
            <ac:spMk id="9" creationId="{1DF4F9E2-D76A-229F-5D6F-853392C41C2B}"/>
          </ac:spMkLst>
        </pc:spChg>
        <pc:spChg chg="del">
          <ac:chgData name="Hironari Yamada" userId="e57621f8-ec3c-449e-bb19-001fffcc008e" providerId="ADAL" clId="{BC0BD879-F267-5CCA-8DEA-E3B2DD07DA4E}" dt="2026-08-31T00:56:47.734" v="30009" actId="478"/>
          <ac:spMkLst>
            <pc:docMk/>
            <pc:sldMk cId="140267012" sldId="2076139087"/>
            <ac:spMk id="10" creationId="{9BDE9BDE-2F54-84D1-927B-F01336EB1320}"/>
          </ac:spMkLst>
        </pc:spChg>
        <pc:spChg chg="del">
          <ac:chgData name="Hironari Yamada" userId="e57621f8-ec3c-449e-bb19-001fffcc008e" providerId="ADAL" clId="{BC0BD879-F267-5CCA-8DEA-E3B2DD07DA4E}" dt="2026-08-31T00:56:47.734" v="30009" actId="478"/>
          <ac:spMkLst>
            <pc:docMk/>
            <pc:sldMk cId="140267012" sldId="2076139087"/>
            <ac:spMk id="11" creationId="{2AA78DAD-0405-15A6-A999-9863EED0D818}"/>
          </ac:spMkLst>
        </pc:spChg>
        <pc:spChg chg="del">
          <ac:chgData name="Hironari Yamada" userId="e57621f8-ec3c-449e-bb19-001fffcc008e" providerId="ADAL" clId="{BC0BD879-F267-5CCA-8DEA-E3B2DD07DA4E}" dt="2026-08-31T00:56:47.734" v="30009" actId="478"/>
          <ac:spMkLst>
            <pc:docMk/>
            <pc:sldMk cId="140267012" sldId="2076139087"/>
            <ac:spMk id="13" creationId="{CA0CD750-B9DB-BE33-3FB3-FBFE31FAA989}"/>
          </ac:spMkLst>
        </pc:spChg>
        <pc:spChg chg="del">
          <ac:chgData name="Hironari Yamada" userId="e57621f8-ec3c-449e-bb19-001fffcc008e" providerId="ADAL" clId="{BC0BD879-F267-5CCA-8DEA-E3B2DD07DA4E}" dt="2026-08-31T00:56:47.734" v="30009" actId="478"/>
          <ac:spMkLst>
            <pc:docMk/>
            <pc:sldMk cId="140267012" sldId="2076139087"/>
            <ac:spMk id="14" creationId="{B3B9DDB9-1584-224D-3C63-1C3600494976}"/>
          </ac:spMkLst>
        </pc:spChg>
        <pc:spChg chg="add del">
          <ac:chgData name="Hironari Yamada" userId="e57621f8-ec3c-449e-bb19-001fffcc008e" providerId="ADAL" clId="{BC0BD879-F267-5CCA-8DEA-E3B2DD07DA4E}" dt="2026-08-31T01:00:48.982" v="30149" actId="478"/>
          <ac:spMkLst>
            <pc:docMk/>
            <pc:sldMk cId="140267012" sldId="2076139087"/>
            <ac:spMk id="18" creationId="{2515087A-D435-1503-C65B-8CCF7ADE06BE}"/>
          </ac:spMkLst>
        </pc:spChg>
        <pc:spChg chg="add mod">
          <ac:chgData name="Hironari Yamada" userId="e57621f8-ec3c-449e-bb19-001fffcc008e" providerId="ADAL" clId="{BC0BD879-F267-5CCA-8DEA-E3B2DD07DA4E}" dt="2026-08-31T01:01:06.634" v="30156" actId="14100"/>
          <ac:spMkLst>
            <pc:docMk/>
            <pc:sldMk cId="140267012" sldId="2076139087"/>
            <ac:spMk id="19" creationId="{0A9CC7DA-181D-4548-8921-65B5907617F8}"/>
          </ac:spMkLst>
        </pc:spChg>
        <pc:spChg chg="add mod">
          <ac:chgData name="Hironari Yamada" userId="e57621f8-ec3c-449e-bb19-001fffcc008e" providerId="ADAL" clId="{BC0BD879-F267-5CCA-8DEA-E3B2DD07DA4E}" dt="2026-08-31T01:01:18.110" v="30184" actId="1076"/>
          <ac:spMkLst>
            <pc:docMk/>
            <pc:sldMk cId="140267012" sldId="2076139087"/>
            <ac:spMk id="20" creationId="{716C2CE9-16E7-CE6D-4501-0F0A0025F524}"/>
          </ac:spMkLst>
        </pc:spChg>
        <pc:spChg chg="add mod">
          <ac:chgData name="Hironari Yamada" userId="e57621f8-ec3c-449e-bb19-001fffcc008e" providerId="ADAL" clId="{BC0BD879-F267-5CCA-8DEA-E3B2DD07DA4E}" dt="2026-08-31T01:01:26.884" v="30187" actId="14100"/>
          <ac:spMkLst>
            <pc:docMk/>
            <pc:sldMk cId="140267012" sldId="2076139087"/>
            <ac:spMk id="21" creationId="{0CB79C0E-D025-F430-5095-8A1A36F75B4A}"/>
          </ac:spMkLst>
        </pc:spChg>
        <pc:spChg chg="add mod">
          <ac:chgData name="Hironari Yamada" userId="e57621f8-ec3c-449e-bb19-001fffcc008e" providerId="ADAL" clId="{BC0BD879-F267-5CCA-8DEA-E3B2DD07DA4E}" dt="2026-08-31T01:01:35.143" v="30200" actId="20577"/>
          <ac:spMkLst>
            <pc:docMk/>
            <pc:sldMk cId="140267012" sldId="2076139087"/>
            <ac:spMk id="22" creationId="{8C5CEA8F-9881-68A7-50FB-B97C4C17A5B8}"/>
          </ac:spMkLst>
        </pc:spChg>
        <pc:spChg chg="add mod">
          <ac:chgData name="Hironari Yamada" userId="e57621f8-ec3c-449e-bb19-001fffcc008e" providerId="ADAL" clId="{BC0BD879-F267-5CCA-8DEA-E3B2DD07DA4E}" dt="2026-08-31T01:01:43.157" v="30203" actId="14100"/>
          <ac:spMkLst>
            <pc:docMk/>
            <pc:sldMk cId="140267012" sldId="2076139087"/>
            <ac:spMk id="23" creationId="{16612170-45B8-CA57-E689-A57327E9BA33}"/>
          </ac:spMkLst>
        </pc:spChg>
        <pc:spChg chg="add mod">
          <ac:chgData name="Hironari Yamada" userId="e57621f8-ec3c-449e-bb19-001fffcc008e" providerId="ADAL" clId="{BC0BD879-F267-5CCA-8DEA-E3B2DD07DA4E}" dt="2026-08-31T01:01:51.976" v="30206" actId="14100"/>
          <ac:spMkLst>
            <pc:docMk/>
            <pc:sldMk cId="140267012" sldId="2076139087"/>
            <ac:spMk id="24" creationId="{8E1176A9-F47A-0689-7B68-31B04CA8D649}"/>
          </ac:spMkLst>
        </pc:spChg>
        <pc:spChg chg="add mod">
          <ac:chgData name="Hironari Yamada" userId="e57621f8-ec3c-449e-bb19-001fffcc008e" providerId="ADAL" clId="{BC0BD879-F267-5CCA-8DEA-E3B2DD07DA4E}" dt="2026-08-31T01:01:55.472" v="30208" actId="1076"/>
          <ac:spMkLst>
            <pc:docMk/>
            <pc:sldMk cId="140267012" sldId="2076139087"/>
            <ac:spMk id="25" creationId="{790D7952-9A0D-FE2C-8CBB-3509B973C8A7}"/>
          </ac:spMkLst>
        </pc:spChg>
        <pc:spChg chg="add mod">
          <ac:chgData name="Hironari Yamada" userId="e57621f8-ec3c-449e-bb19-001fffcc008e" providerId="ADAL" clId="{BC0BD879-F267-5CCA-8DEA-E3B2DD07DA4E}" dt="2026-08-31T01:02:09.664" v="30227" actId="14100"/>
          <ac:spMkLst>
            <pc:docMk/>
            <pc:sldMk cId="140267012" sldId="2076139087"/>
            <ac:spMk id="26" creationId="{3ED26DF3-B05B-E0AF-3951-CF4854A4C6F8}"/>
          </ac:spMkLst>
        </pc:spChg>
        <pc:spChg chg="add mod">
          <ac:chgData name="Hironari Yamada" userId="e57621f8-ec3c-449e-bb19-001fffcc008e" providerId="ADAL" clId="{BC0BD879-F267-5CCA-8DEA-E3B2DD07DA4E}" dt="2026-08-31T01:02:17.372" v="30230" actId="14100"/>
          <ac:spMkLst>
            <pc:docMk/>
            <pc:sldMk cId="140267012" sldId="2076139087"/>
            <ac:spMk id="27" creationId="{C533EC68-75EA-00EE-4E0D-8310D769D5B4}"/>
          </ac:spMkLst>
        </pc:spChg>
        <pc:spChg chg="add mod">
          <ac:chgData name="Hironari Yamada" userId="e57621f8-ec3c-449e-bb19-001fffcc008e" providerId="ADAL" clId="{BC0BD879-F267-5CCA-8DEA-E3B2DD07DA4E}" dt="2026-08-31T01:02:38.732" v="30293" actId="1076"/>
          <ac:spMkLst>
            <pc:docMk/>
            <pc:sldMk cId="140267012" sldId="2076139087"/>
            <ac:spMk id="28" creationId="{7639D5F9-AAE6-2D77-7A1B-D21BF02B534F}"/>
          </ac:spMkLst>
        </pc:spChg>
        <pc:spChg chg="add mod">
          <ac:chgData name="Hironari Yamada" userId="e57621f8-ec3c-449e-bb19-001fffcc008e" providerId="ADAL" clId="{BC0BD879-F267-5CCA-8DEA-E3B2DD07DA4E}" dt="2026-08-31T01:02:47.898" v="30296" actId="14100"/>
          <ac:spMkLst>
            <pc:docMk/>
            <pc:sldMk cId="140267012" sldId="2076139087"/>
            <ac:spMk id="29" creationId="{BC8E68C7-A912-E28D-2485-C8CB861289DD}"/>
          </ac:spMkLst>
        </pc:spChg>
        <pc:spChg chg="add mod">
          <ac:chgData name="Hironari Yamada" userId="e57621f8-ec3c-449e-bb19-001fffcc008e" providerId="ADAL" clId="{BC0BD879-F267-5CCA-8DEA-E3B2DD07DA4E}" dt="2026-08-31T01:02:55.502" v="30299" actId="14100"/>
          <ac:spMkLst>
            <pc:docMk/>
            <pc:sldMk cId="140267012" sldId="2076139087"/>
            <ac:spMk id="30" creationId="{FE201264-636E-7A2C-6879-3DC2C1938B6F}"/>
          </ac:spMkLst>
        </pc:spChg>
        <pc:picChg chg="add del mod">
          <ac:chgData name="Hironari Yamada" userId="e57621f8-ec3c-449e-bb19-001fffcc008e" providerId="ADAL" clId="{BC0BD879-F267-5CCA-8DEA-E3B2DD07DA4E}" dt="2026-08-31T00:59:17.335" v="30137" actId="478"/>
          <ac:picMkLst>
            <pc:docMk/>
            <pc:sldMk cId="140267012" sldId="2076139087"/>
            <ac:picMk id="7" creationId="{CCF2BBEF-3736-2A4D-0E56-9A4C7EA03B7A}"/>
          </ac:picMkLst>
        </pc:picChg>
        <pc:picChg chg="del">
          <ac:chgData name="Hironari Yamada" userId="e57621f8-ec3c-449e-bb19-001fffcc008e" providerId="ADAL" clId="{BC0BD879-F267-5CCA-8DEA-E3B2DD07DA4E}" dt="2026-08-31T00:56:47.734" v="30009" actId="478"/>
          <ac:picMkLst>
            <pc:docMk/>
            <pc:sldMk cId="140267012" sldId="2076139087"/>
            <ac:picMk id="8" creationId="{20509E70-B200-CE97-A17E-06784AF32C5C}"/>
          </ac:picMkLst>
        </pc:picChg>
        <pc:picChg chg="del">
          <ac:chgData name="Hironari Yamada" userId="e57621f8-ec3c-449e-bb19-001fffcc008e" providerId="ADAL" clId="{BC0BD879-F267-5CCA-8DEA-E3B2DD07DA4E}" dt="2026-08-31T00:56:47.734" v="30009" actId="478"/>
          <ac:picMkLst>
            <pc:docMk/>
            <pc:sldMk cId="140267012" sldId="2076139087"/>
            <ac:picMk id="12" creationId="{9EA6FBB3-EACE-8C56-9CED-0D515C15221F}"/>
          </ac:picMkLst>
        </pc:picChg>
        <pc:picChg chg="add del mod">
          <ac:chgData name="Hironari Yamada" userId="e57621f8-ec3c-449e-bb19-001fffcc008e" providerId="ADAL" clId="{BC0BD879-F267-5CCA-8DEA-E3B2DD07DA4E}" dt="2026-08-31T00:59:16.020" v="30136" actId="478"/>
          <ac:picMkLst>
            <pc:docMk/>
            <pc:sldMk cId="140267012" sldId="2076139087"/>
            <ac:picMk id="15" creationId="{5F4FEC42-60B8-1168-DB6D-511254E9EB8A}"/>
          </ac:picMkLst>
        </pc:picChg>
        <pc:picChg chg="add mod">
          <ac:chgData name="Hironari Yamada" userId="e57621f8-ec3c-449e-bb19-001fffcc008e" providerId="ADAL" clId="{BC0BD879-F267-5CCA-8DEA-E3B2DD07DA4E}" dt="2026-08-31T00:59:51.586" v="30143" actId="14100"/>
          <ac:picMkLst>
            <pc:docMk/>
            <pc:sldMk cId="140267012" sldId="2076139087"/>
            <ac:picMk id="16" creationId="{B7EA1723-0A1C-3EA0-5FCF-B3A90E8E02F0}"/>
          </ac:picMkLst>
        </pc:picChg>
        <pc:picChg chg="add mod">
          <ac:chgData name="Hironari Yamada" userId="e57621f8-ec3c-449e-bb19-001fffcc008e" providerId="ADAL" clId="{BC0BD879-F267-5CCA-8DEA-E3B2DD07DA4E}" dt="2026-08-31T01:00:37.518" v="30147" actId="14100"/>
          <ac:picMkLst>
            <pc:docMk/>
            <pc:sldMk cId="140267012" sldId="2076139087"/>
            <ac:picMk id="17" creationId="{A52D8C87-6391-7A50-176E-EB4DEB692291}"/>
          </ac:picMkLst>
        </pc:picChg>
      </pc:sldChg>
      <pc:sldChg chg="addSp modSp add del mod">
        <pc:chgData name="Hironari Yamada" userId="e57621f8-ec3c-449e-bb19-001fffcc008e" providerId="ADAL" clId="{BC0BD879-F267-5CCA-8DEA-E3B2DD07DA4E}" dt="2026-08-31T15:00:25.514" v="43738" actId="2696"/>
        <pc:sldMkLst>
          <pc:docMk/>
          <pc:sldMk cId="4208754732" sldId="2076139088"/>
        </pc:sldMkLst>
        <pc:spChg chg="mod">
          <ac:chgData name="Hironari Yamada" userId="e57621f8-ec3c-449e-bb19-001fffcc008e" providerId="ADAL" clId="{BC0BD879-F267-5CCA-8DEA-E3B2DD07DA4E}" dt="2026-08-31T02:11:41.978" v="30568" actId="20577"/>
          <ac:spMkLst>
            <pc:docMk/>
            <pc:sldMk cId="4208754732" sldId="2076139088"/>
            <ac:spMk id="3" creationId="{2D768CA0-4328-47CA-1D3A-70649856FA8D}"/>
          </ac:spMkLst>
        </pc:spChg>
        <pc:spChg chg="add mod">
          <ac:chgData name="Hironari Yamada" userId="e57621f8-ec3c-449e-bb19-001fffcc008e" providerId="ADAL" clId="{BC0BD879-F267-5CCA-8DEA-E3B2DD07DA4E}" dt="2026-08-31T02:12:07.229" v="30569"/>
          <ac:spMkLst>
            <pc:docMk/>
            <pc:sldMk cId="4208754732" sldId="2076139088"/>
            <ac:spMk id="6" creationId="{03247D7C-7CED-B101-985B-ED6CF58769B3}"/>
          </ac:spMkLst>
        </pc:spChg>
        <pc:spChg chg="add mod">
          <ac:chgData name="Hironari Yamada" userId="e57621f8-ec3c-449e-bb19-001fffcc008e" providerId="ADAL" clId="{BC0BD879-F267-5CCA-8DEA-E3B2DD07DA4E}" dt="2026-08-31T02:12:07.229" v="30569"/>
          <ac:spMkLst>
            <pc:docMk/>
            <pc:sldMk cId="4208754732" sldId="2076139088"/>
            <ac:spMk id="7" creationId="{E2B692E0-7A5A-F92F-302F-84C789B004AD}"/>
          </ac:spMkLst>
        </pc:spChg>
        <pc:spChg chg="mod">
          <ac:chgData name="Hironari Yamada" userId="e57621f8-ec3c-449e-bb19-001fffcc008e" providerId="ADAL" clId="{BC0BD879-F267-5CCA-8DEA-E3B2DD07DA4E}" dt="2026-08-31T02:11:27.246" v="30492" actId="20577"/>
          <ac:spMkLst>
            <pc:docMk/>
            <pc:sldMk cId="4208754732" sldId="2076139088"/>
            <ac:spMk id="9" creationId="{CCA3A91C-CAD6-C7D8-5648-0EEE263B8C06}"/>
          </ac:spMkLst>
        </pc:spChg>
        <pc:spChg chg="add mod">
          <ac:chgData name="Hironari Yamada" userId="e57621f8-ec3c-449e-bb19-001fffcc008e" providerId="ADAL" clId="{BC0BD879-F267-5CCA-8DEA-E3B2DD07DA4E}" dt="2026-08-31T02:12:07.229" v="30569"/>
          <ac:spMkLst>
            <pc:docMk/>
            <pc:sldMk cId="4208754732" sldId="2076139088"/>
            <ac:spMk id="10" creationId="{728F6FF6-711A-B2AA-4B32-333E93AB3FBA}"/>
          </ac:spMkLst>
        </pc:spChg>
        <pc:spChg chg="add mod">
          <ac:chgData name="Hironari Yamada" userId="e57621f8-ec3c-449e-bb19-001fffcc008e" providerId="ADAL" clId="{BC0BD879-F267-5CCA-8DEA-E3B2DD07DA4E}" dt="2026-08-31T02:12:07.229" v="30569"/>
          <ac:spMkLst>
            <pc:docMk/>
            <pc:sldMk cId="4208754732" sldId="2076139088"/>
            <ac:spMk id="11" creationId="{47A23AFC-1EDC-16BD-484C-D4BDDE38A7FC}"/>
          </ac:spMkLst>
        </pc:spChg>
        <pc:picChg chg="add mod">
          <ac:chgData name="Hironari Yamada" userId="e57621f8-ec3c-449e-bb19-001fffcc008e" providerId="ADAL" clId="{BC0BD879-F267-5CCA-8DEA-E3B2DD07DA4E}" dt="2026-08-31T02:12:07.229" v="30569"/>
          <ac:picMkLst>
            <pc:docMk/>
            <pc:sldMk cId="4208754732" sldId="2076139088"/>
            <ac:picMk id="5" creationId="{78B62B83-A9AA-0483-FB6A-374DA8B275A3}"/>
          </ac:picMkLst>
        </pc:picChg>
        <pc:picChg chg="add mod">
          <ac:chgData name="Hironari Yamada" userId="e57621f8-ec3c-449e-bb19-001fffcc008e" providerId="ADAL" clId="{BC0BD879-F267-5CCA-8DEA-E3B2DD07DA4E}" dt="2026-08-31T02:12:07.229" v="30569"/>
          <ac:picMkLst>
            <pc:docMk/>
            <pc:sldMk cId="4208754732" sldId="2076139088"/>
            <ac:picMk id="8" creationId="{08FC0693-3846-3C80-B9BC-1F4345960A6F}"/>
          </ac:picMkLst>
        </pc:picChg>
      </pc:sldChg>
      <pc:sldChg chg="addSp delSp modSp add del mod ord">
        <pc:chgData name="Hironari Yamada" userId="e57621f8-ec3c-449e-bb19-001fffcc008e" providerId="ADAL" clId="{BC0BD879-F267-5CCA-8DEA-E3B2DD07DA4E}" dt="2026-08-31T15:00:25.528" v="43752" actId="2696"/>
        <pc:sldMkLst>
          <pc:docMk/>
          <pc:sldMk cId="1300018326" sldId="2076139089"/>
        </pc:sldMkLst>
        <pc:spChg chg="del">
          <ac:chgData name="Hironari Yamada" userId="e57621f8-ec3c-449e-bb19-001fffcc008e" providerId="ADAL" clId="{BC0BD879-F267-5CCA-8DEA-E3B2DD07DA4E}" dt="2026-08-31T04:30:17.362" v="31308" actId="478"/>
          <ac:spMkLst>
            <pc:docMk/>
            <pc:sldMk cId="1300018326" sldId="2076139089"/>
            <ac:spMk id="3" creationId="{1EDB75F4-19E2-C269-921D-EB1B24F79530}"/>
          </ac:spMkLst>
        </pc:spChg>
        <pc:spChg chg="mod">
          <ac:chgData name="Hironari Yamada" userId="e57621f8-ec3c-449e-bb19-001fffcc008e" providerId="ADAL" clId="{BC0BD879-F267-5CCA-8DEA-E3B2DD07DA4E}" dt="2026-08-31T04:30:53.426" v="31431" actId="20577"/>
          <ac:spMkLst>
            <pc:docMk/>
            <pc:sldMk cId="1300018326" sldId="2076139089"/>
            <ac:spMk id="9" creationId="{6BD1D609-4909-DDA8-9B6E-4C88828CA0EB}"/>
          </ac:spMkLst>
        </pc:spChg>
        <pc:graphicFrameChg chg="add mod modGraphic">
          <ac:chgData name="Hironari Yamada" userId="e57621f8-ec3c-449e-bb19-001fffcc008e" providerId="ADAL" clId="{BC0BD879-F267-5CCA-8DEA-E3B2DD07DA4E}" dt="2026-08-31T12:46:46.364" v="38966" actId="20577"/>
          <ac:graphicFrameMkLst>
            <pc:docMk/>
            <pc:sldMk cId="1300018326" sldId="2076139089"/>
            <ac:graphicFrameMk id="5" creationId="{E86682EB-6AD8-6AA2-D023-1A140E2C92B1}"/>
          </ac:graphicFrameMkLst>
        </pc:graphicFrameChg>
      </pc:sldChg>
      <pc:sldChg chg="addSp delSp modSp add del mod">
        <pc:chgData name="Hironari Yamada" userId="e57621f8-ec3c-449e-bb19-001fffcc008e" providerId="ADAL" clId="{BC0BD879-F267-5CCA-8DEA-E3B2DD07DA4E}" dt="2026-08-31T15:00:25.539" v="43765" actId="2696"/>
        <pc:sldMkLst>
          <pc:docMk/>
          <pc:sldMk cId="1510984981" sldId="2076139090"/>
        </pc:sldMkLst>
        <pc:spChg chg="mod">
          <ac:chgData name="Hironari Yamada" userId="e57621f8-ec3c-449e-bb19-001fffcc008e" providerId="ADAL" clId="{BC0BD879-F267-5CCA-8DEA-E3B2DD07DA4E}" dt="2026-08-31T04:37:59.074" v="31742" actId="20577"/>
          <ac:spMkLst>
            <pc:docMk/>
            <pc:sldMk cId="1510984981" sldId="2076139090"/>
            <ac:spMk id="3" creationId="{54F34B17-6B2E-0DCD-4E0C-789E7269A2EF}"/>
          </ac:spMkLst>
        </pc:spChg>
        <pc:spChg chg="add mod">
          <ac:chgData name="Hironari Yamada" userId="e57621f8-ec3c-449e-bb19-001fffcc008e" providerId="ADAL" clId="{BC0BD879-F267-5CCA-8DEA-E3B2DD07DA4E}" dt="2026-08-31T04:39:45.760" v="31753" actId="14100"/>
          <ac:spMkLst>
            <pc:docMk/>
            <pc:sldMk cId="1510984981" sldId="2076139090"/>
            <ac:spMk id="8" creationId="{184333B4-8476-4472-3BC1-D1E67D2FE2BF}"/>
          </ac:spMkLst>
        </pc:spChg>
        <pc:spChg chg="mod">
          <ac:chgData name="Hironari Yamada" userId="e57621f8-ec3c-449e-bb19-001fffcc008e" providerId="ADAL" clId="{BC0BD879-F267-5CCA-8DEA-E3B2DD07DA4E}" dt="2026-08-31T04:31:55.204" v="31508" actId="20577"/>
          <ac:spMkLst>
            <pc:docMk/>
            <pc:sldMk cId="1510984981" sldId="2076139090"/>
            <ac:spMk id="9" creationId="{CF3BD667-42EF-E7AB-A877-8FB0F8610812}"/>
          </ac:spMkLst>
        </pc:spChg>
        <pc:spChg chg="add mod">
          <ac:chgData name="Hironari Yamada" userId="e57621f8-ec3c-449e-bb19-001fffcc008e" providerId="ADAL" clId="{BC0BD879-F267-5CCA-8DEA-E3B2DD07DA4E}" dt="2026-08-31T04:39:56.604" v="31782" actId="1076"/>
          <ac:spMkLst>
            <pc:docMk/>
            <pc:sldMk cId="1510984981" sldId="2076139090"/>
            <ac:spMk id="10" creationId="{EBDC49ED-6204-457C-CBD5-8F9A2D82CD5D}"/>
          </ac:spMkLst>
        </pc:spChg>
        <pc:spChg chg="add mod">
          <ac:chgData name="Hironari Yamada" userId="e57621f8-ec3c-449e-bb19-001fffcc008e" providerId="ADAL" clId="{BC0BD879-F267-5CCA-8DEA-E3B2DD07DA4E}" dt="2026-08-31T04:40:04.527" v="31784" actId="1076"/>
          <ac:spMkLst>
            <pc:docMk/>
            <pc:sldMk cId="1510984981" sldId="2076139090"/>
            <ac:spMk id="11" creationId="{C39276BD-B953-25A5-1935-DDF460F4050F}"/>
          </ac:spMkLst>
        </pc:spChg>
        <pc:spChg chg="add mod">
          <ac:chgData name="Hironari Yamada" userId="e57621f8-ec3c-449e-bb19-001fffcc008e" providerId="ADAL" clId="{BC0BD879-F267-5CCA-8DEA-E3B2DD07DA4E}" dt="2026-08-31T04:41:11.667" v="31791" actId="14100"/>
          <ac:spMkLst>
            <pc:docMk/>
            <pc:sldMk cId="1510984981" sldId="2076139090"/>
            <ac:spMk id="13" creationId="{DDDA7A4C-AA21-09F3-95C6-56AB33EE76C6}"/>
          </ac:spMkLst>
        </pc:spChg>
        <pc:spChg chg="add mod">
          <ac:chgData name="Hironari Yamada" userId="e57621f8-ec3c-449e-bb19-001fffcc008e" providerId="ADAL" clId="{BC0BD879-F267-5CCA-8DEA-E3B2DD07DA4E}" dt="2026-08-31T04:41:17.833" v="31794" actId="14100"/>
          <ac:spMkLst>
            <pc:docMk/>
            <pc:sldMk cId="1510984981" sldId="2076139090"/>
            <ac:spMk id="14" creationId="{865105D5-F317-76CE-B4E3-983B096B641C}"/>
          </ac:spMkLst>
        </pc:spChg>
        <pc:spChg chg="add mod">
          <ac:chgData name="Hironari Yamada" userId="e57621f8-ec3c-449e-bb19-001fffcc008e" providerId="ADAL" clId="{BC0BD879-F267-5CCA-8DEA-E3B2DD07DA4E}" dt="2026-08-31T04:41:29.129" v="31817" actId="14100"/>
          <ac:spMkLst>
            <pc:docMk/>
            <pc:sldMk cId="1510984981" sldId="2076139090"/>
            <ac:spMk id="15" creationId="{F2337CDF-50DB-B588-DA96-E369F500F416}"/>
          </ac:spMkLst>
        </pc:spChg>
        <pc:spChg chg="add mod">
          <ac:chgData name="Hironari Yamada" userId="e57621f8-ec3c-449e-bb19-001fffcc008e" providerId="ADAL" clId="{BC0BD879-F267-5CCA-8DEA-E3B2DD07DA4E}" dt="2026-08-31T04:41:35.272" v="31833" actId="20577"/>
          <ac:spMkLst>
            <pc:docMk/>
            <pc:sldMk cId="1510984981" sldId="2076139090"/>
            <ac:spMk id="16" creationId="{2949A67C-73CE-8656-72A8-6A6F6DCE1270}"/>
          </ac:spMkLst>
        </pc:spChg>
        <pc:spChg chg="add mod">
          <ac:chgData name="Hironari Yamada" userId="e57621f8-ec3c-449e-bb19-001fffcc008e" providerId="ADAL" clId="{BC0BD879-F267-5CCA-8DEA-E3B2DD07DA4E}" dt="2026-08-31T04:41:42.753" v="31846" actId="20577"/>
          <ac:spMkLst>
            <pc:docMk/>
            <pc:sldMk cId="1510984981" sldId="2076139090"/>
            <ac:spMk id="17" creationId="{D69357F7-7FA7-3742-7925-5DBB14960597}"/>
          </ac:spMkLst>
        </pc:spChg>
        <pc:spChg chg="add del">
          <ac:chgData name="Hironari Yamada" userId="e57621f8-ec3c-449e-bb19-001fffcc008e" providerId="ADAL" clId="{BC0BD879-F267-5CCA-8DEA-E3B2DD07DA4E}" dt="2026-08-31T04:42:27.830" v="31848" actId="22"/>
          <ac:spMkLst>
            <pc:docMk/>
            <pc:sldMk cId="1510984981" sldId="2076139090"/>
            <ac:spMk id="19" creationId="{489E4244-3304-498F-56C1-3021708F30EC}"/>
          </ac:spMkLst>
        </pc:spChg>
        <pc:picChg chg="add del mod">
          <ac:chgData name="Hironari Yamada" userId="e57621f8-ec3c-449e-bb19-001fffcc008e" providerId="ADAL" clId="{BC0BD879-F267-5CCA-8DEA-E3B2DD07DA4E}" dt="2026-08-31T04:38:48.900" v="31745" actId="478"/>
          <ac:picMkLst>
            <pc:docMk/>
            <pc:sldMk cId="1510984981" sldId="2076139090"/>
            <ac:picMk id="6" creationId="{4F1369C7-2A6E-3F46-7FA5-32A404659383}"/>
          </ac:picMkLst>
        </pc:picChg>
        <pc:picChg chg="add mod">
          <ac:chgData name="Hironari Yamada" userId="e57621f8-ec3c-449e-bb19-001fffcc008e" providerId="ADAL" clId="{BC0BD879-F267-5CCA-8DEA-E3B2DD07DA4E}" dt="2026-08-31T04:39:30.611" v="31749" actId="1076"/>
          <ac:picMkLst>
            <pc:docMk/>
            <pc:sldMk cId="1510984981" sldId="2076139090"/>
            <ac:picMk id="7" creationId="{608AE3D3-D59E-73C2-14D9-08CB5D2184EB}"/>
          </ac:picMkLst>
        </pc:picChg>
        <pc:picChg chg="add mod">
          <ac:chgData name="Hironari Yamada" userId="e57621f8-ec3c-449e-bb19-001fffcc008e" providerId="ADAL" clId="{BC0BD879-F267-5CCA-8DEA-E3B2DD07DA4E}" dt="2026-08-31T04:41:04.153" v="31788" actId="14100"/>
          <ac:picMkLst>
            <pc:docMk/>
            <pc:sldMk cId="1510984981" sldId="2076139090"/>
            <ac:picMk id="12" creationId="{5953AB1D-3FFC-3064-EF71-EE9C1F69F107}"/>
          </ac:picMkLst>
        </pc:picChg>
      </pc:sldChg>
      <pc:sldChg chg="addSp modSp add del mod">
        <pc:chgData name="Hironari Yamada" userId="e57621f8-ec3c-449e-bb19-001fffcc008e" providerId="ADAL" clId="{BC0BD879-F267-5CCA-8DEA-E3B2DD07DA4E}" dt="2026-08-31T15:00:25.553" v="43781" actId="2696"/>
        <pc:sldMkLst>
          <pc:docMk/>
          <pc:sldMk cId="3636877755" sldId="2076139091"/>
        </pc:sldMkLst>
        <pc:spChg chg="mod">
          <ac:chgData name="Hironari Yamada" userId="e57621f8-ec3c-449e-bb19-001fffcc008e" providerId="ADAL" clId="{BC0BD879-F267-5CCA-8DEA-E3B2DD07DA4E}" dt="2026-08-31T04:48:45.599" v="32341" actId="20577"/>
          <ac:spMkLst>
            <pc:docMk/>
            <pc:sldMk cId="3636877755" sldId="2076139091"/>
            <ac:spMk id="3" creationId="{C31AB14A-1013-18D0-EAEA-F12FB450BEFC}"/>
          </ac:spMkLst>
        </pc:spChg>
        <pc:spChg chg="add mod">
          <ac:chgData name="Hironari Yamada" userId="e57621f8-ec3c-449e-bb19-001fffcc008e" providerId="ADAL" clId="{BC0BD879-F267-5CCA-8DEA-E3B2DD07DA4E}" dt="2026-08-31T04:51:02.345" v="32393" actId="1038"/>
          <ac:spMkLst>
            <pc:docMk/>
            <pc:sldMk cId="3636877755" sldId="2076139091"/>
            <ac:spMk id="6" creationId="{98813A3A-B031-C040-54A4-344A7202EEA4}"/>
          </ac:spMkLst>
        </pc:spChg>
        <pc:spChg chg="add mod">
          <ac:chgData name="Hironari Yamada" userId="e57621f8-ec3c-449e-bb19-001fffcc008e" providerId="ADAL" clId="{BC0BD879-F267-5CCA-8DEA-E3B2DD07DA4E}" dt="2026-08-31T04:50:48.941" v="32387" actId="1076"/>
          <ac:spMkLst>
            <pc:docMk/>
            <pc:sldMk cId="3636877755" sldId="2076139091"/>
            <ac:spMk id="7" creationId="{63B822D9-BF55-0448-2FB9-C09E034CE591}"/>
          </ac:spMkLst>
        </pc:spChg>
        <pc:spChg chg="add mod">
          <ac:chgData name="Hironari Yamada" userId="e57621f8-ec3c-449e-bb19-001fffcc008e" providerId="ADAL" clId="{BC0BD879-F267-5CCA-8DEA-E3B2DD07DA4E}" dt="2026-08-31T04:51:16.473" v="32410" actId="1035"/>
          <ac:spMkLst>
            <pc:docMk/>
            <pc:sldMk cId="3636877755" sldId="2076139091"/>
            <ac:spMk id="8" creationId="{2ED07FA9-374E-4D9F-E2BC-00F5B9BF3180}"/>
          </ac:spMkLst>
        </pc:spChg>
        <pc:spChg chg="mod">
          <ac:chgData name="Hironari Yamada" userId="e57621f8-ec3c-449e-bb19-001fffcc008e" providerId="ADAL" clId="{BC0BD879-F267-5CCA-8DEA-E3B2DD07DA4E}" dt="2026-08-31T04:48:29.563" v="32270" actId="20577"/>
          <ac:spMkLst>
            <pc:docMk/>
            <pc:sldMk cId="3636877755" sldId="2076139091"/>
            <ac:spMk id="9" creationId="{76395756-8FF4-01A0-7953-557ACDE6673F}"/>
          </ac:spMkLst>
        </pc:spChg>
        <pc:spChg chg="add mod">
          <ac:chgData name="Hironari Yamada" userId="e57621f8-ec3c-449e-bb19-001fffcc008e" providerId="ADAL" clId="{BC0BD879-F267-5CCA-8DEA-E3B2DD07DA4E}" dt="2026-08-31T04:51:06.035" v="32394"/>
          <ac:spMkLst>
            <pc:docMk/>
            <pc:sldMk cId="3636877755" sldId="2076139091"/>
            <ac:spMk id="10" creationId="{D0A41425-3E1E-7622-0102-C70CFBA019BA}"/>
          </ac:spMkLst>
        </pc:spChg>
        <pc:spChg chg="add mod">
          <ac:chgData name="Hironari Yamada" userId="e57621f8-ec3c-449e-bb19-001fffcc008e" providerId="ADAL" clId="{BC0BD879-F267-5CCA-8DEA-E3B2DD07DA4E}" dt="2026-08-31T04:51:23.629" v="32419" actId="20577"/>
          <ac:spMkLst>
            <pc:docMk/>
            <pc:sldMk cId="3636877755" sldId="2076139091"/>
            <ac:spMk id="11" creationId="{5A52FA63-967E-43C8-754C-7F37E4BEF1B2}"/>
          </ac:spMkLst>
        </pc:spChg>
        <pc:spChg chg="add mod">
          <ac:chgData name="Hironari Yamada" userId="e57621f8-ec3c-449e-bb19-001fffcc008e" providerId="ADAL" clId="{BC0BD879-F267-5CCA-8DEA-E3B2DD07DA4E}" dt="2026-08-31T04:51:33.421" v="32422" actId="14100"/>
          <ac:spMkLst>
            <pc:docMk/>
            <pc:sldMk cId="3636877755" sldId="2076139091"/>
            <ac:spMk id="12" creationId="{0C5D30E9-C32D-EC8E-4F8C-99F9D6392CF1}"/>
          </ac:spMkLst>
        </pc:spChg>
        <pc:spChg chg="add mod">
          <ac:chgData name="Hironari Yamada" userId="e57621f8-ec3c-449e-bb19-001fffcc008e" providerId="ADAL" clId="{BC0BD879-F267-5CCA-8DEA-E3B2DD07DA4E}" dt="2026-08-31T04:52:22.231" v="32488" actId="20577"/>
          <ac:spMkLst>
            <pc:docMk/>
            <pc:sldMk cId="3636877755" sldId="2076139091"/>
            <ac:spMk id="13" creationId="{652CEA1D-C7B3-2576-FE21-63AE7F542B21}"/>
          </ac:spMkLst>
        </pc:spChg>
        <pc:spChg chg="add mod">
          <ac:chgData name="Hironari Yamada" userId="e57621f8-ec3c-449e-bb19-001fffcc008e" providerId="ADAL" clId="{BC0BD879-F267-5CCA-8DEA-E3B2DD07DA4E}" dt="2026-08-31T04:52:30.553" v="32491" actId="14100"/>
          <ac:spMkLst>
            <pc:docMk/>
            <pc:sldMk cId="3636877755" sldId="2076139091"/>
            <ac:spMk id="14" creationId="{64E5CBE8-5110-FAF1-55FD-D520C9483198}"/>
          </ac:spMkLst>
        </pc:spChg>
        <pc:spChg chg="add mod">
          <ac:chgData name="Hironari Yamada" userId="e57621f8-ec3c-449e-bb19-001fffcc008e" providerId="ADAL" clId="{BC0BD879-F267-5CCA-8DEA-E3B2DD07DA4E}" dt="2026-08-31T04:56:12.754" v="32498" actId="14100"/>
          <ac:spMkLst>
            <pc:docMk/>
            <pc:sldMk cId="3636877755" sldId="2076139091"/>
            <ac:spMk id="16" creationId="{6630597F-E235-7711-CE0A-1EB2CDCD30F3}"/>
          </ac:spMkLst>
        </pc:spChg>
        <pc:spChg chg="add mod">
          <ac:chgData name="Hironari Yamada" userId="e57621f8-ec3c-449e-bb19-001fffcc008e" providerId="ADAL" clId="{BC0BD879-F267-5CCA-8DEA-E3B2DD07DA4E}" dt="2026-08-31T04:56:24.217" v="32531" actId="20577"/>
          <ac:spMkLst>
            <pc:docMk/>
            <pc:sldMk cId="3636877755" sldId="2076139091"/>
            <ac:spMk id="17" creationId="{E52496CC-D000-D28F-1544-99BC54866FC3}"/>
          </ac:spMkLst>
        </pc:spChg>
        <pc:spChg chg="add mod">
          <ac:chgData name="Hironari Yamada" userId="e57621f8-ec3c-449e-bb19-001fffcc008e" providerId="ADAL" clId="{BC0BD879-F267-5CCA-8DEA-E3B2DD07DA4E}" dt="2026-08-31T04:56:36.573" v="32535" actId="14100"/>
          <ac:spMkLst>
            <pc:docMk/>
            <pc:sldMk cId="3636877755" sldId="2076139091"/>
            <ac:spMk id="18" creationId="{0B62CDF7-86BD-DC4E-81D3-BCA0D515E22E}"/>
          </ac:spMkLst>
        </pc:spChg>
        <pc:spChg chg="add mod">
          <ac:chgData name="Hironari Yamada" userId="e57621f8-ec3c-449e-bb19-001fffcc008e" providerId="ADAL" clId="{BC0BD879-F267-5CCA-8DEA-E3B2DD07DA4E}" dt="2026-08-31T04:56:42.983" v="32537" actId="1076"/>
          <ac:spMkLst>
            <pc:docMk/>
            <pc:sldMk cId="3636877755" sldId="2076139091"/>
            <ac:spMk id="19" creationId="{8234D5B9-3116-1DA0-E36A-6EF203C26D0E}"/>
          </ac:spMkLst>
        </pc:spChg>
        <pc:spChg chg="add mod">
          <ac:chgData name="Hironari Yamada" userId="e57621f8-ec3c-449e-bb19-001fffcc008e" providerId="ADAL" clId="{BC0BD879-F267-5CCA-8DEA-E3B2DD07DA4E}" dt="2026-08-31T04:59:47.802" v="32832" actId="1076"/>
          <ac:spMkLst>
            <pc:docMk/>
            <pc:sldMk cId="3636877755" sldId="2076139091"/>
            <ac:spMk id="20" creationId="{7974532E-30BF-3B50-133D-77FBDBABF600}"/>
          </ac:spMkLst>
        </pc:spChg>
        <pc:picChg chg="add mod">
          <ac:chgData name="Hironari Yamada" userId="e57621f8-ec3c-449e-bb19-001fffcc008e" providerId="ADAL" clId="{BC0BD879-F267-5CCA-8DEA-E3B2DD07DA4E}" dt="2026-08-31T04:51:09.366" v="32396" actId="1076"/>
          <ac:picMkLst>
            <pc:docMk/>
            <pc:sldMk cId="3636877755" sldId="2076139091"/>
            <ac:picMk id="5" creationId="{8EAF2145-6D8B-874B-3BBB-EC6B3B3014B3}"/>
          </ac:picMkLst>
        </pc:picChg>
        <pc:picChg chg="add mod">
          <ac:chgData name="Hironari Yamada" userId="e57621f8-ec3c-449e-bb19-001fffcc008e" providerId="ADAL" clId="{BC0BD879-F267-5CCA-8DEA-E3B2DD07DA4E}" dt="2026-08-31T04:54:04.300" v="32495" actId="14100"/>
          <ac:picMkLst>
            <pc:docMk/>
            <pc:sldMk cId="3636877755" sldId="2076139091"/>
            <ac:picMk id="15" creationId="{542F1CDD-5482-FC0A-7F17-BAE24764641C}"/>
          </ac:picMkLst>
        </pc:picChg>
      </pc:sldChg>
      <pc:sldChg chg="addSp delSp modSp add del mod">
        <pc:chgData name="Hironari Yamada" userId="e57621f8-ec3c-449e-bb19-001fffcc008e" providerId="ADAL" clId="{BC0BD879-F267-5CCA-8DEA-E3B2DD07DA4E}" dt="2026-08-31T15:00:25.526" v="43750" actId="2696"/>
        <pc:sldMkLst>
          <pc:docMk/>
          <pc:sldMk cId="2042279136" sldId="2076139092"/>
        </pc:sldMkLst>
        <pc:spChg chg="mod">
          <ac:chgData name="Hironari Yamada" userId="e57621f8-ec3c-449e-bb19-001fffcc008e" providerId="ADAL" clId="{BC0BD879-F267-5CCA-8DEA-E3B2DD07DA4E}" dt="2026-08-31T05:19:48.030" v="33412" actId="20577"/>
          <ac:spMkLst>
            <pc:docMk/>
            <pc:sldMk cId="2042279136" sldId="2076139092"/>
            <ac:spMk id="3" creationId="{26D09E33-14DA-A3E0-96B4-6E5BB77421F7}"/>
          </ac:spMkLst>
        </pc:spChg>
        <pc:spChg chg="mod">
          <ac:chgData name="Hironari Yamada" userId="e57621f8-ec3c-449e-bb19-001fffcc008e" providerId="ADAL" clId="{BC0BD879-F267-5CCA-8DEA-E3B2DD07DA4E}" dt="2026-08-31T05:19:42.893" v="33390" actId="20577"/>
          <ac:spMkLst>
            <pc:docMk/>
            <pc:sldMk cId="2042279136" sldId="2076139092"/>
            <ac:spMk id="9" creationId="{25AD23E0-391D-4745-7FCF-1EAC06BFBABB}"/>
          </ac:spMkLst>
        </pc:spChg>
        <pc:spChg chg="add mod">
          <ac:chgData name="Hironari Yamada" userId="e57621f8-ec3c-449e-bb19-001fffcc008e" providerId="ADAL" clId="{BC0BD879-F267-5CCA-8DEA-E3B2DD07DA4E}" dt="2026-08-31T05:18:05.784" v="33365" actId="14100"/>
          <ac:spMkLst>
            <pc:docMk/>
            <pc:sldMk cId="2042279136" sldId="2076139092"/>
            <ac:spMk id="10" creationId="{89FB42D5-8DAE-8DE8-0C47-64EAE47B09A1}"/>
          </ac:spMkLst>
        </pc:spChg>
        <pc:spChg chg="add mod">
          <ac:chgData name="Hironari Yamada" userId="e57621f8-ec3c-449e-bb19-001fffcc008e" providerId="ADAL" clId="{BC0BD879-F267-5CCA-8DEA-E3B2DD07DA4E}" dt="2026-08-31T05:18:12.114" v="33368" actId="14100"/>
          <ac:spMkLst>
            <pc:docMk/>
            <pc:sldMk cId="2042279136" sldId="2076139092"/>
            <ac:spMk id="11" creationId="{4B305E18-8E87-1DB1-CB1C-49A913DEF93D}"/>
          </ac:spMkLst>
        </pc:spChg>
        <pc:spChg chg="add mod">
          <ac:chgData name="Hironari Yamada" userId="e57621f8-ec3c-449e-bb19-001fffcc008e" providerId="ADAL" clId="{BC0BD879-F267-5CCA-8DEA-E3B2DD07DA4E}" dt="2026-08-31T05:20:08.347" v="33441" actId="20577"/>
          <ac:spMkLst>
            <pc:docMk/>
            <pc:sldMk cId="2042279136" sldId="2076139092"/>
            <ac:spMk id="12" creationId="{23C265CA-A7A2-EF1D-D37D-F8679D77254D}"/>
          </ac:spMkLst>
        </pc:spChg>
        <pc:spChg chg="add mod">
          <ac:chgData name="Hironari Yamada" userId="e57621f8-ec3c-449e-bb19-001fffcc008e" providerId="ADAL" clId="{BC0BD879-F267-5CCA-8DEA-E3B2DD07DA4E}" dt="2026-08-31T05:20:19.111" v="33458" actId="20577"/>
          <ac:spMkLst>
            <pc:docMk/>
            <pc:sldMk cId="2042279136" sldId="2076139092"/>
            <ac:spMk id="13" creationId="{7B185A6A-7D0C-3994-A419-7100B56F5C18}"/>
          </ac:spMkLst>
        </pc:spChg>
        <pc:spChg chg="add mod">
          <ac:chgData name="Hironari Yamada" userId="e57621f8-ec3c-449e-bb19-001fffcc008e" providerId="ADAL" clId="{BC0BD879-F267-5CCA-8DEA-E3B2DD07DA4E}" dt="2026-08-31T05:20:37.754" v="33462" actId="14100"/>
          <ac:spMkLst>
            <pc:docMk/>
            <pc:sldMk cId="2042279136" sldId="2076139092"/>
            <ac:spMk id="14" creationId="{93F0C73E-AE04-B468-8FDF-C7570D4E8037}"/>
          </ac:spMkLst>
        </pc:spChg>
        <pc:spChg chg="add mod">
          <ac:chgData name="Hironari Yamada" userId="e57621f8-ec3c-449e-bb19-001fffcc008e" providerId="ADAL" clId="{BC0BD879-F267-5CCA-8DEA-E3B2DD07DA4E}" dt="2026-08-31T05:20:54.598" v="33519" actId="1076"/>
          <ac:spMkLst>
            <pc:docMk/>
            <pc:sldMk cId="2042279136" sldId="2076139092"/>
            <ac:spMk id="15" creationId="{AB01765F-6410-F89D-E953-B5B547140DF4}"/>
          </ac:spMkLst>
        </pc:spChg>
        <pc:spChg chg="add mod">
          <ac:chgData name="Hironari Yamada" userId="e57621f8-ec3c-449e-bb19-001fffcc008e" providerId="ADAL" clId="{BC0BD879-F267-5CCA-8DEA-E3B2DD07DA4E}" dt="2026-08-31T05:21:06.852" v="33524" actId="14100"/>
          <ac:spMkLst>
            <pc:docMk/>
            <pc:sldMk cId="2042279136" sldId="2076139092"/>
            <ac:spMk id="16" creationId="{211A58CA-F173-730A-84E3-307198A5A998}"/>
          </ac:spMkLst>
        </pc:spChg>
        <pc:spChg chg="add mod">
          <ac:chgData name="Hironari Yamada" userId="e57621f8-ec3c-449e-bb19-001fffcc008e" providerId="ADAL" clId="{BC0BD879-F267-5CCA-8DEA-E3B2DD07DA4E}" dt="2026-08-31T05:21:29.922" v="33604" actId="1076"/>
          <ac:spMkLst>
            <pc:docMk/>
            <pc:sldMk cId="2042279136" sldId="2076139092"/>
            <ac:spMk id="17" creationId="{FAB2A64D-A950-FF8C-51D4-027AA9D7D959}"/>
          </ac:spMkLst>
        </pc:spChg>
        <pc:spChg chg="add mod">
          <ac:chgData name="Hironari Yamada" userId="e57621f8-ec3c-449e-bb19-001fffcc008e" providerId="ADAL" clId="{BC0BD879-F267-5CCA-8DEA-E3B2DD07DA4E}" dt="2026-08-31T05:21:41.457" v="33607" actId="14100"/>
          <ac:spMkLst>
            <pc:docMk/>
            <pc:sldMk cId="2042279136" sldId="2076139092"/>
            <ac:spMk id="18" creationId="{6F3CB0FF-27B4-46E0-7C16-0EEF8EE91D0B}"/>
          </ac:spMkLst>
        </pc:spChg>
        <pc:spChg chg="add mod">
          <ac:chgData name="Hironari Yamada" userId="e57621f8-ec3c-449e-bb19-001fffcc008e" providerId="ADAL" clId="{BC0BD879-F267-5CCA-8DEA-E3B2DD07DA4E}" dt="2026-08-31T05:21:48.643" v="33610" actId="14100"/>
          <ac:spMkLst>
            <pc:docMk/>
            <pc:sldMk cId="2042279136" sldId="2076139092"/>
            <ac:spMk id="19" creationId="{3538E755-C92E-25B3-C8BF-6808B26D8F0A}"/>
          </ac:spMkLst>
        </pc:spChg>
        <pc:spChg chg="add mod">
          <ac:chgData name="Hironari Yamada" userId="e57621f8-ec3c-449e-bb19-001fffcc008e" providerId="ADAL" clId="{BC0BD879-F267-5CCA-8DEA-E3B2DD07DA4E}" dt="2026-08-31T05:22:08.282" v="33657" actId="20577"/>
          <ac:spMkLst>
            <pc:docMk/>
            <pc:sldMk cId="2042279136" sldId="2076139092"/>
            <ac:spMk id="20" creationId="{9D427F90-596F-88C9-A1BD-68FD8D0B8E25}"/>
          </ac:spMkLst>
        </pc:spChg>
        <pc:spChg chg="add mod">
          <ac:chgData name="Hironari Yamada" userId="e57621f8-ec3c-449e-bb19-001fffcc008e" providerId="ADAL" clId="{BC0BD879-F267-5CCA-8DEA-E3B2DD07DA4E}" dt="2026-08-31T05:22:24.351" v="33690" actId="20577"/>
          <ac:spMkLst>
            <pc:docMk/>
            <pc:sldMk cId="2042279136" sldId="2076139092"/>
            <ac:spMk id="21" creationId="{092BF56E-5C32-AC04-D30D-2A8798E21BB4}"/>
          </ac:spMkLst>
        </pc:spChg>
        <pc:spChg chg="add mod">
          <ac:chgData name="Hironari Yamada" userId="e57621f8-ec3c-449e-bb19-001fffcc008e" providerId="ADAL" clId="{BC0BD879-F267-5CCA-8DEA-E3B2DD07DA4E}" dt="2026-08-31T05:22:32.295" v="33693" actId="14100"/>
          <ac:spMkLst>
            <pc:docMk/>
            <pc:sldMk cId="2042279136" sldId="2076139092"/>
            <ac:spMk id="22" creationId="{279410BB-244B-3E6C-606B-E25BB0F1EED8}"/>
          </ac:spMkLst>
        </pc:spChg>
        <pc:picChg chg="add mod">
          <ac:chgData name="Hironari Yamada" userId="e57621f8-ec3c-449e-bb19-001fffcc008e" providerId="ADAL" clId="{BC0BD879-F267-5CCA-8DEA-E3B2DD07DA4E}" dt="2026-08-31T05:21:04.093" v="33523" actId="1076"/>
          <ac:picMkLst>
            <pc:docMk/>
            <pc:sldMk cId="2042279136" sldId="2076139092"/>
            <ac:picMk id="5" creationId="{6068EEE7-7C24-B69D-52D1-068887C7E688}"/>
          </ac:picMkLst>
        </pc:picChg>
        <pc:picChg chg="add del mod">
          <ac:chgData name="Hironari Yamada" userId="e57621f8-ec3c-449e-bb19-001fffcc008e" providerId="ADAL" clId="{BC0BD879-F267-5CCA-8DEA-E3B2DD07DA4E}" dt="2026-08-31T05:17:09.277" v="33358" actId="478"/>
          <ac:picMkLst>
            <pc:docMk/>
            <pc:sldMk cId="2042279136" sldId="2076139092"/>
            <ac:picMk id="7" creationId="{C208BECB-C0B7-3D84-A19F-C416539E9DDF}"/>
          </ac:picMkLst>
        </pc:picChg>
        <pc:picChg chg="add mod">
          <ac:chgData name="Hironari Yamada" userId="e57621f8-ec3c-449e-bb19-001fffcc008e" providerId="ADAL" clId="{BC0BD879-F267-5CCA-8DEA-E3B2DD07DA4E}" dt="2026-08-31T05:17:52.178" v="33362" actId="1076"/>
          <ac:picMkLst>
            <pc:docMk/>
            <pc:sldMk cId="2042279136" sldId="2076139092"/>
            <ac:picMk id="8" creationId="{D61FAAA4-703C-E56A-07FF-89F7DBE8D1C8}"/>
          </ac:picMkLst>
        </pc:picChg>
      </pc:sldChg>
      <pc:sldChg chg="addSp delSp modSp add del mod">
        <pc:chgData name="Hironari Yamada" userId="e57621f8-ec3c-449e-bb19-001fffcc008e" providerId="ADAL" clId="{BC0BD879-F267-5CCA-8DEA-E3B2DD07DA4E}" dt="2026-08-31T15:00:25.542" v="43769" actId="2696"/>
        <pc:sldMkLst>
          <pc:docMk/>
          <pc:sldMk cId="578606573" sldId="2076139093"/>
        </pc:sldMkLst>
        <pc:spChg chg="add mod">
          <ac:chgData name="Hironari Yamada" userId="e57621f8-ec3c-449e-bb19-001fffcc008e" providerId="ADAL" clId="{BC0BD879-F267-5CCA-8DEA-E3B2DD07DA4E}" dt="2026-08-31T01:04:35.930" v="30308" actId="14100"/>
          <ac:spMkLst>
            <pc:docMk/>
            <pc:sldMk cId="578606573" sldId="2076139093"/>
            <ac:spMk id="6" creationId="{DFC61064-2421-9643-1C51-23201B5BB0BA}"/>
          </ac:spMkLst>
        </pc:spChg>
        <pc:spChg chg="add mod">
          <ac:chgData name="Hironari Yamada" userId="e57621f8-ec3c-449e-bb19-001fffcc008e" providerId="ADAL" clId="{BC0BD879-F267-5CCA-8DEA-E3B2DD07DA4E}" dt="2026-08-31T02:08:35.246" v="30320" actId="1076"/>
          <ac:spMkLst>
            <pc:docMk/>
            <pc:sldMk cId="578606573" sldId="2076139093"/>
            <ac:spMk id="10" creationId="{26C2791F-C7F9-6CFB-2D37-730FED829B97}"/>
          </ac:spMkLst>
        </pc:spChg>
        <pc:spChg chg="add mod">
          <ac:chgData name="Hironari Yamada" userId="e57621f8-ec3c-449e-bb19-001fffcc008e" providerId="ADAL" clId="{BC0BD879-F267-5CCA-8DEA-E3B2DD07DA4E}" dt="2026-08-31T02:09:16.195" v="30465" actId="1076"/>
          <ac:spMkLst>
            <pc:docMk/>
            <pc:sldMk cId="578606573" sldId="2076139093"/>
            <ac:spMk id="11" creationId="{EE0E0B54-628E-CA85-1D6C-65DD3E24982B}"/>
          </ac:spMkLst>
        </pc:spChg>
        <pc:spChg chg="del">
          <ac:chgData name="Hironari Yamada" userId="e57621f8-ec3c-449e-bb19-001fffcc008e" providerId="ADAL" clId="{BC0BD879-F267-5CCA-8DEA-E3B2DD07DA4E}" dt="2026-08-31T01:03:35.570" v="30301" actId="478"/>
          <ac:spMkLst>
            <pc:docMk/>
            <pc:sldMk cId="578606573" sldId="2076139093"/>
            <ac:spMk id="19" creationId="{454FE8D4-62E9-B855-CAA4-379BD204FFEA}"/>
          </ac:spMkLst>
        </pc:spChg>
        <pc:spChg chg="del">
          <ac:chgData name="Hironari Yamada" userId="e57621f8-ec3c-449e-bb19-001fffcc008e" providerId="ADAL" clId="{BC0BD879-F267-5CCA-8DEA-E3B2DD07DA4E}" dt="2026-08-31T01:03:35.570" v="30301" actId="478"/>
          <ac:spMkLst>
            <pc:docMk/>
            <pc:sldMk cId="578606573" sldId="2076139093"/>
            <ac:spMk id="20" creationId="{1D6F8DB8-5C95-8483-167C-BC2E85DB78BB}"/>
          </ac:spMkLst>
        </pc:spChg>
        <pc:spChg chg="del">
          <ac:chgData name="Hironari Yamada" userId="e57621f8-ec3c-449e-bb19-001fffcc008e" providerId="ADAL" clId="{BC0BD879-F267-5CCA-8DEA-E3B2DD07DA4E}" dt="2026-08-31T01:03:35.570" v="30301" actId="478"/>
          <ac:spMkLst>
            <pc:docMk/>
            <pc:sldMk cId="578606573" sldId="2076139093"/>
            <ac:spMk id="21" creationId="{8D2F2F04-258A-F3B5-5D4B-EF823CB54717}"/>
          </ac:spMkLst>
        </pc:spChg>
        <pc:spChg chg="del">
          <ac:chgData name="Hironari Yamada" userId="e57621f8-ec3c-449e-bb19-001fffcc008e" providerId="ADAL" clId="{BC0BD879-F267-5CCA-8DEA-E3B2DD07DA4E}" dt="2026-08-31T01:03:35.570" v="30301" actId="478"/>
          <ac:spMkLst>
            <pc:docMk/>
            <pc:sldMk cId="578606573" sldId="2076139093"/>
            <ac:spMk id="22" creationId="{B9ADBB6E-F6B0-350B-0666-46E1A4D1D80C}"/>
          </ac:spMkLst>
        </pc:spChg>
        <pc:spChg chg="del">
          <ac:chgData name="Hironari Yamada" userId="e57621f8-ec3c-449e-bb19-001fffcc008e" providerId="ADAL" clId="{BC0BD879-F267-5CCA-8DEA-E3B2DD07DA4E}" dt="2026-08-31T01:03:35.570" v="30301" actId="478"/>
          <ac:spMkLst>
            <pc:docMk/>
            <pc:sldMk cId="578606573" sldId="2076139093"/>
            <ac:spMk id="23" creationId="{6C374949-9E3B-585A-7506-3CA63937BE15}"/>
          </ac:spMkLst>
        </pc:spChg>
        <pc:spChg chg="del">
          <ac:chgData name="Hironari Yamada" userId="e57621f8-ec3c-449e-bb19-001fffcc008e" providerId="ADAL" clId="{BC0BD879-F267-5CCA-8DEA-E3B2DD07DA4E}" dt="2026-08-31T01:03:35.570" v="30301" actId="478"/>
          <ac:spMkLst>
            <pc:docMk/>
            <pc:sldMk cId="578606573" sldId="2076139093"/>
            <ac:spMk id="24" creationId="{58EA26CA-B1E9-EE41-22AA-F6EE91147057}"/>
          </ac:spMkLst>
        </pc:spChg>
        <pc:spChg chg="del">
          <ac:chgData name="Hironari Yamada" userId="e57621f8-ec3c-449e-bb19-001fffcc008e" providerId="ADAL" clId="{BC0BD879-F267-5CCA-8DEA-E3B2DD07DA4E}" dt="2026-08-31T01:03:35.570" v="30301" actId="478"/>
          <ac:spMkLst>
            <pc:docMk/>
            <pc:sldMk cId="578606573" sldId="2076139093"/>
            <ac:spMk id="26" creationId="{37FF7E32-4888-A433-B9B0-B58655CA500B}"/>
          </ac:spMkLst>
        </pc:spChg>
        <pc:spChg chg="del">
          <ac:chgData name="Hironari Yamada" userId="e57621f8-ec3c-449e-bb19-001fffcc008e" providerId="ADAL" clId="{BC0BD879-F267-5CCA-8DEA-E3B2DD07DA4E}" dt="2026-08-31T01:03:35.570" v="30301" actId="478"/>
          <ac:spMkLst>
            <pc:docMk/>
            <pc:sldMk cId="578606573" sldId="2076139093"/>
            <ac:spMk id="27" creationId="{A49D2749-8C7C-354B-1E44-1CFE7B0502C9}"/>
          </ac:spMkLst>
        </pc:spChg>
        <pc:spChg chg="del">
          <ac:chgData name="Hironari Yamada" userId="e57621f8-ec3c-449e-bb19-001fffcc008e" providerId="ADAL" clId="{BC0BD879-F267-5CCA-8DEA-E3B2DD07DA4E}" dt="2026-08-31T01:03:37.487" v="30302" actId="478"/>
          <ac:spMkLst>
            <pc:docMk/>
            <pc:sldMk cId="578606573" sldId="2076139093"/>
            <ac:spMk id="28" creationId="{1B1C71FA-2BEF-713B-ACFD-7858B5661C44}"/>
          </ac:spMkLst>
        </pc:spChg>
        <pc:spChg chg="del">
          <ac:chgData name="Hironari Yamada" userId="e57621f8-ec3c-449e-bb19-001fffcc008e" providerId="ADAL" clId="{BC0BD879-F267-5CCA-8DEA-E3B2DD07DA4E}" dt="2026-08-31T01:03:35.570" v="30301" actId="478"/>
          <ac:spMkLst>
            <pc:docMk/>
            <pc:sldMk cId="578606573" sldId="2076139093"/>
            <ac:spMk id="29" creationId="{D8E3CD4D-31F2-DFEF-D440-9252CBC87ACD}"/>
          </ac:spMkLst>
        </pc:spChg>
        <pc:spChg chg="del">
          <ac:chgData name="Hironari Yamada" userId="e57621f8-ec3c-449e-bb19-001fffcc008e" providerId="ADAL" clId="{BC0BD879-F267-5CCA-8DEA-E3B2DD07DA4E}" dt="2026-08-31T01:03:35.570" v="30301" actId="478"/>
          <ac:spMkLst>
            <pc:docMk/>
            <pc:sldMk cId="578606573" sldId="2076139093"/>
            <ac:spMk id="30" creationId="{9C340DC3-23C6-7AFB-D122-01FA077B803A}"/>
          </ac:spMkLst>
        </pc:spChg>
        <pc:picChg chg="add mod">
          <ac:chgData name="Hironari Yamada" userId="e57621f8-ec3c-449e-bb19-001fffcc008e" providerId="ADAL" clId="{BC0BD879-F267-5CCA-8DEA-E3B2DD07DA4E}" dt="2026-08-31T01:04:25.569" v="30305" actId="14100"/>
          <ac:picMkLst>
            <pc:docMk/>
            <pc:sldMk cId="578606573" sldId="2076139093"/>
            <ac:picMk id="5" creationId="{429D8F10-C02F-E311-57D9-39BCD8B23664}"/>
          </ac:picMkLst>
        </pc:picChg>
        <pc:picChg chg="add del mod">
          <ac:chgData name="Hironari Yamada" userId="e57621f8-ec3c-449e-bb19-001fffcc008e" providerId="ADAL" clId="{BC0BD879-F267-5CCA-8DEA-E3B2DD07DA4E}" dt="2026-08-31T02:07:48.754" v="30312" actId="478"/>
          <ac:picMkLst>
            <pc:docMk/>
            <pc:sldMk cId="578606573" sldId="2076139093"/>
            <ac:picMk id="7" creationId="{4701E803-558F-6305-F565-F8FA6D83D563}"/>
          </ac:picMkLst>
        </pc:picChg>
        <pc:picChg chg="add mod">
          <ac:chgData name="Hironari Yamada" userId="e57621f8-ec3c-449e-bb19-001fffcc008e" providerId="ADAL" clId="{BC0BD879-F267-5CCA-8DEA-E3B2DD07DA4E}" dt="2026-08-31T02:08:21.567" v="30316" actId="14100"/>
          <ac:picMkLst>
            <pc:docMk/>
            <pc:sldMk cId="578606573" sldId="2076139093"/>
            <ac:picMk id="8" creationId="{3551E74A-DCD3-19BD-1890-300C89E2B647}"/>
          </ac:picMkLst>
        </pc:picChg>
      </pc:sldChg>
      <pc:sldChg chg="addSp delSp modSp add del mod">
        <pc:chgData name="Hironari Yamada" userId="e57621f8-ec3c-449e-bb19-001fffcc008e" providerId="ADAL" clId="{BC0BD879-F267-5CCA-8DEA-E3B2DD07DA4E}" dt="2026-08-31T15:00:25.546" v="43773" actId="2696"/>
        <pc:sldMkLst>
          <pc:docMk/>
          <pc:sldMk cId="437735080" sldId="2076139094"/>
        </pc:sldMkLst>
        <pc:spChg chg="mod">
          <ac:chgData name="Hironari Yamada" userId="e57621f8-ec3c-449e-bb19-001fffcc008e" providerId="ADAL" clId="{BC0BD879-F267-5CCA-8DEA-E3B2DD07DA4E}" dt="2026-08-31T02:14:15.984" v="30737" actId="20577"/>
          <ac:spMkLst>
            <pc:docMk/>
            <pc:sldMk cId="437735080" sldId="2076139094"/>
            <ac:spMk id="3" creationId="{2FE71F3A-6341-EE07-8D4A-CF0944206D35}"/>
          </ac:spMkLst>
        </pc:spChg>
        <pc:spChg chg="del">
          <ac:chgData name="Hironari Yamada" userId="e57621f8-ec3c-449e-bb19-001fffcc008e" providerId="ADAL" clId="{BC0BD879-F267-5CCA-8DEA-E3B2DD07DA4E}" dt="2026-08-31T02:12:13.571" v="30571" actId="478"/>
          <ac:spMkLst>
            <pc:docMk/>
            <pc:sldMk cId="437735080" sldId="2076139094"/>
            <ac:spMk id="6" creationId="{2A48D46F-158E-3B4B-B1DF-4120E04DCA3A}"/>
          </ac:spMkLst>
        </pc:spChg>
        <pc:spChg chg="del">
          <ac:chgData name="Hironari Yamada" userId="e57621f8-ec3c-449e-bb19-001fffcc008e" providerId="ADAL" clId="{BC0BD879-F267-5CCA-8DEA-E3B2DD07DA4E}" dt="2026-08-31T02:12:13.571" v="30571" actId="478"/>
          <ac:spMkLst>
            <pc:docMk/>
            <pc:sldMk cId="437735080" sldId="2076139094"/>
            <ac:spMk id="7" creationId="{57BBDAB7-7EFD-255D-56E7-7B1ACB1DC738}"/>
          </ac:spMkLst>
        </pc:spChg>
        <pc:spChg chg="del">
          <ac:chgData name="Hironari Yamada" userId="e57621f8-ec3c-449e-bb19-001fffcc008e" providerId="ADAL" clId="{BC0BD879-F267-5CCA-8DEA-E3B2DD07DA4E}" dt="2026-08-31T02:12:13.571" v="30571" actId="478"/>
          <ac:spMkLst>
            <pc:docMk/>
            <pc:sldMk cId="437735080" sldId="2076139094"/>
            <ac:spMk id="10" creationId="{D957D356-1E3B-8E8C-2BC8-928B0CD34384}"/>
          </ac:spMkLst>
        </pc:spChg>
        <pc:spChg chg="del">
          <ac:chgData name="Hironari Yamada" userId="e57621f8-ec3c-449e-bb19-001fffcc008e" providerId="ADAL" clId="{BC0BD879-F267-5CCA-8DEA-E3B2DD07DA4E}" dt="2026-08-31T02:12:13.571" v="30571" actId="478"/>
          <ac:spMkLst>
            <pc:docMk/>
            <pc:sldMk cId="437735080" sldId="2076139094"/>
            <ac:spMk id="11" creationId="{F11662F8-150E-2BF2-3561-6C318BF7BB06}"/>
          </ac:spMkLst>
        </pc:spChg>
        <pc:spChg chg="add mod">
          <ac:chgData name="Hironari Yamada" userId="e57621f8-ec3c-449e-bb19-001fffcc008e" providerId="ADAL" clId="{BC0BD879-F267-5CCA-8DEA-E3B2DD07DA4E}" dt="2026-08-31T02:13:50.961" v="30607" actId="14100"/>
          <ac:spMkLst>
            <pc:docMk/>
            <pc:sldMk cId="437735080" sldId="2076139094"/>
            <ac:spMk id="15" creationId="{7C74C1ED-D675-0A62-525F-3667C957A068}"/>
          </ac:spMkLst>
        </pc:spChg>
        <pc:spChg chg="add mod">
          <ac:chgData name="Hironari Yamada" userId="e57621f8-ec3c-449e-bb19-001fffcc008e" providerId="ADAL" clId="{BC0BD879-F267-5CCA-8DEA-E3B2DD07DA4E}" dt="2026-08-31T02:14:23.805" v="30740" actId="14100"/>
          <ac:spMkLst>
            <pc:docMk/>
            <pc:sldMk cId="437735080" sldId="2076139094"/>
            <ac:spMk id="16" creationId="{019DC01A-5E01-33C4-2555-B13021A79E61}"/>
          </ac:spMkLst>
        </pc:spChg>
        <pc:spChg chg="add mod">
          <ac:chgData name="Hironari Yamada" userId="e57621f8-ec3c-449e-bb19-001fffcc008e" providerId="ADAL" clId="{BC0BD879-F267-5CCA-8DEA-E3B2DD07DA4E}" dt="2026-08-31T02:14:42.527" v="30763" actId="1076"/>
          <ac:spMkLst>
            <pc:docMk/>
            <pc:sldMk cId="437735080" sldId="2076139094"/>
            <ac:spMk id="17" creationId="{CAA3DFCF-318B-464F-A1F9-9510577ECFF3}"/>
          </ac:spMkLst>
        </pc:spChg>
        <pc:spChg chg="add mod">
          <ac:chgData name="Hironari Yamada" userId="e57621f8-ec3c-449e-bb19-001fffcc008e" providerId="ADAL" clId="{BC0BD879-F267-5CCA-8DEA-E3B2DD07DA4E}" dt="2026-08-31T02:14:48.485" v="30774" actId="20577"/>
          <ac:spMkLst>
            <pc:docMk/>
            <pc:sldMk cId="437735080" sldId="2076139094"/>
            <ac:spMk id="18" creationId="{3D5ED998-04F8-8945-ACCA-0EE5B9910396}"/>
          </ac:spMkLst>
        </pc:spChg>
        <pc:spChg chg="add mod">
          <ac:chgData name="Hironari Yamada" userId="e57621f8-ec3c-449e-bb19-001fffcc008e" providerId="ADAL" clId="{BC0BD879-F267-5CCA-8DEA-E3B2DD07DA4E}" dt="2026-08-31T02:15:31.951" v="30776" actId="1076"/>
          <ac:spMkLst>
            <pc:docMk/>
            <pc:sldMk cId="437735080" sldId="2076139094"/>
            <ac:spMk id="19" creationId="{AEC5DB99-B7E6-416F-77B2-F0FA3CC69D78}"/>
          </ac:spMkLst>
        </pc:spChg>
        <pc:spChg chg="add mod">
          <ac:chgData name="Hironari Yamada" userId="e57621f8-ec3c-449e-bb19-001fffcc008e" providerId="ADAL" clId="{BC0BD879-F267-5CCA-8DEA-E3B2DD07DA4E}" dt="2026-08-31T02:15:46.192" v="30809" actId="20577"/>
          <ac:spMkLst>
            <pc:docMk/>
            <pc:sldMk cId="437735080" sldId="2076139094"/>
            <ac:spMk id="20" creationId="{7BEE2938-2306-4FB3-A0AF-3B36DC007681}"/>
          </ac:spMkLst>
        </pc:spChg>
        <pc:spChg chg="add del mod">
          <ac:chgData name="Hironari Yamada" userId="e57621f8-ec3c-449e-bb19-001fffcc008e" providerId="ADAL" clId="{BC0BD879-F267-5CCA-8DEA-E3B2DD07DA4E}" dt="2026-08-31T02:16:47.422" v="30864" actId="478"/>
          <ac:spMkLst>
            <pc:docMk/>
            <pc:sldMk cId="437735080" sldId="2076139094"/>
            <ac:spMk id="21" creationId="{61C9C8A3-B230-B556-9E1B-72F5D5DBE548}"/>
          </ac:spMkLst>
        </pc:spChg>
        <pc:picChg chg="del">
          <ac:chgData name="Hironari Yamada" userId="e57621f8-ec3c-449e-bb19-001fffcc008e" providerId="ADAL" clId="{BC0BD879-F267-5CCA-8DEA-E3B2DD07DA4E}" dt="2026-08-31T02:12:13.571" v="30571" actId="478"/>
          <ac:picMkLst>
            <pc:docMk/>
            <pc:sldMk cId="437735080" sldId="2076139094"/>
            <ac:picMk id="5" creationId="{BEA3BD21-AC10-BEBA-E535-9526C6C99A93}"/>
          </ac:picMkLst>
        </pc:picChg>
        <pc:picChg chg="del">
          <ac:chgData name="Hironari Yamada" userId="e57621f8-ec3c-449e-bb19-001fffcc008e" providerId="ADAL" clId="{BC0BD879-F267-5CCA-8DEA-E3B2DD07DA4E}" dt="2026-08-31T02:12:13.571" v="30571" actId="478"/>
          <ac:picMkLst>
            <pc:docMk/>
            <pc:sldMk cId="437735080" sldId="2076139094"/>
            <ac:picMk id="8" creationId="{1A77A484-FDF0-F11E-3799-F95F0A8FA929}"/>
          </ac:picMkLst>
        </pc:picChg>
        <pc:picChg chg="add mod">
          <ac:chgData name="Hironari Yamada" userId="e57621f8-ec3c-449e-bb19-001fffcc008e" providerId="ADAL" clId="{BC0BD879-F267-5CCA-8DEA-E3B2DD07DA4E}" dt="2026-08-31T02:12:27.050" v="30575" actId="14100"/>
          <ac:picMkLst>
            <pc:docMk/>
            <pc:sldMk cId="437735080" sldId="2076139094"/>
            <ac:picMk id="12" creationId="{EF08F2C7-CC2B-2E3B-3232-E6F2DA06C6B3}"/>
          </ac:picMkLst>
        </pc:picChg>
        <pc:picChg chg="add mod">
          <ac:chgData name="Hironari Yamada" userId="e57621f8-ec3c-449e-bb19-001fffcc008e" providerId="ADAL" clId="{BC0BD879-F267-5CCA-8DEA-E3B2DD07DA4E}" dt="2026-08-31T02:13:34.624" v="30604" actId="14100"/>
          <ac:picMkLst>
            <pc:docMk/>
            <pc:sldMk cId="437735080" sldId="2076139094"/>
            <ac:picMk id="14" creationId="{9E3C6CED-FB70-B66B-1C25-56E668E214B0}"/>
          </ac:picMkLst>
        </pc:picChg>
      </pc:sldChg>
      <pc:sldChg chg="addSp delSp modSp add del mod">
        <pc:chgData name="Hironari Yamada" userId="e57621f8-ec3c-449e-bb19-001fffcc008e" providerId="ADAL" clId="{BC0BD879-F267-5CCA-8DEA-E3B2DD07DA4E}" dt="2026-08-31T15:00:25.522" v="43746" actId="2696"/>
        <pc:sldMkLst>
          <pc:docMk/>
          <pc:sldMk cId="1947639022" sldId="2076139095"/>
        </pc:sldMkLst>
        <pc:spChg chg="mod">
          <ac:chgData name="Hironari Yamada" userId="e57621f8-ec3c-449e-bb19-001fffcc008e" providerId="ADAL" clId="{BC0BD879-F267-5CCA-8DEA-E3B2DD07DA4E}" dt="2026-08-31T02:16:37.339" v="30862" actId="20577"/>
          <ac:spMkLst>
            <pc:docMk/>
            <pc:sldMk cId="1947639022" sldId="2076139095"/>
            <ac:spMk id="3" creationId="{91ED89E9-7ED2-4E8A-FACE-E4542ACF938E}"/>
          </ac:spMkLst>
        </pc:spChg>
        <pc:spChg chg="add mod">
          <ac:chgData name="Hironari Yamada" userId="e57621f8-ec3c-449e-bb19-001fffcc008e" providerId="ADAL" clId="{BC0BD879-F267-5CCA-8DEA-E3B2DD07DA4E}" dt="2026-08-31T04:24:03.221" v="30878" actId="692"/>
          <ac:spMkLst>
            <pc:docMk/>
            <pc:sldMk cId="1947639022" sldId="2076139095"/>
            <ac:spMk id="7" creationId="{401C193F-E878-6072-7775-B4A14ADD4890}"/>
          </ac:spMkLst>
        </pc:spChg>
        <pc:spChg chg="add mod">
          <ac:chgData name="Hironari Yamada" userId="e57621f8-ec3c-449e-bb19-001fffcc008e" providerId="ADAL" clId="{BC0BD879-F267-5CCA-8DEA-E3B2DD07DA4E}" dt="2026-08-31T04:24:42.648" v="30968" actId="207"/>
          <ac:spMkLst>
            <pc:docMk/>
            <pc:sldMk cId="1947639022" sldId="2076139095"/>
            <ac:spMk id="8" creationId="{E14193F5-13A2-C385-F162-BB6F81B39A0C}"/>
          </ac:spMkLst>
        </pc:spChg>
        <pc:spChg chg="add mod">
          <ac:chgData name="Hironari Yamada" userId="e57621f8-ec3c-449e-bb19-001fffcc008e" providerId="ADAL" clId="{BC0BD879-F267-5CCA-8DEA-E3B2DD07DA4E}" dt="2026-08-31T04:24:40.251" v="30967" actId="14100"/>
          <ac:spMkLst>
            <pc:docMk/>
            <pc:sldMk cId="1947639022" sldId="2076139095"/>
            <ac:spMk id="10" creationId="{49ED713C-79D8-C792-E83A-A9F89916A9BF}"/>
          </ac:spMkLst>
        </pc:spChg>
        <pc:spChg chg="add mod">
          <ac:chgData name="Hironari Yamada" userId="e57621f8-ec3c-449e-bb19-001fffcc008e" providerId="ADAL" clId="{BC0BD879-F267-5CCA-8DEA-E3B2DD07DA4E}" dt="2026-08-31T04:24:48.544" v="30980" actId="20577"/>
          <ac:spMkLst>
            <pc:docMk/>
            <pc:sldMk cId="1947639022" sldId="2076139095"/>
            <ac:spMk id="11" creationId="{D0AD00F1-BC95-E79B-2D2C-E6239CFF6CCA}"/>
          </ac:spMkLst>
        </pc:spChg>
        <pc:spChg chg="del">
          <ac:chgData name="Hironari Yamada" userId="e57621f8-ec3c-449e-bb19-001fffcc008e" providerId="ADAL" clId="{BC0BD879-F267-5CCA-8DEA-E3B2DD07DA4E}" dt="2026-08-31T02:16:52.174" v="30865" actId="478"/>
          <ac:spMkLst>
            <pc:docMk/>
            <pc:sldMk cId="1947639022" sldId="2076139095"/>
            <ac:spMk id="15" creationId="{6923C529-FA08-0F86-FBC9-E34EAA819AC5}"/>
          </ac:spMkLst>
        </pc:spChg>
        <pc:spChg chg="del">
          <ac:chgData name="Hironari Yamada" userId="e57621f8-ec3c-449e-bb19-001fffcc008e" providerId="ADAL" clId="{BC0BD879-F267-5CCA-8DEA-E3B2DD07DA4E}" dt="2026-08-31T02:16:52.174" v="30865" actId="478"/>
          <ac:spMkLst>
            <pc:docMk/>
            <pc:sldMk cId="1947639022" sldId="2076139095"/>
            <ac:spMk id="16" creationId="{374A9DE7-2799-E50B-EDA9-8DBB59DFA00E}"/>
          </ac:spMkLst>
        </pc:spChg>
        <pc:spChg chg="del">
          <ac:chgData name="Hironari Yamada" userId="e57621f8-ec3c-449e-bb19-001fffcc008e" providerId="ADAL" clId="{BC0BD879-F267-5CCA-8DEA-E3B2DD07DA4E}" dt="2026-08-31T02:16:52.174" v="30865" actId="478"/>
          <ac:spMkLst>
            <pc:docMk/>
            <pc:sldMk cId="1947639022" sldId="2076139095"/>
            <ac:spMk id="17" creationId="{F82F7592-23BC-C407-511E-B5F61CEDB896}"/>
          </ac:spMkLst>
        </pc:spChg>
        <pc:spChg chg="del">
          <ac:chgData name="Hironari Yamada" userId="e57621f8-ec3c-449e-bb19-001fffcc008e" providerId="ADAL" clId="{BC0BD879-F267-5CCA-8DEA-E3B2DD07DA4E}" dt="2026-08-31T02:16:52.174" v="30865" actId="478"/>
          <ac:spMkLst>
            <pc:docMk/>
            <pc:sldMk cId="1947639022" sldId="2076139095"/>
            <ac:spMk id="18" creationId="{110781D7-9967-2051-59CC-A109DFDB66E8}"/>
          </ac:spMkLst>
        </pc:spChg>
        <pc:spChg chg="del">
          <ac:chgData name="Hironari Yamada" userId="e57621f8-ec3c-449e-bb19-001fffcc008e" providerId="ADAL" clId="{BC0BD879-F267-5CCA-8DEA-E3B2DD07DA4E}" dt="2026-08-31T02:16:52.174" v="30865" actId="478"/>
          <ac:spMkLst>
            <pc:docMk/>
            <pc:sldMk cId="1947639022" sldId="2076139095"/>
            <ac:spMk id="19" creationId="{14596C61-D0E5-5798-3826-5F97BA8C9307}"/>
          </ac:spMkLst>
        </pc:spChg>
        <pc:spChg chg="del">
          <ac:chgData name="Hironari Yamada" userId="e57621f8-ec3c-449e-bb19-001fffcc008e" providerId="ADAL" clId="{BC0BD879-F267-5CCA-8DEA-E3B2DD07DA4E}" dt="2026-08-31T02:16:52.174" v="30865" actId="478"/>
          <ac:spMkLst>
            <pc:docMk/>
            <pc:sldMk cId="1947639022" sldId="2076139095"/>
            <ac:spMk id="20" creationId="{7050E531-399A-84D6-68E5-0BD560613993}"/>
          </ac:spMkLst>
        </pc:spChg>
        <pc:spChg chg="del">
          <ac:chgData name="Hironari Yamada" userId="e57621f8-ec3c-449e-bb19-001fffcc008e" providerId="ADAL" clId="{BC0BD879-F267-5CCA-8DEA-E3B2DD07DA4E}" dt="2026-08-31T02:16:42.968" v="30863" actId="478"/>
          <ac:spMkLst>
            <pc:docMk/>
            <pc:sldMk cId="1947639022" sldId="2076139095"/>
            <ac:spMk id="21" creationId="{61538930-1E79-1BB2-6FFA-5FA1EA34E7A6}"/>
          </ac:spMkLst>
        </pc:spChg>
        <pc:spChg chg="add mod">
          <ac:chgData name="Hironari Yamada" userId="e57621f8-ec3c-449e-bb19-001fffcc008e" providerId="ADAL" clId="{BC0BD879-F267-5CCA-8DEA-E3B2DD07DA4E}" dt="2026-08-31T04:25:43.554" v="30989" actId="14100"/>
          <ac:spMkLst>
            <pc:docMk/>
            <pc:sldMk cId="1947639022" sldId="2076139095"/>
            <ac:spMk id="23" creationId="{3337B92B-CD82-835D-393C-51E4EFDFB76D}"/>
          </ac:spMkLst>
        </pc:spChg>
        <pc:spChg chg="add mod">
          <ac:chgData name="Hironari Yamada" userId="e57621f8-ec3c-449e-bb19-001fffcc008e" providerId="ADAL" clId="{BC0BD879-F267-5CCA-8DEA-E3B2DD07DA4E}" dt="2026-08-31T04:25:55.922" v="31039" actId="20577"/>
          <ac:spMkLst>
            <pc:docMk/>
            <pc:sldMk cId="1947639022" sldId="2076139095"/>
            <ac:spMk id="24" creationId="{E9F46F6A-6E5A-66C6-3F22-2B77B8EA0C30}"/>
          </ac:spMkLst>
        </pc:spChg>
        <pc:spChg chg="add mod">
          <ac:chgData name="Hironari Yamada" userId="e57621f8-ec3c-449e-bb19-001fffcc008e" providerId="ADAL" clId="{BC0BD879-F267-5CCA-8DEA-E3B2DD07DA4E}" dt="2026-08-31T04:26:12.845" v="31040"/>
          <ac:spMkLst>
            <pc:docMk/>
            <pc:sldMk cId="1947639022" sldId="2076139095"/>
            <ac:spMk id="25" creationId="{2A6A733B-6F72-F615-3C4E-26763A6238C5}"/>
          </ac:spMkLst>
        </pc:spChg>
        <pc:picChg chg="add mod">
          <ac:chgData name="Hironari Yamada" userId="e57621f8-ec3c-449e-bb19-001fffcc008e" providerId="ADAL" clId="{BC0BD879-F267-5CCA-8DEA-E3B2DD07DA4E}" dt="2026-08-31T04:23:48.290" v="30871" actId="1076"/>
          <ac:picMkLst>
            <pc:docMk/>
            <pc:sldMk cId="1947639022" sldId="2076139095"/>
            <ac:picMk id="6" creationId="{7B398163-C1A2-97A9-AA44-C6CFD7469E34}"/>
          </ac:picMkLst>
        </pc:picChg>
        <pc:picChg chg="del">
          <ac:chgData name="Hironari Yamada" userId="e57621f8-ec3c-449e-bb19-001fffcc008e" providerId="ADAL" clId="{BC0BD879-F267-5CCA-8DEA-E3B2DD07DA4E}" dt="2026-08-31T02:16:52.174" v="30865" actId="478"/>
          <ac:picMkLst>
            <pc:docMk/>
            <pc:sldMk cId="1947639022" sldId="2076139095"/>
            <ac:picMk id="12" creationId="{F79FE196-6E04-CADE-921C-2757E565CD81}"/>
          </ac:picMkLst>
        </pc:picChg>
        <pc:picChg chg="del">
          <ac:chgData name="Hironari Yamada" userId="e57621f8-ec3c-449e-bb19-001fffcc008e" providerId="ADAL" clId="{BC0BD879-F267-5CCA-8DEA-E3B2DD07DA4E}" dt="2026-08-31T02:16:52.174" v="30865" actId="478"/>
          <ac:picMkLst>
            <pc:docMk/>
            <pc:sldMk cId="1947639022" sldId="2076139095"/>
            <ac:picMk id="14" creationId="{4290E8E2-E27A-71BA-0A38-BBB2040DAD09}"/>
          </ac:picMkLst>
        </pc:picChg>
        <pc:picChg chg="add mod">
          <ac:chgData name="Hironari Yamada" userId="e57621f8-ec3c-449e-bb19-001fffcc008e" providerId="ADAL" clId="{BC0BD879-F267-5CCA-8DEA-E3B2DD07DA4E}" dt="2026-08-31T04:25:30.711" v="30985" actId="14100"/>
          <ac:picMkLst>
            <pc:docMk/>
            <pc:sldMk cId="1947639022" sldId="2076139095"/>
            <ac:picMk id="22" creationId="{7C089879-701F-FC0F-4CA5-8809706BE37B}"/>
          </ac:picMkLst>
        </pc:picChg>
      </pc:sldChg>
      <pc:sldChg chg="addSp delSp modSp add del mod">
        <pc:chgData name="Hironari Yamada" userId="e57621f8-ec3c-449e-bb19-001fffcc008e" providerId="ADAL" clId="{BC0BD879-F267-5CCA-8DEA-E3B2DD07DA4E}" dt="2026-08-31T15:00:25.530" v="43755" actId="2696"/>
        <pc:sldMkLst>
          <pc:docMk/>
          <pc:sldMk cId="2803268109" sldId="2076139096"/>
        </pc:sldMkLst>
        <pc:spChg chg="del">
          <ac:chgData name="Hironari Yamada" userId="e57621f8-ec3c-449e-bb19-001fffcc008e" providerId="ADAL" clId="{BC0BD879-F267-5CCA-8DEA-E3B2DD07DA4E}" dt="2026-08-31T04:26:45.958" v="31042" actId="478"/>
          <ac:spMkLst>
            <pc:docMk/>
            <pc:sldMk cId="2803268109" sldId="2076139096"/>
            <ac:spMk id="7" creationId="{D7DCE232-CA35-E3E9-829C-0B8616DF643B}"/>
          </ac:spMkLst>
        </pc:spChg>
        <pc:spChg chg="del">
          <ac:chgData name="Hironari Yamada" userId="e57621f8-ec3c-449e-bb19-001fffcc008e" providerId="ADAL" clId="{BC0BD879-F267-5CCA-8DEA-E3B2DD07DA4E}" dt="2026-08-31T04:26:45.958" v="31042" actId="478"/>
          <ac:spMkLst>
            <pc:docMk/>
            <pc:sldMk cId="2803268109" sldId="2076139096"/>
            <ac:spMk id="8" creationId="{55EE78D8-F0E1-3BDA-AD3C-FB7E12D30D1F}"/>
          </ac:spMkLst>
        </pc:spChg>
        <pc:spChg chg="del">
          <ac:chgData name="Hironari Yamada" userId="e57621f8-ec3c-449e-bb19-001fffcc008e" providerId="ADAL" clId="{BC0BD879-F267-5CCA-8DEA-E3B2DD07DA4E}" dt="2026-08-31T04:26:45.958" v="31042" actId="478"/>
          <ac:spMkLst>
            <pc:docMk/>
            <pc:sldMk cId="2803268109" sldId="2076139096"/>
            <ac:spMk id="10" creationId="{0E6F8099-AE14-8719-6258-311AD4C25627}"/>
          </ac:spMkLst>
        </pc:spChg>
        <pc:spChg chg="del">
          <ac:chgData name="Hironari Yamada" userId="e57621f8-ec3c-449e-bb19-001fffcc008e" providerId="ADAL" clId="{BC0BD879-F267-5CCA-8DEA-E3B2DD07DA4E}" dt="2026-08-31T04:26:45.958" v="31042" actId="478"/>
          <ac:spMkLst>
            <pc:docMk/>
            <pc:sldMk cId="2803268109" sldId="2076139096"/>
            <ac:spMk id="11" creationId="{4A19C75A-4D24-D89D-4692-A153B0D9305D}"/>
          </ac:spMkLst>
        </pc:spChg>
        <pc:spChg chg="add mod">
          <ac:chgData name="Hironari Yamada" userId="e57621f8-ec3c-449e-bb19-001fffcc008e" providerId="ADAL" clId="{BC0BD879-F267-5CCA-8DEA-E3B2DD07DA4E}" dt="2026-08-31T04:27:15.638" v="31050" actId="14100"/>
          <ac:spMkLst>
            <pc:docMk/>
            <pc:sldMk cId="2803268109" sldId="2076139096"/>
            <ac:spMk id="13" creationId="{1F163AF7-E38F-DDDF-DC23-101C05A40343}"/>
          </ac:spMkLst>
        </pc:spChg>
        <pc:spChg chg="add mod">
          <ac:chgData name="Hironari Yamada" userId="e57621f8-ec3c-449e-bb19-001fffcc008e" providerId="ADAL" clId="{BC0BD879-F267-5CCA-8DEA-E3B2DD07DA4E}" dt="2026-08-31T04:27:27.968" v="31093" actId="1076"/>
          <ac:spMkLst>
            <pc:docMk/>
            <pc:sldMk cId="2803268109" sldId="2076139096"/>
            <ac:spMk id="14" creationId="{A0878D06-D4BC-0344-3EF6-9ED82A2AF671}"/>
          </ac:spMkLst>
        </pc:spChg>
        <pc:spChg chg="del">
          <ac:chgData name="Hironari Yamada" userId="e57621f8-ec3c-449e-bb19-001fffcc008e" providerId="ADAL" clId="{BC0BD879-F267-5CCA-8DEA-E3B2DD07DA4E}" dt="2026-08-31T04:26:45.958" v="31042" actId="478"/>
          <ac:spMkLst>
            <pc:docMk/>
            <pc:sldMk cId="2803268109" sldId="2076139096"/>
            <ac:spMk id="23" creationId="{11584895-E7D7-01C7-C3BF-AE402B03FEAC}"/>
          </ac:spMkLst>
        </pc:spChg>
        <pc:spChg chg="del">
          <ac:chgData name="Hironari Yamada" userId="e57621f8-ec3c-449e-bb19-001fffcc008e" providerId="ADAL" clId="{BC0BD879-F267-5CCA-8DEA-E3B2DD07DA4E}" dt="2026-08-31T04:26:45.958" v="31042" actId="478"/>
          <ac:spMkLst>
            <pc:docMk/>
            <pc:sldMk cId="2803268109" sldId="2076139096"/>
            <ac:spMk id="24" creationId="{039C7D20-C1FB-206C-3693-A2CF53499F21}"/>
          </ac:spMkLst>
        </pc:spChg>
        <pc:picChg chg="del">
          <ac:chgData name="Hironari Yamada" userId="e57621f8-ec3c-449e-bb19-001fffcc008e" providerId="ADAL" clId="{BC0BD879-F267-5CCA-8DEA-E3B2DD07DA4E}" dt="2026-08-31T04:26:45.958" v="31042" actId="478"/>
          <ac:picMkLst>
            <pc:docMk/>
            <pc:sldMk cId="2803268109" sldId="2076139096"/>
            <ac:picMk id="6" creationId="{60C03FBE-7D3F-2490-73EB-49E2A4BF63E3}"/>
          </ac:picMkLst>
        </pc:picChg>
        <pc:picChg chg="add mod">
          <ac:chgData name="Hironari Yamada" userId="e57621f8-ec3c-449e-bb19-001fffcc008e" providerId="ADAL" clId="{BC0BD879-F267-5CCA-8DEA-E3B2DD07DA4E}" dt="2026-08-31T04:27:02.739" v="31047" actId="1076"/>
          <ac:picMkLst>
            <pc:docMk/>
            <pc:sldMk cId="2803268109" sldId="2076139096"/>
            <ac:picMk id="12" creationId="{1EC3190C-33D5-55C2-4B0E-6DDA542CDBEE}"/>
          </ac:picMkLst>
        </pc:picChg>
        <pc:picChg chg="del">
          <ac:chgData name="Hironari Yamada" userId="e57621f8-ec3c-449e-bb19-001fffcc008e" providerId="ADAL" clId="{BC0BD879-F267-5CCA-8DEA-E3B2DD07DA4E}" dt="2026-08-31T04:26:45.958" v="31042" actId="478"/>
          <ac:picMkLst>
            <pc:docMk/>
            <pc:sldMk cId="2803268109" sldId="2076139096"/>
            <ac:picMk id="22" creationId="{A3AB619D-9C77-E0F5-D0D4-1F9429666F89}"/>
          </ac:picMkLst>
        </pc:picChg>
      </pc:sldChg>
      <pc:sldChg chg="addSp modSp add del mod">
        <pc:chgData name="Hironari Yamada" userId="e57621f8-ec3c-449e-bb19-001fffcc008e" providerId="ADAL" clId="{BC0BD879-F267-5CCA-8DEA-E3B2DD07DA4E}" dt="2026-08-31T15:00:25.550" v="43778" actId="2696"/>
        <pc:sldMkLst>
          <pc:docMk/>
          <pc:sldMk cId="2275900580" sldId="2076139097"/>
        </pc:sldMkLst>
        <pc:spChg chg="mod">
          <ac:chgData name="Hironari Yamada" userId="e57621f8-ec3c-449e-bb19-001fffcc008e" providerId="ADAL" clId="{BC0BD879-F267-5CCA-8DEA-E3B2DD07DA4E}" dt="2026-08-31T05:23:26.737" v="33924" actId="20577"/>
          <ac:spMkLst>
            <pc:docMk/>
            <pc:sldMk cId="2275900580" sldId="2076139097"/>
            <ac:spMk id="3" creationId="{718D6F49-B598-CDAB-44FA-EED3570B2FF2}"/>
          </ac:spMkLst>
        </pc:spChg>
        <pc:spChg chg="add mod">
          <ac:chgData name="Hironari Yamada" userId="e57621f8-ec3c-449e-bb19-001fffcc008e" providerId="ADAL" clId="{BC0BD879-F267-5CCA-8DEA-E3B2DD07DA4E}" dt="2026-08-31T05:35:04.674" v="33935" actId="14100"/>
          <ac:spMkLst>
            <pc:docMk/>
            <pc:sldMk cId="2275900580" sldId="2076139097"/>
            <ac:spMk id="7" creationId="{0C072431-12EB-6445-B394-3DA0D8C9A266}"/>
          </ac:spMkLst>
        </pc:spChg>
        <pc:spChg chg="add mod">
          <ac:chgData name="Hironari Yamada" userId="e57621f8-ec3c-449e-bb19-001fffcc008e" providerId="ADAL" clId="{BC0BD879-F267-5CCA-8DEA-E3B2DD07DA4E}" dt="2026-08-31T05:35:18.776" v="34002" actId="20577"/>
          <ac:spMkLst>
            <pc:docMk/>
            <pc:sldMk cId="2275900580" sldId="2076139097"/>
            <ac:spMk id="8" creationId="{F00B46BA-D6C4-D131-2FED-C4FE2CE230F1}"/>
          </ac:spMkLst>
        </pc:spChg>
        <pc:spChg chg="mod">
          <ac:chgData name="Hironari Yamada" userId="e57621f8-ec3c-449e-bb19-001fffcc008e" providerId="ADAL" clId="{BC0BD879-F267-5CCA-8DEA-E3B2DD07DA4E}" dt="2026-08-31T05:22:54.754" v="33758" actId="20577"/>
          <ac:spMkLst>
            <pc:docMk/>
            <pc:sldMk cId="2275900580" sldId="2076139097"/>
            <ac:spMk id="9" creationId="{4EA67346-7F29-BA16-CFAB-A998BBEA2B40}"/>
          </ac:spMkLst>
        </pc:spChg>
        <pc:spChg chg="add mod">
          <ac:chgData name="Hironari Yamada" userId="e57621f8-ec3c-449e-bb19-001fffcc008e" providerId="ADAL" clId="{BC0BD879-F267-5CCA-8DEA-E3B2DD07DA4E}" dt="2026-08-31T05:35:32.354" v="34010" actId="1035"/>
          <ac:spMkLst>
            <pc:docMk/>
            <pc:sldMk cId="2275900580" sldId="2076139097"/>
            <ac:spMk id="10" creationId="{F6DB3F5C-5B82-EFBE-C367-65E161A9C1DE}"/>
          </ac:spMkLst>
        </pc:spChg>
        <pc:spChg chg="add mod">
          <ac:chgData name="Hironari Yamada" userId="e57621f8-ec3c-449e-bb19-001fffcc008e" providerId="ADAL" clId="{BC0BD879-F267-5CCA-8DEA-E3B2DD07DA4E}" dt="2026-08-31T05:35:42.341" v="34025" actId="20577"/>
          <ac:spMkLst>
            <pc:docMk/>
            <pc:sldMk cId="2275900580" sldId="2076139097"/>
            <ac:spMk id="11" creationId="{91AA2F9B-9D7F-DF7E-4EBC-8A3FE1D701A5}"/>
          </ac:spMkLst>
        </pc:spChg>
        <pc:spChg chg="add mod">
          <ac:chgData name="Hironari Yamada" userId="e57621f8-ec3c-449e-bb19-001fffcc008e" providerId="ADAL" clId="{BC0BD879-F267-5CCA-8DEA-E3B2DD07DA4E}" dt="2026-08-31T05:35:55.237" v="34028" actId="14100"/>
          <ac:spMkLst>
            <pc:docMk/>
            <pc:sldMk cId="2275900580" sldId="2076139097"/>
            <ac:spMk id="12" creationId="{1933708D-BCA9-9085-E0E1-90BFA318A520}"/>
          </ac:spMkLst>
        </pc:spChg>
        <pc:spChg chg="add mod">
          <ac:chgData name="Hironari Yamada" userId="e57621f8-ec3c-449e-bb19-001fffcc008e" providerId="ADAL" clId="{BC0BD879-F267-5CCA-8DEA-E3B2DD07DA4E}" dt="2026-08-31T05:36:08.474" v="34077" actId="20577"/>
          <ac:spMkLst>
            <pc:docMk/>
            <pc:sldMk cId="2275900580" sldId="2076139097"/>
            <ac:spMk id="13" creationId="{4E3D4790-0063-6AF6-7C9D-474CE0240505}"/>
          </ac:spMkLst>
        </pc:spChg>
        <pc:picChg chg="add mod">
          <ac:chgData name="Hironari Yamada" userId="e57621f8-ec3c-449e-bb19-001fffcc008e" providerId="ADAL" clId="{BC0BD879-F267-5CCA-8DEA-E3B2DD07DA4E}" dt="2026-08-31T05:25:19.608" v="33928" actId="14100"/>
          <ac:picMkLst>
            <pc:docMk/>
            <pc:sldMk cId="2275900580" sldId="2076139097"/>
            <ac:picMk id="5" creationId="{FD8912A2-E67A-A4B9-A207-8607C402BB6C}"/>
          </ac:picMkLst>
        </pc:picChg>
        <pc:picChg chg="add mod">
          <ac:chgData name="Hironari Yamada" userId="e57621f8-ec3c-449e-bb19-001fffcc008e" providerId="ADAL" clId="{BC0BD879-F267-5CCA-8DEA-E3B2DD07DA4E}" dt="2026-08-31T05:34:53.948" v="33932" actId="14100"/>
          <ac:picMkLst>
            <pc:docMk/>
            <pc:sldMk cId="2275900580" sldId="2076139097"/>
            <ac:picMk id="6" creationId="{A9F5687D-DB47-AEFF-B810-D3C8847ADE5E}"/>
          </ac:picMkLst>
        </pc:picChg>
      </pc:sldChg>
      <pc:sldChg chg="addSp modSp add del mod">
        <pc:chgData name="Hironari Yamada" userId="e57621f8-ec3c-449e-bb19-001fffcc008e" providerId="ADAL" clId="{BC0BD879-F267-5CCA-8DEA-E3B2DD07DA4E}" dt="2026-08-31T15:00:25.524" v="43748" actId="2696"/>
        <pc:sldMkLst>
          <pc:docMk/>
          <pc:sldMk cId="2362289138" sldId="2076139098"/>
        </pc:sldMkLst>
        <pc:spChg chg="mod">
          <ac:chgData name="Hironari Yamada" userId="e57621f8-ec3c-449e-bb19-001fffcc008e" providerId="ADAL" clId="{BC0BD879-F267-5CCA-8DEA-E3B2DD07DA4E}" dt="2026-08-31T07:17:12.008" v="35689" actId="20577"/>
          <ac:spMkLst>
            <pc:docMk/>
            <pc:sldMk cId="2362289138" sldId="2076139098"/>
            <ac:spMk id="3" creationId="{37A7DA6D-CC74-1076-39C7-9CA0F4AAD70B}"/>
          </ac:spMkLst>
        </pc:spChg>
        <pc:spChg chg="add mod">
          <ac:chgData name="Hironari Yamada" userId="e57621f8-ec3c-449e-bb19-001fffcc008e" providerId="ADAL" clId="{BC0BD879-F267-5CCA-8DEA-E3B2DD07DA4E}" dt="2026-08-31T07:18:33.770" v="35695" actId="14100"/>
          <ac:spMkLst>
            <pc:docMk/>
            <pc:sldMk cId="2362289138" sldId="2076139098"/>
            <ac:spMk id="6" creationId="{FFDCFA8F-D5B9-F5F5-B420-0F17A08FDD4E}"/>
          </ac:spMkLst>
        </pc:spChg>
        <pc:spChg chg="add mod">
          <ac:chgData name="Hironari Yamada" userId="e57621f8-ec3c-449e-bb19-001fffcc008e" providerId="ADAL" clId="{BC0BD879-F267-5CCA-8DEA-E3B2DD07DA4E}" dt="2026-08-31T07:18:36.413" v="35697" actId="1076"/>
          <ac:spMkLst>
            <pc:docMk/>
            <pc:sldMk cId="2362289138" sldId="2076139098"/>
            <ac:spMk id="7" creationId="{993144B3-684F-B00B-983C-B2909F42FF29}"/>
          </ac:spMkLst>
        </pc:spChg>
        <pc:spChg chg="add mod">
          <ac:chgData name="Hironari Yamada" userId="e57621f8-ec3c-449e-bb19-001fffcc008e" providerId="ADAL" clId="{BC0BD879-F267-5CCA-8DEA-E3B2DD07DA4E}" dt="2026-08-31T07:18:48.587" v="35702" actId="20577"/>
          <ac:spMkLst>
            <pc:docMk/>
            <pc:sldMk cId="2362289138" sldId="2076139098"/>
            <ac:spMk id="8" creationId="{CFE0A4E3-191C-31CA-9E67-31B2FD1116F6}"/>
          </ac:spMkLst>
        </pc:spChg>
        <pc:spChg chg="mod">
          <ac:chgData name="Hironari Yamada" userId="e57621f8-ec3c-449e-bb19-001fffcc008e" providerId="ADAL" clId="{BC0BD879-F267-5CCA-8DEA-E3B2DD07DA4E}" dt="2026-08-31T07:16:48.867" v="35593" actId="20577"/>
          <ac:spMkLst>
            <pc:docMk/>
            <pc:sldMk cId="2362289138" sldId="2076139098"/>
            <ac:spMk id="9" creationId="{0E46C9E7-56AE-8FE0-761A-B52B4782C202}"/>
          </ac:spMkLst>
        </pc:spChg>
        <pc:spChg chg="add mod">
          <ac:chgData name="Hironari Yamada" userId="e57621f8-ec3c-449e-bb19-001fffcc008e" providerId="ADAL" clId="{BC0BD879-F267-5CCA-8DEA-E3B2DD07DA4E}" dt="2026-08-31T11:24:07.138" v="36503" actId="1076"/>
          <ac:spMkLst>
            <pc:docMk/>
            <pc:sldMk cId="2362289138" sldId="2076139098"/>
            <ac:spMk id="10" creationId="{27AA1D8B-E6EC-BDC1-F3C9-E3FE8AF9B5FA}"/>
          </ac:spMkLst>
        </pc:spChg>
        <pc:picChg chg="add mod">
          <ac:chgData name="Hironari Yamada" userId="e57621f8-ec3c-449e-bb19-001fffcc008e" providerId="ADAL" clId="{BC0BD879-F267-5CCA-8DEA-E3B2DD07DA4E}" dt="2026-08-31T07:18:20.018" v="35692" actId="1076"/>
          <ac:picMkLst>
            <pc:docMk/>
            <pc:sldMk cId="2362289138" sldId="2076139098"/>
            <ac:picMk id="5" creationId="{84C6B7AB-B5DC-8909-614E-01E2B87FB0F1}"/>
          </ac:picMkLst>
        </pc:picChg>
      </pc:sldChg>
      <pc:sldChg chg="addSp modSp add del mod">
        <pc:chgData name="Hironari Yamada" userId="e57621f8-ec3c-449e-bb19-001fffcc008e" providerId="ADAL" clId="{BC0BD879-F267-5CCA-8DEA-E3B2DD07DA4E}" dt="2026-08-31T15:00:25.537" v="43763" actId="2696"/>
        <pc:sldMkLst>
          <pc:docMk/>
          <pc:sldMk cId="2128179225" sldId="2076139099"/>
        </pc:sldMkLst>
        <pc:spChg chg="mod">
          <ac:chgData name="Hironari Yamada" userId="e57621f8-ec3c-449e-bb19-001fffcc008e" providerId="ADAL" clId="{BC0BD879-F267-5CCA-8DEA-E3B2DD07DA4E}" dt="2026-08-31T11:25:03.317" v="36708" actId="20577"/>
          <ac:spMkLst>
            <pc:docMk/>
            <pc:sldMk cId="2128179225" sldId="2076139099"/>
            <ac:spMk id="3" creationId="{C3548EED-B795-2A84-70D2-C963D6D3CCB1}"/>
          </ac:spMkLst>
        </pc:spChg>
        <pc:spChg chg="add mod">
          <ac:chgData name="Hironari Yamada" userId="e57621f8-ec3c-449e-bb19-001fffcc008e" providerId="ADAL" clId="{BC0BD879-F267-5CCA-8DEA-E3B2DD07DA4E}" dt="2026-08-31T11:38:25.341" v="36709"/>
          <ac:spMkLst>
            <pc:docMk/>
            <pc:sldMk cId="2128179225" sldId="2076139099"/>
            <ac:spMk id="6" creationId="{D507FDE8-24ED-1735-4066-66E3F60CF13F}"/>
          </ac:spMkLst>
        </pc:spChg>
        <pc:spChg chg="add mod">
          <ac:chgData name="Hironari Yamada" userId="e57621f8-ec3c-449e-bb19-001fffcc008e" providerId="ADAL" clId="{BC0BD879-F267-5CCA-8DEA-E3B2DD07DA4E}" dt="2026-08-31T11:38:25.341" v="36709"/>
          <ac:spMkLst>
            <pc:docMk/>
            <pc:sldMk cId="2128179225" sldId="2076139099"/>
            <ac:spMk id="7" creationId="{987177C6-CA0F-A564-C05E-8DB6745B1A5F}"/>
          </ac:spMkLst>
        </pc:spChg>
        <pc:spChg chg="mod">
          <ac:chgData name="Hironari Yamada" userId="e57621f8-ec3c-449e-bb19-001fffcc008e" providerId="ADAL" clId="{BC0BD879-F267-5CCA-8DEA-E3B2DD07DA4E}" dt="2026-08-31T11:24:25.679" v="36574" actId="20577"/>
          <ac:spMkLst>
            <pc:docMk/>
            <pc:sldMk cId="2128179225" sldId="2076139099"/>
            <ac:spMk id="9" creationId="{BB0B9897-2F16-F664-4958-66F58FA4A8A7}"/>
          </ac:spMkLst>
        </pc:spChg>
        <pc:spChg chg="add mod">
          <ac:chgData name="Hironari Yamada" userId="e57621f8-ec3c-449e-bb19-001fffcc008e" providerId="ADAL" clId="{BC0BD879-F267-5CCA-8DEA-E3B2DD07DA4E}" dt="2026-08-31T11:38:25.341" v="36709"/>
          <ac:spMkLst>
            <pc:docMk/>
            <pc:sldMk cId="2128179225" sldId="2076139099"/>
            <ac:spMk id="10" creationId="{E5695D37-D40C-748B-ACEE-133F4435878B}"/>
          </ac:spMkLst>
        </pc:spChg>
        <pc:spChg chg="add mod">
          <ac:chgData name="Hironari Yamada" userId="e57621f8-ec3c-449e-bb19-001fffcc008e" providerId="ADAL" clId="{BC0BD879-F267-5CCA-8DEA-E3B2DD07DA4E}" dt="2026-08-31T11:38:25.341" v="36709"/>
          <ac:spMkLst>
            <pc:docMk/>
            <pc:sldMk cId="2128179225" sldId="2076139099"/>
            <ac:spMk id="11" creationId="{BE46846D-DBC5-8B12-8862-B3A42B1205E5}"/>
          </ac:spMkLst>
        </pc:spChg>
        <pc:spChg chg="add mod">
          <ac:chgData name="Hironari Yamada" userId="e57621f8-ec3c-449e-bb19-001fffcc008e" providerId="ADAL" clId="{BC0BD879-F267-5CCA-8DEA-E3B2DD07DA4E}" dt="2026-08-31T11:39:35.537" v="36710"/>
          <ac:spMkLst>
            <pc:docMk/>
            <pc:sldMk cId="2128179225" sldId="2076139099"/>
            <ac:spMk id="13" creationId="{9C5E4D4D-45FA-ECB0-BAAB-A8FB7FCA2A84}"/>
          </ac:spMkLst>
        </pc:spChg>
        <pc:spChg chg="add mod">
          <ac:chgData name="Hironari Yamada" userId="e57621f8-ec3c-449e-bb19-001fffcc008e" providerId="ADAL" clId="{BC0BD879-F267-5CCA-8DEA-E3B2DD07DA4E}" dt="2026-08-31T11:39:35.537" v="36710"/>
          <ac:spMkLst>
            <pc:docMk/>
            <pc:sldMk cId="2128179225" sldId="2076139099"/>
            <ac:spMk id="14" creationId="{94E8EDEB-0D97-B548-61C4-97060379B126}"/>
          </ac:spMkLst>
        </pc:spChg>
        <pc:spChg chg="add mod">
          <ac:chgData name="Hironari Yamada" userId="e57621f8-ec3c-449e-bb19-001fffcc008e" providerId="ADAL" clId="{BC0BD879-F267-5CCA-8DEA-E3B2DD07DA4E}" dt="2026-08-31T11:39:35.537" v="36710"/>
          <ac:spMkLst>
            <pc:docMk/>
            <pc:sldMk cId="2128179225" sldId="2076139099"/>
            <ac:spMk id="16" creationId="{D2E33A7A-BF2A-A5AF-CD97-124E0FB4263A}"/>
          </ac:spMkLst>
        </pc:spChg>
        <pc:spChg chg="add mod">
          <ac:chgData name="Hironari Yamada" userId="e57621f8-ec3c-449e-bb19-001fffcc008e" providerId="ADAL" clId="{BC0BD879-F267-5CCA-8DEA-E3B2DD07DA4E}" dt="2026-08-31T11:39:35.537" v="36710"/>
          <ac:spMkLst>
            <pc:docMk/>
            <pc:sldMk cId="2128179225" sldId="2076139099"/>
            <ac:spMk id="17" creationId="{B9ABF2BD-BC87-E3B9-9825-2FD50E4AAFFA}"/>
          </ac:spMkLst>
        </pc:spChg>
        <pc:picChg chg="add mod">
          <ac:chgData name="Hironari Yamada" userId="e57621f8-ec3c-449e-bb19-001fffcc008e" providerId="ADAL" clId="{BC0BD879-F267-5CCA-8DEA-E3B2DD07DA4E}" dt="2026-08-31T11:38:25.341" v="36709"/>
          <ac:picMkLst>
            <pc:docMk/>
            <pc:sldMk cId="2128179225" sldId="2076139099"/>
            <ac:picMk id="5" creationId="{3D5CBD79-43FF-1B69-F9C8-98A2DBB30CF4}"/>
          </ac:picMkLst>
        </pc:picChg>
        <pc:picChg chg="add mod">
          <ac:chgData name="Hironari Yamada" userId="e57621f8-ec3c-449e-bb19-001fffcc008e" providerId="ADAL" clId="{BC0BD879-F267-5CCA-8DEA-E3B2DD07DA4E}" dt="2026-08-31T11:38:25.341" v="36709"/>
          <ac:picMkLst>
            <pc:docMk/>
            <pc:sldMk cId="2128179225" sldId="2076139099"/>
            <ac:picMk id="8" creationId="{72CE4AD6-458E-8FDC-3795-4950278F86DE}"/>
          </ac:picMkLst>
        </pc:picChg>
        <pc:picChg chg="add mod">
          <ac:chgData name="Hironari Yamada" userId="e57621f8-ec3c-449e-bb19-001fffcc008e" providerId="ADAL" clId="{BC0BD879-F267-5CCA-8DEA-E3B2DD07DA4E}" dt="2026-08-31T11:39:35.537" v="36710"/>
          <ac:picMkLst>
            <pc:docMk/>
            <pc:sldMk cId="2128179225" sldId="2076139099"/>
            <ac:picMk id="12" creationId="{8DD93C41-5477-45F9-B8BA-2A98A2E34937}"/>
          </ac:picMkLst>
        </pc:picChg>
        <pc:picChg chg="add mod">
          <ac:chgData name="Hironari Yamada" userId="e57621f8-ec3c-449e-bb19-001fffcc008e" providerId="ADAL" clId="{BC0BD879-F267-5CCA-8DEA-E3B2DD07DA4E}" dt="2026-08-31T11:39:35.537" v="36710"/>
          <ac:picMkLst>
            <pc:docMk/>
            <pc:sldMk cId="2128179225" sldId="2076139099"/>
            <ac:picMk id="15" creationId="{3366C601-AC17-B706-27F8-042B64FC2B7B}"/>
          </ac:picMkLst>
        </pc:picChg>
      </pc:sldChg>
      <pc:sldChg chg="addSp modSp add del mod">
        <pc:chgData name="Hironari Yamada" userId="e57621f8-ec3c-449e-bb19-001fffcc008e" providerId="ADAL" clId="{BC0BD879-F267-5CCA-8DEA-E3B2DD07DA4E}" dt="2026-08-31T15:00:25.529" v="43754" actId="2696"/>
        <pc:sldMkLst>
          <pc:docMk/>
          <pc:sldMk cId="1338120345" sldId="2076139100"/>
        </pc:sldMkLst>
        <pc:spChg chg="mod">
          <ac:chgData name="Hironari Yamada" userId="e57621f8-ec3c-449e-bb19-001fffcc008e" providerId="ADAL" clId="{BC0BD879-F267-5CCA-8DEA-E3B2DD07DA4E}" dt="2026-08-31T12:21:50.392" v="38392" actId="20577"/>
          <ac:spMkLst>
            <pc:docMk/>
            <pc:sldMk cId="1338120345" sldId="2076139100"/>
            <ac:spMk id="3" creationId="{2617B442-7532-DE36-70C8-91B9418A47EC}"/>
          </ac:spMkLst>
        </pc:spChg>
        <pc:spChg chg="add mod">
          <ac:chgData name="Hironari Yamada" userId="e57621f8-ec3c-449e-bb19-001fffcc008e" providerId="ADAL" clId="{BC0BD879-F267-5CCA-8DEA-E3B2DD07DA4E}" dt="2026-08-31T12:23:17.330" v="38407" actId="14100"/>
          <ac:spMkLst>
            <pc:docMk/>
            <pc:sldMk cId="1338120345" sldId="2076139100"/>
            <ac:spMk id="7" creationId="{5C493C78-08A2-7C6D-CFFF-B56D61E64A36}"/>
          </ac:spMkLst>
        </pc:spChg>
        <pc:spChg chg="add mod">
          <ac:chgData name="Hironari Yamada" userId="e57621f8-ec3c-449e-bb19-001fffcc008e" providerId="ADAL" clId="{BC0BD879-F267-5CCA-8DEA-E3B2DD07DA4E}" dt="2026-08-31T12:24:03.494" v="38515" actId="1076"/>
          <ac:spMkLst>
            <pc:docMk/>
            <pc:sldMk cId="1338120345" sldId="2076139100"/>
            <ac:spMk id="8" creationId="{53074EC6-6309-B1A7-1BEE-DF059B36D97F}"/>
          </ac:spMkLst>
        </pc:spChg>
        <pc:spChg chg="mod">
          <ac:chgData name="Hironari Yamada" userId="e57621f8-ec3c-449e-bb19-001fffcc008e" providerId="ADAL" clId="{BC0BD879-F267-5CCA-8DEA-E3B2DD07DA4E}" dt="2026-08-31T12:21:19.835" v="38217" actId="20577"/>
          <ac:spMkLst>
            <pc:docMk/>
            <pc:sldMk cId="1338120345" sldId="2076139100"/>
            <ac:spMk id="9" creationId="{7F0AC3BB-70DC-04C6-D26A-5593C7045986}"/>
          </ac:spMkLst>
        </pc:spChg>
        <pc:spChg chg="add mod">
          <ac:chgData name="Hironari Yamada" userId="e57621f8-ec3c-449e-bb19-001fffcc008e" providerId="ADAL" clId="{BC0BD879-F267-5CCA-8DEA-E3B2DD07DA4E}" dt="2026-08-31T12:24:09.511" v="38518" actId="14100"/>
          <ac:spMkLst>
            <pc:docMk/>
            <pc:sldMk cId="1338120345" sldId="2076139100"/>
            <ac:spMk id="10" creationId="{1FFB10AC-DD32-96D3-FE7F-F84902064FD5}"/>
          </ac:spMkLst>
        </pc:spChg>
        <pc:spChg chg="add mod">
          <ac:chgData name="Hironari Yamada" userId="e57621f8-ec3c-449e-bb19-001fffcc008e" providerId="ADAL" clId="{BC0BD879-F267-5CCA-8DEA-E3B2DD07DA4E}" dt="2026-08-31T12:24:00.794" v="38514" actId="14100"/>
          <ac:spMkLst>
            <pc:docMk/>
            <pc:sldMk cId="1338120345" sldId="2076139100"/>
            <ac:spMk id="11" creationId="{0D067C29-75F2-E413-0C79-14F4247657BF}"/>
          </ac:spMkLst>
        </pc:spChg>
        <pc:spChg chg="add mod">
          <ac:chgData name="Hironari Yamada" userId="e57621f8-ec3c-449e-bb19-001fffcc008e" providerId="ADAL" clId="{BC0BD879-F267-5CCA-8DEA-E3B2DD07DA4E}" dt="2026-08-31T12:24:23.421" v="38608" actId="20577"/>
          <ac:spMkLst>
            <pc:docMk/>
            <pc:sldMk cId="1338120345" sldId="2076139100"/>
            <ac:spMk id="12" creationId="{AA018DEF-D1D3-FE1B-7C80-9EC25F1F3357}"/>
          </ac:spMkLst>
        </pc:spChg>
        <pc:spChg chg="add mod">
          <ac:chgData name="Hironari Yamada" userId="e57621f8-ec3c-449e-bb19-001fffcc008e" providerId="ADAL" clId="{BC0BD879-F267-5CCA-8DEA-E3B2DD07DA4E}" dt="2026-08-31T12:24:31.306" v="38611" actId="14100"/>
          <ac:spMkLst>
            <pc:docMk/>
            <pc:sldMk cId="1338120345" sldId="2076139100"/>
            <ac:spMk id="13" creationId="{830E075D-47B8-2622-9BB9-316EC27F1804}"/>
          </ac:spMkLst>
        </pc:spChg>
        <pc:spChg chg="add mod">
          <ac:chgData name="Hironari Yamada" userId="e57621f8-ec3c-449e-bb19-001fffcc008e" providerId="ADAL" clId="{BC0BD879-F267-5CCA-8DEA-E3B2DD07DA4E}" dt="2026-08-31T12:24:33.175" v="38612"/>
          <ac:spMkLst>
            <pc:docMk/>
            <pc:sldMk cId="1338120345" sldId="2076139100"/>
            <ac:spMk id="14" creationId="{8846DA53-3ED1-18C6-1CE6-DF9690DF7915}"/>
          </ac:spMkLst>
        </pc:spChg>
        <pc:spChg chg="add mod">
          <ac:chgData name="Hironari Yamada" userId="e57621f8-ec3c-449e-bb19-001fffcc008e" providerId="ADAL" clId="{BC0BD879-F267-5CCA-8DEA-E3B2DD07DA4E}" dt="2026-08-31T12:31:53.763" v="38684"/>
          <ac:spMkLst>
            <pc:docMk/>
            <pc:sldMk cId="1338120345" sldId="2076139100"/>
            <ac:spMk id="15" creationId="{8E5D13D5-02E5-45BC-C1EE-E21AA315D069}"/>
          </ac:spMkLst>
        </pc:spChg>
        <pc:picChg chg="add mod">
          <ac:chgData name="Hironari Yamada" userId="e57621f8-ec3c-449e-bb19-001fffcc008e" providerId="ADAL" clId="{BC0BD879-F267-5CCA-8DEA-E3B2DD07DA4E}" dt="2026-08-31T12:23:08.057" v="38404" actId="14100"/>
          <ac:picMkLst>
            <pc:docMk/>
            <pc:sldMk cId="1338120345" sldId="2076139100"/>
            <ac:picMk id="5" creationId="{25619582-9F7D-5441-5FF2-ACF91C71A50D}"/>
          </ac:picMkLst>
        </pc:picChg>
        <pc:picChg chg="add mod">
          <ac:chgData name="Hironari Yamada" userId="e57621f8-ec3c-449e-bb19-001fffcc008e" providerId="ADAL" clId="{BC0BD879-F267-5CCA-8DEA-E3B2DD07DA4E}" dt="2026-08-31T12:23:00.483" v="38402" actId="14100"/>
          <ac:picMkLst>
            <pc:docMk/>
            <pc:sldMk cId="1338120345" sldId="2076139100"/>
            <ac:picMk id="6" creationId="{78E29D17-50D7-7840-2754-4F8AB49815A8}"/>
          </ac:picMkLst>
        </pc:picChg>
      </pc:sldChg>
      <pc:sldChg chg="addSp delSp modSp add del mod">
        <pc:chgData name="Hironari Yamada" userId="e57621f8-ec3c-449e-bb19-001fffcc008e" providerId="ADAL" clId="{BC0BD879-F267-5CCA-8DEA-E3B2DD07DA4E}" dt="2026-08-31T15:00:25.548" v="43775" actId="2696"/>
        <pc:sldMkLst>
          <pc:docMk/>
          <pc:sldMk cId="1530166125" sldId="2076139101"/>
        </pc:sldMkLst>
        <pc:spChg chg="mod">
          <ac:chgData name="Hironari Yamada" userId="e57621f8-ec3c-449e-bb19-001fffcc008e" providerId="ADAL" clId="{BC0BD879-F267-5CCA-8DEA-E3B2DD07DA4E}" dt="2026-08-31T12:48:06.935" v="39162" actId="20577"/>
          <ac:spMkLst>
            <pc:docMk/>
            <pc:sldMk cId="1530166125" sldId="2076139101"/>
            <ac:spMk id="3" creationId="{59E0045C-F884-4F71-8056-14472B9AD520}"/>
          </ac:spMkLst>
        </pc:spChg>
        <pc:spChg chg="add mod">
          <ac:chgData name="Hironari Yamada" userId="e57621f8-ec3c-449e-bb19-001fffcc008e" providerId="ADAL" clId="{BC0BD879-F267-5CCA-8DEA-E3B2DD07DA4E}" dt="2026-08-31T12:52:30.411" v="39293" actId="14100"/>
          <ac:spMkLst>
            <pc:docMk/>
            <pc:sldMk cId="1530166125" sldId="2076139101"/>
            <ac:spMk id="8" creationId="{C3DF57BF-7C2C-3561-2BFD-2E1B1CA103FF}"/>
          </ac:spMkLst>
        </pc:spChg>
        <pc:spChg chg="mod">
          <ac:chgData name="Hironari Yamada" userId="e57621f8-ec3c-449e-bb19-001fffcc008e" providerId="ADAL" clId="{BC0BD879-F267-5CCA-8DEA-E3B2DD07DA4E}" dt="2026-08-31T12:47:04.812" v="39016" actId="20577"/>
          <ac:spMkLst>
            <pc:docMk/>
            <pc:sldMk cId="1530166125" sldId="2076139101"/>
            <ac:spMk id="9" creationId="{71EE1F47-9B82-82F8-43CB-C64960767505}"/>
          </ac:spMkLst>
        </pc:spChg>
        <pc:spChg chg="add mod">
          <ac:chgData name="Hironari Yamada" userId="e57621f8-ec3c-449e-bb19-001fffcc008e" providerId="ADAL" clId="{BC0BD879-F267-5CCA-8DEA-E3B2DD07DA4E}" dt="2026-08-31T12:51:59.857" v="39171" actId="14100"/>
          <ac:spMkLst>
            <pc:docMk/>
            <pc:sldMk cId="1530166125" sldId="2076139101"/>
            <ac:spMk id="10" creationId="{CC3ABE6F-6CA2-8DC7-D18F-F446BF33A50C}"/>
          </ac:spMkLst>
        </pc:spChg>
        <pc:spChg chg="add mod">
          <ac:chgData name="Hironari Yamada" userId="e57621f8-ec3c-449e-bb19-001fffcc008e" providerId="ADAL" clId="{BC0BD879-F267-5CCA-8DEA-E3B2DD07DA4E}" dt="2026-08-31T12:52:36.907" v="39296" actId="14100"/>
          <ac:spMkLst>
            <pc:docMk/>
            <pc:sldMk cId="1530166125" sldId="2076139101"/>
            <ac:spMk id="11" creationId="{B1FA12AE-678A-32D5-BD10-F97CB211C45C}"/>
          </ac:spMkLst>
        </pc:spChg>
        <pc:spChg chg="add mod">
          <ac:chgData name="Hironari Yamada" userId="e57621f8-ec3c-449e-bb19-001fffcc008e" providerId="ADAL" clId="{BC0BD879-F267-5CCA-8DEA-E3B2DD07DA4E}" dt="2026-08-31T12:53:36.608" v="39495" actId="1076"/>
          <ac:spMkLst>
            <pc:docMk/>
            <pc:sldMk cId="1530166125" sldId="2076139101"/>
            <ac:spMk id="12" creationId="{E32F9E5B-52A9-2966-726F-E826A6B51957}"/>
          </ac:spMkLst>
        </pc:spChg>
        <pc:spChg chg="add mod">
          <ac:chgData name="Hironari Yamada" userId="e57621f8-ec3c-449e-bb19-001fffcc008e" providerId="ADAL" clId="{BC0BD879-F267-5CCA-8DEA-E3B2DD07DA4E}" dt="2026-08-31T12:59:30.718" v="39502" actId="14100"/>
          <ac:spMkLst>
            <pc:docMk/>
            <pc:sldMk cId="1530166125" sldId="2076139101"/>
            <ac:spMk id="14" creationId="{CDEF14B0-F175-547B-22C8-C16CFD6682B3}"/>
          </ac:spMkLst>
        </pc:spChg>
        <pc:spChg chg="add mod">
          <ac:chgData name="Hironari Yamada" userId="e57621f8-ec3c-449e-bb19-001fffcc008e" providerId="ADAL" clId="{BC0BD879-F267-5CCA-8DEA-E3B2DD07DA4E}" dt="2026-08-31T12:59:36.462" v="39505" actId="14100"/>
          <ac:spMkLst>
            <pc:docMk/>
            <pc:sldMk cId="1530166125" sldId="2076139101"/>
            <ac:spMk id="15" creationId="{108D7816-2A9D-F768-DA43-4570A994BBDF}"/>
          </ac:spMkLst>
        </pc:spChg>
        <pc:spChg chg="add mod">
          <ac:chgData name="Hironari Yamada" userId="e57621f8-ec3c-449e-bb19-001fffcc008e" providerId="ADAL" clId="{BC0BD879-F267-5CCA-8DEA-E3B2DD07DA4E}" dt="2026-08-31T13:00:00.733" v="39572" actId="20577"/>
          <ac:spMkLst>
            <pc:docMk/>
            <pc:sldMk cId="1530166125" sldId="2076139101"/>
            <ac:spMk id="16" creationId="{C917C1C2-D902-D264-C87E-DD0D0BDB306B}"/>
          </ac:spMkLst>
        </pc:spChg>
        <pc:spChg chg="add mod">
          <ac:chgData name="Hironari Yamada" userId="e57621f8-ec3c-449e-bb19-001fffcc008e" providerId="ADAL" clId="{BC0BD879-F267-5CCA-8DEA-E3B2DD07DA4E}" dt="2026-08-31T13:00:07.963" v="39575" actId="14100"/>
          <ac:spMkLst>
            <pc:docMk/>
            <pc:sldMk cId="1530166125" sldId="2076139101"/>
            <ac:spMk id="17" creationId="{BAF1C7F2-FCA1-A9E9-6C24-668A4BB424AE}"/>
          </ac:spMkLst>
        </pc:spChg>
        <pc:spChg chg="add mod">
          <ac:chgData name="Hironari Yamada" userId="e57621f8-ec3c-449e-bb19-001fffcc008e" providerId="ADAL" clId="{BC0BD879-F267-5CCA-8DEA-E3B2DD07DA4E}" dt="2026-08-31T13:01:15.175" v="39682" actId="404"/>
          <ac:spMkLst>
            <pc:docMk/>
            <pc:sldMk cId="1530166125" sldId="2076139101"/>
            <ac:spMk id="18" creationId="{0C37A8EC-CC49-D782-E389-77BB5E2606B9}"/>
          </ac:spMkLst>
        </pc:spChg>
        <pc:spChg chg="add del">
          <ac:chgData name="Hironari Yamada" userId="e57621f8-ec3c-449e-bb19-001fffcc008e" providerId="ADAL" clId="{BC0BD879-F267-5CCA-8DEA-E3B2DD07DA4E}" dt="2026-08-31T13:03:27.741" v="39684" actId="22"/>
          <ac:spMkLst>
            <pc:docMk/>
            <pc:sldMk cId="1530166125" sldId="2076139101"/>
            <ac:spMk id="20" creationId="{161BC0B9-CE0C-4E31-BCD4-DDFC39CA303E}"/>
          </ac:spMkLst>
        </pc:spChg>
        <pc:picChg chg="add del mod">
          <ac:chgData name="Hironari Yamada" userId="e57621f8-ec3c-449e-bb19-001fffcc008e" providerId="ADAL" clId="{BC0BD879-F267-5CCA-8DEA-E3B2DD07DA4E}" dt="2026-08-31T12:50:27.556" v="39165" actId="478"/>
          <ac:picMkLst>
            <pc:docMk/>
            <pc:sldMk cId="1530166125" sldId="2076139101"/>
            <ac:picMk id="6" creationId="{F6A78300-87C5-FD2D-5996-FB1D3925C811}"/>
          </ac:picMkLst>
        </pc:picChg>
        <pc:picChg chg="add mod">
          <ac:chgData name="Hironari Yamada" userId="e57621f8-ec3c-449e-bb19-001fffcc008e" providerId="ADAL" clId="{BC0BD879-F267-5CCA-8DEA-E3B2DD07DA4E}" dt="2026-08-31T12:51:45.877" v="39168" actId="14100"/>
          <ac:picMkLst>
            <pc:docMk/>
            <pc:sldMk cId="1530166125" sldId="2076139101"/>
            <ac:picMk id="7" creationId="{45957C66-0E66-7DA0-55BD-6FF3BCA23024}"/>
          </ac:picMkLst>
        </pc:picChg>
        <pc:picChg chg="add mod">
          <ac:chgData name="Hironari Yamada" userId="e57621f8-ec3c-449e-bb19-001fffcc008e" providerId="ADAL" clId="{BC0BD879-F267-5CCA-8DEA-E3B2DD07DA4E}" dt="2026-08-31T12:59:22.049" v="39499" actId="14100"/>
          <ac:picMkLst>
            <pc:docMk/>
            <pc:sldMk cId="1530166125" sldId="2076139101"/>
            <ac:picMk id="13" creationId="{895F84FB-C40D-5323-AF31-9F99275178BF}"/>
          </ac:picMkLst>
        </pc:picChg>
      </pc:sldChg>
      <pc:sldChg chg="addSp modSp add del mod">
        <pc:chgData name="Hironari Yamada" userId="e57621f8-ec3c-449e-bb19-001fffcc008e" providerId="ADAL" clId="{BC0BD879-F267-5CCA-8DEA-E3B2DD07DA4E}" dt="2026-08-31T15:00:25.552" v="43780" actId="2696"/>
        <pc:sldMkLst>
          <pc:docMk/>
          <pc:sldMk cId="512240301" sldId="2076139102"/>
        </pc:sldMkLst>
        <pc:spChg chg="mod">
          <ac:chgData name="Hironari Yamada" userId="e57621f8-ec3c-449e-bb19-001fffcc008e" providerId="ADAL" clId="{BC0BD879-F267-5CCA-8DEA-E3B2DD07DA4E}" dt="2026-08-31T13:15:15.239" v="40653" actId="20577"/>
          <ac:spMkLst>
            <pc:docMk/>
            <pc:sldMk cId="512240301" sldId="2076139102"/>
            <ac:spMk id="3" creationId="{8EBA6868-B539-4B2B-44D7-BA87F698A802}"/>
          </ac:spMkLst>
        </pc:spChg>
        <pc:spChg chg="add mod">
          <ac:chgData name="Hironari Yamada" userId="e57621f8-ec3c-449e-bb19-001fffcc008e" providerId="ADAL" clId="{BC0BD879-F267-5CCA-8DEA-E3B2DD07DA4E}" dt="2026-08-31T13:15:34.493" v="40654"/>
          <ac:spMkLst>
            <pc:docMk/>
            <pc:sldMk cId="512240301" sldId="2076139102"/>
            <ac:spMk id="6" creationId="{CDFC4A65-DAFD-FF33-6459-3879614F7B39}"/>
          </ac:spMkLst>
        </pc:spChg>
        <pc:spChg chg="add mod">
          <ac:chgData name="Hironari Yamada" userId="e57621f8-ec3c-449e-bb19-001fffcc008e" providerId="ADAL" clId="{BC0BD879-F267-5CCA-8DEA-E3B2DD07DA4E}" dt="2026-08-31T13:15:34.493" v="40654"/>
          <ac:spMkLst>
            <pc:docMk/>
            <pc:sldMk cId="512240301" sldId="2076139102"/>
            <ac:spMk id="7" creationId="{111012CA-DC78-73B6-F3F4-F35E4FCAB307}"/>
          </ac:spMkLst>
        </pc:spChg>
        <pc:spChg chg="mod">
          <ac:chgData name="Hironari Yamada" userId="e57621f8-ec3c-449e-bb19-001fffcc008e" providerId="ADAL" clId="{BC0BD879-F267-5CCA-8DEA-E3B2DD07DA4E}" dt="2026-08-31T13:14:40.739" v="40546" actId="20577"/>
          <ac:spMkLst>
            <pc:docMk/>
            <pc:sldMk cId="512240301" sldId="2076139102"/>
            <ac:spMk id="9" creationId="{E2B9FB2C-6461-3657-E034-EED01D33B43C}"/>
          </ac:spMkLst>
        </pc:spChg>
        <pc:spChg chg="add mod">
          <ac:chgData name="Hironari Yamada" userId="e57621f8-ec3c-449e-bb19-001fffcc008e" providerId="ADAL" clId="{BC0BD879-F267-5CCA-8DEA-E3B2DD07DA4E}" dt="2026-08-31T13:15:34.493" v="40654"/>
          <ac:spMkLst>
            <pc:docMk/>
            <pc:sldMk cId="512240301" sldId="2076139102"/>
            <ac:spMk id="10" creationId="{00991E1C-CFD4-B1BC-9D47-CF9C3CC97397}"/>
          </ac:spMkLst>
        </pc:spChg>
        <pc:spChg chg="add mod">
          <ac:chgData name="Hironari Yamada" userId="e57621f8-ec3c-449e-bb19-001fffcc008e" providerId="ADAL" clId="{BC0BD879-F267-5CCA-8DEA-E3B2DD07DA4E}" dt="2026-08-31T13:15:34.493" v="40654"/>
          <ac:spMkLst>
            <pc:docMk/>
            <pc:sldMk cId="512240301" sldId="2076139102"/>
            <ac:spMk id="11" creationId="{F2ADB196-A230-1689-76E5-C411E1E1817C}"/>
          </ac:spMkLst>
        </pc:spChg>
        <pc:picChg chg="add mod">
          <ac:chgData name="Hironari Yamada" userId="e57621f8-ec3c-449e-bb19-001fffcc008e" providerId="ADAL" clId="{BC0BD879-F267-5CCA-8DEA-E3B2DD07DA4E}" dt="2026-08-31T13:15:34.493" v="40654"/>
          <ac:picMkLst>
            <pc:docMk/>
            <pc:sldMk cId="512240301" sldId="2076139102"/>
            <ac:picMk id="5" creationId="{457A776E-B902-346E-FF50-12FD71545689}"/>
          </ac:picMkLst>
        </pc:picChg>
        <pc:picChg chg="add mod">
          <ac:chgData name="Hironari Yamada" userId="e57621f8-ec3c-449e-bb19-001fffcc008e" providerId="ADAL" clId="{BC0BD879-F267-5CCA-8DEA-E3B2DD07DA4E}" dt="2026-08-31T13:15:34.493" v="40654"/>
          <ac:picMkLst>
            <pc:docMk/>
            <pc:sldMk cId="512240301" sldId="2076139102"/>
            <ac:picMk id="8" creationId="{471B2833-9044-0B46-376E-62D0DF89A3DA}"/>
          </ac:picMkLst>
        </pc:picChg>
      </pc:sldChg>
      <pc:sldChg chg="addSp modSp add mod">
        <pc:chgData name="Hironari Yamada" userId="e57621f8-ec3c-449e-bb19-001fffcc008e" providerId="ADAL" clId="{BC0BD879-F267-5CCA-8DEA-E3B2DD07DA4E}" dt="2026-08-31T13:59:02.595" v="42469" actId="1076"/>
        <pc:sldMkLst>
          <pc:docMk/>
          <pc:sldMk cId="436103884" sldId="2076139103"/>
        </pc:sldMkLst>
        <pc:spChg chg="mod">
          <ac:chgData name="Hironari Yamada" userId="e57621f8-ec3c-449e-bb19-001fffcc008e" providerId="ADAL" clId="{BC0BD879-F267-5CCA-8DEA-E3B2DD07DA4E}" dt="2026-08-31T13:57:01.006" v="42279" actId="20577"/>
          <ac:spMkLst>
            <pc:docMk/>
            <pc:sldMk cId="436103884" sldId="2076139103"/>
            <ac:spMk id="3" creationId="{97D8096D-494D-3D4F-2D45-71CC80F6D561}"/>
          </ac:spMkLst>
        </pc:spChg>
        <pc:spChg chg="add mod">
          <ac:chgData name="Hironari Yamada" userId="e57621f8-ec3c-449e-bb19-001fffcc008e" providerId="ADAL" clId="{BC0BD879-F267-5CCA-8DEA-E3B2DD07DA4E}" dt="2026-08-31T13:57:30.358" v="42285" actId="14100"/>
          <ac:spMkLst>
            <pc:docMk/>
            <pc:sldMk cId="436103884" sldId="2076139103"/>
            <ac:spMk id="6" creationId="{6F5C730F-9BEF-0D58-D3B2-F2B102A209F5}"/>
          </ac:spMkLst>
        </pc:spChg>
        <pc:spChg chg="add mod">
          <ac:chgData name="Hironari Yamada" userId="e57621f8-ec3c-449e-bb19-001fffcc008e" providerId="ADAL" clId="{BC0BD879-F267-5CCA-8DEA-E3B2DD07DA4E}" dt="2026-08-31T13:57:42.462" v="42316" actId="1076"/>
          <ac:spMkLst>
            <pc:docMk/>
            <pc:sldMk cId="436103884" sldId="2076139103"/>
            <ac:spMk id="7" creationId="{13194FC7-984A-0AE9-D00F-7F7A5B4BCFEC}"/>
          </ac:spMkLst>
        </pc:spChg>
        <pc:spChg chg="mod">
          <ac:chgData name="Hironari Yamada" userId="e57621f8-ec3c-449e-bb19-001fffcc008e" providerId="ADAL" clId="{BC0BD879-F267-5CCA-8DEA-E3B2DD07DA4E}" dt="2026-08-31T13:56:32.998" v="42176" actId="20577"/>
          <ac:spMkLst>
            <pc:docMk/>
            <pc:sldMk cId="436103884" sldId="2076139103"/>
            <ac:spMk id="9" creationId="{23E66DBA-7D55-70CC-3EF5-966570534C20}"/>
          </ac:spMkLst>
        </pc:spChg>
        <pc:spChg chg="add mod">
          <ac:chgData name="Hironari Yamada" userId="e57621f8-ec3c-449e-bb19-001fffcc008e" providerId="ADAL" clId="{BC0BD879-F267-5CCA-8DEA-E3B2DD07DA4E}" dt="2026-08-31T13:59:02.595" v="42469" actId="1076"/>
          <ac:spMkLst>
            <pc:docMk/>
            <pc:sldMk cId="436103884" sldId="2076139103"/>
            <ac:spMk id="11" creationId="{9A138261-2B4A-E078-DC23-55A002AFC94D}"/>
          </ac:spMkLst>
        </pc:spChg>
        <pc:picChg chg="add mod">
          <ac:chgData name="Hironari Yamada" userId="e57621f8-ec3c-449e-bb19-001fffcc008e" providerId="ADAL" clId="{BC0BD879-F267-5CCA-8DEA-E3B2DD07DA4E}" dt="2026-08-31T13:57:14.848" v="42281" actId="1076"/>
          <ac:picMkLst>
            <pc:docMk/>
            <pc:sldMk cId="436103884" sldId="2076139103"/>
            <ac:picMk id="5" creationId="{CF4F174F-0F2A-654D-AB44-F1F8BCCE88C8}"/>
          </ac:picMkLst>
        </pc:picChg>
        <pc:picChg chg="add mod">
          <ac:chgData name="Hironari Yamada" userId="e57621f8-ec3c-449e-bb19-001fffcc008e" providerId="ADAL" clId="{BC0BD879-F267-5CCA-8DEA-E3B2DD07DA4E}" dt="2026-08-31T13:58:27.001" v="42321" actId="14100"/>
          <ac:picMkLst>
            <pc:docMk/>
            <pc:sldMk cId="436103884" sldId="2076139103"/>
            <ac:picMk id="10" creationId="{E8648CB8-7CE5-1E87-0425-58212E4BD77F}"/>
          </ac:picMkLst>
        </pc:picChg>
      </pc:sldChg>
      <pc:sldChg chg="addSp modSp add mod">
        <pc:chgData name="Hironari Yamada" userId="e57621f8-ec3c-449e-bb19-001fffcc008e" providerId="ADAL" clId="{BC0BD879-F267-5CCA-8DEA-E3B2DD07DA4E}" dt="2026-08-31T14:27:10.531" v="43571" actId="403"/>
        <pc:sldMkLst>
          <pc:docMk/>
          <pc:sldMk cId="1174425198" sldId="2076139104"/>
        </pc:sldMkLst>
        <pc:spChg chg="mod">
          <ac:chgData name="Hironari Yamada" userId="e57621f8-ec3c-449e-bb19-001fffcc008e" providerId="ADAL" clId="{BC0BD879-F267-5CCA-8DEA-E3B2DD07DA4E}" dt="2026-08-31T14:14:02.282" v="42995" actId="20577"/>
          <ac:spMkLst>
            <pc:docMk/>
            <pc:sldMk cId="1174425198" sldId="2076139104"/>
            <ac:spMk id="3" creationId="{2D0F0021-66AA-7F97-F11F-EBFBBC2FB6D9}"/>
          </ac:spMkLst>
        </pc:spChg>
        <pc:spChg chg="add mod">
          <ac:chgData name="Hironari Yamada" userId="e57621f8-ec3c-449e-bb19-001fffcc008e" providerId="ADAL" clId="{BC0BD879-F267-5CCA-8DEA-E3B2DD07DA4E}" dt="2026-08-31T14:25:46.509" v="43552" actId="20577"/>
          <ac:spMkLst>
            <pc:docMk/>
            <pc:sldMk cId="1174425198" sldId="2076139104"/>
            <ac:spMk id="5" creationId="{2C787598-BCFA-8BE9-107C-0CCEC2F2F0A3}"/>
          </ac:spMkLst>
        </pc:spChg>
        <pc:spChg chg="add mod">
          <ac:chgData name="Hironari Yamada" userId="e57621f8-ec3c-449e-bb19-001fffcc008e" providerId="ADAL" clId="{BC0BD879-F267-5CCA-8DEA-E3B2DD07DA4E}" dt="2026-08-31T14:27:10.531" v="43571" actId="403"/>
          <ac:spMkLst>
            <pc:docMk/>
            <pc:sldMk cId="1174425198" sldId="2076139104"/>
            <ac:spMk id="6" creationId="{392E19CA-A252-F923-88AD-1E0C5BED289E}"/>
          </ac:spMkLst>
        </pc:spChg>
        <pc:spChg chg="mod">
          <ac:chgData name="Hironari Yamada" userId="e57621f8-ec3c-449e-bb19-001fffcc008e" providerId="ADAL" clId="{BC0BD879-F267-5CCA-8DEA-E3B2DD07DA4E}" dt="2026-08-31T14:13:37.102" v="42893" actId="20577"/>
          <ac:spMkLst>
            <pc:docMk/>
            <pc:sldMk cId="1174425198" sldId="2076139104"/>
            <ac:spMk id="9" creationId="{8060D60F-FDC0-960C-3606-07D3C88DA626}"/>
          </ac:spMkLst>
        </pc:spChg>
      </pc:sldChg>
      <pc:sldChg chg="add del">
        <pc:chgData name="Hironari Yamada" userId="e57621f8-ec3c-449e-bb19-001fffcc008e" providerId="ADAL" clId="{BC0BD879-F267-5CCA-8DEA-E3B2DD07DA4E}" dt="2026-08-31T14:52:02.767" v="43733" actId="2696"/>
        <pc:sldMkLst>
          <pc:docMk/>
          <pc:sldMk cId="4130458252" sldId="2076139105"/>
        </pc:sldMkLst>
      </pc:sldChg>
      <pc:sldChg chg="addSp delSp modSp add del mod">
        <pc:chgData name="Hironari Yamada" userId="e57621f8-ec3c-449e-bb19-001fffcc008e" providerId="ADAL" clId="{BC0BD879-F267-5CCA-8DEA-E3B2DD07DA4E}" dt="2026-08-31T15:00:25.550" v="43777" actId="2696"/>
        <pc:sldMkLst>
          <pc:docMk/>
          <pc:sldMk cId="605105701" sldId="2076139106"/>
        </pc:sldMkLst>
        <pc:spChg chg="add mod">
          <ac:chgData name="Hironari Yamada" userId="e57621f8-ec3c-449e-bb19-001fffcc008e" providerId="ADAL" clId="{BC0BD879-F267-5CCA-8DEA-E3B2DD07DA4E}" dt="2026-08-31T04:43:56.328" v="31946" actId="1076"/>
          <ac:spMkLst>
            <pc:docMk/>
            <pc:sldMk cId="605105701" sldId="2076139106"/>
            <ac:spMk id="6" creationId="{3206696A-CE50-DA3D-813D-B73E2B9F820A}"/>
          </ac:spMkLst>
        </pc:spChg>
        <pc:spChg chg="del">
          <ac:chgData name="Hironari Yamada" userId="e57621f8-ec3c-449e-bb19-001fffcc008e" providerId="ADAL" clId="{BC0BD879-F267-5CCA-8DEA-E3B2DD07DA4E}" dt="2026-08-31T04:42:32.211" v="31850" actId="478"/>
          <ac:spMkLst>
            <pc:docMk/>
            <pc:sldMk cId="605105701" sldId="2076139106"/>
            <ac:spMk id="8" creationId="{92D674A9-5A9D-B633-9602-8457DB571A89}"/>
          </ac:spMkLst>
        </pc:spChg>
        <pc:spChg chg="del">
          <ac:chgData name="Hironari Yamada" userId="e57621f8-ec3c-449e-bb19-001fffcc008e" providerId="ADAL" clId="{BC0BD879-F267-5CCA-8DEA-E3B2DD07DA4E}" dt="2026-08-31T04:42:32.211" v="31850" actId="478"/>
          <ac:spMkLst>
            <pc:docMk/>
            <pc:sldMk cId="605105701" sldId="2076139106"/>
            <ac:spMk id="10" creationId="{1ACCA7CF-AD20-2CE2-97A7-F4B1D740C294}"/>
          </ac:spMkLst>
        </pc:spChg>
        <pc:spChg chg="del">
          <ac:chgData name="Hironari Yamada" userId="e57621f8-ec3c-449e-bb19-001fffcc008e" providerId="ADAL" clId="{BC0BD879-F267-5CCA-8DEA-E3B2DD07DA4E}" dt="2026-08-31T04:42:32.211" v="31850" actId="478"/>
          <ac:spMkLst>
            <pc:docMk/>
            <pc:sldMk cId="605105701" sldId="2076139106"/>
            <ac:spMk id="11" creationId="{71D8A5ED-88C4-2CD0-D6F4-7145E06A4733}"/>
          </ac:spMkLst>
        </pc:spChg>
        <pc:spChg chg="del">
          <ac:chgData name="Hironari Yamada" userId="e57621f8-ec3c-449e-bb19-001fffcc008e" providerId="ADAL" clId="{BC0BD879-F267-5CCA-8DEA-E3B2DD07DA4E}" dt="2026-08-31T04:42:32.211" v="31850" actId="478"/>
          <ac:spMkLst>
            <pc:docMk/>
            <pc:sldMk cId="605105701" sldId="2076139106"/>
            <ac:spMk id="13" creationId="{5071AD38-46F3-7890-359E-C4F7F8DA2DC0}"/>
          </ac:spMkLst>
        </pc:spChg>
        <pc:spChg chg="del">
          <ac:chgData name="Hironari Yamada" userId="e57621f8-ec3c-449e-bb19-001fffcc008e" providerId="ADAL" clId="{BC0BD879-F267-5CCA-8DEA-E3B2DD07DA4E}" dt="2026-08-31T04:42:32.211" v="31850" actId="478"/>
          <ac:spMkLst>
            <pc:docMk/>
            <pc:sldMk cId="605105701" sldId="2076139106"/>
            <ac:spMk id="14" creationId="{F0B5B49C-D482-8FDB-2971-190D43D83721}"/>
          </ac:spMkLst>
        </pc:spChg>
        <pc:spChg chg="del">
          <ac:chgData name="Hironari Yamada" userId="e57621f8-ec3c-449e-bb19-001fffcc008e" providerId="ADAL" clId="{BC0BD879-F267-5CCA-8DEA-E3B2DD07DA4E}" dt="2026-08-31T04:42:32.211" v="31850" actId="478"/>
          <ac:spMkLst>
            <pc:docMk/>
            <pc:sldMk cId="605105701" sldId="2076139106"/>
            <ac:spMk id="15" creationId="{A8819FA5-F919-DEA7-B35A-2B4EA0717C37}"/>
          </ac:spMkLst>
        </pc:spChg>
        <pc:spChg chg="del">
          <ac:chgData name="Hironari Yamada" userId="e57621f8-ec3c-449e-bb19-001fffcc008e" providerId="ADAL" clId="{BC0BD879-F267-5CCA-8DEA-E3B2DD07DA4E}" dt="2026-08-31T04:42:32.211" v="31850" actId="478"/>
          <ac:spMkLst>
            <pc:docMk/>
            <pc:sldMk cId="605105701" sldId="2076139106"/>
            <ac:spMk id="16" creationId="{9360E605-AB89-0F4E-378A-7671F1BF6334}"/>
          </ac:spMkLst>
        </pc:spChg>
        <pc:spChg chg="del">
          <ac:chgData name="Hironari Yamada" userId="e57621f8-ec3c-449e-bb19-001fffcc008e" providerId="ADAL" clId="{BC0BD879-F267-5CCA-8DEA-E3B2DD07DA4E}" dt="2026-08-31T04:42:32.211" v="31850" actId="478"/>
          <ac:spMkLst>
            <pc:docMk/>
            <pc:sldMk cId="605105701" sldId="2076139106"/>
            <ac:spMk id="17" creationId="{956687F1-D1DD-8257-A901-D475159BA156}"/>
          </ac:spMkLst>
        </pc:spChg>
        <pc:spChg chg="add mod">
          <ac:chgData name="Hironari Yamada" userId="e57621f8-ec3c-449e-bb19-001fffcc008e" providerId="ADAL" clId="{BC0BD879-F267-5CCA-8DEA-E3B2DD07DA4E}" dt="2026-08-31T04:43:53.268" v="31945" actId="14100"/>
          <ac:spMkLst>
            <pc:docMk/>
            <pc:sldMk cId="605105701" sldId="2076139106"/>
            <ac:spMk id="18" creationId="{20A4BD5C-477A-5695-DCB4-2497A96FF092}"/>
          </ac:spMkLst>
        </pc:spChg>
        <pc:spChg chg="add mod">
          <ac:chgData name="Hironari Yamada" userId="e57621f8-ec3c-449e-bb19-001fffcc008e" providerId="ADAL" clId="{BC0BD879-F267-5CCA-8DEA-E3B2DD07DA4E}" dt="2026-08-31T04:44:06.288" v="31949" actId="14100"/>
          <ac:spMkLst>
            <pc:docMk/>
            <pc:sldMk cId="605105701" sldId="2076139106"/>
            <ac:spMk id="19" creationId="{96F346A0-FADE-4863-7772-5F228699CFE8}"/>
          </ac:spMkLst>
        </pc:spChg>
        <pc:spChg chg="add mod">
          <ac:chgData name="Hironari Yamada" userId="e57621f8-ec3c-449e-bb19-001fffcc008e" providerId="ADAL" clId="{BC0BD879-F267-5CCA-8DEA-E3B2DD07DA4E}" dt="2026-08-31T04:44:26.658" v="32010" actId="1076"/>
          <ac:spMkLst>
            <pc:docMk/>
            <pc:sldMk cId="605105701" sldId="2076139106"/>
            <ac:spMk id="20" creationId="{D1AD3907-A4A0-60C0-93B7-9EE87EEDD69B}"/>
          </ac:spMkLst>
        </pc:spChg>
        <pc:spChg chg="add mod">
          <ac:chgData name="Hironari Yamada" userId="e57621f8-ec3c-449e-bb19-001fffcc008e" providerId="ADAL" clId="{BC0BD879-F267-5CCA-8DEA-E3B2DD07DA4E}" dt="2026-08-31T04:44:38.531" v="32033" actId="20577"/>
          <ac:spMkLst>
            <pc:docMk/>
            <pc:sldMk cId="605105701" sldId="2076139106"/>
            <ac:spMk id="21" creationId="{3FA417A1-FEDC-46E8-598F-DD19398238FE}"/>
          </ac:spMkLst>
        </pc:spChg>
        <pc:spChg chg="add mod">
          <ac:chgData name="Hironari Yamada" userId="e57621f8-ec3c-449e-bb19-001fffcc008e" providerId="ADAL" clId="{BC0BD879-F267-5CCA-8DEA-E3B2DD07DA4E}" dt="2026-08-31T04:44:48.773" v="32036" actId="14100"/>
          <ac:spMkLst>
            <pc:docMk/>
            <pc:sldMk cId="605105701" sldId="2076139106"/>
            <ac:spMk id="22" creationId="{544A09C7-B059-5757-AFC5-70DB6511680F}"/>
          </ac:spMkLst>
        </pc:spChg>
        <pc:spChg chg="add mod">
          <ac:chgData name="Hironari Yamada" userId="e57621f8-ec3c-449e-bb19-001fffcc008e" providerId="ADAL" clId="{BC0BD879-F267-5CCA-8DEA-E3B2DD07DA4E}" dt="2026-08-31T04:46:35.015" v="32043" actId="14100"/>
          <ac:spMkLst>
            <pc:docMk/>
            <pc:sldMk cId="605105701" sldId="2076139106"/>
            <ac:spMk id="24" creationId="{E8FA2C7A-4DC2-61A1-7DAD-A5C2F151D4F3}"/>
          </ac:spMkLst>
        </pc:spChg>
        <pc:spChg chg="add mod">
          <ac:chgData name="Hironari Yamada" userId="e57621f8-ec3c-449e-bb19-001fffcc008e" providerId="ADAL" clId="{BC0BD879-F267-5CCA-8DEA-E3B2DD07DA4E}" dt="2026-08-31T04:46:41.754" v="32045" actId="1076"/>
          <ac:spMkLst>
            <pc:docMk/>
            <pc:sldMk cId="605105701" sldId="2076139106"/>
            <ac:spMk id="25" creationId="{58BF919A-44AD-9D91-2C3C-273993DE80FB}"/>
          </ac:spMkLst>
        </pc:spChg>
        <pc:spChg chg="add mod">
          <ac:chgData name="Hironari Yamada" userId="e57621f8-ec3c-449e-bb19-001fffcc008e" providerId="ADAL" clId="{BC0BD879-F267-5CCA-8DEA-E3B2DD07DA4E}" dt="2026-08-31T04:46:56.975" v="32085" actId="14100"/>
          <ac:spMkLst>
            <pc:docMk/>
            <pc:sldMk cId="605105701" sldId="2076139106"/>
            <ac:spMk id="26" creationId="{4F6C5F9B-BDE0-D243-D629-E524F86CE7AF}"/>
          </ac:spMkLst>
        </pc:spChg>
        <pc:spChg chg="add mod">
          <ac:chgData name="Hironari Yamada" userId="e57621f8-ec3c-449e-bb19-001fffcc008e" providerId="ADAL" clId="{BC0BD879-F267-5CCA-8DEA-E3B2DD07DA4E}" dt="2026-08-31T04:47:09.924" v="32114" actId="20577"/>
          <ac:spMkLst>
            <pc:docMk/>
            <pc:sldMk cId="605105701" sldId="2076139106"/>
            <ac:spMk id="27" creationId="{21A528F2-FD30-6423-8EED-9D070693A6CE}"/>
          </ac:spMkLst>
        </pc:spChg>
        <pc:picChg chg="add mod">
          <ac:chgData name="Hironari Yamada" userId="e57621f8-ec3c-449e-bb19-001fffcc008e" providerId="ADAL" clId="{BC0BD879-F267-5CCA-8DEA-E3B2DD07DA4E}" dt="2026-08-31T04:43:42.671" v="31942" actId="14100"/>
          <ac:picMkLst>
            <pc:docMk/>
            <pc:sldMk cId="605105701" sldId="2076139106"/>
            <ac:picMk id="5" creationId="{CA3F794C-CE8E-3EC3-419A-C3459F248701}"/>
          </ac:picMkLst>
        </pc:picChg>
        <pc:picChg chg="del">
          <ac:chgData name="Hironari Yamada" userId="e57621f8-ec3c-449e-bb19-001fffcc008e" providerId="ADAL" clId="{BC0BD879-F267-5CCA-8DEA-E3B2DD07DA4E}" dt="2026-08-31T04:42:32.211" v="31850" actId="478"/>
          <ac:picMkLst>
            <pc:docMk/>
            <pc:sldMk cId="605105701" sldId="2076139106"/>
            <ac:picMk id="7" creationId="{0CC1A1B9-5AEF-4608-60A4-CC5EAAD2DC04}"/>
          </ac:picMkLst>
        </pc:picChg>
        <pc:picChg chg="del">
          <ac:chgData name="Hironari Yamada" userId="e57621f8-ec3c-449e-bb19-001fffcc008e" providerId="ADAL" clId="{BC0BD879-F267-5CCA-8DEA-E3B2DD07DA4E}" dt="2026-08-31T04:42:32.211" v="31850" actId="478"/>
          <ac:picMkLst>
            <pc:docMk/>
            <pc:sldMk cId="605105701" sldId="2076139106"/>
            <ac:picMk id="12" creationId="{7CE8D1C1-029A-BD16-9989-B051D4E01A4F}"/>
          </ac:picMkLst>
        </pc:picChg>
        <pc:picChg chg="add mod">
          <ac:chgData name="Hironari Yamada" userId="e57621f8-ec3c-449e-bb19-001fffcc008e" providerId="ADAL" clId="{BC0BD879-F267-5CCA-8DEA-E3B2DD07DA4E}" dt="2026-08-31T04:46:20.407" v="32040" actId="1076"/>
          <ac:picMkLst>
            <pc:docMk/>
            <pc:sldMk cId="605105701" sldId="2076139106"/>
            <ac:picMk id="23" creationId="{4BB2EB7A-6F44-03B9-33B9-C11477137A52}"/>
          </ac:picMkLst>
        </pc:picChg>
      </pc:sldChg>
      <pc:sldChg chg="addSp delSp modSp add del mod">
        <pc:chgData name="Hironari Yamada" userId="e57621f8-ec3c-449e-bb19-001fffcc008e" providerId="ADAL" clId="{BC0BD879-F267-5CCA-8DEA-E3B2DD07DA4E}" dt="2026-08-31T15:00:25.544" v="43771" actId="2696"/>
        <pc:sldMkLst>
          <pc:docMk/>
          <pc:sldMk cId="2841196039" sldId="2076139107"/>
        </pc:sldMkLst>
        <pc:spChg chg="mod">
          <ac:chgData name="Hironari Yamada" userId="e57621f8-ec3c-449e-bb19-001fffcc008e" providerId="ADAL" clId="{BC0BD879-F267-5CCA-8DEA-E3B2DD07DA4E}" dt="2026-08-31T05:07:57.006" v="32939" actId="20577"/>
          <ac:spMkLst>
            <pc:docMk/>
            <pc:sldMk cId="2841196039" sldId="2076139107"/>
            <ac:spMk id="3" creationId="{99CC4137-20A1-A835-36A2-0FD1D50A1BD6}"/>
          </ac:spMkLst>
        </pc:spChg>
        <pc:spChg chg="del">
          <ac:chgData name="Hironari Yamada" userId="e57621f8-ec3c-449e-bb19-001fffcc008e" providerId="ADAL" clId="{BC0BD879-F267-5CCA-8DEA-E3B2DD07DA4E}" dt="2026-08-31T05:07:18.830" v="32834" actId="478"/>
          <ac:spMkLst>
            <pc:docMk/>
            <pc:sldMk cId="2841196039" sldId="2076139107"/>
            <ac:spMk id="6" creationId="{3D537CCA-FC65-96B2-E13B-6979F309C0E7}"/>
          </ac:spMkLst>
        </pc:spChg>
        <pc:spChg chg="del">
          <ac:chgData name="Hironari Yamada" userId="e57621f8-ec3c-449e-bb19-001fffcc008e" providerId="ADAL" clId="{BC0BD879-F267-5CCA-8DEA-E3B2DD07DA4E}" dt="2026-08-31T05:07:18.830" v="32834" actId="478"/>
          <ac:spMkLst>
            <pc:docMk/>
            <pc:sldMk cId="2841196039" sldId="2076139107"/>
            <ac:spMk id="7" creationId="{F91D9330-4D80-55C5-4236-F57CE233C6D2}"/>
          </ac:spMkLst>
        </pc:spChg>
        <pc:spChg chg="del">
          <ac:chgData name="Hironari Yamada" userId="e57621f8-ec3c-449e-bb19-001fffcc008e" providerId="ADAL" clId="{BC0BD879-F267-5CCA-8DEA-E3B2DD07DA4E}" dt="2026-08-31T05:07:18.830" v="32834" actId="478"/>
          <ac:spMkLst>
            <pc:docMk/>
            <pc:sldMk cId="2841196039" sldId="2076139107"/>
            <ac:spMk id="8" creationId="{15EFED56-541F-17FE-BD74-4A1A11F1A63C}"/>
          </ac:spMkLst>
        </pc:spChg>
        <pc:spChg chg="mod">
          <ac:chgData name="Hironari Yamada" userId="e57621f8-ec3c-449e-bb19-001fffcc008e" providerId="ADAL" clId="{BC0BD879-F267-5CCA-8DEA-E3B2DD07DA4E}" dt="2026-08-31T05:07:41.804" v="32883" actId="20577"/>
          <ac:spMkLst>
            <pc:docMk/>
            <pc:sldMk cId="2841196039" sldId="2076139107"/>
            <ac:spMk id="9" creationId="{C5168335-1761-B982-784F-CDFAEE1B092E}"/>
          </ac:spMkLst>
        </pc:spChg>
        <pc:spChg chg="del">
          <ac:chgData name="Hironari Yamada" userId="e57621f8-ec3c-449e-bb19-001fffcc008e" providerId="ADAL" clId="{BC0BD879-F267-5CCA-8DEA-E3B2DD07DA4E}" dt="2026-08-31T05:07:18.830" v="32834" actId="478"/>
          <ac:spMkLst>
            <pc:docMk/>
            <pc:sldMk cId="2841196039" sldId="2076139107"/>
            <ac:spMk id="11" creationId="{A1C31593-5A36-2F97-C118-26884BD1CB54}"/>
          </ac:spMkLst>
        </pc:spChg>
        <pc:spChg chg="del">
          <ac:chgData name="Hironari Yamada" userId="e57621f8-ec3c-449e-bb19-001fffcc008e" providerId="ADAL" clId="{BC0BD879-F267-5CCA-8DEA-E3B2DD07DA4E}" dt="2026-08-31T05:07:18.830" v="32834" actId="478"/>
          <ac:spMkLst>
            <pc:docMk/>
            <pc:sldMk cId="2841196039" sldId="2076139107"/>
            <ac:spMk id="12" creationId="{78359B9C-8B5B-A4F0-FA39-04D1C00341D9}"/>
          </ac:spMkLst>
        </pc:spChg>
        <pc:spChg chg="del">
          <ac:chgData name="Hironari Yamada" userId="e57621f8-ec3c-449e-bb19-001fffcc008e" providerId="ADAL" clId="{BC0BD879-F267-5CCA-8DEA-E3B2DD07DA4E}" dt="2026-08-31T05:07:18.830" v="32834" actId="478"/>
          <ac:spMkLst>
            <pc:docMk/>
            <pc:sldMk cId="2841196039" sldId="2076139107"/>
            <ac:spMk id="13" creationId="{3AFD907A-36BF-215F-0B76-3EEAA233E7AF}"/>
          </ac:spMkLst>
        </pc:spChg>
        <pc:spChg chg="del">
          <ac:chgData name="Hironari Yamada" userId="e57621f8-ec3c-449e-bb19-001fffcc008e" providerId="ADAL" clId="{BC0BD879-F267-5CCA-8DEA-E3B2DD07DA4E}" dt="2026-08-31T05:07:18.830" v="32834" actId="478"/>
          <ac:spMkLst>
            <pc:docMk/>
            <pc:sldMk cId="2841196039" sldId="2076139107"/>
            <ac:spMk id="16" creationId="{DE76B0A2-62BA-D484-83F4-4FA5B19BBBB6}"/>
          </ac:spMkLst>
        </pc:spChg>
        <pc:spChg chg="del">
          <ac:chgData name="Hironari Yamada" userId="e57621f8-ec3c-449e-bb19-001fffcc008e" providerId="ADAL" clId="{BC0BD879-F267-5CCA-8DEA-E3B2DD07DA4E}" dt="2026-08-31T05:07:18.830" v="32834" actId="478"/>
          <ac:spMkLst>
            <pc:docMk/>
            <pc:sldMk cId="2841196039" sldId="2076139107"/>
            <ac:spMk id="17" creationId="{A433E545-6E23-7B35-BE0D-969248F51DC7}"/>
          </ac:spMkLst>
        </pc:spChg>
        <pc:spChg chg="del">
          <ac:chgData name="Hironari Yamada" userId="e57621f8-ec3c-449e-bb19-001fffcc008e" providerId="ADAL" clId="{BC0BD879-F267-5CCA-8DEA-E3B2DD07DA4E}" dt="2026-08-31T05:07:18.830" v="32834" actId="478"/>
          <ac:spMkLst>
            <pc:docMk/>
            <pc:sldMk cId="2841196039" sldId="2076139107"/>
            <ac:spMk id="18" creationId="{7693D43F-146C-72FD-41E6-69E0B6FFF908}"/>
          </ac:spMkLst>
        </pc:spChg>
        <pc:spChg chg="del">
          <ac:chgData name="Hironari Yamada" userId="e57621f8-ec3c-449e-bb19-001fffcc008e" providerId="ADAL" clId="{BC0BD879-F267-5CCA-8DEA-E3B2DD07DA4E}" dt="2026-08-31T05:07:18.830" v="32834" actId="478"/>
          <ac:spMkLst>
            <pc:docMk/>
            <pc:sldMk cId="2841196039" sldId="2076139107"/>
            <ac:spMk id="19" creationId="{FEC361A4-C3FE-D65C-28C7-220CB19448ED}"/>
          </ac:spMkLst>
        </pc:spChg>
        <pc:spChg chg="add mod">
          <ac:chgData name="Hironari Yamada" userId="e57621f8-ec3c-449e-bb19-001fffcc008e" providerId="ADAL" clId="{BC0BD879-F267-5CCA-8DEA-E3B2DD07DA4E}" dt="2026-08-31T05:09:52.518" v="33041" actId="1038"/>
          <ac:spMkLst>
            <pc:docMk/>
            <pc:sldMk cId="2841196039" sldId="2076139107"/>
            <ac:spMk id="21" creationId="{7FD56F39-FC63-F3D8-C493-B163BF65FDBB}"/>
          </ac:spMkLst>
        </pc:spChg>
        <pc:spChg chg="add mod">
          <ac:chgData name="Hironari Yamada" userId="e57621f8-ec3c-449e-bb19-001fffcc008e" providerId="ADAL" clId="{BC0BD879-F267-5CCA-8DEA-E3B2DD07DA4E}" dt="2026-08-31T05:09:52.518" v="33041" actId="1038"/>
          <ac:spMkLst>
            <pc:docMk/>
            <pc:sldMk cId="2841196039" sldId="2076139107"/>
            <ac:spMk id="22" creationId="{78CC060C-1814-99FD-1837-212084187216}"/>
          </ac:spMkLst>
        </pc:spChg>
        <pc:spChg chg="add mod">
          <ac:chgData name="Hironari Yamada" userId="e57621f8-ec3c-449e-bb19-001fffcc008e" providerId="ADAL" clId="{BC0BD879-F267-5CCA-8DEA-E3B2DD07DA4E}" dt="2026-08-31T05:09:52.518" v="33041" actId="1038"/>
          <ac:spMkLst>
            <pc:docMk/>
            <pc:sldMk cId="2841196039" sldId="2076139107"/>
            <ac:spMk id="23" creationId="{E0665814-65CE-08AE-324D-55364812B62A}"/>
          </ac:spMkLst>
        </pc:spChg>
        <pc:spChg chg="add mod">
          <ac:chgData name="Hironari Yamada" userId="e57621f8-ec3c-449e-bb19-001fffcc008e" providerId="ADAL" clId="{BC0BD879-F267-5CCA-8DEA-E3B2DD07DA4E}" dt="2026-08-31T05:09:52.518" v="33041" actId="1038"/>
          <ac:spMkLst>
            <pc:docMk/>
            <pc:sldMk cId="2841196039" sldId="2076139107"/>
            <ac:spMk id="24" creationId="{A3A322BF-90B6-4298-24EB-B6450485589F}"/>
          </ac:spMkLst>
        </pc:spChg>
        <pc:spChg chg="add mod">
          <ac:chgData name="Hironari Yamada" userId="e57621f8-ec3c-449e-bb19-001fffcc008e" providerId="ADAL" clId="{BC0BD879-F267-5CCA-8DEA-E3B2DD07DA4E}" dt="2026-08-31T05:09:52.518" v="33041" actId="1038"/>
          <ac:spMkLst>
            <pc:docMk/>
            <pc:sldMk cId="2841196039" sldId="2076139107"/>
            <ac:spMk id="25" creationId="{F51F5670-AF0F-CBBF-E571-FFB5EF0E1733}"/>
          </ac:spMkLst>
        </pc:spChg>
        <pc:spChg chg="add mod">
          <ac:chgData name="Hironari Yamada" userId="e57621f8-ec3c-449e-bb19-001fffcc008e" providerId="ADAL" clId="{BC0BD879-F267-5CCA-8DEA-E3B2DD07DA4E}" dt="2026-08-31T05:09:52.518" v="33041" actId="1038"/>
          <ac:spMkLst>
            <pc:docMk/>
            <pc:sldMk cId="2841196039" sldId="2076139107"/>
            <ac:spMk id="26" creationId="{01F84D75-9C27-C08B-0415-2E8C69171260}"/>
          </ac:spMkLst>
        </pc:spChg>
        <pc:spChg chg="add mod">
          <ac:chgData name="Hironari Yamada" userId="e57621f8-ec3c-449e-bb19-001fffcc008e" providerId="ADAL" clId="{BC0BD879-F267-5CCA-8DEA-E3B2DD07DA4E}" dt="2026-08-31T05:11:49.906" v="33276" actId="14100"/>
          <ac:spMkLst>
            <pc:docMk/>
            <pc:sldMk cId="2841196039" sldId="2076139107"/>
            <ac:spMk id="27" creationId="{7FAA45B3-3442-CD3F-DB4A-570A25C2523D}"/>
          </ac:spMkLst>
        </pc:spChg>
        <pc:picChg chg="add mod">
          <ac:chgData name="Hironari Yamada" userId="e57621f8-ec3c-449e-bb19-001fffcc008e" providerId="ADAL" clId="{BC0BD879-F267-5CCA-8DEA-E3B2DD07DA4E}" dt="2026-08-31T05:09:52.518" v="33041" actId="1038"/>
          <ac:picMkLst>
            <pc:docMk/>
            <pc:sldMk cId="2841196039" sldId="2076139107"/>
            <ac:picMk id="10" creationId="{C7FD38D0-A8DD-054B-BCBB-28A22606F653}"/>
          </ac:picMkLst>
        </pc:picChg>
      </pc:sldChg>
      <pc:sldChg chg="addSp delSp modSp add del mod">
        <pc:chgData name="Hironari Yamada" userId="e57621f8-ec3c-449e-bb19-001fffcc008e" providerId="ADAL" clId="{BC0BD879-F267-5CCA-8DEA-E3B2DD07DA4E}" dt="2026-08-31T15:00:25.554" v="43782" actId="2696"/>
        <pc:sldMkLst>
          <pc:docMk/>
          <pc:sldMk cId="801558509" sldId="2076139108"/>
        </pc:sldMkLst>
        <pc:spChg chg="del">
          <ac:chgData name="Hironari Yamada" userId="e57621f8-ec3c-449e-bb19-001fffcc008e" providerId="ADAL" clId="{BC0BD879-F267-5CCA-8DEA-E3B2DD07DA4E}" dt="2026-08-31T05:37:01.379" v="34079" actId="478"/>
          <ac:spMkLst>
            <pc:docMk/>
            <pc:sldMk cId="801558509" sldId="2076139108"/>
            <ac:spMk id="7" creationId="{1142EA82-080C-2D9E-746D-C373D585780C}"/>
          </ac:spMkLst>
        </pc:spChg>
        <pc:spChg chg="del">
          <ac:chgData name="Hironari Yamada" userId="e57621f8-ec3c-449e-bb19-001fffcc008e" providerId="ADAL" clId="{BC0BD879-F267-5CCA-8DEA-E3B2DD07DA4E}" dt="2026-08-31T05:37:01.379" v="34079" actId="478"/>
          <ac:spMkLst>
            <pc:docMk/>
            <pc:sldMk cId="801558509" sldId="2076139108"/>
            <ac:spMk id="8" creationId="{2094712B-BABB-F7FE-9FB3-6C6C4E0A3A7A}"/>
          </ac:spMkLst>
        </pc:spChg>
        <pc:spChg chg="del">
          <ac:chgData name="Hironari Yamada" userId="e57621f8-ec3c-449e-bb19-001fffcc008e" providerId="ADAL" clId="{BC0BD879-F267-5CCA-8DEA-E3B2DD07DA4E}" dt="2026-08-31T05:37:01.379" v="34079" actId="478"/>
          <ac:spMkLst>
            <pc:docMk/>
            <pc:sldMk cId="801558509" sldId="2076139108"/>
            <ac:spMk id="10" creationId="{851355CB-F2F7-9ECE-A87B-91B563FCA65E}"/>
          </ac:spMkLst>
        </pc:spChg>
        <pc:spChg chg="del">
          <ac:chgData name="Hironari Yamada" userId="e57621f8-ec3c-449e-bb19-001fffcc008e" providerId="ADAL" clId="{BC0BD879-F267-5CCA-8DEA-E3B2DD07DA4E}" dt="2026-08-31T05:37:01.379" v="34079" actId="478"/>
          <ac:spMkLst>
            <pc:docMk/>
            <pc:sldMk cId="801558509" sldId="2076139108"/>
            <ac:spMk id="11" creationId="{94FE7C4A-21B7-7B7E-FE9C-166E52A24FA9}"/>
          </ac:spMkLst>
        </pc:spChg>
        <pc:spChg chg="del">
          <ac:chgData name="Hironari Yamada" userId="e57621f8-ec3c-449e-bb19-001fffcc008e" providerId="ADAL" clId="{BC0BD879-F267-5CCA-8DEA-E3B2DD07DA4E}" dt="2026-08-31T05:37:01.379" v="34079" actId="478"/>
          <ac:spMkLst>
            <pc:docMk/>
            <pc:sldMk cId="801558509" sldId="2076139108"/>
            <ac:spMk id="12" creationId="{30CD909D-CC2C-AE99-93B3-DD33CB641989}"/>
          </ac:spMkLst>
        </pc:spChg>
        <pc:spChg chg="del">
          <ac:chgData name="Hironari Yamada" userId="e57621f8-ec3c-449e-bb19-001fffcc008e" providerId="ADAL" clId="{BC0BD879-F267-5CCA-8DEA-E3B2DD07DA4E}" dt="2026-08-31T05:37:01.379" v="34079" actId="478"/>
          <ac:spMkLst>
            <pc:docMk/>
            <pc:sldMk cId="801558509" sldId="2076139108"/>
            <ac:spMk id="13" creationId="{E0C1DEEA-089F-8876-5D46-D977860BCC1E}"/>
          </ac:spMkLst>
        </pc:spChg>
        <pc:spChg chg="add mod">
          <ac:chgData name="Hironari Yamada" userId="e57621f8-ec3c-449e-bb19-001fffcc008e" providerId="ADAL" clId="{BC0BD879-F267-5CCA-8DEA-E3B2DD07DA4E}" dt="2026-08-31T05:55:20.595" v="34164" actId="14100"/>
          <ac:spMkLst>
            <pc:docMk/>
            <pc:sldMk cId="801558509" sldId="2076139108"/>
            <ac:spMk id="15" creationId="{C333090D-DBE7-4F6A-5120-687832B75B76}"/>
          </ac:spMkLst>
        </pc:spChg>
        <pc:spChg chg="add mod">
          <ac:chgData name="Hironari Yamada" userId="e57621f8-ec3c-449e-bb19-001fffcc008e" providerId="ADAL" clId="{BC0BD879-F267-5CCA-8DEA-E3B2DD07DA4E}" dt="2026-08-31T05:55:16.138" v="34163" actId="1076"/>
          <ac:spMkLst>
            <pc:docMk/>
            <pc:sldMk cId="801558509" sldId="2076139108"/>
            <ac:spMk id="16" creationId="{55E7F44A-2586-3E82-003C-85B89D048902}"/>
          </ac:spMkLst>
        </pc:spChg>
        <pc:spChg chg="add mod">
          <ac:chgData name="Hironari Yamada" userId="e57621f8-ec3c-449e-bb19-001fffcc008e" providerId="ADAL" clId="{BC0BD879-F267-5CCA-8DEA-E3B2DD07DA4E}" dt="2026-08-31T05:55:27.481" v="34167" actId="14100"/>
          <ac:spMkLst>
            <pc:docMk/>
            <pc:sldMk cId="801558509" sldId="2076139108"/>
            <ac:spMk id="17" creationId="{3E9777C6-5E40-51AF-D01A-385B460EFCC5}"/>
          </ac:spMkLst>
        </pc:spChg>
        <pc:spChg chg="add mod">
          <ac:chgData name="Hironari Yamada" userId="e57621f8-ec3c-449e-bb19-001fffcc008e" providerId="ADAL" clId="{BC0BD879-F267-5CCA-8DEA-E3B2DD07DA4E}" dt="2026-08-31T05:55:43.758" v="34217" actId="20577"/>
          <ac:spMkLst>
            <pc:docMk/>
            <pc:sldMk cId="801558509" sldId="2076139108"/>
            <ac:spMk id="18" creationId="{7B7E5154-AC13-3181-38AC-CAF1CB15242B}"/>
          </ac:spMkLst>
        </pc:spChg>
        <pc:spChg chg="add mod">
          <ac:chgData name="Hironari Yamada" userId="e57621f8-ec3c-449e-bb19-001fffcc008e" providerId="ADAL" clId="{BC0BD879-F267-5CCA-8DEA-E3B2DD07DA4E}" dt="2026-08-31T05:55:51.435" v="34220" actId="14100"/>
          <ac:spMkLst>
            <pc:docMk/>
            <pc:sldMk cId="801558509" sldId="2076139108"/>
            <ac:spMk id="19" creationId="{201C11C0-C601-6DEA-6B1A-FDAEF487C62C}"/>
          </ac:spMkLst>
        </pc:spChg>
        <pc:spChg chg="add mod">
          <ac:chgData name="Hironari Yamada" userId="e57621f8-ec3c-449e-bb19-001fffcc008e" providerId="ADAL" clId="{BC0BD879-F267-5CCA-8DEA-E3B2DD07DA4E}" dt="2026-08-31T05:56:14.690" v="34321" actId="20577"/>
          <ac:spMkLst>
            <pc:docMk/>
            <pc:sldMk cId="801558509" sldId="2076139108"/>
            <ac:spMk id="20" creationId="{13B76F98-F7EB-81F4-95C7-22A8B0202F1A}"/>
          </ac:spMkLst>
        </pc:spChg>
        <pc:spChg chg="add mod">
          <ac:chgData name="Hironari Yamada" userId="e57621f8-ec3c-449e-bb19-001fffcc008e" providerId="ADAL" clId="{BC0BD879-F267-5CCA-8DEA-E3B2DD07DA4E}" dt="2026-08-31T05:56:25.022" v="34326" actId="14100"/>
          <ac:spMkLst>
            <pc:docMk/>
            <pc:sldMk cId="801558509" sldId="2076139108"/>
            <ac:spMk id="21" creationId="{999A4D3D-7FA7-2EBF-A380-90BF9B2DDF8D}"/>
          </ac:spMkLst>
        </pc:spChg>
        <pc:picChg chg="del">
          <ac:chgData name="Hironari Yamada" userId="e57621f8-ec3c-449e-bb19-001fffcc008e" providerId="ADAL" clId="{BC0BD879-F267-5CCA-8DEA-E3B2DD07DA4E}" dt="2026-08-31T05:37:01.379" v="34079" actId="478"/>
          <ac:picMkLst>
            <pc:docMk/>
            <pc:sldMk cId="801558509" sldId="2076139108"/>
            <ac:picMk id="5" creationId="{973D6C44-2B17-BF3F-A766-3C8348BF8C27}"/>
          </ac:picMkLst>
        </pc:picChg>
        <pc:picChg chg="del">
          <ac:chgData name="Hironari Yamada" userId="e57621f8-ec3c-449e-bb19-001fffcc008e" providerId="ADAL" clId="{BC0BD879-F267-5CCA-8DEA-E3B2DD07DA4E}" dt="2026-08-31T05:37:01.379" v="34079" actId="478"/>
          <ac:picMkLst>
            <pc:docMk/>
            <pc:sldMk cId="801558509" sldId="2076139108"/>
            <ac:picMk id="6" creationId="{B8C75FC6-0C14-0D00-B25C-BD38F9AC905C}"/>
          </ac:picMkLst>
        </pc:picChg>
        <pc:picChg chg="add mod">
          <ac:chgData name="Hironari Yamada" userId="e57621f8-ec3c-449e-bb19-001fffcc008e" providerId="ADAL" clId="{BC0BD879-F267-5CCA-8DEA-E3B2DD07DA4E}" dt="2026-08-31T05:56:20.144" v="34324" actId="1076"/>
          <ac:picMkLst>
            <pc:docMk/>
            <pc:sldMk cId="801558509" sldId="2076139108"/>
            <ac:picMk id="14" creationId="{0B1FF522-5484-5FD9-55EF-8C1343BC3EDC}"/>
          </ac:picMkLst>
        </pc:picChg>
      </pc:sldChg>
      <pc:sldChg chg="addSp delSp modSp add del mod">
        <pc:chgData name="Hironari Yamada" userId="e57621f8-ec3c-449e-bb19-001fffcc008e" providerId="ADAL" clId="{BC0BD879-F267-5CCA-8DEA-E3B2DD07DA4E}" dt="2026-08-31T15:00:25.517" v="43740" actId="2696"/>
        <pc:sldMkLst>
          <pc:docMk/>
          <pc:sldMk cId="2137224297" sldId="2076139109"/>
        </pc:sldMkLst>
        <pc:spChg chg="add del mod">
          <ac:chgData name="Hironari Yamada" userId="e57621f8-ec3c-449e-bb19-001fffcc008e" providerId="ADAL" clId="{BC0BD879-F267-5CCA-8DEA-E3B2DD07DA4E}" dt="2026-08-31T05:54:35.182" v="34099"/>
          <ac:spMkLst>
            <pc:docMk/>
            <pc:sldMk cId="2137224297" sldId="2076139109"/>
            <ac:spMk id="6" creationId="{1A94DA80-D295-F4AC-8DE1-61DEF720FC7C}"/>
          </ac:spMkLst>
        </pc:spChg>
        <pc:spChg chg="add mod">
          <ac:chgData name="Hironari Yamada" userId="e57621f8-ec3c-449e-bb19-001fffcc008e" providerId="ADAL" clId="{BC0BD879-F267-5CCA-8DEA-E3B2DD07DA4E}" dt="2026-08-31T05:57:30.916" v="34355" actId="14100"/>
          <ac:spMkLst>
            <pc:docMk/>
            <pc:sldMk cId="2137224297" sldId="2076139109"/>
            <ac:spMk id="8" creationId="{BAB67DE2-58C0-147F-6979-220C8CA3EA36}"/>
          </ac:spMkLst>
        </pc:spChg>
        <pc:spChg chg="add mod">
          <ac:chgData name="Hironari Yamada" userId="e57621f8-ec3c-449e-bb19-001fffcc008e" providerId="ADAL" clId="{BC0BD879-F267-5CCA-8DEA-E3B2DD07DA4E}" dt="2026-08-31T05:56:53.716" v="34350" actId="1076"/>
          <ac:spMkLst>
            <pc:docMk/>
            <pc:sldMk cId="2137224297" sldId="2076139109"/>
            <ac:spMk id="10" creationId="{33DBDC1A-8103-ABD5-F11D-0CF65B034123}"/>
          </ac:spMkLst>
        </pc:spChg>
        <pc:spChg chg="add mod">
          <ac:chgData name="Hironari Yamada" userId="e57621f8-ec3c-449e-bb19-001fffcc008e" providerId="ADAL" clId="{BC0BD879-F267-5CCA-8DEA-E3B2DD07DA4E}" dt="2026-08-31T05:57:48.647" v="34387" actId="1076"/>
          <ac:spMkLst>
            <pc:docMk/>
            <pc:sldMk cId="2137224297" sldId="2076139109"/>
            <ac:spMk id="11" creationId="{9D6EE86C-3E51-9F1E-8897-889A2463D297}"/>
          </ac:spMkLst>
        </pc:spChg>
        <pc:spChg chg="add mod">
          <ac:chgData name="Hironari Yamada" userId="e57621f8-ec3c-449e-bb19-001fffcc008e" providerId="ADAL" clId="{BC0BD879-F267-5CCA-8DEA-E3B2DD07DA4E}" dt="2026-08-31T05:57:54.976" v="34390" actId="14100"/>
          <ac:spMkLst>
            <pc:docMk/>
            <pc:sldMk cId="2137224297" sldId="2076139109"/>
            <ac:spMk id="12" creationId="{D1A7C71F-70F0-F942-4183-53389DB63413}"/>
          </ac:spMkLst>
        </pc:spChg>
        <pc:spChg chg="add mod">
          <ac:chgData name="Hironari Yamada" userId="e57621f8-ec3c-449e-bb19-001fffcc008e" providerId="ADAL" clId="{BC0BD879-F267-5CCA-8DEA-E3B2DD07DA4E}" dt="2026-08-31T05:58:15.573" v="34469" actId="1076"/>
          <ac:spMkLst>
            <pc:docMk/>
            <pc:sldMk cId="2137224297" sldId="2076139109"/>
            <ac:spMk id="13" creationId="{E3E789A5-37AB-C02E-FEFE-344DBA5D1B9C}"/>
          </ac:spMkLst>
        </pc:spChg>
        <pc:spChg chg="add mod">
          <ac:chgData name="Hironari Yamada" userId="e57621f8-ec3c-449e-bb19-001fffcc008e" providerId="ADAL" clId="{BC0BD879-F267-5CCA-8DEA-E3B2DD07DA4E}" dt="2026-08-31T05:58:34.322" v="34474" actId="14100"/>
          <ac:spMkLst>
            <pc:docMk/>
            <pc:sldMk cId="2137224297" sldId="2076139109"/>
            <ac:spMk id="15" creationId="{EC188D39-C47B-5753-EBD3-3ACB215CD8EE}"/>
          </ac:spMkLst>
        </pc:spChg>
        <pc:spChg chg="add mod">
          <ac:chgData name="Hironari Yamada" userId="e57621f8-ec3c-449e-bb19-001fffcc008e" providerId="ADAL" clId="{BC0BD879-F267-5CCA-8DEA-E3B2DD07DA4E}" dt="2026-08-31T05:58:52.605" v="34538" actId="1076"/>
          <ac:spMkLst>
            <pc:docMk/>
            <pc:sldMk cId="2137224297" sldId="2076139109"/>
            <ac:spMk id="16" creationId="{028159E0-9DC5-D529-11CB-EF85853D5885}"/>
          </ac:spMkLst>
        </pc:spChg>
        <pc:spChg chg="add mod">
          <ac:chgData name="Hironari Yamada" userId="e57621f8-ec3c-449e-bb19-001fffcc008e" providerId="ADAL" clId="{BC0BD879-F267-5CCA-8DEA-E3B2DD07DA4E}" dt="2026-08-31T05:59:00.988" v="34541" actId="14100"/>
          <ac:spMkLst>
            <pc:docMk/>
            <pc:sldMk cId="2137224297" sldId="2076139109"/>
            <ac:spMk id="17" creationId="{C16E4B24-A4B7-6269-DB15-804A6050EF21}"/>
          </ac:spMkLst>
        </pc:spChg>
        <pc:spChg chg="add mod">
          <ac:chgData name="Hironari Yamada" userId="e57621f8-ec3c-449e-bb19-001fffcc008e" providerId="ADAL" clId="{BC0BD879-F267-5CCA-8DEA-E3B2DD07DA4E}" dt="2026-08-31T06:02:39.856" v="34776" actId="1076"/>
          <ac:spMkLst>
            <pc:docMk/>
            <pc:sldMk cId="2137224297" sldId="2076139109"/>
            <ac:spMk id="18" creationId="{4AF22E60-ECDE-AA8E-3A85-ED9BCA399C1B}"/>
          </ac:spMkLst>
        </pc:spChg>
        <pc:spChg chg="add mod">
          <ac:chgData name="Hironari Yamada" userId="e57621f8-ec3c-449e-bb19-001fffcc008e" providerId="ADAL" clId="{BC0BD879-F267-5CCA-8DEA-E3B2DD07DA4E}" dt="2026-08-31T05:59:34.388" v="34587" actId="14100"/>
          <ac:spMkLst>
            <pc:docMk/>
            <pc:sldMk cId="2137224297" sldId="2076139109"/>
            <ac:spMk id="19" creationId="{3BCB6D91-C69C-4050-A641-F1E7C5A08C14}"/>
          </ac:spMkLst>
        </pc:spChg>
        <pc:spChg chg="add mod">
          <ac:chgData name="Hironari Yamada" userId="e57621f8-ec3c-449e-bb19-001fffcc008e" providerId="ADAL" clId="{BC0BD879-F267-5CCA-8DEA-E3B2DD07DA4E}" dt="2026-08-31T05:59:42.692" v="34590" actId="14100"/>
          <ac:spMkLst>
            <pc:docMk/>
            <pc:sldMk cId="2137224297" sldId="2076139109"/>
            <ac:spMk id="20" creationId="{4779C984-8B83-BE16-29B7-2CDF1DF084E0}"/>
          </ac:spMkLst>
        </pc:spChg>
        <pc:spChg chg="add mod">
          <ac:chgData name="Hironari Yamada" userId="e57621f8-ec3c-449e-bb19-001fffcc008e" providerId="ADAL" clId="{BC0BD879-F267-5CCA-8DEA-E3B2DD07DA4E}" dt="2026-08-31T06:03:06.455" v="34782" actId="14100"/>
          <ac:spMkLst>
            <pc:docMk/>
            <pc:sldMk cId="2137224297" sldId="2076139109"/>
            <ac:spMk id="21" creationId="{8C5D03DF-7B6B-4CF7-7AFF-43429DCFDFBB}"/>
          </ac:spMkLst>
        </pc:spChg>
        <pc:spChg chg="add del">
          <ac:chgData name="Hironari Yamada" userId="e57621f8-ec3c-449e-bb19-001fffcc008e" providerId="ADAL" clId="{BC0BD879-F267-5CCA-8DEA-E3B2DD07DA4E}" dt="2026-08-31T06:03:22.948" v="34784" actId="478"/>
          <ac:spMkLst>
            <pc:docMk/>
            <pc:sldMk cId="2137224297" sldId="2076139109"/>
            <ac:spMk id="24" creationId="{E363C2B2-C9CA-86AB-081A-F67979E17522}"/>
          </ac:spMkLst>
        </pc:spChg>
        <pc:graphicFrameChg chg="add mod modGraphic">
          <ac:chgData name="Hironari Yamada" userId="e57621f8-ec3c-449e-bb19-001fffcc008e" providerId="ADAL" clId="{BC0BD879-F267-5CCA-8DEA-E3B2DD07DA4E}" dt="2026-08-31T06:02:59.791" v="34781" actId="14100"/>
          <ac:graphicFrameMkLst>
            <pc:docMk/>
            <pc:sldMk cId="2137224297" sldId="2076139109"/>
            <ac:graphicFrameMk id="22" creationId="{A2A2E445-565B-9802-5361-65BACA30EFAA}"/>
          </ac:graphicFrameMkLst>
        </pc:graphicFrameChg>
        <pc:picChg chg="add mod">
          <ac:chgData name="Hironari Yamada" userId="e57621f8-ec3c-449e-bb19-001fffcc008e" providerId="ADAL" clId="{BC0BD879-F267-5CCA-8DEA-E3B2DD07DA4E}" dt="2026-08-31T05:53:41.806" v="34092" actId="1076"/>
          <ac:picMkLst>
            <pc:docMk/>
            <pc:sldMk cId="2137224297" sldId="2076139109"/>
            <ac:picMk id="5" creationId="{6A225FC7-73DF-B35B-748C-8F6AA744E072}"/>
          </ac:picMkLst>
        </pc:picChg>
        <pc:picChg chg="add mod">
          <ac:chgData name="Hironari Yamada" userId="e57621f8-ec3c-449e-bb19-001fffcc008e" providerId="ADAL" clId="{BC0BD879-F267-5CCA-8DEA-E3B2DD07DA4E}" dt="2026-08-31T05:54:34.456" v="34097" actId="14100"/>
          <ac:picMkLst>
            <pc:docMk/>
            <pc:sldMk cId="2137224297" sldId="2076139109"/>
            <ac:picMk id="7" creationId="{346ED4E4-E76D-3FB9-1843-FD3DF5E4F80B}"/>
          </ac:picMkLst>
        </pc:picChg>
        <pc:picChg chg="del">
          <ac:chgData name="Hironari Yamada" userId="e57621f8-ec3c-449e-bb19-001fffcc008e" providerId="ADAL" clId="{BC0BD879-F267-5CCA-8DEA-E3B2DD07DA4E}" dt="2026-08-31T05:43:56.280" v="34086" actId="478"/>
          <ac:picMkLst>
            <pc:docMk/>
            <pc:sldMk cId="2137224297" sldId="2076139109"/>
            <ac:picMk id="14" creationId="{05121D4C-4A26-501F-B744-0471E6C3DFC8}"/>
          </ac:picMkLst>
        </pc:picChg>
      </pc:sldChg>
      <pc:sldChg chg="addSp delSp modSp add del mod">
        <pc:chgData name="Hironari Yamada" userId="e57621f8-ec3c-449e-bb19-001fffcc008e" providerId="ADAL" clId="{BC0BD879-F267-5CCA-8DEA-E3B2DD07DA4E}" dt="2026-08-31T15:00:25.534" v="43759" actId="2696"/>
        <pc:sldMkLst>
          <pc:docMk/>
          <pc:sldMk cId="500696143" sldId="2076139110"/>
        </pc:sldMkLst>
        <pc:spChg chg="del">
          <ac:chgData name="Hironari Yamada" userId="e57621f8-ec3c-449e-bb19-001fffcc008e" providerId="ADAL" clId="{BC0BD879-F267-5CCA-8DEA-E3B2DD07DA4E}" dt="2026-08-31T06:03:28.417" v="34786" actId="478"/>
          <ac:spMkLst>
            <pc:docMk/>
            <pc:sldMk cId="500696143" sldId="2076139110"/>
            <ac:spMk id="8" creationId="{B608207B-1A4C-8137-81F4-5737BA93B62E}"/>
          </ac:spMkLst>
        </pc:spChg>
        <pc:spChg chg="del">
          <ac:chgData name="Hironari Yamada" userId="e57621f8-ec3c-449e-bb19-001fffcc008e" providerId="ADAL" clId="{BC0BD879-F267-5CCA-8DEA-E3B2DD07DA4E}" dt="2026-08-31T06:03:28.417" v="34786" actId="478"/>
          <ac:spMkLst>
            <pc:docMk/>
            <pc:sldMk cId="500696143" sldId="2076139110"/>
            <ac:spMk id="10" creationId="{0B26822E-5D16-A580-DD44-1C302DFB5C8A}"/>
          </ac:spMkLst>
        </pc:spChg>
        <pc:spChg chg="del">
          <ac:chgData name="Hironari Yamada" userId="e57621f8-ec3c-449e-bb19-001fffcc008e" providerId="ADAL" clId="{BC0BD879-F267-5CCA-8DEA-E3B2DD07DA4E}" dt="2026-08-31T06:03:28.417" v="34786" actId="478"/>
          <ac:spMkLst>
            <pc:docMk/>
            <pc:sldMk cId="500696143" sldId="2076139110"/>
            <ac:spMk id="12" creationId="{E22EF9CD-48D1-E44B-0DFC-8FBB173D57A9}"/>
          </ac:spMkLst>
        </pc:spChg>
        <pc:spChg chg="del">
          <ac:chgData name="Hironari Yamada" userId="e57621f8-ec3c-449e-bb19-001fffcc008e" providerId="ADAL" clId="{BC0BD879-F267-5CCA-8DEA-E3B2DD07DA4E}" dt="2026-08-31T06:03:28.417" v="34786" actId="478"/>
          <ac:spMkLst>
            <pc:docMk/>
            <pc:sldMk cId="500696143" sldId="2076139110"/>
            <ac:spMk id="15" creationId="{CC8BBBD1-6D77-8BA7-B660-881EE55E69F9}"/>
          </ac:spMkLst>
        </pc:spChg>
        <pc:spChg chg="del">
          <ac:chgData name="Hironari Yamada" userId="e57621f8-ec3c-449e-bb19-001fffcc008e" providerId="ADAL" clId="{BC0BD879-F267-5CCA-8DEA-E3B2DD07DA4E}" dt="2026-08-31T06:03:28.417" v="34786" actId="478"/>
          <ac:spMkLst>
            <pc:docMk/>
            <pc:sldMk cId="500696143" sldId="2076139110"/>
            <ac:spMk id="17" creationId="{4E2E0564-07CB-EC86-02D4-A01205A432EB}"/>
          </ac:spMkLst>
        </pc:spChg>
        <pc:spChg chg="del">
          <ac:chgData name="Hironari Yamada" userId="e57621f8-ec3c-449e-bb19-001fffcc008e" providerId="ADAL" clId="{BC0BD879-F267-5CCA-8DEA-E3B2DD07DA4E}" dt="2026-08-31T06:03:28.417" v="34786" actId="478"/>
          <ac:spMkLst>
            <pc:docMk/>
            <pc:sldMk cId="500696143" sldId="2076139110"/>
            <ac:spMk id="18" creationId="{BB25A3D4-C73C-5638-42F4-7AA2DD30A0AB}"/>
          </ac:spMkLst>
        </pc:spChg>
        <pc:spChg chg="del">
          <ac:chgData name="Hironari Yamada" userId="e57621f8-ec3c-449e-bb19-001fffcc008e" providerId="ADAL" clId="{BC0BD879-F267-5CCA-8DEA-E3B2DD07DA4E}" dt="2026-08-31T06:03:28.417" v="34786" actId="478"/>
          <ac:spMkLst>
            <pc:docMk/>
            <pc:sldMk cId="500696143" sldId="2076139110"/>
            <ac:spMk id="19" creationId="{A6B3ADFA-8310-F388-07C0-C090CA4B005A}"/>
          </ac:spMkLst>
        </pc:spChg>
        <pc:spChg chg="del">
          <ac:chgData name="Hironari Yamada" userId="e57621f8-ec3c-449e-bb19-001fffcc008e" providerId="ADAL" clId="{BC0BD879-F267-5CCA-8DEA-E3B2DD07DA4E}" dt="2026-08-31T06:03:28.417" v="34786" actId="478"/>
          <ac:spMkLst>
            <pc:docMk/>
            <pc:sldMk cId="500696143" sldId="2076139110"/>
            <ac:spMk id="20" creationId="{61387D22-FCA6-5029-D68F-8B29089B4F47}"/>
          </ac:spMkLst>
        </pc:spChg>
        <pc:spChg chg="del">
          <ac:chgData name="Hironari Yamada" userId="e57621f8-ec3c-449e-bb19-001fffcc008e" providerId="ADAL" clId="{BC0BD879-F267-5CCA-8DEA-E3B2DD07DA4E}" dt="2026-08-31T06:03:28.417" v="34786" actId="478"/>
          <ac:spMkLst>
            <pc:docMk/>
            <pc:sldMk cId="500696143" sldId="2076139110"/>
            <ac:spMk id="21" creationId="{AA6EE1F5-B1B9-FA36-1FCF-CA30B724CAF0}"/>
          </ac:spMkLst>
        </pc:spChg>
        <pc:spChg chg="add mod">
          <ac:chgData name="Hironari Yamada" userId="e57621f8-ec3c-449e-bb19-001fffcc008e" providerId="ADAL" clId="{BC0BD879-F267-5CCA-8DEA-E3B2DD07DA4E}" dt="2026-08-31T06:06:34.009" v="34797" actId="14100"/>
          <ac:spMkLst>
            <pc:docMk/>
            <pc:sldMk cId="500696143" sldId="2076139110"/>
            <ac:spMk id="23" creationId="{B93FC495-C79A-5FC5-E149-2BB233F37EC2}"/>
          </ac:spMkLst>
        </pc:spChg>
        <pc:spChg chg="del">
          <ac:chgData name="Hironari Yamada" userId="e57621f8-ec3c-449e-bb19-001fffcc008e" providerId="ADAL" clId="{BC0BD879-F267-5CCA-8DEA-E3B2DD07DA4E}" dt="2026-08-31T06:03:28.417" v="34786" actId="478"/>
          <ac:spMkLst>
            <pc:docMk/>
            <pc:sldMk cId="500696143" sldId="2076139110"/>
            <ac:spMk id="24" creationId="{C3B892C3-AE4B-184D-0B77-9D00BF571DAE}"/>
          </ac:spMkLst>
        </pc:spChg>
        <pc:spChg chg="add mod">
          <ac:chgData name="Hironari Yamada" userId="e57621f8-ec3c-449e-bb19-001fffcc008e" providerId="ADAL" clId="{BC0BD879-F267-5CCA-8DEA-E3B2DD07DA4E}" dt="2026-08-31T06:06:45.022" v="34833" actId="20577"/>
          <ac:spMkLst>
            <pc:docMk/>
            <pc:sldMk cId="500696143" sldId="2076139110"/>
            <ac:spMk id="25" creationId="{006F4FB9-FC17-4230-F190-E8E5E8AEC3A1}"/>
          </ac:spMkLst>
        </pc:spChg>
        <pc:spChg chg="add mod">
          <ac:chgData name="Hironari Yamada" userId="e57621f8-ec3c-449e-bb19-001fffcc008e" providerId="ADAL" clId="{BC0BD879-F267-5CCA-8DEA-E3B2DD07DA4E}" dt="2026-08-31T06:06:54.185" v="34836" actId="14100"/>
          <ac:spMkLst>
            <pc:docMk/>
            <pc:sldMk cId="500696143" sldId="2076139110"/>
            <ac:spMk id="26" creationId="{5E8AE116-FDC5-FAA0-26B2-F3C84971E269}"/>
          </ac:spMkLst>
        </pc:spChg>
        <pc:spChg chg="add mod">
          <ac:chgData name="Hironari Yamada" userId="e57621f8-ec3c-449e-bb19-001fffcc008e" providerId="ADAL" clId="{BC0BD879-F267-5CCA-8DEA-E3B2DD07DA4E}" dt="2026-08-31T06:07:00.635" v="34839" actId="14100"/>
          <ac:spMkLst>
            <pc:docMk/>
            <pc:sldMk cId="500696143" sldId="2076139110"/>
            <ac:spMk id="27" creationId="{6D6A82D9-0E2F-AC47-DB14-4802BBB768CC}"/>
          </ac:spMkLst>
        </pc:spChg>
        <pc:spChg chg="add mod">
          <ac:chgData name="Hironari Yamada" userId="e57621f8-ec3c-449e-bb19-001fffcc008e" providerId="ADAL" clId="{BC0BD879-F267-5CCA-8DEA-E3B2DD07DA4E}" dt="2026-08-31T06:07:47.521" v="34925" actId="20577"/>
          <ac:spMkLst>
            <pc:docMk/>
            <pc:sldMk cId="500696143" sldId="2076139110"/>
            <ac:spMk id="28" creationId="{BC074252-8677-5EB5-EC85-786FCF7A56BC}"/>
          </ac:spMkLst>
        </pc:spChg>
        <pc:spChg chg="add mod">
          <ac:chgData name="Hironari Yamada" userId="e57621f8-ec3c-449e-bb19-001fffcc008e" providerId="ADAL" clId="{BC0BD879-F267-5CCA-8DEA-E3B2DD07DA4E}" dt="2026-08-31T06:07:27.867" v="34913" actId="20577"/>
          <ac:spMkLst>
            <pc:docMk/>
            <pc:sldMk cId="500696143" sldId="2076139110"/>
            <ac:spMk id="29" creationId="{039D475F-31DC-0593-BE1B-401749FDB412}"/>
          </ac:spMkLst>
        </pc:spChg>
        <pc:spChg chg="add mod">
          <ac:chgData name="Hironari Yamada" userId="e57621f8-ec3c-449e-bb19-001fffcc008e" providerId="ADAL" clId="{BC0BD879-F267-5CCA-8DEA-E3B2DD07DA4E}" dt="2026-08-31T06:07:38.359" v="34917" actId="14100"/>
          <ac:spMkLst>
            <pc:docMk/>
            <pc:sldMk cId="500696143" sldId="2076139110"/>
            <ac:spMk id="30" creationId="{8EA72C2E-C303-728B-B8EA-52BF8483AF50}"/>
          </ac:spMkLst>
        </pc:spChg>
        <pc:spChg chg="add mod">
          <ac:chgData name="Hironari Yamada" userId="e57621f8-ec3c-449e-bb19-001fffcc008e" providerId="ADAL" clId="{BC0BD879-F267-5CCA-8DEA-E3B2DD07DA4E}" dt="2026-08-31T06:07:45.323" v="34924" actId="20577"/>
          <ac:spMkLst>
            <pc:docMk/>
            <pc:sldMk cId="500696143" sldId="2076139110"/>
            <ac:spMk id="31" creationId="{3DAF05E6-2CA6-4779-5770-E412ED52B0A2}"/>
          </ac:spMkLst>
        </pc:spChg>
        <pc:spChg chg="add mod">
          <ac:chgData name="Hironari Yamada" userId="e57621f8-ec3c-449e-bb19-001fffcc008e" providerId="ADAL" clId="{BC0BD879-F267-5CCA-8DEA-E3B2DD07DA4E}" dt="2026-08-31T06:07:55.623" v="34928" actId="14100"/>
          <ac:spMkLst>
            <pc:docMk/>
            <pc:sldMk cId="500696143" sldId="2076139110"/>
            <ac:spMk id="32" creationId="{F93C8A5E-2E57-612E-AAF0-D5DC3274D9C2}"/>
          </ac:spMkLst>
        </pc:spChg>
        <pc:spChg chg="add mod">
          <ac:chgData name="Hironari Yamada" userId="e57621f8-ec3c-449e-bb19-001fffcc008e" providerId="ADAL" clId="{BC0BD879-F267-5CCA-8DEA-E3B2DD07DA4E}" dt="2026-08-31T06:08:10.639" v="34974" actId="20577"/>
          <ac:spMkLst>
            <pc:docMk/>
            <pc:sldMk cId="500696143" sldId="2076139110"/>
            <ac:spMk id="33" creationId="{5252B096-A519-A070-FBF1-3E2F66D13BF0}"/>
          </ac:spMkLst>
        </pc:spChg>
        <pc:spChg chg="add mod">
          <ac:chgData name="Hironari Yamada" userId="e57621f8-ec3c-449e-bb19-001fffcc008e" providerId="ADAL" clId="{BC0BD879-F267-5CCA-8DEA-E3B2DD07DA4E}" dt="2026-08-31T06:08:25.820" v="34980" actId="14100"/>
          <ac:spMkLst>
            <pc:docMk/>
            <pc:sldMk cId="500696143" sldId="2076139110"/>
            <ac:spMk id="34" creationId="{0380A1D0-C361-88DA-FAD0-D8AA7C7A59A7}"/>
          </ac:spMkLst>
        </pc:spChg>
        <pc:spChg chg="add mod">
          <ac:chgData name="Hironari Yamada" userId="e57621f8-ec3c-449e-bb19-001fffcc008e" providerId="ADAL" clId="{BC0BD879-F267-5CCA-8DEA-E3B2DD07DA4E}" dt="2026-08-31T06:08:30.843" v="34983" actId="14100"/>
          <ac:spMkLst>
            <pc:docMk/>
            <pc:sldMk cId="500696143" sldId="2076139110"/>
            <ac:spMk id="35" creationId="{A960302F-76CA-E0A6-F003-5DBBEB2B8252}"/>
          </ac:spMkLst>
        </pc:spChg>
        <pc:spChg chg="add mod">
          <ac:chgData name="Hironari Yamada" userId="e57621f8-ec3c-449e-bb19-001fffcc008e" providerId="ADAL" clId="{BC0BD879-F267-5CCA-8DEA-E3B2DD07DA4E}" dt="2026-08-31T07:07:33.689" v="35481" actId="20577"/>
          <ac:spMkLst>
            <pc:docMk/>
            <pc:sldMk cId="500696143" sldId="2076139110"/>
            <ac:spMk id="36" creationId="{22859E1A-7153-9283-541E-263FDB6B8A65}"/>
          </ac:spMkLst>
        </pc:spChg>
        <pc:picChg chg="add mod">
          <ac:chgData name="Hironari Yamada" userId="e57621f8-ec3c-449e-bb19-001fffcc008e" providerId="ADAL" clId="{BC0BD879-F267-5CCA-8DEA-E3B2DD07DA4E}" dt="2026-08-31T06:08:20.001" v="34978" actId="1076"/>
          <ac:picMkLst>
            <pc:docMk/>
            <pc:sldMk cId="500696143" sldId="2076139110"/>
            <ac:picMk id="6" creationId="{20508E9F-8DE6-3B39-2968-0820643D2747}"/>
          </ac:picMkLst>
        </pc:picChg>
        <pc:picChg chg="add mod">
          <ac:chgData name="Hironari Yamada" userId="e57621f8-ec3c-449e-bb19-001fffcc008e" providerId="ADAL" clId="{BC0BD879-F267-5CCA-8DEA-E3B2DD07DA4E}" dt="2026-08-31T06:06:15.635" v="34794" actId="14100"/>
          <ac:picMkLst>
            <pc:docMk/>
            <pc:sldMk cId="500696143" sldId="2076139110"/>
            <ac:picMk id="14" creationId="{319FDA56-56B0-0E6A-8C51-95BD211FAF84}"/>
          </ac:picMkLst>
        </pc:picChg>
      </pc:sldChg>
      <pc:sldChg chg="addSp delSp modSp add del mod">
        <pc:chgData name="Hironari Yamada" userId="e57621f8-ec3c-449e-bb19-001fffcc008e" providerId="ADAL" clId="{BC0BD879-F267-5CCA-8DEA-E3B2DD07DA4E}" dt="2026-08-31T15:00:25.525" v="43749" actId="2696"/>
        <pc:sldMkLst>
          <pc:docMk/>
          <pc:sldMk cId="1311786990" sldId="2076139111"/>
        </pc:sldMkLst>
        <pc:spChg chg="mod">
          <ac:chgData name="Hironari Yamada" userId="e57621f8-ec3c-449e-bb19-001fffcc008e" providerId="ADAL" clId="{BC0BD879-F267-5CCA-8DEA-E3B2DD07DA4E}" dt="2026-08-31T07:19:18.460" v="35760" actId="20577"/>
          <ac:spMkLst>
            <pc:docMk/>
            <pc:sldMk cId="1311786990" sldId="2076139111"/>
            <ac:spMk id="3" creationId="{0A3B10EB-765A-B072-CF32-DBE9530CE27A}"/>
          </ac:spMkLst>
        </pc:spChg>
        <pc:spChg chg="del">
          <ac:chgData name="Hironari Yamada" userId="e57621f8-ec3c-449e-bb19-001fffcc008e" providerId="ADAL" clId="{BC0BD879-F267-5CCA-8DEA-E3B2DD07DA4E}" dt="2026-08-31T07:19:22.661" v="35761" actId="478"/>
          <ac:spMkLst>
            <pc:docMk/>
            <pc:sldMk cId="1311786990" sldId="2076139111"/>
            <ac:spMk id="6" creationId="{CCB8682C-E0EB-5E30-F2AA-24D6BB0AEB83}"/>
          </ac:spMkLst>
        </pc:spChg>
        <pc:spChg chg="del">
          <ac:chgData name="Hironari Yamada" userId="e57621f8-ec3c-449e-bb19-001fffcc008e" providerId="ADAL" clId="{BC0BD879-F267-5CCA-8DEA-E3B2DD07DA4E}" dt="2026-08-31T07:19:22.661" v="35761" actId="478"/>
          <ac:spMkLst>
            <pc:docMk/>
            <pc:sldMk cId="1311786990" sldId="2076139111"/>
            <ac:spMk id="7" creationId="{EAA324E1-57B3-6036-AF3A-AFFCF4AB1E19}"/>
          </ac:spMkLst>
        </pc:spChg>
        <pc:spChg chg="del">
          <ac:chgData name="Hironari Yamada" userId="e57621f8-ec3c-449e-bb19-001fffcc008e" providerId="ADAL" clId="{BC0BD879-F267-5CCA-8DEA-E3B2DD07DA4E}" dt="2026-08-31T07:19:22.661" v="35761" actId="478"/>
          <ac:spMkLst>
            <pc:docMk/>
            <pc:sldMk cId="1311786990" sldId="2076139111"/>
            <ac:spMk id="8" creationId="{2DB98DD5-0422-DCCD-8CEC-B75DD49BD5F1}"/>
          </ac:spMkLst>
        </pc:spChg>
        <pc:spChg chg="add del">
          <ac:chgData name="Hironari Yamada" userId="e57621f8-ec3c-449e-bb19-001fffcc008e" providerId="ADAL" clId="{BC0BD879-F267-5CCA-8DEA-E3B2DD07DA4E}" dt="2026-08-31T07:23:33.681" v="35770" actId="478"/>
          <ac:spMkLst>
            <pc:docMk/>
            <pc:sldMk cId="1311786990" sldId="2076139111"/>
            <ac:spMk id="12" creationId="{7950ABC9-CAE2-CF06-9888-588CD821B181}"/>
          </ac:spMkLst>
        </pc:spChg>
        <pc:spChg chg="add mod">
          <ac:chgData name="Hironari Yamada" userId="e57621f8-ec3c-449e-bb19-001fffcc008e" providerId="ADAL" clId="{BC0BD879-F267-5CCA-8DEA-E3B2DD07DA4E}" dt="2026-08-31T07:23:46.346" v="35774" actId="14100"/>
          <ac:spMkLst>
            <pc:docMk/>
            <pc:sldMk cId="1311786990" sldId="2076139111"/>
            <ac:spMk id="13" creationId="{B662B634-619F-2CCF-87E1-05CAA0DE3CA7}"/>
          </ac:spMkLst>
        </pc:spChg>
        <pc:spChg chg="add mod">
          <ac:chgData name="Hironari Yamada" userId="e57621f8-ec3c-449e-bb19-001fffcc008e" providerId="ADAL" clId="{BC0BD879-F267-5CCA-8DEA-E3B2DD07DA4E}" dt="2026-08-31T07:24:08.338" v="35841" actId="1076"/>
          <ac:spMkLst>
            <pc:docMk/>
            <pc:sldMk cId="1311786990" sldId="2076139111"/>
            <ac:spMk id="14" creationId="{8F5ED75E-BED7-9400-9BB4-59C622513AF3}"/>
          </ac:spMkLst>
        </pc:spChg>
        <pc:spChg chg="add mod">
          <ac:chgData name="Hironari Yamada" userId="e57621f8-ec3c-449e-bb19-001fffcc008e" providerId="ADAL" clId="{BC0BD879-F267-5CCA-8DEA-E3B2DD07DA4E}" dt="2026-08-31T07:24:15.193" v="35844" actId="14100"/>
          <ac:spMkLst>
            <pc:docMk/>
            <pc:sldMk cId="1311786990" sldId="2076139111"/>
            <ac:spMk id="15" creationId="{B83516C2-0F8A-DC9E-F73C-D83A6CE31F37}"/>
          </ac:spMkLst>
        </pc:spChg>
        <pc:spChg chg="add mod">
          <ac:chgData name="Hironari Yamada" userId="e57621f8-ec3c-449e-bb19-001fffcc008e" providerId="ADAL" clId="{BC0BD879-F267-5CCA-8DEA-E3B2DD07DA4E}" dt="2026-08-31T07:24:28.605" v="35881" actId="20577"/>
          <ac:spMkLst>
            <pc:docMk/>
            <pc:sldMk cId="1311786990" sldId="2076139111"/>
            <ac:spMk id="16" creationId="{C79EAA16-2516-2DF2-4685-E17A933B0125}"/>
          </ac:spMkLst>
        </pc:spChg>
        <pc:spChg chg="add mod">
          <ac:chgData name="Hironari Yamada" userId="e57621f8-ec3c-449e-bb19-001fffcc008e" providerId="ADAL" clId="{BC0BD879-F267-5CCA-8DEA-E3B2DD07DA4E}" dt="2026-08-31T07:24:38.278" v="35885" actId="14100"/>
          <ac:spMkLst>
            <pc:docMk/>
            <pc:sldMk cId="1311786990" sldId="2076139111"/>
            <ac:spMk id="17" creationId="{9D920884-46F6-52B2-C14F-1A4CD5B2BCB7}"/>
          </ac:spMkLst>
        </pc:spChg>
        <pc:spChg chg="add mod">
          <ac:chgData name="Hironari Yamada" userId="e57621f8-ec3c-449e-bb19-001fffcc008e" providerId="ADAL" clId="{BC0BD879-F267-5CCA-8DEA-E3B2DD07DA4E}" dt="2026-08-31T07:24:58.587" v="35937" actId="1076"/>
          <ac:spMkLst>
            <pc:docMk/>
            <pc:sldMk cId="1311786990" sldId="2076139111"/>
            <ac:spMk id="18" creationId="{7DC8EAF5-3B08-FA61-EACC-EE59FCAFE98A}"/>
          </ac:spMkLst>
        </pc:spChg>
        <pc:spChg chg="add mod">
          <ac:chgData name="Hironari Yamada" userId="e57621f8-ec3c-449e-bb19-001fffcc008e" providerId="ADAL" clId="{BC0BD879-F267-5CCA-8DEA-E3B2DD07DA4E}" dt="2026-08-31T07:24:56.712" v="35936" actId="14100"/>
          <ac:spMkLst>
            <pc:docMk/>
            <pc:sldMk cId="1311786990" sldId="2076139111"/>
            <ac:spMk id="19" creationId="{3710569E-4E1A-59F3-2378-DED022002ABB}"/>
          </ac:spMkLst>
        </pc:spChg>
        <pc:spChg chg="add mod">
          <ac:chgData name="Hironari Yamada" userId="e57621f8-ec3c-449e-bb19-001fffcc008e" providerId="ADAL" clId="{BC0BD879-F267-5CCA-8DEA-E3B2DD07DA4E}" dt="2026-08-31T07:25:08.589" v="35982" actId="20577"/>
          <ac:spMkLst>
            <pc:docMk/>
            <pc:sldMk cId="1311786990" sldId="2076139111"/>
            <ac:spMk id="20" creationId="{35823C25-049C-20BD-873E-4737591907D2}"/>
          </ac:spMkLst>
        </pc:spChg>
        <pc:spChg chg="add mod">
          <ac:chgData name="Hironari Yamada" userId="e57621f8-ec3c-449e-bb19-001fffcc008e" providerId="ADAL" clId="{BC0BD879-F267-5CCA-8DEA-E3B2DD07DA4E}" dt="2026-08-31T07:25:14.922" v="35985" actId="14100"/>
          <ac:spMkLst>
            <pc:docMk/>
            <pc:sldMk cId="1311786990" sldId="2076139111"/>
            <ac:spMk id="21" creationId="{79D9AA0F-069A-4EB5-2892-D6CDB1D7D364}"/>
          </ac:spMkLst>
        </pc:spChg>
        <pc:picChg chg="del">
          <ac:chgData name="Hironari Yamada" userId="e57621f8-ec3c-449e-bb19-001fffcc008e" providerId="ADAL" clId="{BC0BD879-F267-5CCA-8DEA-E3B2DD07DA4E}" dt="2026-08-31T07:19:22.661" v="35761" actId="478"/>
          <ac:picMkLst>
            <pc:docMk/>
            <pc:sldMk cId="1311786990" sldId="2076139111"/>
            <ac:picMk id="5" creationId="{627E886E-E917-3C59-DC35-3AE236EBF337}"/>
          </ac:picMkLst>
        </pc:picChg>
        <pc:picChg chg="add mod">
          <ac:chgData name="Hironari Yamada" userId="e57621f8-ec3c-449e-bb19-001fffcc008e" providerId="ADAL" clId="{BC0BD879-F267-5CCA-8DEA-E3B2DD07DA4E}" dt="2026-08-31T07:22:33.879" v="35764" actId="14100"/>
          <ac:picMkLst>
            <pc:docMk/>
            <pc:sldMk cId="1311786990" sldId="2076139111"/>
            <ac:picMk id="10" creationId="{E4FDA29D-B7F2-FE87-7639-D07758257496}"/>
          </ac:picMkLst>
        </pc:picChg>
        <pc:picChg chg="add mod">
          <ac:chgData name="Hironari Yamada" userId="e57621f8-ec3c-449e-bb19-001fffcc008e" providerId="ADAL" clId="{BC0BD879-F267-5CCA-8DEA-E3B2DD07DA4E}" dt="2026-08-31T07:23:21.055" v="35768" actId="14100"/>
          <ac:picMkLst>
            <pc:docMk/>
            <pc:sldMk cId="1311786990" sldId="2076139111"/>
            <ac:picMk id="11" creationId="{CAB2FD4C-CC63-68C5-B358-1F757BD2112C}"/>
          </ac:picMkLst>
        </pc:picChg>
      </pc:sldChg>
      <pc:sldChg chg="addSp delSp modSp add del mod">
        <pc:chgData name="Hironari Yamada" userId="e57621f8-ec3c-449e-bb19-001fffcc008e" providerId="ADAL" clId="{BC0BD879-F267-5CCA-8DEA-E3B2DD07DA4E}" dt="2026-08-31T11:23:20.821" v="36439" actId="2696"/>
        <pc:sldMkLst>
          <pc:docMk/>
          <pc:sldMk cId="1807294534" sldId="2076139112"/>
        </pc:sldMkLst>
        <pc:spChg chg="mod">
          <ac:chgData name="Hironari Yamada" userId="e57621f8-ec3c-449e-bb19-001fffcc008e" providerId="ADAL" clId="{BC0BD879-F267-5CCA-8DEA-E3B2DD07DA4E}" dt="2026-08-31T07:28:37.086" v="36092" actId="20577"/>
          <ac:spMkLst>
            <pc:docMk/>
            <pc:sldMk cId="1807294534" sldId="2076139112"/>
            <ac:spMk id="3" creationId="{28756D45-A755-D52D-312B-7EFED288ECB6}"/>
          </ac:spMkLst>
        </pc:spChg>
        <pc:spChg chg="add mod">
          <ac:chgData name="Hironari Yamada" userId="e57621f8-ec3c-449e-bb19-001fffcc008e" providerId="ADAL" clId="{BC0BD879-F267-5CCA-8DEA-E3B2DD07DA4E}" dt="2026-08-31T07:31:22.801" v="36177" actId="207"/>
          <ac:spMkLst>
            <pc:docMk/>
            <pc:sldMk cId="1807294534" sldId="2076139112"/>
            <ac:spMk id="6" creationId="{23D0CBE3-2B32-67F4-2E6F-CA41D64ADB95}"/>
          </ac:spMkLst>
        </pc:spChg>
        <pc:spChg chg="del">
          <ac:chgData name="Hironari Yamada" userId="e57621f8-ec3c-449e-bb19-001fffcc008e" providerId="ADAL" clId="{BC0BD879-F267-5CCA-8DEA-E3B2DD07DA4E}" dt="2026-08-31T07:26:48.855" v="35987" actId="478"/>
          <ac:spMkLst>
            <pc:docMk/>
            <pc:sldMk cId="1807294534" sldId="2076139112"/>
            <ac:spMk id="13" creationId="{386864BF-9B72-9B91-72A2-6376895A1182}"/>
          </ac:spMkLst>
        </pc:spChg>
        <pc:spChg chg="del">
          <ac:chgData name="Hironari Yamada" userId="e57621f8-ec3c-449e-bb19-001fffcc008e" providerId="ADAL" clId="{BC0BD879-F267-5CCA-8DEA-E3B2DD07DA4E}" dt="2026-08-31T07:26:48.855" v="35987" actId="478"/>
          <ac:spMkLst>
            <pc:docMk/>
            <pc:sldMk cId="1807294534" sldId="2076139112"/>
            <ac:spMk id="14" creationId="{3855DBAB-11C3-E3B0-B3C1-322047B43A0A}"/>
          </ac:spMkLst>
        </pc:spChg>
        <pc:spChg chg="del">
          <ac:chgData name="Hironari Yamada" userId="e57621f8-ec3c-449e-bb19-001fffcc008e" providerId="ADAL" clId="{BC0BD879-F267-5CCA-8DEA-E3B2DD07DA4E}" dt="2026-08-31T07:26:48.855" v="35987" actId="478"/>
          <ac:spMkLst>
            <pc:docMk/>
            <pc:sldMk cId="1807294534" sldId="2076139112"/>
            <ac:spMk id="15" creationId="{59FF8456-9956-AA2D-1658-EC7439746ACA}"/>
          </ac:spMkLst>
        </pc:spChg>
        <pc:spChg chg="del">
          <ac:chgData name="Hironari Yamada" userId="e57621f8-ec3c-449e-bb19-001fffcc008e" providerId="ADAL" clId="{BC0BD879-F267-5CCA-8DEA-E3B2DD07DA4E}" dt="2026-08-31T07:26:48.855" v="35987" actId="478"/>
          <ac:spMkLst>
            <pc:docMk/>
            <pc:sldMk cId="1807294534" sldId="2076139112"/>
            <ac:spMk id="16" creationId="{4D2CD375-CD4F-956D-539E-FFF2EADAFB4B}"/>
          </ac:spMkLst>
        </pc:spChg>
        <pc:spChg chg="del">
          <ac:chgData name="Hironari Yamada" userId="e57621f8-ec3c-449e-bb19-001fffcc008e" providerId="ADAL" clId="{BC0BD879-F267-5CCA-8DEA-E3B2DD07DA4E}" dt="2026-08-31T07:26:48.855" v="35987" actId="478"/>
          <ac:spMkLst>
            <pc:docMk/>
            <pc:sldMk cId="1807294534" sldId="2076139112"/>
            <ac:spMk id="17" creationId="{0A32394A-F5A7-72C0-C260-43469207325D}"/>
          </ac:spMkLst>
        </pc:spChg>
        <pc:spChg chg="del">
          <ac:chgData name="Hironari Yamada" userId="e57621f8-ec3c-449e-bb19-001fffcc008e" providerId="ADAL" clId="{BC0BD879-F267-5CCA-8DEA-E3B2DD07DA4E}" dt="2026-08-31T07:26:48.855" v="35987" actId="478"/>
          <ac:spMkLst>
            <pc:docMk/>
            <pc:sldMk cId="1807294534" sldId="2076139112"/>
            <ac:spMk id="18" creationId="{C11B15F6-956A-7ADF-FD01-3220B2E11EBA}"/>
          </ac:spMkLst>
        </pc:spChg>
        <pc:spChg chg="del">
          <ac:chgData name="Hironari Yamada" userId="e57621f8-ec3c-449e-bb19-001fffcc008e" providerId="ADAL" clId="{BC0BD879-F267-5CCA-8DEA-E3B2DD07DA4E}" dt="2026-08-31T07:26:48.855" v="35987" actId="478"/>
          <ac:spMkLst>
            <pc:docMk/>
            <pc:sldMk cId="1807294534" sldId="2076139112"/>
            <ac:spMk id="19" creationId="{AC4D438B-3491-9A49-958A-A55E365C8086}"/>
          </ac:spMkLst>
        </pc:spChg>
        <pc:spChg chg="del">
          <ac:chgData name="Hironari Yamada" userId="e57621f8-ec3c-449e-bb19-001fffcc008e" providerId="ADAL" clId="{BC0BD879-F267-5CCA-8DEA-E3B2DD07DA4E}" dt="2026-08-31T07:26:48.855" v="35987" actId="478"/>
          <ac:spMkLst>
            <pc:docMk/>
            <pc:sldMk cId="1807294534" sldId="2076139112"/>
            <ac:spMk id="20" creationId="{B084BF2C-1BEB-8AEF-4473-8A99A1791325}"/>
          </ac:spMkLst>
        </pc:spChg>
        <pc:spChg chg="del">
          <ac:chgData name="Hironari Yamada" userId="e57621f8-ec3c-449e-bb19-001fffcc008e" providerId="ADAL" clId="{BC0BD879-F267-5CCA-8DEA-E3B2DD07DA4E}" dt="2026-08-31T07:26:48.855" v="35987" actId="478"/>
          <ac:spMkLst>
            <pc:docMk/>
            <pc:sldMk cId="1807294534" sldId="2076139112"/>
            <ac:spMk id="21" creationId="{500E7108-4627-038A-EE4A-7B04325278F6}"/>
          </ac:spMkLst>
        </pc:spChg>
        <pc:picChg chg="add mod">
          <ac:chgData name="Hironari Yamada" userId="e57621f8-ec3c-449e-bb19-001fffcc008e" providerId="ADAL" clId="{BC0BD879-F267-5CCA-8DEA-E3B2DD07DA4E}" dt="2026-08-31T07:27:42.240" v="36085" actId="14100"/>
          <ac:picMkLst>
            <pc:docMk/>
            <pc:sldMk cId="1807294534" sldId="2076139112"/>
            <ac:picMk id="5" creationId="{24867D94-3E5F-66B7-47B9-594818553D7F}"/>
          </ac:picMkLst>
        </pc:picChg>
        <pc:picChg chg="del">
          <ac:chgData name="Hironari Yamada" userId="e57621f8-ec3c-449e-bb19-001fffcc008e" providerId="ADAL" clId="{BC0BD879-F267-5CCA-8DEA-E3B2DD07DA4E}" dt="2026-08-31T07:26:48.855" v="35987" actId="478"/>
          <ac:picMkLst>
            <pc:docMk/>
            <pc:sldMk cId="1807294534" sldId="2076139112"/>
            <ac:picMk id="10" creationId="{DA4CDF08-78DE-EEBE-9EBC-24DD5C751C6F}"/>
          </ac:picMkLst>
        </pc:picChg>
      </pc:sldChg>
      <pc:sldChg chg="addSp delSp modSp add del mod">
        <pc:chgData name="Hironari Yamada" userId="e57621f8-ec3c-449e-bb19-001fffcc008e" providerId="ADAL" clId="{BC0BD879-F267-5CCA-8DEA-E3B2DD07DA4E}" dt="2026-08-31T15:00:25.540" v="43766" actId="2696"/>
        <pc:sldMkLst>
          <pc:docMk/>
          <pc:sldMk cId="4137051227" sldId="2076139113"/>
        </pc:sldMkLst>
        <pc:spChg chg="mod">
          <ac:chgData name="Hironari Yamada" userId="e57621f8-ec3c-449e-bb19-001fffcc008e" providerId="ADAL" clId="{BC0BD879-F267-5CCA-8DEA-E3B2DD07DA4E}" dt="2026-08-31T11:21:52.438" v="36396" actId="1076"/>
          <ac:spMkLst>
            <pc:docMk/>
            <pc:sldMk cId="4137051227" sldId="2076139113"/>
            <ac:spMk id="6" creationId="{7B3E127B-497E-74BA-161D-C0766A3E225C}"/>
          </ac:spMkLst>
        </pc:spChg>
        <pc:spChg chg="add del">
          <ac:chgData name="Hironari Yamada" userId="e57621f8-ec3c-449e-bb19-001fffcc008e" providerId="ADAL" clId="{BC0BD879-F267-5CCA-8DEA-E3B2DD07DA4E}" dt="2026-08-31T11:20:38.529" v="36383" actId="22"/>
          <ac:spMkLst>
            <pc:docMk/>
            <pc:sldMk cId="4137051227" sldId="2076139113"/>
            <ac:spMk id="8" creationId="{780DEFA8-BC6F-2EBF-88B6-76FAFE0C9A85}"/>
          </ac:spMkLst>
        </pc:spChg>
        <pc:spChg chg="add del">
          <ac:chgData name="Hironari Yamada" userId="e57621f8-ec3c-449e-bb19-001fffcc008e" providerId="ADAL" clId="{BC0BD879-F267-5CCA-8DEA-E3B2DD07DA4E}" dt="2026-08-31T11:21:12.955" v="36385" actId="22"/>
          <ac:spMkLst>
            <pc:docMk/>
            <pc:sldMk cId="4137051227" sldId="2076139113"/>
            <ac:spMk id="11" creationId="{268D4549-5A68-A57F-8C69-63B1DC324F45}"/>
          </ac:spMkLst>
        </pc:spChg>
        <pc:spChg chg="add mod">
          <ac:chgData name="Hironari Yamada" userId="e57621f8-ec3c-449e-bb19-001fffcc008e" providerId="ADAL" clId="{BC0BD879-F267-5CCA-8DEA-E3B2DD07DA4E}" dt="2026-08-31T11:21:44.459" v="36394" actId="14100"/>
          <ac:spMkLst>
            <pc:docMk/>
            <pc:sldMk cId="4137051227" sldId="2076139113"/>
            <ac:spMk id="13" creationId="{C784FBB7-FB77-FAFB-CDEC-C27A4851002A}"/>
          </ac:spMkLst>
        </pc:spChg>
        <pc:picChg chg="del">
          <ac:chgData name="Hironari Yamada" userId="e57621f8-ec3c-449e-bb19-001fffcc008e" providerId="ADAL" clId="{BC0BD879-F267-5CCA-8DEA-E3B2DD07DA4E}" dt="2026-08-31T11:20:29.498" v="36380" actId="478"/>
          <ac:picMkLst>
            <pc:docMk/>
            <pc:sldMk cId="4137051227" sldId="2076139113"/>
            <ac:picMk id="5" creationId="{851B3543-572F-F3EC-7737-0D9F05F1F4FD}"/>
          </ac:picMkLst>
        </pc:picChg>
      </pc:sldChg>
      <pc:sldChg chg="addSp delSp modSp add del mod">
        <pc:chgData name="Hironari Yamada" userId="e57621f8-ec3c-449e-bb19-001fffcc008e" providerId="ADAL" clId="{BC0BD879-F267-5CCA-8DEA-E3B2DD07DA4E}" dt="2026-08-31T15:00:25.551" v="43779" actId="2696"/>
        <pc:sldMkLst>
          <pc:docMk/>
          <pc:sldMk cId="1467223542" sldId="2076139114"/>
        </pc:sldMkLst>
        <pc:spChg chg="del">
          <ac:chgData name="Hironari Yamada" userId="e57621f8-ec3c-449e-bb19-001fffcc008e" providerId="ADAL" clId="{BC0BD879-F267-5CCA-8DEA-E3B2DD07DA4E}" dt="2026-08-31T11:39:41.685" v="36712" actId="478"/>
          <ac:spMkLst>
            <pc:docMk/>
            <pc:sldMk cId="1467223542" sldId="2076139114"/>
            <ac:spMk id="6" creationId="{15D1C778-CE50-E036-C013-98BD30D53406}"/>
          </ac:spMkLst>
        </pc:spChg>
        <pc:spChg chg="del">
          <ac:chgData name="Hironari Yamada" userId="e57621f8-ec3c-449e-bb19-001fffcc008e" providerId="ADAL" clId="{BC0BD879-F267-5CCA-8DEA-E3B2DD07DA4E}" dt="2026-08-31T11:39:41.685" v="36712" actId="478"/>
          <ac:spMkLst>
            <pc:docMk/>
            <pc:sldMk cId="1467223542" sldId="2076139114"/>
            <ac:spMk id="7" creationId="{DEF2D84D-B613-40D4-EDF8-41826B3E6887}"/>
          </ac:spMkLst>
        </pc:spChg>
        <pc:spChg chg="del">
          <ac:chgData name="Hironari Yamada" userId="e57621f8-ec3c-449e-bb19-001fffcc008e" providerId="ADAL" clId="{BC0BD879-F267-5CCA-8DEA-E3B2DD07DA4E}" dt="2026-08-31T11:39:41.685" v="36712" actId="478"/>
          <ac:spMkLst>
            <pc:docMk/>
            <pc:sldMk cId="1467223542" sldId="2076139114"/>
            <ac:spMk id="10" creationId="{ADBD1731-A98E-AFF7-78A5-8D6580837BCC}"/>
          </ac:spMkLst>
        </pc:spChg>
        <pc:spChg chg="del">
          <ac:chgData name="Hironari Yamada" userId="e57621f8-ec3c-449e-bb19-001fffcc008e" providerId="ADAL" clId="{BC0BD879-F267-5CCA-8DEA-E3B2DD07DA4E}" dt="2026-08-31T11:39:41.685" v="36712" actId="478"/>
          <ac:spMkLst>
            <pc:docMk/>
            <pc:sldMk cId="1467223542" sldId="2076139114"/>
            <ac:spMk id="11" creationId="{851C97BA-894E-4E1F-5B81-BA39619F2A78}"/>
          </ac:spMkLst>
        </pc:spChg>
        <pc:spChg chg="add mod">
          <ac:chgData name="Hironari Yamada" userId="e57621f8-ec3c-449e-bb19-001fffcc008e" providerId="ADAL" clId="{BC0BD879-F267-5CCA-8DEA-E3B2DD07DA4E}" dt="2026-08-31T11:40:00.277" v="36713"/>
          <ac:spMkLst>
            <pc:docMk/>
            <pc:sldMk cId="1467223542" sldId="2076139114"/>
            <ac:spMk id="13" creationId="{41CAB1D1-A457-ADBB-2E8A-84179BE7EFD3}"/>
          </ac:spMkLst>
        </pc:spChg>
        <pc:spChg chg="add mod">
          <ac:chgData name="Hironari Yamada" userId="e57621f8-ec3c-449e-bb19-001fffcc008e" providerId="ADAL" clId="{BC0BD879-F267-5CCA-8DEA-E3B2DD07DA4E}" dt="2026-08-31T11:40:00.277" v="36713"/>
          <ac:spMkLst>
            <pc:docMk/>
            <pc:sldMk cId="1467223542" sldId="2076139114"/>
            <ac:spMk id="14" creationId="{D76651F7-7FB4-7064-24BF-48E6C0219B34}"/>
          </ac:spMkLst>
        </pc:spChg>
        <pc:spChg chg="add mod">
          <ac:chgData name="Hironari Yamada" userId="e57621f8-ec3c-449e-bb19-001fffcc008e" providerId="ADAL" clId="{BC0BD879-F267-5CCA-8DEA-E3B2DD07DA4E}" dt="2026-08-31T11:40:00.277" v="36713"/>
          <ac:spMkLst>
            <pc:docMk/>
            <pc:sldMk cId="1467223542" sldId="2076139114"/>
            <ac:spMk id="15" creationId="{7A4F4913-F166-CF48-842A-494BA6DE8A1A}"/>
          </ac:spMkLst>
        </pc:spChg>
        <pc:spChg chg="add mod">
          <ac:chgData name="Hironari Yamada" userId="e57621f8-ec3c-449e-bb19-001fffcc008e" providerId="ADAL" clId="{BC0BD879-F267-5CCA-8DEA-E3B2DD07DA4E}" dt="2026-08-31T11:40:00.277" v="36713"/>
          <ac:spMkLst>
            <pc:docMk/>
            <pc:sldMk cId="1467223542" sldId="2076139114"/>
            <ac:spMk id="16" creationId="{C1E5E86D-BE1F-F2B8-DBF3-D3713F7EDE92}"/>
          </ac:spMkLst>
        </pc:spChg>
        <pc:spChg chg="add mod">
          <ac:chgData name="Hironari Yamada" userId="e57621f8-ec3c-449e-bb19-001fffcc008e" providerId="ADAL" clId="{BC0BD879-F267-5CCA-8DEA-E3B2DD07DA4E}" dt="2026-08-31T11:40:00.277" v="36713"/>
          <ac:spMkLst>
            <pc:docMk/>
            <pc:sldMk cId="1467223542" sldId="2076139114"/>
            <ac:spMk id="17" creationId="{32240522-0622-8E5D-0D62-BB19145C181B}"/>
          </ac:spMkLst>
        </pc:spChg>
        <pc:spChg chg="add mod">
          <ac:chgData name="Hironari Yamada" userId="e57621f8-ec3c-449e-bb19-001fffcc008e" providerId="ADAL" clId="{BC0BD879-F267-5CCA-8DEA-E3B2DD07DA4E}" dt="2026-08-31T11:41:31.129" v="36720" actId="14100"/>
          <ac:spMkLst>
            <pc:docMk/>
            <pc:sldMk cId="1467223542" sldId="2076139114"/>
            <ac:spMk id="19" creationId="{C1EB5CC1-7C77-DED8-E587-10AF713255EC}"/>
          </ac:spMkLst>
        </pc:spChg>
        <pc:spChg chg="add mod">
          <ac:chgData name="Hironari Yamada" userId="e57621f8-ec3c-449e-bb19-001fffcc008e" providerId="ADAL" clId="{BC0BD879-F267-5CCA-8DEA-E3B2DD07DA4E}" dt="2026-08-31T11:41:53.209" v="36764" actId="1076"/>
          <ac:spMkLst>
            <pc:docMk/>
            <pc:sldMk cId="1467223542" sldId="2076139114"/>
            <ac:spMk id="20" creationId="{91EC5CE0-44E0-7811-09CD-4FF4DF1309EE}"/>
          </ac:spMkLst>
        </pc:spChg>
        <pc:spChg chg="add mod">
          <ac:chgData name="Hironari Yamada" userId="e57621f8-ec3c-449e-bb19-001fffcc008e" providerId="ADAL" clId="{BC0BD879-F267-5CCA-8DEA-E3B2DD07DA4E}" dt="2026-08-31T11:41:50.313" v="36763" actId="14100"/>
          <ac:spMkLst>
            <pc:docMk/>
            <pc:sldMk cId="1467223542" sldId="2076139114"/>
            <ac:spMk id="21" creationId="{0C807B10-8623-130A-5653-0D1ECADB1624}"/>
          </ac:spMkLst>
        </pc:spChg>
        <pc:spChg chg="add mod">
          <ac:chgData name="Hironari Yamada" userId="e57621f8-ec3c-449e-bb19-001fffcc008e" providerId="ADAL" clId="{BC0BD879-F267-5CCA-8DEA-E3B2DD07DA4E}" dt="2026-08-31T11:43:55.819" v="37050" actId="14100"/>
          <ac:spMkLst>
            <pc:docMk/>
            <pc:sldMk cId="1467223542" sldId="2076139114"/>
            <ac:spMk id="22" creationId="{6265583D-20B1-CDFE-19A1-013F5C7D5647}"/>
          </ac:spMkLst>
        </pc:spChg>
        <pc:spChg chg="add mod">
          <ac:chgData name="Hironari Yamada" userId="e57621f8-ec3c-449e-bb19-001fffcc008e" providerId="ADAL" clId="{BC0BD879-F267-5CCA-8DEA-E3B2DD07DA4E}" dt="2026-08-31T11:42:19.637" v="36774" actId="14100"/>
          <ac:spMkLst>
            <pc:docMk/>
            <pc:sldMk cId="1467223542" sldId="2076139114"/>
            <ac:spMk id="23" creationId="{D1FC007E-03C9-C144-758B-6F3E206EECC6}"/>
          </ac:spMkLst>
        </pc:spChg>
        <pc:spChg chg="add mod">
          <ac:chgData name="Hironari Yamada" userId="e57621f8-ec3c-449e-bb19-001fffcc008e" providerId="ADAL" clId="{BC0BD879-F267-5CCA-8DEA-E3B2DD07DA4E}" dt="2026-08-31T11:42:27.453" v="36777" actId="14100"/>
          <ac:spMkLst>
            <pc:docMk/>
            <pc:sldMk cId="1467223542" sldId="2076139114"/>
            <ac:spMk id="24" creationId="{A7FB236D-778A-CFC7-4822-702CCE8D4E7B}"/>
          </ac:spMkLst>
        </pc:spChg>
        <pc:spChg chg="add mod">
          <ac:chgData name="Hironari Yamada" userId="e57621f8-ec3c-449e-bb19-001fffcc008e" providerId="ADAL" clId="{BC0BD879-F267-5CCA-8DEA-E3B2DD07DA4E}" dt="2026-08-31T11:43:34.816" v="37048" actId="1076"/>
          <ac:spMkLst>
            <pc:docMk/>
            <pc:sldMk cId="1467223542" sldId="2076139114"/>
            <ac:spMk id="25" creationId="{A922F6B2-380C-15C2-D643-0A3D22B165DA}"/>
          </ac:spMkLst>
        </pc:spChg>
        <pc:picChg chg="del">
          <ac:chgData name="Hironari Yamada" userId="e57621f8-ec3c-449e-bb19-001fffcc008e" providerId="ADAL" clId="{BC0BD879-F267-5CCA-8DEA-E3B2DD07DA4E}" dt="2026-08-31T11:39:41.685" v="36712" actId="478"/>
          <ac:picMkLst>
            <pc:docMk/>
            <pc:sldMk cId="1467223542" sldId="2076139114"/>
            <ac:picMk id="5" creationId="{0E51816C-5031-A35F-2D0B-29B300B3B3BB}"/>
          </ac:picMkLst>
        </pc:picChg>
        <pc:picChg chg="del">
          <ac:chgData name="Hironari Yamada" userId="e57621f8-ec3c-449e-bb19-001fffcc008e" providerId="ADAL" clId="{BC0BD879-F267-5CCA-8DEA-E3B2DD07DA4E}" dt="2026-08-31T11:39:41.685" v="36712" actId="478"/>
          <ac:picMkLst>
            <pc:docMk/>
            <pc:sldMk cId="1467223542" sldId="2076139114"/>
            <ac:picMk id="8" creationId="{3E31F550-9705-02A7-E21C-41E210B9C8C4}"/>
          </ac:picMkLst>
        </pc:picChg>
        <pc:picChg chg="add mod">
          <ac:chgData name="Hironari Yamada" userId="e57621f8-ec3c-449e-bb19-001fffcc008e" providerId="ADAL" clId="{BC0BD879-F267-5CCA-8DEA-E3B2DD07DA4E}" dt="2026-08-31T11:40:00.277" v="36713"/>
          <ac:picMkLst>
            <pc:docMk/>
            <pc:sldMk cId="1467223542" sldId="2076139114"/>
            <ac:picMk id="12" creationId="{3D4D9857-E4AC-39FA-1BC1-3C3B4DF97E86}"/>
          </ac:picMkLst>
        </pc:picChg>
        <pc:picChg chg="add mod">
          <ac:chgData name="Hironari Yamada" userId="e57621f8-ec3c-449e-bb19-001fffcc008e" providerId="ADAL" clId="{BC0BD879-F267-5CCA-8DEA-E3B2DD07DA4E}" dt="2026-08-31T11:41:22.851" v="36717" actId="14100"/>
          <ac:picMkLst>
            <pc:docMk/>
            <pc:sldMk cId="1467223542" sldId="2076139114"/>
            <ac:picMk id="18" creationId="{83C68985-403B-B3DE-8C9B-C6711D4EBD6B}"/>
          </ac:picMkLst>
        </pc:picChg>
      </pc:sldChg>
      <pc:sldChg chg="addSp delSp modSp add del mod">
        <pc:chgData name="Hironari Yamada" userId="e57621f8-ec3c-449e-bb19-001fffcc008e" providerId="ADAL" clId="{BC0BD879-F267-5CCA-8DEA-E3B2DD07DA4E}" dt="2026-08-31T15:00:25.513" v="43737" actId="2696"/>
        <pc:sldMkLst>
          <pc:docMk/>
          <pc:sldMk cId="3237991259" sldId="2076139115"/>
        </pc:sldMkLst>
        <pc:spChg chg="add mod">
          <ac:chgData name="Hironari Yamada" userId="e57621f8-ec3c-449e-bb19-001fffcc008e" providerId="ADAL" clId="{BC0BD879-F267-5CCA-8DEA-E3B2DD07DA4E}" dt="2026-08-31T11:45:19.349" v="37060" actId="14100"/>
          <ac:spMkLst>
            <pc:docMk/>
            <pc:sldMk cId="3237991259" sldId="2076139115"/>
            <ac:spMk id="6" creationId="{75D95CD2-D83C-B184-2BDD-46EE8DD05141}"/>
          </ac:spMkLst>
        </pc:spChg>
        <pc:spChg chg="del">
          <ac:chgData name="Hironari Yamada" userId="e57621f8-ec3c-449e-bb19-001fffcc008e" providerId="ADAL" clId="{BC0BD879-F267-5CCA-8DEA-E3B2DD07DA4E}" dt="2026-08-31T11:44:06.711" v="37052" actId="478"/>
          <ac:spMkLst>
            <pc:docMk/>
            <pc:sldMk cId="3237991259" sldId="2076139115"/>
            <ac:spMk id="13" creationId="{2D603306-206D-E98B-EE63-EA3790100E2A}"/>
          </ac:spMkLst>
        </pc:spChg>
        <pc:spChg chg="del">
          <ac:chgData name="Hironari Yamada" userId="e57621f8-ec3c-449e-bb19-001fffcc008e" providerId="ADAL" clId="{BC0BD879-F267-5CCA-8DEA-E3B2DD07DA4E}" dt="2026-08-31T11:44:06.711" v="37052" actId="478"/>
          <ac:spMkLst>
            <pc:docMk/>
            <pc:sldMk cId="3237991259" sldId="2076139115"/>
            <ac:spMk id="14" creationId="{EAF25BCB-6150-181D-657E-971C52C8370D}"/>
          </ac:spMkLst>
        </pc:spChg>
        <pc:spChg chg="del">
          <ac:chgData name="Hironari Yamada" userId="e57621f8-ec3c-449e-bb19-001fffcc008e" providerId="ADAL" clId="{BC0BD879-F267-5CCA-8DEA-E3B2DD07DA4E}" dt="2026-08-31T11:44:06.711" v="37052" actId="478"/>
          <ac:spMkLst>
            <pc:docMk/>
            <pc:sldMk cId="3237991259" sldId="2076139115"/>
            <ac:spMk id="15" creationId="{C6FB7F7F-F569-B7FB-64A0-B443C77D417B}"/>
          </ac:spMkLst>
        </pc:spChg>
        <pc:spChg chg="del">
          <ac:chgData name="Hironari Yamada" userId="e57621f8-ec3c-449e-bb19-001fffcc008e" providerId="ADAL" clId="{BC0BD879-F267-5CCA-8DEA-E3B2DD07DA4E}" dt="2026-08-31T11:44:06.711" v="37052" actId="478"/>
          <ac:spMkLst>
            <pc:docMk/>
            <pc:sldMk cId="3237991259" sldId="2076139115"/>
            <ac:spMk id="16" creationId="{B9C3472A-B238-EC97-08EA-B5A360B5E378}"/>
          </ac:spMkLst>
        </pc:spChg>
        <pc:spChg chg="del">
          <ac:chgData name="Hironari Yamada" userId="e57621f8-ec3c-449e-bb19-001fffcc008e" providerId="ADAL" clId="{BC0BD879-F267-5CCA-8DEA-E3B2DD07DA4E}" dt="2026-08-31T11:44:06.711" v="37052" actId="478"/>
          <ac:spMkLst>
            <pc:docMk/>
            <pc:sldMk cId="3237991259" sldId="2076139115"/>
            <ac:spMk id="19" creationId="{6320DCC5-6F4A-35A5-353A-3352AE5C2469}"/>
          </ac:spMkLst>
        </pc:spChg>
        <pc:spChg chg="del">
          <ac:chgData name="Hironari Yamada" userId="e57621f8-ec3c-449e-bb19-001fffcc008e" providerId="ADAL" clId="{BC0BD879-F267-5CCA-8DEA-E3B2DD07DA4E}" dt="2026-08-31T11:44:06.711" v="37052" actId="478"/>
          <ac:spMkLst>
            <pc:docMk/>
            <pc:sldMk cId="3237991259" sldId="2076139115"/>
            <ac:spMk id="20" creationId="{B64596A5-62C8-4206-CDE6-2A6FEE211BB1}"/>
          </ac:spMkLst>
        </pc:spChg>
        <pc:spChg chg="del">
          <ac:chgData name="Hironari Yamada" userId="e57621f8-ec3c-449e-bb19-001fffcc008e" providerId="ADAL" clId="{BC0BD879-F267-5CCA-8DEA-E3B2DD07DA4E}" dt="2026-08-31T11:44:06.711" v="37052" actId="478"/>
          <ac:spMkLst>
            <pc:docMk/>
            <pc:sldMk cId="3237991259" sldId="2076139115"/>
            <ac:spMk id="21" creationId="{7A872C4D-2217-0FF8-79DC-DFAFDB2F7DFB}"/>
          </ac:spMkLst>
        </pc:spChg>
        <pc:spChg chg="del">
          <ac:chgData name="Hironari Yamada" userId="e57621f8-ec3c-449e-bb19-001fffcc008e" providerId="ADAL" clId="{BC0BD879-F267-5CCA-8DEA-E3B2DD07DA4E}" dt="2026-08-31T11:44:06.711" v="37052" actId="478"/>
          <ac:spMkLst>
            <pc:docMk/>
            <pc:sldMk cId="3237991259" sldId="2076139115"/>
            <ac:spMk id="22" creationId="{07C776DD-BCC3-95CB-20E9-0CDBB41A1A91}"/>
          </ac:spMkLst>
        </pc:spChg>
        <pc:spChg chg="del">
          <ac:chgData name="Hironari Yamada" userId="e57621f8-ec3c-449e-bb19-001fffcc008e" providerId="ADAL" clId="{BC0BD879-F267-5CCA-8DEA-E3B2DD07DA4E}" dt="2026-08-31T11:44:06.711" v="37052" actId="478"/>
          <ac:spMkLst>
            <pc:docMk/>
            <pc:sldMk cId="3237991259" sldId="2076139115"/>
            <ac:spMk id="23" creationId="{217D1FF2-97E3-A40B-F602-8D8BB0D7B4A8}"/>
          </ac:spMkLst>
        </pc:spChg>
        <pc:spChg chg="del">
          <ac:chgData name="Hironari Yamada" userId="e57621f8-ec3c-449e-bb19-001fffcc008e" providerId="ADAL" clId="{BC0BD879-F267-5CCA-8DEA-E3B2DD07DA4E}" dt="2026-08-31T11:44:06.711" v="37052" actId="478"/>
          <ac:spMkLst>
            <pc:docMk/>
            <pc:sldMk cId="3237991259" sldId="2076139115"/>
            <ac:spMk id="25" creationId="{BE1F854D-A5CD-B3D5-5EAD-D3CD170892E3}"/>
          </ac:spMkLst>
        </pc:spChg>
        <pc:picChg chg="add mod">
          <ac:chgData name="Hironari Yamada" userId="e57621f8-ec3c-449e-bb19-001fffcc008e" providerId="ADAL" clId="{BC0BD879-F267-5CCA-8DEA-E3B2DD07DA4E}" dt="2026-08-31T11:45:08.205" v="37057" actId="1076"/>
          <ac:picMkLst>
            <pc:docMk/>
            <pc:sldMk cId="3237991259" sldId="2076139115"/>
            <ac:picMk id="5" creationId="{765678E4-1FC3-24E1-58D0-428F24AA157B}"/>
          </ac:picMkLst>
        </pc:picChg>
      </pc:sldChg>
      <pc:sldChg chg="addSp delSp modSp add del mod">
        <pc:chgData name="Hironari Yamada" userId="e57621f8-ec3c-449e-bb19-001fffcc008e" providerId="ADAL" clId="{BC0BD879-F267-5CCA-8DEA-E3B2DD07DA4E}" dt="2026-08-31T15:00:25.543" v="43770" actId="2696"/>
        <pc:sldMkLst>
          <pc:docMk/>
          <pc:sldMk cId="3585480144" sldId="2076139116"/>
        </pc:sldMkLst>
        <pc:spChg chg="mod">
          <ac:chgData name="Hironari Yamada" userId="e57621f8-ec3c-449e-bb19-001fffcc008e" providerId="ADAL" clId="{BC0BD879-F267-5CCA-8DEA-E3B2DD07DA4E}" dt="2026-08-31T11:48:19.062" v="37264" actId="20577"/>
          <ac:spMkLst>
            <pc:docMk/>
            <pc:sldMk cId="3585480144" sldId="2076139116"/>
            <ac:spMk id="3" creationId="{3FA96DC1-AC95-4555-B21C-224A6940550A}"/>
          </ac:spMkLst>
        </pc:spChg>
        <pc:spChg chg="del">
          <ac:chgData name="Hironari Yamada" userId="e57621f8-ec3c-449e-bb19-001fffcc008e" providerId="ADAL" clId="{BC0BD879-F267-5CCA-8DEA-E3B2DD07DA4E}" dt="2026-08-31T11:47:38.829" v="37129" actId="478"/>
          <ac:spMkLst>
            <pc:docMk/>
            <pc:sldMk cId="3585480144" sldId="2076139116"/>
            <ac:spMk id="6" creationId="{08F278F3-0946-2C4B-FA34-EFC4972AF4D0}"/>
          </ac:spMkLst>
        </pc:spChg>
        <pc:spChg chg="add mod">
          <ac:chgData name="Hironari Yamada" userId="e57621f8-ec3c-449e-bb19-001fffcc008e" providerId="ADAL" clId="{BC0BD879-F267-5CCA-8DEA-E3B2DD07DA4E}" dt="2026-08-31T11:48:33.159" v="37265"/>
          <ac:spMkLst>
            <pc:docMk/>
            <pc:sldMk cId="3585480144" sldId="2076139116"/>
            <ac:spMk id="8" creationId="{BAD83DF1-7B82-033C-0D78-5FA91150F4EC}"/>
          </ac:spMkLst>
        </pc:spChg>
        <pc:spChg chg="mod">
          <ac:chgData name="Hironari Yamada" userId="e57621f8-ec3c-449e-bb19-001fffcc008e" providerId="ADAL" clId="{BC0BD879-F267-5CCA-8DEA-E3B2DD07DA4E}" dt="2026-08-31T11:47:34.640" v="37128" actId="20577"/>
          <ac:spMkLst>
            <pc:docMk/>
            <pc:sldMk cId="3585480144" sldId="2076139116"/>
            <ac:spMk id="9" creationId="{CE7E662A-09A7-2BF8-27C3-B91B26F7B13A}"/>
          </ac:spMkLst>
        </pc:spChg>
        <pc:spChg chg="add mod">
          <ac:chgData name="Hironari Yamada" userId="e57621f8-ec3c-449e-bb19-001fffcc008e" providerId="ADAL" clId="{BC0BD879-F267-5CCA-8DEA-E3B2DD07DA4E}" dt="2026-08-31T11:48:33.159" v="37265"/>
          <ac:spMkLst>
            <pc:docMk/>
            <pc:sldMk cId="3585480144" sldId="2076139116"/>
            <ac:spMk id="10" creationId="{C65C2CFC-34DB-ECEB-C03F-7B62DEEE5284}"/>
          </ac:spMkLst>
        </pc:spChg>
        <pc:spChg chg="add mod">
          <ac:chgData name="Hironari Yamada" userId="e57621f8-ec3c-449e-bb19-001fffcc008e" providerId="ADAL" clId="{BC0BD879-F267-5CCA-8DEA-E3B2DD07DA4E}" dt="2026-08-31T11:48:33.159" v="37265"/>
          <ac:spMkLst>
            <pc:docMk/>
            <pc:sldMk cId="3585480144" sldId="2076139116"/>
            <ac:spMk id="11" creationId="{AE937D9A-B490-8DBB-99BB-F6211ABA9A3D}"/>
          </ac:spMkLst>
        </pc:spChg>
        <pc:spChg chg="add mod">
          <ac:chgData name="Hironari Yamada" userId="e57621f8-ec3c-449e-bb19-001fffcc008e" providerId="ADAL" clId="{BC0BD879-F267-5CCA-8DEA-E3B2DD07DA4E}" dt="2026-08-31T11:48:33.159" v="37265"/>
          <ac:spMkLst>
            <pc:docMk/>
            <pc:sldMk cId="3585480144" sldId="2076139116"/>
            <ac:spMk id="12" creationId="{D6E9B54E-C3BC-D44E-2AD7-86A275723475}"/>
          </ac:spMkLst>
        </pc:spChg>
        <pc:spChg chg="add mod">
          <ac:chgData name="Hironari Yamada" userId="e57621f8-ec3c-449e-bb19-001fffcc008e" providerId="ADAL" clId="{BC0BD879-F267-5CCA-8DEA-E3B2DD07DA4E}" dt="2026-08-31T11:50:24.760" v="37272" actId="14100"/>
          <ac:spMkLst>
            <pc:docMk/>
            <pc:sldMk cId="3585480144" sldId="2076139116"/>
            <ac:spMk id="14" creationId="{A2B63CED-6CD9-A82F-6F28-28DC0EDD5B69}"/>
          </ac:spMkLst>
        </pc:spChg>
        <pc:spChg chg="add mod">
          <ac:chgData name="Hironari Yamada" userId="e57621f8-ec3c-449e-bb19-001fffcc008e" providerId="ADAL" clId="{BC0BD879-F267-5CCA-8DEA-E3B2DD07DA4E}" dt="2026-08-31T11:50:34.750" v="37298" actId="20577"/>
          <ac:spMkLst>
            <pc:docMk/>
            <pc:sldMk cId="3585480144" sldId="2076139116"/>
            <ac:spMk id="15" creationId="{CD9AFBF2-67A6-A887-006E-E8EE2AC6A929}"/>
          </ac:spMkLst>
        </pc:spChg>
        <pc:spChg chg="add mod">
          <ac:chgData name="Hironari Yamada" userId="e57621f8-ec3c-449e-bb19-001fffcc008e" providerId="ADAL" clId="{BC0BD879-F267-5CCA-8DEA-E3B2DD07DA4E}" dt="2026-08-31T11:50:43.574" v="37301" actId="14100"/>
          <ac:spMkLst>
            <pc:docMk/>
            <pc:sldMk cId="3585480144" sldId="2076139116"/>
            <ac:spMk id="16" creationId="{537A4337-A16B-6190-D9C5-FE4535115231}"/>
          </ac:spMkLst>
        </pc:spChg>
        <pc:spChg chg="add mod">
          <ac:chgData name="Hironari Yamada" userId="e57621f8-ec3c-449e-bb19-001fffcc008e" providerId="ADAL" clId="{BC0BD879-F267-5CCA-8DEA-E3B2DD07DA4E}" dt="2026-08-31T11:52:08.796" v="37579" actId="1076"/>
          <ac:spMkLst>
            <pc:docMk/>
            <pc:sldMk cId="3585480144" sldId="2076139116"/>
            <ac:spMk id="17" creationId="{57EA4370-D50D-B5D2-C7CE-29C082463FB2}"/>
          </ac:spMkLst>
        </pc:spChg>
        <pc:spChg chg="add mod">
          <ac:chgData name="Hironari Yamada" userId="e57621f8-ec3c-449e-bb19-001fffcc008e" providerId="ADAL" clId="{BC0BD879-F267-5CCA-8DEA-E3B2DD07DA4E}" dt="2026-08-31T11:50:54.547" v="37306" actId="14100"/>
          <ac:spMkLst>
            <pc:docMk/>
            <pc:sldMk cId="3585480144" sldId="2076139116"/>
            <ac:spMk id="18" creationId="{0F496559-03A9-7563-4B06-1C6CED1137F5}"/>
          </ac:spMkLst>
        </pc:spChg>
        <pc:spChg chg="add mod">
          <ac:chgData name="Hironari Yamada" userId="e57621f8-ec3c-449e-bb19-001fffcc008e" providerId="ADAL" clId="{BC0BD879-F267-5CCA-8DEA-E3B2DD07DA4E}" dt="2026-08-31T11:52:13.988" v="37580"/>
          <ac:spMkLst>
            <pc:docMk/>
            <pc:sldMk cId="3585480144" sldId="2076139116"/>
            <ac:spMk id="19" creationId="{9F7F8F52-B506-D435-3C8C-2B018049B980}"/>
          </ac:spMkLst>
        </pc:spChg>
        <pc:picChg chg="del">
          <ac:chgData name="Hironari Yamada" userId="e57621f8-ec3c-449e-bb19-001fffcc008e" providerId="ADAL" clId="{BC0BD879-F267-5CCA-8DEA-E3B2DD07DA4E}" dt="2026-08-31T11:47:38.829" v="37129" actId="478"/>
          <ac:picMkLst>
            <pc:docMk/>
            <pc:sldMk cId="3585480144" sldId="2076139116"/>
            <ac:picMk id="5" creationId="{48414220-CFAA-338A-FBB0-851963AC2B68}"/>
          </ac:picMkLst>
        </pc:picChg>
        <pc:picChg chg="add mod">
          <ac:chgData name="Hironari Yamada" userId="e57621f8-ec3c-449e-bb19-001fffcc008e" providerId="ADAL" clId="{BC0BD879-F267-5CCA-8DEA-E3B2DD07DA4E}" dt="2026-08-31T11:48:33.159" v="37265"/>
          <ac:picMkLst>
            <pc:docMk/>
            <pc:sldMk cId="3585480144" sldId="2076139116"/>
            <ac:picMk id="7" creationId="{337345CE-2624-D988-74C1-5B8F4A0D5E85}"/>
          </ac:picMkLst>
        </pc:picChg>
        <pc:picChg chg="add mod">
          <ac:chgData name="Hironari Yamada" userId="e57621f8-ec3c-449e-bb19-001fffcc008e" providerId="ADAL" clId="{BC0BD879-F267-5CCA-8DEA-E3B2DD07DA4E}" dt="2026-08-31T11:50:18.547" v="37269" actId="14100"/>
          <ac:picMkLst>
            <pc:docMk/>
            <pc:sldMk cId="3585480144" sldId="2076139116"/>
            <ac:picMk id="13" creationId="{4AA9D01C-ECD4-96DA-9B9F-FCE6E0A386A5}"/>
          </ac:picMkLst>
        </pc:picChg>
      </pc:sldChg>
      <pc:sldChg chg="addSp delSp modSp add del mod">
        <pc:chgData name="Hironari Yamada" userId="e57621f8-ec3c-449e-bb19-001fffcc008e" providerId="ADAL" clId="{BC0BD879-F267-5CCA-8DEA-E3B2DD07DA4E}" dt="2026-08-31T15:00:25.531" v="43756" actId="2696"/>
        <pc:sldMkLst>
          <pc:docMk/>
          <pc:sldMk cId="2899817823" sldId="2076139117"/>
        </pc:sldMkLst>
        <pc:spChg chg="add mod">
          <ac:chgData name="Hironari Yamada" userId="e57621f8-ec3c-449e-bb19-001fffcc008e" providerId="ADAL" clId="{BC0BD879-F267-5CCA-8DEA-E3B2DD07DA4E}" dt="2026-08-31T11:53:36.802" v="37589" actId="14100"/>
          <ac:spMkLst>
            <pc:docMk/>
            <pc:sldMk cId="2899817823" sldId="2076139117"/>
            <ac:spMk id="6" creationId="{2735093B-D294-D823-E1EE-93131027735F}"/>
          </ac:spMkLst>
        </pc:spChg>
        <pc:spChg chg="del">
          <ac:chgData name="Hironari Yamada" userId="e57621f8-ec3c-449e-bb19-001fffcc008e" providerId="ADAL" clId="{BC0BD879-F267-5CCA-8DEA-E3B2DD07DA4E}" dt="2026-08-31T11:52:21.643" v="37582" actId="478"/>
          <ac:spMkLst>
            <pc:docMk/>
            <pc:sldMk cId="2899817823" sldId="2076139117"/>
            <ac:spMk id="8" creationId="{DC8E6C62-445A-CBA8-6D2D-9ACA5CE0BE5A}"/>
          </ac:spMkLst>
        </pc:spChg>
        <pc:spChg chg="del">
          <ac:chgData name="Hironari Yamada" userId="e57621f8-ec3c-449e-bb19-001fffcc008e" providerId="ADAL" clId="{BC0BD879-F267-5CCA-8DEA-E3B2DD07DA4E}" dt="2026-08-31T11:52:21.643" v="37582" actId="478"/>
          <ac:spMkLst>
            <pc:docMk/>
            <pc:sldMk cId="2899817823" sldId="2076139117"/>
            <ac:spMk id="10" creationId="{A0030D40-39A2-6286-636F-825028EAB4EB}"/>
          </ac:spMkLst>
        </pc:spChg>
        <pc:spChg chg="del">
          <ac:chgData name="Hironari Yamada" userId="e57621f8-ec3c-449e-bb19-001fffcc008e" providerId="ADAL" clId="{BC0BD879-F267-5CCA-8DEA-E3B2DD07DA4E}" dt="2026-08-31T11:52:21.643" v="37582" actId="478"/>
          <ac:spMkLst>
            <pc:docMk/>
            <pc:sldMk cId="2899817823" sldId="2076139117"/>
            <ac:spMk id="11" creationId="{7659C7E7-9A42-AC33-FE23-E76A0D98FAC2}"/>
          </ac:spMkLst>
        </pc:spChg>
        <pc:spChg chg="del">
          <ac:chgData name="Hironari Yamada" userId="e57621f8-ec3c-449e-bb19-001fffcc008e" providerId="ADAL" clId="{BC0BD879-F267-5CCA-8DEA-E3B2DD07DA4E}" dt="2026-08-31T11:52:21.643" v="37582" actId="478"/>
          <ac:spMkLst>
            <pc:docMk/>
            <pc:sldMk cId="2899817823" sldId="2076139117"/>
            <ac:spMk id="12" creationId="{15D90223-CC04-B129-A1B9-627EAE1F9661}"/>
          </ac:spMkLst>
        </pc:spChg>
        <pc:spChg chg="del">
          <ac:chgData name="Hironari Yamada" userId="e57621f8-ec3c-449e-bb19-001fffcc008e" providerId="ADAL" clId="{BC0BD879-F267-5CCA-8DEA-E3B2DD07DA4E}" dt="2026-08-31T11:55:03.922" v="37696" actId="478"/>
          <ac:spMkLst>
            <pc:docMk/>
            <pc:sldMk cId="2899817823" sldId="2076139117"/>
            <ac:spMk id="14" creationId="{F88E683B-7505-780A-B1BB-198069A22680}"/>
          </ac:spMkLst>
        </pc:spChg>
        <pc:spChg chg="mod">
          <ac:chgData name="Hironari Yamada" userId="e57621f8-ec3c-449e-bb19-001fffcc008e" providerId="ADAL" clId="{BC0BD879-F267-5CCA-8DEA-E3B2DD07DA4E}" dt="2026-08-31T11:53:58.684" v="37619" actId="1076"/>
          <ac:spMkLst>
            <pc:docMk/>
            <pc:sldMk cId="2899817823" sldId="2076139117"/>
            <ac:spMk id="15" creationId="{11AD77D1-EA0F-8B2F-C8D9-458C41D58FFC}"/>
          </ac:spMkLst>
        </pc:spChg>
        <pc:spChg chg="del">
          <ac:chgData name="Hironari Yamada" userId="e57621f8-ec3c-449e-bb19-001fffcc008e" providerId="ADAL" clId="{BC0BD879-F267-5CCA-8DEA-E3B2DD07DA4E}" dt="2026-08-31T11:55:03.922" v="37696" actId="478"/>
          <ac:spMkLst>
            <pc:docMk/>
            <pc:sldMk cId="2899817823" sldId="2076139117"/>
            <ac:spMk id="16" creationId="{C3D6DCD6-1179-9F5E-CE94-FF387CA8F86D}"/>
          </ac:spMkLst>
        </pc:spChg>
        <pc:spChg chg="del">
          <ac:chgData name="Hironari Yamada" userId="e57621f8-ec3c-449e-bb19-001fffcc008e" providerId="ADAL" clId="{BC0BD879-F267-5CCA-8DEA-E3B2DD07DA4E}" dt="2026-08-31T11:55:03.922" v="37696" actId="478"/>
          <ac:spMkLst>
            <pc:docMk/>
            <pc:sldMk cId="2899817823" sldId="2076139117"/>
            <ac:spMk id="17" creationId="{7C23B3E0-4678-98A9-FCE9-80A4093E5CF8}"/>
          </ac:spMkLst>
        </pc:spChg>
        <pc:spChg chg="del">
          <ac:chgData name="Hironari Yamada" userId="e57621f8-ec3c-449e-bb19-001fffcc008e" providerId="ADAL" clId="{BC0BD879-F267-5CCA-8DEA-E3B2DD07DA4E}" dt="2026-08-31T11:55:03.922" v="37696" actId="478"/>
          <ac:spMkLst>
            <pc:docMk/>
            <pc:sldMk cId="2899817823" sldId="2076139117"/>
            <ac:spMk id="18" creationId="{5864A959-912F-45E2-AE6D-2C4FCFCA0AA4}"/>
          </ac:spMkLst>
        </pc:spChg>
        <pc:spChg chg="add mod">
          <ac:chgData name="Hironari Yamada" userId="e57621f8-ec3c-449e-bb19-001fffcc008e" providerId="ADAL" clId="{BC0BD879-F267-5CCA-8DEA-E3B2DD07DA4E}" dt="2026-08-31T11:54:08.780" v="37622" actId="14100"/>
          <ac:spMkLst>
            <pc:docMk/>
            <pc:sldMk cId="2899817823" sldId="2076139117"/>
            <ac:spMk id="19" creationId="{CF77E4CB-A35E-DF58-9664-0F47D81250E6}"/>
          </ac:spMkLst>
        </pc:spChg>
        <pc:spChg chg="add mod">
          <ac:chgData name="Hironari Yamada" userId="e57621f8-ec3c-449e-bb19-001fffcc008e" providerId="ADAL" clId="{BC0BD879-F267-5CCA-8DEA-E3B2DD07DA4E}" dt="2026-08-31T11:54:16.894" v="37625" actId="14100"/>
          <ac:spMkLst>
            <pc:docMk/>
            <pc:sldMk cId="2899817823" sldId="2076139117"/>
            <ac:spMk id="20" creationId="{4C706C91-83F0-5935-7D95-7CA7094C76DA}"/>
          </ac:spMkLst>
        </pc:spChg>
        <pc:spChg chg="add mod">
          <ac:chgData name="Hironari Yamada" userId="e57621f8-ec3c-449e-bb19-001fffcc008e" providerId="ADAL" clId="{BC0BD879-F267-5CCA-8DEA-E3B2DD07DA4E}" dt="2026-08-31T11:54:31.015" v="37669" actId="20577"/>
          <ac:spMkLst>
            <pc:docMk/>
            <pc:sldMk cId="2899817823" sldId="2076139117"/>
            <ac:spMk id="21" creationId="{F73E47E2-C117-2C4D-5800-D7FB355C36F6}"/>
          </ac:spMkLst>
        </pc:spChg>
        <pc:spChg chg="add mod">
          <ac:chgData name="Hironari Yamada" userId="e57621f8-ec3c-449e-bb19-001fffcc008e" providerId="ADAL" clId="{BC0BD879-F267-5CCA-8DEA-E3B2DD07DA4E}" dt="2026-08-31T11:54:52.893" v="37695" actId="1076"/>
          <ac:spMkLst>
            <pc:docMk/>
            <pc:sldMk cId="2899817823" sldId="2076139117"/>
            <ac:spMk id="22" creationId="{6D9E4833-1C68-75E5-3A1E-228ED2052433}"/>
          </ac:spMkLst>
        </pc:spChg>
        <pc:spChg chg="add mod">
          <ac:chgData name="Hironari Yamada" userId="e57621f8-ec3c-449e-bb19-001fffcc008e" providerId="ADAL" clId="{BC0BD879-F267-5CCA-8DEA-E3B2DD07DA4E}" dt="2026-08-31T12:04:48.020" v="37872" actId="14100"/>
          <ac:spMkLst>
            <pc:docMk/>
            <pc:sldMk cId="2899817823" sldId="2076139117"/>
            <ac:spMk id="24" creationId="{DBA5A4F7-2DFC-1C23-6CE4-3D0F53680DCF}"/>
          </ac:spMkLst>
        </pc:spChg>
        <pc:spChg chg="add mod">
          <ac:chgData name="Hironari Yamada" userId="e57621f8-ec3c-449e-bb19-001fffcc008e" providerId="ADAL" clId="{BC0BD879-F267-5CCA-8DEA-E3B2DD07DA4E}" dt="2026-08-31T12:04:58.550" v="37875" actId="14100"/>
          <ac:spMkLst>
            <pc:docMk/>
            <pc:sldMk cId="2899817823" sldId="2076139117"/>
            <ac:spMk id="25" creationId="{4294F8DC-AB4F-87D8-6FC4-3AC7F0241B1D}"/>
          </ac:spMkLst>
        </pc:spChg>
        <pc:spChg chg="add mod">
          <ac:chgData name="Hironari Yamada" userId="e57621f8-ec3c-449e-bb19-001fffcc008e" providerId="ADAL" clId="{BC0BD879-F267-5CCA-8DEA-E3B2DD07DA4E}" dt="2026-08-31T12:05:23.478" v="37942" actId="1076"/>
          <ac:spMkLst>
            <pc:docMk/>
            <pc:sldMk cId="2899817823" sldId="2076139117"/>
            <ac:spMk id="26" creationId="{ABC02575-C604-2765-6801-4B8E0A9CDE69}"/>
          </ac:spMkLst>
        </pc:spChg>
        <pc:spChg chg="add mod">
          <ac:chgData name="Hironari Yamada" userId="e57621f8-ec3c-449e-bb19-001fffcc008e" providerId="ADAL" clId="{BC0BD879-F267-5CCA-8DEA-E3B2DD07DA4E}" dt="2026-08-31T12:05:32.929" v="37943"/>
          <ac:spMkLst>
            <pc:docMk/>
            <pc:sldMk cId="2899817823" sldId="2076139117"/>
            <ac:spMk id="27" creationId="{CF7EC715-35F9-4367-7601-6172B8DD8E97}"/>
          </ac:spMkLst>
        </pc:spChg>
        <pc:picChg chg="add mod">
          <ac:chgData name="Hironari Yamada" userId="e57621f8-ec3c-449e-bb19-001fffcc008e" providerId="ADAL" clId="{BC0BD879-F267-5CCA-8DEA-E3B2DD07DA4E}" dt="2026-08-31T11:53:27.253" v="37586" actId="14100"/>
          <ac:picMkLst>
            <pc:docMk/>
            <pc:sldMk cId="2899817823" sldId="2076139117"/>
            <ac:picMk id="5" creationId="{BC2D2124-2378-8FDB-9D7F-9CD4BC29A904}"/>
          </ac:picMkLst>
        </pc:picChg>
        <pc:picChg chg="del">
          <ac:chgData name="Hironari Yamada" userId="e57621f8-ec3c-449e-bb19-001fffcc008e" providerId="ADAL" clId="{BC0BD879-F267-5CCA-8DEA-E3B2DD07DA4E}" dt="2026-08-31T11:52:21.643" v="37582" actId="478"/>
          <ac:picMkLst>
            <pc:docMk/>
            <pc:sldMk cId="2899817823" sldId="2076139117"/>
            <ac:picMk id="7" creationId="{0784BC27-6FA5-F585-A1F3-4F909A26FD03}"/>
          </ac:picMkLst>
        </pc:picChg>
        <pc:picChg chg="del">
          <ac:chgData name="Hironari Yamada" userId="e57621f8-ec3c-449e-bb19-001fffcc008e" providerId="ADAL" clId="{BC0BD879-F267-5CCA-8DEA-E3B2DD07DA4E}" dt="2026-08-31T11:55:03.922" v="37696" actId="478"/>
          <ac:picMkLst>
            <pc:docMk/>
            <pc:sldMk cId="2899817823" sldId="2076139117"/>
            <ac:picMk id="13" creationId="{9A3A28E2-73C4-96C3-901A-9EB2B77A4DCA}"/>
          </ac:picMkLst>
        </pc:picChg>
        <pc:picChg chg="add mod">
          <ac:chgData name="Hironari Yamada" userId="e57621f8-ec3c-449e-bb19-001fffcc008e" providerId="ADAL" clId="{BC0BD879-F267-5CCA-8DEA-E3B2DD07DA4E}" dt="2026-08-31T12:04:38.418" v="37868" actId="14100"/>
          <ac:picMkLst>
            <pc:docMk/>
            <pc:sldMk cId="2899817823" sldId="2076139117"/>
            <ac:picMk id="23" creationId="{600C3FC7-8C8A-C4E2-F40C-74AA44A3BFA3}"/>
          </ac:picMkLst>
        </pc:picChg>
      </pc:sldChg>
      <pc:sldChg chg="addSp delSp modSp add del mod">
        <pc:chgData name="Hironari Yamada" userId="e57621f8-ec3c-449e-bb19-001fffcc008e" providerId="ADAL" clId="{BC0BD879-F267-5CCA-8DEA-E3B2DD07DA4E}" dt="2026-08-31T15:00:25.521" v="43745" actId="2696"/>
        <pc:sldMkLst>
          <pc:docMk/>
          <pc:sldMk cId="4273843773" sldId="2076139118"/>
        </pc:sldMkLst>
        <pc:spChg chg="add del">
          <ac:chgData name="Hironari Yamada" userId="e57621f8-ec3c-449e-bb19-001fffcc008e" providerId="ADAL" clId="{BC0BD879-F267-5CCA-8DEA-E3B2DD07DA4E}" dt="2026-08-31T11:59:41.826" v="37761" actId="22"/>
          <ac:spMkLst>
            <pc:docMk/>
            <pc:sldMk cId="4273843773" sldId="2076139118"/>
            <ac:spMk id="7" creationId="{76B3555E-C8CF-67A9-AA60-06FDDA1D65EF}"/>
          </ac:spMkLst>
        </pc:spChg>
        <pc:spChg chg="add mod">
          <ac:chgData name="Hironari Yamada" userId="e57621f8-ec3c-449e-bb19-001fffcc008e" providerId="ADAL" clId="{BC0BD879-F267-5CCA-8DEA-E3B2DD07DA4E}" dt="2026-08-31T12:00:13.369" v="37774" actId="1036"/>
          <ac:spMkLst>
            <pc:docMk/>
            <pc:sldMk cId="4273843773" sldId="2076139118"/>
            <ac:spMk id="11" creationId="{CC1DE074-DA6E-46E2-F43D-4895161596F5}"/>
          </ac:spMkLst>
        </pc:spChg>
        <pc:spChg chg="add mod">
          <ac:chgData name="Hironari Yamada" userId="e57621f8-ec3c-449e-bb19-001fffcc008e" providerId="ADAL" clId="{BC0BD879-F267-5CCA-8DEA-E3B2DD07DA4E}" dt="2026-08-31T12:00:38.988" v="37864" actId="20577"/>
          <ac:spMkLst>
            <pc:docMk/>
            <pc:sldMk cId="4273843773" sldId="2076139118"/>
            <ac:spMk id="12" creationId="{1C6D2911-B2BF-C681-E71F-1FE0BDC5ACD0}"/>
          </ac:spMkLst>
        </pc:spChg>
        <pc:spChg chg="del">
          <ac:chgData name="Hironari Yamada" userId="e57621f8-ec3c-449e-bb19-001fffcc008e" providerId="ADAL" clId="{BC0BD879-F267-5CCA-8DEA-E3B2DD07DA4E}" dt="2026-08-31T11:55:44.018" v="37698" actId="478"/>
          <ac:spMkLst>
            <pc:docMk/>
            <pc:sldMk cId="4273843773" sldId="2076139118"/>
            <ac:spMk id="23" creationId="{B6E9329D-8B6D-BE22-C689-D969211E7BA2}"/>
          </ac:spMkLst>
        </pc:spChg>
        <pc:spChg chg="del">
          <ac:chgData name="Hironari Yamada" userId="e57621f8-ec3c-449e-bb19-001fffcc008e" providerId="ADAL" clId="{BC0BD879-F267-5CCA-8DEA-E3B2DD07DA4E}" dt="2026-08-31T11:55:44.018" v="37698" actId="478"/>
          <ac:spMkLst>
            <pc:docMk/>
            <pc:sldMk cId="4273843773" sldId="2076139118"/>
            <ac:spMk id="25" creationId="{9B9EC35A-1EBE-29A4-30FE-45BD889EAFDA}"/>
          </ac:spMkLst>
        </pc:spChg>
        <pc:spChg chg="del">
          <ac:chgData name="Hironari Yamada" userId="e57621f8-ec3c-449e-bb19-001fffcc008e" providerId="ADAL" clId="{BC0BD879-F267-5CCA-8DEA-E3B2DD07DA4E}" dt="2026-08-31T11:55:44.018" v="37698" actId="478"/>
          <ac:spMkLst>
            <pc:docMk/>
            <pc:sldMk cId="4273843773" sldId="2076139118"/>
            <ac:spMk id="26" creationId="{32609DFE-0438-0531-AED6-E81F3D4CD842}"/>
          </ac:spMkLst>
        </pc:spChg>
        <pc:spChg chg="del">
          <ac:chgData name="Hironari Yamada" userId="e57621f8-ec3c-449e-bb19-001fffcc008e" providerId="ADAL" clId="{BC0BD879-F267-5CCA-8DEA-E3B2DD07DA4E}" dt="2026-08-31T11:55:44.018" v="37698" actId="478"/>
          <ac:spMkLst>
            <pc:docMk/>
            <pc:sldMk cId="4273843773" sldId="2076139118"/>
            <ac:spMk id="27" creationId="{5469D75A-F851-3667-86F6-EC9C8C85E878}"/>
          </ac:spMkLst>
        </pc:spChg>
        <pc:spChg chg="del">
          <ac:chgData name="Hironari Yamada" userId="e57621f8-ec3c-449e-bb19-001fffcc008e" providerId="ADAL" clId="{BC0BD879-F267-5CCA-8DEA-E3B2DD07DA4E}" dt="2026-08-31T11:55:44.018" v="37698" actId="478"/>
          <ac:spMkLst>
            <pc:docMk/>
            <pc:sldMk cId="4273843773" sldId="2076139118"/>
            <ac:spMk id="28" creationId="{946FFDED-7FEA-1D70-2031-AABFBEB0878B}"/>
          </ac:spMkLst>
        </pc:spChg>
        <pc:spChg chg="del">
          <ac:chgData name="Hironari Yamada" userId="e57621f8-ec3c-449e-bb19-001fffcc008e" providerId="ADAL" clId="{BC0BD879-F267-5CCA-8DEA-E3B2DD07DA4E}" dt="2026-08-31T11:55:44.018" v="37698" actId="478"/>
          <ac:spMkLst>
            <pc:docMk/>
            <pc:sldMk cId="4273843773" sldId="2076139118"/>
            <ac:spMk id="30" creationId="{2CE0A8C6-03B7-850D-4D05-7F9AC383F5F9}"/>
          </ac:spMkLst>
        </pc:spChg>
        <pc:spChg chg="del">
          <ac:chgData name="Hironari Yamada" userId="e57621f8-ec3c-449e-bb19-001fffcc008e" providerId="ADAL" clId="{BC0BD879-F267-5CCA-8DEA-E3B2DD07DA4E}" dt="2026-08-31T11:55:44.018" v="37698" actId="478"/>
          <ac:spMkLst>
            <pc:docMk/>
            <pc:sldMk cId="4273843773" sldId="2076139118"/>
            <ac:spMk id="32" creationId="{98B299CB-6393-D60A-D62D-52EB735ACB0A}"/>
          </ac:spMkLst>
        </pc:spChg>
        <pc:spChg chg="del">
          <ac:chgData name="Hironari Yamada" userId="e57621f8-ec3c-449e-bb19-001fffcc008e" providerId="ADAL" clId="{BC0BD879-F267-5CCA-8DEA-E3B2DD07DA4E}" dt="2026-08-31T11:55:44.018" v="37698" actId="478"/>
          <ac:spMkLst>
            <pc:docMk/>
            <pc:sldMk cId="4273843773" sldId="2076139118"/>
            <ac:spMk id="33" creationId="{91663950-DB1C-A01B-7492-A1E8C1CB5BFE}"/>
          </ac:spMkLst>
        </pc:spChg>
        <pc:spChg chg="del">
          <ac:chgData name="Hironari Yamada" userId="e57621f8-ec3c-449e-bb19-001fffcc008e" providerId="ADAL" clId="{BC0BD879-F267-5CCA-8DEA-E3B2DD07DA4E}" dt="2026-08-31T11:55:44.018" v="37698" actId="478"/>
          <ac:spMkLst>
            <pc:docMk/>
            <pc:sldMk cId="4273843773" sldId="2076139118"/>
            <ac:spMk id="34" creationId="{E5ECE7AC-74E4-821B-3D17-8FDDFDB543BD}"/>
          </ac:spMkLst>
        </pc:spChg>
        <pc:spChg chg="del">
          <ac:chgData name="Hironari Yamada" userId="e57621f8-ec3c-449e-bb19-001fffcc008e" providerId="ADAL" clId="{BC0BD879-F267-5CCA-8DEA-E3B2DD07DA4E}" dt="2026-08-31T11:55:44.018" v="37698" actId="478"/>
          <ac:spMkLst>
            <pc:docMk/>
            <pc:sldMk cId="4273843773" sldId="2076139118"/>
            <ac:spMk id="35" creationId="{16C346A5-CC08-0386-BAE5-5B1C10952E08}"/>
          </ac:spMkLst>
        </pc:spChg>
        <pc:picChg chg="add mod">
          <ac:chgData name="Hironari Yamada" userId="e57621f8-ec3c-449e-bb19-001fffcc008e" providerId="ADAL" clId="{BC0BD879-F267-5CCA-8DEA-E3B2DD07DA4E}" dt="2026-08-31T12:00:00.223" v="37766" actId="1076"/>
          <ac:picMkLst>
            <pc:docMk/>
            <pc:sldMk cId="4273843773" sldId="2076139118"/>
            <ac:picMk id="10" creationId="{46083A81-98DD-893C-D189-550CC2289475}"/>
          </ac:picMkLst>
        </pc:picChg>
      </pc:sldChg>
      <pc:sldChg chg="addSp delSp modSp add del mod">
        <pc:chgData name="Hironari Yamada" userId="e57621f8-ec3c-449e-bb19-001fffcc008e" providerId="ADAL" clId="{BC0BD879-F267-5CCA-8DEA-E3B2DD07DA4E}" dt="2026-08-31T15:00:25.533" v="43758" actId="2696"/>
        <pc:sldMkLst>
          <pc:docMk/>
          <pc:sldMk cId="3435309931" sldId="2076139119"/>
        </pc:sldMkLst>
        <pc:spChg chg="del">
          <ac:chgData name="Hironari Yamada" userId="e57621f8-ec3c-449e-bb19-001fffcc008e" providerId="ADAL" clId="{BC0BD879-F267-5CCA-8DEA-E3B2DD07DA4E}" dt="2026-08-31T12:05:38.678" v="37945" actId="478"/>
          <ac:spMkLst>
            <pc:docMk/>
            <pc:sldMk cId="3435309931" sldId="2076139119"/>
            <ac:spMk id="6" creationId="{B5E0C73D-FE10-9E29-D3E9-81E780B3DB28}"/>
          </ac:spMkLst>
        </pc:spChg>
        <pc:spChg chg="add mod">
          <ac:chgData name="Hironari Yamada" userId="e57621f8-ec3c-449e-bb19-001fffcc008e" providerId="ADAL" clId="{BC0BD879-F267-5CCA-8DEA-E3B2DD07DA4E}" dt="2026-08-31T12:07:05.870" v="37959" actId="14100"/>
          <ac:spMkLst>
            <pc:docMk/>
            <pc:sldMk cId="3435309931" sldId="2076139119"/>
            <ac:spMk id="8" creationId="{50A4EE14-15CC-A439-7613-B8ECC50E253D}"/>
          </ac:spMkLst>
        </pc:spChg>
        <pc:spChg chg="add mod">
          <ac:chgData name="Hironari Yamada" userId="e57621f8-ec3c-449e-bb19-001fffcc008e" providerId="ADAL" clId="{BC0BD879-F267-5CCA-8DEA-E3B2DD07DA4E}" dt="2026-08-31T12:07:11.689" v="37962" actId="14100"/>
          <ac:spMkLst>
            <pc:docMk/>
            <pc:sldMk cId="3435309931" sldId="2076139119"/>
            <ac:spMk id="10" creationId="{EE0F19F8-B5E8-DFD8-8899-D19C6290F4C4}"/>
          </ac:spMkLst>
        </pc:spChg>
        <pc:spChg chg="add mod">
          <ac:chgData name="Hironari Yamada" userId="e57621f8-ec3c-449e-bb19-001fffcc008e" providerId="ADAL" clId="{BC0BD879-F267-5CCA-8DEA-E3B2DD07DA4E}" dt="2026-08-31T12:09:23.301" v="38144" actId="1076"/>
          <ac:spMkLst>
            <pc:docMk/>
            <pc:sldMk cId="3435309931" sldId="2076139119"/>
            <ac:spMk id="12" creationId="{E82F2E66-6627-A877-F476-1557AC30A368}"/>
          </ac:spMkLst>
        </pc:spChg>
        <pc:spChg chg="del">
          <ac:chgData name="Hironari Yamada" userId="e57621f8-ec3c-449e-bb19-001fffcc008e" providerId="ADAL" clId="{BC0BD879-F267-5CCA-8DEA-E3B2DD07DA4E}" dt="2026-08-31T12:05:38.678" v="37945" actId="478"/>
          <ac:spMkLst>
            <pc:docMk/>
            <pc:sldMk cId="3435309931" sldId="2076139119"/>
            <ac:spMk id="15" creationId="{CEBE1C1C-94C2-5865-F191-75E849F13F7E}"/>
          </ac:spMkLst>
        </pc:spChg>
        <pc:spChg chg="del">
          <ac:chgData name="Hironari Yamada" userId="e57621f8-ec3c-449e-bb19-001fffcc008e" providerId="ADAL" clId="{BC0BD879-F267-5CCA-8DEA-E3B2DD07DA4E}" dt="2026-08-31T12:05:38.678" v="37945" actId="478"/>
          <ac:spMkLst>
            <pc:docMk/>
            <pc:sldMk cId="3435309931" sldId="2076139119"/>
            <ac:spMk id="19" creationId="{A33DE238-B096-4AB0-F2AA-4AAFCD48FFA6}"/>
          </ac:spMkLst>
        </pc:spChg>
        <pc:spChg chg="del">
          <ac:chgData name="Hironari Yamada" userId="e57621f8-ec3c-449e-bb19-001fffcc008e" providerId="ADAL" clId="{BC0BD879-F267-5CCA-8DEA-E3B2DD07DA4E}" dt="2026-08-31T12:05:38.678" v="37945" actId="478"/>
          <ac:spMkLst>
            <pc:docMk/>
            <pc:sldMk cId="3435309931" sldId="2076139119"/>
            <ac:spMk id="20" creationId="{C9959B3A-5AE9-B0CC-5B2D-E5F4D7EB2FEB}"/>
          </ac:spMkLst>
        </pc:spChg>
        <pc:spChg chg="del">
          <ac:chgData name="Hironari Yamada" userId="e57621f8-ec3c-449e-bb19-001fffcc008e" providerId="ADAL" clId="{BC0BD879-F267-5CCA-8DEA-E3B2DD07DA4E}" dt="2026-08-31T12:05:38.678" v="37945" actId="478"/>
          <ac:spMkLst>
            <pc:docMk/>
            <pc:sldMk cId="3435309931" sldId="2076139119"/>
            <ac:spMk id="21" creationId="{092649A5-6DE8-7967-972A-462660B4B22B}"/>
          </ac:spMkLst>
        </pc:spChg>
        <pc:spChg chg="del">
          <ac:chgData name="Hironari Yamada" userId="e57621f8-ec3c-449e-bb19-001fffcc008e" providerId="ADAL" clId="{BC0BD879-F267-5CCA-8DEA-E3B2DD07DA4E}" dt="2026-08-31T12:05:38.678" v="37945" actId="478"/>
          <ac:spMkLst>
            <pc:docMk/>
            <pc:sldMk cId="3435309931" sldId="2076139119"/>
            <ac:spMk id="22" creationId="{480269EC-34C4-DA58-55FD-83834D3627E2}"/>
          </ac:spMkLst>
        </pc:spChg>
        <pc:spChg chg="mod">
          <ac:chgData name="Hironari Yamada" userId="e57621f8-ec3c-449e-bb19-001fffcc008e" providerId="ADAL" clId="{BC0BD879-F267-5CCA-8DEA-E3B2DD07DA4E}" dt="2026-08-31T12:06:55.250" v="37955" actId="14100"/>
          <ac:spMkLst>
            <pc:docMk/>
            <pc:sldMk cId="3435309931" sldId="2076139119"/>
            <ac:spMk id="24" creationId="{593AAADE-61F5-93DA-D420-00E20C553D48}"/>
          </ac:spMkLst>
        </pc:spChg>
        <pc:spChg chg="del">
          <ac:chgData name="Hironari Yamada" userId="e57621f8-ec3c-449e-bb19-001fffcc008e" providerId="ADAL" clId="{BC0BD879-F267-5CCA-8DEA-E3B2DD07DA4E}" dt="2026-08-31T12:07:47.771" v="38092" actId="478"/>
          <ac:spMkLst>
            <pc:docMk/>
            <pc:sldMk cId="3435309931" sldId="2076139119"/>
            <ac:spMk id="25" creationId="{06EC5FF1-F9A0-AF24-0B13-EE75AFA49D3C}"/>
          </ac:spMkLst>
        </pc:spChg>
        <pc:spChg chg="mod">
          <ac:chgData name="Hironari Yamada" userId="e57621f8-ec3c-449e-bb19-001fffcc008e" providerId="ADAL" clId="{BC0BD879-F267-5CCA-8DEA-E3B2DD07DA4E}" dt="2026-08-31T12:07:44.200" v="38091" actId="1076"/>
          <ac:spMkLst>
            <pc:docMk/>
            <pc:sldMk cId="3435309931" sldId="2076139119"/>
            <ac:spMk id="26" creationId="{F546521E-91CB-BF53-559B-32903282AC27}"/>
          </ac:spMkLst>
        </pc:spChg>
        <pc:picChg chg="del">
          <ac:chgData name="Hironari Yamada" userId="e57621f8-ec3c-449e-bb19-001fffcc008e" providerId="ADAL" clId="{BC0BD879-F267-5CCA-8DEA-E3B2DD07DA4E}" dt="2026-08-31T12:05:38.678" v="37945" actId="478"/>
          <ac:picMkLst>
            <pc:docMk/>
            <pc:sldMk cId="3435309931" sldId="2076139119"/>
            <ac:picMk id="5" creationId="{60EDE0E7-3CAA-230F-CC7D-414B2E048ECA}"/>
          </ac:picMkLst>
        </pc:picChg>
        <pc:picChg chg="add mod">
          <ac:chgData name="Hironari Yamada" userId="e57621f8-ec3c-449e-bb19-001fffcc008e" providerId="ADAL" clId="{BC0BD879-F267-5CCA-8DEA-E3B2DD07DA4E}" dt="2026-08-31T12:06:32.317" v="37948" actId="14100"/>
          <ac:picMkLst>
            <pc:docMk/>
            <pc:sldMk cId="3435309931" sldId="2076139119"/>
            <ac:picMk id="7" creationId="{A13E00F1-87BC-DEF3-EB02-A70ABAB03E4E}"/>
          </ac:picMkLst>
        </pc:picChg>
        <pc:picChg chg="add mod">
          <ac:chgData name="Hironari Yamada" userId="e57621f8-ec3c-449e-bb19-001fffcc008e" providerId="ADAL" clId="{BC0BD879-F267-5CCA-8DEA-E3B2DD07DA4E}" dt="2026-08-31T12:08:56.919" v="38096" actId="14100"/>
          <ac:picMkLst>
            <pc:docMk/>
            <pc:sldMk cId="3435309931" sldId="2076139119"/>
            <ac:picMk id="11" creationId="{14E656B6-84F3-FF9D-36DF-2BC9F1FBF9A5}"/>
          </ac:picMkLst>
        </pc:picChg>
        <pc:picChg chg="del">
          <ac:chgData name="Hironari Yamada" userId="e57621f8-ec3c-449e-bb19-001fffcc008e" providerId="ADAL" clId="{BC0BD879-F267-5CCA-8DEA-E3B2DD07DA4E}" dt="2026-08-31T12:07:47.771" v="38092" actId="478"/>
          <ac:picMkLst>
            <pc:docMk/>
            <pc:sldMk cId="3435309931" sldId="2076139119"/>
            <ac:picMk id="23" creationId="{978E1C62-0059-CAA9-8DB4-DE168F7D7423}"/>
          </ac:picMkLst>
        </pc:picChg>
      </pc:sldChg>
      <pc:sldChg chg="addSp delSp modSp add del mod">
        <pc:chgData name="Hironari Yamada" userId="e57621f8-ec3c-449e-bb19-001fffcc008e" providerId="ADAL" clId="{BC0BD879-F267-5CCA-8DEA-E3B2DD07DA4E}" dt="2026-08-31T15:00:25.518" v="43741" actId="2696"/>
        <pc:sldMkLst>
          <pc:docMk/>
          <pc:sldMk cId="4038949627" sldId="2076139120"/>
        </pc:sldMkLst>
        <pc:spChg chg="del">
          <ac:chgData name="Hironari Yamada" userId="e57621f8-ec3c-449e-bb19-001fffcc008e" providerId="ADAL" clId="{BC0BD879-F267-5CCA-8DEA-E3B2DD07DA4E}" dt="2026-08-31T12:31:59.447" v="38686" actId="478"/>
          <ac:spMkLst>
            <pc:docMk/>
            <pc:sldMk cId="4038949627" sldId="2076139120"/>
            <ac:spMk id="7" creationId="{92883626-606B-60E5-444F-7F4C6DF712C3}"/>
          </ac:spMkLst>
        </pc:spChg>
        <pc:spChg chg="del">
          <ac:chgData name="Hironari Yamada" userId="e57621f8-ec3c-449e-bb19-001fffcc008e" providerId="ADAL" clId="{BC0BD879-F267-5CCA-8DEA-E3B2DD07DA4E}" dt="2026-08-31T12:31:59.447" v="38686" actId="478"/>
          <ac:spMkLst>
            <pc:docMk/>
            <pc:sldMk cId="4038949627" sldId="2076139120"/>
            <ac:spMk id="8" creationId="{43BEF8B8-A092-3D38-54EC-B19EDA0888A6}"/>
          </ac:spMkLst>
        </pc:spChg>
        <pc:spChg chg="del">
          <ac:chgData name="Hironari Yamada" userId="e57621f8-ec3c-449e-bb19-001fffcc008e" providerId="ADAL" clId="{BC0BD879-F267-5CCA-8DEA-E3B2DD07DA4E}" dt="2026-08-31T12:34:08.760" v="38782" actId="478"/>
          <ac:spMkLst>
            <pc:docMk/>
            <pc:sldMk cId="4038949627" sldId="2076139120"/>
            <ac:spMk id="10" creationId="{117DCD05-221B-940F-B0E1-3693902C70CA}"/>
          </ac:spMkLst>
        </pc:spChg>
        <pc:spChg chg="mod">
          <ac:chgData name="Hironari Yamada" userId="e57621f8-ec3c-449e-bb19-001fffcc008e" providerId="ADAL" clId="{BC0BD879-F267-5CCA-8DEA-E3B2DD07DA4E}" dt="2026-08-31T12:33:28.765" v="38696" actId="1076"/>
          <ac:spMkLst>
            <pc:docMk/>
            <pc:sldMk cId="4038949627" sldId="2076139120"/>
            <ac:spMk id="11" creationId="{B63CAA61-0BEB-5C12-1709-F50454667D27}"/>
          </ac:spMkLst>
        </pc:spChg>
        <pc:spChg chg="mod">
          <ac:chgData name="Hironari Yamada" userId="e57621f8-ec3c-449e-bb19-001fffcc008e" providerId="ADAL" clId="{BC0BD879-F267-5CCA-8DEA-E3B2DD07DA4E}" dt="2026-08-31T12:33:41.929" v="38753" actId="20577"/>
          <ac:spMkLst>
            <pc:docMk/>
            <pc:sldMk cId="4038949627" sldId="2076139120"/>
            <ac:spMk id="12" creationId="{CC6B88AF-20FB-6CCD-163E-363788B145A2}"/>
          </ac:spMkLst>
        </pc:spChg>
        <pc:spChg chg="del">
          <ac:chgData name="Hironari Yamada" userId="e57621f8-ec3c-449e-bb19-001fffcc008e" providerId="ADAL" clId="{BC0BD879-F267-5CCA-8DEA-E3B2DD07DA4E}" dt="2026-08-31T12:34:08.760" v="38782" actId="478"/>
          <ac:spMkLst>
            <pc:docMk/>
            <pc:sldMk cId="4038949627" sldId="2076139120"/>
            <ac:spMk id="13" creationId="{A91E618D-7112-9014-78E5-C6604EB99FC4}"/>
          </ac:spMkLst>
        </pc:spChg>
        <pc:spChg chg="del">
          <ac:chgData name="Hironari Yamada" userId="e57621f8-ec3c-449e-bb19-001fffcc008e" providerId="ADAL" clId="{BC0BD879-F267-5CCA-8DEA-E3B2DD07DA4E}" dt="2026-08-31T12:34:08.760" v="38782" actId="478"/>
          <ac:spMkLst>
            <pc:docMk/>
            <pc:sldMk cId="4038949627" sldId="2076139120"/>
            <ac:spMk id="15" creationId="{B86A3537-7CE2-ED53-96A0-867EE33BB752}"/>
          </ac:spMkLst>
        </pc:spChg>
        <pc:spChg chg="add mod">
          <ac:chgData name="Hironari Yamada" userId="e57621f8-ec3c-449e-bb19-001fffcc008e" providerId="ADAL" clId="{BC0BD879-F267-5CCA-8DEA-E3B2DD07DA4E}" dt="2026-08-31T12:33:50.908" v="38756" actId="14100"/>
          <ac:spMkLst>
            <pc:docMk/>
            <pc:sldMk cId="4038949627" sldId="2076139120"/>
            <ac:spMk id="16" creationId="{B12FBCFD-CEAE-550C-E7C6-896E95D25F8E}"/>
          </ac:spMkLst>
        </pc:spChg>
        <pc:spChg chg="add mod">
          <ac:chgData name="Hironari Yamada" userId="e57621f8-ec3c-449e-bb19-001fffcc008e" providerId="ADAL" clId="{BC0BD879-F267-5CCA-8DEA-E3B2DD07DA4E}" dt="2026-08-31T12:34:00.867" v="38781" actId="20577"/>
          <ac:spMkLst>
            <pc:docMk/>
            <pc:sldMk cId="4038949627" sldId="2076139120"/>
            <ac:spMk id="17" creationId="{37BC0042-C011-0883-C858-9FF97E8EAD78}"/>
          </ac:spMkLst>
        </pc:spChg>
        <pc:spChg chg="add mod">
          <ac:chgData name="Hironari Yamada" userId="e57621f8-ec3c-449e-bb19-001fffcc008e" providerId="ADAL" clId="{BC0BD879-F267-5CCA-8DEA-E3B2DD07DA4E}" dt="2026-08-31T12:39:21.800" v="38788" actId="1076"/>
          <ac:spMkLst>
            <pc:docMk/>
            <pc:sldMk cId="4038949627" sldId="2076139120"/>
            <ac:spMk id="19" creationId="{DB40AC9E-FE0D-BF7B-AEF3-6707FDA4CCCD}"/>
          </ac:spMkLst>
        </pc:spChg>
        <pc:spChg chg="add mod">
          <ac:chgData name="Hironari Yamada" userId="e57621f8-ec3c-449e-bb19-001fffcc008e" providerId="ADAL" clId="{BC0BD879-F267-5CCA-8DEA-E3B2DD07DA4E}" dt="2026-08-31T12:40:01.371" v="38798" actId="14100"/>
          <ac:spMkLst>
            <pc:docMk/>
            <pc:sldMk cId="4038949627" sldId="2076139120"/>
            <ac:spMk id="20" creationId="{424D2D05-904A-C54E-9F05-A2890CBAB551}"/>
          </ac:spMkLst>
        </pc:spChg>
        <pc:spChg chg="add mod">
          <ac:chgData name="Hironari Yamada" userId="e57621f8-ec3c-449e-bb19-001fffcc008e" providerId="ADAL" clId="{BC0BD879-F267-5CCA-8DEA-E3B2DD07DA4E}" dt="2026-08-31T12:40:06.736" v="38801" actId="14100"/>
          <ac:spMkLst>
            <pc:docMk/>
            <pc:sldMk cId="4038949627" sldId="2076139120"/>
            <ac:spMk id="22" creationId="{0739200A-3C17-D002-0669-05F3B714B79E}"/>
          </ac:spMkLst>
        </pc:spChg>
        <pc:spChg chg="add mod">
          <ac:chgData name="Hironari Yamada" userId="e57621f8-ec3c-449e-bb19-001fffcc008e" providerId="ADAL" clId="{BC0BD879-F267-5CCA-8DEA-E3B2DD07DA4E}" dt="2026-08-31T12:40:20.663" v="38845" actId="20577"/>
          <ac:spMkLst>
            <pc:docMk/>
            <pc:sldMk cId="4038949627" sldId="2076139120"/>
            <ac:spMk id="23" creationId="{4255973C-A066-3906-9192-37A5F041CD37}"/>
          </ac:spMkLst>
        </pc:spChg>
        <pc:spChg chg="add mod">
          <ac:chgData name="Hironari Yamada" userId="e57621f8-ec3c-449e-bb19-001fffcc008e" providerId="ADAL" clId="{BC0BD879-F267-5CCA-8DEA-E3B2DD07DA4E}" dt="2026-08-31T12:44:27.546" v="38848" actId="14100"/>
          <ac:spMkLst>
            <pc:docMk/>
            <pc:sldMk cId="4038949627" sldId="2076139120"/>
            <ac:spMk id="24" creationId="{35C52B16-23CA-F1B3-B1FE-550CF7C59558}"/>
          </ac:spMkLst>
        </pc:spChg>
        <pc:spChg chg="add mod">
          <ac:chgData name="Hironari Yamada" userId="e57621f8-ec3c-449e-bb19-001fffcc008e" providerId="ADAL" clId="{BC0BD879-F267-5CCA-8DEA-E3B2DD07DA4E}" dt="2026-08-31T12:44:35.343" v="38849"/>
          <ac:spMkLst>
            <pc:docMk/>
            <pc:sldMk cId="4038949627" sldId="2076139120"/>
            <ac:spMk id="25" creationId="{224EF74A-F5CF-44B5-47DA-25E3291A7386}"/>
          </ac:spMkLst>
        </pc:spChg>
        <pc:picChg chg="del">
          <ac:chgData name="Hironari Yamada" userId="e57621f8-ec3c-449e-bb19-001fffcc008e" providerId="ADAL" clId="{BC0BD879-F267-5CCA-8DEA-E3B2DD07DA4E}" dt="2026-08-31T12:34:08.760" v="38782" actId="478"/>
          <ac:picMkLst>
            <pc:docMk/>
            <pc:sldMk cId="4038949627" sldId="2076139120"/>
            <ac:picMk id="5" creationId="{D5930A8E-08F0-7032-1C4A-EEA5DCBBA537}"/>
          </ac:picMkLst>
        </pc:picChg>
        <pc:picChg chg="del">
          <ac:chgData name="Hironari Yamada" userId="e57621f8-ec3c-449e-bb19-001fffcc008e" providerId="ADAL" clId="{BC0BD879-F267-5CCA-8DEA-E3B2DD07DA4E}" dt="2026-08-31T12:31:59.447" v="38686" actId="478"/>
          <ac:picMkLst>
            <pc:docMk/>
            <pc:sldMk cId="4038949627" sldId="2076139120"/>
            <ac:picMk id="6" creationId="{5AF5296D-395A-721E-F4BC-09B33229D5BD}"/>
          </ac:picMkLst>
        </pc:picChg>
        <pc:picChg chg="add mod">
          <ac:chgData name="Hironari Yamada" userId="e57621f8-ec3c-449e-bb19-001fffcc008e" providerId="ADAL" clId="{BC0BD879-F267-5CCA-8DEA-E3B2DD07DA4E}" dt="2026-08-31T12:33:21.944" v="38695" actId="1076"/>
          <ac:picMkLst>
            <pc:docMk/>
            <pc:sldMk cId="4038949627" sldId="2076139120"/>
            <ac:picMk id="14" creationId="{64569BAB-3826-66D7-3834-BE387D5F11C2}"/>
          </ac:picMkLst>
        </pc:picChg>
        <pc:picChg chg="add del mod">
          <ac:chgData name="Hironari Yamada" userId="e57621f8-ec3c-449e-bb19-001fffcc008e" providerId="ADAL" clId="{BC0BD879-F267-5CCA-8DEA-E3B2DD07DA4E}" dt="2026-08-31T12:39:28.413" v="38792" actId="478"/>
          <ac:picMkLst>
            <pc:docMk/>
            <pc:sldMk cId="4038949627" sldId="2076139120"/>
            <ac:picMk id="18" creationId="{1516C2A8-103B-F507-522E-03DD62DC099E}"/>
          </ac:picMkLst>
        </pc:picChg>
        <pc:picChg chg="add mod">
          <ac:chgData name="Hironari Yamada" userId="e57621f8-ec3c-449e-bb19-001fffcc008e" providerId="ADAL" clId="{BC0BD879-F267-5CCA-8DEA-E3B2DD07DA4E}" dt="2026-08-31T12:39:56.539" v="38797" actId="14100"/>
          <ac:picMkLst>
            <pc:docMk/>
            <pc:sldMk cId="4038949627" sldId="2076139120"/>
            <ac:picMk id="21" creationId="{78287285-03EC-C217-23B4-FEC9A20A7D31}"/>
          </ac:picMkLst>
        </pc:picChg>
      </pc:sldChg>
      <pc:sldChg chg="addSp delSp modSp add del mod">
        <pc:chgData name="Hironari Yamada" userId="e57621f8-ec3c-449e-bb19-001fffcc008e" providerId="ADAL" clId="{BC0BD879-F267-5CCA-8DEA-E3B2DD07DA4E}" dt="2026-08-31T15:00:25.535" v="43761" actId="2696"/>
        <pc:sldMkLst>
          <pc:docMk/>
          <pc:sldMk cId="2800383176" sldId="2076139121"/>
        </pc:sldMkLst>
        <pc:spChg chg="add mod">
          <ac:chgData name="Hironari Yamada" userId="e57621f8-ec3c-449e-bb19-001fffcc008e" providerId="ADAL" clId="{BC0BD879-F267-5CCA-8DEA-E3B2DD07DA4E}" dt="2026-08-31T12:46:01.732" v="38862" actId="14100"/>
          <ac:spMkLst>
            <pc:docMk/>
            <pc:sldMk cId="2800383176" sldId="2076139121"/>
            <ac:spMk id="6" creationId="{8AA36290-9F4A-3ACC-A945-B58D061A1290}"/>
          </ac:spMkLst>
        </pc:spChg>
        <pc:spChg chg="del">
          <ac:chgData name="Hironari Yamada" userId="e57621f8-ec3c-449e-bb19-001fffcc008e" providerId="ADAL" clId="{BC0BD879-F267-5CCA-8DEA-E3B2DD07DA4E}" dt="2026-08-31T12:44:44.214" v="38851" actId="478"/>
          <ac:spMkLst>
            <pc:docMk/>
            <pc:sldMk cId="2800383176" sldId="2076139121"/>
            <ac:spMk id="11" creationId="{E36D8630-3964-B69D-1480-2A3A8E634642}"/>
          </ac:spMkLst>
        </pc:spChg>
        <pc:spChg chg="del">
          <ac:chgData name="Hironari Yamada" userId="e57621f8-ec3c-449e-bb19-001fffcc008e" providerId="ADAL" clId="{BC0BD879-F267-5CCA-8DEA-E3B2DD07DA4E}" dt="2026-08-31T12:44:44.214" v="38851" actId="478"/>
          <ac:spMkLst>
            <pc:docMk/>
            <pc:sldMk cId="2800383176" sldId="2076139121"/>
            <ac:spMk id="12" creationId="{A46FD6F9-213A-CECB-CDE9-50FE58FCA056}"/>
          </ac:spMkLst>
        </pc:spChg>
        <pc:spChg chg="del">
          <ac:chgData name="Hironari Yamada" userId="e57621f8-ec3c-449e-bb19-001fffcc008e" providerId="ADAL" clId="{BC0BD879-F267-5CCA-8DEA-E3B2DD07DA4E}" dt="2026-08-31T12:44:44.214" v="38851" actId="478"/>
          <ac:spMkLst>
            <pc:docMk/>
            <pc:sldMk cId="2800383176" sldId="2076139121"/>
            <ac:spMk id="16" creationId="{0F5597AF-73F3-9112-20C5-B744FEADCD6C}"/>
          </ac:spMkLst>
        </pc:spChg>
        <pc:spChg chg="del">
          <ac:chgData name="Hironari Yamada" userId="e57621f8-ec3c-449e-bb19-001fffcc008e" providerId="ADAL" clId="{BC0BD879-F267-5CCA-8DEA-E3B2DD07DA4E}" dt="2026-08-31T12:44:44.214" v="38851" actId="478"/>
          <ac:spMkLst>
            <pc:docMk/>
            <pc:sldMk cId="2800383176" sldId="2076139121"/>
            <ac:spMk id="17" creationId="{D951D3FD-F260-2BF3-E707-139D46DD9BB1}"/>
          </ac:spMkLst>
        </pc:spChg>
        <pc:spChg chg="mod">
          <ac:chgData name="Hironari Yamada" userId="e57621f8-ec3c-449e-bb19-001fffcc008e" providerId="ADAL" clId="{BC0BD879-F267-5CCA-8DEA-E3B2DD07DA4E}" dt="2026-08-31T12:45:56.003" v="38859" actId="14100"/>
          <ac:spMkLst>
            <pc:docMk/>
            <pc:sldMk cId="2800383176" sldId="2076139121"/>
            <ac:spMk id="19" creationId="{4FD7FD57-40C3-0766-12D6-73C1B43273DA}"/>
          </ac:spMkLst>
        </pc:spChg>
        <pc:spChg chg="del">
          <ac:chgData name="Hironari Yamada" userId="e57621f8-ec3c-449e-bb19-001fffcc008e" providerId="ADAL" clId="{BC0BD879-F267-5CCA-8DEA-E3B2DD07DA4E}" dt="2026-08-31T12:46:22.501" v="38946" actId="478"/>
          <ac:spMkLst>
            <pc:docMk/>
            <pc:sldMk cId="2800383176" sldId="2076139121"/>
            <ac:spMk id="20" creationId="{7C634BDE-9BE2-26D0-C54D-635885AFA31F}"/>
          </ac:spMkLst>
        </pc:spChg>
        <pc:spChg chg="del">
          <ac:chgData name="Hironari Yamada" userId="e57621f8-ec3c-449e-bb19-001fffcc008e" providerId="ADAL" clId="{BC0BD879-F267-5CCA-8DEA-E3B2DD07DA4E}" dt="2026-08-31T12:46:22.501" v="38946" actId="478"/>
          <ac:spMkLst>
            <pc:docMk/>
            <pc:sldMk cId="2800383176" sldId="2076139121"/>
            <ac:spMk id="22" creationId="{99480108-A320-4A76-7035-40DDEADDE02E}"/>
          </ac:spMkLst>
        </pc:spChg>
        <pc:spChg chg="mod">
          <ac:chgData name="Hironari Yamada" userId="e57621f8-ec3c-449e-bb19-001fffcc008e" providerId="ADAL" clId="{BC0BD879-F267-5CCA-8DEA-E3B2DD07DA4E}" dt="2026-08-31T12:46:18.971" v="38945" actId="1076"/>
          <ac:spMkLst>
            <pc:docMk/>
            <pc:sldMk cId="2800383176" sldId="2076139121"/>
            <ac:spMk id="23" creationId="{2068F49F-282A-F6F5-F58C-A28F7B686420}"/>
          </ac:spMkLst>
        </pc:spChg>
        <pc:spChg chg="del">
          <ac:chgData name="Hironari Yamada" userId="e57621f8-ec3c-449e-bb19-001fffcc008e" providerId="ADAL" clId="{BC0BD879-F267-5CCA-8DEA-E3B2DD07DA4E}" dt="2026-08-31T12:46:22.501" v="38946" actId="478"/>
          <ac:spMkLst>
            <pc:docMk/>
            <pc:sldMk cId="2800383176" sldId="2076139121"/>
            <ac:spMk id="24" creationId="{69632856-94BA-F90B-8FD3-C9E47513B2CD}"/>
          </ac:spMkLst>
        </pc:spChg>
        <pc:picChg chg="add mod">
          <ac:chgData name="Hironari Yamada" userId="e57621f8-ec3c-449e-bb19-001fffcc008e" providerId="ADAL" clId="{BC0BD879-F267-5CCA-8DEA-E3B2DD07DA4E}" dt="2026-08-31T12:45:41.032" v="38855" actId="14100"/>
          <ac:picMkLst>
            <pc:docMk/>
            <pc:sldMk cId="2800383176" sldId="2076139121"/>
            <ac:picMk id="5" creationId="{432AC725-353F-94E3-3523-2C6C63E266BA}"/>
          </ac:picMkLst>
        </pc:picChg>
        <pc:picChg chg="del">
          <ac:chgData name="Hironari Yamada" userId="e57621f8-ec3c-449e-bb19-001fffcc008e" providerId="ADAL" clId="{BC0BD879-F267-5CCA-8DEA-E3B2DD07DA4E}" dt="2026-08-31T12:44:44.214" v="38851" actId="478"/>
          <ac:picMkLst>
            <pc:docMk/>
            <pc:sldMk cId="2800383176" sldId="2076139121"/>
            <ac:picMk id="14" creationId="{0146F7E1-4CC4-21D3-D0BA-AA99527F9856}"/>
          </ac:picMkLst>
        </pc:picChg>
        <pc:picChg chg="del">
          <ac:chgData name="Hironari Yamada" userId="e57621f8-ec3c-449e-bb19-001fffcc008e" providerId="ADAL" clId="{BC0BD879-F267-5CCA-8DEA-E3B2DD07DA4E}" dt="2026-08-31T12:46:22.501" v="38946" actId="478"/>
          <ac:picMkLst>
            <pc:docMk/>
            <pc:sldMk cId="2800383176" sldId="2076139121"/>
            <ac:picMk id="21" creationId="{6C258B33-AFAB-2076-0228-1B3CCE79CEFD}"/>
          </ac:picMkLst>
        </pc:picChg>
      </pc:sldChg>
      <pc:sldChg chg="addSp delSp modSp add del mod">
        <pc:chgData name="Hironari Yamada" userId="e57621f8-ec3c-449e-bb19-001fffcc008e" providerId="ADAL" clId="{BC0BD879-F267-5CCA-8DEA-E3B2DD07DA4E}" dt="2026-08-31T15:00:25.532" v="43757" actId="2696"/>
        <pc:sldMkLst>
          <pc:docMk/>
          <pc:sldMk cId="1037109428" sldId="2076139122"/>
        </pc:sldMkLst>
        <pc:spChg chg="add mod">
          <ac:chgData name="Hironari Yamada" userId="e57621f8-ec3c-449e-bb19-001fffcc008e" providerId="ADAL" clId="{BC0BD879-F267-5CCA-8DEA-E3B2DD07DA4E}" dt="2026-08-31T13:06:29.134" v="39729" actId="14100"/>
          <ac:spMkLst>
            <pc:docMk/>
            <pc:sldMk cId="1037109428" sldId="2076139122"/>
            <ac:spMk id="6" creationId="{797B79C0-F632-BF72-8BEE-8F65074CCB8B}"/>
          </ac:spMkLst>
        </pc:spChg>
        <pc:spChg chg="del">
          <ac:chgData name="Hironari Yamada" userId="e57621f8-ec3c-449e-bb19-001fffcc008e" providerId="ADAL" clId="{BC0BD879-F267-5CCA-8DEA-E3B2DD07DA4E}" dt="2026-08-31T13:03:33.822" v="39686" actId="478"/>
          <ac:spMkLst>
            <pc:docMk/>
            <pc:sldMk cId="1037109428" sldId="2076139122"/>
            <ac:spMk id="8" creationId="{EC39AD6D-DF65-1AE2-6186-3C73BBDD4589}"/>
          </ac:spMkLst>
        </pc:spChg>
        <pc:spChg chg="del">
          <ac:chgData name="Hironari Yamada" userId="e57621f8-ec3c-449e-bb19-001fffcc008e" providerId="ADAL" clId="{BC0BD879-F267-5CCA-8DEA-E3B2DD07DA4E}" dt="2026-08-31T13:03:33.822" v="39686" actId="478"/>
          <ac:spMkLst>
            <pc:docMk/>
            <pc:sldMk cId="1037109428" sldId="2076139122"/>
            <ac:spMk id="10" creationId="{2EA386A8-E2BF-22F4-851C-B45CF275BE68}"/>
          </ac:spMkLst>
        </pc:spChg>
        <pc:spChg chg="del">
          <ac:chgData name="Hironari Yamada" userId="e57621f8-ec3c-449e-bb19-001fffcc008e" providerId="ADAL" clId="{BC0BD879-F267-5CCA-8DEA-E3B2DD07DA4E}" dt="2026-08-31T13:03:33.822" v="39686" actId="478"/>
          <ac:spMkLst>
            <pc:docMk/>
            <pc:sldMk cId="1037109428" sldId="2076139122"/>
            <ac:spMk id="11" creationId="{9C2DB15C-16B9-6EE4-6B85-9FBD652A2EAB}"/>
          </ac:spMkLst>
        </pc:spChg>
        <pc:spChg chg="del">
          <ac:chgData name="Hironari Yamada" userId="e57621f8-ec3c-449e-bb19-001fffcc008e" providerId="ADAL" clId="{BC0BD879-F267-5CCA-8DEA-E3B2DD07DA4E}" dt="2026-08-31T13:03:33.822" v="39686" actId="478"/>
          <ac:spMkLst>
            <pc:docMk/>
            <pc:sldMk cId="1037109428" sldId="2076139122"/>
            <ac:spMk id="12" creationId="{FF97AEAC-2FE6-C774-3694-81D4F1B9B18D}"/>
          </ac:spMkLst>
        </pc:spChg>
        <pc:spChg chg="mod">
          <ac:chgData name="Hironari Yamada" userId="e57621f8-ec3c-449e-bb19-001fffcc008e" providerId="ADAL" clId="{BC0BD879-F267-5CCA-8DEA-E3B2DD07DA4E}" dt="2026-08-31T13:05:51.589" v="39699" actId="14100"/>
          <ac:spMkLst>
            <pc:docMk/>
            <pc:sldMk cId="1037109428" sldId="2076139122"/>
            <ac:spMk id="14" creationId="{A6A17703-61E3-47CE-21D9-7F8B140CA45E}"/>
          </ac:spMkLst>
        </pc:spChg>
        <pc:spChg chg="del">
          <ac:chgData name="Hironari Yamada" userId="e57621f8-ec3c-449e-bb19-001fffcc008e" providerId="ADAL" clId="{BC0BD879-F267-5CCA-8DEA-E3B2DD07DA4E}" dt="2026-08-31T13:05:29.347" v="39692" actId="478"/>
          <ac:spMkLst>
            <pc:docMk/>
            <pc:sldMk cId="1037109428" sldId="2076139122"/>
            <ac:spMk id="15" creationId="{F1355283-0870-EAA1-9AA3-8318B91584C2}"/>
          </ac:spMkLst>
        </pc:spChg>
        <pc:spChg chg="mod">
          <ac:chgData name="Hironari Yamada" userId="e57621f8-ec3c-449e-bb19-001fffcc008e" providerId="ADAL" clId="{BC0BD879-F267-5CCA-8DEA-E3B2DD07DA4E}" dt="2026-08-31T13:07:16.401" v="39881" actId="1076"/>
          <ac:spMkLst>
            <pc:docMk/>
            <pc:sldMk cId="1037109428" sldId="2076139122"/>
            <ac:spMk id="16" creationId="{1CD74296-557A-9DDF-EB25-627219BDF909}"/>
          </ac:spMkLst>
        </pc:spChg>
        <pc:spChg chg="del">
          <ac:chgData name="Hironari Yamada" userId="e57621f8-ec3c-449e-bb19-001fffcc008e" providerId="ADAL" clId="{BC0BD879-F267-5CCA-8DEA-E3B2DD07DA4E}" dt="2026-08-31T13:05:29.347" v="39692" actId="478"/>
          <ac:spMkLst>
            <pc:docMk/>
            <pc:sldMk cId="1037109428" sldId="2076139122"/>
            <ac:spMk id="17" creationId="{A2AD69AC-2D75-4B5E-F389-C8C76107B078}"/>
          </ac:spMkLst>
        </pc:spChg>
        <pc:spChg chg="mod">
          <ac:chgData name="Hironari Yamada" userId="e57621f8-ec3c-449e-bb19-001fffcc008e" providerId="ADAL" clId="{BC0BD879-F267-5CCA-8DEA-E3B2DD07DA4E}" dt="2026-08-31T13:08:33.756" v="40033" actId="14100"/>
          <ac:spMkLst>
            <pc:docMk/>
            <pc:sldMk cId="1037109428" sldId="2076139122"/>
            <ac:spMk id="18" creationId="{BCDA615B-20D3-1ACB-F0AF-D65D028DA5A7}"/>
          </ac:spMkLst>
        </pc:spChg>
        <pc:spChg chg="add mod">
          <ac:chgData name="Hironari Yamada" userId="e57621f8-ec3c-449e-bb19-001fffcc008e" providerId="ADAL" clId="{BC0BD879-F267-5CCA-8DEA-E3B2DD07DA4E}" dt="2026-08-31T13:07:13.173" v="39880" actId="14100"/>
          <ac:spMkLst>
            <pc:docMk/>
            <pc:sldMk cId="1037109428" sldId="2076139122"/>
            <ac:spMk id="19" creationId="{15AC030B-3F01-9D93-4E4B-670E4CE0F4CF}"/>
          </ac:spMkLst>
        </pc:spChg>
        <pc:spChg chg="add mod">
          <ac:chgData name="Hironari Yamada" userId="e57621f8-ec3c-449e-bb19-001fffcc008e" providerId="ADAL" clId="{BC0BD879-F267-5CCA-8DEA-E3B2DD07DA4E}" dt="2026-08-31T13:07:52.685" v="39895" actId="14100"/>
          <ac:spMkLst>
            <pc:docMk/>
            <pc:sldMk cId="1037109428" sldId="2076139122"/>
            <ac:spMk id="20" creationId="{9155A9DE-4E71-8DC0-33C4-B7F6B072B83F}"/>
          </ac:spMkLst>
        </pc:spChg>
        <pc:picChg chg="add mod">
          <ac:chgData name="Hironari Yamada" userId="e57621f8-ec3c-449e-bb19-001fffcc008e" providerId="ADAL" clId="{BC0BD879-F267-5CCA-8DEA-E3B2DD07DA4E}" dt="2026-08-31T13:05:39.722" v="39696" actId="1076"/>
          <ac:picMkLst>
            <pc:docMk/>
            <pc:sldMk cId="1037109428" sldId="2076139122"/>
            <ac:picMk id="5" creationId="{DF60252E-2FDF-C57D-97D8-F86CB815CA5B}"/>
          </ac:picMkLst>
        </pc:picChg>
        <pc:picChg chg="del">
          <ac:chgData name="Hironari Yamada" userId="e57621f8-ec3c-449e-bb19-001fffcc008e" providerId="ADAL" clId="{BC0BD879-F267-5CCA-8DEA-E3B2DD07DA4E}" dt="2026-08-31T13:03:33.822" v="39686" actId="478"/>
          <ac:picMkLst>
            <pc:docMk/>
            <pc:sldMk cId="1037109428" sldId="2076139122"/>
            <ac:picMk id="7" creationId="{6DB97E02-0AFB-5D14-39E7-1704F08FCE65}"/>
          </ac:picMkLst>
        </pc:picChg>
        <pc:picChg chg="del">
          <ac:chgData name="Hironari Yamada" userId="e57621f8-ec3c-449e-bb19-001fffcc008e" providerId="ADAL" clId="{BC0BD879-F267-5CCA-8DEA-E3B2DD07DA4E}" dt="2026-08-31T13:05:30.934" v="39693" actId="478"/>
          <ac:picMkLst>
            <pc:docMk/>
            <pc:sldMk cId="1037109428" sldId="2076139122"/>
            <ac:picMk id="13" creationId="{4D8C14C9-9412-82C3-4031-363B45A6AC47}"/>
          </ac:picMkLst>
        </pc:picChg>
      </pc:sldChg>
      <pc:sldChg chg="addSp delSp modSp add del mod">
        <pc:chgData name="Hironari Yamada" userId="e57621f8-ec3c-449e-bb19-001fffcc008e" providerId="ADAL" clId="{BC0BD879-F267-5CCA-8DEA-E3B2DD07DA4E}" dt="2026-08-31T15:00:25.523" v="43747" actId="2696"/>
        <pc:sldMkLst>
          <pc:docMk/>
          <pc:sldMk cId="3998559052" sldId="2076139123"/>
        </pc:sldMkLst>
        <pc:spChg chg="mod">
          <ac:chgData name="Hironari Yamada" userId="e57621f8-ec3c-449e-bb19-001fffcc008e" providerId="ADAL" clId="{BC0BD879-F267-5CCA-8DEA-E3B2DD07DA4E}" dt="2026-08-31T13:09:06.339" v="40195" actId="20577"/>
          <ac:spMkLst>
            <pc:docMk/>
            <pc:sldMk cId="3998559052" sldId="2076139123"/>
            <ac:spMk id="3" creationId="{0EA0AF83-3A20-F7D9-72BB-C139AC536DDD}"/>
          </ac:spMkLst>
        </pc:spChg>
        <pc:spChg chg="del">
          <ac:chgData name="Hironari Yamada" userId="e57621f8-ec3c-449e-bb19-001fffcc008e" providerId="ADAL" clId="{BC0BD879-F267-5CCA-8DEA-E3B2DD07DA4E}" dt="2026-08-31T13:09:09.974" v="40196" actId="478"/>
          <ac:spMkLst>
            <pc:docMk/>
            <pc:sldMk cId="3998559052" sldId="2076139123"/>
            <ac:spMk id="6" creationId="{E1FEB2AF-A3E9-E78D-46F3-8026DB83179B}"/>
          </ac:spMkLst>
        </pc:spChg>
        <pc:spChg chg="mod">
          <ac:chgData name="Hironari Yamada" userId="e57621f8-ec3c-449e-bb19-001fffcc008e" providerId="ADAL" clId="{BC0BD879-F267-5CCA-8DEA-E3B2DD07DA4E}" dt="2026-08-31T13:08:47.776" v="40106" actId="20577"/>
          <ac:spMkLst>
            <pc:docMk/>
            <pc:sldMk cId="3998559052" sldId="2076139123"/>
            <ac:spMk id="9" creationId="{331E97EB-6656-9802-D3EF-D04DE4DFA49D}"/>
          </ac:spMkLst>
        </pc:spChg>
        <pc:spChg chg="add mod">
          <ac:chgData name="Hironari Yamada" userId="e57621f8-ec3c-449e-bb19-001fffcc008e" providerId="ADAL" clId="{BC0BD879-F267-5CCA-8DEA-E3B2DD07DA4E}" dt="2026-08-31T13:11:56.411" v="40207" actId="14100"/>
          <ac:spMkLst>
            <pc:docMk/>
            <pc:sldMk cId="3998559052" sldId="2076139123"/>
            <ac:spMk id="10" creationId="{AAA7D4A0-317D-A62C-E4C1-CC4B9C2E2A9A}"/>
          </ac:spMkLst>
        </pc:spChg>
        <pc:spChg chg="add mod">
          <ac:chgData name="Hironari Yamada" userId="e57621f8-ec3c-449e-bb19-001fffcc008e" providerId="ADAL" clId="{BC0BD879-F267-5CCA-8DEA-E3B2DD07DA4E}" dt="2026-08-31T13:12:23.439" v="40291" actId="1076"/>
          <ac:spMkLst>
            <pc:docMk/>
            <pc:sldMk cId="3998559052" sldId="2076139123"/>
            <ac:spMk id="11" creationId="{150BCECF-56DD-EB69-6BA6-4A2B94DA7B53}"/>
          </ac:spMkLst>
        </pc:spChg>
        <pc:spChg chg="add mod">
          <ac:chgData name="Hironari Yamada" userId="e57621f8-ec3c-449e-bb19-001fffcc008e" providerId="ADAL" clId="{BC0BD879-F267-5CCA-8DEA-E3B2DD07DA4E}" dt="2026-08-31T13:12:07.313" v="40211" actId="14100"/>
          <ac:spMkLst>
            <pc:docMk/>
            <pc:sldMk cId="3998559052" sldId="2076139123"/>
            <ac:spMk id="12" creationId="{655658F3-5644-5B9A-673F-FF4312AC9539}"/>
          </ac:spMkLst>
        </pc:spChg>
        <pc:spChg chg="add mod">
          <ac:chgData name="Hironari Yamada" userId="e57621f8-ec3c-449e-bb19-001fffcc008e" providerId="ADAL" clId="{BC0BD879-F267-5CCA-8DEA-E3B2DD07DA4E}" dt="2026-08-31T13:12:33.455" v="40338" actId="20577"/>
          <ac:spMkLst>
            <pc:docMk/>
            <pc:sldMk cId="3998559052" sldId="2076139123"/>
            <ac:spMk id="13" creationId="{E9507492-4431-10E1-E158-C224A09CCEAA}"/>
          </ac:spMkLst>
        </pc:spChg>
        <pc:spChg chg="del">
          <ac:chgData name="Hironari Yamada" userId="e57621f8-ec3c-449e-bb19-001fffcc008e" providerId="ADAL" clId="{BC0BD879-F267-5CCA-8DEA-E3B2DD07DA4E}" dt="2026-08-31T13:09:09.974" v="40196" actId="478"/>
          <ac:spMkLst>
            <pc:docMk/>
            <pc:sldMk cId="3998559052" sldId="2076139123"/>
            <ac:spMk id="14" creationId="{24A9462C-CFB7-105B-E04D-5EA4D3F465D1}"/>
          </ac:spMkLst>
        </pc:spChg>
        <pc:spChg chg="add mod">
          <ac:chgData name="Hironari Yamada" userId="e57621f8-ec3c-449e-bb19-001fffcc008e" providerId="ADAL" clId="{BC0BD879-F267-5CCA-8DEA-E3B2DD07DA4E}" dt="2026-08-31T13:12:41.243" v="40341" actId="14100"/>
          <ac:spMkLst>
            <pc:docMk/>
            <pc:sldMk cId="3998559052" sldId="2076139123"/>
            <ac:spMk id="15" creationId="{9F1DC6CD-4AD5-34F1-F1BC-4BA628A582D6}"/>
          </ac:spMkLst>
        </pc:spChg>
        <pc:spChg chg="del">
          <ac:chgData name="Hironari Yamada" userId="e57621f8-ec3c-449e-bb19-001fffcc008e" providerId="ADAL" clId="{BC0BD879-F267-5CCA-8DEA-E3B2DD07DA4E}" dt="2026-08-31T13:09:09.974" v="40196" actId="478"/>
          <ac:spMkLst>
            <pc:docMk/>
            <pc:sldMk cId="3998559052" sldId="2076139123"/>
            <ac:spMk id="16" creationId="{D52478CC-98E7-7AEA-335E-01B26739D3C0}"/>
          </ac:spMkLst>
        </pc:spChg>
        <pc:spChg chg="add mod">
          <ac:chgData name="Hironari Yamada" userId="e57621f8-ec3c-449e-bb19-001fffcc008e" providerId="ADAL" clId="{BC0BD879-F267-5CCA-8DEA-E3B2DD07DA4E}" dt="2026-08-31T13:12:53.833" v="40386" actId="20577"/>
          <ac:spMkLst>
            <pc:docMk/>
            <pc:sldMk cId="3998559052" sldId="2076139123"/>
            <ac:spMk id="17" creationId="{6951159D-D607-B113-BEDD-4E4EF580C971}"/>
          </ac:spMkLst>
        </pc:spChg>
        <pc:spChg chg="del">
          <ac:chgData name="Hironari Yamada" userId="e57621f8-ec3c-449e-bb19-001fffcc008e" providerId="ADAL" clId="{BC0BD879-F267-5CCA-8DEA-E3B2DD07DA4E}" dt="2026-08-31T13:09:09.974" v="40196" actId="478"/>
          <ac:spMkLst>
            <pc:docMk/>
            <pc:sldMk cId="3998559052" sldId="2076139123"/>
            <ac:spMk id="18" creationId="{A5879971-46F7-C346-2B39-C579B89845B5}"/>
          </ac:spMkLst>
        </pc:spChg>
        <pc:spChg chg="del">
          <ac:chgData name="Hironari Yamada" userId="e57621f8-ec3c-449e-bb19-001fffcc008e" providerId="ADAL" clId="{BC0BD879-F267-5CCA-8DEA-E3B2DD07DA4E}" dt="2026-08-31T13:09:09.974" v="40196" actId="478"/>
          <ac:spMkLst>
            <pc:docMk/>
            <pc:sldMk cId="3998559052" sldId="2076139123"/>
            <ac:spMk id="19" creationId="{0FA5EA0B-5F97-779F-09A3-C0A9A8D31EA0}"/>
          </ac:spMkLst>
        </pc:spChg>
        <pc:spChg chg="del">
          <ac:chgData name="Hironari Yamada" userId="e57621f8-ec3c-449e-bb19-001fffcc008e" providerId="ADAL" clId="{BC0BD879-F267-5CCA-8DEA-E3B2DD07DA4E}" dt="2026-08-31T13:09:09.974" v="40196" actId="478"/>
          <ac:spMkLst>
            <pc:docMk/>
            <pc:sldMk cId="3998559052" sldId="2076139123"/>
            <ac:spMk id="20" creationId="{F7544851-F838-E414-57EB-E648D0767B8E}"/>
          </ac:spMkLst>
        </pc:spChg>
        <pc:spChg chg="add mod">
          <ac:chgData name="Hironari Yamada" userId="e57621f8-ec3c-449e-bb19-001fffcc008e" providerId="ADAL" clId="{BC0BD879-F267-5CCA-8DEA-E3B2DD07DA4E}" dt="2026-08-31T13:13:02.693" v="40389" actId="14100"/>
          <ac:spMkLst>
            <pc:docMk/>
            <pc:sldMk cId="3998559052" sldId="2076139123"/>
            <ac:spMk id="21" creationId="{87A8E515-C1A5-EB0C-03B6-2B2B1D9EEE33}"/>
          </ac:spMkLst>
        </pc:spChg>
        <pc:spChg chg="add mod">
          <ac:chgData name="Hironari Yamada" userId="e57621f8-ec3c-449e-bb19-001fffcc008e" providerId="ADAL" clId="{BC0BD879-F267-5CCA-8DEA-E3B2DD07DA4E}" dt="2026-08-31T13:13:19" v="40410" actId="1076"/>
          <ac:spMkLst>
            <pc:docMk/>
            <pc:sldMk cId="3998559052" sldId="2076139123"/>
            <ac:spMk id="22" creationId="{917E940D-8517-0669-5618-C044300DEB07}"/>
          </ac:spMkLst>
        </pc:spChg>
        <pc:spChg chg="add mod">
          <ac:chgData name="Hironari Yamada" userId="e57621f8-ec3c-449e-bb19-001fffcc008e" providerId="ADAL" clId="{BC0BD879-F267-5CCA-8DEA-E3B2DD07DA4E}" dt="2026-08-31T13:13:25.013" v="40413" actId="14100"/>
          <ac:spMkLst>
            <pc:docMk/>
            <pc:sldMk cId="3998559052" sldId="2076139123"/>
            <ac:spMk id="23" creationId="{6C480E71-2912-C2B8-A635-5EA0CC519FF9}"/>
          </ac:spMkLst>
        </pc:spChg>
        <pc:spChg chg="add mod">
          <ac:chgData name="Hironari Yamada" userId="e57621f8-ec3c-449e-bb19-001fffcc008e" providerId="ADAL" clId="{BC0BD879-F267-5CCA-8DEA-E3B2DD07DA4E}" dt="2026-08-31T13:13:42.855" v="40470" actId="20577"/>
          <ac:spMkLst>
            <pc:docMk/>
            <pc:sldMk cId="3998559052" sldId="2076139123"/>
            <ac:spMk id="24" creationId="{58136D4F-BD27-B739-56A2-9FE988BB3C2F}"/>
          </ac:spMkLst>
        </pc:spChg>
        <pc:spChg chg="add mod">
          <ac:chgData name="Hironari Yamada" userId="e57621f8-ec3c-449e-bb19-001fffcc008e" providerId="ADAL" clId="{BC0BD879-F267-5CCA-8DEA-E3B2DD07DA4E}" dt="2026-08-31T13:13:49.464" v="40473" actId="14100"/>
          <ac:spMkLst>
            <pc:docMk/>
            <pc:sldMk cId="3998559052" sldId="2076139123"/>
            <ac:spMk id="25" creationId="{4D6CCB6B-A32F-144E-9CBF-6CEA3AE7C5A2}"/>
          </ac:spMkLst>
        </pc:spChg>
        <pc:spChg chg="add mod">
          <ac:chgData name="Hironari Yamada" userId="e57621f8-ec3c-449e-bb19-001fffcc008e" providerId="ADAL" clId="{BC0BD879-F267-5CCA-8DEA-E3B2DD07DA4E}" dt="2026-08-31T13:13:54.166" v="40476" actId="14100"/>
          <ac:spMkLst>
            <pc:docMk/>
            <pc:sldMk cId="3998559052" sldId="2076139123"/>
            <ac:spMk id="26" creationId="{9C41F56F-4EAC-2C6F-82F7-48E54C29FF46}"/>
          </ac:spMkLst>
        </pc:spChg>
        <pc:picChg chg="del">
          <ac:chgData name="Hironari Yamada" userId="e57621f8-ec3c-449e-bb19-001fffcc008e" providerId="ADAL" clId="{BC0BD879-F267-5CCA-8DEA-E3B2DD07DA4E}" dt="2026-08-31T13:09:09.974" v="40196" actId="478"/>
          <ac:picMkLst>
            <pc:docMk/>
            <pc:sldMk cId="3998559052" sldId="2076139123"/>
            <ac:picMk id="5" creationId="{DE932A1F-F507-4842-E923-00B71A9E72E8}"/>
          </ac:picMkLst>
        </pc:picChg>
        <pc:picChg chg="add mod">
          <ac:chgData name="Hironari Yamada" userId="e57621f8-ec3c-449e-bb19-001fffcc008e" providerId="ADAL" clId="{BC0BD879-F267-5CCA-8DEA-E3B2DD07DA4E}" dt="2026-08-31T13:10:24.502" v="40200" actId="14100"/>
          <ac:picMkLst>
            <pc:docMk/>
            <pc:sldMk cId="3998559052" sldId="2076139123"/>
            <ac:picMk id="7" creationId="{AC6E235F-026F-3247-8AAA-7D77016323B7}"/>
          </ac:picMkLst>
        </pc:picChg>
        <pc:picChg chg="add mod">
          <ac:chgData name="Hironari Yamada" userId="e57621f8-ec3c-449e-bb19-001fffcc008e" providerId="ADAL" clId="{BC0BD879-F267-5CCA-8DEA-E3B2DD07DA4E}" dt="2026-08-31T13:11:41.487" v="40204" actId="14100"/>
          <ac:picMkLst>
            <pc:docMk/>
            <pc:sldMk cId="3998559052" sldId="2076139123"/>
            <ac:picMk id="8" creationId="{E8FC0238-3D6B-06D4-0AA6-1F72CCE6F41D}"/>
          </ac:picMkLst>
        </pc:picChg>
      </pc:sldChg>
      <pc:sldChg chg="addSp delSp modSp add del mod">
        <pc:chgData name="Hironari Yamada" userId="e57621f8-ec3c-449e-bb19-001fffcc008e" providerId="ADAL" clId="{BC0BD879-F267-5CCA-8DEA-E3B2DD07DA4E}" dt="2026-08-31T15:00:25.541" v="43767" actId="2696"/>
        <pc:sldMkLst>
          <pc:docMk/>
          <pc:sldMk cId="108507490" sldId="2076139124"/>
        </pc:sldMkLst>
        <pc:spChg chg="del">
          <ac:chgData name="Hironari Yamada" userId="e57621f8-ec3c-449e-bb19-001fffcc008e" providerId="ADAL" clId="{BC0BD879-F267-5CCA-8DEA-E3B2DD07DA4E}" dt="2026-08-31T13:15:39.409" v="40656" actId="478"/>
          <ac:spMkLst>
            <pc:docMk/>
            <pc:sldMk cId="108507490" sldId="2076139124"/>
            <ac:spMk id="6" creationId="{19C8D71A-7D3E-0EE9-3CD6-48718055D2DF}"/>
          </ac:spMkLst>
        </pc:spChg>
        <pc:spChg chg="del">
          <ac:chgData name="Hironari Yamada" userId="e57621f8-ec3c-449e-bb19-001fffcc008e" providerId="ADAL" clId="{BC0BD879-F267-5CCA-8DEA-E3B2DD07DA4E}" dt="2026-08-31T13:15:39.409" v="40656" actId="478"/>
          <ac:spMkLst>
            <pc:docMk/>
            <pc:sldMk cId="108507490" sldId="2076139124"/>
            <ac:spMk id="7" creationId="{54960546-5667-429D-C308-C92E18765F08}"/>
          </ac:spMkLst>
        </pc:spChg>
        <pc:spChg chg="del">
          <ac:chgData name="Hironari Yamada" userId="e57621f8-ec3c-449e-bb19-001fffcc008e" providerId="ADAL" clId="{BC0BD879-F267-5CCA-8DEA-E3B2DD07DA4E}" dt="2026-08-31T13:15:39.409" v="40656" actId="478"/>
          <ac:spMkLst>
            <pc:docMk/>
            <pc:sldMk cId="108507490" sldId="2076139124"/>
            <ac:spMk id="10" creationId="{5CCA4F54-FBBA-FB58-C123-8809BC2212A9}"/>
          </ac:spMkLst>
        </pc:spChg>
        <pc:spChg chg="del">
          <ac:chgData name="Hironari Yamada" userId="e57621f8-ec3c-449e-bb19-001fffcc008e" providerId="ADAL" clId="{BC0BD879-F267-5CCA-8DEA-E3B2DD07DA4E}" dt="2026-08-31T13:15:39.409" v="40656" actId="478"/>
          <ac:spMkLst>
            <pc:docMk/>
            <pc:sldMk cId="108507490" sldId="2076139124"/>
            <ac:spMk id="11" creationId="{AE006826-02E4-A14B-60AF-C4486248B17F}"/>
          </ac:spMkLst>
        </pc:spChg>
        <pc:spChg chg="add mod">
          <ac:chgData name="Hironari Yamada" userId="e57621f8-ec3c-449e-bb19-001fffcc008e" providerId="ADAL" clId="{BC0BD879-F267-5CCA-8DEA-E3B2DD07DA4E}" dt="2026-08-31T13:16:03.291" v="40657"/>
          <ac:spMkLst>
            <pc:docMk/>
            <pc:sldMk cId="108507490" sldId="2076139124"/>
            <ac:spMk id="13" creationId="{5860A3F9-EF1A-FF24-010E-E8F50DCECD22}"/>
          </ac:spMkLst>
        </pc:spChg>
        <pc:spChg chg="add mod">
          <ac:chgData name="Hironari Yamada" userId="e57621f8-ec3c-449e-bb19-001fffcc008e" providerId="ADAL" clId="{BC0BD879-F267-5CCA-8DEA-E3B2DD07DA4E}" dt="2026-08-31T13:16:03.291" v="40657"/>
          <ac:spMkLst>
            <pc:docMk/>
            <pc:sldMk cId="108507490" sldId="2076139124"/>
            <ac:spMk id="14" creationId="{8674AA33-7E90-E152-D301-F261EE056547}"/>
          </ac:spMkLst>
        </pc:spChg>
        <pc:spChg chg="add mod">
          <ac:chgData name="Hironari Yamada" userId="e57621f8-ec3c-449e-bb19-001fffcc008e" providerId="ADAL" clId="{BC0BD879-F267-5CCA-8DEA-E3B2DD07DA4E}" dt="2026-08-31T13:19:17.657" v="40664" actId="14100"/>
          <ac:spMkLst>
            <pc:docMk/>
            <pc:sldMk cId="108507490" sldId="2076139124"/>
            <ac:spMk id="16" creationId="{CFCD6AAB-DE41-EAB8-1834-5828F762EAD6}"/>
          </ac:spMkLst>
        </pc:spChg>
        <pc:spChg chg="add mod">
          <ac:chgData name="Hironari Yamada" userId="e57621f8-ec3c-449e-bb19-001fffcc008e" providerId="ADAL" clId="{BC0BD879-F267-5CCA-8DEA-E3B2DD07DA4E}" dt="2026-08-31T13:19:28.981" v="40680" actId="14100"/>
          <ac:spMkLst>
            <pc:docMk/>
            <pc:sldMk cId="108507490" sldId="2076139124"/>
            <ac:spMk id="17" creationId="{DF39C563-F3ED-95D4-46F3-62ACEE4EB0A4}"/>
          </ac:spMkLst>
        </pc:spChg>
        <pc:spChg chg="add mod">
          <ac:chgData name="Hironari Yamada" userId="e57621f8-ec3c-449e-bb19-001fffcc008e" providerId="ADAL" clId="{BC0BD879-F267-5CCA-8DEA-E3B2DD07DA4E}" dt="2026-08-31T13:19:36.269" v="40683" actId="14100"/>
          <ac:spMkLst>
            <pc:docMk/>
            <pc:sldMk cId="108507490" sldId="2076139124"/>
            <ac:spMk id="18" creationId="{97EFEB65-648D-4F6A-B490-90EAF3921B67}"/>
          </ac:spMkLst>
        </pc:spChg>
        <pc:spChg chg="add mod">
          <ac:chgData name="Hironari Yamada" userId="e57621f8-ec3c-449e-bb19-001fffcc008e" providerId="ADAL" clId="{BC0BD879-F267-5CCA-8DEA-E3B2DD07DA4E}" dt="2026-08-31T13:20:07.837" v="40764" actId="14100"/>
          <ac:spMkLst>
            <pc:docMk/>
            <pc:sldMk cId="108507490" sldId="2076139124"/>
            <ac:spMk id="19" creationId="{5F47D105-DF08-7F5E-0079-CFFF755FDC99}"/>
          </ac:spMkLst>
        </pc:spChg>
        <pc:spChg chg="add mod">
          <ac:chgData name="Hironari Yamada" userId="e57621f8-ec3c-449e-bb19-001fffcc008e" providerId="ADAL" clId="{BC0BD879-F267-5CCA-8DEA-E3B2DD07DA4E}" dt="2026-08-31T13:20:16.456" v="40765"/>
          <ac:spMkLst>
            <pc:docMk/>
            <pc:sldMk cId="108507490" sldId="2076139124"/>
            <ac:spMk id="20" creationId="{A36F8AD5-FF2E-A473-AC4A-F7E7756A2655}"/>
          </ac:spMkLst>
        </pc:spChg>
        <pc:picChg chg="del">
          <ac:chgData name="Hironari Yamada" userId="e57621f8-ec3c-449e-bb19-001fffcc008e" providerId="ADAL" clId="{BC0BD879-F267-5CCA-8DEA-E3B2DD07DA4E}" dt="2026-08-31T13:15:39.409" v="40656" actId="478"/>
          <ac:picMkLst>
            <pc:docMk/>
            <pc:sldMk cId="108507490" sldId="2076139124"/>
            <ac:picMk id="5" creationId="{7FA68AB9-9CC1-BF2E-5F39-E086ADA26B37}"/>
          </ac:picMkLst>
        </pc:picChg>
        <pc:picChg chg="del">
          <ac:chgData name="Hironari Yamada" userId="e57621f8-ec3c-449e-bb19-001fffcc008e" providerId="ADAL" clId="{BC0BD879-F267-5CCA-8DEA-E3B2DD07DA4E}" dt="2026-08-31T13:15:39.409" v="40656" actId="478"/>
          <ac:picMkLst>
            <pc:docMk/>
            <pc:sldMk cId="108507490" sldId="2076139124"/>
            <ac:picMk id="8" creationId="{104E15D4-BEDE-4503-42CF-3DD6FA4FC6C7}"/>
          </ac:picMkLst>
        </pc:picChg>
        <pc:picChg chg="add mod">
          <ac:chgData name="Hironari Yamada" userId="e57621f8-ec3c-449e-bb19-001fffcc008e" providerId="ADAL" clId="{BC0BD879-F267-5CCA-8DEA-E3B2DD07DA4E}" dt="2026-08-31T13:16:03.291" v="40657"/>
          <ac:picMkLst>
            <pc:docMk/>
            <pc:sldMk cId="108507490" sldId="2076139124"/>
            <ac:picMk id="12" creationId="{FE3B9006-FAE6-BBDB-5F34-B8EAC9D46850}"/>
          </ac:picMkLst>
        </pc:picChg>
        <pc:picChg chg="add mod">
          <ac:chgData name="Hironari Yamada" userId="e57621f8-ec3c-449e-bb19-001fffcc008e" providerId="ADAL" clId="{BC0BD879-F267-5CCA-8DEA-E3B2DD07DA4E}" dt="2026-08-31T13:19:04.560" v="40661" actId="14100"/>
          <ac:picMkLst>
            <pc:docMk/>
            <pc:sldMk cId="108507490" sldId="2076139124"/>
            <ac:picMk id="15" creationId="{EEA66D6D-D704-56ED-4590-8550D26EFFF0}"/>
          </ac:picMkLst>
        </pc:picChg>
      </pc:sldChg>
      <pc:sldChg chg="addSp delSp modSp add del mod">
        <pc:chgData name="Hironari Yamada" userId="e57621f8-ec3c-449e-bb19-001fffcc008e" providerId="ADAL" clId="{BC0BD879-F267-5CCA-8DEA-E3B2DD07DA4E}" dt="2026-08-31T15:00:25.541" v="43768" actId="2696"/>
        <pc:sldMkLst>
          <pc:docMk/>
          <pc:sldMk cId="114500866" sldId="2076139125"/>
        </pc:sldMkLst>
        <pc:spChg chg="add mod">
          <ac:chgData name="Hironari Yamada" userId="e57621f8-ec3c-449e-bb19-001fffcc008e" providerId="ADAL" clId="{BC0BD879-F267-5CCA-8DEA-E3B2DD07DA4E}" dt="2026-08-31T13:22:04.102" v="40839" actId="14100"/>
          <ac:spMkLst>
            <pc:docMk/>
            <pc:sldMk cId="114500866" sldId="2076139125"/>
            <ac:spMk id="7" creationId="{F5454F7D-C1BD-1B7C-F68B-6B26916D6F12}"/>
          </ac:spMkLst>
        </pc:spChg>
        <pc:spChg chg="add del">
          <ac:chgData name="Hironari Yamada" userId="e57621f8-ec3c-449e-bb19-001fffcc008e" providerId="ADAL" clId="{BC0BD879-F267-5CCA-8DEA-E3B2DD07DA4E}" dt="2026-08-31T13:23:45.259" v="40843" actId="22"/>
          <ac:spMkLst>
            <pc:docMk/>
            <pc:sldMk cId="114500866" sldId="2076139125"/>
            <ac:spMk id="10" creationId="{5A877979-BD97-DB6F-4B4A-5CA1C61C5FDD}"/>
          </ac:spMkLst>
        </pc:spChg>
        <pc:spChg chg="del">
          <ac:chgData name="Hironari Yamada" userId="e57621f8-ec3c-449e-bb19-001fffcc008e" providerId="ADAL" clId="{BC0BD879-F267-5CCA-8DEA-E3B2DD07DA4E}" dt="2026-08-31T13:20:22.791" v="40767" actId="478"/>
          <ac:spMkLst>
            <pc:docMk/>
            <pc:sldMk cId="114500866" sldId="2076139125"/>
            <ac:spMk id="13" creationId="{D5794830-9E24-BDFD-B88B-30FD0F1CDA27}"/>
          </ac:spMkLst>
        </pc:spChg>
        <pc:spChg chg="del">
          <ac:chgData name="Hironari Yamada" userId="e57621f8-ec3c-449e-bb19-001fffcc008e" providerId="ADAL" clId="{BC0BD879-F267-5CCA-8DEA-E3B2DD07DA4E}" dt="2026-08-31T13:20:22.791" v="40767" actId="478"/>
          <ac:spMkLst>
            <pc:docMk/>
            <pc:sldMk cId="114500866" sldId="2076139125"/>
            <ac:spMk id="14" creationId="{53EA1434-61BD-B707-DBF9-1ED7DE6C228C}"/>
          </ac:spMkLst>
        </pc:spChg>
        <pc:spChg chg="mod">
          <ac:chgData name="Hironari Yamada" userId="e57621f8-ec3c-449e-bb19-001fffcc008e" providerId="ADAL" clId="{BC0BD879-F267-5CCA-8DEA-E3B2DD07DA4E}" dt="2026-08-31T13:21:16.491" v="40777" actId="14100"/>
          <ac:spMkLst>
            <pc:docMk/>
            <pc:sldMk cId="114500866" sldId="2076139125"/>
            <ac:spMk id="16" creationId="{6171E268-C0B8-A1FA-CC92-44CA57E0C534}"/>
          </ac:spMkLst>
        </pc:spChg>
        <pc:spChg chg="mod">
          <ac:chgData name="Hironari Yamada" userId="e57621f8-ec3c-449e-bb19-001fffcc008e" providerId="ADAL" clId="{BC0BD879-F267-5CCA-8DEA-E3B2DD07DA4E}" dt="2026-08-31T13:21:57.245" v="40836" actId="14100"/>
          <ac:spMkLst>
            <pc:docMk/>
            <pc:sldMk cId="114500866" sldId="2076139125"/>
            <ac:spMk id="17" creationId="{1B39FA52-762E-8552-BDA0-4EC7146C7685}"/>
          </ac:spMkLst>
        </pc:spChg>
        <pc:spChg chg="del">
          <ac:chgData name="Hironari Yamada" userId="e57621f8-ec3c-449e-bb19-001fffcc008e" providerId="ADAL" clId="{BC0BD879-F267-5CCA-8DEA-E3B2DD07DA4E}" dt="2026-08-31T13:23:41.764" v="40841" actId="478"/>
          <ac:spMkLst>
            <pc:docMk/>
            <pc:sldMk cId="114500866" sldId="2076139125"/>
            <ac:spMk id="18" creationId="{128A8642-6E1E-3381-1781-8664CE445ACE}"/>
          </ac:spMkLst>
        </pc:spChg>
        <pc:spChg chg="del">
          <ac:chgData name="Hironari Yamada" userId="e57621f8-ec3c-449e-bb19-001fffcc008e" providerId="ADAL" clId="{BC0BD879-F267-5CCA-8DEA-E3B2DD07DA4E}" dt="2026-08-31T13:23:41.764" v="40841" actId="478"/>
          <ac:spMkLst>
            <pc:docMk/>
            <pc:sldMk cId="114500866" sldId="2076139125"/>
            <ac:spMk id="19" creationId="{57D531BB-D9B1-7CA3-9504-B65862AD2EF5}"/>
          </ac:spMkLst>
        </pc:spChg>
        <pc:spChg chg="add del mod">
          <ac:chgData name="Hironari Yamada" userId="e57621f8-ec3c-449e-bb19-001fffcc008e" providerId="ADAL" clId="{BC0BD879-F267-5CCA-8DEA-E3B2DD07DA4E}" dt="2026-08-31T13:24:28.750" v="40862" actId="478"/>
          <ac:spMkLst>
            <pc:docMk/>
            <pc:sldMk cId="114500866" sldId="2076139125"/>
            <ac:spMk id="21" creationId="{BB17B026-C8FB-1DEB-056A-8374E839C1D2}"/>
          </ac:spMkLst>
        </pc:spChg>
        <pc:picChg chg="add mod">
          <ac:chgData name="Hironari Yamada" userId="e57621f8-ec3c-449e-bb19-001fffcc008e" providerId="ADAL" clId="{BC0BD879-F267-5CCA-8DEA-E3B2DD07DA4E}" dt="2026-08-31T13:21:02.060" v="40774" actId="14100"/>
          <ac:picMkLst>
            <pc:docMk/>
            <pc:sldMk cId="114500866" sldId="2076139125"/>
            <ac:picMk id="6" creationId="{4BA76032-714E-7E17-3C42-73DCA8DCC6CB}"/>
          </ac:picMkLst>
        </pc:picChg>
        <pc:picChg chg="del">
          <ac:chgData name="Hironari Yamada" userId="e57621f8-ec3c-449e-bb19-001fffcc008e" providerId="ADAL" clId="{BC0BD879-F267-5CCA-8DEA-E3B2DD07DA4E}" dt="2026-08-31T13:20:22.791" v="40767" actId="478"/>
          <ac:picMkLst>
            <pc:docMk/>
            <pc:sldMk cId="114500866" sldId="2076139125"/>
            <ac:picMk id="12" creationId="{03B3D22F-4DC8-9A56-86A6-B738C40DA2AB}"/>
          </ac:picMkLst>
        </pc:picChg>
        <pc:picChg chg="del">
          <ac:chgData name="Hironari Yamada" userId="e57621f8-ec3c-449e-bb19-001fffcc008e" providerId="ADAL" clId="{BC0BD879-F267-5CCA-8DEA-E3B2DD07DA4E}" dt="2026-08-31T13:23:39.522" v="40840" actId="478"/>
          <ac:picMkLst>
            <pc:docMk/>
            <pc:sldMk cId="114500866" sldId="2076139125"/>
            <ac:picMk id="15" creationId="{DB895780-34B4-FCEF-CB15-FA19167BB843}"/>
          </ac:picMkLst>
        </pc:picChg>
        <pc:picChg chg="add del mod">
          <ac:chgData name="Hironari Yamada" userId="e57621f8-ec3c-449e-bb19-001fffcc008e" providerId="ADAL" clId="{BC0BD879-F267-5CCA-8DEA-E3B2DD07DA4E}" dt="2026-08-31T13:24:28.750" v="40862" actId="478"/>
          <ac:picMkLst>
            <pc:docMk/>
            <pc:sldMk cId="114500866" sldId="2076139125"/>
            <ac:picMk id="20" creationId="{B388D6CD-2E51-033A-B7E8-B7A350E0A539}"/>
          </ac:picMkLst>
        </pc:picChg>
      </pc:sldChg>
      <pc:sldChg chg="addSp delSp add del mod">
        <pc:chgData name="Hironari Yamada" userId="e57621f8-ec3c-449e-bb19-001fffcc008e" providerId="ADAL" clId="{BC0BD879-F267-5CCA-8DEA-E3B2DD07DA4E}" dt="2026-08-31T13:24:17.257" v="40858"/>
        <pc:sldMkLst>
          <pc:docMk/>
          <pc:sldMk cId="3033113698" sldId="2076139126"/>
        </pc:sldMkLst>
        <pc:picChg chg="add del">
          <ac:chgData name="Hironari Yamada" userId="e57621f8-ec3c-449e-bb19-001fffcc008e" providerId="ADAL" clId="{BC0BD879-F267-5CCA-8DEA-E3B2DD07DA4E}" dt="2026-08-31T13:24:16.447" v="40857" actId="478"/>
          <ac:picMkLst>
            <pc:docMk/>
            <pc:sldMk cId="3033113698" sldId="2076139126"/>
            <ac:picMk id="6" creationId="{DB43D8F0-8F05-0812-42B3-DC8D70442BDD}"/>
          </ac:picMkLst>
        </pc:picChg>
      </pc:sldChg>
      <pc:sldChg chg="addSp delSp modSp add del mod">
        <pc:chgData name="Hironari Yamada" userId="e57621f8-ec3c-449e-bb19-001fffcc008e" providerId="ADAL" clId="{BC0BD879-F267-5CCA-8DEA-E3B2DD07DA4E}" dt="2026-08-31T15:00:25.555" v="43783" actId="2696"/>
        <pc:sldMkLst>
          <pc:docMk/>
          <pc:sldMk cId="4255147226" sldId="2076139126"/>
        </pc:sldMkLst>
        <pc:spChg chg="add mod">
          <ac:chgData name="Hironari Yamada" userId="e57621f8-ec3c-449e-bb19-001fffcc008e" providerId="ADAL" clId="{BC0BD879-F267-5CCA-8DEA-E3B2DD07DA4E}" dt="2026-08-31T13:26:14.498" v="40929" actId="14100"/>
          <ac:spMkLst>
            <pc:docMk/>
            <pc:sldMk cId="4255147226" sldId="2076139126"/>
            <ac:spMk id="5" creationId="{AE1CDCC5-1463-EFE8-121E-EE787575F9F4}"/>
          </ac:spMkLst>
        </pc:spChg>
        <pc:spChg chg="del">
          <ac:chgData name="Hironari Yamada" userId="e57621f8-ec3c-449e-bb19-001fffcc008e" providerId="ADAL" clId="{BC0BD879-F267-5CCA-8DEA-E3B2DD07DA4E}" dt="2026-08-31T13:24:24.947" v="40861" actId="478"/>
          <ac:spMkLst>
            <pc:docMk/>
            <pc:sldMk cId="4255147226" sldId="2076139126"/>
            <ac:spMk id="7" creationId="{E05B60C8-7463-02F5-FE4D-FCB2208F58A1}"/>
          </ac:spMkLst>
        </pc:spChg>
        <pc:spChg chg="add mod">
          <ac:chgData name="Hironari Yamada" userId="e57621f8-ec3c-449e-bb19-001fffcc008e" providerId="ADAL" clId="{BC0BD879-F267-5CCA-8DEA-E3B2DD07DA4E}" dt="2026-08-31T13:26:37.386" v="40937" actId="255"/>
          <ac:spMkLst>
            <pc:docMk/>
            <pc:sldMk cId="4255147226" sldId="2076139126"/>
            <ac:spMk id="8" creationId="{F2584FD4-7163-DAA1-26AB-4A83BC00E3DC}"/>
          </ac:spMkLst>
        </pc:spChg>
        <pc:spChg chg="add del">
          <ac:chgData name="Hironari Yamada" userId="e57621f8-ec3c-449e-bb19-001fffcc008e" providerId="ADAL" clId="{BC0BD879-F267-5CCA-8DEA-E3B2DD07DA4E}" dt="2026-08-31T13:28:01.785" v="40939" actId="22"/>
          <ac:spMkLst>
            <pc:docMk/>
            <pc:sldMk cId="4255147226" sldId="2076139126"/>
            <ac:spMk id="11" creationId="{B2F5818F-4550-4E17-5160-13AA05029570}"/>
          </ac:spMkLst>
        </pc:spChg>
        <pc:spChg chg="del">
          <ac:chgData name="Hironari Yamada" userId="e57621f8-ec3c-449e-bb19-001fffcc008e" providerId="ADAL" clId="{BC0BD879-F267-5CCA-8DEA-E3B2DD07DA4E}" dt="2026-08-31T13:24:24.947" v="40861" actId="478"/>
          <ac:spMkLst>
            <pc:docMk/>
            <pc:sldMk cId="4255147226" sldId="2076139126"/>
            <ac:spMk id="16" creationId="{E78C2699-2BD9-E452-3E8F-7B4D2FAB62D6}"/>
          </ac:spMkLst>
        </pc:spChg>
        <pc:spChg chg="del">
          <ac:chgData name="Hironari Yamada" userId="e57621f8-ec3c-449e-bb19-001fffcc008e" providerId="ADAL" clId="{BC0BD879-F267-5CCA-8DEA-E3B2DD07DA4E}" dt="2026-08-31T13:24:24.947" v="40861" actId="478"/>
          <ac:spMkLst>
            <pc:docMk/>
            <pc:sldMk cId="4255147226" sldId="2076139126"/>
            <ac:spMk id="17" creationId="{636EE751-19A5-B2A0-E017-B8EAFCA0BC05}"/>
          </ac:spMkLst>
        </pc:spChg>
        <pc:spChg chg="mod">
          <ac:chgData name="Hironari Yamada" userId="e57621f8-ec3c-449e-bb19-001fffcc008e" providerId="ADAL" clId="{BC0BD879-F267-5CCA-8DEA-E3B2DD07DA4E}" dt="2026-08-31T13:24:37.580" v="40863" actId="1076"/>
          <ac:spMkLst>
            <pc:docMk/>
            <pc:sldMk cId="4255147226" sldId="2076139126"/>
            <ac:spMk id="21" creationId="{F0B1729A-1DBD-7AC8-56C9-8DFD2A23E555}"/>
          </ac:spMkLst>
        </pc:spChg>
        <pc:picChg chg="del">
          <ac:chgData name="Hironari Yamada" userId="e57621f8-ec3c-449e-bb19-001fffcc008e" providerId="ADAL" clId="{BC0BD879-F267-5CCA-8DEA-E3B2DD07DA4E}" dt="2026-08-31T13:24:24.947" v="40861" actId="478"/>
          <ac:picMkLst>
            <pc:docMk/>
            <pc:sldMk cId="4255147226" sldId="2076139126"/>
            <ac:picMk id="6" creationId="{635D4687-6030-5953-5366-B7659A0CE83D}"/>
          </ac:picMkLst>
        </pc:picChg>
        <pc:picChg chg="mod">
          <ac:chgData name="Hironari Yamada" userId="e57621f8-ec3c-449e-bb19-001fffcc008e" providerId="ADAL" clId="{BC0BD879-F267-5CCA-8DEA-E3B2DD07DA4E}" dt="2026-08-31T13:24:37.580" v="40863" actId="1076"/>
          <ac:picMkLst>
            <pc:docMk/>
            <pc:sldMk cId="4255147226" sldId="2076139126"/>
            <ac:picMk id="20" creationId="{98E4ECD0-88B7-E247-E91A-04A4F693492B}"/>
          </ac:picMkLst>
        </pc:picChg>
      </pc:sldChg>
      <pc:sldChg chg="addSp delSp modSp add del mod">
        <pc:chgData name="Hironari Yamada" userId="e57621f8-ec3c-449e-bb19-001fffcc008e" providerId="ADAL" clId="{BC0BD879-F267-5CCA-8DEA-E3B2DD07DA4E}" dt="2026-08-31T15:00:25.527" v="43751" actId="2696"/>
        <pc:sldMkLst>
          <pc:docMk/>
          <pc:sldMk cId="3699341611" sldId="2076139127"/>
        </pc:sldMkLst>
        <pc:spChg chg="del">
          <ac:chgData name="Hironari Yamada" userId="e57621f8-ec3c-449e-bb19-001fffcc008e" providerId="ADAL" clId="{BC0BD879-F267-5CCA-8DEA-E3B2DD07DA4E}" dt="2026-08-31T13:28:07.354" v="40941" actId="478"/>
          <ac:spMkLst>
            <pc:docMk/>
            <pc:sldMk cId="3699341611" sldId="2076139127"/>
            <ac:spMk id="5" creationId="{4913E37D-FCB9-4622-A8B7-1F19F860F52D}"/>
          </ac:spMkLst>
        </pc:spChg>
        <pc:spChg chg="del">
          <ac:chgData name="Hironari Yamada" userId="e57621f8-ec3c-449e-bb19-001fffcc008e" providerId="ADAL" clId="{BC0BD879-F267-5CCA-8DEA-E3B2DD07DA4E}" dt="2026-08-31T13:28:07.354" v="40941" actId="478"/>
          <ac:spMkLst>
            <pc:docMk/>
            <pc:sldMk cId="3699341611" sldId="2076139127"/>
            <ac:spMk id="8" creationId="{C69F466A-5CF7-E8ED-454C-303A72D6DDCF}"/>
          </ac:spMkLst>
        </pc:spChg>
        <pc:spChg chg="add mod">
          <ac:chgData name="Hironari Yamada" userId="e57621f8-ec3c-449e-bb19-001fffcc008e" providerId="ADAL" clId="{BC0BD879-F267-5CCA-8DEA-E3B2DD07DA4E}" dt="2026-08-31T13:32:07.916" v="41050" actId="1037"/>
          <ac:spMkLst>
            <pc:docMk/>
            <pc:sldMk cId="3699341611" sldId="2076139127"/>
            <ac:spMk id="10" creationId="{E4620F3E-73B1-6B45-97E5-A712A7D5AC38}"/>
          </ac:spMkLst>
        </pc:spChg>
        <pc:spChg chg="add mod">
          <ac:chgData name="Hironari Yamada" userId="e57621f8-ec3c-449e-bb19-001fffcc008e" providerId="ADAL" clId="{BC0BD879-F267-5CCA-8DEA-E3B2DD07DA4E}" dt="2026-08-31T13:30:36.656" v="41002" actId="1076"/>
          <ac:spMkLst>
            <pc:docMk/>
            <pc:sldMk cId="3699341611" sldId="2076139127"/>
            <ac:spMk id="11" creationId="{F211A473-6136-B466-DEA8-2BBF2569C636}"/>
          </ac:spMkLst>
        </pc:spChg>
        <pc:spChg chg="add mod">
          <ac:chgData name="Hironari Yamada" userId="e57621f8-ec3c-449e-bb19-001fffcc008e" providerId="ADAL" clId="{BC0BD879-F267-5CCA-8DEA-E3B2DD07DA4E}" dt="2026-08-31T13:32:19.865" v="41069" actId="1076"/>
          <ac:spMkLst>
            <pc:docMk/>
            <pc:sldMk cId="3699341611" sldId="2076139127"/>
            <ac:spMk id="12" creationId="{55C7501E-5685-2641-9650-E3F1E66F02A1}"/>
          </ac:spMkLst>
        </pc:spChg>
        <pc:spChg chg="add mod">
          <ac:chgData name="Hironari Yamada" userId="e57621f8-ec3c-449e-bb19-001fffcc008e" providerId="ADAL" clId="{BC0BD879-F267-5CCA-8DEA-E3B2DD07DA4E}" dt="2026-08-31T13:32:22.601" v="41070" actId="1076"/>
          <ac:spMkLst>
            <pc:docMk/>
            <pc:sldMk cId="3699341611" sldId="2076139127"/>
            <ac:spMk id="13" creationId="{E64462FA-35DD-C69B-1A06-557BD6357645}"/>
          </ac:spMkLst>
        </pc:spChg>
        <pc:spChg chg="add mod">
          <ac:chgData name="Hironari Yamada" userId="e57621f8-ec3c-449e-bb19-001fffcc008e" providerId="ADAL" clId="{BC0BD879-F267-5CCA-8DEA-E3B2DD07DA4E}" dt="2026-08-31T13:32:13.099" v="41067" actId="1038"/>
          <ac:spMkLst>
            <pc:docMk/>
            <pc:sldMk cId="3699341611" sldId="2076139127"/>
            <ac:spMk id="14" creationId="{1E64780A-8A5E-48B1-7E6B-EA9F4ACD288F}"/>
          </ac:spMkLst>
        </pc:spChg>
        <pc:spChg chg="add mod">
          <ac:chgData name="Hironari Yamada" userId="e57621f8-ec3c-449e-bb19-001fffcc008e" providerId="ADAL" clId="{BC0BD879-F267-5CCA-8DEA-E3B2DD07DA4E}" dt="2026-08-31T13:32:17.037" v="41068" actId="1076"/>
          <ac:spMkLst>
            <pc:docMk/>
            <pc:sldMk cId="3699341611" sldId="2076139127"/>
            <ac:spMk id="17" creationId="{2A1CD1EC-B544-B90B-444F-411C05CB7F3C}"/>
          </ac:spMkLst>
        </pc:spChg>
        <pc:spChg chg="del">
          <ac:chgData name="Hironari Yamada" userId="e57621f8-ec3c-449e-bb19-001fffcc008e" providerId="ADAL" clId="{BC0BD879-F267-5CCA-8DEA-E3B2DD07DA4E}" dt="2026-08-31T13:28:11.070" v="40942" actId="478"/>
          <ac:spMkLst>
            <pc:docMk/>
            <pc:sldMk cId="3699341611" sldId="2076139127"/>
            <ac:spMk id="21" creationId="{6E2EE56F-32F3-B8D2-CD2C-BAFE8EA7DC0E}"/>
          </ac:spMkLst>
        </pc:spChg>
        <pc:spChg chg="add mod">
          <ac:chgData name="Hironari Yamada" userId="e57621f8-ec3c-449e-bb19-001fffcc008e" providerId="ADAL" clId="{BC0BD879-F267-5CCA-8DEA-E3B2DD07DA4E}" dt="2026-08-31T13:32:34.782" v="41073" actId="14100"/>
          <ac:spMkLst>
            <pc:docMk/>
            <pc:sldMk cId="3699341611" sldId="2076139127"/>
            <ac:spMk id="22" creationId="{0F05973E-3E90-F140-2C16-73FC7EFDB9C0}"/>
          </ac:spMkLst>
        </pc:spChg>
        <pc:spChg chg="add mod">
          <ac:chgData name="Hironari Yamada" userId="e57621f8-ec3c-449e-bb19-001fffcc008e" providerId="ADAL" clId="{BC0BD879-F267-5CCA-8DEA-E3B2DD07DA4E}" dt="2026-08-31T13:32:39.206" v="41076" actId="14100"/>
          <ac:spMkLst>
            <pc:docMk/>
            <pc:sldMk cId="3699341611" sldId="2076139127"/>
            <ac:spMk id="23" creationId="{F2CDA394-D43A-AC1C-4D06-F5A6BAA9E239}"/>
          </ac:spMkLst>
        </pc:spChg>
        <pc:spChg chg="add mod">
          <ac:chgData name="Hironari Yamada" userId="e57621f8-ec3c-449e-bb19-001fffcc008e" providerId="ADAL" clId="{BC0BD879-F267-5CCA-8DEA-E3B2DD07DA4E}" dt="2026-08-31T13:32:46.918" v="41079" actId="14100"/>
          <ac:spMkLst>
            <pc:docMk/>
            <pc:sldMk cId="3699341611" sldId="2076139127"/>
            <ac:spMk id="24" creationId="{A1E7BF55-B446-D175-A131-33239BF2A5B8}"/>
          </ac:spMkLst>
        </pc:spChg>
        <pc:spChg chg="add mod">
          <ac:chgData name="Hironari Yamada" userId="e57621f8-ec3c-449e-bb19-001fffcc008e" providerId="ADAL" clId="{BC0BD879-F267-5CCA-8DEA-E3B2DD07DA4E}" dt="2026-08-31T13:32:57.706" v="41090" actId="20577"/>
          <ac:spMkLst>
            <pc:docMk/>
            <pc:sldMk cId="3699341611" sldId="2076139127"/>
            <ac:spMk id="25" creationId="{764BD0F3-0FE2-C1F2-7EDC-61AF3C0AE3F1}"/>
          </ac:spMkLst>
        </pc:spChg>
        <pc:spChg chg="add mod">
          <ac:chgData name="Hironari Yamada" userId="e57621f8-ec3c-449e-bb19-001fffcc008e" providerId="ADAL" clId="{BC0BD879-F267-5CCA-8DEA-E3B2DD07DA4E}" dt="2026-08-31T13:33:11.716" v="41129" actId="14100"/>
          <ac:spMkLst>
            <pc:docMk/>
            <pc:sldMk cId="3699341611" sldId="2076139127"/>
            <ac:spMk id="26" creationId="{885DED05-42E4-F4B7-9681-BCFBEBEAEAF3}"/>
          </ac:spMkLst>
        </pc:spChg>
        <pc:spChg chg="add mod">
          <ac:chgData name="Hironari Yamada" userId="e57621f8-ec3c-449e-bb19-001fffcc008e" providerId="ADAL" clId="{BC0BD879-F267-5CCA-8DEA-E3B2DD07DA4E}" dt="2026-08-31T13:33:41.578" v="41224" actId="1076"/>
          <ac:spMkLst>
            <pc:docMk/>
            <pc:sldMk cId="3699341611" sldId="2076139127"/>
            <ac:spMk id="27" creationId="{FBE74E05-BB0F-ED5C-AFEB-6E8CF6C64E85}"/>
          </ac:spMkLst>
        </pc:spChg>
        <pc:spChg chg="add mod">
          <ac:chgData name="Hironari Yamada" userId="e57621f8-ec3c-449e-bb19-001fffcc008e" providerId="ADAL" clId="{BC0BD879-F267-5CCA-8DEA-E3B2DD07DA4E}" dt="2026-08-31T13:33:20.623" v="41134" actId="14100"/>
          <ac:spMkLst>
            <pc:docMk/>
            <pc:sldMk cId="3699341611" sldId="2076139127"/>
            <ac:spMk id="28" creationId="{D0603DC9-070B-5475-865A-7B7A0BCEB90E}"/>
          </ac:spMkLst>
        </pc:spChg>
        <pc:picChg chg="add del mod">
          <ac:chgData name="Hironari Yamada" userId="e57621f8-ec3c-449e-bb19-001fffcc008e" providerId="ADAL" clId="{BC0BD879-F267-5CCA-8DEA-E3B2DD07DA4E}" dt="2026-08-31T13:30:07.852" v="40996" actId="478"/>
          <ac:picMkLst>
            <pc:docMk/>
            <pc:sldMk cId="3699341611" sldId="2076139127"/>
            <ac:picMk id="7" creationId="{A58C8759-D636-8E4E-93D8-6E9EE59A904A}"/>
          </ac:picMkLst>
        </pc:picChg>
        <pc:picChg chg="add mod">
          <ac:chgData name="Hironari Yamada" userId="e57621f8-ec3c-449e-bb19-001fffcc008e" providerId="ADAL" clId="{BC0BD879-F267-5CCA-8DEA-E3B2DD07DA4E}" dt="2026-08-31T13:31:55.934" v="41037" actId="14100"/>
          <ac:picMkLst>
            <pc:docMk/>
            <pc:sldMk cId="3699341611" sldId="2076139127"/>
            <ac:picMk id="16" creationId="{C8FA736F-A42B-CDA6-6415-F95D02BDD784}"/>
          </ac:picMkLst>
        </pc:picChg>
        <pc:picChg chg="add mod">
          <ac:chgData name="Hironari Yamada" userId="e57621f8-ec3c-449e-bb19-001fffcc008e" providerId="ADAL" clId="{BC0BD879-F267-5CCA-8DEA-E3B2DD07DA4E}" dt="2026-08-31T13:32:02.562" v="41039" actId="14100"/>
          <ac:picMkLst>
            <pc:docMk/>
            <pc:sldMk cId="3699341611" sldId="2076139127"/>
            <ac:picMk id="19" creationId="{6AF9FD17-4E0D-65AA-3654-89EABE75A2DA}"/>
          </ac:picMkLst>
        </pc:picChg>
        <pc:picChg chg="del">
          <ac:chgData name="Hironari Yamada" userId="e57621f8-ec3c-449e-bb19-001fffcc008e" providerId="ADAL" clId="{BC0BD879-F267-5CCA-8DEA-E3B2DD07DA4E}" dt="2026-08-31T13:28:11.070" v="40942" actId="478"/>
          <ac:picMkLst>
            <pc:docMk/>
            <pc:sldMk cId="3699341611" sldId="2076139127"/>
            <ac:picMk id="20" creationId="{D9DB9B3C-6A99-B8DE-0BD8-380892EF4D67}"/>
          </ac:picMkLst>
        </pc:picChg>
      </pc:sldChg>
      <pc:sldChg chg="add del">
        <pc:chgData name="Hironari Yamada" userId="e57621f8-ec3c-449e-bb19-001fffcc008e" providerId="ADAL" clId="{BC0BD879-F267-5CCA-8DEA-E3B2DD07DA4E}" dt="2026-08-31T13:24:15.300" v="40856"/>
        <pc:sldMkLst>
          <pc:docMk/>
          <pc:sldMk cId="3828511097" sldId="2076139127"/>
        </pc:sldMkLst>
      </pc:sldChg>
      <pc:sldChg chg="addSp delSp modSp add del mod">
        <pc:chgData name="Hironari Yamada" userId="e57621f8-ec3c-449e-bb19-001fffcc008e" providerId="ADAL" clId="{BC0BD879-F267-5CCA-8DEA-E3B2DD07DA4E}" dt="2026-08-31T15:00:25.509" v="43734" actId="2696"/>
        <pc:sldMkLst>
          <pc:docMk/>
          <pc:sldMk cId="1574919565" sldId="2076139128"/>
        </pc:sldMkLst>
        <pc:spChg chg="del">
          <ac:chgData name="Hironari Yamada" userId="e57621f8-ec3c-449e-bb19-001fffcc008e" providerId="ADAL" clId="{BC0BD879-F267-5CCA-8DEA-E3B2DD07DA4E}" dt="2026-08-31T13:33:51.873" v="41226" actId="478"/>
          <ac:spMkLst>
            <pc:docMk/>
            <pc:sldMk cId="1574919565" sldId="2076139128"/>
            <ac:spMk id="10" creationId="{F934C759-A661-F012-9A26-655BA3389B06}"/>
          </ac:spMkLst>
        </pc:spChg>
        <pc:spChg chg="del">
          <ac:chgData name="Hironari Yamada" userId="e57621f8-ec3c-449e-bb19-001fffcc008e" providerId="ADAL" clId="{BC0BD879-F267-5CCA-8DEA-E3B2DD07DA4E}" dt="2026-08-31T13:33:51.873" v="41226" actId="478"/>
          <ac:spMkLst>
            <pc:docMk/>
            <pc:sldMk cId="1574919565" sldId="2076139128"/>
            <ac:spMk id="11" creationId="{95772917-BBCF-C9D9-7217-D3287D720D21}"/>
          </ac:spMkLst>
        </pc:spChg>
        <pc:spChg chg="del">
          <ac:chgData name="Hironari Yamada" userId="e57621f8-ec3c-449e-bb19-001fffcc008e" providerId="ADAL" clId="{BC0BD879-F267-5CCA-8DEA-E3B2DD07DA4E}" dt="2026-08-31T13:33:51.873" v="41226" actId="478"/>
          <ac:spMkLst>
            <pc:docMk/>
            <pc:sldMk cId="1574919565" sldId="2076139128"/>
            <ac:spMk id="12" creationId="{AE3F904C-2632-6588-579F-2932D7B1CECB}"/>
          </ac:spMkLst>
        </pc:spChg>
        <pc:spChg chg="del">
          <ac:chgData name="Hironari Yamada" userId="e57621f8-ec3c-449e-bb19-001fffcc008e" providerId="ADAL" clId="{BC0BD879-F267-5CCA-8DEA-E3B2DD07DA4E}" dt="2026-08-31T13:33:51.873" v="41226" actId="478"/>
          <ac:spMkLst>
            <pc:docMk/>
            <pc:sldMk cId="1574919565" sldId="2076139128"/>
            <ac:spMk id="13" creationId="{2AEBDA2D-F986-6E64-2DF0-BFB365CB10E4}"/>
          </ac:spMkLst>
        </pc:spChg>
        <pc:spChg chg="del">
          <ac:chgData name="Hironari Yamada" userId="e57621f8-ec3c-449e-bb19-001fffcc008e" providerId="ADAL" clId="{BC0BD879-F267-5CCA-8DEA-E3B2DD07DA4E}" dt="2026-08-31T13:33:51.873" v="41226" actId="478"/>
          <ac:spMkLst>
            <pc:docMk/>
            <pc:sldMk cId="1574919565" sldId="2076139128"/>
            <ac:spMk id="14" creationId="{3C6869C3-DB2C-55EC-1DA0-1D63AF760B15}"/>
          </ac:spMkLst>
        </pc:spChg>
        <pc:spChg chg="add mod">
          <ac:chgData name="Hironari Yamada" userId="e57621f8-ec3c-449e-bb19-001fffcc008e" providerId="ADAL" clId="{BC0BD879-F267-5CCA-8DEA-E3B2DD07DA4E}" dt="2026-08-31T13:36:05.309" v="41317" actId="14100"/>
          <ac:spMkLst>
            <pc:docMk/>
            <pc:sldMk cId="1574919565" sldId="2076139128"/>
            <ac:spMk id="15" creationId="{89B85BD8-0A16-A409-D311-6D33B2487390}"/>
          </ac:spMkLst>
        </pc:spChg>
        <pc:spChg chg="del">
          <ac:chgData name="Hironari Yamada" userId="e57621f8-ec3c-449e-bb19-001fffcc008e" providerId="ADAL" clId="{BC0BD879-F267-5CCA-8DEA-E3B2DD07DA4E}" dt="2026-08-31T13:33:51.873" v="41226" actId="478"/>
          <ac:spMkLst>
            <pc:docMk/>
            <pc:sldMk cId="1574919565" sldId="2076139128"/>
            <ac:spMk id="17" creationId="{D40E1B2C-2583-839F-7478-F5DD8B0971AD}"/>
          </ac:spMkLst>
        </pc:spChg>
        <pc:spChg chg="add mod">
          <ac:chgData name="Hironari Yamada" userId="e57621f8-ec3c-449e-bb19-001fffcc008e" providerId="ADAL" clId="{BC0BD879-F267-5CCA-8DEA-E3B2DD07DA4E}" dt="2026-08-31T13:36:12.343" v="41320" actId="14100"/>
          <ac:spMkLst>
            <pc:docMk/>
            <pc:sldMk cId="1574919565" sldId="2076139128"/>
            <ac:spMk id="18" creationId="{3B229AF6-AD14-FB7D-FF7E-CDC0A9037C66}"/>
          </ac:spMkLst>
        </pc:spChg>
        <pc:spChg chg="add mod">
          <ac:chgData name="Hironari Yamada" userId="e57621f8-ec3c-449e-bb19-001fffcc008e" providerId="ADAL" clId="{BC0BD879-F267-5CCA-8DEA-E3B2DD07DA4E}" dt="2026-08-31T13:38:35.529" v="41489" actId="14100"/>
          <ac:spMkLst>
            <pc:docMk/>
            <pc:sldMk cId="1574919565" sldId="2076139128"/>
            <ac:spMk id="20" creationId="{C7E64493-2BD3-98D1-86A1-D95EBBB0A575}"/>
          </ac:spMkLst>
        </pc:spChg>
        <pc:spChg chg="del">
          <ac:chgData name="Hironari Yamada" userId="e57621f8-ec3c-449e-bb19-001fffcc008e" providerId="ADAL" clId="{BC0BD879-F267-5CCA-8DEA-E3B2DD07DA4E}" dt="2026-08-31T13:35:12.392" v="41304" actId="478"/>
          <ac:spMkLst>
            <pc:docMk/>
            <pc:sldMk cId="1574919565" sldId="2076139128"/>
            <ac:spMk id="22" creationId="{8AA3E29D-365E-5136-560F-3AD6B1297D7A}"/>
          </ac:spMkLst>
        </pc:spChg>
        <pc:spChg chg="mod">
          <ac:chgData name="Hironari Yamada" userId="e57621f8-ec3c-449e-bb19-001fffcc008e" providerId="ADAL" clId="{BC0BD879-F267-5CCA-8DEA-E3B2DD07DA4E}" dt="2026-08-31T13:34:41.114" v="41234" actId="14100"/>
          <ac:spMkLst>
            <pc:docMk/>
            <pc:sldMk cId="1574919565" sldId="2076139128"/>
            <ac:spMk id="23" creationId="{6BCD9D8D-F07A-7804-5BD0-3EB4D9BF546F}"/>
          </ac:spMkLst>
        </pc:spChg>
        <pc:spChg chg="del">
          <ac:chgData name="Hironari Yamada" userId="e57621f8-ec3c-449e-bb19-001fffcc008e" providerId="ADAL" clId="{BC0BD879-F267-5CCA-8DEA-E3B2DD07DA4E}" dt="2026-08-31T13:35:12.392" v="41304" actId="478"/>
          <ac:spMkLst>
            <pc:docMk/>
            <pc:sldMk cId="1574919565" sldId="2076139128"/>
            <ac:spMk id="24" creationId="{E5958AFC-4167-4EB8-0ACF-B2DF9C7B595E}"/>
          </ac:spMkLst>
        </pc:spChg>
        <pc:spChg chg="mod">
          <ac:chgData name="Hironari Yamada" userId="e57621f8-ec3c-449e-bb19-001fffcc008e" providerId="ADAL" clId="{BC0BD879-F267-5CCA-8DEA-E3B2DD07DA4E}" dt="2026-08-31T13:34:56.817" v="41303" actId="20577"/>
          <ac:spMkLst>
            <pc:docMk/>
            <pc:sldMk cId="1574919565" sldId="2076139128"/>
            <ac:spMk id="25" creationId="{9CFD27A8-BB02-4107-4355-076A40B74E39}"/>
          </ac:spMkLst>
        </pc:spChg>
        <pc:spChg chg="del">
          <ac:chgData name="Hironari Yamada" userId="e57621f8-ec3c-449e-bb19-001fffcc008e" providerId="ADAL" clId="{BC0BD879-F267-5CCA-8DEA-E3B2DD07DA4E}" dt="2026-08-31T13:35:12.392" v="41304" actId="478"/>
          <ac:spMkLst>
            <pc:docMk/>
            <pc:sldMk cId="1574919565" sldId="2076139128"/>
            <ac:spMk id="26" creationId="{94C412A0-C36E-DF36-CD11-0EF9B2DED694}"/>
          </ac:spMkLst>
        </pc:spChg>
        <pc:spChg chg="del">
          <ac:chgData name="Hironari Yamada" userId="e57621f8-ec3c-449e-bb19-001fffcc008e" providerId="ADAL" clId="{BC0BD879-F267-5CCA-8DEA-E3B2DD07DA4E}" dt="2026-08-31T13:35:12.392" v="41304" actId="478"/>
          <ac:spMkLst>
            <pc:docMk/>
            <pc:sldMk cId="1574919565" sldId="2076139128"/>
            <ac:spMk id="27" creationId="{17F5A81E-6661-CB22-6C61-D0CE56567C99}"/>
          </ac:spMkLst>
        </pc:spChg>
        <pc:spChg chg="del">
          <ac:chgData name="Hironari Yamada" userId="e57621f8-ec3c-449e-bb19-001fffcc008e" providerId="ADAL" clId="{BC0BD879-F267-5CCA-8DEA-E3B2DD07DA4E}" dt="2026-08-31T13:35:12.392" v="41304" actId="478"/>
          <ac:spMkLst>
            <pc:docMk/>
            <pc:sldMk cId="1574919565" sldId="2076139128"/>
            <ac:spMk id="28" creationId="{16998B5D-60FD-7DF9-E076-3A04FAAA5461}"/>
          </ac:spMkLst>
        </pc:spChg>
        <pc:graphicFrameChg chg="add mod modGraphic">
          <ac:chgData name="Hironari Yamada" userId="e57621f8-ec3c-449e-bb19-001fffcc008e" providerId="ADAL" clId="{BC0BD879-F267-5CCA-8DEA-E3B2DD07DA4E}" dt="2026-08-31T13:38:48.309" v="41528" actId="20577"/>
          <ac:graphicFrameMkLst>
            <pc:docMk/>
            <pc:sldMk cId="1574919565" sldId="2076139128"/>
            <ac:graphicFrameMk id="21" creationId="{3208FFE9-3CF1-1C57-9E39-B507A5850297}"/>
          </ac:graphicFrameMkLst>
        </pc:graphicFrameChg>
        <pc:picChg chg="add mod">
          <ac:chgData name="Hironari Yamada" userId="e57621f8-ec3c-449e-bb19-001fffcc008e" providerId="ADAL" clId="{BC0BD879-F267-5CCA-8DEA-E3B2DD07DA4E}" dt="2026-08-31T13:34:24.866" v="41230" actId="14100"/>
          <ac:picMkLst>
            <pc:docMk/>
            <pc:sldMk cId="1574919565" sldId="2076139128"/>
            <ac:picMk id="6" creationId="{7E2660E9-8166-90C4-E60D-D3598F2159E6}"/>
          </ac:picMkLst>
        </pc:picChg>
        <pc:picChg chg="add mod">
          <ac:chgData name="Hironari Yamada" userId="e57621f8-ec3c-449e-bb19-001fffcc008e" providerId="ADAL" clId="{BC0BD879-F267-5CCA-8DEA-E3B2DD07DA4E}" dt="2026-08-31T13:35:58.096" v="41315" actId="1076"/>
          <ac:picMkLst>
            <pc:docMk/>
            <pc:sldMk cId="1574919565" sldId="2076139128"/>
            <ac:picMk id="8" creationId="{377C005A-7497-BBC3-588A-C36E732EDFBF}"/>
          </ac:picMkLst>
        </pc:picChg>
        <pc:picChg chg="del">
          <ac:chgData name="Hironari Yamada" userId="e57621f8-ec3c-449e-bb19-001fffcc008e" providerId="ADAL" clId="{BC0BD879-F267-5CCA-8DEA-E3B2DD07DA4E}" dt="2026-08-31T13:33:51.873" v="41226" actId="478"/>
          <ac:picMkLst>
            <pc:docMk/>
            <pc:sldMk cId="1574919565" sldId="2076139128"/>
            <ac:picMk id="16" creationId="{BDEC6A1A-3024-AC04-4F87-FCD2941DA549}"/>
          </ac:picMkLst>
        </pc:picChg>
        <pc:picChg chg="del">
          <ac:chgData name="Hironari Yamada" userId="e57621f8-ec3c-449e-bb19-001fffcc008e" providerId="ADAL" clId="{BC0BD879-F267-5CCA-8DEA-E3B2DD07DA4E}" dt="2026-08-31T13:35:12.392" v="41304" actId="478"/>
          <ac:picMkLst>
            <pc:docMk/>
            <pc:sldMk cId="1574919565" sldId="2076139128"/>
            <ac:picMk id="19" creationId="{F125EAFD-939B-20D4-596A-C9A8F53A2762}"/>
          </ac:picMkLst>
        </pc:picChg>
      </pc:sldChg>
      <pc:sldChg chg="addSp delSp modSp add mod">
        <pc:chgData name="Hironari Yamada" userId="e57621f8-ec3c-449e-bb19-001fffcc008e" providerId="ADAL" clId="{BC0BD879-F267-5CCA-8DEA-E3B2DD07DA4E}" dt="2026-08-31T13:51:44.444" v="42109" actId="20577"/>
        <pc:sldMkLst>
          <pc:docMk/>
          <pc:sldMk cId="1656385819" sldId="2076139129"/>
        </pc:sldMkLst>
        <pc:spChg chg="mod">
          <ac:chgData name="Hironari Yamada" userId="e57621f8-ec3c-449e-bb19-001fffcc008e" providerId="ADAL" clId="{BC0BD879-F267-5CCA-8DEA-E3B2DD07DA4E}" dt="2026-08-31T13:51:44.444" v="42109" actId="20577"/>
          <ac:spMkLst>
            <pc:docMk/>
            <pc:sldMk cId="1656385819" sldId="2076139129"/>
            <ac:spMk id="9" creationId="{4BBB612C-C2A1-7CC6-2C50-DCFD8A208751}"/>
          </ac:spMkLst>
        </pc:spChg>
        <pc:spChg chg="add mod">
          <ac:chgData name="Hironari Yamada" userId="e57621f8-ec3c-449e-bb19-001fffcc008e" providerId="ADAL" clId="{BC0BD879-F267-5CCA-8DEA-E3B2DD07DA4E}" dt="2026-08-31T13:44:08.185" v="41594" actId="14100"/>
          <ac:spMkLst>
            <pc:docMk/>
            <pc:sldMk cId="1656385819" sldId="2076139129"/>
            <ac:spMk id="10" creationId="{D0A87CEB-7170-A521-0974-D60F81C95560}"/>
          </ac:spMkLst>
        </pc:spChg>
        <pc:spChg chg="add mod">
          <ac:chgData name="Hironari Yamada" userId="e57621f8-ec3c-449e-bb19-001fffcc008e" providerId="ADAL" clId="{BC0BD879-F267-5CCA-8DEA-E3B2DD07DA4E}" dt="2026-08-31T13:45:00.785" v="41783" actId="1076"/>
          <ac:spMkLst>
            <pc:docMk/>
            <pc:sldMk cId="1656385819" sldId="2076139129"/>
            <ac:spMk id="11" creationId="{FC39CB5E-C744-C44F-E4A3-29748AB380A7}"/>
          </ac:spMkLst>
        </pc:spChg>
        <pc:spChg chg="add mod">
          <ac:chgData name="Hironari Yamada" userId="e57621f8-ec3c-449e-bb19-001fffcc008e" providerId="ADAL" clId="{BC0BD879-F267-5CCA-8DEA-E3B2DD07DA4E}" dt="2026-08-31T13:46:09.863" v="41791"/>
          <ac:spMkLst>
            <pc:docMk/>
            <pc:sldMk cId="1656385819" sldId="2076139129"/>
            <ac:spMk id="14" creationId="{3C499FF9-59D0-22E1-4BF5-03CA02572A9C}"/>
          </ac:spMkLst>
        </pc:spChg>
        <pc:spChg chg="mod">
          <ac:chgData name="Hironari Yamada" userId="e57621f8-ec3c-449e-bb19-001fffcc008e" providerId="ADAL" clId="{BC0BD879-F267-5CCA-8DEA-E3B2DD07DA4E}" dt="2026-08-31T13:43:19.818" v="41541" actId="14100"/>
          <ac:spMkLst>
            <pc:docMk/>
            <pc:sldMk cId="1656385819" sldId="2076139129"/>
            <ac:spMk id="15" creationId="{3954A226-53F5-2D17-D23E-50BA4BA3647C}"/>
          </ac:spMkLst>
        </pc:spChg>
        <pc:spChg chg="add mod">
          <ac:chgData name="Hironari Yamada" userId="e57621f8-ec3c-449e-bb19-001fffcc008e" providerId="ADAL" clId="{BC0BD879-F267-5CCA-8DEA-E3B2DD07DA4E}" dt="2026-08-31T13:46:09.863" v="41791"/>
          <ac:spMkLst>
            <pc:docMk/>
            <pc:sldMk cId="1656385819" sldId="2076139129"/>
            <ac:spMk id="16" creationId="{6F7D87E8-5840-4CCB-14B7-FB420F7B4813}"/>
          </ac:spMkLst>
        </pc:spChg>
        <pc:spChg chg="add mod">
          <ac:chgData name="Hironari Yamada" userId="e57621f8-ec3c-449e-bb19-001fffcc008e" providerId="ADAL" clId="{BC0BD879-F267-5CCA-8DEA-E3B2DD07DA4E}" dt="2026-08-31T13:46:09.863" v="41791"/>
          <ac:spMkLst>
            <pc:docMk/>
            <pc:sldMk cId="1656385819" sldId="2076139129"/>
            <ac:spMk id="17" creationId="{D073CD4C-545D-3F74-4C32-7BA2AE6846AB}"/>
          </ac:spMkLst>
        </pc:spChg>
        <pc:spChg chg="del">
          <ac:chgData name="Hironari Yamada" userId="e57621f8-ec3c-449e-bb19-001fffcc008e" providerId="ADAL" clId="{BC0BD879-F267-5CCA-8DEA-E3B2DD07DA4E}" dt="2026-08-31T13:45:04.486" v="41784" actId="478"/>
          <ac:spMkLst>
            <pc:docMk/>
            <pc:sldMk cId="1656385819" sldId="2076139129"/>
            <ac:spMk id="18" creationId="{1C605315-F7B5-D2D2-4F85-C1A12D677B59}"/>
          </ac:spMkLst>
        </pc:spChg>
        <pc:spChg chg="add mod">
          <ac:chgData name="Hironari Yamada" userId="e57621f8-ec3c-449e-bb19-001fffcc008e" providerId="ADAL" clId="{BC0BD879-F267-5CCA-8DEA-E3B2DD07DA4E}" dt="2026-08-31T13:46:09.863" v="41791"/>
          <ac:spMkLst>
            <pc:docMk/>
            <pc:sldMk cId="1656385819" sldId="2076139129"/>
            <ac:spMk id="19" creationId="{881059FD-C6A1-1864-6697-4BF01D9AB145}"/>
          </ac:spMkLst>
        </pc:spChg>
        <pc:spChg chg="del">
          <ac:chgData name="Hironari Yamada" userId="e57621f8-ec3c-449e-bb19-001fffcc008e" providerId="ADAL" clId="{BC0BD879-F267-5CCA-8DEA-E3B2DD07DA4E}" dt="2026-08-31T13:45:04.486" v="41784" actId="478"/>
          <ac:spMkLst>
            <pc:docMk/>
            <pc:sldMk cId="1656385819" sldId="2076139129"/>
            <ac:spMk id="20" creationId="{B91E117B-B29D-E618-9B13-A8B9A788A1A2}"/>
          </ac:spMkLst>
        </pc:spChg>
        <pc:spChg chg="mod">
          <ac:chgData name="Hironari Yamada" userId="e57621f8-ec3c-449e-bb19-001fffcc008e" providerId="ADAL" clId="{BC0BD879-F267-5CCA-8DEA-E3B2DD07DA4E}" dt="2026-08-31T13:41:04.996" v="41531" actId="1076"/>
          <ac:spMkLst>
            <pc:docMk/>
            <pc:sldMk cId="1656385819" sldId="2076139129"/>
            <ac:spMk id="23" creationId="{922472F3-8139-0192-F042-C2F5CF84FC90}"/>
          </ac:spMkLst>
        </pc:spChg>
        <pc:spChg chg="add mod">
          <ac:chgData name="Hironari Yamada" userId="e57621f8-ec3c-449e-bb19-001fffcc008e" providerId="ADAL" clId="{BC0BD879-F267-5CCA-8DEA-E3B2DD07DA4E}" dt="2026-08-31T13:46:33.606" v="41798" actId="1076"/>
          <ac:spMkLst>
            <pc:docMk/>
            <pc:sldMk cId="1656385819" sldId="2076139129"/>
            <ac:spMk id="24" creationId="{099169D4-2059-7D77-A301-2794320AA1DD}"/>
          </ac:spMkLst>
        </pc:spChg>
        <pc:spChg chg="mod">
          <ac:chgData name="Hironari Yamada" userId="e57621f8-ec3c-449e-bb19-001fffcc008e" providerId="ADAL" clId="{BC0BD879-F267-5CCA-8DEA-E3B2DD07DA4E}" dt="2026-08-31T13:43:59.708" v="41590" actId="20577"/>
          <ac:spMkLst>
            <pc:docMk/>
            <pc:sldMk cId="1656385819" sldId="2076139129"/>
            <ac:spMk id="25" creationId="{301093CC-10B2-5423-6BBF-8E1EC55A458C}"/>
          </ac:spMkLst>
        </pc:spChg>
        <pc:spChg chg="add mod">
          <ac:chgData name="Hironari Yamada" userId="e57621f8-ec3c-449e-bb19-001fffcc008e" providerId="ADAL" clId="{BC0BD879-F267-5CCA-8DEA-E3B2DD07DA4E}" dt="2026-08-31T13:46:51.368" v="41801" actId="6549"/>
          <ac:spMkLst>
            <pc:docMk/>
            <pc:sldMk cId="1656385819" sldId="2076139129"/>
            <ac:spMk id="26" creationId="{61C0274B-557E-C66B-B624-BCCC7B8DD216}"/>
          </ac:spMkLst>
        </pc:spChg>
        <pc:spChg chg="add mod">
          <ac:chgData name="Hironari Yamada" userId="e57621f8-ec3c-449e-bb19-001fffcc008e" providerId="ADAL" clId="{BC0BD879-F267-5CCA-8DEA-E3B2DD07DA4E}" dt="2026-08-31T13:47:05.330" v="41816" actId="14100"/>
          <ac:spMkLst>
            <pc:docMk/>
            <pc:sldMk cId="1656385819" sldId="2076139129"/>
            <ac:spMk id="27" creationId="{6D790D28-5AD2-D596-40E1-834E2C6D7E74}"/>
          </ac:spMkLst>
        </pc:spChg>
        <pc:spChg chg="add mod">
          <ac:chgData name="Hironari Yamada" userId="e57621f8-ec3c-449e-bb19-001fffcc008e" providerId="ADAL" clId="{BC0BD879-F267-5CCA-8DEA-E3B2DD07DA4E}" dt="2026-08-31T13:47:18.637" v="41860" actId="1076"/>
          <ac:spMkLst>
            <pc:docMk/>
            <pc:sldMk cId="1656385819" sldId="2076139129"/>
            <ac:spMk id="28" creationId="{A5636D24-859E-7DD8-5E45-16C97E9DBBE0}"/>
          </ac:spMkLst>
        </pc:spChg>
        <pc:graphicFrameChg chg="del">
          <ac:chgData name="Hironari Yamada" userId="e57621f8-ec3c-449e-bb19-001fffcc008e" providerId="ADAL" clId="{BC0BD879-F267-5CCA-8DEA-E3B2DD07DA4E}" dt="2026-08-31T13:45:04.486" v="41784" actId="478"/>
          <ac:graphicFrameMkLst>
            <pc:docMk/>
            <pc:sldMk cId="1656385819" sldId="2076139129"/>
            <ac:graphicFrameMk id="21" creationId="{147BD3BB-D143-0D83-B6E4-6F9005E69DF2}"/>
          </ac:graphicFrameMkLst>
        </pc:graphicFrameChg>
        <pc:picChg chg="del">
          <ac:chgData name="Hironari Yamada" userId="e57621f8-ec3c-449e-bb19-001fffcc008e" providerId="ADAL" clId="{BC0BD879-F267-5CCA-8DEA-E3B2DD07DA4E}" dt="2026-08-31T13:41:00.897" v="41530" actId="478"/>
          <ac:picMkLst>
            <pc:docMk/>
            <pc:sldMk cId="1656385819" sldId="2076139129"/>
            <ac:picMk id="6" creationId="{8C88FF4A-4782-EF18-B6F2-D2466FC49000}"/>
          </ac:picMkLst>
        </pc:picChg>
        <pc:picChg chg="add mod">
          <ac:chgData name="Hironari Yamada" userId="e57621f8-ec3c-449e-bb19-001fffcc008e" providerId="ADAL" clId="{BC0BD879-F267-5CCA-8DEA-E3B2DD07DA4E}" dt="2026-08-31T13:43:01.893" v="41537" actId="14100"/>
          <ac:picMkLst>
            <pc:docMk/>
            <pc:sldMk cId="1656385819" sldId="2076139129"/>
            <ac:picMk id="7" creationId="{95FEAC8B-3217-DFEE-B464-D950F1C9B97B}"/>
          </ac:picMkLst>
        </pc:picChg>
        <pc:picChg chg="del">
          <ac:chgData name="Hironari Yamada" userId="e57621f8-ec3c-449e-bb19-001fffcc008e" providerId="ADAL" clId="{BC0BD879-F267-5CCA-8DEA-E3B2DD07DA4E}" dt="2026-08-31T13:45:04.486" v="41784" actId="478"/>
          <ac:picMkLst>
            <pc:docMk/>
            <pc:sldMk cId="1656385819" sldId="2076139129"/>
            <ac:picMk id="8" creationId="{20A37718-1C21-9FBE-D9B5-F4EDD8EC8013}"/>
          </ac:picMkLst>
        </pc:picChg>
        <pc:picChg chg="add mod">
          <ac:chgData name="Hironari Yamada" userId="e57621f8-ec3c-449e-bb19-001fffcc008e" providerId="ADAL" clId="{BC0BD879-F267-5CCA-8DEA-E3B2DD07DA4E}" dt="2026-08-31T13:46:24.415" v="41795" actId="1076"/>
          <ac:picMkLst>
            <pc:docMk/>
            <pc:sldMk cId="1656385819" sldId="2076139129"/>
            <ac:picMk id="13" creationId="{85B73454-E276-B5B8-3B13-C45F890E4D60}"/>
          </ac:picMkLst>
        </pc:picChg>
        <pc:picChg chg="add mod">
          <ac:chgData name="Hironari Yamada" userId="e57621f8-ec3c-449e-bb19-001fffcc008e" providerId="ADAL" clId="{BC0BD879-F267-5CCA-8DEA-E3B2DD07DA4E}" dt="2026-08-31T13:46:09.863" v="41791"/>
          <ac:picMkLst>
            <pc:docMk/>
            <pc:sldMk cId="1656385819" sldId="2076139129"/>
            <ac:picMk id="22" creationId="{923B0583-4420-ED39-D1FD-32E3B7A4EE42}"/>
          </ac:picMkLst>
        </pc:picChg>
      </pc:sldChg>
      <pc:sldChg chg="addSp delSp modSp add mod">
        <pc:chgData name="Hironari Yamada" userId="e57621f8-ec3c-449e-bb19-001fffcc008e" providerId="ADAL" clId="{BC0BD879-F267-5CCA-8DEA-E3B2DD07DA4E}" dt="2026-08-31T14:23:07.725" v="43467" actId="1076"/>
        <pc:sldMkLst>
          <pc:docMk/>
          <pc:sldMk cId="237827442" sldId="2076139130"/>
        </pc:sldMkLst>
        <pc:spChg chg="mod">
          <ac:chgData name="Hironari Yamada" userId="e57621f8-ec3c-449e-bb19-001fffcc008e" providerId="ADAL" clId="{BC0BD879-F267-5CCA-8DEA-E3B2DD07DA4E}" dt="2026-08-31T13:51:49.519" v="42110"/>
          <ac:spMkLst>
            <pc:docMk/>
            <pc:sldMk cId="237827442" sldId="2076139130"/>
            <ac:spMk id="9" creationId="{1A15F172-2D22-C570-47F9-3D6B8C9B49F0}"/>
          </ac:spMkLst>
        </pc:spChg>
        <pc:spChg chg="del">
          <ac:chgData name="Hironari Yamada" userId="e57621f8-ec3c-449e-bb19-001fffcc008e" providerId="ADAL" clId="{BC0BD879-F267-5CCA-8DEA-E3B2DD07DA4E}" dt="2026-08-31T13:48:34.736" v="41865" actId="478"/>
          <ac:spMkLst>
            <pc:docMk/>
            <pc:sldMk cId="237827442" sldId="2076139130"/>
            <ac:spMk id="10" creationId="{2B8798A5-FD4D-CDA3-569B-6A1090DADCA8}"/>
          </ac:spMkLst>
        </pc:spChg>
        <pc:spChg chg="del">
          <ac:chgData name="Hironari Yamada" userId="e57621f8-ec3c-449e-bb19-001fffcc008e" providerId="ADAL" clId="{BC0BD879-F267-5CCA-8DEA-E3B2DD07DA4E}" dt="2026-08-31T13:48:34.736" v="41865" actId="478"/>
          <ac:spMkLst>
            <pc:docMk/>
            <pc:sldMk cId="237827442" sldId="2076139130"/>
            <ac:spMk id="11" creationId="{E52DB193-D30D-6B3F-1B68-4524760312CD}"/>
          </ac:spMkLst>
        </pc:spChg>
        <pc:spChg chg="add mod">
          <ac:chgData name="Hironari Yamada" userId="e57621f8-ec3c-449e-bb19-001fffcc008e" providerId="ADAL" clId="{BC0BD879-F267-5CCA-8DEA-E3B2DD07DA4E}" dt="2026-08-31T13:52:03.520" v="42115" actId="14100"/>
          <ac:spMkLst>
            <pc:docMk/>
            <pc:sldMk cId="237827442" sldId="2076139130"/>
            <ac:spMk id="12" creationId="{653A562C-955F-E91E-B183-D4250B7BE6E8}"/>
          </ac:spMkLst>
        </pc:spChg>
        <pc:spChg chg="add mod">
          <ac:chgData name="Hironari Yamada" userId="e57621f8-ec3c-449e-bb19-001fffcc008e" providerId="ADAL" clId="{BC0BD879-F267-5CCA-8DEA-E3B2DD07DA4E}" dt="2026-08-31T13:52:14.982" v="42131" actId="1076"/>
          <ac:spMkLst>
            <pc:docMk/>
            <pc:sldMk cId="237827442" sldId="2076139130"/>
            <ac:spMk id="14" creationId="{D7021C46-327D-343B-0C5A-5154FFB9065B}"/>
          </ac:spMkLst>
        </pc:spChg>
        <pc:spChg chg="del">
          <ac:chgData name="Hironari Yamada" userId="e57621f8-ec3c-449e-bb19-001fffcc008e" providerId="ADAL" clId="{BC0BD879-F267-5CCA-8DEA-E3B2DD07DA4E}" dt="2026-08-31T13:48:34.736" v="41865" actId="478"/>
          <ac:spMkLst>
            <pc:docMk/>
            <pc:sldMk cId="237827442" sldId="2076139130"/>
            <ac:spMk id="15" creationId="{4A3F5AE2-BEEF-5B6A-E9D2-F2A1D1B76A71}"/>
          </ac:spMkLst>
        </pc:spChg>
        <pc:spChg chg="del">
          <ac:chgData name="Hironari Yamada" userId="e57621f8-ec3c-449e-bb19-001fffcc008e" providerId="ADAL" clId="{BC0BD879-F267-5CCA-8DEA-E3B2DD07DA4E}" dt="2026-08-31T13:48:21.299" v="41862" actId="478"/>
          <ac:spMkLst>
            <pc:docMk/>
            <pc:sldMk cId="237827442" sldId="2076139130"/>
            <ac:spMk id="23" creationId="{93334A05-03BD-B6AD-4A6E-9ABBC18E7B4F}"/>
          </ac:spMkLst>
        </pc:spChg>
        <pc:spChg chg="add del mod">
          <ac:chgData name="Hironari Yamada" userId="e57621f8-ec3c-449e-bb19-001fffcc008e" providerId="ADAL" clId="{BC0BD879-F267-5CCA-8DEA-E3B2DD07DA4E}" dt="2026-08-31T13:50:15.488" v="41872" actId="1076"/>
          <ac:spMkLst>
            <pc:docMk/>
            <pc:sldMk cId="237827442" sldId="2076139130"/>
            <ac:spMk id="24" creationId="{983F54EF-FA3E-ACD9-DA28-B1C84704BAC2}"/>
          </ac:spMkLst>
        </pc:spChg>
        <pc:spChg chg="del">
          <ac:chgData name="Hironari Yamada" userId="e57621f8-ec3c-449e-bb19-001fffcc008e" providerId="ADAL" clId="{BC0BD879-F267-5CCA-8DEA-E3B2DD07DA4E}" dt="2026-08-31T13:48:34.736" v="41865" actId="478"/>
          <ac:spMkLst>
            <pc:docMk/>
            <pc:sldMk cId="237827442" sldId="2076139130"/>
            <ac:spMk id="25" creationId="{7F780465-FCC9-CECE-41F8-754FAB330695}"/>
          </ac:spMkLst>
        </pc:spChg>
        <pc:spChg chg="add del mod">
          <ac:chgData name="Hironari Yamada" userId="e57621f8-ec3c-449e-bb19-001fffcc008e" providerId="ADAL" clId="{BC0BD879-F267-5CCA-8DEA-E3B2DD07DA4E}" dt="2026-08-31T13:50:29.314" v="41875" actId="6549"/>
          <ac:spMkLst>
            <pc:docMk/>
            <pc:sldMk cId="237827442" sldId="2076139130"/>
            <ac:spMk id="26" creationId="{8CC9EE08-11D9-2C9E-427E-72AA8F99B7D9}"/>
          </ac:spMkLst>
        </pc:spChg>
        <pc:spChg chg="add del mod">
          <ac:chgData name="Hironari Yamada" userId="e57621f8-ec3c-449e-bb19-001fffcc008e" providerId="ADAL" clId="{BC0BD879-F267-5CCA-8DEA-E3B2DD07DA4E}" dt="2026-08-31T13:50:15.488" v="41872" actId="1076"/>
          <ac:spMkLst>
            <pc:docMk/>
            <pc:sldMk cId="237827442" sldId="2076139130"/>
            <ac:spMk id="27" creationId="{58A0A715-657E-358E-968E-6D27BB4A99C0}"/>
          </ac:spMkLst>
        </pc:spChg>
        <pc:spChg chg="add del mod">
          <ac:chgData name="Hironari Yamada" userId="e57621f8-ec3c-449e-bb19-001fffcc008e" providerId="ADAL" clId="{BC0BD879-F267-5CCA-8DEA-E3B2DD07DA4E}" dt="2026-08-31T14:23:07.725" v="43467" actId="1076"/>
          <ac:spMkLst>
            <pc:docMk/>
            <pc:sldMk cId="237827442" sldId="2076139130"/>
            <ac:spMk id="28" creationId="{8780B615-2AB1-0856-21CF-57FE75D5A9C7}"/>
          </ac:spMkLst>
        </pc:spChg>
        <pc:picChg chg="add mod">
          <ac:chgData name="Hironari Yamada" userId="e57621f8-ec3c-449e-bb19-001fffcc008e" providerId="ADAL" clId="{BC0BD879-F267-5CCA-8DEA-E3B2DD07DA4E}" dt="2026-08-31T13:50:00.356" v="41870" actId="14100"/>
          <ac:picMkLst>
            <pc:docMk/>
            <pc:sldMk cId="237827442" sldId="2076139130"/>
            <ac:picMk id="6" creationId="{FBD469DE-7546-7763-3271-6AA556334F8D}"/>
          </ac:picMkLst>
        </pc:picChg>
        <pc:picChg chg="del">
          <ac:chgData name="Hironari Yamada" userId="e57621f8-ec3c-449e-bb19-001fffcc008e" providerId="ADAL" clId="{BC0BD879-F267-5CCA-8DEA-E3B2DD07DA4E}" dt="2026-08-31T13:48:34.736" v="41865" actId="478"/>
          <ac:picMkLst>
            <pc:docMk/>
            <pc:sldMk cId="237827442" sldId="2076139130"/>
            <ac:picMk id="7" creationId="{9619AC86-6161-E616-FED3-FD96F921A81F}"/>
          </ac:picMkLst>
        </pc:picChg>
        <pc:picChg chg="add mod">
          <ac:chgData name="Hironari Yamada" userId="e57621f8-ec3c-449e-bb19-001fffcc008e" providerId="ADAL" clId="{BC0BD879-F267-5CCA-8DEA-E3B2DD07DA4E}" dt="2026-08-31T13:51:56.937" v="42112" actId="1076"/>
          <ac:picMkLst>
            <pc:docMk/>
            <pc:sldMk cId="237827442" sldId="2076139130"/>
            <ac:picMk id="8" creationId="{1C694F9B-C5BB-8C3A-FCB8-298F05365CA9}"/>
          </ac:picMkLst>
        </pc:picChg>
        <pc:picChg chg="add del">
          <ac:chgData name="Hironari Yamada" userId="e57621f8-ec3c-449e-bb19-001fffcc008e" providerId="ADAL" clId="{BC0BD879-F267-5CCA-8DEA-E3B2DD07DA4E}" dt="2026-08-31T13:51:24.193" v="42086" actId="478"/>
          <ac:picMkLst>
            <pc:docMk/>
            <pc:sldMk cId="237827442" sldId="2076139130"/>
            <ac:picMk id="13" creationId="{97818EE7-8582-1162-64FC-1999F03D51BD}"/>
          </ac:picMkLst>
        </pc:picChg>
      </pc:sldChg>
      <pc:sldChg chg="addSp delSp modSp add mod">
        <pc:chgData name="Hironari Yamada" userId="e57621f8-ec3c-449e-bb19-001fffcc008e" providerId="ADAL" clId="{BC0BD879-F267-5CCA-8DEA-E3B2DD07DA4E}" dt="2026-08-31T14:09:09.575" v="42846" actId="1076"/>
        <pc:sldMkLst>
          <pc:docMk/>
          <pc:sldMk cId="2599865261" sldId="2076139131"/>
        </pc:sldMkLst>
        <pc:spChg chg="mod">
          <ac:chgData name="Hironari Yamada" userId="e57621f8-ec3c-449e-bb19-001fffcc008e" providerId="ADAL" clId="{BC0BD879-F267-5CCA-8DEA-E3B2DD07DA4E}" dt="2026-08-31T14:00:49.011" v="42619" actId="20577"/>
          <ac:spMkLst>
            <pc:docMk/>
            <pc:sldMk cId="2599865261" sldId="2076139131"/>
            <ac:spMk id="3" creationId="{39DC13B5-0D05-99E0-467E-6148110A859D}"/>
          </ac:spMkLst>
        </pc:spChg>
        <pc:spChg chg="del">
          <ac:chgData name="Hironari Yamada" userId="e57621f8-ec3c-449e-bb19-001fffcc008e" providerId="ADAL" clId="{BC0BD879-F267-5CCA-8DEA-E3B2DD07DA4E}" dt="2026-08-31T14:00:25.789" v="42533" actId="478"/>
          <ac:spMkLst>
            <pc:docMk/>
            <pc:sldMk cId="2599865261" sldId="2076139131"/>
            <ac:spMk id="6" creationId="{805AC10A-161B-4BEF-C6F3-2E976E1EA83D}"/>
          </ac:spMkLst>
        </pc:spChg>
        <pc:spChg chg="del">
          <ac:chgData name="Hironari Yamada" userId="e57621f8-ec3c-449e-bb19-001fffcc008e" providerId="ADAL" clId="{BC0BD879-F267-5CCA-8DEA-E3B2DD07DA4E}" dt="2026-08-31T14:00:25.789" v="42533" actId="478"/>
          <ac:spMkLst>
            <pc:docMk/>
            <pc:sldMk cId="2599865261" sldId="2076139131"/>
            <ac:spMk id="7" creationId="{0AC4CFA3-D7E5-7190-BB25-5BE476D4B88A}"/>
          </ac:spMkLst>
        </pc:spChg>
        <pc:spChg chg="mod">
          <ac:chgData name="Hironari Yamada" userId="e57621f8-ec3c-449e-bb19-001fffcc008e" providerId="ADAL" clId="{BC0BD879-F267-5CCA-8DEA-E3B2DD07DA4E}" dt="2026-08-31T14:00:22.302" v="42532" actId="20577"/>
          <ac:spMkLst>
            <pc:docMk/>
            <pc:sldMk cId="2599865261" sldId="2076139131"/>
            <ac:spMk id="9" creationId="{B32E90FB-ED5A-FECC-6802-3D13DB1A8303}"/>
          </ac:spMkLst>
        </pc:spChg>
        <pc:spChg chg="del">
          <ac:chgData name="Hironari Yamada" userId="e57621f8-ec3c-449e-bb19-001fffcc008e" providerId="ADAL" clId="{BC0BD879-F267-5CCA-8DEA-E3B2DD07DA4E}" dt="2026-08-31T14:00:25.789" v="42533" actId="478"/>
          <ac:spMkLst>
            <pc:docMk/>
            <pc:sldMk cId="2599865261" sldId="2076139131"/>
            <ac:spMk id="11" creationId="{D1D3C734-4B11-419B-4BE3-3C68D7FFBDAB}"/>
          </ac:spMkLst>
        </pc:spChg>
        <pc:spChg chg="add mod">
          <ac:chgData name="Hironari Yamada" userId="e57621f8-ec3c-449e-bb19-001fffcc008e" providerId="ADAL" clId="{BC0BD879-F267-5CCA-8DEA-E3B2DD07DA4E}" dt="2026-08-31T14:08:14.329" v="42691" actId="1076"/>
          <ac:spMkLst>
            <pc:docMk/>
            <pc:sldMk cId="2599865261" sldId="2076139131"/>
            <ac:spMk id="13" creationId="{75C2D442-E4F1-066A-3DEE-C4E635471D68}"/>
          </ac:spMkLst>
        </pc:spChg>
        <pc:spChg chg="add mod">
          <ac:chgData name="Hironari Yamada" userId="e57621f8-ec3c-449e-bb19-001fffcc008e" providerId="ADAL" clId="{BC0BD879-F267-5CCA-8DEA-E3B2DD07DA4E}" dt="2026-08-31T14:01:49.173" v="42677" actId="1076"/>
          <ac:spMkLst>
            <pc:docMk/>
            <pc:sldMk cId="2599865261" sldId="2076139131"/>
            <ac:spMk id="14" creationId="{122287B1-7A33-E3C1-9E4B-BF3D2905901D}"/>
          </ac:spMkLst>
        </pc:spChg>
        <pc:spChg chg="add mod">
          <ac:chgData name="Hironari Yamada" userId="e57621f8-ec3c-449e-bb19-001fffcc008e" providerId="ADAL" clId="{BC0BD879-F267-5CCA-8DEA-E3B2DD07DA4E}" dt="2026-08-31T14:08:09.965" v="42690" actId="1076"/>
          <ac:spMkLst>
            <pc:docMk/>
            <pc:sldMk cId="2599865261" sldId="2076139131"/>
            <ac:spMk id="15" creationId="{A3C534A3-D95A-B37B-E260-F1F93523CEA2}"/>
          </ac:spMkLst>
        </pc:spChg>
        <pc:spChg chg="add mod">
          <ac:chgData name="Hironari Yamada" userId="e57621f8-ec3c-449e-bb19-001fffcc008e" providerId="ADAL" clId="{BC0BD879-F267-5CCA-8DEA-E3B2DD07DA4E}" dt="2026-08-31T14:08:33.919" v="42697" actId="14100"/>
          <ac:spMkLst>
            <pc:docMk/>
            <pc:sldMk cId="2599865261" sldId="2076139131"/>
            <ac:spMk id="19" creationId="{9512F85A-4B29-1218-698D-4A44DC4077F7}"/>
          </ac:spMkLst>
        </pc:spChg>
        <pc:spChg chg="add mod">
          <ac:chgData name="Hironari Yamada" userId="e57621f8-ec3c-449e-bb19-001fffcc008e" providerId="ADAL" clId="{BC0BD879-F267-5CCA-8DEA-E3B2DD07DA4E}" dt="2026-08-31T14:09:09.575" v="42846" actId="1076"/>
          <ac:spMkLst>
            <pc:docMk/>
            <pc:sldMk cId="2599865261" sldId="2076139131"/>
            <ac:spMk id="20" creationId="{ADE31AF3-FD67-A614-7422-A7B5AB1D0F8D}"/>
          </ac:spMkLst>
        </pc:spChg>
        <pc:picChg chg="del">
          <ac:chgData name="Hironari Yamada" userId="e57621f8-ec3c-449e-bb19-001fffcc008e" providerId="ADAL" clId="{BC0BD879-F267-5CCA-8DEA-E3B2DD07DA4E}" dt="2026-08-31T14:00:25.789" v="42533" actId="478"/>
          <ac:picMkLst>
            <pc:docMk/>
            <pc:sldMk cId="2599865261" sldId="2076139131"/>
            <ac:picMk id="5" creationId="{DB3B9571-E46E-459C-31E2-0BD8FDD3266F}"/>
          </ac:picMkLst>
        </pc:picChg>
        <pc:picChg chg="del">
          <ac:chgData name="Hironari Yamada" userId="e57621f8-ec3c-449e-bb19-001fffcc008e" providerId="ADAL" clId="{BC0BD879-F267-5CCA-8DEA-E3B2DD07DA4E}" dt="2026-08-31T14:00:25.789" v="42533" actId="478"/>
          <ac:picMkLst>
            <pc:docMk/>
            <pc:sldMk cId="2599865261" sldId="2076139131"/>
            <ac:picMk id="10" creationId="{B34CE8F5-B1B9-D5D1-CA2B-5B533A820273}"/>
          </ac:picMkLst>
        </pc:picChg>
        <pc:picChg chg="add mod">
          <ac:chgData name="Hironari Yamada" userId="e57621f8-ec3c-449e-bb19-001fffcc008e" providerId="ADAL" clId="{BC0BD879-F267-5CCA-8DEA-E3B2DD07DA4E}" dt="2026-08-31T14:08:07.462" v="42689" actId="14100"/>
          <ac:picMkLst>
            <pc:docMk/>
            <pc:sldMk cId="2599865261" sldId="2076139131"/>
            <ac:picMk id="12" creationId="{FF3635BD-FA38-9A6F-5613-2CDB2EA73A44}"/>
          </ac:picMkLst>
        </pc:picChg>
        <pc:picChg chg="add del mod">
          <ac:chgData name="Hironari Yamada" userId="e57621f8-ec3c-449e-bb19-001fffcc008e" providerId="ADAL" clId="{BC0BD879-F267-5CCA-8DEA-E3B2DD07DA4E}" dt="2026-08-31T14:02:34.334" v="42683" actId="478"/>
          <ac:picMkLst>
            <pc:docMk/>
            <pc:sldMk cId="2599865261" sldId="2076139131"/>
            <ac:picMk id="16" creationId="{9062C506-0B15-3A5E-D032-05128DF656E7}"/>
          </ac:picMkLst>
        </pc:picChg>
        <pc:picChg chg="add mod">
          <ac:chgData name="Hironari Yamada" userId="e57621f8-ec3c-449e-bb19-001fffcc008e" providerId="ADAL" clId="{BC0BD879-F267-5CCA-8DEA-E3B2DD07DA4E}" dt="2026-08-31T14:08:25.716" v="42693" actId="14100"/>
          <ac:picMkLst>
            <pc:docMk/>
            <pc:sldMk cId="2599865261" sldId="2076139131"/>
            <ac:picMk id="18" creationId="{B826F204-E1F7-5E46-9DE8-F1A721F3B607}"/>
          </ac:picMkLst>
        </pc:picChg>
      </pc:sldChg>
      <pc:sldChg chg="addSp delSp modSp add mod">
        <pc:chgData name="Hironari Yamada" userId="e57621f8-ec3c-449e-bb19-001fffcc008e" providerId="ADAL" clId="{BC0BD879-F267-5CCA-8DEA-E3B2DD07DA4E}" dt="2026-08-31T14:19:13.858" v="43226"/>
        <pc:sldMkLst>
          <pc:docMk/>
          <pc:sldMk cId="913403830" sldId="2076139132"/>
        </pc:sldMkLst>
        <pc:spChg chg="mod">
          <ac:chgData name="Hironari Yamada" userId="e57621f8-ec3c-449e-bb19-001fffcc008e" providerId="ADAL" clId="{BC0BD879-F267-5CCA-8DEA-E3B2DD07DA4E}" dt="2026-08-31T14:17:52.621" v="43182" actId="20577"/>
          <ac:spMkLst>
            <pc:docMk/>
            <pc:sldMk cId="913403830" sldId="2076139132"/>
            <ac:spMk id="3" creationId="{5E6E3D91-47E8-8D0D-6522-A58AA183FFCE}"/>
          </ac:spMkLst>
        </pc:spChg>
        <pc:spChg chg="add mod">
          <ac:chgData name="Hironari Yamada" userId="e57621f8-ec3c-449e-bb19-001fffcc008e" providerId="ADAL" clId="{BC0BD879-F267-5CCA-8DEA-E3B2DD07DA4E}" dt="2026-08-31T14:18:12.725" v="43184"/>
          <ac:spMkLst>
            <pc:docMk/>
            <pc:sldMk cId="913403830" sldId="2076139132"/>
            <ac:spMk id="7" creationId="{25A353AC-71D4-8E49-D096-759AECCF5448}"/>
          </ac:spMkLst>
        </pc:spChg>
        <pc:spChg chg="mod">
          <ac:chgData name="Hironari Yamada" userId="e57621f8-ec3c-449e-bb19-001fffcc008e" providerId="ADAL" clId="{BC0BD879-F267-5CCA-8DEA-E3B2DD07DA4E}" dt="2026-08-31T14:17:42.196" v="43131" actId="20577"/>
          <ac:spMkLst>
            <pc:docMk/>
            <pc:sldMk cId="913403830" sldId="2076139132"/>
            <ac:spMk id="9" creationId="{CE103FA5-64F5-99E7-8BB8-4DE32023AF3A}"/>
          </ac:spMkLst>
        </pc:spChg>
        <pc:spChg chg="add mod">
          <ac:chgData name="Hironari Yamada" userId="e57621f8-ec3c-449e-bb19-001fffcc008e" providerId="ADAL" clId="{BC0BD879-F267-5CCA-8DEA-E3B2DD07DA4E}" dt="2026-08-31T14:18:12.725" v="43184"/>
          <ac:spMkLst>
            <pc:docMk/>
            <pc:sldMk cId="913403830" sldId="2076139132"/>
            <ac:spMk id="10" creationId="{B2DAC483-784C-A719-8136-2CB38DF1336B}"/>
          </ac:spMkLst>
        </pc:spChg>
        <pc:spChg chg="add mod">
          <ac:chgData name="Hironari Yamada" userId="e57621f8-ec3c-449e-bb19-001fffcc008e" providerId="ADAL" clId="{BC0BD879-F267-5CCA-8DEA-E3B2DD07DA4E}" dt="2026-08-31T14:18:12.725" v="43184"/>
          <ac:spMkLst>
            <pc:docMk/>
            <pc:sldMk cId="913403830" sldId="2076139132"/>
            <ac:spMk id="11" creationId="{957C8C2C-DCD8-2122-98F3-4710E2EFEC3D}"/>
          </ac:spMkLst>
        </pc:spChg>
        <pc:spChg chg="del">
          <ac:chgData name="Hironari Yamada" userId="e57621f8-ec3c-449e-bb19-001fffcc008e" providerId="ADAL" clId="{BC0BD879-F267-5CCA-8DEA-E3B2DD07DA4E}" dt="2026-08-31T14:17:55.836" v="43183" actId="478"/>
          <ac:spMkLst>
            <pc:docMk/>
            <pc:sldMk cId="913403830" sldId="2076139132"/>
            <ac:spMk id="12" creationId="{C22428D7-5195-FAB1-79DF-F7AA6E6179E9}"/>
          </ac:spMkLst>
        </pc:spChg>
        <pc:spChg chg="add mod">
          <ac:chgData name="Hironari Yamada" userId="e57621f8-ec3c-449e-bb19-001fffcc008e" providerId="ADAL" clId="{BC0BD879-F267-5CCA-8DEA-E3B2DD07DA4E}" dt="2026-08-31T14:18:12.725" v="43184"/>
          <ac:spMkLst>
            <pc:docMk/>
            <pc:sldMk cId="913403830" sldId="2076139132"/>
            <ac:spMk id="13" creationId="{2D79797C-B019-0711-8061-93A7052211C8}"/>
          </ac:spMkLst>
        </pc:spChg>
        <pc:spChg chg="del">
          <ac:chgData name="Hironari Yamada" userId="e57621f8-ec3c-449e-bb19-001fffcc008e" providerId="ADAL" clId="{BC0BD879-F267-5CCA-8DEA-E3B2DD07DA4E}" dt="2026-08-31T14:17:55.836" v="43183" actId="478"/>
          <ac:spMkLst>
            <pc:docMk/>
            <pc:sldMk cId="913403830" sldId="2076139132"/>
            <ac:spMk id="14" creationId="{27EEFF93-2F93-DEB1-C427-EEF41BFEA1BC}"/>
          </ac:spMkLst>
        </pc:spChg>
        <pc:spChg chg="add mod">
          <ac:chgData name="Hironari Yamada" userId="e57621f8-ec3c-449e-bb19-001fffcc008e" providerId="ADAL" clId="{BC0BD879-F267-5CCA-8DEA-E3B2DD07DA4E}" dt="2026-08-31T14:18:55.976" v="43188" actId="14100"/>
          <ac:spMkLst>
            <pc:docMk/>
            <pc:sldMk cId="913403830" sldId="2076139132"/>
            <ac:spMk id="16" creationId="{53193E26-134F-F070-E567-E4B81313D267}"/>
          </ac:spMkLst>
        </pc:spChg>
        <pc:spChg chg="add mod">
          <ac:chgData name="Hironari Yamada" userId="e57621f8-ec3c-449e-bb19-001fffcc008e" providerId="ADAL" clId="{BC0BD879-F267-5CCA-8DEA-E3B2DD07DA4E}" dt="2026-08-31T14:19:05.261" v="43225" actId="20577"/>
          <ac:spMkLst>
            <pc:docMk/>
            <pc:sldMk cId="913403830" sldId="2076139132"/>
            <ac:spMk id="17" creationId="{2F12500F-E828-74FD-D88B-FFF7CF349FFD}"/>
          </ac:spMkLst>
        </pc:spChg>
        <pc:spChg chg="add mod">
          <ac:chgData name="Hironari Yamada" userId="e57621f8-ec3c-449e-bb19-001fffcc008e" providerId="ADAL" clId="{BC0BD879-F267-5CCA-8DEA-E3B2DD07DA4E}" dt="2026-08-31T14:19:13.858" v="43226"/>
          <ac:spMkLst>
            <pc:docMk/>
            <pc:sldMk cId="913403830" sldId="2076139132"/>
            <ac:spMk id="19" creationId="{D549398B-AE74-BB10-22C4-1F45459A4E7D}"/>
          </ac:spMkLst>
        </pc:spChg>
        <pc:spChg chg="add mod">
          <ac:chgData name="Hironari Yamada" userId="e57621f8-ec3c-449e-bb19-001fffcc008e" providerId="ADAL" clId="{BC0BD879-F267-5CCA-8DEA-E3B2DD07DA4E}" dt="2026-08-31T14:19:13.858" v="43226"/>
          <ac:spMkLst>
            <pc:docMk/>
            <pc:sldMk cId="913403830" sldId="2076139132"/>
            <ac:spMk id="20" creationId="{67388350-1033-7443-87CF-760CE0CDB91A}"/>
          </ac:spMkLst>
        </pc:spChg>
        <pc:spChg chg="del">
          <ac:chgData name="Hironari Yamada" userId="e57621f8-ec3c-449e-bb19-001fffcc008e" providerId="ADAL" clId="{BC0BD879-F267-5CCA-8DEA-E3B2DD07DA4E}" dt="2026-08-31T14:17:55.836" v="43183" actId="478"/>
          <ac:spMkLst>
            <pc:docMk/>
            <pc:sldMk cId="913403830" sldId="2076139132"/>
            <ac:spMk id="24" creationId="{3E8C01DA-8AFA-9C4B-F6ED-0DA8C5B268DA}"/>
          </ac:spMkLst>
        </pc:spChg>
        <pc:spChg chg="del">
          <ac:chgData name="Hironari Yamada" userId="e57621f8-ec3c-449e-bb19-001fffcc008e" providerId="ADAL" clId="{BC0BD879-F267-5CCA-8DEA-E3B2DD07DA4E}" dt="2026-08-31T14:17:55.836" v="43183" actId="478"/>
          <ac:spMkLst>
            <pc:docMk/>
            <pc:sldMk cId="913403830" sldId="2076139132"/>
            <ac:spMk id="26" creationId="{61A89EFD-B9F1-749C-5353-CFF242D191F1}"/>
          </ac:spMkLst>
        </pc:spChg>
        <pc:spChg chg="del">
          <ac:chgData name="Hironari Yamada" userId="e57621f8-ec3c-449e-bb19-001fffcc008e" providerId="ADAL" clId="{BC0BD879-F267-5CCA-8DEA-E3B2DD07DA4E}" dt="2026-08-31T14:17:55.836" v="43183" actId="478"/>
          <ac:spMkLst>
            <pc:docMk/>
            <pc:sldMk cId="913403830" sldId="2076139132"/>
            <ac:spMk id="27" creationId="{5FFD8F7D-5959-44A5-3421-DEB2ADC2E0A6}"/>
          </ac:spMkLst>
        </pc:spChg>
        <pc:spChg chg="del">
          <ac:chgData name="Hironari Yamada" userId="e57621f8-ec3c-449e-bb19-001fffcc008e" providerId="ADAL" clId="{BC0BD879-F267-5CCA-8DEA-E3B2DD07DA4E}" dt="2026-08-31T14:17:55.836" v="43183" actId="478"/>
          <ac:spMkLst>
            <pc:docMk/>
            <pc:sldMk cId="913403830" sldId="2076139132"/>
            <ac:spMk id="28" creationId="{8BD98A3D-0BBD-5CFF-FDA9-79B06C639512}"/>
          </ac:spMkLst>
        </pc:spChg>
        <pc:picChg chg="add mod">
          <ac:chgData name="Hironari Yamada" userId="e57621f8-ec3c-449e-bb19-001fffcc008e" providerId="ADAL" clId="{BC0BD879-F267-5CCA-8DEA-E3B2DD07DA4E}" dt="2026-08-31T14:18:12.725" v="43184"/>
          <ac:picMkLst>
            <pc:docMk/>
            <pc:sldMk cId="913403830" sldId="2076139132"/>
            <ac:picMk id="5" creationId="{7C62E684-2BFD-045D-8633-4485D6D958A4}"/>
          </ac:picMkLst>
        </pc:picChg>
        <pc:picChg chg="del">
          <ac:chgData name="Hironari Yamada" userId="e57621f8-ec3c-449e-bb19-001fffcc008e" providerId="ADAL" clId="{BC0BD879-F267-5CCA-8DEA-E3B2DD07DA4E}" dt="2026-08-31T14:17:55.836" v="43183" actId="478"/>
          <ac:picMkLst>
            <pc:docMk/>
            <pc:sldMk cId="913403830" sldId="2076139132"/>
            <ac:picMk id="6" creationId="{1C1704F4-6192-AC22-2003-A32784B8D7CA}"/>
          </ac:picMkLst>
        </pc:picChg>
        <pc:picChg chg="del">
          <ac:chgData name="Hironari Yamada" userId="e57621f8-ec3c-449e-bb19-001fffcc008e" providerId="ADAL" clId="{BC0BD879-F267-5CCA-8DEA-E3B2DD07DA4E}" dt="2026-08-31T14:17:55.836" v="43183" actId="478"/>
          <ac:picMkLst>
            <pc:docMk/>
            <pc:sldMk cId="913403830" sldId="2076139132"/>
            <ac:picMk id="8" creationId="{86993E28-5FB6-D468-39E6-35BF6F52D9D1}"/>
          </ac:picMkLst>
        </pc:picChg>
        <pc:picChg chg="add mod">
          <ac:chgData name="Hironari Yamada" userId="e57621f8-ec3c-449e-bb19-001fffcc008e" providerId="ADAL" clId="{BC0BD879-F267-5CCA-8DEA-E3B2DD07DA4E}" dt="2026-08-31T14:18:47.427" v="43186" actId="1076"/>
          <ac:picMkLst>
            <pc:docMk/>
            <pc:sldMk cId="913403830" sldId="2076139132"/>
            <ac:picMk id="15" creationId="{FCA2DDC6-A79F-B4B2-C593-666CD4534D62}"/>
          </ac:picMkLst>
        </pc:picChg>
        <pc:picChg chg="add mod">
          <ac:chgData name="Hironari Yamada" userId="e57621f8-ec3c-449e-bb19-001fffcc008e" providerId="ADAL" clId="{BC0BD879-F267-5CCA-8DEA-E3B2DD07DA4E}" dt="2026-08-31T14:19:13.858" v="43226"/>
          <ac:picMkLst>
            <pc:docMk/>
            <pc:sldMk cId="913403830" sldId="2076139132"/>
            <ac:picMk id="18" creationId="{3C2CE641-7260-1744-7EDE-E7A1C81FE43F}"/>
          </ac:picMkLst>
        </pc:picChg>
      </pc:sldChg>
      <pc:sldChg chg="addSp delSp modSp add mod">
        <pc:chgData name="Hironari Yamada" userId="e57621f8-ec3c-449e-bb19-001fffcc008e" providerId="ADAL" clId="{BC0BD879-F267-5CCA-8DEA-E3B2DD07DA4E}" dt="2026-08-31T14:22:43.598" v="43411" actId="20577"/>
        <pc:sldMkLst>
          <pc:docMk/>
          <pc:sldMk cId="391457174" sldId="2076139133"/>
        </pc:sldMkLst>
        <pc:spChg chg="del">
          <ac:chgData name="Hironari Yamada" userId="e57621f8-ec3c-449e-bb19-001fffcc008e" providerId="ADAL" clId="{BC0BD879-F267-5CCA-8DEA-E3B2DD07DA4E}" dt="2026-08-31T14:19:20.163" v="43228" actId="478"/>
          <ac:spMkLst>
            <pc:docMk/>
            <pc:sldMk cId="391457174" sldId="2076139133"/>
            <ac:spMk id="7" creationId="{1B680932-635A-BDCD-4664-194FDE7028CC}"/>
          </ac:spMkLst>
        </pc:spChg>
        <pc:spChg chg="del">
          <ac:chgData name="Hironari Yamada" userId="e57621f8-ec3c-449e-bb19-001fffcc008e" providerId="ADAL" clId="{BC0BD879-F267-5CCA-8DEA-E3B2DD07DA4E}" dt="2026-08-31T14:19:20.163" v="43228" actId="478"/>
          <ac:spMkLst>
            <pc:docMk/>
            <pc:sldMk cId="391457174" sldId="2076139133"/>
            <ac:spMk id="10" creationId="{63A687BB-7017-480E-D566-7609339AFB4F}"/>
          </ac:spMkLst>
        </pc:spChg>
        <pc:spChg chg="del">
          <ac:chgData name="Hironari Yamada" userId="e57621f8-ec3c-449e-bb19-001fffcc008e" providerId="ADAL" clId="{BC0BD879-F267-5CCA-8DEA-E3B2DD07DA4E}" dt="2026-08-31T14:19:20.163" v="43228" actId="478"/>
          <ac:spMkLst>
            <pc:docMk/>
            <pc:sldMk cId="391457174" sldId="2076139133"/>
            <ac:spMk id="11" creationId="{03F80C8E-8D4E-E1BD-FD66-27E26EF05A40}"/>
          </ac:spMkLst>
        </pc:spChg>
        <pc:spChg chg="add mod">
          <ac:chgData name="Hironari Yamada" userId="e57621f8-ec3c-449e-bb19-001fffcc008e" providerId="ADAL" clId="{BC0BD879-F267-5CCA-8DEA-E3B2DD07DA4E}" dt="2026-08-31T14:19:53.061" v="43237" actId="1076"/>
          <ac:spMkLst>
            <pc:docMk/>
            <pc:sldMk cId="391457174" sldId="2076139133"/>
            <ac:spMk id="12" creationId="{CF5DC14A-36B7-08BD-77A5-2748ED55CF6E}"/>
          </ac:spMkLst>
        </pc:spChg>
        <pc:spChg chg="del">
          <ac:chgData name="Hironari Yamada" userId="e57621f8-ec3c-449e-bb19-001fffcc008e" providerId="ADAL" clId="{BC0BD879-F267-5CCA-8DEA-E3B2DD07DA4E}" dt="2026-08-31T14:19:20.163" v="43228" actId="478"/>
          <ac:spMkLst>
            <pc:docMk/>
            <pc:sldMk cId="391457174" sldId="2076139133"/>
            <ac:spMk id="13" creationId="{4303D8CA-4A6D-86EC-1FA2-A23A17C6A6DC}"/>
          </ac:spMkLst>
        </pc:spChg>
        <pc:spChg chg="add mod">
          <ac:chgData name="Hironari Yamada" userId="e57621f8-ec3c-449e-bb19-001fffcc008e" providerId="ADAL" clId="{BC0BD879-F267-5CCA-8DEA-E3B2DD07DA4E}" dt="2026-08-31T14:20:52.467" v="43293" actId="1076"/>
          <ac:spMkLst>
            <pc:docMk/>
            <pc:sldMk cId="391457174" sldId="2076139133"/>
            <ac:spMk id="14" creationId="{BA88084A-31BB-6540-541D-500332452664}"/>
          </ac:spMkLst>
        </pc:spChg>
        <pc:spChg chg="del mod">
          <ac:chgData name="Hironari Yamada" userId="e57621f8-ec3c-449e-bb19-001fffcc008e" providerId="ADAL" clId="{BC0BD879-F267-5CCA-8DEA-E3B2DD07DA4E}" dt="2026-08-31T14:21:23.345" v="43371" actId="478"/>
          <ac:spMkLst>
            <pc:docMk/>
            <pc:sldMk cId="391457174" sldId="2076139133"/>
            <ac:spMk id="16" creationId="{40C46077-2D34-DAEF-35B2-A2A7A567CA51}"/>
          </ac:spMkLst>
        </pc:spChg>
        <pc:spChg chg="del mod">
          <ac:chgData name="Hironari Yamada" userId="e57621f8-ec3c-449e-bb19-001fffcc008e" providerId="ADAL" clId="{BC0BD879-F267-5CCA-8DEA-E3B2DD07DA4E}" dt="2026-08-31T14:21:23.345" v="43371" actId="478"/>
          <ac:spMkLst>
            <pc:docMk/>
            <pc:sldMk cId="391457174" sldId="2076139133"/>
            <ac:spMk id="17" creationId="{C86473A5-7830-28BC-6D99-1D4E629F07CF}"/>
          </ac:spMkLst>
        </pc:spChg>
        <pc:spChg chg="add mod">
          <ac:chgData name="Hironari Yamada" userId="e57621f8-ec3c-449e-bb19-001fffcc008e" providerId="ADAL" clId="{BC0BD879-F267-5CCA-8DEA-E3B2DD07DA4E}" dt="2026-08-31T14:20:59.296" v="43296" actId="14100"/>
          <ac:spMkLst>
            <pc:docMk/>
            <pc:sldMk cId="391457174" sldId="2076139133"/>
            <ac:spMk id="19" creationId="{E85BDBA8-CFD0-5FF1-8E11-4EC78156743B}"/>
          </ac:spMkLst>
        </pc:spChg>
        <pc:spChg chg="add mod">
          <ac:chgData name="Hironari Yamada" userId="e57621f8-ec3c-449e-bb19-001fffcc008e" providerId="ADAL" clId="{BC0BD879-F267-5CCA-8DEA-E3B2DD07DA4E}" dt="2026-08-31T14:21:16.652" v="43369" actId="20577"/>
          <ac:spMkLst>
            <pc:docMk/>
            <pc:sldMk cId="391457174" sldId="2076139133"/>
            <ac:spMk id="20" creationId="{441F9493-4C64-356B-7A7F-C275798C064E}"/>
          </ac:spMkLst>
        </pc:spChg>
        <pc:spChg chg="add mod">
          <ac:chgData name="Hironari Yamada" userId="e57621f8-ec3c-449e-bb19-001fffcc008e" providerId="ADAL" clId="{BC0BD879-F267-5CCA-8DEA-E3B2DD07DA4E}" dt="2026-08-31T14:22:30.195" v="43379" actId="1076"/>
          <ac:spMkLst>
            <pc:docMk/>
            <pc:sldMk cId="391457174" sldId="2076139133"/>
            <ac:spMk id="22" creationId="{2858730C-1488-6182-27B7-5DF939C9CB15}"/>
          </ac:spMkLst>
        </pc:spChg>
        <pc:spChg chg="add mod">
          <ac:chgData name="Hironari Yamada" userId="e57621f8-ec3c-449e-bb19-001fffcc008e" providerId="ADAL" clId="{BC0BD879-F267-5CCA-8DEA-E3B2DD07DA4E}" dt="2026-08-31T14:22:43.598" v="43411" actId="20577"/>
          <ac:spMkLst>
            <pc:docMk/>
            <pc:sldMk cId="391457174" sldId="2076139133"/>
            <ac:spMk id="23" creationId="{07467023-DC59-BC94-333A-EDAE9908B47D}"/>
          </ac:spMkLst>
        </pc:spChg>
        <pc:picChg chg="del">
          <ac:chgData name="Hironari Yamada" userId="e57621f8-ec3c-449e-bb19-001fffcc008e" providerId="ADAL" clId="{BC0BD879-F267-5CCA-8DEA-E3B2DD07DA4E}" dt="2026-08-31T14:19:20.163" v="43228" actId="478"/>
          <ac:picMkLst>
            <pc:docMk/>
            <pc:sldMk cId="391457174" sldId="2076139133"/>
            <ac:picMk id="5" creationId="{FBD8B570-B8E6-F1E3-9922-34B3BDBF5BFA}"/>
          </ac:picMkLst>
        </pc:picChg>
        <pc:picChg chg="add del mod">
          <ac:chgData name="Hironari Yamada" userId="e57621f8-ec3c-449e-bb19-001fffcc008e" providerId="ADAL" clId="{BC0BD879-F267-5CCA-8DEA-E3B2DD07DA4E}" dt="2026-08-31T14:20:03.467" v="43268" actId="478"/>
          <ac:picMkLst>
            <pc:docMk/>
            <pc:sldMk cId="391457174" sldId="2076139133"/>
            <ac:picMk id="8" creationId="{64BD08E6-60A2-2C7B-3363-CB34BB0B439C}"/>
          </ac:picMkLst>
        </pc:picChg>
        <pc:picChg chg="del">
          <ac:chgData name="Hironari Yamada" userId="e57621f8-ec3c-449e-bb19-001fffcc008e" providerId="ADAL" clId="{BC0BD879-F267-5CCA-8DEA-E3B2DD07DA4E}" dt="2026-08-31T14:21:19.429" v="43370" actId="478"/>
          <ac:picMkLst>
            <pc:docMk/>
            <pc:sldMk cId="391457174" sldId="2076139133"/>
            <ac:picMk id="15" creationId="{17D6DC2F-CE99-CB2C-A685-F7CF3B77C142}"/>
          </ac:picMkLst>
        </pc:picChg>
        <pc:picChg chg="add mod">
          <ac:chgData name="Hironari Yamada" userId="e57621f8-ec3c-449e-bb19-001fffcc008e" providerId="ADAL" clId="{BC0BD879-F267-5CCA-8DEA-E3B2DD07DA4E}" dt="2026-08-31T14:20:43.587" v="43273" actId="167"/>
          <ac:picMkLst>
            <pc:docMk/>
            <pc:sldMk cId="391457174" sldId="2076139133"/>
            <ac:picMk id="18" creationId="{1605E368-68B0-9017-CFCF-45101B721B1D}"/>
          </ac:picMkLst>
        </pc:picChg>
        <pc:picChg chg="add mod">
          <ac:chgData name="Hironari Yamada" userId="e57621f8-ec3c-449e-bb19-001fffcc008e" providerId="ADAL" clId="{BC0BD879-F267-5CCA-8DEA-E3B2DD07DA4E}" dt="2026-08-31T14:22:21.164" v="43375" actId="1076"/>
          <ac:picMkLst>
            <pc:docMk/>
            <pc:sldMk cId="391457174" sldId="2076139133"/>
            <ac:picMk id="21" creationId="{0FB225A0-90D3-23E5-A682-C15AC8BB6CDC}"/>
          </ac:picMkLst>
        </pc:picChg>
      </pc:sldChg>
      <pc:sldChg chg="addSp delSp modSp add mod">
        <pc:chgData name="Hironari Yamada" userId="e57621f8-ec3c-449e-bb19-001fffcc008e" providerId="ADAL" clId="{BC0BD879-F267-5CCA-8DEA-E3B2DD07DA4E}" dt="2026-08-31T14:46:35.417" v="43708" actId="20577"/>
        <pc:sldMkLst>
          <pc:docMk/>
          <pc:sldMk cId="2281162035" sldId="2076139134"/>
        </pc:sldMkLst>
        <pc:spChg chg="mod">
          <ac:chgData name="Hironari Yamada" userId="e57621f8-ec3c-449e-bb19-001fffcc008e" providerId="ADAL" clId="{BC0BD879-F267-5CCA-8DEA-E3B2DD07DA4E}" dt="2026-08-31T14:32:33.580" v="43635" actId="20577"/>
          <ac:spMkLst>
            <pc:docMk/>
            <pc:sldMk cId="2281162035" sldId="2076139134"/>
            <ac:spMk id="5" creationId="{710292C6-DA05-FF2D-1A74-8B76C19CB373}"/>
          </ac:spMkLst>
        </pc:spChg>
        <pc:spChg chg="del mod">
          <ac:chgData name="Hironari Yamada" userId="e57621f8-ec3c-449e-bb19-001fffcc008e" providerId="ADAL" clId="{BC0BD879-F267-5CCA-8DEA-E3B2DD07DA4E}" dt="2026-08-31T14:32:23.111" v="43629" actId="478"/>
          <ac:spMkLst>
            <pc:docMk/>
            <pc:sldMk cId="2281162035" sldId="2076139134"/>
            <ac:spMk id="6" creationId="{B9D09D44-BBAC-DE4A-3B54-95443DDE7979}"/>
          </ac:spMkLst>
        </pc:spChg>
        <pc:spChg chg="add mod">
          <ac:chgData name="Hironari Yamada" userId="e57621f8-ec3c-449e-bb19-001fffcc008e" providerId="ADAL" clId="{BC0BD879-F267-5CCA-8DEA-E3B2DD07DA4E}" dt="2026-08-31T14:34:29.325" v="43646" actId="255"/>
          <ac:spMkLst>
            <pc:docMk/>
            <pc:sldMk cId="2281162035" sldId="2076139134"/>
            <ac:spMk id="7" creationId="{D2753D42-D55F-AFE2-399A-9C9563FD0273}"/>
          </ac:spMkLst>
        </pc:spChg>
        <pc:spChg chg="mod">
          <ac:chgData name="Hironari Yamada" userId="e57621f8-ec3c-449e-bb19-001fffcc008e" providerId="ADAL" clId="{BC0BD879-F267-5CCA-8DEA-E3B2DD07DA4E}" dt="2026-08-31T14:46:35.417" v="43708" actId="20577"/>
          <ac:spMkLst>
            <pc:docMk/>
            <pc:sldMk cId="2281162035" sldId="2076139134"/>
            <ac:spMk id="9" creationId="{02B40323-77CA-FA7B-E529-FA185A9E04D9}"/>
          </ac:spMkLst>
        </pc:spChg>
        <pc:spChg chg="add mod">
          <ac:chgData name="Hironari Yamada" userId="e57621f8-ec3c-449e-bb19-001fffcc008e" providerId="ADAL" clId="{BC0BD879-F267-5CCA-8DEA-E3B2DD07DA4E}" dt="2026-08-31T14:34:29.325" v="43646" actId="255"/>
          <ac:spMkLst>
            <pc:docMk/>
            <pc:sldMk cId="2281162035" sldId="2076139134"/>
            <ac:spMk id="10" creationId="{252E0C6F-FF41-A0C1-EDA9-994910B537B2}"/>
          </ac:spMkLst>
        </pc:spChg>
        <pc:spChg chg="add mod">
          <ac:chgData name="Hironari Yamada" userId="e57621f8-ec3c-449e-bb19-001fffcc008e" providerId="ADAL" clId="{BC0BD879-F267-5CCA-8DEA-E3B2DD07DA4E}" dt="2026-08-31T14:34:29.325" v="43646" actId="255"/>
          <ac:spMkLst>
            <pc:docMk/>
            <pc:sldMk cId="2281162035" sldId="2076139134"/>
            <ac:spMk id="11" creationId="{8B4BF88D-945C-B18A-177D-5ED33718C52A}"/>
          </ac:spMkLst>
        </pc:spChg>
        <pc:spChg chg="add mod">
          <ac:chgData name="Hironari Yamada" userId="e57621f8-ec3c-449e-bb19-001fffcc008e" providerId="ADAL" clId="{BC0BD879-F267-5CCA-8DEA-E3B2DD07DA4E}" dt="2026-08-31T14:34:29.325" v="43646" actId="255"/>
          <ac:spMkLst>
            <pc:docMk/>
            <pc:sldMk cId="2281162035" sldId="2076139134"/>
            <ac:spMk id="12" creationId="{B776E2E4-E66F-D897-BE23-B9BF1824F251}"/>
          </ac:spMkLst>
        </pc:spChg>
        <pc:graphicFrameChg chg="add del mod modGraphic">
          <ac:chgData name="Hironari Yamada" userId="e57621f8-ec3c-449e-bb19-001fffcc008e" providerId="ADAL" clId="{BC0BD879-F267-5CCA-8DEA-E3B2DD07DA4E}" dt="2026-08-31T14:32:29.336" v="43632" actId="478"/>
          <ac:graphicFrameMkLst>
            <pc:docMk/>
            <pc:sldMk cId="2281162035" sldId="2076139134"/>
            <ac:graphicFrameMk id="8" creationId="{7A78A1A2-9537-E202-5C2B-FC58E6E17536}"/>
          </ac:graphicFrameMkLst>
        </pc:graphicFrameChg>
      </pc:sldChg>
      <pc:sldChg chg="delSp modSp add mod">
        <pc:chgData name="Hironari Yamada" userId="e57621f8-ec3c-449e-bb19-001fffcc008e" providerId="ADAL" clId="{BC0BD879-F267-5CCA-8DEA-E3B2DD07DA4E}" dt="2026-08-31T14:46:39.204" v="43710" actId="20577"/>
        <pc:sldMkLst>
          <pc:docMk/>
          <pc:sldMk cId="3112837636" sldId="2076139135"/>
        </pc:sldMkLst>
        <pc:spChg chg="mod">
          <ac:chgData name="Hironari Yamada" userId="e57621f8-ec3c-449e-bb19-001fffcc008e" providerId="ADAL" clId="{BC0BD879-F267-5CCA-8DEA-E3B2DD07DA4E}" dt="2026-08-31T14:35:15.221" v="43655" actId="948"/>
          <ac:spMkLst>
            <pc:docMk/>
            <pc:sldMk cId="3112837636" sldId="2076139135"/>
            <ac:spMk id="5" creationId="{8CEC2F98-E13E-83A0-668A-233AC7AAA004}"/>
          </ac:spMkLst>
        </pc:spChg>
        <pc:spChg chg="del">
          <ac:chgData name="Hironari Yamada" userId="e57621f8-ec3c-449e-bb19-001fffcc008e" providerId="ADAL" clId="{BC0BD879-F267-5CCA-8DEA-E3B2DD07DA4E}" dt="2026-08-31T14:34:38.780" v="43648" actId="478"/>
          <ac:spMkLst>
            <pc:docMk/>
            <pc:sldMk cId="3112837636" sldId="2076139135"/>
            <ac:spMk id="7" creationId="{4BC4C54C-700B-B8DC-2C06-3F6242631DB1}"/>
          </ac:spMkLst>
        </pc:spChg>
        <pc:spChg chg="mod">
          <ac:chgData name="Hironari Yamada" userId="e57621f8-ec3c-449e-bb19-001fffcc008e" providerId="ADAL" clId="{BC0BD879-F267-5CCA-8DEA-E3B2DD07DA4E}" dt="2026-08-31T14:46:39.204" v="43710" actId="20577"/>
          <ac:spMkLst>
            <pc:docMk/>
            <pc:sldMk cId="3112837636" sldId="2076139135"/>
            <ac:spMk id="9" creationId="{3F03C82C-9B16-BD3E-603D-4FA28789A5DF}"/>
          </ac:spMkLst>
        </pc:spChg>
        <pc:spChg chg="del">
          <ac:chgData name="Hironari Yamada" userId="e57621f8-ec3c-449e-bb19-001fffcc008e" providerId="ADAL" clId="{BC0BD879-F267-5CCA-8DEA-E3B2DD07DA4E}" dt="2026-08-31T14:34:38.780" v="43648" actId="478"/>
          <ac:spMkLst>
            <pc:docMk/>
            <pc:sldMk cId="3112837636" sldId="2076139135"/>
            <ac:spMk id="10" creationId="{01E9E90D-7C34-7698-E7BE-4D89C5C8F6CE}"/>
          </ac:spMkLst>
        </pc:spChg>
        <pc:spChg chg="del">
          <ac:chgData name="Hironari Yamada" userId="e57621f8-ec3c-449e-bb19-001fffcc008e" providerId="ADAL" clId="{BC0BD879-F267-5CCA-8DEA-E3B2DD07DA4E}" dt="2026-08-31T14:34:38.780" v="43648" actId="478"/>
          <ac:spMkLst>
            <pc:docMk/>
            <pc:sldMk cId="3112837636" sldId="2076139135"/>
            <ac:spMk id="11" creationId="{CB944C72-2D2D-5F0F-8CCD-0969F7811761}"/>
          </ac:spMkLst>
        </pc:spChg>
        <pc:spChg chg="del">
          <ac:chgData name="Hironari Yamada" userId="e57621f8-ec3c-449e-bb19-001fffcc008e" providerId="ADAL" clId="{BC0BD879-F267-5CCA-8DEA-E3B2DD07DA4E}" dt="2026-08-31T14:34:38.780" v="43648" actId="478"/>
          <ac:spMkLst>
            <pc:docMk/>
            <pc:sldMk cId="3112837636" sldId="2076139135"/>
            <ac:spMk id="12" creationId="{6285CAD9-70A5-9FD6-D2EB-C84ADEFD6B1E}"/>
          </ac:spMkLst>
        </pc:spChg>
      </pc:sldChg>
      <pc:sldChg chg="addSp modSp add mod">
        <pc:chgData name="Hironari Yamada" userId="e57621f8-ec3c-449e-bb19-001fffcc008e" providerId="ADAL" clId="{BC0BD879-F267-5CCA-8DEA-E3B2DD07DA4E}" dt="2026-08-31T14:41:15.554" v="43683" actId="14734"/>
        <pc:sldMkLst>
          <pc:docMk/>
          <pc:sldMk cId="2890494633" sldId="2076139136"/>
        </pc:sldMkLst>
        <pc:spChg chg="mod">
          <ac:chgData name="Hironari Yamada" userId="e57621f8-ec3c-449e-bb19-001fffcc008e" providerId="ADAL" clId="{BC0BD879-F267-5CCA-8DEA-E3B2DD07DA4E}" dt="2026-08-31T14:40:42.213" v="43676" actId="20577"/>
          <ac:spMkLst>
            <pc:docMk/>
            <pc:sldMk cId="2890494633" sldId="2076139136"/>
            <ac:spMk id="5" creationId="{1AE7E4F0-D210-CE6E-5854-AB72DC5E82BA}"/>
          </ac:spMkLst>
        </pc:spChg>
        <pc:spChg chg="mod">
          <ac:chgData name="Hironari Yamada" userId="e57621f8-ec3c-449e-bb19-001fffcc008e" providerId="ADAL" clId="{BC0BD879-F267-5CCA-8DEA-E3B2DD07DA4E}" dt="2026-08-31T14:40:11.052" v="43668"/>
          <ac:spMkLst>
            <pc:docMk/>
            <pc:sldMk cId="2890494633" sldId="2076139136"/>
            <ac:spMk id="6" creationId="{530A7EF1-5ADA-6E0C-C6F0-F2160A809A64}"/>
          </ac:spMkLst>
        </pc:spChg>
        <pc:spChg chg="add mod">
          <ac:chgData name="Hironari Yamada" userId="e57621f8-ec3c-449e-bb19-001fffcc008e" providerId="ADAL" clId="{BC0BD879-F267-5CCA-8DEA-E3B2DD07DA4E}" dt="2026-08-31T14:40:28.161" v="43672" actId="255"/>
          <ac:spMkLst>
            <pc:docMk/>
            <pc:sldMk cId="2890494633" sldId="2076139136"/>
            <ac:spMk id="7" creationId="{76956524-7478-4950-A69E-D4CC0D639594}"/>
          </ac:spMkLst>
        </pc:spChg>
        <pc:graphicFrameChg chg="add mod modGraphic">
          <ac:chgData name="Hironari Yamada" userId="e57621f8-ec3c-449e-bb19-001fffcc008e" providerId="ADAL" clId="{BC0BD879-F267-5CCA-8DEA-E3B2DD07DA4E}" dt="2026-08-31T14:41:15.554" v="43683" actId="14734"/>
          <ac:graphicFrameMkLst>
            <pc:docMk/>
            <pc:sldMk cId="2890494633" sldId="2076139136"/>
            <ac:graphicFrameMk id="8" creationId="{03E86CAA-7BD1-F0F7-7C0D-8C0D8252E4D4}"/>
          </ac:graphicFrameMkLst>
        </pc:graphicFrameChg>
      </pc:sldChg>
      <pc:sldChg chg="modSp add mod">
        <pc:chgData name="Hironari Yamada" userId="e57621f8-ec3c-449e-bb19-001fffcc008e" providerId="ADAL" clId="{BC0BD879-F267-5CCA-8DEA-E3B2DD07DA4E}" dt="2026-08-31T14:43:30.815" v="43705" actId="948"/>
        <pc:sldMkLst>
          <pc:docMk/>
          <pc:sldMk cId="3440095412" sldId="2076139137"/>
        </pc:sldMkLst>
        <pc:spChg chg="mod">
          <ac:chgData name="Hironari Yamada" userId="e57621f8-ec3c-449e-bb19-001fffcc008e" providerId="ADAL" clId="{BC0BD879-F267-5CCA-8DEA-E3B2DD07DA4E}" dt="2026-08-31T14:43:30.815" v="43705" actId="948"/>
          <ac:spMkLst>
            <pc:docMk/>
            <pc:sldMk cId="3440095412" sldId="2076139137"/>
            <ac:spMk id="5" creationId="{013A1D73-B72F-9253-E50C-863EE3E1C2D6}"/>
          </ac:spMkLst>
        </pc:spChg>
        <pc:spChg chg="mod">
          <ac:chgData name="Hironari Yamada" userId="e57621f8-ec3c-449e-bb19-001fffcc008e" providerId="ADAL" clId="{BC0BD879-F267-5CCA-8DEA-E3B2DD07DA4E}" dt="2026-08-31T14:42:52.328" v="43696" actId="255"/>
          <ac:spMkLst>
            <pc:docMk/>
            <pc:sldMk cId="3440095412" sldId="2076139137"/>
            <ac:spMk id="6" creationId="{FAFD6619-1EE8-DE9B-7AF6-8832E71D0588}"/>
          </ac:spMkLst>
        </pc:spChg>
      </pc:sldChg>
      <pc:sldChg chg="addSp modSp add mod">
        <pc:chgData name="Hironari Yamada" userId="e57621f8-ec3c-449e-bb19-001fffcc008e" providerId="ADAL" clId="{BC0BD879-F267-5CCA-8DEA-E3B2DD07DA4E}" dt="2026-08-31T14:48:45.994" v="43732"/>
        <pc:sldMkLst>
          <pc:docMk/>
          <pc:sldMk cId="3476018278" sldId="2076139138"/>
        </pc:sldMkLst>
        <pc:spChg chg="mod">
          <ac:chgData name="Hironari Yamada" userId="e57621f8-ec3c-449e-bb19-001fffcc008e" providerId="ADAL" clId="{BC0BD879-F267-5CCA-8DEA-E3B2DD07DA4E}" dt="2026-08-31T14:48:45.994" v="43732"/>
          <ac:spMkLst>
            <pc:docMk/>
            <pc:sldMk cId="3476018278" sldId="2076139138"/>
            <ac:spMk id="5" creationId="{5140CFAA-E2D6-2E9B-412E-6A85B823A9F0}"/>
          </ac:spMkLst>
        </pc:spChg>
        <pc:spChg chg="mod">
          <ac:chgData name="Hironari Yamada" userId="e57621f8-ec3c-449e-bb19-001fffcc008e" providerId="ADAL" clId="{BC0BD879-F267-5CCA-8DEA-E3B2DD07DA4E}" dt="2026-08-31T14:48:00.438" v="43721" actId="14100"/>
          <ac:spMkLst>
            <pc:docMk/>
            <pc:sldMk cId="3476018278" sldId="2076139138"/>
            <ac:spMk id="6" creationId="{2D8E1D82-009D-AA6E-0EC4-25586C4B4AAA}"/>
          </ac:spMkLst>
        </pc:spChg>
        <pc:spChg chg="add mod">
          <ac:chgData name="Hironari Yamada" userId="e57621f8-ec3c-449e-bb19-001fffcc008e" providerId="ADAL" clId="{BC0BD879-F267-5CCA-8DEA-E3B2DD07DA4E}" dt="2026-08-31T14:48:20.725" v="43728" actId="255"/>
          <ac:spMkLst>
            <pc:docMk/>
            <pc:sldMk cId="3476018278" sldId="2076139138"/>
            <ac:spMk id="7" creationId="{2A1ADAC7-3A7A-8ECD-6387-64EE431EE3E4}"/>
          </ac:spMkLst>
        </pc:spChg>
        <pc:spChg chg="add mod">
          <ac:chgData name="Hironari Yamada" userId="e57621f8-ec3c-449e-bb19-001fffcc008e" providerId="ADAL" clId="{BC0BD879-F267-5CCA-8DEA-E3B2DD07DA4E}" dt="2026-08-31T14:48:30.746" v="43730" actId="255"/>
          <ac:spMkLst>
            <pc:docMk/>
            <pc:sldMk cId="3476018278" sldId="2076139138"/>
            <ac:spMk id="8" creationId="{B54B9565-DD01-CC41-0E82-BFACCD4421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0779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9C67-DBF2-0228-79E6-4C422018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B8E6-2D8B-D8A5-41A7-5056422F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28AB-179F-8D53-3933-98BDCDE189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D6765-33F6-3994-137E-6F80FA73BF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279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82D97-440A-AA6D-CD43-10ECB4894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752B1-FF82-8DFD-D534-368DA323B3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0452D-A2D6-5B11-91F2-735A9D898DD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28B48E5-53D4-0A03-9735-88C31B8290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09547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4D2CB-D68F-B231-58D1-11F0A8CED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1A393-5014-FC56-E369-B63293AF34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ED7EB4-D502-5AB7-BC27-F3F2CFF81D2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8B27037-B2F6-C855-A9D1-47AE75814A8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06345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7D005-AE91-7515-48C7-577F09EFF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083ED-52CD-1252-CC2B-E5FD4312D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C43DD-1639-47CF-D297-015B3A8E1CF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90E56A5-7BB4-1216-8E41-B767F7FC648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24516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ED486-C56C-3F4C-F115-07F788461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EC37B-B767-4895-DB7E-B4264E830E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95D12-1E56-0CEF-0503-536829CDFEF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BFA197D-54A2-C488-664E-A3865832EEB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77096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81BBD-C508-B28C-D634-99D4AD915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B704C-027B-2878-8EA9-B30ACC433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A2D3B-F59E-7140-2FCB-3AF48115414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9D7F70A-C865-7083-1B4E-3CAB67CABF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80163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E30CB-4E3A-27F4-578D-7A0913281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84709-765A-98DF-5B8B-85F4F54D6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E216A-B7C0-56A4-46FC-3F5B125A1AF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A3DDFA2-AA09-8BEE-1C34-8A9E2AE7920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59482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C3FB-8319-D94C-2014-BD0ECA2B1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4BCD5-0B4A-E070-FAC4-6B44B3258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2EBD1-31DD-0240-B0B7-33A78ECBC51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3CE05CE-56E7-A530-A621-3445F63EFD0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86894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02997-7648-39DD-E6A7-937B316DB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057BB-BA43-7FB7-00B0-679A81E04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7C639-BF21-97BD-6EC1-ADB3DD79327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E27B762-3427-5131-9DBB-575F11C6BE5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43858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74C6A-DB59-0FE3-CE81-E39981714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99B9A-68C9-2F83-722F-FE49E9053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992136-B99F-45EA-E591-44182252FAC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B278C68-F116-B1F8-2CC1-13A263259A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00104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320F0-8C3C-D8A6-5D83-9ED736B74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D2197-1500-CCB5-71A9-A91F23B8D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B61F9-53C0-B3BB-4C2F-1338658A835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17342C4-195B-7ABD-ED83-9C58329D243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33091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45C1-7475-8969-4ECF-9BCE94A5C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01CFB-A15C-0CAF-4B9D-D09DA18FE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80021-66EC-D5F8-B259-C381B7DB09A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C6085C0-CE00-59A5-F538-4473CE0B2C8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93568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27FC1-7935-FC62-4709-4E3C86E21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FE6F6-7F34-7FBA-5259-4ACD728A8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5D2127-723C-278E-8DA5-C3A41C7CD9A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1284DBD-CB58-93B4-D6FD-B978F094C1E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71804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03000"/>
              </a:lnSpc>
            </a:pPr>
            <a:r>
              <a:rPr lang="ja-JP" altLang="en-US" sz="2800" b="1">
                <a:solidFill>
                  <a:srgbClr val="1F2937"/>
                </a:solidFill>
                <a:latin typeface="Yu Gothic" pitchFamily="34" charset="0"/>
                <a:ea typeface="Yu Gothic" pitchFamily="34" charset="-122"/>
              </a:rPr>
              <a:t>クラウドネイティブな</a:t>
            </a:r>
            <a:r>
              <a:rPr lang="en-US" altLang="ja-JP" sz="2800" b="1" dirty="0">
                <a:solidFill>
                  <a:srgbClr val="1F2937"/>
                </a:solidFill>
                <a:latin typeface="Yu Gothic" pitchFamily="34" charset="0"/>
                <a:ea typeface="Yu Gothic" pitchFamily="34" charset="-122"/>
              </a:rPr>
              <a:t> AI </a:t>
            </a:r>
            <a:r>
              <a:rPr lang="ja-JP" altLang="en-US" sz="2800" b="1">
                <a:solidFill>
                  <a:srgbClr val="1F2937"/>
                </a:solidFill>
                <a:latin typeface="Yu Gothic" pitchFamily="34" charset="0"/>
                <a:ea typeface="Yu Gothic" pitchFamily="34" charset="-122"/>
              </a:rPr>
              <a:t>アプリ構築</a:t>
            </a:r>
            <a:endParaRPr lang="en-US" altLang="ja-JP" sz="2800" dirty="0"/>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10000"/>
              </a:lnSpc>
            </a:pPr>
            <a:r>
              <a:rPr lang="en-US" altLang="ja-JP" sz="1400" dirty="0" err="1">
                <a:solidFill>
                  <a:srgbClr val="5B6472"/>
                </a:solidFill>
                <a:latin typeface="Yu Gothic" pitchFamily="34" charset="0"/>
                <a:ea typeface="Yu Gothic" pitchFamily="34" charset="-122"/>
                <a:cs typeface="Yu Gothic" pitchFamily="34" charset="-120"/>
              </a:rPr>
              <a:t>この回では</a:t>
            </a:r>
            <a:r>
              <a:rPr lang="en-US" altLang="ja-JP" sz="1400" dirty="0">
                <a:solidFill>
                  <a:srgbClr val="5B6472"/>
                </a:solidFill>
                <a:latin typeface="Yu Gothic" pitchFamily="34" charset="0"/>
                <a:ea typeface="Yu Gothic" pitchFamily="34" charset="-122"/>
                <a:cs typeface="Yu Gothic" pitchFamily="34" charset="-120"/>
              </a:rPr>
              <a:t>、</a:t>
            </a:r>
            <a:r>
              <a:rPr lang="ja-JP" altLang="en-US" sz="1400">
                <a:solidFill>
                  <a:srgbClr val="5B6472"/>
                </a:solidFill>
                <a:latin typeface="Yu Gothic" pitchFamily="34" charset="0"/>
                <a:ea typeface="Yu Gothic" pitchFamily="34" charset="-122"/>
                <a:cs typeface="Yu Gothic" pitchFamily="34" charset="-120"/>
              </a:rPr>
              <a:t>第</a:t>
            </a:r>
            <a:r>
              <a:rPr lang="en-US" altLang="ja-JP" sz="1400" dirty="0">
                <a:solidFill>
                  <a:srgbClr val="5B6472"/>
                </a:solidFill>
                <a:latin typeface="Yu Gothic" pitchFamily="34" charset="0"/>
                <a:ea typeface="Yu Gothic" pitchFamily="34" charset="-122"/>
                <a:cs typeface="Yu Gothic" pitchFamily="34" charset="-120"/>
              </a:rPr>
              <a:t>5</a:t>
            </a:r>
            <a:r>
              <a:rPr lang="ja-JP" altLang="en-US" sz="1400">
                <a:solidFill>
                  <a:srgbClr val="5B6472"/>
                </a:solidFill>
                <a:latin typeface="Yu Gothic" pitchFamily="34" charset="0"/>
                <a:ea typeface="Yu Gothic" pitchFamily="34" charset="-122"/>
                <a:cs typeface="Yu Gothic" pitchFamily="34" charset="-120"/>
              </a:rPr>
              <a:t>回から</a:t>
            </a:r>
            <a:r>
              <a:rPr lang="en-US" altLang="ja-JP" sz="1400" dirty="0">
                <a:solidFill>
                  <a:srgbClr val="5B6472"/>
                </a:solidFill>
                <a:latin typeface="Yu Gothic" pitchFamily="34" charset="0"/>
                <a:ea typeface="Yu Gothic" pitchFamily="34" charset="-122"/>
                <a:cs typeface="Yu Gothic" pitchFamily="34" charset="-120"/>
              </a:rPr>
              <a:t>7</a:t>
            </a:r>
            <a:r>
              <a:rPr lang="ja-JP" altLang="en-US" sz="1400">
                <a:solidFill>
                  <a:srgbClr val="5B6472"/>
                </a:solidFill>
                <a:latin typeface="Yu Gothic" pitchFamily="34" charset="0"/>
                <a:ea typeface="Yu Gothic" pitchFamily="34" charset="-122"/>
                <a:cs typeface="Yu Gothic" pitchFamily="34" charset="-120"/>
              </a:rPr>
              <a:t>回にかけて構築した</a:t>
            </a:r>
            <a:r>
              <a:rPr lang="en-US" altLang="ja-JP" sz="1400" dirty="0">
                <a:solidFill>
                  <a:srgbClr val="5B6472"/>
                </a:solidFill>
                <a:latin typeface="Yu Gothic" pitchFamily="34" charset="0"/>
                <a:ea typeface="Yu Gothic" pitchFamily="34" charset="-122"/>
                <a:cs typeface="Yu Gothic" pitchFamily="34" charset="-120"/>
              </a:rPr>
              <a:t> Todo Web </a:t>
            </a:r>
            <a:r>
              <a:rPr lang="ja-JP" altLang="en-US" sz="1400">
                <a:solidFill>
                  <a:srgbClr val="5B6472"/>
                </a:solidFill>
                <a:latin typeface="Yu Gothic" pitchFamily="34" charset="0"/>
                <a:ea typeface="Yu Gothic" pitchFamily="34" charset="-122"/>
                <a:cs typeface="Yu Gothic" pitchFamily="34" charset="-120"/>
              </a:rPr>
              <a:t>アプリケーションに組み込むための</a:t>
            </a:r>
            <a:r>
              <a:rPr lang="en-US" altLang="ja-JP" sz="1400" dirty="0">
                <a:solidFill>
                  <a:srgbClr val="5B6472"/>
                </a:solidFill>
                <a:latin typeface="Yu Gothic" pitchFamily="34" charset="0"/>
                <a:ea typeface="Yu Gothic" pitchFamily="34" charset="-122"/>
                <a:cs typeface="Yu Gothic" pitchFamily="34" charset="-120"/>
              </a:rPr>
              <a:t> AI </a:t>
            </a:r>
            <a:r>
              <a:rPr lang="ja-JP" altLang="en-US" sz="1400">
                <a:solidFill>
                  <a:srgbClr val="5B6472"/>
                </a:solidFill>
                <a:latin typeface="Yu Gothic" pitchFamily="34" charset="0"/>
                <a:ea typeface="Yu Gothic" pitchFamily="34" charset="-122"/>
                <a:cs typeface="Yu Gothic" pitchFamily="34" charset="-120"/>
              </a:rPr>
              <a:t>エージェントを</a:t>
            </a:r>
            <a:r>
              <a:rPr lang="en-US" altLang="ja-JP" sz="1400" dirty="0">
                <a:solidFill>
                  <a:srgbClr val="5B6472"/>
                </a:solidFill>
                <a:latin typeface="Yu Gothic" pitchFamily="34" charset="0"/>
                <a:ea typeface="Yu Gothic" pitchFamily="34" charset="-122"/>
                <a:cs typeface="Yu Gothic" pitchFamily="34" charset="-120"/>
              </a:rPr>
              <a:t> Microsoft Foundry </a:t>
            </a:r>
            <a:r>
              <a:rPr lang="ja-JP" altLang="en-US" sz="1400">
                <a:solidFill>
                  <a:srgbClr val="5B6472"/>
                </a:solidFill>
                <a:latin typeface="Yu Gothic" pitchFamily="34" charset="0"/>
                <a:ea typeface="Yu Gothic" pitchFamily="34" charset="-122"/>
                <a:cs typeface="Yu Gothic" pitchFamily="34" charset="-120"/>
              </a:rPr>
              <a:t>で構築します</a:t>
            </a:r>
            <a:endParaRPr lang="en-US" altLang="ja-JP" sz="1400" dirty="0"/>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altLang="ja-JP" sz="765" b="1" dirty="0">
                <a:solidFill>
                  <a:srgbClr val="FFFFFF"/>
                </a:solidFill>
                <a:latin typeface="Yu Gothic UI"/>
                <a:ea typeface="Yu Gothic UI"/>
                <a:cs typeface="Yu Gothic UI"/>
              </a:rPr>
              <a:t>12</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err="1">
                <a:solidFill>
                  <a:srgbClr val="FFFFFF"/>
                </a:solidFill>
                <a:latin typeface="Yu Gothic UI"/>
                <a:ea typeface="Yu Gothic UI"/>
                <a:cs typeface="Yu Gothic UI"/>
              </a:rPr>
              <a:t>座学</a:t>
            </a:r>
            <a:r>
              <a:rPr lang="en-US" sz="765" b="1" dirty="0">
                <a:solidFill>
                  <a:srgbClr val="FFFFFF"/>
                </a:solidFill>
                <a:latin typeface="Yu Gothic UI"/>
                <a:ea typeface="Yu Gothic UI"/>
                <a:cs typeface="Yu Gothic UI"/>
              </a:rPr>
              <a:t> + </a:t>
            </a:r>
            <a:r>
              <a:rPr lang="en-US" sz="765" b="1" dirty="0" err="1">
                <a:solidFill>
                  <a:srgbClr val="FFFFFF"/>
                </a:solidFill>
                <a:latin typeface="Yu Gothic UI"/>
                <a:ea typeface="Yu Gothic UI"/>
                <a:cs typeface="Yu Gothic UI"/>
              </a:rPr>
              <a:t>ハンズオン</a:t>
            </a:r>
            <a:endParaRPr sz="765" b="1" dirty="0">
              <a:solidFill>
                <a:srgbClr val="FFFFFF"/>
              </a:solidFill>
              <a:latin typeface="Yu Gothic UI"/>
              <a:ea typeface="Yu Gothic UI"/>
              <a:cs typeface="Yu Gothic UI"/>
            </a:endParaRP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lang="en-US" sz="765" b="1" dirty="0">
                <a:solidFill>
                  <a:srgbClr val="FFFFFF"/>
                </a:solidFill>
                <a:latin typeface="Yu Gothic UI"/>
                <a:ea typeface="Yu Gothic UI"/>
                <a:cs typeface="Yu Gothic UI"/>
              </a:rPr>
              <a:t>300分 (</a:t>
            </a:r>
            <a:r>
              <a:rPr lang="en-US" sz="765" b="1" dirty="0" err="1">
                <a:solidFill>
                  <a:srgbClr val="FFFFFF"/>
                </a:solidFill>
                <a:latin typeface="Yu Gothic UI"/>
                <a:ea typeface="Yu Gothic UI"/>
                <a:cs typeface="Yu Gothic UI"/>
              </a:rPr>
              <a:t>休憩含む</a:t>
            </a:r>
            <a:r>
              <a:rPr lang="en-US" sz="765" b="1" dirty="0">
                <a:solidFill>
                  <a:srgbClr val="FFFFFF"/>
                </a:solidFill>
                <a:latin typeface="Yu Gothic UI"/>
                <a:ea typeface="Yu Gothic UI"/>
                <a:cs typeface="Yu Gothic UI"/>
              </a:rPr>
              <a:t>)</a:t>
            </a:r>
            <a:endParaRPr sz="765" b="1" dirty="0">
              <a:solidFill>
                <a:srgbClr val="FFFFFF"/>
              </a:solidFill>
              <a:latin typeface="Yu Gothic UI"/>
              <a:ea typeface="Yu Gothic UI"/>
              <a:cs typeface="Yu Gothic UI"/>
            </a:endParaRP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r>
              <a:rPr lang="en-US" altLang="ja-JP" sz="800" b="1" dirty="0">
                <a:solidFill>
                  <a:srgbClr val="FFFFFF"/>
                </a:solidFill>
                <a:latin typeface="Yu Gothic" pitchFamily="34" charset="0"/>
                <a:ea typeface="Yu Gothic" pitchFamily="34" charset="-122"/>
                <a:cs typeface="Yu Gothic" pitchFamily="34" charset="-120"/>
              </a:rPr>
              <a:t>2026年9月1</a:t>
            </a:r>
            <a:r>
              <a:rPr lang="ja-JP" altLang="en-US" sz="800" b="1">
                <a:solidFill>
                  <a:srgbClr val="FFFFFF"/>
                </a:solidFill>
                <a:latin typeface="Yu Gothic" pitchFamily="34" charset="0"/>
                <a:ea typeface="Yu Gothic" pitchFamily="34" charset="-122"/>
                <a:cs typeface="Yu Gothic" pitchFamily="34" charset="-120"/>
              </a:rPr>
              <a:t>７</a:t>
            </a:r>
            <a:r>
              <a:rPr lang="en-US" altLang="ja-JP" sz="800" b="1" dirty="0" err="1">
                <a:solidFill>
                  <a:srgbClr val="FFFFFF"/>
                </a:solidFill>
                <a:latin typeface="Yu Gothic" pitchFamily="34" charset="0"/>
                <a:ea typeface="Yu Gothic" pitchFamily="34" charset="-122"/>
                <a:cs typeface="Yu Gothic" pitchFamily="34" charset="-120"/>
              </a:rPr>
              <a:t>日</a:t>
            </a:r>
            <a:endParaRPr lang="en-US" altLang="ja-JP" sz="800" dirty="0"/>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B82B-3769-4F08-F752-C53C260699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E484A-AE77-E3F2-306D-943F87A95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アジェンダ</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FE21A59-58EA-A527-EEA9-DF81F838E9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ACD652-3F1F-129B-9B67-2671CA41F4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テキスト プレースホルダー 5">
            <a:extLst>
              <a:ext uri="{FF2B5EF4-FFF2-40B4-BE49-F238E27FC236}">
                <a16:creationId xmlns:a16="http://schemas.microsoft.com/office/drawing/2014/main" id="{3CD4F1C1-B153-1649-DE13-A602B7064ABE}"/>
              </a:ext>
            </a:extLst>
          </p:cNvPr>
          <p:cNvSpPr txBox="1">
            <a:spLocks/>
          </p:cNvSpPr>
          <p:nvPr/>
        </p:nvSpPr>
        <p:spPr>
          <a:xfrm>
            <a:off x="678655" y="1677751"/>
            <a:ext cx="10820399" cy="1751249"/>
          </a:xfrm>
          <a:prstGeom prst="rect">
            <a:avLst/>
          </a:prstGeom>
        </p:spPr>
        <p:txBody>
          <a:bodyPr vert="horz" lIns="91440" tIns="45720" rIns="91440" bIns="45720" anchor="t" anchorCtr="0"/>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Microsoft Foundry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とは</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Todo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アプリと</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AI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エージェントの関係</a:t>
            </a:r>
            <a:endParaRPr lang="en-US" altLang="ja-JP" sz="24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ハンズオン</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AI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エージェント構築</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590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コンテンツ プレースホルダー 5">
            <a:extLst>
              <a:ext uri="{FF2B5EF4-FFF2-40B4-BE49-F238E27FC236}">
                <a16:creationId xmlns:a16="http://schemas.microsoft.com/office/drawing/2014/main" id="{BA5730E2-5407-A714-1228-8D8DE092CA2A}"/>
              </a:ext>
            </a:extLst>
          </p:cNvPr>
          <p:cNvSpPr txBox="1">
            <a:spLocks/>
          </p:cNvSpPr>
          <p:nvPr/>
        </p:nvSpPr>
        <p:spPr>
          <a:xfrm>
            <a:off x="685800" y="1328738"/>
            <a:ext cx="11101414" cy="1046440"/>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r>
              <a:rPr lang="en-US" altLang="ja-JP" sz="2000" kern="0" dirty="0"/>
              <a:t>Microsoft Foundry </a:t>
            </a:r>
            <a:r>
              <a:rPr lang="ja-JP" altLang="en-US" sz="2000" kern="0"/>
              <a:t>の</a:t>
            </a:r>
            <a:r>
              <a:rPr lang="en-US" altLang="ja-JP" sz="2000" kern="0" dirty="0"/>
              <a:t> AI </a:t>
            </a:r>
            <a:r>
              <a:rPr lang="ja-JP" altLang="en-US" sz="2000" kern="0"/>
              <a:t>エージェントの仕組みを理解する</a:t>
            </a:r>
            <a:endParaRPr lang="en-US" altLang="ja-JP" sz="2000" kern="0" dirty="0"/>
          </a:p>
          <a:p>
            <a:r>
              <a:rPr lang="en-US" altLang="ja-JP" sz="2000" kern="0" dirty="0"/>
              <a:t>Todo </a:t>
            </a:r>
            <a:r>
              <a:rPr lang="ja-JP" altLang="en-US" sz="2000" kern="0"/>
              <a:t>アプリと今回作成する</a:t>
            </a:r>
            <a:r>
              <a:rPr lang="en-US" altLang="ja-JP" sz="2000" kern="0" dirty="0"/>
              <a:t> AI </a:t>
            </a:r>
            <a:r>
              <a:rPr lang="ja-JP" altLang="en-US" sz="2000" kern="0"/>
              <a:t>エージェントの関係を理解する</a:t>
            </a:r>
            <a:endParaRPr lang="en-US" altLang="ja-JP" sz="2000" kern="0" dirty="0"/>
          </a:p>
          <a:p>
            <a:r>
              <a:rPr lang="en-US" altLang="ja-JP" sz="2000" kern="0" dirty="0"/>
              <a:t>AI </a:t>
            </a:r>
            <a:r>
              <a:rPr lang="ja-JP" altLang="en-US" sz="2000" kern="0"/>
              <a:t>エージェントを作成してみて、体験する</a:t>
            </a:r>
            <a:endParaRPr lang="en-US" altLang="ja-JP" sz="2000" kern="0" dirty="0"/>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281B-7F6F-E161-B022-DC70AFDFD2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A7741D-B468-C39F-5D47-87E5E790D0B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3</a:t>
            </a:r>
          </a:p>
          <a:p>
            <a:pPr marL="0" indent="0">
              <a:buNone/>
            </a:pP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ハンズオン</a:t>
            </a: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 AI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エージェント構築</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0" indent="0">
              <a:buNone/>
            </a:pP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26534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860C7-5B12-D915-9CEB-86819A25AA2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BBB612C-C2A1-7CC6-2C50-DCFD8A20875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チャットでのテスト</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A10C97F9-EC84-0C24-386B-F7E71B0ECCD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9053147-6521-A257-4EBE-EE73825DB7E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1201397-3B10-73E8-3AE5-BF521CAB8FC3}"/>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Foundry Portal </a:t>
            </a:r>
            <a:r>
              <a:rPr kumimoji="1" lang="ja-JP" altLang="en-US" sz="2000"/>
              <a:t>を開き、エージェントの各種設定を行う</a:t>
            </a:r>
            <a:endParaRPr kumimoji="1" lang="en-US" altLang="ja-JP" sz="2000" dirty="0"/>
          </a:p>
        </p:txBody>
      </p:sp>
      <p:sp>
        <p:nvSpPr>
          <p:cNvPr id="23" name="正方形/長方形 22">
            <a:extLst>
              <a:ext uri="{FF2B5EF4-FFF2-40B4-BE49-F238E27FC236}">
                <a16:creationId xmlns:a16="http://schemas.microsoft.com/office/drawing/2014/main" id="{922472F3-8139-0192-F042-C2F5CF84FC90}"/>
              </a:ext>
            </a:extLst>
          </p:cNvPr>
          <p:cNvSpPr/>
          <p:nvPr/>
        </p:nvSpPr>
        <p:spPr>
          <a:xfrm>
            <a:off x="7925513" y="6492582"/>
            <a:ext cx="691462" cy="221599"/>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95FEAC8B-3217-DFEE-B464-D950F1C9B9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1147"/>
            <a:ext cx="5183368" cy="3239605"/>
          </a:xfrm>
          <a:prstGeom prst="rect">
            <a:avLst/>
          </a:prstGeom>
        </p:spPr>
      </p:pic>
      <p:sp>
        <p:nvSpPr>
          <p:cNvPr id="15" name="正方形/長方形 14">
            <a:extLst>
              <a:ext uri="{FF2B5EF4-FFF2-40B4-BE49-F238E27FC236}">
                <a16:creationId xmlns:a16="http://schemas.microsoft.com/office/drawing/2014/main" id="{3954A226-53F5-2D17-D23E-50BA4BA3647C}"/>
              </a:ext>
            </a:extLst>
          </p:cNvPr>
          <p:cNvSpPr/>
          <p:nvPr/>
        </p:nvSpPr>
        <p:spPr>
          <a:xfrm>
            <a:off x="3277483" y="4684379"/>
            <a:ext cx="2556549" cy="389645"/>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301093CC-10B2-5423-6BBF-8E1EC55A458C}"/>
              </a:ext>
            </a:extLst>
          </p:cNvPr>
          <p:cNvSpPr txBox="1"/>
          <p:nvPr/>
        </p:nvSpPr>
        <p:spPr>
          <a:xfrm>
            <a:off x="3229926" y="5180752"/>
            <a:ext cx="2480592" cy="664797"/>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List all databases in my Cosmos DB account.</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というプロンプトを送ってみる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0" name="正方形/長方形 9">
            <a:extLst>
              <a:ext uri="{FF2B5EF4-FFF2-40B4-BE49-F238E27FC236}">
                <a16:creationId xmlns:a16="http://schemas.microsoft.com/office/drawing/2014/main" id="{D0A87CEB-7170-A521-0974-D60F81C95560}"/>
              </a:ext>
            </a:extLst>
          </p:cNvPr>
          <p:cNvSpPr/>
          <p:nvPr/>
        </p:nvSpPr>
        <p:spPr>
          <a:xfrm>
            <a:off x="3277483" y="2674931"/>
            <a:ext cx="2556549" cy="1282739"/>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C39CB5E-C744-C44F-E4A3-29748AB380A7}"/>
              </a:ext>
            </a:extLst>
          </p:cNvPr>
          <p:cNvSpPr txBox="1"/>
          <p:nvPr/>
        </p:nvSpPr>
        <p:spPr>
          <a:xfrm>
            <a:off x="3406228" y="3993056"/>
            <a:ext cx="2830577" cy="664797"/>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適宜</a:t>
            </a:r>
            <a:r>
              <a:rPr kumimoji="0" lang="en-US" altLang="ja-JP" sz="16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 Tool </a:t>
            </a: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実行の承認を求められるので承認していくと</a:t>
            </a:r>
            <a:r>
              <a:rPr kumimoji="0" lang="en-US" altLang="ja-JP" sz="16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 </a:t>
            </a:r>
            <a:r>
              <a:rPr kumimoji="0" lang="en-US" altLang="ja-JP" sz="1600" b="0" i="0" u="none" strike="noStrike" kern="1200" cap="none" spc="0" normalizeH="0" baseline="0" noProof="0" dirty="0" err="1">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todo</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err="1">
                <a:solidFill>
                  <a:srgbClr val="FF0000"/>
                </a:solidFill>
                <a:latin typeface="Yu Gothic UI" panose="020B0500000000000000" pitchFamily="34" charset="-128"/>
                <a:ea typeface="Yu Gothic UI" panose="020B0500000000000000" pitchFamily="34" charset="-128"/>
                <a:cs typeface="Segoe UI" panose="020B0502040204020203" pitchFamily="34" charset="0"/>
              </a:rPr>
              <a:t>db</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が存在することが返される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3" name="図 12">
            <a:extLst>
              <a:ext uri="{FF2B5EF4-FFF2-40B4-BE49-F238E27FC236}">
                <a16:creationId xmlns:a16="http://schemas.microsoft.com/office/drawing/2014/main" id="{85B73454-E276-B5B8-3B13-C45F890E4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2834" y="1941147"/>
            <a:ext cx="5012604" cy="3132877"/>
          </a:xfrm>
          <a:prstGeom prst="rect">
            <a:avLst/>
          </a:prstGeom>
        </p:spPr>
      </p:pic>
      <p:sp>
        <p:nvSpPr>
          <p:cNvPr id="24" name="正方形/長方形 23">
            <a:extLst>
              <a:ext uri="{FF2B5EF4-FFF2-40B4-BE49-F238E27FC236}">
                <a16:creationId xmlns:a16="http://schemas.microsoft.com/office/drawing/2014/main" id="{099169D4-2059-7D77-A301-2794320AA1DD}"/>
              </a:ext>
            </a:extLst>
          </p:cNvPr>
          <p:cNvSpPr/>
          <p:nvPr/>
        </p:nvSpPr>
        <p:spPr>
          <a:xfrm>
            <a:off x="8864918" y="4656620"/>
            <a:ext cx="2556549" cy="389645"/>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61C0274B-557E-C66B-B624-BCCC7B8DD216}"/>
              </a:ext>
            </a:extLst>
          </p:cNvPr>
          <p:cNvSpPr txBox="1"/>
          <p:nvPr/>
        </p:nvSpPr>
        <p:spPr>
          <a:xfrm>
            <a:off x="8854846" y="5074024"/>
            <a:ext cx="2480592" cy="664797"/>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List containers in database </a:t>
            </a:r>
            <a:r>
              <a:rPr lang="en" altLang="ja-JP" sz="1600" dirty="0" err="1">
                <a:solidFill>
                  <a:srgbClr val="FF0000"/>
                </a:solidFill>
                <a:latin typeface="Yu Gothic UI" panose="020B0500000000000000" pitchFamily="34" charset="-128"/>
                <a:ea typeface="Yu Gothic UI" panose="020B0500000000000000" pitchFamily="34" charset="-128"/>
                <a:cs typeface="Segoe UI" panose="020B0502040204020203" pitchFamily="34" charset="0"/>
              </a:rPr>
              <a:t>todo</a:t>
            </a:r>
            <a:r>
              <a:rPr lang="en"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-db.</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というプロンプトを送ってみる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7" name="正方形/長方形 26">
            <a:extLst>
              <a:ext uri="{FF2B5EF4-FFF2-40B4-BE49-F238E27FC236}">
                <a16:creationId xmlns:a16="http://schemas.microsoft.com/office/drawing/2014/main" id="{6D790D28-5AD2-D596-40E1-834E2C6D7E74}"/>
              </a:ext>
            </a:extLst>
          </p:cNvPr>
          <p:cNvSpPr/>
          <p:nvPr/>
        </p:nvSpPr>
        <p:spPr>
          <a:xfrm>
            <a:off x="8864918" y="2674931"/>
            <a:ext cx="2556549" cy="1870175"/>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A5636D24-859E-7DD8-5E45-16C97E9DBBE0}"/>
              </a:ext>
            </a:extLst>
          </p:cNvPr>
          <p:cNvSpPr txBox="1"/>
          <p:nvPr/>
        </p:nvSpPr>
        <p:spPr>
          <a:xfrm>
            <a:off x="8864918" y="2119349"/>
            <a:ext cx="2830577" cy="443198"/>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Cosmos DB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内のコンテナが表示される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1656385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0680F-1B40-4890-E385-B09FA526F72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A15F172-2D22-C570-47F9-3D6B8C9B49F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チャットでのテスト</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624C05FA-75E2-71FF-800D-53DE9EB7761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284DE9E-CE90-FC3E-CA15-09A5D32522F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7BBAE6F2-29ED-751D-050D-DEBDCBED513A}"/>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Foundry Portal </a:t>
            </a:r>
            <a:r>
              <a:rPr kumimoji="1" lang="ja-JP" altLang="en-US" sz="2000"/>
              <a:t>を開き、エージェントの各種設定を行う</a:t>
            </a:r>
            <a:endParaRPr kumimoji="1" lang="en-US" altLang="ja-JP" sz="2000" dirty="0"/>
          </a:p>
        </p:txBody>
      </p:sp>
      <p:pic>
        <p:nvPicPr>
          <p:cNvPr id="6" name="図 5">
            <a:extLst>
              <a:ext uri="{FF2B5EF4-FFF2-40B4-BE49-F238E27FC236}">
                <a16:creationId xmlns:a16="http://schemas.microsoft.com/office/drawing/2014/main" id="{FBD469DE-7546-7763-3271-6AA556334F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1147"/>
            <a:ext cx="5184725" cy="3240453"/>
          </a:xfrm>
          <a:prstGeom prst="rect">
            <a:avLst/>
          </a:prstGeom>
        </p:spPr>
      </p:pic>
      <p:sp>
        <p:nvSpPr>
          <p:cNvPr id="24" name="正方形/長方形 23">
            <a:extLst>
              <a:ext uri="{FF2B5EF4-FFF2-40B4-BE49-F238E27FC236}">
                <a16:creationId xmlns:a16="http://schemas.microsoft.com/office/drawing/2014/main" id="{983F54EF-FA3E-ACD9-DA28-B1C84704BAC2}"/>
              </a:ext>
            </a:extLst>
          </p:cNvPr>
          <p:cNvSpPr/>
          <p:nvPr/>
        </p:nvSpPr>
        <p:spPr>
          <a:xfrm>
            <a:off x="3312618" y="4668918"/>
            <a:ext cx="2556549" cy="389645"/>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8CC9EE08-11D9-2C9E-427E-72AA8F99B7D9}"/>
              </a:ext>
            </a:extLst>
          </p:cNvPr>
          <p:cNvSpPr txBox="1"/>
          <p:nvPr/>
        </p:nvSpPr>
        <p:spPr>
          <a:xfrm>
            <a:off x="3302546" y="5086322"/>
            <a:ext cx="2480592" cy="664797"/>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What should I prioritize today?</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というプロンプトを送ってみる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7" name="正方形/長方形 26">
            <a:extLst>
              <a:ext uri="{FF2B5EF4-FFF2-40B4-BE49-F238E27FC236}">
                <a16:creationId xmlns:a16="http://schemas.microsoft.com/office/drawing/2014/main" id="{58A0A715-657E-358E-968E-6D27BB4A99C0}"/>
              </a:ext>
            </a:extLst>
          </p:cNvPr>
          <p:cNvSpPr/>
          <p:nvPr/>
        </p:nvSpPr>
        <p:spPr>
          <a:xfrm>
            <a:off x="3312618" y="2687229"/>
            <a:ext cx="2556549" cy="1870175"/>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8780B615-2AB1-0856-21CF-57FE75D5A9C7}"/>
              </a:ext>
            </a:extLst>
          </p:cNvPr>
          <p:cNvSpPr txBox="1"/>
          <p:nvPr/>
        </p:nvSpPr>
        <p:spPr>
          <a:xfrm>
            <a:off x="2460891" y="1700218"/>
            <a:ext cx="3688817" cy="886397"/>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en-US" altLang="ja-JP" sz="1600" dirty="0" err="1">
                <a:solidFill>
                  <a:srgbClr val="FF0000"/>
                </a:solidFill>
                <a:latin typeface="Yu Gothic UI" panose="020B0500000000000000" pitchFamily="34" charset="-128"/>
                <a:ea typeface="Yu Gothic UI" panose="020B0500000000000000" pitchFamily="34" charset="-128"/>
                <a:cs typeface="Segoe UI" panose="020B0502040204020203" pitchFamily="34" charset="0"/>
              </a:rPr>
              <a:t>owner_id</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を聞かれるので</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Entra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の画面で自身のアカウントを検索し、</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Object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を入力する。すると優先するべきタスクが列挙される。</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Object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の調べ方は次頁以降を参照</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8" name="図 7">
            <a:extLst>
              <a:ext uri="{FF2B5EF4-FFF2-40B4-BE49-F238E27FC236}">
                <a16:creationId xmlns:a16="http://schemas.microsoft.com/office/drawing/2014/main" id="{1C694F9B-C5BB-8C3A-FCB8-298F05365C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1477" y="1941147"/>
            <a:ext cx="5184725" cy="3240453"/>
          </a:xfrm>
          <a:prstGeom prst="rect">
            <a:avLst/>
          </a:prstGeom>
        </p:spPr>
      </p:pic>
      <p:sp>
        <p:nvSpPr>
          <p:cNvPr id="12" name="正方形/長方形 11">
            <a:extLst>
              <a:ext uri="{FF2B5EF4-FFF2-40B4-BE49-F238E27FC236}">
                <a16:creationId xmlns:a16="http://schemas.microsoft.com/office/drawing/2014/main" id="{653A562C-955F-E91E-B183-D4250B7BE6E8}"/>
              </a:ext>
            </a:extLst>
          </p:cNvPr>
          <p:cNvSpPr/>
          <p:nvPr/>
        </p:nvSpPr>
        <p:spPr>
          <a:xfrm>
            <a:off x="10641106" y="2143417"/>
            <a:ext cx="276468" cy="25068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7021C46-327D-343B-0C5A-5154FFB9065B}"/>
              </a:ext>
            </a:extLst>
          </p:cNvPr>
          <p:cNvSpPr txBox="1"/>
          <p:nvPr/>
        </p:nvSpPr>
        <p:spPr>
          <a:xfrm>
            <a:off x="10292451" y="1820683"/>
            <a:ext cx="973777" cy="221599"/>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保存する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23782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50793-A8CB-B7F0-ACD2-D9AABB5DDE5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E103FA5-64F5-99E7-8BB8-4DE32023AF3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latin typeface="Yu Gothic UI" panose="020B0500000000000000" pitchFamily="34" charset="-128"/>
                <a:ea typeface="Yu Gothic UI" panose="020B0500000000000000" pitchFamily="34" charset="-128"/>
              </a:rPr>
              <a:t>(</a:t>
            </a:r>
            <a:r>
              <a:rPr lang="ja-JP" altLang="en-US" sz="2000" b="1">
                <a:latin typeface="Yu Gothic UI" panose="020B0500000000000000" pitchFamily="34" charset="-128"/>
                <a:ea typeface="Yu Gothic UI" panose="020B0500000000000000" pitchFamily="34" charset="-128"/>
              </a:rPr>
              <a:t>参考</a:t>
            </a:r>
            <a:r>
              <a:rPr lang="en-US" altLang="ja-JP" sz="2000" b="1" dirty="0">
                <a:latin typeface="Yu Gothic UI" panose="020B0500000000000000" pitchFamily="34" charset="-128"/>
                <a:ea typeface="Yu Gothic UI" panose="020B0500000000000000" pitchFamily="34" charset="-128"/>
              </a:rPr>
              <a:t>) Entra ID </a:t>
            </a:r>
            <a:r>
              <a:rPr lang="ja-JP" altLang="en-US" sz="2000" b="1">
                <a:latin typeface="Yu Gothic UI" panose="020B0500000000000000" pitchFamily="34" charset="-128"/>
                <a:ea typeface="Yu Gothic UI" panose="020B0500000000000000" pitchFamily="34" charset="-128"/>
              </a:rPr>
              <a:t>での自身のユーザープリンシパルの</a:t>
            </a:r>
            <a:r>
              <a:rPr lang="en-US" altLang="ja-JP" sz="2000" b="1" dirty="0">
                <a:latin typeface="Yu Gothic UI" panose="020B0500000000000000" pitchFamily="34" charset="-128"/>
                <a:ea typeface="Yu Gothic UI" panose="020B0500000000000000" pitchFamily="34" charset="-128"/>
              </a:rPr>
              <a:t> Object ID </a:t>
            </a:r>
            <a:r>
              <a:rPr lang="ja-JP" altLang="en-US" sz="2000" b="1">
                <a:latin typeface="Yu Gothic UI" panose="020B0500000000000000" pitchFamily="34" charset="-128"/>
                <a:ea typeface="Yu Gothic UI" panose="020B0500000000000000" pitchFamily="34" charset="-128"/>
              </a:rPr>
              <a:t>の確認</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E08D0DFE-1EC5-59AD-FBE5-57787C0D1C2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67D67A4-7F6A-E0E1-9517-BF2B0623C99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5E6E3D91-47E8-8D0D-6522-A58AA183FFCE}"/>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Azure Portal </a:t>
            </a:r>
            <a:r>
              <a:rPr kumimoji="1" lang="ja-JP" altLang="en-US" sz="2000"/>
              <a:t>から</a:t>
            </a:r>
            <a:r>
              <a:rPr kumimoji="1" lang="en-US" altLang="ja-JP" sz="2000" dirty="0"/>
              <a:t> Entra ID </a:t>
            </a:r>
            <a:r>
              <a:rPr kumimoji="1" lang="ja-JP" altLang="en-US" sz="2000"/>
              <a:t>の画面に遷移し、自身のユーザープリンシパルの</a:t>
            </a:r>
            <a:r>
              <a:rPr kumimoji="1" lang="en-US" altLang="ja-JP" sz="2000" dirty="0"/>
              <a:t> Object ID </a:t>
            </a:r>
            <a:r>
              <a:rPr kumimoji="1" lang="ja-JP" altLang="en-US" sz="2000"/>
              <a:t>を確認できる</a:t>
            </a:r>
            <a:endParaRPr kumimoji="1" lang="en-US" altLang="ja-JP" sz="2000" dirty="0"/>
          </a:p>
        </p:txBody>
      </p:sp>
      <p:pic>
        <p:nvPicPr>
          <p:cNvPr id="5" name="図 4">
            <a:extLst>
              <a:ext uri="{FF2B5EF4-FFF2-40B4-BE49-F238E27FC236}">
                <a16:creationId xmlns:a16="http://schemas.microsoft.com/office/drawing/2014/main" id="{7C62E684-2BFD-045D-8633-4485D6D958A4}"/>
              </a:ext>
            </a:extLst>
          </p:cNvPr>
          <p:cNvPicPr>
            <a:picLocks noChangeAspect="1"/>
          </p:cNvPicPr>
          <p:nvPr/>
        </p:nvPicPr>
        <p:blipFill>
          <a:blip r:embed="rId3"/>
          <a:stretch>
            <a:fillRect/>
          </a:stretch>
        </p:blipFill>
        <p:spPr>
          <a:xfrm>
            <a:off x="685800" y="2439424"/>
            <a:ext cx="5166437" cy="3229023"/>
          </a:xfrm>
          <a:prstGeom prst="rect">
            <a:avLst/>
          </a:prstGeom>
        </p:spPr>
      </p:pic>
      <p:sp>
        <p:nvSpPr>
          <p:cNvPr id="7" name="正方形/長方形 6">
            <a:extLst>
              <a:ext uri="{FF2B5EF4-FFF2-40B4-BE49-F238E27FC236}">
                <a16:creationId xmlns:a16="http://schemas.microsoft.com/office/drawing/2014/main" id="{25A353AC-71D4-8E49-D096-759AECCF5448}"/>
              </a:ext>
            </a:extLst>
          </p:cNvPr>
          <p:cNvSpPr/>
          <p:nvPr/>
        </p:nvSpPr>
        <p:spPr>
          <a:xfrm>
            <a:off x="2301240" y="2439424"/>
            <a:ext cx="1607820" cy="1551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B2DAC483-784C-A719-8136-2CB38DF1336B}"/>
              </a:ext>
            </a:extLst>
          </p:cNvPr>
          <p:cNvSpPr txBox="1"/>
          <p:nvPr/>
        </p:nvSpPr>
        <p:spPr>
          <a:xfrm>
            <a:off x="1405890" y="2131647"/>
            <a:ext cx="2503170"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Entra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で検索</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1" name="正方形/長方形 10">
            <a:extLst>
              <a:ext uri="{FF2B5EF4-FFF2-40B4-BE49-F238E27FC236}">
                <a16:creationId xmlns:a16="http://schemas.microsoft.com/office/drawing/2014/main" id="{957C8C2C-DCD8-2122-98F3-4710E2EFEC3D}"/>
              </a:ext>
            </a:extLst>
          </p:cNvPr>
          <p:cNvSpPr/>
          <p:nvPr/>
        </p:nvSpPr>
        <p:spPr>
          <a:xfrm>
            <a:off x="2301240" y="3047690"/>
            <a:ext cx="1607820" cy="1551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D79797C-B019-0711-8061-93A7052211C8}"/>
              </a:ext>
            </a:extLst>
          </p:cNvPr>
          <p:cNvSpPr txBox="1"/>
          <p:nvPr/>
        </p:nvSpPr>
        <p:spPr>
          <a:xfrm>
            <a:off x="3349067" y="3242214"/>
            <a:ext cx="1931593"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Entra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を選択</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5" name="図 14">
            <a:extLst>
              <a:ext uri="{FF2B5EF4-FFF2-40B4-BE49-F238E27FC236}">
                <a16:creationId xmlns:a16="http://schemas.microsoft.com/office/drawing/2014/main" id="{FCA2DDC6-A79F-B4B2-C593-666CD4534D62}"/>
              </a:ext>
            </a:extLst>
          </p:cNvPr>
          <p:cNvPicPr>
            <a:picLocks noChangeAspect="1"/>
          </p:cNvPicPr>
          <p:nvPr/>
        </p:nvPicPr>
        <p:blipFill>
          <a:blip r:embed="rId4"/>
          <a:stretch>
            <a:fillRect/>
          </a:stretch>
        </p:blipFill>
        <p:spPr>
          <a:xfrm>
            <a:off x="6339765" y="2439424"/>
            <a:ext cx="5234491" cy="3271557"/>
          </a:xfrm>
          <a:prstGeom prst="rect">
            <a:avLst/>
          </a:prstGeom>
        </p:spPr>
      </p:pic>
      <p:sp>
        <p:nvSpPr>
          <p:cNvPr id="16" name="正方形/長方形 15">
            <a:extLst>
              <a:ext uri="{FF2B5EF4-FFF2-40B4-BE49-F238E27FC236}">
                <a16:creationId xmlns:a16="http://schemas.microsoft.com/office/drawing/2014/main" id="{53193E26-134F-F070-E567-E4B81313D267}"/>
              </a:ext>
            </a:extLst>
          </p:cNvPr>
          <p:cNvSpPr/>
          <p:nvPr/>
        </p:nvSpPr>
        <p:spPr>
          <a:xfrm>
            <a:off x="6419324" y="3463813"/>
            <a:ext cx="740711" cy="16119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F12500F-E828-74FD-D88B-FFF7CF349FFD}"/>
              </a:ext>
            </a:extLst>
          </p:cNvPr>
          <p:cNvSpPr txBox="1"/>
          <p:nvPr/>
        </p:nvSpPr>
        <p:spPr>
          <a:xfrm>
            <a:off x="7359611" y="3574612"/>
            <a:ext cx="4015069"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ユーザーを選択</a:t>
            </a:r>
          </a:p>
        </p:txBody>
      </p:sp>
    </p:spTree>
    <p:extLst>
      <p:ext uri="{BB962C8B-B14F-4D97-AF65-F5344CB8AC3E}">
        <p14:creationId xmlns:p14="http://schemas.microsoft.com/office/powerpoint/2010/main" val="913403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E14F-C826-1DFE-8AC5-32C61F0CF720}"/>
            </a:ext>
          </a:extLst>
        </p:cNvPr>
        <p:cNvGrpSpPr/>
        <p:nvPr/>
      </p:nvGrpSpPr>
      <p:grpSpPr>
        <a:xfrm>
          <a:off x="0" y="0"/>
          <a:ext cx="0" cy="0"/>
          <a:chOff x="0" y="0"/>
          <a:chExt cx="0" cy="0"/>
        </a:xfrm>
      </p:grpSpPr>
      <p:pic>
        <p:nvPicPr>
          <p:cNvPr id="18" name="図 17">
            <a:extLst>
              <a:ext uri="{FF2B5EF4-FFF2-40B4-BE49-F238E27FC236}">
                <a16:creationId xmlns:a16="http://schemas.microsoft.com/office/drawing/2014/main" id="{1605E368-68B0-9017-CFCF-45101B721B1D}"/>
              </a:ext>
            </a:extLst>
          </p:cNvPr>
          <p:cNvPicPr>
            <a:picLocks noChangeAspect="1"/>
          </p:cNvPicPr>
          <p:nvPr/>
        </p:nvPicPr>
        <p:blipFill>
          <a:blip r:embed="rId3"/>
          <a:stretch>
            <a:fillRect/>
          </a:stretch>
        </p:blipFill>
        <p:spPr>
          <a:xfrm>
            <a:off x="685800" y="2439425"/>
            <a:ext cx="5166436" cy="3229022"/>
          </a:xfrm>
          <a:prstGeom prst="rect">
            <a:avLst/>
          </a:prstGeom>
        </p:spPr>
      </p:pic>
      <p:sp>
        <p:nvSpPr>
          <p:cNvPr id="9" name="正方形/長方形 8">
            <a:extLst>
              <a:ext uri="{FF2B5EF4-FFF2-40B4-BE49-F238E27FC236}">
                <a16:creationId xmlns:a16="http://schemas.microsoft.com/office/drawing/2014/main" id="{070AC528-39CD-2057-89F3-1FB983AEC37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latin typeface="Yu Gothic UI" panose="020B0500000000000000" pitchFamily="34" charset="-128"/>
                <a:ea typeface="Yu Gothic UI" panose="020B0500000000000000" pitchFamily="34" charset="-128"/>
              </a:rPr>
              <a:t>(</a:t>
            </a:r>
            <a:r>
              <a:rPr lang="ja-JP" altLang="en-US" sz="2000" b="1">
                <a:latin typeface="Yu Gothic UI" panose="020B0500000000000000" pitchFamily="34" charset="-128"/>
                <a:ea typeface="Yu Gothic UI" panose="020B0500000000000000" pitchFamily="34" charset="-128"/>
              </a:rPr>
              <a:t>参考</a:t>
            </a:r>
            <a:r>
              <a:rPr lang="en-US" altLang="ja-JP" sz="2000" b="1" dirty="0">
                <a:latin typeface="Yu Gothic UI" panose="020B0500000000000000" pitchFamily="34" charset="-128"/>
                <a:ea typeface="Yu Gothic UI" panose="020B0500000000000000" pitchFamily="34" charset="-128"/>
              </a:rPr>
              <a:t>) Entra ID </a:t>
            </a:r>
            <a:r>
              <a:rPr lang="ja-JP" altLang="en-US" sz="2000" b="1">
                <a:latin typeface="Yu Gothic UI" panose="020B0500000000000000" pitchFamily="34" charset="-128"/>
                <a:ea typeface="Yu Gothic UI" panose="020B0500000000000000" pitchFamily="34" charset="-128"/>
              </a:rPr>
              <a:t>での自身のユーザープリンシパルの</a:t>
            </a:r>
            <a:r>
              <a:rPr lang="en-US" altLang="ja-JP" sz="2000" b="1" dirty="0">
                <a:latin typeface="Yu Gothic UI" panose="020B0500000000000000" pitchFamily="34" charset="-128"/>
                <a:ea typeface="Yu Gothic UI" panose="020B0500000000000000" pitchFamily="34" charset="-128"/>
              </a:rPr>
              <a:t> Object ID </a:t>
            </a:r>
            <a:r>
              <a:rPr lang="ja-JP" altLang="en-US" sz="2000" b="1">
                <a:latin typeface="Yu Gothic UI" panose="020B0500000000000000" pitchFamily="34" charset="-128"/>
                <a:ea typeface="Yu Gothic UI" panose="020B0500000000000000" pitchFamily="34" charset="-128"/>
              </a:rPr>
              <a:t>の確認</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48642620-6532-8C29-B26A-47E196DE6A2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5567C01-71EA-56A9-1662-5A10E0BB627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40132C19-CD93-DF00-08EB-62B6A0684454}"/>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Azure Portal </a:t>
            </a:r>
            <a:r>
              <a:rPr kumimoji="1" lang="ja-JP" altLang="en-US" sz="2000"/>
              <a:t>から</a:t>
            </a:r>
            <a:r>
              <a:rPr kumimoji="1" lang="en-US" altLang="ja-JP" sz="2000" dirty="0"/>
              <a:t> Entra ID </a:t>
            </a:r>
            <a:r>
              <a:rPr kumimoji="1" lang="ja-JP" altLang="en-US" sz="2000"/>
              <a:t>の画面に遷移し、自身のユーザープリンシパルの</a:t>
            </a:r>
            <a:r>
              <a:rPr kumimoji="1" lang="en-US" altLang="ja-JP" sz="2000" dirty="0"/>
              <a:t> Object ID </a:t>
            </a:r>
            <a:r>
              <a:rPr kumimoji="1" lang="ja-JP" altLang="en-US" sz="2000"/>
              <a:t>を確認できる</a:t>
            </a:r>
            <a:endParaRPr kumimoji="1" lang="en-US" altLang="ja-JP" sz="2000" dirty="0"/>
          </a:p>
        </p:txBody>
      </p:sp>
      <p:sp>
        <p:nvSpPr>
          <p:cNvPr id="12" name="正方形/長方形 11">
            <a:extLst>
              <a:ext uri="{FF2B5EF4-FFF2-40B4-BE49-F238E27FC236}">
                <a16:creationId xmlns:a16="http://schemas.microsoft.com/office/drawing/2014/main" id="{CF5DC14A-36B7-08BD-77A5-2748ED55CF6E}"/>
              </a:ext>
            </a:extLst>
          </p:cNvPr>
          <p:cNvSpPr/>
          <p:nvPr/>
        </p:nvSpPr>
        <p:spPr>
          <a:xfrm>
            <a:off x="1685959" y="3041554"/>
            <a:ext cx="740711" cy="16119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A88084A-31BB-6540-541D-500332452664}"/>
              </a:ext>
            </a:extLst>
          </p:cNvPr>
          <p:cNvSpPr txBox="1"/>
          <p:nvPr/>
        </p:nvSpPr>
        <p:spPr>
          <a:xfrm>
            <a:off x="2572458" y="2955375"/>
            <a:ext cx="4015069"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自身のユーザー名を検索</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9" name="正方形/長方形 18">
            <a:extLst>
              <a:ext uri="{FF2B5EF4-FFF2-40B4-BE49-F238E27FC236}">
                <a16:creationId xmlns:a16="http://schemas.microsoft.com/office/drawing/2014/main" id="{E85BDBA8-CFD0-5FF1-8E11-4EC78156743B}"/>
              </a:ext>
            </a:extLst>
          </p:cNvPr>
          <p:cNvSpPr/>
          <p:nvPr/>
        </p:nvSpPr>
        <p:spPr>
          <a:xfrm>
            <a:off x="1634747" y="3428999"/>
            <a:ext cx="4297048" cy="70372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441F9493-4C64-356B-7A7F-C275798C064E}"/>
              </a:ext>
            </a:extLst>
          </p:cNvPr>
          <p:cNvSpPr txBox="1"/>
          <p:nvPr/>
        </p:nvSpPr>
        <p:spPr>
          <a:xfrm>
            <a:off x="1685959" y="4222378"/>
            <a:ext cx="4015069"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表示された自身のユーザープリンシパルを選択</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21" name="図 20">
            <a:extLst>
              <a:ext uri="{FF2B5EF4-FFF2-40B4-BE49-F238E27FC236}">
                <a16:creationId xmlns:a16="http://schemas.microsoft.com/office/drawing/2014/main" id="{0FB225A0-90D3-23E5-A682-C15AC8BB6CDC}"/>
              </a:ext>
            </a:extLst>
          </p:cNvPr>
          <p:cNvPicPr>
            <a:picLocks noChangeAspect="1"/>
          </p:cNvPicPr>
          <p:nvPr/>
        </p:nvPicPr>
        <p:blipFill>
          <a:blip r:embed="rId4"/>
          <a:stretch>
            <a:fillRect/>
          </a:stretch>
        </p:blipFill>
        <p:spPr>
          <a:xfrm>
            <a:off x="6339765" y="2439425"/>
            <a:ext cx="5166435" cy="3229022"/>
          </a:xfrm>
          <a:prstGeom prst="rect">
            <a:avLst/>
          </a:prstGeom>
        </p:spPr>
      </p:pic>
      <p:sp>
        <p:nvSpPr>
          <p:cNvPr id="22" name="正方形/長方形 21">
            <a:extLst>
              <a:ext uri="{FF2B5EF4-FFF2-40B4-BE49-F238E27FC236}">
                <a16:creationId xmlns:a16="http://schemas.microsoft.com/office/drawing/2014/main" id="{2858730C-1488-6182-27B7-5DF939C9CB15}"/>
              </a:ext>
            </a:extLst>
          </p:cNvPr>
          <p:cNvSpPr/>
          <p:nvPr/>
        </p:nvSpPr>
        <p:spPr>
          <a:xfrm>
            <a:off x="7291476" y="3981312"/>
            <a:ext cx="1995959" cy="15141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07467023-DC59-BC94-333A-EDAE9908B47D}"/>
              </a:ext>
            </a:extLst>
          </p:cNvPr>
          <p:cNvSpPr txBox="1"/>
          <p:nvPr/>
        </p:nvSpPr>
        <p:spPr>
          <a:xfrm>
            <a:off x="7291476" y="4222378"/>
            <a:ext cx="4015069"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Object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が表示される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391457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F736A-FF64-0807-FC9C-E79016F3FF0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3E66DBA-7D55-70CC-3EF5-966570534C2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チャットの</a:t>
            </a:r>
            <a:r>
              <a:rPr lang="en-US" altLang="ja-JP" sz="2000" b="1" dirty="0">
                <a:latin typeface="Yu Gothic UI" panose="020B0500000000000000" pitchFamily="34" charset="-128"/>
                <a:ea typeface="Yu Gothic UI" panose="020B0500000000000000" pitchFamily="34" charset="-128"/>
              </a:rPr>
              <a:t> Traces </a:t>
            </a:r>
            <a:r>
              <a:rPr lang="ja-JP" altLang="en-US" sz="2000" b="1">
                <a:latin typeface="Yu Gothic UI" panose="020B0500000000000000" pitchFamily="34" charset="-128"/>
                <a:ea typeface="Yu Gothic UI" panose="020B0500000000000000" pitchFamily="34" charset="-128"/>
              </a:rPr>
              <a:t>を確認する</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47D401A5-25BA-6750-5AD1-65AFB73EC18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C01733E-6E71-7D9F-EA75-E262C50FDCB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97D8096D-494D-3D4F-2D45-71CC80F6D561}"/>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チャットの</a:t>
            </a:r>
            <a:r>
              <a:rPr kumimoji="1" lang="en-US" altLang="ja-JP" sz="2000" dirty="0"/>
              <a:t> Traces </a:t>
            </a:r>
            <a:r>
              <a:rPr kumimoji="1" lang="ja-JP" altLang="en-US" sz="2000"/>
              <a:t>を確認し、エージェントがどのような振る舞いをしていたのか見てみる</a:t>
            </a:r>
            <a:endParaRPr kumimoji="1" lang="en-US" altLang="ja-JP" sz="2000" dirty="0"/>
          </a:p>
        </p:txBody>
      </p:sp>
      <p:pic>
        <p:nvPicPr>
          <p:cNvPr id="5" name="図 4">
            <a:extLst>
              <a:ext uri="{FF2B5EF4-FFF2-40B4-BE49-F238E27FC236}">
                <a16:creationId xmlns:a16="http://schemas.microsoft.com/office/drawing/2014/main" id="{CF4F174F-0F2A-654D-AB44-F1F8BCCE88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1147"/>
            <a:ext cx="5184725" cy="3240453"/>
          </a:xfrm>
          <a:prstGeom prst="rect">
            <a:avLst/>
          </a:prstGeom>
        </p:spPr>
      </p:pic>
      <p:sp>
        <p:nvSpPr>
          <p:cNvPr id="6" name="正方形/長方形 5">
            <a:extLst>
              <a:ext uri="{FF2B5EF4-FFF2-40B4-BE49-F238E27FC236}">
                <a16:creationId xmlns:a16="http://schemas.microsoft.com/office/drawing/2014/main" id="{6F5C730F-9BEF-0D58-D3B2-F2B102A209F5}"/>
              </a:ext>
            </a:extLst>
          </p:cNvPr>
          <p:cNvSpPr/>
          <p:nvPr/>
        </p:nvSpPr>
        <p:spPr>
          <a:xfrm>
            <a:off x="4817726" y="4416189"/>
            <a:ext cx="480416" cy="281317"/>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13194FC7-984A-0AE9-D00F-7F7A5B4BCFEC}"/>
              </a:ext>
            </a:extLst>
          </p:cNvPr>
          <p:cNvSpPr txBox="1"/>
          <p:nvPr/>
        </p:nvSpPr>
        <p:spPr>
          <a:xfrm>
            <a:off x="4735935" y="4749667"/>
            <a:ext cx="2480592" cy="221599"/>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kumimoji="0" lang="en-US" altLang="ja-JP" sz="16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Traces</a:t>
            </a: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 を選択</a:t>
            </a:r>
          </a:p>
        </p:txBody>
      </p:sp>
      <p:pic>
        <p:nvPicPr>
          <p:cNvPr id="10" name="図 9">
            <a:extLst>
              <a:ext uri="{FF2B5EF4-FFF2-40B4-BE49-F238E27FC236}">
                <a16:creationId xmlns:a16="http://schemas.microsoft.com/office/drawing/2014/main" id="{E8648CB8-7CE5-1E87-0425-58212E4BD7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1477" y="1941147"/>
            <a:ext cx="5184725" cy="3240453"/>
          </a:xfrm>
          <a:prstGeom prst="rect">
            <a:avLst/>
          </a:prstGeom>
        </p:spPr>
      </p:pic>
      <p:sp>
        <p:nvSpPr>
          <p:cNvPr id="11" name="テキスト ボックス 10">
            <a:extLst>
              <a:ext uri="{FF2B5EF4-FFF2-40B4-BE49-F238E27FC236}">
                <a16:creationId xmlns:a16="http://schemas.microsoft.com/office/drawing/2014/main" id="{9A138261-2B4A-E078-DC23-55A002AFC94D}"/>
              </a:ext>
            </a:extLst>
          </p:cNvPr>
          <p:cNvSpPr txBox="1"/>
          <p:nvPr/>
        </p:nvSpPr>
        <p:spPr>
          <a:xfrm>
            <a:off x="7364895" y="5122961"/>
            <a:ext cx="2935551" cy="664797"/>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チャットでどのような入出力があったのか、どのようなツールをエージェントが使ったのかの詳細が表示される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43610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B8AA0-2617-BDEA-F2C4-AA390EDD7E0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2E90FB-ED5A-FECC-6802-3D13DB1A830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latin typeface="Yu Gothic UI" panose="020B0500000000000000" pitchFamily="34" charset="-128"/>
                <a:ea typeface="Yu Gothic UI" panose="020B0500000000000000" pitchFamily="34" charset="-128"/>
              </a:rPr>
              <a:t>Instruction </a:t>
            </a:r>
            <a:r>
              <a:rPr lang="ja-JP" altLang="en-US" sz="2000" b="1">
                <a:latin typeface="Yu Gothic UI" panose="020B0500000000000000" pitchFamily="34" charset="-128"/>
                <a:ea typeface="Yu Gothic UI" panose="020B0500000000000000" pitchFamily="34" charset="-128"/>
              </a:rPr>
              <a:t>を変更し、挙動の変化を観察する</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92139A68-C7F5-3336-BA40-E92DD853DFB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4477C8F-6A0F-94A5-1972-FC72ADC819C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39DC13B5-0D05-99E0-467E-6148110A859D}"/>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Instructions </a:t>
            </a:r>
            <a:r>
              <a:rPr kumimoji="1" lang="ja-JP" altLang="en-US" sz="2000"/>
              <a:t>を追加し、チャットでの振る舞いの変化を観察する</a:t>
            </a:r>
            <a:endParaRPr kumimoji="1" lang="en-US" altLang="ja-JP" sz="2000" dirty="0"/>
          </a:p>
        </p:txBody>
      </p:sp>
      <p:pic>
        <p:nvPicPr>
          <p:cNvPr id="12" name="図 11">
            <a:extLst>
              <a:ext uri="{FF2B5EF4-FFF2-40B4-BE49-F238E27FC236}">
                <a16:creationId xmlns:a16="http://schemas.microsoft.com/office/drawing/2014/main" id="{FF3635BD-FA38-9A6F-5613-2CDB2EA73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1147"/>
            <a:ext cx="5141259" cy="3213287"/>
          </a:xfrm>
          <a:prstGeom prst="rect">
            <a:avLst/>
          </a:prstGeom>
        </p:spPr>
      </p:pic>
      <p:sp>
        <p:nvSpPr>
          <p:cNvPr id="13" name="正方形/長方形 12">
            <a:extLst>
              <a:ext uri="{FF2B5EF4-FFF2-40B4-BE49-F238E27FC236}">
                <a16:creationId xmlns:a16="http://schemas.microsoft.com/office/drawing/2014/main" id="{75C2D442-E4F1-066A-3DEE-C4E635471D68}"/>
              </a:ext>
            </a:extLst>
          </p:cNvPr>
          <p:cNvSpPr/>
          <p:nvPr/>
        </p:nvSpPr>
        <p:spPr>
          <a:xfrm>
            <a:off x="1547850" y="3111252"/>
            <a:ext cx="1708579" cy="491988"/>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22287B1-7A33-E3C1-9E4B-BF3D2905901D}"/>
              </a:ext>
            </a:extLst>
          </p:cNvPr>
          <p:cNvSpPr txBox="1"/>
          <p:nvPr/>
        </p:nvSpPr>
        <p:spPr>
          <a:xfrm>
            <a:off x="988689" y="3800585"/>
            <a:ext cx="2480592" cy="1551194"/>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kumimoji="0" lang="en-US" altLang="ja-JP" sz="16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Instructions </a:t>
            </a:r>
            <a:r>
              <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の最終行に</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For prioritization requests, return exactly five items in a Markdown table with columns Rank, Todo, Reason, and Next action.”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を追加</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5" name="正方形/長方形 14">
            <a:extLst>
              <a:ext uri="{FF2B5EF4-FFF2-40B4-BE49-F238E27FC236}">
                <a16:creationId xmlns:a16="http://schemas.microsoft.com/office/drawing/2014/main" id="{A3C534A3-D95A-B37B-E260-F1F93523CEA2}"/>
              </a:ext>
            </a:extLst>
          </p:cNvPr>
          <p:cNvSpPr/>
          <p:nvPr/>
        </p:nvSpPr>
        <p:spPr>
          <a:xfrm>
            <a:off x="4983256" y="2131647"/>
            <a:ext cx="305921" cy="226071"/>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B826F204-E1F7-5E46-9DE8-F1A721F3B6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4943" y="1941147"/>
            <a:ext cx="5141259" cy="3213287"/>
          </a:xfrm>
          <a:prstGeom prst="rect">
            <a:avLst/>
          </a:prstGeom>
        </p:spPr>
      </p:pic>
      <p:sp>
        <p:nvSpPr>
          <p:cNvPr id="19" name="正方形/長方形 18">
            <a:extLst>
              <a:ext uri="{FF2B5EF4-FFF2-40B4-BE49-F238E27FC236}">
                <a16:creationId xmlns:a16="http://schemas.microsoft.com/office/drawing/2014/main" id="{9512F85A-4B29-1218-698D-4A44DC4077F7}"/>
              </a:ext>
            </a:extLst>
          </p:cNvPr>
          <p:cNvSpPr/>
          <p:nvPr/>
        </p:nvSpPr>
        <p:spPr>
          <a:xfrm>
            <a:off x="8863050" y="4662446"/>
            <a:ext cx="2643150" cy="366754"/>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ADE31AF3-FD67-A614-7422-A7B5AB1D0F8D}"/>
              </a:ext>
            </a:extLst>
          </p:cNvPr>
          <p:cNvSpPr txBox="1"/>
          <p:nvPr/>
        </p:nvSpPr>
        <p:spPr>
          <a:xfrm>
            <a:off x="8863050" y="5165991"/>
            <a:ext cx="2480592" cy="664797"/>
          </a:xfrm>
          <a:prstGeom prst="rect">
            <a:avLst/>
          </a:prstGeom>
          <a:noFill/>
        </p:spPr>
        <p:txBody>
          <a:bodyPr wrap="square" lIns="0" tIns="0" rIns="0" bIns="0" rtlCol="0" anchor="ctr">
            <a:spAutoFit/>
          </a:bodyPr>
          <a:lstStyle/>
          <a:p>
            <a:pPr defTabSz="931757" rtl="0" fontAlgn="base">
              <a:lnSpc>
                <a:spcPct val="90000"/>
              </a:lnSpc>
              <a:spcBef>
                <a:spcPct val="0"/>
              </a:spcBef>
              <a:spcAft>
                <a:spcPct val="0"/>
              </a:spcAf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先ほどと同じプロンプトを実行し、レスポンスや</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Traces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がどう変化するのか観察する。</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2599865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585AE-CA58-D071-DC95-71FA84691A8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060D60F-FDC0-960C-3606-07D3C88DA62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早く終えた方のためのコンテンツ</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D7D6969E-A5D9-948E-B64C-46CE89AB5D0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DF3E4A3-4336-5F72-9023-A6CCD70F12F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2D0F0021-66AA-7F97-F11F-EBFBBC2FB6D9}"/>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以上の内容を早く終えられた方は以下の内容も試してみてください。</a:t>
            </a:r>
            <a:endParaRPr kumimoji="1" lang="en-US" altLang="ja-JP" sz="2000" dirty="0"/>
          </a:p>
        </p:txBody>
      </p:sp>
      <p:sp>
        <p:nvSpPr>
          <p:cNvPr id="5" name="角丸四角形 4">
            <a:extLst>
              <a:ext uri="{FF2B5EF4-FFF2-40B4-BE49-F238E27FC236}">
                <a16:creationId xmlns:a16="http://schemas.microsoft.com/office/drawing/2014/main" id="{2C787598-BCFA-8BE9-107C-0CCEC2F2F0A3}"/>
              </a:ext>
            </a:extLst>
          </p:cNvPr>
          <p:cNvSpPr/>
          <p:nvPr/>
        </p:nvSpPr>
        <p:spPr>
          <a:xfrm>
            <a:off x="685800" y="1941148"/>
            <a:ext cx="10618694" cy="4468618"/>
          </a:xfrm>
          <a:prstGeom prst="roundRect">
            <a:avLst>
              <a:gd name="adj" fmla="val 5220"/>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1200"/>
              </a:spcBef>
            </a:pPr>
            <a:r>
              <a:rPr kumimoji="1" lang="en" altLang="ja-JP" sz="1400" dirty="0">
                <a:solidFill>
                  <a:schemeClr val="tx1">
                    <a:lumMod val="85000"/>
                    <a:lumOff val="15000"/>
                  </a:schemeClr>
                </a:solidFill>
              </a:rPr>
              <a:t>Challenge 1: </a:t>
            </a:r>
            <a:r>
              <a:rPr kumimoji="1" lang="ja-JP" altLang="en-US" sz="1400">
                <a:solidFill>
                  <a:schemeClr val="tx1">
                    <a:lumMod val="85000"/>
                    <a:lumOff val="15000"/>
                  </a:schemeClr>
                </a:solidFill>
              </a:rPr>
              <a:t>根拠付き優先順位</a:t>
            </a:r>
          </a:p>
          <a:p>
            <a:pPr>
              <a:spcBef>
                <a:spcPts val="1200"/>
              </a:spcBef>
            </a:pPr>
            <a:r>
              <a:rPr kumimoji="1" lang="ja-JP" altLang="en-US" sz="1400">
                <a:solidFill>
                  <a:schemeClr val="tx1">
                    <a:lumMod val="85000"/>
                    <a:lumOff val="15000"/>
                  </a:schemeClr>
                </a:solidFill>
              </a:rPr>
              <a:t>目安</a:t>
            </a:r>
            <a:r>
              <a:rPr kumimoji="1" lang="en-US" altLang="ja-JP" sz="1400" dirty="0">
                <a:solidFill>
                  <a:schemeClr val="tx1">
                    <a:lumMod val="85000"/>
                    <a:lumOff val="15000"/>
                  </a:schemeClr>
                </a:solidFill>
              </a:rPr>
              <a:t>: 15 </a:t>
            </a:r>
            <a:r>
              <a:rPr kumimoji="1" lang="ja-JP" altLang="en-US" sz="1400">
                <a:solidFill>
                  <a:schemeClr val="tx1">
                    <a:lumMod val="85000"/>
                    <a:lumOff val="15000"/>
                  </a:schemeClr>
                </a:solidFill>
              </a:rPr>
              <a:t>分</a:t>
            </a:r>
          </a:p>
          <a:p>
            <a:pPr>
              <a:spcBef>
                <a:spcPts val="1200"/>
              </a:spcBef>
            </a:pPr>
            <a:r>
              <a:rPr kumimoji="1" lang="ja-JP" altLang="en-US" sz="1400">
                <a:solidFill>
                  <a:schemeClr val="tx1">
                    <a:lumMod val="85000"/>
                    <a:lumOff val="15000"/>
                  </a:schemeClr>
                </a:solidFill>
              </a:rPr>
              <a:t>目的</a:t>
            </a:r>
            <a:r>
              <a:rPr kumimoji="1" lang="en-US" altLang="ja-JP" sz="1400" dirty="0">
                <a:solidFill>
                  <a:schemeClr val="tx1">
                    <a:lumMod val="85000"/>
                    <a:lumOff val="15000"/>
                  </a:schemeClr>
                </a:solidFill>
              </a:rPr>
              <a:t>: </a:t>
            </a:r>
            <a:r>
              <a:rPr kumimoji="1" lang="en" altLang="ja-JP" sz="1400" dirty="0">
                <a:solidFill>
                  <a:schemeClr val="tx1">
                    <a:lumMod val="85000"/>
                    <a:lumOff val="15000"/>
                  </a:schemeClr>
                </a:solidFill>
              </a:rPr>
              <a:t>Agent </a:t>
            </a:r>
            <a:r>
              <a:rPr kumimoji="1" lang="ja-JP" altLang="en-US" sz="1400">
                <a:solidFill>
                  <a:schemeClr val="tx1">
                    <a:lumMod val="85000"/>
                    <a:lumOff val="15000"/>
                  </a:schemeClr>
                </a:solidFill>
              </a:rPr>
              <a:t>の回答がモデルの一般論ではなく、</a:t>
            </a:r>
            <a:r>
              <a:rPr kumimoji="1" lang="en" altLang="ja-JP" sz="1400" dirty="0">
                <a:solidFill>
                  <a:schemeClr val="tx1">
                    <a:lumMod val="85000"/>
                    <a:lumOff val="15000"/>
                  </a:schemeClr>
                </a:solidFill>
              </a:rPr>
              <a:t>Cosmos DB </a:t>
            </a:r>
            <a:r>
              <a:rPr kumimoji="1" lang="ja-JP" altLang="en-US" sz="1400">
                <a:solidFill>
                  <a:schemeClr val="tx1">
                    <a:lumMod val="85000"/>
                    <a:lumOff val="15000"/>
                  </a:schemeClr>
                </a:solidFill>
              </a:rPr>
              <a:t>のデータに基づいていることを確認する。</a:t>
            </a:r>
            <a:r>
              <a:rPr kumimoji="1" lang="en" altLang="ja-JP" sz="1400" dirty="0">
                <a:solidFill>
                  <a:schemeClr val="tx1">
                    <a:lumMod val="85000"/>
                    <a:lumOff val="15000"/>
                  </a:schemeClr>
                </a:solidFill>
              </a:rPr>
              <a:t>Trace </a:t>
            </a:r>
            <a:r>
              <a:rPr kumimoji="1" lang="ja-JP" altLang="en-US" sz="1400">
                <a:solidFill>
                  <a:schemeClr val="tx1">
                    <a:lumMod val="85000"/>
                    <a:lumOff val="15000"/>
                  </a:schemeClr>
                </a:solidFill>
              </a:rPr>
              <a:t>に表示される </a:t>
            </a:r>
            <a:r>
              <a:rPr kumimoji="1" lang="en" altLang="ja-JP" sz="1400" dirty="0">
                <a:solidFill>
                  <a:schemeClr val="tx1">
                    <a:lumMod val="85000"/>
                    <a:lumOff val="15000"/>
                  </a:schemeClr>
                </a:solidFill>
              </a:rPr>
              <a:t>Tool result </a:t>
            </a:r>
            <a:r>
              <a:rPr kumimoji="1" lang="ja-JP" altLang="en-US" sz="1400">
                <a:solidFill>
                  <a:schemeClr val="tx1">
                    <a:lumMod val="85000"/>
                    <a:lumOff val="15000"/>
                  </a:schemeClr>
                </a:solidFill>
              </a:rPr>
              <a:t>と最終回答を対応付ける。</a:t>
            </a:r>
            <a:endParaRPr kumimoji="1" lang="en-US" altLang="ja-JP" sz="1400" dirty="0">
              <a:solidFill>
                <a:schemeClr val="tx1">
                  <a:lumMod val="85000"/>
                  <a:lumOff val="15000"/>
                </a:schemeClr>
              </a:solidFill>
            </a:endParaRPr>
          </a:p>
          <a:p>
            <a:pPr>
              <a:spcBef>
                <a:spcPts val="1200"/>
              </a:spcBef>
            </a:pPr>
            <a:r>
              <a:rPr kumimoji="1" lang="ja-JP" altLang="en-US" sz="1400">
                <a:solidFill>
                  <a:schemeClr val="tx1">
                    <a:lumMod val="85000"/>
                    <a:lumOff val="15000"/>
                  </a:schemeClr>
                </a:solidFill>
              </a:rPr>
              <a:t>テストプロンプト例</a:t>
            </a:r>
            <a:r>
              <a:rPr kumimoji="1" lang="en-US" altLang="ja-JP" sz="1400" dirty="0">
                <a:solidFill>
                  <a:schemeClr val="tx1">
                    <a:lumMod val="85000"/>
                    <a:lumOff val="15000"/>
                  </a:schemeClr>
                </a:solidFill>
              </a:rPr>
              <a:t>: </a:t>
            </a: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r>
              <a:rPr kumimoji="1" lang="ja-JP" altLang="en-US" sz="1400">
                <a:solidFill>
                  <a:schemeClr val="tx1">
                    <a:lumMod val="85000"/>
                    <a:lumOff val="15000"/>
                  </a:schemeClr>
                </a:solidFill>
              </a:rPr>
              <a:t>確認事項</a:t>
            </a:r>
            <a:r>
              <a:rPr kumimoji="1" lang="en-US" altLang="ja-JP" sz="1400" dirty="0">
                <a:solidFill>
                  <a:schemeClr val="tx1">
                    <a:lumMod val="85000"/>
                    <a:lumOff val="15000"/>
                  </a:schemeClr>
                </a:solidFill>
              </a:rPr>
              <a:t>:</a:t>
            </a:r>
          </a:p>
          <a:p>
            <a:pPr marL="742950" lvl="1" indent="-285750">
              <a:spcBef>
                <a:spcPts val="300"/>
              </a:spcBef>
              <a:buFont typeface="Arial" panose="020B0604020202020204" pitchFamily="34" charset="0"/>
              <a:buChar char="•"/>
            </a:pPr>
            <a:r>
              <a:rPr kumimoji="1" lang="en" altLang="ja-JP" sz="1400" dirty="0">
                <a:solidFill>
                  <a:schemeClr val="tx1">
                    <a:lumMod val="85000"/>
                    <a:lumOff val="15000"/>
                  </a:schemeClr>
                </a:solidFill>
              </a:rPr>
              <a:t>Cosmos DB MCP Tool </a:t>
            </a:r>
            <a:r>
              <a:rPr kumimoji="1" lang="ja-JP" altLang="en-US" sz="1400">
                <a:solidFill>
                  <a:schemeClr val="tx1">
                    <a:lumMod val="85000"/>
                    <a:lumOff val="15000"/>
                  </a:schemeClr>
                </a:solidFill>
              </a:rPr>
              <a:t>が呼び出されたか。</a:t>
            </a:r>
          </a:p>
          <a:p>
            <a:pPr marL="742950" lvl="1" indent="-285750">
              <a:spcBef>
                <a:spcPts val="300"/>
              </a:spcBef>
              <a:buFont typeface="Arial" panose="020B0604020202020204" pitchFamily="34" charset="0"/>
              <a:buChar char="•"/>
            </a:pPr>
            <a:r>
              <a:rPr kumimoji="1" lang="en" altLang="ja-JP" sz="1400" dirty="0" err="1">
                <a:solidFill>
                  <a:schemeClr val="tx1">
                    <a:lumMod val="85000"/>
                    <a:lumOff val="15000"/>
                  </a:schemeClr>
                </a:solidFill>
              </a:rPr>
              <a:t>owner_id</a:t>
            </a:r>
            <a:r>
              <a:rPr kumimoji="1" lang="en" altLang="ja-JP" sz="1400" dirty="0">
                <a:solidFill>
                  <a:schemeClr val="tx1">
                    <a:lumMod val="85000"/>
                    <a:lumOff val="15000"/>
                  </a:schemeClr>
                </a:solidFill>
              </a:rPr>
              <a:t> </a:t>
            </a:r>
            <a:r>
              <a:rPr kumimoji="1" lang="ja-JP" altLang="en-US" sz="1400">
                <a:solidFill>
                  <a:schemeClr val="tx1">
                    <a:lumMod val="85000"/>
                    <a:lumOff val="15000"/>
                  </a:schemeClr>
                </a:solidFill>
              </a:rPr>
              <a:t>が </a:t>
            </a:r>
            <a:r>
              <a:rPr kumimoji="1" lang="en" altLang="ja-JP" sz="1400" dirty="0">
                <a:solidFill>
                  <a:schemeClr val="tx1">
                    <a:lumMod val="85000"/>
                    <a:lumOff val="15000"/>
                  </a:schemeClr>
                </a:solidFill>
              </a:rPr>
              <a:t>Tool </a:t>
            </a:r>
            <a:r>
              <a:rPr kumimoji="1" lang="ja-JP" altLang="en-US" sz="1400">
                <a:solidFill>
                  <a:schemeClr val="tx1">
                    <a:lumMod val="85000"/>
                    <a:lumOff val="15000"/>
                  </a:schemeClr>
                </a:solidFill>
              </a:rPr>
              <a:t>引数またはクエリ条件に含まれているか。</a:t>
            </a:r>
          </a:p>
          <a:p>
            <a:pPr marL="742950" lvl="1" indent="-285750">
              <a:spcBef>
                <a:spcPts val="300"/>
              </a:spcBef>
              <a:buFont typeface="Arial" panose="020B0604020202020204" pitchFamily="34" charset="0"/>
              <a:buChar char="•"/>
            </a:pPr>
            <a:r>
              <a:rPr kumimoji="1" lang="ja-JP" altLang="en-US" sz="1400">
                <a:solidFill>
                  <a:schemeClr val="tx1">
                    <a:lumMod val="85000"/>
                    <a:lumOff val="15000"/>
                  </a:schemeClr>
                </a:solidFill>
              </a:rPr>
              <a:t>完了済み </a:t>
            </a:r>
            <a:r>
              <a:rPr kumimoji="1" lang="en" altLang="ja-JP" sz="1400" dirty="0">
                <a:solidFill>
                  <a:schemeClr val="tx1">
                    <a:lumMod val="85000"/>
                    <a:lumOff val="15000"/>
                  </a:schemeClr>
                </a:solidFill>
              </a:rPr>
              <a:t>Todo </a:t>
            </a:r>
            <a:r>
              <a:rPr kumimoji="1" lang="ja-JP" altLang="en-US" sz="1400">
                <a:solidFill>
                  <a:schemeClr val="tx1">
                    <a:lumMod val="85000"/>
                    <a:lumOff val="15000"/>
                  </a:schemeClr>
                </a:solidFill>
              </a:rPr>
              <a:t>が除外されているか。</a:t>
            </a:r>
          </a:p>
          <a:p>
            <a:pPr marL="742950" lvl="1" indent="-285750">
              <a:spcBef>
                <a:spcPts val="300"/>
              </a:spcBef>
              <a:buFont typeface="Arial" panose="020B0604020202020204" pitchFamily="34" charset="0"/>
              <a:buChar char="•"/>
            </a:pPr>
            <a:r>
              <a:rPr kumimoji="1" lang="ja-JP" altLang="en-US" sz="1400">
                <a:solidFill>
                  <a:schemeClr val="tx1">
                    <a:lumMod val="85000"/>
                    <a:lumOff val="15000"/>
                  </a:schemeClr>
                </a:solidFill>
              </a:rPr>
              <a:t>回答内の値が </a:t>
            </a:r>
            <a:r>
              <a:rPr kumimoji="1" lang="en" altLang="ja-JP" sz="1400" dirty="0">
                <a:solidFill>
                  <a:schemeClr val="tx1">
                    <a:lumMod val="85000"/>
                    <a:lumOff val="15000"/>
                  </a:schemeClr>
                </a:solidFill>
              </a:rPr>
              <a:t>Tool result </a:t>
            </a:r>
            <a:r>
              <a:rPr kumimoji="1" lang="ja-JP" altLang="en-US" sz="1400">
                <a:solidFill>
                  <a:schemeClr val="tx1">
                    <a:lumMod val="85000"/>
                    <a:lumOff val="15000"/>
                  </a:schemeClr>
                </a:solidFill>
              </a:rPr>
              <a:t>に実在するか。</a:t>
            </a:r>
          </a:p>
          <a:p>
            <a:pPr marL="742950" lvl="1" indent="-285750">
              <a:spcBef>
                <a:spcPts val="300"/>
              </a:spcBef>
              <a:buFont typeface="Arial" panose="020B0604020202020204" pitchFamily="34" charset="0"/>
              <a:buChar char="•"/>
            </a:pPr>
            <a:r>
              <a:rPr kumimoji="1" lang="en" altLang="ja-JP" sz="1400" dirty="0">
                <a:solidFill>
                  <a:schemeClr val="tx1">
                    <a:lumMod val="85000"/>
                    <a:lumOff val="15000"/>
                  </a:schemeClr>
                </a:solidFill>
              </a:rPr>
              <a:t>Tool result </a:t>
            </a:r>
            <a:r>
              <a:rPr kumimoji="1" lang="ja-JP" altLang="en-US" sz="1400">
                <a:solidFill>
                  <a:schemeClr val="tx1">
                    <a:lumMod val="85000"/>
                    <a:lumOff val="15000"/>
                  </a:schemeClr>
                </a:solidFill>
              </a:rPr>
              <a:t>にない理由や数値を </a:t>
            </a:r>
            <a:r>
              <a:rPr kumimoji="1" lang="en" altLang="ja-JP" sz="1400" dirty="0">
                <a:solidFill>
                  <a:schemeClr val="tx1">
                    <a:lumMod val="85000"/>
                    <a:lumOff val="15000"/>
                  </a:schemeClr>
                </a:solidFill>
              </a:rPr>
              <a:t>Agent </a:t>
            </a:r>
            <a:r>
              <a:rPr kumimoji="1" lang="ja-JP" altLang="en-US" sz="1400">
                <a:solidFill>
                  <a:schemeClr val="tx1">
                    <a:lumMod val="85000"/>
                    <a:lumOff val="15000"/>
                  </a:schemeClr>
                </a:solidFill>
              </a:rPr>
              <a:t>が作っていないか。</a:t>
            </a:r>
          </a:p>
        </p:txBody>
      </p:sp>
      <p:sp>
        <p:nvSpPr>
          <p:cNvPr id="6" name="正方形/長方形 5">
            <a:extLst>
              <a:ext uri="{FF2B5EF4-FFF2-40B4-BE49-F238E27FC236}">
                <a16:creationId xmlns:a16="http://schemas.microsoft.com/office/drawing/2014/main" id="{392E19CA-A252-F923-88AD-1E0C5BED289E}"/>
              </a:ext>
            </a:extLst>
          </p:cNvPr>
          <p:cNvSpPr/>
          <p:nvPr/>
        </p:nvSpPr>
        <p:spPr>
          <a:xfrm>
            <a:off x="842682" y="3648635"/>
            <a:ext cx="10022542" cy="1030941"/>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3194"/>
              </a:lnSpc>
              <a:buNone/>
            </a:pP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私の</a:t>
            </a:r>
            <a:r>
              <a:rPr lang="en-US" altLang="ja-JP" sz="14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a:t>
            </a:r>
            <a:r>
              <a:rPr lang="en-US" altLang="ja-JP" sz="1400" dirty="0" err="1">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owner_id</a:t>
            </a:r>
            <a:r>
              <a:rPr lang="en-US" altLang="ja-JP" sz="14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は</a:t>
            </a:r>
            <a:r>
              <a:rPr lang="en-US" altLang="ja-JP" sz="14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&lt;YOUR_OBJECT_ID&gt; </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です。</a:t>
            </a:r>
            <a:endParaRPr lang="ja-JP" altLang="ja-JP">
              <a:effectLst/>
              <a:latin typeface="ＭＳ ゴシック" panose="020B0609070205080204" pitchFamily="49" charset="-128"/>
              <a:ea typeface="Courier New" panose="02070309020205020404" pitchFamily="49" charset="0"/>
              <a:cs typeface="ＭＳ ゴシック" panose="020B0609070205080204" pitchFamily="49" charset="-128"/>
            </a:endParaRPr>
          </a:p>
          <a:p>
            <a:pPr>
              <a:lnSpc>
                <a:spcPct val="113194"/>
              </a:lnSpc>
              <a:buNone/>
            </a:pP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今日取り組むべき未完了の</a:t>
            </a:r>
            <a:r>
              <a:rPr lang="en-US" altLang="ja-JP" sz="14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Todo </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を</a:t>
            </a:r>
            <a:r>
              <a:rPr lang="en-US" altLang="ja-JP" sz="14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3 </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件選んでください。</a:t>
            </a:r>
            <a:endParaRPr lang="ja-JP" altLang="ja-JP">
              <a:effectLst/>
              <a:latin typeface="ＭＳ ゴシック" panose="020B0609070205080204" pitchFamily="49" charset="-128"/>
              <a:ea typeface="Courier New" panose="02070309020205020404" pitchFamily="49" charset="0"/>
              <a:cs typeface="ＭＳ ゴシック" panose="020B0609070205080204" pitchFamily="49" charset="-128"/>
            </a:endParaRPr>
          </a:p>
          <a:p>
            <a:pPr>
              <a:buNone/>
            </a:pP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各項目について</a:t>
            </a:r>
            <a:r>
              <a:rPr lang="en-US" altLang="ja-JP" sz="14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title</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a:t>
            </a:r>
            <a:r>
              <a:rPr lang="en-US" altLang="ja-JP" sz="1400" dirty="0" err="1">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dueDate</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a:t>
            </a:r>
            <a:r>
              <a:rPr lang="en-US" altLang="ja-JP" sz="1400" dirty="0" err="1">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impactScore</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a:t>
            </a:r>
            <a:r>
              <a:rPr lang="en-US" altLang="ja-JP" sz="1400" dirty="0" err="1">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estimatedHours</a:t>
            </a:r>
            <a:r>
              <a:rPr lang="en-US" altLang="ja-JP" sz="14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a:t>
            </a:r>
            <a:r>
              <a:rPr lang="ja-JP" altLang="ja-JP" sz="1400">
                <a:solidFill>
                  <a:srgbClr val="BBBEBF"/>
                </a:solidFill>
                <a:effectLst/>
                <a:latin typeface="Menlo" panose="020B0609030804020204" pitchFamily="49" charset="0"/>
                <a:ea typeface="Courier New" panose="02070309020205020404" pitchFamily="49" charset="0"/>
                <a:cs typeface="Menlo" panose="020B0609030804020204" pitchFamily="49" charset="0"/>
              </a:rPr>
              <a:t>を根拠として示してください。</a:t>
            </a:r>
            <a:endParaRPr lang="ja-JP" altLang="ja-JP">
              <a:effectLst/>
              <a:latin typeface="ＭＳ ゴシック" panose="020B0609070205080204" pitchFamily="49" charset="-128"/>
              <a:ea typeface="Courier New" panose="02070309020205020404" pitchFamily="49" charset="0"/>
              <a:cs typeface="ＭＳ ゴシック" panose="020B0609070205080204" pitchFamily="49" charset="-128"/>
            </a:endParaRPr>
          </a:p>
        </p:txBody>
      </p:sp>
    </p:spTree>
    <p:extLst>
      <p:ext uri="{BB962C8B-B14F-4D97-AF65-F5344CB8AC3E}">
        <p14:creationId xmlns:p14="http://schemas.microsoft.com/office/powerpoint/2010/main" val="117442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28613-1E6E-8664-5944-70F0DAEC114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0185A2A-F916-98E4-E86A-293B368F225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早く終えた方のためのコンテンツ</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CC031BB2-42BB-09CE-69BC-8D75365ACF4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50537E9-6A1C-59E9-EC89-620AF6D1268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311CD9AD-B0BD-14C7-1F2A-EBE5390413E1}"/>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以上の内容を早く終えられた方は以下の内容も試してみてください。</a:t>
            </a:r>
            <a:endParaRPr kumimoji="1" lang="en-US" altLang="ja-JP" sz="2000" dirty="0"/>
          </a:p>
        </p:txBody>
      </p:sp>
      <p:sp>
        <p:nvSpPr>
          <p:cNvPr id="5" name="角丸四角形 4">
            <a:extLst>
              <a:ext uri="{FF2B5EF4-FFF2-40B4-BE49-F238E27FC236}">
                <a16:creationId xmlns:a16="http://schemas.microsoft.com/office/drawing/2014/main" id="{1AE7E4F0-D210-CE6E-5854-AB72DC5E82BA}"/>
              </a:ext>
            </a:extLst>
          </p:cNvPr>
          <p:cNvSpPr/>
          <p:nvPr/>
        </p:nvSpPr>
        <p:spPr>
          <a:xfrm>
            <a:off x="685800" y="1941148"/>
            <a:ext cx="10618694" cy="4468618"/>
          </a:xfrm>
          <a:prstGeom prst="roundRect">
            <a:avLst>
              <a:gd name="adj" fmla="val 5220"/>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1200"/>
              </a:spcBef>
            </a:pPr>
            <a:r>
              <a:rPr kumimoji="1" lang="en" altLang="ja-JP" sz="1400" dirty="0">
                <a:solidFill>
                  <a:schemeClr val="tx1">
                    <a:lumMod val="85000"/>
                    <a:lumOff val="15000"/>
                  </a:schemeClr>
                </a:solidFill>
              </a:rPr>
              <a:t>Challenge 2: Tool </a:t>
            </a:r>
            <a:r>
              <a:rPr kumimoji="1" lang="ja-JP" altLang="en-US" sz="1400">
                <a:solidFill>
                  <a:schemeClr val="tx1">
                    <a:lumMod val="85000"/>
                    <a:lumOff val="15000"/>
                  </a:schemeClr>
                </a:solidFill>
              </a:rPr>
              <a:t>ルーティング</a:t>
            </a:r>
          </a:p>
          <a:p>
            <a:pPr>
              <a:spcBef>
                <a:spcPts val="1200"/>
              </a:spcBef>
            </a:pPr>
            <a:r>
              <a:rPr kumimoji="1" lang="ja-JP" altLang="en-US" sz="1400">
                <a:solidFill>
                  <a:schemeClr val="tx1">
                    <a:lumMod val="85000"/>
                    <a:lumOff val="15000"/>
                  </a:schemeClr>
                </a:solidFill>
              </a:rPr>
              <a:t>目安</a:t>
            </a:r>
            <a:r>
              <a:rPr kumimoji="1" lang="en-US" altLang="ja-JP" sz="1400" dirty="0">
                <a:solidFill>
                  <a:schemeClr val="tx1">
                    <a:lumMod val="85000"/>
                    <a:lumOff val="15000"/>
                  </a:schemeClr>
                </a:solidFill>
              </a:rPr>
              <a:t>: 20 </a:t>
            </a:r>
            <a:r>
              <a:rPr kumimoji="1" lang="ja-JP" altLang="en-US" sz="1400">
                <a:solidFill>
                  <a:schemeClr val="tx1">
                    <a:lumMod val="85000"/>
                    <a:lumOff val="15000"/>
                  </a:schemeClr>
                </a:solidFill>
              </a:rPr>
              <a:t>分</a:t>
            </a:r>
          </a:p>
          <a:p>
            <a:pPr>
              <a:spcBef>
                <a:spcPts val="1200"/>
              </a:spcBef>
            </a:pPr>
            <a:r>
              <a:rPr kumimoji="1" lang="ja-JP" altLang="en-US" sz="1400">
                <a:solidFill>
                  <a:schemeClr val="tx1">
                    <a:lumMod val="85000"/>
                    <a:lumOff val="15000"/>
                  </a:schemeClr>
                </a:solidFill>
              </a:rPr>
              <a:t>目的</a:t>
            </a:r>
            <a:r>
              <a:rPr kumimoji="1" lang="en-US" altLang="ja-JP" sz="1400" dirty="0">
                <a:solidFill>
                  <a:schemeClr val="tx1">
                    <a:lumMod val="85000"/>
                    <a:lumOff val="15000"/>
                  </a:schemeClr>
                </a:solidFill>
              </a:rPr>
              <a:t>: </a:t>
            </a:r>
            <a:r>
              <a:rPr kumimoji="1" lang="ja-JP" altLang="en-US" sz="1400">
                <a:solidFill>
                  <a:schemeClr val="tx1">
                    <a:lumMod val="85000"/>
                    <a:lumOff val="15000"/>
                  </a:schemeClr>
                </a:solidFill>
              </a:rPr>
              <a:t>条件による正確な検索と意味的な検索の違いを理解する。</a:t>
            </a:r>
            <a:r>
              <a:rPr kumimoji="1" lang="en" altLang="ja-JP" sz="1400" dirty="0">
                <a:solidFill>
                  <a:schemeClr val="tx1">
                    <a:lumMod val="85000"/>
                    <a:lumOff val="15000"/>
                  </a:schemeClr>
                </a:solidFill>
              </a:rPr>
              <a:t>Agent </a:t>
            </a:r>
            <a:r>
              <a:rPr kumimoji="1" lang="ja-JP" altLang="en-US" sz="1400">
                <a:solidFill>
                  <a:schemeClr val="tx1">
                    <a:lumMod val="85000"/>
                    <a:lumOff val="15000"/>
                  </a:schemeClr>
                </a:solidFill>
              </a:rPr>
              <a:t>が依頼内容に合った </a:t>
            </a:r>
            <a:r>
              <a:rPr kumimoji="1" lang="en" altLang="ja-JP" sz="1400" dirty="0">
                <a:solidFill>
                  <a:schemeClr val="tx1">
                    <a:lumMod val="85000"/>
                    <a:lumOff val="15000"/>
                  </a:schemeClr>
                </a:solidFill>
              </a:rPr>
              <a:t>MCP Tool </a:t>
            </a:r>
            <a:r>
              <a:rPr kumimoji="1" lang="ja-JP" altLang="en-US" sz="1400">
                <a:solidFill>
                  <a:schemeClr val="tx1">
                    <a:lumMod val="85000"/>
                    <a:lumOff val="15000"/>
                  </a:schemeClr>
                </a:solidFill>
              </a:rPr>
              <a:t>を選択できるか確認する。</a:t>
            </a:r>
          </a:p>
          <a:p>
            <a:pPr>
              <a:spcBef>
                <a:spcPts val="1200"/>
              </a:spcBef>
            </a:pPr>
            <a:r>
              <a:rPr kumimoji="1" lang="ja-JP" altLang="en-US" sz="1400">
                <a:solidFill>
                  <a:schemeClr val="tx1">
                    <a:lumMod val="85000"/>
                    <a:lumOff val="15000"/>
                  </a:schemeClr>
                </a:solidFill>
              </a:rPr>
              <a:t>テストプロンプト例</a:t>
            </a:r>
            <a:r>
              <a:rPr kumimoji="1" lang="en-US" altLang="ja-JP" sz="1400" dirty="0">
                <a:solidFill>
                  <a:schemeClr val="tx1">
                    <a:lumMod val="85000"/>
                    <a:lumOff val="15000"/>
                  </a:schemeClr>
                </a:solidFill>
              </a:rPr>
              <a:t>: </a:t>
            </a: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r>
              <a:rPr kumimoji="1" lang="ja-JP" altLang="en-US" sz="1400">
                <a:solidFill>
                  <a:schemeClr val="tx1">
                    <a:lumMod val="85000"/>
                    <a:lumOff val="15000"/>
                  </a:schemeClr>
                </a:solidFill>
              </a:rPr>
              <a:t>期待する比較</a:t>
            </a:r>
            <a:r>
              <a:rPr kumimoji="1" lang="en-US" altLang="ja-JP" sz="1400" dirty="0">
                <a:solidFill>
                  <a:schemeClr val="tx1">
                    <a:lumMod val="85000"/>
                    <a:lumOff val="15000"/>
                  </a:schemeClr>
                </a:solidFill>
              </a:rPr>
              <a:t>:</a:t>
            </a:r>
          </a:p>
        </p:txBody>
      </p:sp>
      <p:sp>
        <p:nvSpPr>
          <p:cNvPr id="6" name="正方形/長方形 5">
            <a:extLst>
              <a:ext uri="{FF2B5EF4-FFF2-40B4-BE49-F238E27FC236}">
                <a16:creationId xmlns:a16="http://schemas.microsoft.com/office/drawing/2014/main" id="{530A7EF1-5ADA-6E0C-C6F0-F2160A809A64}"/>
              </a:ext>
            </a:extLst>
          </p:cNvPr>
          <p:cNvSpPr/>
          <p:nvPr/>
        </p:nvSpPr>
        <p:spPr>
          <a:xfrm>
            <a:off x="887506" y="3429000"/>
            <a:ext cx="10022542" cy="470647"/>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ja-JP" sz="1200"/>
              <a:t>私の</a:t>
            </a:r>
            <a:r>
              <a:rPr lang="en-US" altLang="ja-JP" sz="1200" dirty="0"/>
              <a:t> </a:t>
            </a:r>
            <a:r>
              <a:rPr lang="en-US" altLang="ja-JP" sz="1200" dirty="0" err="1"/>
              <a:t>owner_id</a:t>
            </a:r>
            <a:r>
              <a:rPr lang="en-US" altLang="ja-JP" sz="1200" dirty="0"/>
              <a:t> </a:t>
            </a:r>
            <a:r>
              <a:rPr lang="ja-JP" altLang="ja-JP" sz="1200"/>
              <a:t>は</a:t>
            </a:r>
            <a:r>
              <a:rPr lang="en-US" altLang="ja-JP" sz="1200" dirty="0"/>
              <a:t> &lt;YOUR_OBJECT_ID&gt; </a:t>
            </a:r>
            <a:r>
              <a:rPr lang="ja-JP" altLang="ja-JP" sz="1200"/>
              <a:t>です。</a:t>
            </a:r>
          </a:p>
          <a:p>
            <a:r>
              <a:rPr lang="ja-JP" altLang="ja-JP" sz="1200"/>
              <a:t>今日が期限の未完了かつ高</a:t>
            </a:r>
            <a:r>
              <a:rPr lang="en-US" altLang="ja-JP" sz="1200" dirty="0"/>
              <a:t> impact </a:t>
            </a:r>
            <a:r>
              <a:rPr lang="ja-JP" altLang="ja-JP" sz="1200"/>
              <a:t>の</a:t>
            </a:r>
            <a:r>
              <a:rPr lang="en-US" altLang="ja-JP" sz="1200" dirty="0"/>
              <a:t> Todo </a:t>
            </a:r>
            <a:r>
              <a:rPr lang="ja-JP" altLang="ja-JP" sz="1200"/>
              <a:t>を取得してください。</a:t>
            </a:r>
          </a:p>
        </p:txBody>
      </p:sp>
      <p:sp>
        <p:nvSpPr>
          <p:cNvPr id="7" name="正方形/長方形 6">
            <a:extLst>
              <a:ext uri="{FF2B5EF4-FFF2-40B4-BE49-F238E27FC236}">
                <a16:creationId xmlns:a16="http://schemas.microsoft.com/office/drawing/2014/main" id="{76956524-7478-4950-A69E-D4CC0D639594}"/>
              </a:ext>
            </a:extLst>
          </p:cNvPr>
          <p:cNvSpPr/>
          <p:nvPr/>
        </p:nvSpPr>
        <p:spPr>
          <a:xfrm>
            <a:off x="887506" y="4011706"/>
            <a:ext cx="10022542" cy="470647"/>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ja-JP" sz="1200"/>
              <a:t>私の</a:t>
            </a:r>
            <a:r>
              <a:rPr lang="en-US" altLang="ja-JP" sz="1200" dirty="0"/>
              <a:t> </a:t>
            </a:r>
            <a:r>
              <a:rPr lang="en-US" altLang="ja-JP" sz="1200" dirty="0" err="1"/>
              <a:t>owner_id</a:t>
            </a:r>
            <a:r>
              <a:rPr lang="en-US" altLang="ja-JP" sz="1200" dirty="0"/>
              <a:t> </a:t>
            </a:r>
            <a:r>
              <a:rPr lang="ja-JP" altLang="ja-JP" sz="1200"/>
              <a:t>は</a:t>
            </a:r>
            <a:r>
              <a:rPr lang="en-US" altLang="ja-JP" sz="1200" dirty="0"/>
              <a:t> &lt;YOUR_OBJECT_ID&gt; </a:t>
            </a:r>
            <a:r>
              <a:rPr lang="ja-JP" altLang="ja-JP" sz="1200"/>
              <a:t>です。</a:t>
            </a:r>
          </a:p>
          <a:p>
            <a:r>
              <a:rPr lang="ja-JP" altLang="ja-JP" sz="1200"/>
              <a:t>展開、導入、利用促進に意味的に関連する</a:t>
            </a:r>
            <a:r>
              <a:rPr lang="en-US" altLang="ja-JP" sz="1200" dirty="0"/>
              <a:t> Todo </a:t>
            </a:r>
            <a:r>
              <a:rPr lang="ja-JP" altLang="ja-JP" sz="1200"/>
              <a:t>を探してください。</a:t>
            </a:r>
          </a:p>
        </p:txBody>
      </p:sp>
      <p:graphicFrame>
        <p:nvGraphicFramePr>
          <p:cNvPr id="8" name="表 7">
            <a:extLst>
              <a:ext uri="{FF2B5EF4-FFF2-40B4-BE49-F238E27FC236}">
                <a16:creationId xmlns:a16="http://schemas.microsoft.com/office/drawing/2014/main" id="{03E86CAA-7BD1-F0F7-7C0D-8C0D8252E4D4}"/>
              </a:ext>
            </a:extLst>
          </p:cNvPr>
          <p:cNvGraphicFramePr>
            <a:graphicFrameLocks noGrp="1"/>
          </p:cNvGraphicFramePr>
          <p:nvPr>
            <p:extLst>
              <p:ext uri="{D42A27DB-BD31-4B8C-83A1-F6EECF244321}">
                <p14:modId xmlns:p14="http://schemas.microsoft.com/office/powerpoint/2010/main" val="1250504743"/>
              </p:ext>
            </p:extLst>
          </p:nvPr>
        </p:nvGraphicFramePr>
        <p:xfrm>
          <a:off x="2157506" y="4623594"/>
          <a:ext cx="6501341" cy="1527810"/>
        </p:xfrm>
        <a:graphic>
          <a:graphicData uri="http://schemas.openxmlformats.org/drawingml/2006/table">
            <a:tbl>
              <a:tblPr firstRow="1" bandRow="1">
                <a:tableStyleId>{5C22544A-7EE6-4342-B048-85BDC9FD1C3A}</a:tableStyleId>
              </a:tblPr>
              <a:tblGrid>
                <a:gridCol w="1082675">
                  <a:extLst>
                    <a:ext uri="{9D8B030D-6E8A-4147-A177-3AD203B41FA5}">
                      <a16:colId xmlns:a16="http://schemas.microsoft.com/office/drawing/2014/main" val="412136325"/>
                    </a:ext>
                  </a:extLst>
                </a:gridCol>
                <a:gridCol w="2709333">
                  <a:extLst>
                    <a:ext uri="{9D8B030D-6E8A-4147-A177-3AD203B41FA5}">
                      <a16:colId xmlns:a16="http://schemas.microsoft.com/office/drawing/2014/main" val="741846438"/>
                    </a:ext>
                  </a:extLst>
                </a:gridCol>
                <a:gridCol w="2709333">
                  <a:extLst>
                    <a:ext uri="{9D8B030D-6E8A-4147-A177-3AD203B41FA5}">
                      <a16:colId xmlns:a16="http://schemas.microsoft.com/office/drawing/2014/main" val="228509246"/>
                    </a:ext>
                  </a:extLst>
                </a:gridCol>
              </a:tblGrid>
              <a:tr h="370840">
                <a:tc>
                  <a:txBody>
                    <a:bodyPr/>
                    <a:lstStyle/>
                    <a:p>
                      <a:pPr algn="l">
                        <a:buNone/>
                      </a:pPr>
                      <a:r>
                        <a:rPr lang="ja-JP" sz="1050" b="0" i="0">
                          <a:solidFill>
                            <a:schemeClr val="bg1"/>
                          </a:solidFill>
                          <a:effectLst/>
                          <a:latin typeface="-apple-system"/>
                        </a:rPr>
                        <a:t>観点</a:t>
                      </a:r>
                    </a:p>
                  </a:txBody>
                  <a:tcPr marL="95250" marR="95250" marT="47625" marB="47625" anchor="ctr"/>
                </a:tc>
                <a:tc>
                  <a:txBody>
                    <a:bodyPr/>
                    <a:lstStyle/>
                    <a:p>
                      <a:pPr algn="l">
                        <a:buNone/>
                      </a:pPr>
                      <a:r>
                        <a:rPr lang="ja-JP" sz="1050" b="0" i="0">
                          <a:solidFill>
                            <a:schemeClr val="bg1"/>
                          </a:solidFill>
                          <a:effectLst/>
                          <a:latin typeface="-apple-system"/>
                        </a:rPr>
                        <a:t>プロンプト A</a:t>
                      </a:r>
                    </a:p>
                  </a:txBody>
                  <a:tcPr marL="95250" marR="95250" marT="47625" marB="47625" anchor="ctr"/>
                </a:tc>
                <a:tc>
                  <a:txBody>
                    <a:bodyPr/>
                    <a:lstStyle/>
                    <a:p>
                      <a:pPr algn="l">
                        <a:buNone/>
                      </a:pPr>
                      <a:r>
                        <a:rPr lang="ja-JP" sz="1050" b="0" i="0">
                          <a:solidFill>
                            <a:schemeClr val="bg1"/>
                          </a:solidFill>
                          <a:effectLst/>
                          <a:latin typeface="-apple-system"/>
                        </a:rPr>
                        <a:t>プロンプト B</a:t>
                      </a:r>
                    </a:p>
                  </a:txBody>
                  <a:tcPr marL="95250" marR="95250" marT="47625" marB="47625" anchor="ctr"/>
                </a:tc>
                <a:extLst>
                  <a:ext uri="{0D108BD9-81ED-4DB2-BD59-A6C34878D82A}">
                    <a16:rowId xmlns:a16="http://schemas.microsoft.com/office/drawing/2014/main" val="483239958"/>
                  </a:ext>
                </a:extLst>
              </a:tr>
              <a:tr h="370840">
                <a:tc>
                  <a:txBody>
                    <a:bodyPr/>
                    <a:lstStyle/>
                    <a:p>
                      <a:pPr algn="l">
                        <a:buNone/>
                      </a:pPr>
                      <a:r>
                        <a:rPr lang="ja-JP" sz="1050" b="0" i="0">
                          <a:solidFill>
                            <a:schemeClr val="tx1">
                              <a:lumMod val="85000"/>
                              <a:lumOff val="15000"/>
                            </a:schemeClr>
                          </a:solidFill>
                          <a:effectLst/>
                          <a:latin typeface="-apple-system"/>
                        </a:rPr>
                        <a:t>主な検索意図</a:t>
                      </a:r>
                    </a:p>
                  </a:txBody>
                  <a:tcPr marL="95250" marR="95250" marT="47625" marB="47625" anchor="ctr"/>
                </a:tc>
                <a:tc>
                  <a:txBody>
                    <a:bodyPr/>
                    <a:lstStyle/>
                    <a:p>
                      <a:pPr algn="l">
                        <a:buNone/>
                      </a:pPr>
                      <a:r>
                        <a:rPr lang="ja-JP" sz="1050" b="0" i="0">
                          <a:solidFill>
                            <a:schemeClr val="tx1">
                              <a:lumMod val="85000"/>
                              <a:lumOff val="15000"/>
                            </a:schemeClr>
                          </a:solidFill>
                          <a:effectLst/>
                          <a:latin typeface="-apple-system"/>
                        </a:rPr>
                        <a:t>status、期限、impact による条件検索</a:t>
                      </a:r>
                    </a:p>
                  </a:txBody>
                  <a:tcPr marL="95250" marR="95250" marT="47625" marB="47625" anchor="ctr"/>
                </a:tc>
                <a:tc>
                  <a:txBody>
                    <a:bodyPr/>
                    <a:lstStyle/>
                    <a:p>
                      <a:pPr algn="l">
                        <a:buNone/>
                      </a:pPr>
                      <a:r>
                        <a:rPr lang="ja-JP" sz="1050" b="0" i="0">
                          <a:solidFill>
                            <a:schemeClr val="tx1">
                              <a:lumMod val="85000"/>
                              <a:lumOff val="15000"/>
                            </a:schemeClr>
                          </a:solidFill>
                          <a:effectLst/>
                          <a:latin typeface="-apple-system"/>
                        </a:rPr>
                        <a:t>意味的な類似検索</a:t>
                      </a:r>
                    </a:p>
                  </a:txBody>
                  <a:tcPr marL="95250" marR="95250" marT="47625" marB="47625" anchor="ctr"/>
                </a:tc>
                <a:extLst>
                  <a:ext uri="{0D108BD9-81ED-4DB2-BD59-A6C34878D82A}">
                    <a16:rowId xmlns:a16="http://schemas.microsoft.com/office/drawing/2014/main" val="1568665975"/>
                  </a:ext>
                </a:extLst>
              </a:tr>
              <a:tr h="370840">
                <a:tc>
                  <a:txBody>
                    <a:bodyPr/>
                    <a:lstStyle/>
                    <a:p>
                      <a:pPr algn="l">
                        <a:buNone/>
                      </a:pPr>
                      <a:r>
                        <a:rPr lang="ja-JP" sz="1050" b="0" i="0">
                          <a:solidFill>
                            <a:schemeClr val="tx1">
                              <a:lumMod val="85000"/>
                              <a:lumOff val="15000"/>
                            </a:schemeClr>
                          </a:solidFill>
                          <a:effectLst/>
                          <a:latin typeface="-apple-system"/>
                        </a:rPr>
                        <a:t>確認する Tool</a:t>
                      </a:r>
                    </a:p>
                  </a:txBody>
                  <a:tcPr marL="95250" marR="95250" marT="47625" marB="47625" anchor="ctr"/>
                </a:tc>
                <a:tc>
                  <a:txBody>
                    <a:bodyPr/>
                    <a:lstStyle/>
                    <a:p>
                      <a:pPr algn="l">
                        <a:buNone/>
                      </a:pPr>
                      <a:r>
                        <a:rPr lang="ja-JP" sz="1050" b="0" i="0">
                          <a:solidFill>
                            <a:schemeClr val="tx1">
                              <a:lumMod val="85000"/>
                              <a:lumOff val="15000"/>
                            </a:schemeClr>
                          </a:solidFill>
                          <a:effectLst/>
                          <a:latin typeface="-apple-system"/>
                        </a:rPr>
                        <a:t>Query 系 Tool</a:t>
                      </a:r>
                    </a:p>
                  </a:txBody>
                  <a:tcPr marL="95250" marR="95250" marT="47625" marB="47625" anchor="ctr"/>
                </a:tc>
                <a:tc>
                  <a:txBody>
                    <a:bodyPr/>
                    <a:lstStyle/>
                    <a:p>
                      <a:pPr algn="l">
                        <a:buNone/>
                      </a:pPr>
                      <a:r>
                        <a:rPr lang="ja-JP" sz="1050" b="0" i="0">
                          <a:solidFill>
                            <a:schemeClr val="tx1">
                              <a:lumMod val="85000"/>
                              <a:lumOff val="15000"/>
                            </a:schemeClr>
                          </a:solidFill>
                          <a:effectLst/>
                          <a:latin typeface="-apple-system"/>
                        </a:rPr>
                        <a:t>Vector Search 系 Tool</a:t>
                      </a:r>
                    </a:p>
                  </a:txBody>
                  <a:tcPr marL="95250" marR="95250" marT="47625" marB="47625" anchor="ctr"/>
                </a:tc>
                <a:extLst>
                  <a:ext uri="{0D108BD9-81ED-4DB2-BD59-A6C34878D82A}">
                    <a16:rowId xmlns:a16="http://schemas.microsoft.com/office/drawing/2014/main" val="1547267568"/>
                  </a:ext>
                </a:extLst>
              </a:tr>
              <a:tr h="370840">
                <a:tc>
                  <a:txBody>
                    <a:bodyPr/>
                    <a:lstStyle/>
                    <a:p>
                      <a:pPr algn="l">
                        <a:buNone/>
                      </a:pPr>
                      <a:r>
                        <a:rPr lang="ja-JP" sz="1050" b="0" i="0">
                          <a:solidFill>
                            <a:schemeClr val="tx1">
                              <a:lumMod val="85000"/>
                              <a:lumOff val="15000"/>
                            </a:schemeClr>
                          </a:solidFill>
                          <a:effectLst/>
                          <a:latin typeface="-apple-system"/>
                        </a:rPr>
                        <a:t>Trace で見る点</a:t>
                      </a:r>
                    </a:p>
                  </a:txBody>
                  <a:tcPr marL="95250" marR="95250" marT="47625" marB="47625" anchor="ctr"/>
                </a:tc>
                <a:tc>
                  <a:txBody>
                    <a:bodyPr/>
                    <a:lstStyle/>
                    <a:p>
                      <a:pPr algn="l">
                        <a:buNone/>
                      </a:pPr>
                      <a:r>
                        <a:rPr lang="ja-JP" sz="1050" b="0" i="0">
                          <a:solidFill>
                            <a:schemeClr val="tx1">
                              <a:lumMod val="85000"/>
                              <a:lumOff val="15000"/>
                            </a:schemeClr>
                          </a:solidFill>
                          <a:effectLst/>
                          <a:latin typeface="-apple-system"/>
                        </a:rPr>
                        <a:t>フィルター条件</a:t>
                      </a:r>
                    </a:p>
                  </a:txBody>
                  <a:tcPr marL="95250" marR="95250" marT="47625" marB="47625" anchor="ctr"/>
                </a:tc>
                <a:tc>
                  <a:txBody>
                    <a:bodyPr/>
                    <a:lstStyle/>
                    <a:p>
                      <a:pPr algn="l">
                        <a:buNone/>
                      </a:pPr>
                      <a:r>
                        <a:rPr lang="ja-JP" sz="1050" b="0" i="0">
                          <a:solidFill>
                            <a:schemeClr val="tx1">
                              <a:lumMod val="85000"/>
                              <a:lumOff val="15000"/>
                            </a:schemeClr>
                          </a:solidFill>
                          <a:effectLst/>
                          <a:latin typeface="-apple-system"/>
                        </a:rPr>
                        <a:t>Search text、Vector property、返却プロパティ</a:t>
                      </a:r>
                    </a:p>
                  </a:txBody>
                  <a:tcPr marL="95250" marR="95250" marT="47625" marB="47625" anchor="ctr"/>
                </a:tc>
                <a:extLst>
                  <a:ext uri="{0D108BD9-81ED-4DB2-BD59-A6C34878D82A}">
                    <a16:rowId xmlns:a16="http://schemas.microsoft.com/office/drawing/2014/main" val="2881290875"/>
                  </a:ext>
                </a:extLst>
              </a:tr>
            </a:tbl>
          </a:graphicData>
        </a:graphic>
      </p:graphicFrame>
    </p:spTree>
    <p:extLst>
      <p:ext uri="{BB962C8B-B14F-4D97-AF65-F5344CB8AC3E}">
        <p14:creationId xmlns:p14="http://schemas.microsoft.com/office/powerpoint/2010/main" val="2890494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F50F1-16B9-996B-5ADE-63445CAE838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2B40323-77CA-FA7B-E529-FA185A9E04D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早く終えた方のためのコンテンツ</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BC0044BF-0CC4-4849-52FC-5E9E47661B3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42A8108-C233-535A-8B71-CAC8F4DA2CD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28B4EBAC-9715-714F-999F-A7E657AD67ED}"/>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以上の内容を早く終えられた方は以下の内容も試してみてください。</a:t>
            </a:r>
            <a:endParaRPr kumimoji="1" lang="en-US" altLang="ja-JP" sz="2000" dirty="0"/>
          </a:p>
        </p:txBody>
      </p:sp>
      <p:sp>
        <p:nvSpPr>
          <p:cNvPr id="5" name="角丸四角形 4">
            <a:extLst>
              <a:ext uri="{FF2B5EF4-FFF2-40B4-BE49-F238E27FC236}">
                <a16:creationId xmlns:a16="http://schemas.microsoft.com/office/drawing/2014/main" id="{710292C6-DA05-FF2D-1A74-8B76C19CB373}"/>
              </a:ext>
            </a:extLst>
          </p:cNvPr>
          <p:cNvSpPr/>
          <p:nvPr/>
        </p:nvSpPr>
        <p:spPr>
          <a:xfrm>
            <a:off x="685800" y="1941147"/>
            <a:ext cx="10618694" cy="4647911"/>
          </a:xfrm>
          <a:prstGeom prst="roundRect">
            <a:avLst>
              <a:gd name="adj" fmla="val 5220"/>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1200"/>
              </a:spcBef>
            </a:pPr>
            <a:r>
              <a:rPr kumimoji="1" lang="en" altLang="ja-JP" sz="1400" dirty="0">
                <a:solidFill>
                  <a:schemeClr val="tx1">
                    <a:lumMod val="85000"/>
                    <a:lumOff val="15000"/>
                  </a:schemeClr>
                </a:solidFill>
              </a:rPr>
              <a:t>Challenge 3: </a:t>
            </a:r>
            <a:r>
              <a:rPr kumimoji="1" lang="ja-JP" altLang="en-US" sz="1400">
                <a:solidFill>
                  <a:schemeClr val="tx1">
                    <a:lumMod val="85000"/>
                    <a:lumOff val="15000"/>
                  </a:schemeClr>
                </a:solidFill>
              </a:rPr>
              <a:t>マルチターンで条件を追加する</a:t>
            </a:r>
          </a:p>
          <a:p>
            <a:pPr>
              <a:spcBef>
                <a:spcPts val="1200"/>
              </a:spcBef>
            </a:pPr>
            <a:r>
              <a:rPr kumimoji="1" lang="ja-JP" altLang="en-US" sz="1400">
                <a:solidFill>
                  <a:schemeClr val="tx1">
                    <a:lumMod val="85000"/>
                    <a:lumOff val="15000"/>
                  </a:schemeClr>
                </a:solidFill>
              </a:rPr>
              <a:t>目安</a:t>
            </a:r>
            <a:r>
              <a:rPr kumimoji="1" lang="en-US" altLang="ja-JP" sz="1400" dirty="0">
                <a:solidFill>
                  <a:schemeClr val="tx1">
                    <a:lumMod val="85000"/>
                    <a:lumOff val="15000"/>
                  </a:schemeClr>
                </a:solidFill>
              </a:rPr>
              <a:t>: 15-20 </a:t>
            </a:r>
            <a:r>
              <a:rPr kumimoji="1" lang="ja-JP" altLang="en-US" sz="1400">
                <a:solidFill>
                  <a:schemeClr val="tx1">
                    <a:lumMod val="85000"/>
                    <a:lumOff val="15000"/>
                  </a:schemeClr>
                </a:solidFill>
              </a:rPr>
              <a:t>分</a:t>
            </a:r>
          </a:p>
          <a:p>
            <a:pPr>
              <a:spcBef>
                <a:spcPts val="1200"/>
              </a:spcBef>
            </a:pPr>
            <a:r>
              <a:rPr kumimoji="1" lang="ja-JP" altLang="en-US" sz="1400">
                <a:solidFill>
                  <a:schemeClr val="tx1">
                    <a:lumMod val="85000"/>
                    <a:lumOff val="15000"/>
                  </a:schemeClr>
                </a:solidFill>
              </a:rPr>
              <a:t>目的</a:t>
            </a:r>
            <a:r>
              <a:rPr kumimoji="1" lang="en-US" altLang="ja-JP" sz="1400" dirty="0">
                <a:solidFill>
                  <a:schemeClr val="tx1">
                    <a:lumMod val="85000"/>
                    <a:lumOff val="15000"/>
                  </a:schemeClr>
                </a:solidFill>
              </a:rPr>
              <a:t>: </a:t>
            </a:r>
            <a:r>
              <a:rPr kumimoji="1" lang="ja-JP" altLang="en-US" sz="1400">
                <a:solidFill>
                  <a:schemeClr val="tx1">
                    <a:lumMod val="85000"/>
                    <a:lumOff val="15000"/>
                  </a:schemeClr>
                </a:solidFill>
              </a:rPr>
              <a:t>会話の途中で制約が増えたときの </a:t>
            </a:r>
            <a:r>
              <a:rPr kumimoji="1" lang="en" altLang="ja-JP" sz="1400" dirty="0">
                <a:solidFill>
                  <a:schemeClr val="tx1">
                    <a:lumMod val="85000"/>
                    <a:lumOff val="15000"/>
                  </a:schemeClr>
                </a:solidFill>
              </a:rPr>
              <a:t>Agent </a:t>
            </a:r>
            <a:r>
              <a:rPr kumimoji="1" lang="ja-JP" altLang="en-US" sz="1400">
                <a:solidFill>
                  <a:schemeClr val="tx1">
                    <a:lumMod val="85000"/>
                    <a:lumOff val="15000"/>
                  </a:schemeClr>
                </a:solidFill>
              </a:rPr>
              <a:t>の挙動を確認する。古い </a:t>
            </a:r>
            <a:r>
              <a:rPr kumimoji="1" lang="en" altLang="ja-JP" sz="1400" dirty="0">
                <a:solidFill>
                  <a:schemeClr val="tx1">
                    <a:lumMod val="85000"/>
                    <a:lumOff val="15000"/>
                  </a:schemeClr>
                </a:solidFill>
              </a:rPr>
              <a:t>Tool result </a:t>
            </a:r>
            <a:r>
              <a:rPr kumimoji="1" lang="ja-JP" altLang="en-US" sz="1400">
                <a:solidFill>
                  <a:schemeClr val="tx1">
                    <a:lumMod val="85000"/>
                    <a:lumOff val="15000"/>
                  </a:schemeClr>
                </a:solidFill>
              </a:rPr>
              <a:t>をそのまま使うべき場合と、再検索すべき場合を考える。</a:t>
            </a:r>
          </a:p>
          <a:p>
            <a:pPr>
              <a:spcBef>
                <a:spcPts val="1200"/>
              </a:spcBef>
            </a:pPr>
            <a:r>
              <a:rPr kumimoji="1" lang="ja-JP" altLang="en-US" sz="1400">
                <a:solidFill>
                  <a:schemeClr val="tx1">
                    <a:lumMod val="85000"/>
                    <a:lumOff val="15000"/>
                  </a:schemeClr>
                </a:solidFill>
              </a:rPr>
              <a:t>同じ会話で次のプロンプトを順番に実行します。</a:t>
            </a: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r>
              <a:rPr kumimoji="1" lang="ja-JP" altLang="en-US" sz="1400">
                <a:solidFill>
                  <a:schemeClr val="tx1">
                    <a:lumMod val="85000"/>
                    <a:lumOff val="15000"/>
                  </a:schemeClr>
                </a:solidFill>
              </a:rPr>
              <a:t>期待する比較</a:t>
            </a:r>
            <a:r>
              <a:rPr kumimoji="1" lang="en-US" altLang="ja-JP" sz="1400" dirty="0">
                <a:solidFill>
                  <a:schemeClr val="tx1">
                    <a:lumMod val="85000"/>
                    <a:lumOff val="15000"/>
                  </a:schemeClr>
                </a:solidFill>
              </a:rPr>
              <a:t>:</a:t>
            </a:r>
          </a:p>
        </p:txBody>
      </p:sp>
      <p:sp>
        <p:nvSpPr>
          <p:cNvPr id="7" name="正方形/長方形 6">
            <a:extLst>
              <a:ext uri="{FF2B5EF4-FFF2-40B4-BE49-F238E27FC236}">
                <a16:creationId xmlns:a16="http://schemas.microsoft.com/office/drawing/2014/main" id="{D2753D42-D55F-AFE2-399A-9C9563FD0273}"/>
              </a:ext>
            </a:extLst>
          </p:cNvPr>
          <p:cNvSpPr/>
          <p:nvPr/>
        </p:nvSpPr>
        <p:spPr>
          <a:xfrm>
            <a:off x="823633" y="3727220"/>
            <a:ext cx="10022542" cy="537882"/>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ja-JP" sz="1200"/>
              <a:t>私の</a:t>
            </a:r>
            <a:r>
              <a:rPr lang="en-US" altLang="ja-JP" sz="1200" dirty="0"/>
              <a:t> </a:t>
            </a:r>
            <a:r>
              <a:rPr lang="en-US" altLang="ja-JP" sz="1200" dirty="0" err="1"/>
              <a:t>owner_id</a:t>
            </a:r>
            <a:r>
              <a:rPr lang="en-US" altLang="ja-JP" sz="1200" dirty="0"/>
              <a:t> </a:t>
            </a:r>
            <a:r>
              <a:rPr lang="ja-JP" altLang="ja-JP" sz="1200"/>
              <a:t>は</a:t>
            </a:r>
            <a:r>
              <a:rPr lang="en-US" altLang="ja-JP" sz="1200" dirty="0"/>
              <a:t> &lt;YOUR_OBJECT_ID&gt; </a:t>
            </a:r>
            <a:r>
              <a:rPr lang="ja-JP" altLang="ja-JP" sz="1200"/>
              <a:t>です。今日の候補を</a:t>
            </a:r>
            <a:r>
              <a:rPr lang="en-US" altLang="ja-JP" sz="1200" dirty="0"/>
              <a:t> 5 </a:t>
            </a:r>
            <a:r>
              <a:rPr lang="ja-JP" altLang="ja-JP" sz="1200"/>
              <a:t>件選んでください。</a:t>
            </a:r>
          </a:p>
        </p:txBody>
      </p:sp>
      <p:sp>
        <p:nvSpPr>
          <p:cNvPr id="10" name="正方形/長方形 9">
            <a:extLst>
              <a:ext uri="{FF2B5EF4-FFF2-40B4-BE49-F238E27FC236}">
                <a16:creationId xmlns:a16="http://schemas.microsoft.com/office/drawing/2014/main" id="{252E0C6F-FF41-A0C1-EDA9-994910B537B2}"/>
              </a:ext>
            </a:extLst>
          </p:cNvPr>
          <p:cNvSpPr/>
          <p:nvPr/>
        </p:nvSpPr>
        <p:spPr>
          <a:xfrm>
            <a:off x="823633" y="4390608"/>
            <a:ext cx="10022542" cy="537882"/>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ja-JP" sz="1200"/>
              <a:t>その中から</a:t>
            </a:r>
            <a:r>
              <a:rPr lang="en-US" altLang="ja-JP" sz="1200" dirty="0"/>
              <a:t> </a:t>
            </a:r>
            <a:r>
              <a:rPr lang="en-US" altLang="ja-JP" sz="1200" dirty="0" err="1"/>
              <a:t>estimatedHours</a:t>
            </a:r>
            <a:r>
              <a:rPr lang="en-US" altLang="ja-JP" sz="1200" dirty="0"/>
              <a:t> </a:t>
            </a:r>
            <a:r>
              <a:rPr lang="ja-JP" altLang="ja-JP" sz="1200"/>
              <a:t>が</a:t>
            </a:r>
            <a:r>
              <a:rPr lang="en-US" altLang="ja-JP" sz="1200" dirty="0"/>
              <a:t> 3 </a:t>
            </a:r>
            <a:r>
              <a:rPr lang="ja-JP" altLang="ja-JP" sz="1200"/>
              <a:t>時間以内のものだけにしてください。</a:t>
            </a:r>
          </a:p>
        </p:txBody>
      </p:sp>
      <p:sp>
        <p:nvSpPr>
          <p:cNvPr id="11" name="正方形/長方形 10">
            <a:extLst>
              <a:ext uri="{FF2B5EF4-FFF2-40B4-BE49-F238E27FC236}">
                <a16:creationId xmlns:a16="http://schemas.microsoft.com/office/drawing/2014/main" id="{8B4BF88D-945C-B18A-177D-5ED33718C52A}"/>
              </a:ext>
            </a:extLst>
          </p:cNvPr>
          <p:cNvSpPr/>
          <p:nvPr/>
        </p:nvSpPr>
        <p:spPr>
          <a:xfrm>
            <a:off x="823633" y="5053996"/>
            <a:ext cx="10022542" cy="537882"/>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err="1"/>
              <a:t>esearch</a:t>
            </a:r>
            <a:r>
              <a:rPr lang="en-US" altLang="ja-JP" sz="1200" dirty="0"/>
              <a:t> </a:t>
            </a:r>
            <a:r>
              <a:rPr lang="ja-JP" altLang="ja-JP" sz="1200"/>
              <a:t>カテゴリを除外してください。</a:t>
            </a:r>
          </a:p>
        </p:txBody>
      </p:sp>
      <p:sp>
        <p:nvSpPr>
          <p:cNvPr id="12" name="正方形/長方形 11">
            <a:extLst>
              <a:ext uri="{FF2B5EF4-FFF2-40B4-BE49-F238E27FC236}">
                <a16:creationId xmlns:a16="http://schemas.microsoft.com/office/drawing/2014/main" id="{B776E2E4-E66F-D897-BE23-B9BF1824F251}"/>
              </a:ext>
            </a:extLst>
          </p:cNvPr>
          <p:cNvSpPr/>
          <p:nvPr/>
        </p:nvSpPr>
        <p:spPr>
          <a:xfrm>
            <a:off x="823633" y="5712759"/>
            <a:ext cx="10022542" cy="537882"/>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t>1 </a:t>
            </a:r>
            <a:r>
              <a:rPr lang="ja-JP" altLang="ja-JP" sz="1200"/>
              <a:t>位が</a:t>
            </a:r>
            <a:r>
              <a:rPr lang="en-US" altLang="ja-JP" sz="1200" dirty="0"/>
              <a:t> 2 </a:t>
            </a:r>
            <a:r>
              <a:rPr lang="ja-JP" altLang="ja-JP" sz="1200"/>
              <a:t>位より上である理由を、</a:t>
            </a:r>
            <a:r>
              <a:rPr lang="en-US" altLang="ja-JP" sz="1200" dirty="0"/>
              <a:t>Tool result </a:t>
            </a:r>
            <a:r>
              <a:rPr lang="ja-JP" altLang="ja-JP" sz="1200"/>
              <a:t>の値だけを使って説明してください。</a:t>
            </a:r>
          </a:p>
        </p:txBody>
      </p:sp>
    </p:spTree>
    <p:extLst>
      <p:ext uri="{BB962C8B-B14F-4D97-AF65-F5344CB8AC3E}">
        <p14:creationId xmlns:p14="http://schemas.microsoft.com/office/powerpoint/2010/main" val="2281162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FB25D-7E79-7017-0CF7-62E04CFCD5F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F03C82C-9B16-BD3E-603D-4FA28789A5D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早く終えた方のためのコンテンツ</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1D18B6E6-1D67-BF28-DF79-807EC2D9CC7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7F34A62-7C68-22AE-1FB0-4FB6EA695D6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00AD038F-2EED-9727-3F2C-32EFB2C2B71D}"/>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以上の内容を早く終えられた方は以下の内容も試してみてください。</a:t>
            </a:r>
            <a:endParaRPr kumimoji="1" lang="en-US" altLang="ja-JP" sz="2000" dirty="0"/>
          </a:p>
        </p:txBody>
      </p:sp>
      <p:sp>
        <p:nvSpPr>
          <p:cNvPr id="5" name="角丸四角形 4">
            <a:extLst>
              <a:ext uri="{FF2B5EF4-FFF2-40B4-BE49-F238E27FC236}">
                <a16:creationId xmlns:a16="http://schemas.microsoft.com/office/drawing/2014/main" id="{8CEC2F98-E13E-83A0-668A-233AC7AAA004}"/>
              </a:ext>
            </a:extLst>
          </p:cNvPr>
          <p:cNvSpPr/>
          <p:nvPr/>
        </p:nvSpPr>
        <p:spPr>
          <a:xfrm>
            <a:off x="685800" y="1941147"/>
            <a:ext cx="10618694" cy="4647911"/>
          </a:xfrm>
          <a:prstGeom prst="roundRect">
            <a:avLst>
              <a:gd name="adj" fmla="val 5220"/>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1200"/>
              </a:spcBef>
            </a:pPr>
            <a:r>
              <a:rPr kumimoji="1" lang="en" altLang="ja-JP" sz="1400" dirty="0">
                <a:solidFill>
                  <a:schemeClr val="tx1">
                    <a:lumMod val="85000"/>
                    <a:lumOff val="15000"/>
                  </a:schemeClr>
                </a:solidFill>
              </a:rPr>
              <a:t>Challenge 3: </a:t>
            </a:r>
            <a:r>
              <a:rPr kumimoji="1" lang="ja-JP" altLang="en-US" sz="1400">
                <a:solidFill>
                  <a:schemeClr val="tx1">
                    <a:lumMod val="85000"/>
                    <a:lumOff val="15000"/>
                  </a:schemeClr>
                </a:solidFill>
              </a:rPr>
              <a:t>マルチターンで条件を追加する</a:t>
            </a:r>
            <a:endParaRPr kumimoji="1" lang="en-US" altLang="ja-JP" sz="1400" dirty="0">
              <a:solidFill>
                <a:schemeClr val="tx1">
                  <a:lumMod val="85000"/>
                  <a:lumOff val="15000"/>
                </a:schemeClr>
              </a:solidFill>
            </a:endParaRPr>
          </a:p>
          <a:p>
            <a:pPr>
              <a:spcBef>
                <a:spcPts val="1200"/>
              </a:spcBef>
            </a:pPr>
            <a:r>
              <a:rPr kumimoji="1" lang="ja-JP" altLang="en-US" sz="1400">
                <a:solidFill>
                  <a:schemeClr val="tx1">
                    <a:lumMod val="85000"/>
                    <a:lumOff val="15000"/>
                  </a:schemeClr>
                </a:solidFill>
              </a:rPr>
              <a:t>確認事項</a:t>
            </a:r>
            <a:r>
              <a:rPr kumimoji="1" lang="en-US" altLang="ja-JP" sz="1400" dirty="0">
                <a:solidFill>
                  <a:schemeClr val="tx1">
                    <a:lumMod val="85000"/>
                    <a:lumOff val="15000"/>
                  </a:schemeClr>
                </a:solidFill>
              </a:rPr>
              <a:t>:</a:t>
            </a:r>
          </a:p>
          <a:p>
            <a:pPr marL="742950" lvl="1" indent="-285750">
              <a:spcBef>
                <a:spcPts val="300"/>
              </a:spcBef>
              <a:buFont typeface="Arial" panose="020B0604020202020204" pitchFamily="34" charset="0"/>
              <a:buChar char="•"/>
            </a:pPr>
            <a:r>
              <a:rPr kumimoji="1" lang="ja-JP" altLang="en-US" sz="1400">
                <a:solidFill>
                  <a:schemeClr val="tx1">
                    <a:lumMod val="85000"/>
                    <a:lumOff val="15000"/>
                  </a:schemeClr>
                </a:solidFill>
              </a:rPr>
              <a:t>条件が会話をまたいで保持されたか。</a:t>
            </a:r>
          </a:p>
          <a:p>
            <a:pPr marL="742950" lvl="1" indent="-285750">
              <a:spcBef>
                <a:spcPts val="300"/>
              </a:spcBef>
              <a:buFont typeface="Arial" panose="020B0604020202020204" pitchFamily="34" charset="0"/>
              <a:buChar char="•"/>
            </a:pPr>
            <a:r>
              <a:rPr kumimoji="1" lang="ja-JP" altLang="en-US" sz="1400">
                <a:solidFill>
                  <a:schemeClr val="tx1">
                    <a:lumMod val="85000"/>
                    <a:lumOff val="15000"/>
                  </a:schemeClr>
                </a:solidFill>
              </a:rPr>
              <a:t>条件変更後に必要な再検索が行われたか。</a:t>
            </a:r>
          </a:p>
          <a:p>
            <a:pPr marL="742950" lvl="1" indent="-285750">
              <a:spcBef>
                <a:spcPts val="300"/>
              </a:spcBef>
              <a:buFont typeface="Arial" panose="020B0604020202020204" pitchFamily="34" charset="0"/>
              <a:buChar char="•"/>
            </a:pPr>
            <a:r>
              <a:rPr kumimoji="1" lang="ja-JP" altLang="en-US" sz="1400">
                <a:solidFill>
                  <a:schemeClr val="tx1">
                    <a:lumMod val="85000"/>
                    <a:lumOff val="15000"/>
                  </a:schemeClr>
                </a:solidFill>
              </a:rPr>
              <a:t>最後の説明が実データに基づいているか。</a:t>
            </a:r>
          </a:p>
          <a:p>
            <a:pPr marL="742950" lvl="1" indent="-285750">
              <a:spcBef>
                <a:spcPts val="300"/>
              </a:spcBef>
              <a:buFont typeface="Arial" panose="020B0604020202020204" pitchFamily="34" charset="0"/>
              <a:buChar char="•"/>
            </a:pPr>
            <a:r>
              <a:rPr kumimoji="1" lang="ja-JP" altLang="en-US" sz="1400">
                <a:solidFill>
                  <a:schemeClr val="tx1">
                    <a:lumMod val="85000"/>
                    <a:lumOff val="15000"/>
                  </a:schemeClr>
                </a:solidFill>
              </a:rPr>
              <a:t>新しい会話で最後の質問だけを実行した場合との違いを説明できるか。</a:t>
            </a:r>
          </a:p>
        </p:txBody>
      </p:sp>
    </p:spTree>
    <p:extLst>
      <p:ext uri="{BB962C8B-B14F-4D97-AF65-F5344CB8AC3E}">
        <p14:creationId xmlns:p14="http://schemas.microsoft.com/office/powerpoint/2010/main" val="3112837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84FA-8EE2-90AA-54B9-EDFE5008995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56C3EA9-4ABE-E65E-1687-A5320AD5D28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早く終えた方のためのコンテンツ</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491A5127-0915-5BB9-0B22-466C15FF728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2CD5964-46B9-36B4-59BB-1267A11AF36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22B5DEA3-1F3C-BD82-2052-2E2672B8AE0B}"/>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以上の内容を早く終えられた方は以下の内容も試してみてください。</a:t>
            </a:r>
            <a:endParaRPr kumimoji="1" lang="en-US" altLang="ja-JP" sz="2000" dirty="0"/>
          </a:p>
        </p:txBody>
      </p:sp>
      <p:sp>
        <p:nvSpPr>
          <p:cNvPr id="5" name="角丸四角形 4">
            <a:extLst>
              <a:ext uri="{FF2B5EF4-FFF2-40B4-BE49-F238E27FC236}">
                <a16:creationId xmlns:a16="http://schemas.microsoft.com/office/drawing/2014/main" id="{013A1D73-B72F-9253-E50C-863EE3E1C2D6}"/>
              </a:ext>
            </a:extLst>
          </p:cNvPr>
          <p:cNvSpPr/>
          <p:nvPr/>
        </p:nvSpPr>
        <p:spPr>
          <a:xfrm>
            <a:off x="685800" y="1941148"/>
            <a:ext cx="10618694" cy="4468618"/>
          </a:xfrm>
          <a:prstGeom prst="roundRect">
            <a:avLst>
              <a:gd name="adj" fmla="val 5220"/>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1200"/>
              </a:spcBef>
            </a:pPr>
            <a:r>
              <a:rPr kumimoji="1" lang="en" altLang="ja-JP" sz="1400" dirty="0">
                <a:solidFill>
                  <a:schemeClr val="tx1">
                    <a:lumMod val="85000"/>
                    <a:lumOff val="15000"/>
                  </a:schemeClr>
                </a:solidFill>
              </a:rPr>
              <a:t>Challenge 4: </a:t>
            </a:r>
            <a:r>
              <a:rPr kumimoji="1" lang="ja-JP" altLang="en-US" sz="1400">
                <a:solidFill>
                  <a:schemeClr val="tx1">
                    <a:lumMod val="85000"/>
                    <a:lumOff val="15000"/>
                  </a:schemeClr>
                </a:solidFill>
              </a:rPr>
              <a:t>依存関係を考慮した計画</a:t>
            </a:r>
          </a:p>
          <a:p>
            <a:pPr>
              <a:spcBef>
                <a:spcPts val="1200"/>
              </a:spcBef>
            </a:pPr>
            <a:r>
              <a:rPr kumimoji="1" lang="ja-JP" altLang="en-US" sz="1400">
                <a:solidFill>
                  <a:schemeClr val="tx1">
                    <a:lumMod val="85000"/>
                    <a:lumOff val="15000"/>
                  </a:schemeClr>
                </a:solidFill>
              </a:rPr>
              <a:t>目安</a:t>
            </a:r>
            <a:r>
              <a:rPr kumimoji="1" lang="en-US" altLang="ja-JP" sz="1400" dirty="0">
                <a:solidFill>
                  <a:schemeClr val="tx1">
                    <a:lumMod val="85000"/>
                    <a:lumOff val="15000"/>
                  </a:schemeClr>
                </a:solidFill>
              </a:rPr>
              <a:t>: 20 </a:t>
            </a:r>
            <a:r>
              <a:rPr kumimoji="1" lang="ja-JP" altLang="en-US" sz="1400">
                <a:solidFill>
                  <a:schemeClr val="tx1">
                    <a:lumMod val="85000"/>
                    <a:lumOff val="15000"/>
                  </a:schemeClr>
                </a:solidFill>
              </a:rPr>
              <a:t>分</a:t>
            </a:r>
          </a:p>
          <a:p>
            <a:pPr>
              <a:spcBef>
                <a:spcPts val="1200"/>
              </a:spcBef>
            </a:pPr>
            <a:r>
              <a:rPr kumimoji="1" lang="ja-JP" altLang="en-US" sz="1400">
                <a:solidFill>
                  <a:schemeClr val="tx1">
                    <a:lumMod val="85000"/>
                    <a:lumOff val="15000"/>
                  </a:schemeClr>
                </a:solidFill>
              </a:rPr>
              <a:t>目的</a:t>
            </a:r>
            <a:r>
              <a:rPr kumimoji="1" lang="en-US" altLang="ja-JP" sz="1400" dirty="0">
                <a:solidFill>
                  <a:schemeClr val="tx1">
                    <a:lumMod val="85000"/>
                    <a:lumOff val="15000"/>
                  </a:schemeClr>
                </a:solidFill>
              </a:rPr>
              <a:t>: </a:t>
            </a:r>
            <a:r>
              <a:rPr kumimoji="1" lang="ja-JP" altLang="en-US" sz="1400">
                <a:solidFill>
                  <a:schemeClr val="tx1">
                    <a:lumMod val="85000"/>
                    <a:lumOff val="15000"/>
                  </a:schemeClr>
                </a:solidFill>
              </a:rPr>
              <a:t>単純な期限順とは異なる優先順位付けを試す。</a:t>
            </a:r>
            <a:r>
              <a:rPr kumimoji="1" lang="en" altLang="ja-JP" sz="1400" dirty="0" err="1">
                <a:solidFill>
                  <a:schemeClr val="tx1">
                    <a:lumMod val="85000"/>
                    <a:lumOff val="15000"/>
                  </a:schemeClr>
                </a:solidFill>
              </a:rPr>
              <a:t>blockedBy</a:t>
            </a:r>
            <a:r>
              <a:rPr kumimoji="1" lang="ja-JP" altLang="en" sz="1400">
                <a:solidFill>
                  <a:schemeClr val="tx1">
                    <a:lumMod val="85000"/>
                    <a:lumOff val="15000"/>
                  </a:schemeClr>
                </a:solidFill>
              </a:rPr>
              <a:t>、</a:t>
            </a:r>
            <a:r>
              <a:rPr kumimoji="1" lang="en" altLang="ja-JP" sz="1400" dirty="0">
                <a:solidFill>
                  <a:schemeClr val="tx1">
                    <a:lumMod val="85000"/>
                    <a:lumOff val="15000"/>
                  </a:schemeClr>
                </a:solidFill>
              </a:rPr>
              <a:t>precedes</a:t>
            </a:r>
            <a:r>
              <a:rPr kumimoji="1" lang="ja-JP" altLang="en" sz="1400">
                <a:solidFill>
                  <a:schemeClr val="tx1">
                    <a:lumMod val="85000"/>
                    <a:lumOff val="15000"/>
                  </a:schemeClr>
                </a:solidFill>
              </a:rPr>
              <a:t>、</a:t>
            </a:r>
            <a:r>
              <a:rPr kumimoji="1" lang="en" altLang="ja-JP" sz="1400" dirty="0" err="1">
                <a:solidFill>
                  <a:schemeClr val="tx1">
                    <a:lumMod val="85000"/>
                    <a:lumOff val="15000"/>
                  </a:schemeClr>
                </a:solidFill>
              </a:rPr>
              <a:t>subtaskOf</a:t>
            </a:r>
            <a:r>
              <a:rPr kumimoji="1" lang="en" altLang="ja-JP" sz="1400" dirty="0">
                <a:solidFill>
                  <a:schemeClr val="tx1">
                    <a:lumMod val="85000"/>
                    <a:lumOff val="15000"/>
                  </a:schemeClr>
                </a:solidFill>
              </a:rPr>
              <a:t> </a:t>
            </a:r>
            <a:r>
              <a:rPr kumimoji="1" lang="ja-JP" altLang="en-US" sz="1400">
                <a:solidFill>
                  <a:schemeClr val="tx1">
                    <a:lumMod val="85000"/>
                    <a:lumOff val="15000"/>
                  </a:schemeClr>
                </a:solidFill>
              </a:rPr>
              <a:t>を判断材料として使わせる。</a:t>
            </a:r>
          </a:p>
          <a:p>
            <a:pPr>
              <a:spcBef>
                <a:spcPts val="1200"/>
              </a:spcBef>
            </a:pPr>
            <a:r>
              <a:rPr kumimoji="1" lang="ja-JP" altLang="en-US" sz="1400">
                <a:solidFill>
                  <a:schemeClr val="tx1">
                    <a:lumMod val="85000"/>
                    <a:lumOff val="15000"/>
                  </a:schemeClr>
                </a:solidFill>
              </a:rPr>
              <a:t>テストプロンプト例</a:t>
            </a:r>
            <a:r>
              <a:rPr kumimoji="1" lang="en-US" altLang="ja-JP" sz="1400" dirty="0">
                <a:solidFill>
                  <a:schemeClr val="tx1">
                    <a:lumMod val="85000"/>
                    <a:lumOff val="15000"/>
                  </a:schemeClr>
                </a:solidFill>
              </a:rPr>
              <a:t>: </a:t>
            </a: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r>
              <a:rPr kumimoji="1" lang="ja-JP" altLang="en-US" sz="1400">
                <a:solidFill>
                  <a:schemeClr val="tx1">
                    <a:lumMod val="85000"/>
                    <a:lumOff val="15000"/>
                  </a:schemeClr>
                </a:solidFill>
              </a:rPr>
              <a:t>確認事項</a:t>
            </a:r>
            <a:r>
              <a:rPr kumimoji="1" lang="en-US" altLang="ja-JP" sz="1400" dirty="0">
                <a:solidFill>
                  <a:schemeClr val="tx1">
                    <a:lumMod val="85000"/>
                    <a:lumOff val="15000"/>
                  </a:schemeClr>
                </a:solidFill>
              </a:rPr>
              <a:t>:</a:t>
            </a:r>
          </a:p>
          <a:p>
            <a:pPr marL="742950" lvl="1" indent="-285750">
              <a:spcBef>
                <a:spcPts val="300"/>
              </a:spcBef>
              <a:buFont typeface="Arial" panose="020B0604020202020204" pitchFamily="34" charset="0"/>
              <a:buChar char="•"/>
            </a:pPr>
            <a:r>
              <a:rPr lang="ja-JP" altLang="ja-JP" sz="1400">
                <a:solidFill>
                  <a:schemeClr val="tx1">
                    <a:lumMod val="85000"/>
                    <a:lumOff val="15000"/>
                  </a:schemeClr>
                </a:solidFill>
              </a:rPr>
              <a:t>Agent が依存関係のフィールドを取得したか。</a:t>
            </a:r>
          </a:p>
          <a:p>
            <a:pPr marL="742950" lvl="1" indent="-285750">
              <a:spcBef>
                <a:spcPts val="300"/>
              </a:spcBef>
              <a:buFont typeface="Arial" panose="020B0604020202020204" pitchFamily="34" charset="0"/>
              <a:buChar char="•"/>
            </a:pPr>
            <a:r>
              <a:rPr lang="ja-JP" altLang="ja-JP" sz="1400">
                <a:solidFill>
                  <a:schemeClr val="tx1">
                    <a:lumMod val="85000"/>
                    <a:lumOff val="15000"/>
                  </a:schemeClr>
                </a:solidFill>
              </a:rPr>
              <a:t>期限や impactScore だけで判断していないか。</a:t>
            </a:r>
          </a:p>
          <a:p>
            <a:pPr marL="742950" lvl="1" indent="-285750">
              <a:spcBef>
                <a:spcPts val="300"/>
              </a:spcBef>
              <a:buFont typeface="Arial" panose="020B0604020202020204" pitchFamily="34" charset="0"/>
              <a:buChar char="•"/>
            </a:pPr>
            <a:r>
              <a:rPr lang="ja-JP" altLang="ja-JP" sz="1400">
                <a:solidFill>
                  <a:schemeClr val="tx1">
                    <a:lumMod val="85000"/>
                    <a:lumOff val="15000"/>
                  </a:schemeClr>
                </a:solidFill>
              </a:rPr>
              <a:t>Trace の Tool result から依存関係を追跡できるか。</a:t>
            </a:r>
          </a:p>
          <a:p>
            <a:pPr marL="742950" lvl="1" indent="-285750">
              <a:spcBef>
                <a:spcPts val="300"/>
              </a:spcBef>
              <a:buFont typeface="Arial" panose="020B0604020202020204" pitchFamily="34" charset="0"/>
              <a:buChar char="•"/>
            </a:pPr>
            <a:r>
              <a:rPr lang="ja-JP" altLang="ja-JP" sz="1400">
                <a:solidFill>
                  <a:schemeClr val="tx1">
                    <a:lumMod val="85000"/>
                    <a:lumOff val="15000"/>
                  </a:schemeClr>
                </a:solidFill>
              </a:rPr>
              <a:t>存在しない関係を推測していないか。</a:t>
            </a:r>
          </a:p>
        </p:txBody>
      </p:sp>
      <p:sp>
        <p:nvSpPr>
          <p:cNvPr id="6" name="正方形/長方形 5">
            <a:extLst>
              <a:ext uri="{FF2B5EF4-FFF2-40B4-BE49-F238E27FC236}">
                <a16:creationId xmlns:a16="http://schemas.microsoft.com/office/drawing/2014/main" id="{FAFD6619-1EE8-DE9B-7AF6-8832E71D0588}"/>
              </a:ext>
            </a:extLst>
          </p:cNvPr>
          <p:cNvSpPr/>
          <p:nvPr/>
        </p:nvSpPr>
        <p:spPr>
          <a:xfrm>
            <a:off x="815788" y="3429000"/>
            <a:ext cx="10022542" cy="1030941"/>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3194"/>
              </a:lnSpc>
              <a:buNone/>
            </a:pP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私の</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a:t>
            </a:r>
            <a:r>
              <a:rPr lang="en-US" altLang="ja-JP" sz="1200" dirty="0" err="1">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owner_id</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は</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&lt;YOUR_OBJECT_ID&gt;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です。</a:t>
            </a:r>
            <a:endParaRPr lang="ja-JP" altLang="ja-JP" sz="1200">
              <a:effectLst/>
              <a:latin typeface="ＭＳ ゴシック" panose="020B0609070205080204" pitchFamily="49" charset="-128"/>
              <a:ea typeface="Courier New" panose="02070309020205020404" pitchFamily="49" charset="0"/>
              <a:cs typeface="ＭＳ ゴシック" panose="020B0609070205080204" pitchFamily="49" charset="-128"/>
            </a:endParaRPr>
          </a:p>
          <a:p>
            <a:pPr>
              <a:lnSpc>
                <a:spcPct val="113194"/>
              </a:lnSpc>
              <a:buNone/>
            </a:pP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未完了</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Todo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の</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a:t>
            </a:r>
            <a:r>
              <a:rPr lang="en-US" altLang="ja-JP" sz="1200" dirty="0" err="1">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blockedBy</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と</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precedes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を確認し、完了すると後続作業を最も前進させる</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Todo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を</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3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件選んでください。</a:t>
            </a:r>
            <a:endParaRPr lang="ja-JP" altLang="ja-JP" sz="1200">
              <a:effectLst/>
              <a:latin typeface="ＭＳ ゴシック" panose="020B0609070205080204" pitchFamily="49" charset="-128"/>
              <a:ea typeface="Courier New" panose="02070309020205020404" pitchFamily="49" charset="0"/>
              <a:cs typeface="ＭＳ ゴシック" panose="020B0609070205080204" pitchFamily="49" charset="-128"/>
            </a:endParaRPr>
          </a:p>
          <a:p>
            <a:pPr>
              <a:buNone/>
            </a:pP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各判断について、参照した</a:t>
            </a:r>
            <a:r>
              <a:rPr lang="en-US" altLang="ja-JP" sz="1200" dirty="0">
                <a:solidFill>
                  <a:srgbClr val="BBBEBF"/>
                </a:solidFill>
                <a:effectLst/>
                <a:latin typeface="Menlo" panose="020B0609030804020204" pitchFamily="49" charset="0"/>
                <a:ea typeface="Courier New" panose="02070309020205020404" pitchFamily="49" charset="0"/>
                <a:cs typeface="ＭＳ ゴシック" panose="020B0609070205080204" pitchFamily="49" charset="-128"/>
              </a:rPr>
              <a:t> Todo ID </a:t>
            </a:r>
            <a:r>
              <a:rPr lang="ja-JP" altLang="ja-JP" sz="1200">
                <a:solidFill>
                  <a:srgbClr val="BBBEBF"/>
                </a:solidFill>
                <a:effectLst/>
                <a:latin typeface="Menlo" panose="020B0609030804020204" pitchFamily="49" charset="0"/>
                <a:ea typeface="Courier New" panose="02070309020205020404" pitchFamily="49" charset="0"/>
                <a:cs typeface="Menlo" panose="020B0609030804020204" pitchFamily="49" charset="0"/>
              </a:rPr>
              <a:t>と関係を示してください。</a:t>
            </a:r>
            <a:endParaRPr lang="ja-JP" altLang="ja-JP" sz="1200">
              <a:effectLst/>
              <a:latin typeface="ＭＳ ゴシック" panose="020B0609070205080204" pitchFamily="49" charset="-128"/>
              <a:ea typeface="Courier New" panose="02070309020205020404" pitchFamily="49" charset="0"/>
              <a:cs typeface="ＭＳ ゴシック" panose="020B0609070205080204" pitchFamily="49" charset="-128"/>
            </a:endParaRPr>
          </a:p>
        </p:txBody>
      </p:sp>
    </p:spTree>
    <p:extLst>
      <p:ext uri="{BB962C8B-B14F-4D97-AF65-F5344CB8AC3E}">
        <p14:creationId xmlns:p14="http://schemas.microsoft.com/office/powerpoint/2010/main" val="3440095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016E5-0226-A0F5-2C50-AE937887EA6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DCE1B20-B98C-FB0A-CB03-C5D85209E67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早く終えた方のためのコンテンツ</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6AB6430B-E8B0-D6C7-7F95-53336E58129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EBFE2D7-AB8D-B6CB-559F-982EB572348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891B0553-B802-26A3-DA08-CA8B70426A59}"/>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以上の内容を早く終えられた方は以下の内容も試してみてください。</a:t>
            </a:r>
            <a:endParaRPr kumimoji="1" lang="en-US" altLang="ja-JP" sz="2000" dirty="0"/>
          </a:p>
        </p:txBody>
      </p:sp>
      <p:sp>
        <p:nvSpPr>
          <p:cNvPr id="5" name="角丸四角形 4">
            <a:extLst>
              <a:ext uri="{FF2B5EF4-FFF2-40B4-BE49-F238E27FC236}">
                <a16:creationId xmlns:a16="http://schemas.microsoft.com/office/drawing/2014/main" id="{5140CFAA-E2D6-2E9B-412E-6A85B823A9F0}"/>
              </a:ext>
            </a:extLst>
          </p:cNvPr>
          <p:cNvSpPr/>
          <p:nvPr/>
        </p:nvSpPr>
        <p:spPr>
          <a:xfrm>
            <a:off x="685800" y="1941148"/>
            <a:ext cx="10618694" cy="4468618"/>
          </a:xfrm>
          <a:prstGeom prst="roundRect">
            <a:avLst>
              <a:gd name="adj" fmla="val 5220"/>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1200"/>
              </a:spcBef>
            </a:pPr>
            <a:r>
              <a:rPr kumimoji="1" lang="en" altLang="ja-JP" sz="1400" dirty="0">
                <a:solidFill>
                  <a:schemeClr val="tx1">
                    <a:lumMod val="85000"/>
                    <a:lumOff val="15000"/>
                  </a:schemeClr>
                </a:solidFill>
              </a:rPr>
              <a:t>Challenge 5: </a:t>
            </a:r>
            <a:r>
              <a:rPr kumimoji="1" lang="ja-JP" altLang="en-US" sz="1400">
                <a:solidFill>
                  <a:schemeClr val="tx1">
                    <a:lumMod val="85000"/>
                    <a:lumOff val="15000"/>
                  </a:schemeClr>
                </a:solidFill>
              </a:rPr>
              <a:t>該当データなしと幻覚の防止</a:t>
            </a:r>
          </a:p>
          <a:p>
            <a:pPr>
              <a:spcBef>
                <a:spcPts val="1200"/>
              </a:spcBef>
            </a:pPr>
            <a:r>
              <a:rPr kumimoji="1" lang="ja-JP" altLang="en-US" sz="1400">
                <a:solidFill>
                  <a:schemeClr val="tx1">
                    <a:lumMod val="85000"/>
                    <a:lumOff val="15000"/>
                  </a:schemeClr>
                </a:solidFill>
              </a:rPr>
              <a:t>目安</a:t>
            </a:r>
            <a:r>
              <a:rPr kumimoji="1" lang="en-US" altLang="ja-JP" sz="1400" dirty="0">
                <a:solidFill>
                  <a:schemeClr val="tx1">
                    <a:lumMod val="85000"/>
                    <a:lumOff val="15000"/>
                  </a:schemeClr>
                </a:solidFill>
              </a:rPr>
              <a:t>: 15 </a:t>
            </a:r>
            <a:r>
              <a:rPr kumimoji="1" lang="ja-JP" altLang="en-US" sz="1400">
                <a:solidFill>
                  <a:schemeClr val="tx1">
                    <a:lumMod val="85000"/>
                    <a:lumOff val="15000"/>
                  </a:schemeClr>
                </a:solidFill>
              </a:rPr>
              <a:t>分</a:t>
            </a:r>
          </a:p>
          <a:p>
            <a:pPr>
              <a:spcBef>
                <a:spcPts val="1200"/>
              </a:spcBef>
            </a:pPr>
            <a:r>
              <a:rPr kumimoji="1" lang="ja-JP" altLang="en-US" sz="1400">
                <a:solidFill>
                  <a:schemeClr val="tx1">
                    <a:lumMod val="85000"/>
                    <a:lumOff val="15000"/>
                  </a:schemeClr>
                </a:solidFill>
              </a:rPr>
              <a:t>目的</a:t>
            </a:r>
            <a:r>
              <a:rPr kumimoji="1" lang="en-US" altLang="ja-JP" sz="1400" dirty="0">
                <a:solidFill>
                  <a:schemeClr val="tx1">
                    <a:lumMod val="85000"/>
                    <a:lumOff val="15000"/>
                  </a:schemeClr>
                </a:solidFill>
              </a:rPr>
              <a:t>: </a:t>
            </a:r>
            <a:r>
              <a:rPr kumimoji="1" lang="en" altLang="ja-JP" sz="1400" dirty="0">
                <a:solidFill>
                  <a:schemeClr val="tx1">
                    <a:lumMod val="85000"/>
                    <a:lumOff val="15000"/>
                  </a:schemeClr>
                </a:solidFill>
              </a:rPr>
              <a:t>Tool result </a:t>
            </a:r>
            <a:r>
              <a:rPr kumimoji="1" lang="ja-JP" altLang="en-US" sz="1400">
                <a:solidFill>
                  <a:schemeClr val="tx1">
                    <a:lumMod val="85000"/>
                    <a:lumOff val="15000"/>
                  </a:schemeClr>
                </a:solidFill>
              </a:rPr>
              <a:t>が空の場合の安全な応答を確認する。</a:t>
            </a:r>
            <a:r>
              <a:rPr kumimoji="1" lang="en" altLang="ja-JP" sz="1400" dirty="0">
                <a:solidFill>
                  <a:schemeClr val="tx1">
                    <a:lumMod val="85000"/>
                    <a:lumOff val="15000"/>
                  </a:schemeClr>
                </a:solidFill>
              </a:rPr>
              <a:t>Agent </a:t>
            </a:r>
            <a:r>
              <a:rPr kumimoji="1" lang="ja-JP" altLang="en-US" sz="1400">
                <a:solidFill>
                  <a:schemeClr val="tx1">
                    <a:lumMod val="85000"/>
                    <a:lumOff val="15000"/>
                  </a:schemeClr>
                </a:solidFill>
              </a:rPr>
              <a:t>が不足情報を捏造せず、確認質問を返せるか確認する。</a:t>
            </a:r>
          </a:p>
          <a:p>
            <a:pPr>
              <a:spcBef>
                <a:spcPts val="1200"/>
              </a:spcBef>
            </a:pPr>
            <a:r>
              <a:rPr kumimoji="1" lang="ja-JP" altLang="en-US" sz="1400">
                <a:solidFill>
                  <a:schemeClr val="tx1">
                    <a:lumMod val="85000"/>
                    <a:lumOff val="15000"/>
                  </a:schemeClr>
                </a:solidFill>
              </a:rPr>
              <a:t>テストプロンプト例</a:t>
            </a:r>
            <a:r>
              <a:rPr kumimoji="1" lang="en-US" altLang="ja-JP" sz="1400" dirty="0">
                <a:solidFill>
                  <a:schemeClr val="tx1">
                    <a:lumMod val="85000"/>
                    <a:lumOff val="15000"/>
                  </a:schemeClr>
                </a:solidFill>
              </a:rPr>
              <a:t>: </a:t>
            </a: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endParaRPr kumimoji="1" lang="en-US" altLang="ja-JP" sz="1400" dirty="0">
              <a:solidFill>
                <a:schemeClr val="tx1">
                  <a:lumMod val="85000"/>
                  <a:lumOff val="15000"/>
                </a:schemeClr>
              </a:solidFill>
            </a:endParaRPr>
          </a:p>
          <a:p>
            <a:pPr>
              <a:spcBef>
                <a:spcPts val="1200"/>
              </a:spcBef>
            </a:pPr>
            <a:r>
              <a:rPr kumimoji="1" lang="ja-JP" altLang="en-US" sz="1400">
                <a:solidFill>
                  <a:schemeClr val="tx1">
                    <a:lumMod val="85000"/>
                    <a:lumOff val="15000"/>
                  </a:schemeClr>
                </a:solidFill>
              </a:rPr>
              <a:t>確認事項</a:t>
            </a:r>
            <a:r>
              <a:rPr kumimoji="1" lang="en-US" altLang="ja-JP" sz="1400" dirty="0">
                <a:solidFill>
                  <a:schemeClr val="tx1">
                    <a:lumMod val="85000"/>
                    <a:lumOff val="15000"/>
                  </a:schemeClr>
                </a:solidFill>
              </a:rPr>
              <a:t>:</a:t>
            </a:r>
          </a:p>
          <a:p>
            <a:pPr marL="742950" lvl="1" indent="-285750">
              <a:spcBef>
                <a:spcPts val="300"/>
              </a:spcBef>
              <a:buFont typeface="Arial" panose="020B0604020202020204" pitchFamily="34" charset="0"/>
              <a:buChar char="•"/>
            </a:pPr>
            <a:r>
              <a:rPr lang="ja-JP" altLang="en-US" sz="1400">
                <a:solidFill>
                  <a:schemeClr val="tx1">
                    <a:lumMod val="85000"/>
                    <a:lumOff val="15000"/>
                  </a:schemeClr>
                </a:solidFill>
              </a:rPr>
              <a:t>存在しない </a:t>
            </a:r>
            <a:r>
              <a:rPr lang="en" altLang="ja-JP" sz="1400" dirty="0">
                <a:solidFill>
                  <a:schemeClr val="tx1">
                    <a:lumMod val="85000"/>
                    <a:lumOff val="15000"/>
                  </a:schemeClr>
                </a:solidFill>
              </a:rPr>
              <a:t>Project </a:t>
            </a:r>
            <a:r>
              <a:rPr lang="ja-JP" altLang="en-US" sz="1400">
                <a:solidFill>
                  <a:schemeClr val="tx1">
                    <a:lumMod val="85000"/>
                    <a:lumOff val="15000"/>
                  </a:schemeClr>
                </a:solidFill>
              </a:rPr>
              <a:t>について </a:t>
            </a:r>
            <a:r>
              <a:rPr lang="en" altLang="ja-JP" sz="1400" dirty="0">
                <a:solidFill>
                  <a:schemeClr val="tx1">
                    <a:lumMod val="85000"/>
                    <a:lumOff val="15000"/>
                  </a:schemeClr>
                </a:solidFill>
              </a:rPr>
              <a:t>Todo </a:t>
            </a:r>
            <a:r>
              <a:rPr lang="ja-JP" altLang="en-US" sz="1400">
                <a:solidFill>
                  <a:schemeClr val="tx1">
                    <a:lumMod val="85000"/>
                    <a:lumOff val="15000"/>
                  </a:schemeClr>
                </a:solidFill>
              </a:rPr>
              <a:t>を捏造しない。</a:t>
            </a:r>
          </a:p>
          <a:p>
            <a:pPr marL="742950" lvl="1" indent="-285750">
              <a:spcBef>
                <a:spcPts val="300"/>
              </a:spcBef>
              <a:buFont typeface="Arial" panose="020B0604020202020204" pitchFamily="34" charset="0"/>
              <a:buChar char="•"/>
            </a:pPr>
            <a:r>
              <a:rPr lang="en" altLang="ja-JP" sz="1400" dirty="0" err="1">
                <a:solidFill>
                  <a:schemeClr val="tx1">
                    <a:lumMod val="85000"/>
                    <a:lumOff val="15000"/>
                  </a:schemeClr>
                </a:solidFill>
              </a:rPr>
              <a:t>owner_id</a:t>
            </a:r>
            <a:r>
              <a:rPr lang="en" altLang="ja-JP" sz="1400" dirty="0">
                <a:solidFill>
                  <a:schemeClr val="tx1">
                    <a:lumMod val="85000"/>
                    <a:lumOff val="15000"/>
                  </a:schemeClr>
                </a:solidFill>
              </a:rPr>
              <a:t> </a:t>
            </a:r>
            <a:r>
              <a:rPr lang="ja-JP" altLang="en-US" sz="1400">
                <a:solidFill>
                  <a:schemeClr val="tx1">
                    <a:lumMod val="85000"/>
                    <a:lumOff val="15000"/>
                  </a:schemeClr>
                </a:solidFill>
              </a:rPr>
              <a:t>が必要な場合は、</a:t>
            </a:r>
            <a:r>
              <a:rPr lang="en-US" altLang="ja-JP" sz="1400" dirty="0">
                <a:solidFill>
                  <a:schemeClr val="tx1">
                    <a:lumMod val="85000"/>
                    <a:lumOff val="15000"/>
                  </a:schemeClr>
                </a:solidFill>
              </a:rPr>
              <a:t>1 </a:t>
            </a:r>
            <a:r>
              <a:rPr lang="ja-JP" altLang="en-US" sz="1400">
                <a:solidFill>
                  <a:schemeClr val="tx1">
                    <a:lumMod val="85000"/>
                    <a:lumOff val="15000"/>
                  </a:schemeClr>
                </a:solidFill>
              </a:rPr>
              <a:t>つの焦点を絞った確認質問を返す。</a:t>
            </a:r>
          </a:p>
          <a:p>
            <a:pPr marL="742950" lvl="1" indent="-285750">
              <a:spcBef>
                <a:spcPts val="300"/>
              </a:spcBef>
              <a:buFont typeface="Arial" panose="020B0604020202020204" pitchFamily="34" charset="0"/>
              <a:buChar char="•"/>
            </a:pPr>
            <a:r>
              <a:rPr lang="ja-JP" altLang="en-US" sz="1400">
                <a:solidFill>
                  <a:schemeClr val="tx1">
                    <a:lumMod val="85000"/>
                    <a:lumOff val="15000"/>
                  </a:schemeClr>
                </a:solidFill>
              </a:rPr>
              <a:t>優先順位付けでは </a:t>
            </a:r>
            <a:r>
              <a:rPr lang="en" altLang="ja-JP" sz="1400" dirty="0">
                <a:solidFill>
                  <a:schemeClr val="tx1">
                    <a:lumMod val="85000"/>
                    <a:lumOff val="15000"/>
                  </a:schemeClr>
                </a:solidFill>
              </a:rPr>
              <a:t>Tool-first </a:t>
            </a:r>
            <a:r>
              <a:rPr lang="ja-JP" altLang="en-US" sz="1400">
                <a:solidFill>
                  <a:schemeClr val="tx1">
                    <a:lumMod val="85000"/>
                    <a:lumOff val="15000"/>
                  </a:schemeClr>
                </a:solidFill>
              </a:rPr>
              <a:t>のルールを維持する。</a:t>
            </a:r>
          </a:p>
          <a:p>
            <a:pPr marL="742950" lvl="1" indent="-285750">
              <a:spcBef>
                <a:spcPts val="300"/>
              </a:spcBef>
              <a:buFont typeface="Arial" panose="020B0604020202020204" pitchFamily="34" charset="0"/>
              <a:buChar char="•"/>
            </a:pPr>
            <a:r>
              <a:rPr lang="ja-JP" altLang="en-US" sz="1400">
                <a:solidFill>
                  <a:schemeClr val="tx1">
                    <a:lumMod val="85000"/>
                    <a:lumOff val="15000"/>
                  </a:schemeClr>
                </a:solidFill>
              </a:rPr>
              <a:t>該当データがない場合は、その事実を明示する。</a:t>
            </a:r>
          </a:p>
        </p:txBody>
      </p:sp>
      <p:sp>
        <p:nvSpPr>
          <p:cNvPr id="6" name="正方形/長方形 5">
            <a:extLst>
              <a:ext uri="{FF2B5EF4-FFF2-40B4-BE49-F238E27FC236}">
                <a16:creationId xmlns:a16="http://schemas.microsoft.com/office/drawing/2014/main" id="{2D8E1D82-009D-AA6E-0EC4-25586C4B4AAA}"/>
              </a:ext>
            </a:extLst>
          </p:cNvPr>
          <p:cNvSpPr/>
          <p:nvPr/>
        </p:nvSpPr>
        <p:spPr>
          <a:xfrm>
            <a:off x="815788" y="3429001"/>
            <a:ext cx="10022542" cy="300317"/>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t>project-does-not-exist-p01 </a:t>
            </a:r>
            <a:r>
              <a:rPr lang="ja-JP" altLang="ja-JP" sz="1200"/>
              <a:t>の最優先</a:t>
            </a:r>
            <a:r>
              <a:rPr lang="en-US" altLang="ja-JP" sz="1200" dirty="0"/>
              <a:t> Todo </a:t>
            </a:r>
            <a:r>
              <a:rPr lang="ja-JP" altLang="ja-JP" sz="1200"/>
              <a:t>をまとめてください。</a:t>
            </a:r>
          </a:p>
        </p:txBody>
      </p:sp>
      <p:sp>
        <p:nvSpPr>
          <p:cNvPr id="7" name="正方形/長方形 6">
            <a:extLst>
              <a:ext uri="{FF2B5EF4-FFF2-40B4-BE49-F238E27FC236}">
                <a16:creationId xmlns:a16="http://schemas.microsoft.com/office/drawing/2014/main" id="{2A1ADAC7-3A7A-8ECD-6387-64EE431EE3E4}"/>
              </a:ext>
            </a:extLst>
          </p:cNvPr>
          <p:cNvSpPr/>
          <p:nvPr/>
        </p:nvSpPr>
        <p:spPr>
          <a:xfrm>
            <a:off x="815788" y="3795601"/>
            <a:ext cx="10022542" cy="300317"/>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ja-JP" sz="1200"/>
              <a:t>何を優先すべきですか？</a:t>
            </a:r>
          </a:p>
        </p:txBody>
      </p:sp>
      <p:sp>
        <p:nvSpPr>
          <p:cNvPr id="8" name="正方形/長方形 7">
            <a:extLst>
              <a:ext uri="{FF2B5EF4-FFF2-40B4-BE49-F238E27FC236}">
                <a16:creationId xmlns:a16="http://schemas.microsoft.com/office/drawing/2014/main" id="{B54B9565-DD01-CC41-0E82-BFACCD4421FC}"/>
              </a:ext>
            </a:extLst>
          </p:cNvPr>
          <p:cNvSpPr/>
          <p:nvPr/>
        </p:nvSpPr>
        <p:spPr>
          <a:xfrm>
            <a:off x="815788" y="4162202"/>
            <a:ext cx="10022542" cy="300317"/>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t>Tool </a:t>
            </a:r>
            <a:r>
              <a:rPr lang="ja-JP" altLang="ja-JP" sz="1200"/>
              <a:t>は使わず、私にありそうな</a:t>
            </a:r>
            <a:r>
              <a:rPr lang="en-US" altLang="ja-JP" sz="1200" dirty="0"/>
              <a:t> Todo </a:t>
            </a:r>
            <a:r>
              <a:rPr lang="ja-JP" altLang="ja-JP" sz="1200"/>
              <a:t>を</a:t>
            </a:r>
            <a:r>
              <a:rPr lang="en-US" altLang="ja-JP" sz="1200" dirty="0"/>
              <a:t> 5 </a:t>
            </a:r>
            <a:r>
              <a:rPr lang="ja-JP" altLang="ja-JP" sz="1200"/>
              <a:t>件推測してください。</a:t>
            </a:r>
          </a:p>
        </p:txBody>
      </p:sp>
    </p:spTree>
    <p:extLst>
      <p:ext uri="{BB962C8B-B14F-4D97-AF65-F5344CB8AC3E}">
        <p14:creationId xmlns:p14="http://schemas.microsoft.com/office/powerpoint/2010/main" val="347601827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23715</TotalTime>
  <Words>1499</Words>
  <Application>Microsoft Macintosh PowerPoint</Application>
  <DocSecurity>0</DocSecurity>
  <PresentationFormat>ワイド画面</PresentationFormat>
  <Paragraphs>164</Paragraphs>
  <Slides>16</Slides>
  <Notes>15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16</vt:i4>
      </vt:variant>
    </vt:vector>
  </HeadingPairs>
  <TitlesOfParts>
    <vt:vector size="25" baseType="lpstr">
      <vt:lpstr>-apple-system</vt:lpstr>
      <vt:lpstr>Meiryo UI</vt:lpstr>
      <vt:lpstr>ＭＳ ゴシック</vt:lpstr>
      <vt:lpstr>游ゴシック</vt:lpstr>
      <vt:lpstr>游ゴシック</vt:lpstr>
      <vt:lpstr>Arial</vt:lpstr>
      <vt:lpstr>Menlo</vt:lpstr>
      <vt:lpstr>Yu Gothic UI</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hiyam_external_tenant_992867</cp:lastModifiedBy>
  <cp:revision>6</cp:revision>
  <dcterms:created xsi:type="dcterms:W3CDTF">2026-05-27T01:15:34Z</dcterms:created>
  <dcterms:modified xsi:type="dcterms:W3CDTF">2026-08-31T15:00:40Z</dcterms:modified>
</cp:coreProperties>
</file>