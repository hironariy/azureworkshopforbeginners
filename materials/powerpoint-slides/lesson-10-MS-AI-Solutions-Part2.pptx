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62" r:id="rId3"/>
    <p:sldId id="257" r:id="rId4"/>
    <p:sldId id="2076139054" r:id="rId5"/>
    <p:sldId id="2076139063" r:id="rId6"/>
    <p:sldId id="2076139072" r:id="rId7"/>
    <p:sldId id="2076139073" r:id="rId8"/>
    <p:sldId id="2076139074" r:id="rId9"/>
    <p:sldId id="2076139075" r:id="rId10"/>
    <p:sldId id="2076139076" r:id="rId11"/>
    <p:sldId id="2076139080" r:id="rId12"/>
    <p:sldId id="2076139077" r:id="rId13"/>
    <p:sldId id="2076139078" r:id="rId14"/>
    <p:sldId id="2076139081" r:id="rId15"/>
    <p:sldId id="2076139079" r:id="rId16"/>
    <p:sldId id="2076139083" r:id="rId17"/>
    <p:sldId id="2076139084" r:id="rId18"/>
    <p:sldId id="2076139085" r:id="rId19"/>
    <p:sldId id="2076139064" r:id="rId20"/>
    <p:sldId id="2076139065" r:id="rId21"/>
    <p:sldId id="2076139067" r:id="rId22"/>
    <p:sldId id="2076139068" r:id="rId23"/>
    <p:sldId id="2076139069" r:id="rId24"/>
    <p:sldId id="2076139070" r:id="rId25"/>
    <p:sldId id="2076139066" r:id="rId26"/>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278CA2B2-9711-034F-A366-FB669B9845B9}">
          <p14:sldIdLst>
            <p14:sldId id="256"/>
            <p14:sldId id="262"/>
            <p14:sldId id="257"/>
          </p14:sldIdLst>
        </p14:section>
        <p14:section name="Section 3" id="{AF8A8B4B-FAAA-354A-AA8D-37AE8FE58BF6}">
          <p14:sldIdLst>
            <p14:sldId id="2076139054"/>
            <p14:sldId id="2076139063"/>
            <p14:sldId id="2076139072"/>
            <p14:sldId id="2076139073"/>
            <p14:sldId id="2076139074"/>
            <p14:sldId id="2076139075"/>
            <p14:sldId id="2076139076"/>
            <p14:sldId id="2076139080"/>
            <p14:sldId id="2076139077"/>
            <p14:sldId id="2076139078"/>
            <p14:sldId id="2076139081"/>
            <p14:sldId id="2076139079"/>
            <p14:sldId id="2076139083"/>
            <p14:sldId id="2076139084"/>
            <p14:sldId id="2076139085"/>
          </p14:sldIdLst>
        </p14:section>
        <p14:section name="Section 4" id="{99A5DF2A-5DA8-924D-9747-A4172AAC5C07}">
          <p14:sldIdLst>
            <p14:sldId id="2076139064"/>
            <p14:sldId id="2076139065"/>
            <p14:sldId id="2076139067"/>
            <p14:sldId id="2076139068"/>
            <p14:sldId id="2076139069"/>
            <p14:sldId id="2076139070"/>
            <p14:sldId id="20761390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C8D6"/>
    <a:srgbClr val="334155"/>
    <a:srgbClr val="4472C4"/>
    <a:srgbClr val="70AD47"/>
    <a:srgbClr val="3D74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E225A0-B1B1-694F-A4A2-6C1DCED22C87}" v="319" dt="2026-07-31T07:07:12.56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1840"/>
  </p:normalViewPr>
  <p:slideViewPr>
    <p:cSldViewPr snapToGrid="0">
      <p:cViewPr varScale="1">
        <p:scale>
          <a:sx n="111" d="100"/>
          <a:sy n="111" d="100"/>
        </p:scale>
        <p:origin x="17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ronari Yamada" userId="e57621f8-ec3c-449e-bb19-001fffcc008e" providerId="ADAL" clId="{BC0BD879-F267-5CCA-8DEA-E3B2DD07DA4E}"/>
    <pc:docChg chg="undo redo custSel addSld delSld modSld sldOrd addSection delSection modSection modNotesMaster">
      <pc:chgData name="Hironari Yamada" userId="e57621f8-ec3c-449e-bb19-001fffcc008e" providerId="ADAL" clId="{BC0BD879-F267-5CCA-8DEA-E3B2DD07DA4E}" dt="2026-07-31T07:10:37.938" v="14585" actId="20577"/>
      <pc:docMkLst>
        <pc:docMk/>
      </pc:docMkLst>
      <pc:sldChg chg="modSp mod modNotes">
        <pc:chgData name="Hironari Yamada" userId="e57621f8-ec3c-449e-bb19-001fffcc008e" providerId="ADAL" clId="{BC0BD879-F267-5CCA-8DEA-E3B2DD07DA4E}" dt="2026-07-31T01:10:14.838" v="12843" actId="26606"/>
        <pc:sldMkLst>
          <pc:docMk/>
          <pc:sldMk cId="188169028" sldId="256"/>
        </pc:sldMkLst>
        <pc:spChg chg="mod">
          <ac:chgData name="Hironari Yamada" userId="e57621f8-ec3c-449e-bb19-001fffcc008e" providerId="ADAL" clId="{BC0BD879-F267-5CCA-8DEA-E3B2DD07DA4E}" dt="2026-07-23T01:06:17.152" v="10231" actId="20577"/>
          <ac:spMkLst>
            <pc:docMk/>
            <pc:sldMk cId="188169028" sldId="256"/>
            <ac:spMk id="5" creationId="{9DBD5B95-C9F5-4638-96D9-A8CE4A155095}"/>
          </ac:spMkLst>
        </pc:spChg>
        <pc:spChg chg="mod">
          <ac:chgData name="Hironari Yamada" userId="e57621f8-ec3c-449e-bb19-001fffcc008e" providerId="ADAL" clId="{BC0BD879-F267-5CCA-8DEA-E3B2DD07DA4E}" dt="2026-07-30T06:29:48.122" v="12629" actId="26606"/>
          <ac:spMkLst>
            <pc:docMk/>
            <pc:sldMk cId="188169028" sldId="256"/>
            <ac:spMk id="6" creationId="{2769FC6D-0B0A-4C37-8C6D-9B70639859DC}"/>
          </ac:spMkLst>
        </pc:spChg>
        <pc:spChg chg="mod">
          <ac:chgData name="Hironari Yamada" userId="e57621f8-ec3c-449e-bb19-001fffcc008e" providerId="ADAL" clId="{BC0BD879-F267-5CCA-8DEA-E3B2DD07DA4E}" dt="2026-07-30T06:29:48.122" v="12629" actId="26606"/>
          <ac:spMkLst>
            <pc:docMk/>
            <pc:sldMk cId="188169028" sldId="256"/>
            <ac:spMk id="7" creationId="{DFE36B7A-5E3C-45E7-B5C6-DD919C94A7E7}"/>
          </ac:spMkLst>
        </pc:spChg>
        <pc:spChg chg="mod">
          <ac:chgData name="Hironari Yamada" userId="e57621f8-ec3c-449e-bb19-001fffcc008e" providerId="ADAL" clId="{BC0BD879-F267-5CCA-8DEA-E3B2DD07DA4E}" dt="2026-07-23T00:47:11.494" v="9581" actId="20577"/>
          <ac:spMkLst>
            <pc:docMk/>
            <pc:sldMk cId="188169028" sldId="256"/>
            <ac:spMk id="8" creationId="{BFE25AC2-4ACC-4216-8714-96B55FB68F91}"/>
          </ac:spMkLst>
        </pc:spChg>
        <pc:spChg chg="mod">
          <ac:chgData name="Hironari Yamada" userId="e57621f8-ec3c-449e-bb19-001fffcc008e" providerId="ADAL" clId="{BC0BD879-F267-5CCA-8DEA-E3B2DD07DA4E}" dt="2026-07-23T00:47:18.263" v="9586" actId="20577"/>
          <ac:spMkLst>
            <pc:docMk/>
            <pc:sldMk cId="188169028" sldId="256"/>
            <ac:spMk id="10" creationId="{E22E1A59-BBE7-499C-B63A-23D32A401642}"/>
          </ac:spMkLst>
        </pc:spChg>
      </pc:sldChg>
      <pc:sldChg chg="modSp modNotes">
        <pc:chgData name="Hironari Yamada" userId="e57621f8-ec3c-449e-bb19-001fffcc008e" providerId="ADAL" clId="{BC0BD879-F267-5CCA-8DEA-E3B2DD07DA4E}" dt="2026-07-31T01:10:14.838" v="12843" actId="26606"/>
        <pc:sldMkLst>
          <pc:docMk/>
          <pc:sldMk cId="1186077149" sldId="257"/>
        </pc:sldMkLst>
        <pc:spChg chg="mod">
          <ac:chgData name="Hironari Yamada" userId="e57621f8-ec3c-449e-bb19-001fffcc008e" providerId="ADAL" clId="{BC0BD879-F267-5CCA-8DEA-E3B2DD07DA4E}" dt="2026-07-23T00:48:13.810" v="9643"/>
          <ac:spMkLst>
            <pc:docMk/>
            <pc:sldMk cId="1186077149" sldId="257"/>
            <ac:spMk id="2" creationId="{09603FD4-D301-438E-8486-12311D034221}"/>
          </ac:spMkLst>
        </pc:spChg>
      </pc:sldChg>
      <pc:sldChg chg="modSp mod modNotes">
        <pc:chgData name="Hironari Yamada" userId="e57621f8-ec3c-449e-bb19-001fffcc008e" providerId="ADAL" clId="{BC0BD879-F267-5CCA-8DEA-E3B2DD07DA4E}" dt="2026-07-31T01:10:14.838" v="12843" actId="26606"/>
        <pc:sldMkLst>
          <pc:docMk/>
          <pc:sldMk cId="355900499" sldId="262"/>
        </pc:sldMkLst>
        <pc:spChg chg="mod">
          <ac:chgData name="Hironari Yamada" userId="e57621f8-ec3c-449e-bb19-001fffcc008e" providerId="ADAL" clId="{BC0BD879-F267-5CCA-8DEA-E3B2DD07DA4E}" dt="2026-07-23T00:48:13.810" v="9643"/>
          <ac:spMkLst>
            <pc:docMk/>
            <pc:sldMk cId="355900499" sldId="262"/>
            <ac:spMk id="2" creationId="{4FE21A59-58EA-A527-EEA9-DF81F838E9C2}"/>
          </ac:spMkLst>
        </pc:spChg>
        <pc:spChg chg="mod">
          <ac:chgData name="Hironari Yamada" userId="e57621f8-ec3c-449e-bb19-001fffcc008e" providerId="ADAL" clId="{BC0BD879-F267-5CCA-8DEA-E3B2DD07DA4E}" dt="2026-07-30T06:29:48.122" v="12629" actId="26606"/>
          <ac:spMkLst>
            <pc:docMk/>
            <pc:sldMk cId="355900499" sldId="262"/>
            <ac:spMk id="6" creationId="{3CD4F1C1-B153-1649-DE13-A602B7064ABE}"/>
          </ac:spMkLst>
        </pc:spChg>
      </pc:sldChg>
      <pc:sldChg chg="modSp mod">
        <pc:chgData name="Hironari Yamada" userId="e57621f8-ec3c-449e-bb19-001fffcc008e" providerId="ADAL" clId="{BC0BD879-F267-5CCA-8DEA-E3B2DD07DA4E}" dt="2026-07-23T01:06:29.919" v="10251" actId="20577"/>
        <pc:sldMkLst>
          <pc:docMk/>
          <pc:sldMk cId="0" sldId="2076138975"/>
        </pc:sldMkLst>
        <pc:spChg chg="mod">
          <ac:chgData name="Hironari Yamada" userId="e57621f8-ec3c-449e-bb19-001fffcc008e" providerId="ADAL" clId="{BC0BD879-F267-5CCA-8DEA-E3B2DD07DA4E}" dt="2026-07-23T01:06:29.919" v="10251" actId="20577"/>
          <ac:spMkLst>
            <pc:docMk/>
            <pc:sldMk cId="0" sldId="2076138975"/>
            <ac:spMk id="2" creationId="{00000000-0000-0000-0000-000000000000}"/>
          </ac:spMkLst>
        </pc:spChg>
      </pc:sldChg>
      <pc:sldChg chg="addSp delSp modSp mod ord modNotes">
        <pc:chgData name="Hironari Yamada" userId="e57621f8-ec3c-449e-bb19-001fffcc008e" providerId="ADAL" clId="{BC0BD879-F267-5CCA-8DEA-E3B2DD07DA4E}" dt="2026-07-31T01:10:14.838" v="12843" actId="26606"/>
        <pc:sldMkLst>
          <pc:docMk/>
          <pc:sldMk cId="3202806209" sldId="2076139038"/>
        </pc:sldMkLst>
        <pc:spChg chg="mod">
          <ac:chgData name="Hironari Yamada" userId="e57621f8-ec3c-449e-bb19-001fffcc008e" providerId="ADAL" clId="{BC0BD879-F267-5CCA-8DEA-E3B2DD07DA4E}" dt="2026-07-23T00:48:13.810" v="9643"/>
          <ac:spMkLst>
            <pc:docMk/>
            <pc:sldMk cId="3202806209" sldId="2076139038"/>
            <ac:spMk id="2" creationId="{6002608E-6C12-826A-3562-E9407A638A15}"/>
          </ac:spMkLst>
        </pc:spChg>
        <pc:spChg chg="mod">
          <ac:chgData name="Hironari Yamada" userId="e57621f8-ec3c-449e-bb19-001fffcc008e" providerId="ADAL" clId="{BC0BD879-F267-5CCA-8DEA-E3B2DD07DA4E}" dt="2026-07-30T01:37:57.718" v="11660" actId="404"/>
          <ac:spMkLst>
            <pc:docMk/>
            <pc:sldMk cId="3202806209" sldId="2076139038"/>
            <ac:spMk id="3" creationId="{13CE9210-429A-0A4A-2530-6B11D2BD9B88}"/>
          </ac:spMkLst>
        </pc:spChg>
        <pc:spChg chg="mod">
          <ac:chgData name="Hironari Yamada" userId="e57621f8-ec3c-449e-bb19-001fffcc008e" providerId="ADAL" clId="{BC0BD879-F267-5CCA-8DEA-E3B2DD07DA4E}" dt="2026-07-30T01:23:23.061" v="10987" actId="20577"/>
          <ac:spMkLst>
            <pc:docMk/>
            <pc:sldMk cId="3202806209" sldId="2076139038"/>
            <ac:spMk id="9" creationId="{05D7809C-3465-2458-9DBC-AB467D3B975C}"/>
          </ac:spMkLst>
        </pc:spChg>
        <pc:spChg chg="add mod">
          <ac:chgData name="Hironari Yamada" userId="e57621f8-ec3c-449e-bb19-001fffcc008e" providerId="ADAL" clId="{BC0BD879-F267-5CCA-8DEA-E3B2DD07DA4E}" dt="2026-07-23T01:05:00.028" v="10117" actId="404"/>
          <ac:spMkLst>
            <pc:docMk/>
            <pc:sldMk cId="3202806209" sldId="2076139038"/>
            <ac:spMk id="162" creationId="{13D34672-87C6-A05D-3C20-AC1C5F53AF9E}"/>
          </ac:spMkLst>
        </pc:spChg>
        <pc:spChg chg="add mod">
          <ac:chgData name="Hironari Yamada" userId="e57621f8-ec3c-449e-bb19-001fffcc008e" providerId="ADAL" clId="{BC0BD879-F267-5CCA-8DEA-E3B2DD07DA4E}" dt="2026-07-23T01:05:36.670" v="10203" actId="20577"/>
          <ac:spMkLst>
            <pc:docMk/>
            <pc:sldMk cId="3202806209" sldId="2076139038"/>
            <ac:spMk id="163" creationId="{6145317C-FABF-5CAD-5AFA-5B9B3F32E7CA}"/>
          </ac:spMkLst>
        </pc:spChg>
        <pc:picChg chg="add mod">
          <ac:chgData name="Hironari Yamada" userId="e57621f8-ec3c-449e-bb19-001fffcc008e" providerId="ADAL" clId="{BC0BD879-F267-5CCA-8DEA-E3B2DD07DA4E}" dt="2026-07-23T01:01:53.687" v="9765" actId="1076"/>
          <ac:picMkLst>
            <pc:docMk/>
            <pc:sldMk cId="3202806209" sldId="2076139038"/>
            <ac:picMk id="160" creationId="{AAE63213-45FC-60D4-DE63-C222A02C0CBD}"/>
          </ac:picMkLst>
        </pc:picChg>
      </pc:sldChg>
      <pc:sldChg chg="addSp delSp modSp del mod">
        <pc:chgData name="Hironari Yamada" userId="e57621f8-ec3c-449e-bb19-001fffcc008e" providerId="ADAL" clId="{BC0BD879-F267-5CCA-8DEA-E3B2DD07DA4E}" dt="2026-07-30T01:19:32.630" v="10850" actId="2696"/>
        <pc:sldMkLst>
          <pc:docMk/>
          <pc:sldMk cId="646352617" sldId="2076139039"/>
        </pc:sldMkLst>
      </pc:sldChg>
      <pc:sldChg chg="modSp del">
        <pc:chgData name="Hironari Yamada" userId="e57621f8-ec3c-449e-bb19-001fffcc008e" providerId="ADAL" clId="{BC0BD879-F267-5CCA-8DEA-E3B2DD07DA4E}" dt="2026-07-30T01:19:33.164" v="10851" actId="2696"/>
        <pc:sldMkLst>
          <pc:docMk/>
          <pc:sldMk cId="3549203870" sldId="2076139040"/>
        </pc:sldMkLst>
      </pc:sldChg>
      <pc:sldChg chg="modSp add del mod">
        <pc:chgData name="Hironari Yamada" userId="e57621f8-ec3c-449e-bb19-001fffcc008e" providerId="ADAL" clId="{BC0BD879-F267-5CCA-8DEA-E3B2DD07DA4E}" dt="2026-07-30T01:42:11.171" v="11877" actId="2696"/>
        <pc:sldMkLst>
          <pc:docMk/>
          <pc:sldMk cId="1473070938" sldId="2076139041"/>
        </pc:sldMkLst>
      </pc:sldChg>
      <pc:sldChg chg="modSp mod">
        <pc:chgData name="Hironari Yamada" userId="e57621f8-ec3c-449e-bb19-001fffcc008e" providerId="ADAL" clId="{BC0BD879-F267-5CCA-8DEA-E3B2DD07DA4E}" dt="2026-07-30T01:41:42.144" v="11849" actId="20577"/>
        <pc:sldMkLst>
          <pc:docMk/>
          <pc:sldMk cId="2917774611" sldId="2076139042"/>
        </pc:sldMkLst>
        <pc:spChg chg="mod">
          <ac:chgData name="Hironari Yamada" userId="e57621f8-ec3c-449e-bb19-001fffcc008e" providerId="ADAL" clId="{BC0BD879-F267-5CCA-8DEA-E3B2DD07DA4E}" dt="2026-07-30T01:41:42.144" v="11849" actId="20577"/>
          <ac:spMkLst>
            <pc:docMk/>
            <pc:sldMk cId="2917774611" sldId="2076139042"/>
            <ac:spMk id="2" creationId="{F685047F-90B5-CBAF-0168-76FD01BEBC32}"/>
          </ac:spMkLst>
        </pc:spChg>
      </pc:sldChg>
      <pc:sldChg chg="modSp add del mod">
        <pc:chgData name="Hironari Yamada" userId="e57621f8-ec3c-449e-bb19-001fffcc008e" providerId="ADAL" clId="{BC0BD879-F267-5CCA-8DEA-E3B2DD07DA4E}" dt="2026-07-30T01:42:11.194" v="11885" actId="2696"/>
        <pc:sldMkLst>
          <pc:docMk/>
          <pc:sldMk cId="286238194" sldId="2076139043"/>
        </pc:sldMkLst>
      </pc:sldChg>
      <pc:sldChg chg="addSp delSp modSp add del mod delAnim">
        <pc:chgData name="Hironari Yamada" userId="e57621f8-ec3c-449e-bb19-001fffcc008e" providerId="ADAL" clId="{BC0BD879-F267-5CCA-8DEA-E3B2DD07DA4E}" dt="2026-07-30T01:42:11.202" v="11888" actId="2696"/>
        <pc:sldMkLst>
          <pc:docMk/>
          <pc:sldMk cId="2240106470" sldId="2076139044"/>
        </pc:sldMkLst>
      </pc:sldChg>
      <pc:sldChg chg="addSp delSp modSp add del mod">
        <pc:chgData name="Hironari Yamada" userId="e57621f8-ec3c-449e-bb19-001fffcc008e" providerId="ADAL" clId="{BC0BD879-F267-5CCA-8DEA-E3B2DD07DA4E}" dt="2026-07-30T01:42:11.174" v="11879" actId="2696"/>
        <pc:sldMkLst>
          <pc:docMk/>
          <pc:sldMk cId="3145863521" sldId="2076139045"/>
        </pc:sldMkLst>
      </pc:sldChg>
      <pc:sldChg chg="addSp delSp modSp add del mod delAnim modAnim">
        <pc:chgData name="Hironari Yamada" userId="e57621f8-ec3c-449e-bb19-001fffcc008e" providerId="ADAL" clId="{BC0BD879-F267-5CCA-8DEA-E3B2DD07DA4E}" dt="2026-07-30T01:42:11.178" v="11880" actId="2696"/>
        <pc:sldMkLst>
          <pc:docMk/>
          <pc:sldMk cId="2731538553" sldId="2076139046"/>
        </pc:sldMkLst>
      </pc:sldChg>
      <pc:sldChg chg="addSp modSp add del mod ord">
        <pc:chgData name="Hironari Yamada" userId="e57621f8-ec3c-449e-bb19-001fffcc008e" providerId="ADAL" clId="{BC0BD879-F267-5CCA-8DEA-E3B2DD07DA4E}" dt="2026-07-30T01:42:11.193" v="11884" actId="2696"/>
        <pc:sldMkLst>
          <pc:docMk/>
          <pc:sldMk cId="4027009084" sldId="2076139047"/>
        </pc:sldMkLst>
      </pc:sldChg>
      <pc:sldChg chg="addSp modSp add del mod">
        <pc:chgData name="Hironari Yamada" userId="e57621f8-ec3c-449e-bb19-001fffcc008e" providerId="ADAL" clId="{BC0BD879-F267-5CCA-8DEA-E3B2DD07DA4E}" dt="2026-07-30T01:42:11.195" v="11886" actId="2696"/>
        <pc:sldMkLst>
          <pc:docMk/>
          <pc:sldMk cId="597128773" sldId="2076139048"/>
        </pc:sldMkLst>
      </pc:sldChg>
      <pc:sldChg chg="addSp delSp modSp add del mod">
        <pc:chgData name="Hironari Yamada" userId="e57621f8-ec3c-449e-bb19-001fffcc008e" providerId="ADAL" clId="{BC0BD879-F267-5CCA-8DEA-E3B2DD07DA4E}" dt="2026-07-30T01:42:11.189" v="11883" actId="2696"/>
        <pc:sldMkLst>
          <pc:docMk/>
          <pc:sldMk cId="2294863161" sldId="2076139049"/>
        </pc:sldMkLst>
      </pc:sldChg>
      <pc:sldChg chg="addSp delSp modSp add del mod">
        <pc:chgData name="Hironari Yamada" userId="e57621f8-ec3c-449e-bb19-001fffcc008e" providerId="ADAL" clId="{BC0BD879-F267-5CCA-8DEA-E3B2DD07DA4E}" dt="2026-07-30T01:42:11.179" v="11881" actId="2696"/>
        <pc:sldMkLst>
          <pc:docMk/>
          <pc:sldMk cId="1805130072" sldId="2076139050"/>
        </pc:sldMkLst>
      </pc:sldChg>
      <pc:sldChg chg="addSp delSp modSp add del mod">
        <pc:chgData name="Hironari Yamada" userId="e57621f8-ec3c-449e-bb19-001fffcc008e" providerId="ADAL" clId="{BC0BD879-F267-5CCA-8DEA-E3B2DD07DA4E}" dt="2026-07-30T01:42:11.184" v="11882" actId="2696"/>
        <pc:sldMkLst>
          <pc:docMk/>
          <pc:sldMk cId="658710575" sldId="2076139051"/>
        </pc:sldMkLst>
      </pc:sldChg>
      <pc:sldChg chg="addSp delSp modSp add del mod">
        <pc:chgData name="Hironari Yamada" userId="e57621f8-ec3c-449e-bb19-001fffcc008e" providerId="ADAL" clId="{BC0BD879-F267-5CCA-8DEA-E3B2DD07DA4E}" dt="2026-07-30T01:42:11.173" v="11878" actId="2696"/>
        <pc:sldMkLst>
          <pc:docMk/>
          <pc:sldMk cId="760994414" sldId="2076139052"/>
        </pc:sldMkLst>
      </pc:sldChg>
      <pc:sldChg chg="addSp delSp modSp add del mod ord">
        <pc:chgData name="Hironari Yamada" userId="e57621f8-ec3c-449e-bb19-001fffcc008e" providerId="ADAL" clId="{BC0BD879-F267-5CCA-8DEA-E3B2DD07DA4E}" dt="2026-07-30T01:42:11.196" v="11887" actId="2696"/>
        <pc:sldMkLst>
          <pc:docMk/>
          <pc:sldMk cId="1573612755" sldId="2076139053"/>
        </pc:sldMkLst>
      </pc:sldChg>
      <pc:sldChg chg="modSp add mod">
        <pc:chgData name="Hironari Yamada" userId="e57621f8-ec3c-449e-bb19-001fffcc008e" providerId="ADAL" clId="{BC0BD879-F267-5CCA-8DEA-E3B2DD07DA4E}" dt="2026-07-30T01:42:40.651" v="11947" actId="20577"/>
        <pc:sldMkLst>
          <pc:docMk/>
          <pc:sldMk cId="2926534364" sldId="2076139054"/>
        </pc:sldMkLst>
        <pc:spChg chg="mod">
          <ac:chgData name="Hironari Yamada" userId="e57621f8-ec3c-449e-bb19-001fffcc008e" providerId="ADAL" clId="{BC0BD879-F267-5CCA-8DEA-E3B2DD07DA4E}" dt="2026-07-30T01:42:40.651" v="11947" actId="20577"/>
          <ac:spMkLst>
            <pc:docMk/>
            <pc:sldMk cId="2926534364" sldId="2076139054"/>
            <ac:spMk id="2" creationId="{E1A7741D-B468-C39F-5D47-87E5E790D0B2}"/>
          </ac:spMkLst>
        </pc:spChg>
      </pc:sldChg>
      <pc:sldChg chg="addSp delSp modSp add del mod">
        <pc:chgData name="Hironari Yamada" userId="e57621f8-ec3c-449e-bb19-001fffcc008e" providerId="ADAL" clId="{BC0BD879-F267-5CCA-8DEA-E3B2DD07DA4E}" dt="2026-07-30T01:42:49.378" v="11949" actId="2696"/>
        <pc:sldMkLst>
          <pc:docMk/>
          <pc:sldMk cId="4280376487" sldId="2076139055"/>
        </pc:sldMkLst>
      </pc:sldChg>
      <pc:sldChg chg="addSp delSp modSp add del mod">
        <pc:chgData name="Hironari Yamada" userId="e57621f8-ec3c-449e-bb19-001fffcc008e" providerId="ADAL" clId="{BC0BD879-F267-5CCA-8DEA-E3B2DD07DA4E}" dt="2026-07-30T01:42:49.395" v="11950" actId="2696"/>
        <pc:sldMkLst>
          <pc:docMk/>
          <pc:sldMk cId="278462375" sldId="2076139056"/>
        </pc:sldMkLst>
      </pc:sldChg>
      <pc:sldChg chg="addSp delSp modSp add del mod">
        <pc:chgData name="Hironari Yamada" userId="e57621f8-ec3c-449e-bb19-001fffcc008e" providerId="ADAL" clId="{BC0BD879-F267-5CCA-8DEA-E3B2DD07DA4E}" dt="2026-07-30T01:42:49.408" v="11951" actId="2696"/>
        <pc:sldMkLst>
          <pc:docMk/>
          <pc:sldMk cId="2150602609" sldId="2076139057"/>
        </pc:sldMkLst>
      </pc:sldChg>
      <pc:sldChg chg="addSp delSp modSp add del mod">
        <pc:chgData name="Hironari Yamada" userId="e57621f8-ec3c-449e-bb19-001fffcc008e" providerId="ADAL" clId="{BC0BD879-F267-5CCA-8DEA-E3B2DD07DA4E}" dt="2026-07-30T01:42:49.416" v="11952" actId="2696"/>
        <pc:sldMkLst>
          <pc:docMk/>
          <pc:sldMk cId="2137661362" sldId="2076139058"/>
        </pc:sldMkLst>
      </pc:sldChg>
      <pc:sldChg chg="addSp delSp modSp add del mod modAnim">
        <pc:chgData name="Hironari Yamada" userId="e57621f8-ec3c-449e-bb19-001fffcc008e" providerId="ADAL" clId="{BC0BD879-F267-5CCA-8DEA-E3B2DD07DA4E}" dt="2026-07-30T01:39:31.264" v="11782" actId="2696"/>
        <pc:sldMkLst>
          <pc:docMk/>
          <pc:sldMk cId="1976478328" sldId="2076139059"/>
        </pc:sldMkLst>
        <pc:spChg chg="mod">
          <ac:chgData name="Hironari Yamada" userId="e57621f8-ec3c-449e-bb19-001fffcc008e" providerId="ADAL" clId="{BC0BD879-F267-5CCA-8DEA-E3B2DD07DA4E}" dt="2026-07-30T01:38:02.922" v="11661" actId="404"/>
          <ac:spMkLst>
            <pc:docMk/>
            <pc:sldMk cId="1976478328" sldId="2076139059"/>
            <ac:spMk id="3" creationId="{BACC3533-7971-D338-5F46-E4AC856DE3B4}"/>
          </ac:spMkLst>
        </pc:spChg>
      </pc:sldChg>
      <pc:sldChg chg="addSp delSp modSp add del mod delAnim">
        <pc:chgData name="Hironari Yamada" userId="e57621f8-ec3c-449e-bb19-001fffcc008e" providerId="ADAL" clId="{BC0BD879-F267-5CCA-8DEA-E3B2DD07DA4E}" dt="2026-07-30T01:39:31.262" v="11781" actId="2696"/>
        <pc:sldMkLst>
          <pc:docMk/>
          <pc:sldMk cId="2412416446" sldId="2076139060"/>
        </pc:sldMkLst>
        <pc:spChg chg="mod">
          <ac:chgData name="Hironari Yamada" userId="e57621f8-ec3c-449e-bb19-001fffcc008e" providerId="ADAL" clId="{BC0BD879-F267-5CCA-8DEA-E3B2DD07DA4E}" dt="2026-07-30T01:38:06.762" v="11662" actId="404"/>
          <ac:spMkLst>
            <pc:docMk/>
            <pc:sldMk cId="2412416446" sldId="2076139060"/>
            <ac:spMk id="3" creationId="{D0D7DE15-2E40-A4BB-D354-DAC4CB87B0AE}"/>
          </ac:spMkLst>
        </pc:spChg>
      </pc:sldChg>
      <pc:sldChg chg="addSp delSp modSp add del mod ord modNotes">
        <pc:chgData name="Hironari Yamada" userId="e57621f8-ec3c-449e-bb19-001fffcc008e" providerId="ADAL" clId="{BC0BD879-F267-5CCA-8DEA-E3B2DD07DA4E}" dt="2026-07-31T01:10:14.838" v="12843" actId="26606"/>
        <pc:sldMkLst>
          <pc:docMk/>
          <pc:sldMk cId="3214495952" sldId="2076139061"/>
        </pc:sldMkLst>
        <pc:spChg chg="mod">
          <ac:chgData name="Hironari Yamada" userId="e57621f8-ec3c-449e-bb19-001fffcc008e" providerId="ADAL" clId="{BC0BD879-F267-5CCA-8DEA-E3B2DD07DA4E}" dt="2026-07-30T01:38:35.526" v="11716" actId="20577"/>
          <ac:spMkLst>
            <pc:docMk/>
            <pc:sldMk cId="3214495952" sldId="2076139061"/>
            <ac:spMk id="3" creationId="{96845FA8-0DD9-B3D9-E100-E05F636986C4}"/>
          </ac:spMkLst>
        </pc:spChg>
        <pc:spChg chg="add mod">
          <ac:chgData name="Hironari Yamada" userId="e57621f8-ec3c-449e-bb19-001fffcc008e" providerId="ADAL" clId="{BC0BD879-F267-5CCA-8DEA-E3B2DD07DA4E}" dt="2026-07-30T01:21:29.209" v="10900" actId="1036"/>
          <ac:spMkLst>
            <pc:docMk/>
            <pc:sldMk cId="3214495952" sldId="2076139061"/>
            <ac:spMk id="5" creationId="{045B1B69-234B-BEEC-826F-328104B979BC}"/>
          </ac:spMkLst>
        </pc:spChg>
        <pc:spChg chg="add mod">
          <ac:chgData name="Hironari Yamada" userId="e57621f8-ec3c-449e-bb19-001fffcc008e" providerId="ADAL" clId="{BC0BD879-F267-5CCA-8DEA-E3B2DD07DA4E}" dt="2026-07-30T01:21:29.209" v="10900" actId="1036"/>
          <ac:spMkLst>
            <pc:docMk/>
            <pc:sldMk cId="3214495952" sldId="2076139061"/>
            <ac:spMk id="7" creationId="{EA4BD00D-791F-5757-1099-7E8C543358BE}"/>
          </ac:spMkLst>
        </pc:spChg>
        <pc:spChg chg="del">
          <ac:chgData name="Hironari Yamada" userId="e57621f8-ec3c-449e-bb19-001fffcc008e" providerId="ADAL" clId="{BC0BD879-F267-5CCA-8DEA-E3B2DD07DA4E}" dt="2026-07-30T01:19:58.323" v="10876" actId="478"/>
          <ac:spMkLst>
            <pc:docMk/>
            <pc:sldMk cId="3214495952" sldId="2076139061"/>
            <ac:spMk id="8" creationId="{AB31F8E0-D01E-EDC1-203A-A00C858B92B2}"/>
          </ac:spMkLst>
        </pc:spChg>
        <pc:spChg chg="mod">
          <ac:chgData name="Hironari Yamada" userId="e57621f8-ec3c-449e-bb19-001fffcc008e" providerId="ADAL" clId="{BC0BD879-F267-5CCA-8DEA-E3B2DD07DA4E}" dt="2026-07-30T01:19:52.922" v="10874" actId="20577"/>
          <ac:spMkLst>
            <pc:docMk/>
            <pc:sldMk cId="3214495952" sldId="2076139061"/>
            <ac:spMk id="9" creationId="{EBB6C5CF-CCEC-1FA2-EAB2-40E988EBD932}"/>
          </ac:spMkLst>
        </pc:spChg>
        <pc:spChg chg="add mod">
          <ac:chgData name="Hironari Yamada" userId="e57621f8-ec3c-449e-bb19-001fffcc008e" providerId="ADAL" clId="{BC0BD879-F267-5CCA-8DEA-E3B2DD07DA4E}" dt="2026-07-30T01:21:29.209" v="10900" actId="1036"/>
          <ac:spMkLst>
            <pc:docMk/>
            <pc:sldMk cId="3214495952" sldId="2076139061"/>
            <ac:spMk id="10" creationId="{C69A1058-C8A8-5122-B817-8DE4534F1536}"/>
          </ac:spMkLst>
        </pc:spChg>
        <pc:spChg chg="del">
          <ac:chgData name="Hironari Yamada" userId="e57621f8-ec3c-449e-bb19-001fffcc008e" providerId="ADAL" clId="{BC0BD879-F267-5CCA-8DEA-E3B2DD07DA4E}" dt="2026-07-30T01:19:56.989" v="10875" actId="478"/>
          <ac:spMkLst>
            <pc:docMk/>
            <pc:sldMk cId="3214495952" sldId="2076139061"/>
            <ac:spMk id="12" creationId="{34D45843-6ABC-8D0F-5425-8F2550029068}"/>
          </ac:spMkLst>
        </pc:spChg>
        <pc:spChg chg="del">
          <ac:chgData name="Hironari Yamada" userId="e57621f8-ec3c-449e-bb19-001fffcc008e" providerId="ADAL" clId="{BC0BD879-F267-5CCA-8DEA-E3B2DD07DA4E}" dt="2026-07-30T01:19:56.989" v="10875" actId="478"/>
          <ac:spMkLst>
            <pc:docMk/>
            <pc:sldMk cId="3214495952" sldId="2076139061"/>
            <ac:spMk id="13" creationId="{A7082649-B0A6-26F3-2319-A3007307116D}"/>
          </ac:spMkLst>
        </pc:spChg>
        <pc:spChg chg="del">
          <ac:chgData name="Hironari Yamada" userId="e57621f8-ec3c-449e-bb19-001fffcc008e" providerId="ADAL" clId="{BC0BD879-F267-5CCA-8DEA-E3B2DD07DA4E}" dt="2026-07-30T01:19:56.989" v="10875" actId="478"/>
          <ac:spMkLst>
            <pc:docMk/>
            <pc:sldMk cId="3214495952" sldId="2076139061"/>
            <ac:spMk id="14" creationId="{27483D6A-DFA4-75F3-806E-0B18A51454A8}"/>
          </ac:spMkLst>
        </pc:spChg>
        <pc:spChg chg="del">
          <ac:chgData name="Hironari Yamada" userId="e57621f8-ec3c-449e-bb19-001fffcc008e" providerId="ADAL" clId="{BC0BD879-F267-5CCA-8DEA-E3B2DD07DA4E}" dt="2026-07-30T01:19:56.989" v="10875" actId="478"/>
          <ac:spMkLst>
            <pc:docMk/>
            <pc:sldMk cId="3214495952" sldId="2076139061"/>
            <ac:spMk id="16" creationId="{C096D56D-E0A2-8E36-1C1C-097782135DFC}"/>
          </ac:spMkLst>
        </pc:spChg>
        <pc:spChg chg="add mod">
          <ac:chgData name="Hironari Yamada" userId="e57621f8-ec3c-449e-bb19-001fffcc008e" providerId="ADAL" clId="{BC0BD879-F267-5CCA-8DEA-E3B2DD07DA4E}" dt="2026-07-30T01:21:29.209" v="10900" actId="1036"/>
          <ac:spMkLst>
            <pc:docMk/>
            <pc:sldMk cId="3214495952" sldId="2076139061"/>
            <ac:spMk id="19" creationId="{FEB2A220-8547-E584-2DD6-D63923DCF393}"/>
          </ac:spMkLst>
        </pc:spChg>
        <pc:picChg chg="del">
          <ac:chgData name="Hironari Yamada" userId="e57621f8-ec3c-449e-bb19-001fffcc008e" providerId="ADAL" clId="{BC0BD879-F267-5CCA-8DEA-E3B2DD07DA4E}" dt="2026-07-30T01:19:56.989" v="10875" actId="478"/>
          <ac:picMkLst>
            <pc:docMk/>
            <pc:sldMk cId="3214495952" sldId="2076139061"/>
            <ac:picMk id="11" creationId="{24F89D40-BBEB-7D14-9BD0-4A729B09E2EF}"/>
          </ac:picMkLst>
        </pc:picChg>
        <pc:picChg chg="add mod">
          <ac:chgData name="Hironari Yamada" userId="e57621f8-ec3c-449e-bb19-001fffcc008e" providerId="ADAL" clId="{BC0BD879-F267-5CCA-8DEA-E3B2DD07DA4E}" dt="2026-07-30T01:21:29.209" v="10900" actId="1036"/>
          <ac:picMkLst>
            <pc:docMk/>
            <pc:sldMk cId="3214495952" sldId="2076139061"/>
            <ac:picMk id="20" creationId="{9B06C4AA-A4ED-3FE4-398E-D03AF61FDE93}"/>
          </ac:picMkLst>
        </pc:picChg>
        <pc:cxnChg chg="del">
          <ac:chgData name="Hironari Yamada" userId="e57621f8-ec3c-449e-bb19-001fffcc008e" providerId="ADAL" clId="{BC0BD879-F267-5CCA-8DEA-E3B2DD07DA4E}" dt="2026-07-30T01:19:56.989" v="10875" actId="478"/>
          <ac:cxnSpMkLst>
            <pc:docMk/>
            <pc:sldMk cId="3214495952" sldId="2076139061"/>
            <ac:cxnSpMk id="15" creationId="{C29B180F-CE3A-5A38-65CB-1529FC2D8D01}"/>
          </ac:cxnSpMkLst>
        </pc:cxnChg>
        <pc:cxnChg chg="del">
          <ac:chgData name="Hironari Yamada" userId="e57621f8-ec3c-449e-bb19-001fffcc008e" providerId="ADAL" clId="{BC0BD879-F267-5CCA-8DEA-E3B2DD07DA4E}" dt="2026-07-30T01:19:56.989" v="10875" actId="478"/>
          <ac:cxnSpMkLst>
            <pc:docMk/>
            <pc:sldMk cId="3214495952" sldId="2076139061"/>
            <ac:cxnSpMk id="17" creationId="{B03A1F21-2115-96DD-C71B-EF8F96EF117E}"/>
          </ac:cxnSpMkLst>
        </pc:cxnChg>
        <pc:cxnChg chg="del">
          <ac:chgData name="Hironari Yamada" userId="e57621f8-ec3c-449e-bb19-001fffcc008e" providerId="ADAL" clId="{BC0BD879-F267-5CCA-8DEA-E3B2DD07DA4E}" dt="2026-07-30T01:19:56.989" v="10875" actId="478"/>
          <ac:cxnSpMkLst>
            <pc:docMk/>
            <pc:sldMk cId="3214495952" sldId="2076139061"/>
            <ac:cxnSpMk id="18" creationId="{FB0D8DF4-7D20-4313-8742-00DB59FA5104}"/>
          </ac:cxnSpMkLst>
        </pc:cxnChg>
      </pc:sldChg>
      <pc:sldChg chg="addSp delSp modSp add mod modAnim modNotes">
        <pc:chgData name="Hironari Yamada" userId="e57621f8-ec3c-449e-bb19-001fffcc008e" providerId="ADAL" clId="{BC0BD879-F267-5CCA-8DEA-E3B2DD07DA4E}" dt="2026-07-31T01:10:14.838" v="12843" actId="26606"/>
        <pc:sldMkLst>
          <pc:docMk/>
          <pc:sldMk cId="1339200608" sldId="2076139062"/>
        </pc:sldMkLst>
        <pc:spChg chg="mod">
          <ac:chgData name="Hironari Yamada" userId="e57621f8-ec3c-449e-bb19-001fffcc008e" providerId="ADAL" clId="{BC0BD879-F267-5CCA-8DEA-E3B2DD07DA4E}" dt="2026-07-30T01:39:42.486" v="11827" actId="20577"/>
          <ac:spMkLst>
            <pc:docMk/>
            <pc:sldMk cId="1339200608" sldId="2076139062"/>
            <ac:spMk id="3" creationId="{1E4969C0-EEBA-E58A-3093-FD4815FF0B27}"/>
          </ac:spMkLst>
        </pc:spChg>
        <pc:spChg chg="mod">
          <ac:chgData name="Hironari Yamada" userId="e57621f8-ec3c-449e-bb19-001fffcc008e" providerId="ADAL" clId="{BC0BD879-F267-5CCA-8DEA-E3B2DD07DA4E}" dt="2026-07-30T01:24:41.061" v="11198" actId="1076"/>
          <ac:spMkLst>
            <pc:docMk/>
            <pc:sldMk cId="1339200608" sldId="2076139062"/>
            <ac:spMk id="6" creationId="{4FE11E49-3D99-DADB-8351-66BB40F88189}"/>
          </ac:spMkLst>
        </pc:spChg>
        <pc:spChg chg="add mod">
          <ac:chgData name="Hironari Yamada" userId="e57621f8-ec3c-449e-bb19-001fffcc008e" providerId="ADAL" clId="{BC0BD879-F267-5CCA-8DEA-E3B2DD07DA4E}" dt="2026-07-30T01:35:14.989" v="11490" actId="20577"/>
          <ac:spMkLst>
            <pc:docMk/>
            <pc:sldMk cId="1339200608" sldId="2076139062"/>
            <ac:spMk id="7" creationId="{B534891D-6AA1-7E5D-1FA6-7681B9FA0632}"/>
          </ac:spMkLst>
        </pc:spChg>
        <pc:spChg chg="add del mod">
          <ac:chgData name="Hironari Yamada" userId="e57621f8-ec3c-449e-bb19-001fffcc008e" providerId="ADAL" clId="{BC0BD879-F267-5CCA-8DEA-E3B2DD07DA4E}" dt="2026-07-30T01:25:44.966" v="11221" actId="478"/>
          <ac:spMkLst>
            <pc:docMk/>
            <pc:sldMk cId="1339200608" sldId="2076139062"/>
            <ac:spMk id="8" creationId="{452730BD-0D86-DCE3-01CB-C41A93B76749}"/>
          </ac:spMkLst>
        </pc:spChg>
        <pc:spChg chg="mod">
          <ac:chgData name="Hironari Yamada" userId="e57621f8-ec3c-449e-bb19-001fffcc008e" providerId="ADAL" clId="{BC0BD879-F267-5CCA-8DEA-E3B2DD07DA4E}" dt="2026-07-30T01:23:35.288" v="11024" actId="20577"/>
          <ac:spMkLst>
            <pc:docMk/>
            <pc:sldMk cId="1339200608" sldId="2076139062"/>
            <ac:spMk id="9" creationId="{F198F681-BA5F-42DD-D6D2-350DDD876BFB}"/>
          </ac:spMkLst>
        </pc:spChg>
        <pc:spChg chg="add mod">
          <ac:chgData name="Hironari Yamada" userId="e57621f8-ec3c-449e-bb19-001fffcc008e" providerId="ADAL" clId="{BC0BD879-F267-5CCA-8DEA-E3B2DD07DA4E}" dt="2026-07-30T01:26:15.458" v="11238" actId="1076"/>
          <ac:spMkLst>
            <pc:docMk/>
            <pc:sldMk cId="1339200608" sldId="2076139062"/>
            <ac:spMk id="11" creationId="{E42AA55B-2AB5-290F-03D4-12CE7F9D24B8}"/>
          </ac:spMkLst>
        </pc:spChg>
        <pc:spChg chg="add del mod">
          <ac:chgData name="Hironari Yamada" userId="e57621f8-ec3c-449e-bb19-001fffcc008e" providerId="ADAL" clId="{BC0BD879-F267-5CCA-8DEA-E3B2DD07DA4E}" dt="2026-07-30T01:26:03.981" v="11237"/>
          <ac:spMkLst>
            <pc:docMk/>
            <pc:sldMk cId="1339200608" sldId="2076139062"/>
            <ac:spMk id="12" creationId="{5BD07C1B-4CF2-2B9A-503F-9B119CF68167}"/>
          </ac:spMkLst>
        </pc:spChg>
        <pc:spChg chg="add mod">
          <ac:chgData name="Hironari Yamada" userId="e57621f8-ec3c-449e-bb19-001fffcc008e" providerId="ADAL" clId="{BC0BD879-F267-5CCA-8DEA-E3B2DD07DA4E}" dt="2026-07-30T01:33:52.636" v="11448" actId="1076"/>
          <ac:spMkLst>
            <pc:docMk/>
            <pc:sldMk cId="1339200608" sldId="2076139062"/>
            <ac:spMk id="13" creationId="{1563DB8D-58E1-0937-2CE5-66903EC8774C}"/>
          </ac:spMkLst>
        </pc:spChg>
        <pc:spChg chg="add del mod">
          <ac:chgData name="Hironari Yamada" userId="e57621f8-ec3c-449e-bb19-001fffcc008e" providerId="ADAL" clId="{BC0BD879-F267-5CCA-8DEA-E3B2DD07DA4E}" dt="2026-07-30T01:38:46.029" v="11717" actId="478"/>
          <ac:spMkLst>
            <pc:docMk/>
            <pc:sldMk cId="1339200608" sldId="2076139062"/>
            <ac:spMk id="15" creationId="{E1E1705A-CD75-AE41-3CC5-FFF91D70D99B}"/>
          </ac:spMkLst>
        </pc:spChg>
        <pc:spChg chg="add mod">
          <ac:chgData name="Hironari Yamada" userId="e57621f8-ec3c-449e-bb19-001fffcc008e" providerId="ADAL" clId="{BC0BD879-F267-5CCA-8DEA-E3B2DD07DA4E}" dt="2026-07-30T01:36:54.302" v="11518" actId="1076"/>
          <ac:spMkLst>
            <pc:docMk/>
            <pc:sldMk cId="1339200608" sldId="2076139062"/>
            <ac:spMk id="18" creationId="{0DC38AA3-01EF-5782-52BC-33F5DC6C73D9}"/>
          </ac:spMkLst>
        </pc:spChg>
        <pc:spChg chg="add mod">
          <ac:chgData name="Hironari Yamada" userId="e57621f8-ec3c-449e-bb19-001fffcc008e" providerId="ADAL" clId="{BC0BD879-F267-5CCA-8DEA-E3B2DD07DA4E}" dt="2026-07-30T01:40:08.196" v="11833" actId="1076"/>
          <ac:spMkLst>
            <pc:docMk/>
            <pc:sldMk cId="1339200608" sldId="2076139062"/>
            <ac:spMk id="20" creationId="{22D0737C-69D0-D7A4-3297-556B009AF8F7}"/>
          </ac:spMkLst>
        </pc:spChg>
        <pc:spChg chg="add mod">
          <ac:chgData name="Hironari Yamada" userId="e57621f8-ec3c-449e-bb19-001fffcc008e" providerId="ADAL" clId="{BC0BD879-F267-5CCA-8DEA-E3B2DD07DA4E}" dt="2026-07-30T01:41:10.534" v="11846" actId="1076"/>
          <ac:spMkLst>
            <pc:docMk/>
            <pc:sldMk cId="1339200608" sldId="2076139062"/>
            <ac:spMk id="21" creationId="{08CC6F04-8F99-2BE7-87CD-19C2D4282060}"/>
          </ac:spMkLst>
        </pc:spChg>
        <pc:spChg chg="del">
          <ac:chgData name="Hironari Yamada" userId="e57621f8-ec3c-449e-bb19-001fffcc008e" providerId="ADAL" clId="{BC0BD879-F267-5CCA-8DEA-E3B2DD07DA4E}" dt="2026-07-30T01:23:38.766" v="11025" actId="478"/>
          <ac:spMkLst>
            <pc:docMk/>
            <pc:sldMk cId="1339200608" sldId="2076139062"/>
            <ac:spMk id="162" creationId="{E4B10786-5527-DD4E-E4AC-1A3865543BC7}"/>
          </ac:spMkLst>
        </pc:spChg>
        <pc:spChg chg="del">
          <ac:chgData name="Hironari Yamada" userId="e57621f8-ec3c-449e-bb19-001fffcc008e" providerId="ADAL" clId="{BC0BD879-F267-5CCA-8DEA-E3B2DD07DA4E}" dt="2026-07-30T01:23:38.766" v="11025" actId="478"/>
          <ac:spMkLst>
            <pc:docMk/>
            <pc:sldMk cId="1339200608" sldId="2076139062"/>
            <ac:spMk id="163" creationId="{AAB4C12F-45F8-A51F-1353-E59E228846B2}"/>
          </ac:spMkLst>
        </pc:spChg>
        <pc:picChg chg="add mod">
          <ac:chgData name="Hironari Yamada" userId="e57621f8-ec3c-449e-bb19-001fffcc008e" providerId="ADAL" clId="{BC0BD879-F267-5CCA-8DEA-E3B2DD07DA4E}" dt="2026-07-30T01:24:31.971" v="11195" actId="1076"/>
          <ac:picMkLst>
            <pc:docMk/>
            <pc:sldMk cId="1339200608" sldId="2076139062"/>
            <ac:picMk id="5" creationId="{C12FC1E6-19CB-3483-F723-77302A3D22A3}"/>
          </ac:picMkLst>
        </pc:picChg>
        <pc:picChg chg="add mod">
          <ac:chgData name="Hironari Yamada" userId="e57621f8-ec3c-449e-bb19-001fffcc008e" providerId="ADAL" clId="{BC0BD879-F267-5CCA-8DEA-E3B2DD07DA4E}" dt="2026-07-30T01:26:15.458" v="11238" actId="1076"/>
          <ac:picMkLst>
            <pc:docMk/>
            <pc:sldMk cId="1339200608" sldId="2076139062"/>
            <ac:picMk id="10" creationId="{4E360066-2D23-5405-215D-BD3262DC4B92}"/>
          </ac:picMkLst>
        </pc:picChg>
        <pc:picChg chg="add mod">
          <ac:chgData name="Hironari Yamada" userId="e57621f8-ec3c-449e-bb19-001fffcc008e" providerId="ADAL" clId="{BC0BD879-F267-5CCA-8DEA-E3B2DD07DA4E}" dt="2026-07-30T01:33:49.484" v="11447" actId="14100"/>
          <ac:picMkLst>
            <pc:docMk/>
            <pc:sldMk cId="1339200608" sldId="2076139062"/>
            <ac:picMk id="14" creationId="{36276ACA-D5EC-DD7E-6102-176F69EEC305}"/>
          </ac:picMkLst>
        </pc:picChg>
        <pc:picChg chg="add mod">
          <ac:chgData name="Hironari Yamada" userId="e57621f8-ec3c-449e-bb19-001fffcc008e" providerId="ADAL" clId="{BC0BD879-F267-5CCA-8DEA-E3B2DD07DA4E}" dt="2026-07-30T01:36:48.212" v="11516" actId="1076"/>
          <ac:picMkLst>
            <pc:docMk/>
            <pc:sldMk cId="1339200608" sldId="2076139062"/>
            <ac:picMk id="17" creationId="{57E1E059-5578-9C81-AFF5-22EB27CC19C0}"/>
          </ac:picMkLst>
        </pc:picChg>
        <pc:picChg chg="add mod">
          <ac:chgData name="Hironari Yamada" userId="e57621f8-ec3c-449e-bb19-001fffcc008e" providerId="ADAL" clId="{BC0BD879-F267-5CCA-8DEA-E3B2DD07DA4E}" dt="2026-07-30T01:41:01.985" v="11844" actId="14100"/>
          <ac:picMkLst>
            <pc:docMk/>
            <pc:sldMk cId="1339200608" sldId="2076139062"/>
            <ac:picMk id="19" creationId="{8FEA0CE2-8601-1C32-1729-DADE8407FE0E}"/>
          </ac:picMkLst>
        </pc:picChg>
        <pc:picChg chg="add mod">
          <ac:chgData name="Hironari Yamada" userId="e57621f8-ec3c-449e-bb19-001fffcc008e" providerId="ADAL" clId="{BC0BD879-F267-5CCA-8DEA-E3B2DD07DA4E}" dt="2026-07-30T01:40:58.639" v="11843" actId="14100"/>
          <ac:picMkLst>
            <pc:docMk/>
            <pc:sldMk cId="1339200608" sldId="2076139062"/>
            <ac:picMk id="22" creationId="{EE39BA91-DBA2-4964-77BC-121EF5E0FC18}"/>
          </ac:picMkLst>
        </pc:picChg>
        <pc:picChg chg="del">
          <ac:chgData name="Hironari Yamada" userId="e57621f8-ec3c-449e-bb19-001fffcc008e" providerId="ADAL" clId="{BC0BD879-F267-5CCA-8DEA-E3B2DD07DA4E}" dt="2026-07-30T01:23:38.766" v="11025" actId="478"/>
          <ac:picMkLst>
            <pc:docMk/>
            <pc:sldMk cId="1339200608" sldId="2076139062"/>
            <ac:picMk id="160" creationId="{3FDAE086-73C9-FD4A-A086-08AFE4A62A38}"/>
          </ac:picMkLst>
        </pc:picChg>
      </pc:sldChg>
      <pc:sldChg chg="addSp delSp modSp add mod modNotes">
        <pc:chgData name="Hironari Yamada" userId="e57621f8-ec3c-449e-bb19-001fffcc008e" providerId="ADAL" clId="{BC0BD879-F267-5CCA-8DEA-E3B2DD07DA4E}" dt="2026-07-31T01:10:14.838" v="12843" actId="26606"/>
        <pc:sldMkLst>
          <pc:docMk/>
          <pc:sldMk cId="2147572453" sldId="2076139063"/>
        </pc:sldMkLst>
        <pc:spChg chg="mod">
          <ac:chgData name="Hironari Yamada" userId="e57621f8-ec3c-449e-bb19-001fffcc008e" providerId="ADAL" clId="{BC0BD879-F267-5CCA-8DEA-E3B2DD07DA4E}" dt="2026-07-30T06:29:48.122" v="12629" actId="26606"/>
          <ac:spMkLst>
            <pc:docMk/>
            <pc:sldMk cId="2147572453" sldId="2076139063"/>
            <ac:spMk id="3" creationId="{1F5A3252-651C-A034-B5D4-DB69C3FF198D}"/>
          </ac:spMkLst>
        </pc:spChg>
        <pc:spChg chg="del">
          <ac:chgData name="Hironari Yamada" userId="e57621f8-ec3c-449e-bb19-001fffcc008e" providerId="ADAL" clId="{BC0BD879-F267-5CCA-8DEA-E3B2DD07DA4E}" dt="2026-07-30T06:25:25.014" v="12628" actId="478"/>
          <ac:spMkLst>
            <pc:docMk/>
            <pc:sldMk cId="2147572453" sldId="2076139063"/>
            <ac:spMk id="5" creationId="{849CB3CC-F065-1B7C-E4D3-3F7DAC7B711D}"/>
          </ac:spMkLst>
        </pc:spChg>
        <pc:spChg chg="del">
          <ac:chgData name="Hironari Yamada" userId="e57621f8-ec3c-449e-bb19-001fffcc008e" providerId="ADAL" clId="{BC0BD879-F267-5CCA-8DEA-E3B2DD07DA4E}" dt="2026-07-30T06:25:25.014" v="12628" actId="478"/>
          <ac:spMkLst>
            <pc:docMk/>
            <pc:sldMk cId="2147572453" sldId="2076139063"/>
            <ac:spMk id="7" creationId="{2E234300-B03B-7332-B550-C378CA0B0D19}"/>
          </ac:spMkLst>
        </pc:spChg>
        <pc:spChg chg="add del mod">
          <ac:chgData name="Hironari Yamada" userId="e57621f8-ec3c-449e-bb19-001fffcc008e" providerId="ADAL" clId="{BC0BD879-F267-5CCA-8DEA-E3B2DD07DA4E}" dt="2026-07-30T06:24:59.315" v="12597" actId="478"/>
          <ac:spMkLst>
            <pc:docMk/>
            <pc:sldMk cId="2147572453" sldId="2076139063"/>
            <ac:spMk id="8" creationId="{2F52F694-32BE-B0AD-3473-D7864B340973}"/>
          </ac:spMkLst>
        </pc:spChg>
        <pc:spChg chg="mod">
          <ac:chgData name="Hironari Yamada" userId="e57621f8-ec3c-449e-bb19-001fffcc008e" providerId="ADAL" clId="{BC0BD879-F267-5CCA-8DEA-E3B2DD07DA4E}" dt="2026-07-30T06:25:05.686" v="12612" actId="20577"/>
          <ac:spMkLst>
            <pc:docMk/>
            <pc:sldMk cId="2147572453" sldId="2076139063"/>
            <ac:spMk id="9" creationId="{18DA3F20-13F4-05B6-6472-F4C12A1DB356}"/>
          </ac:spMkLst>
        </pc:spChg>
        <pc:spChg chg="del">
          <ac:chgData name="Hironari Yamada" userId="e57621f8-ec3c-449e-bb19-001fffcc008e" providerId="ADAL" clId="{BC0BD879-F267-5CCA-8DEA-E3B2DD07DA4E}" dt="2026-07-30T06:25:25.014" v="12628" actId="478"/>
          <ac:spMkLst>
            <pc:docMk/>
            <pc:sldMk cId="2147572453" sldId="2076139063"/>
            <ac:spMk id="10" creationId="{7371E181-5726-0E9E-9A66-FF34BCFD6B49}"/>
          </ac:spMkLst>
        </pc:spChg>
        <pc:spChg chg="add">
          <ac:chgData name="Hironari Yamada" userId="e57621f8-ec3c-449e-bb19-001fffcc008e" providerId="ADAL" clId="{BC0BD879-F267-5CCA-8DEA-E3B2DD07DA4E}" dt="2026-07-30T06:29:48.122" v="12629" actId="26606"/>
          <ac:spMkLst>
            <pc:docMk/>
            <pc:sldMk cId="2147572453" sldId="2076139063"/>
            <ac:spMk id="15" creationId="{00000000-0000-0000-0000-000000000000}"/>
          </ac:spMkLst>
        </pc:spChg>
        <pc:spChg chg="add">
          <ac:chgData name="Hironari Yamada" userId="e57621f8-ec3c-449e-bb19-001fffcc008e" providerId="ADAL" clId="{BC0BD879-F267-5CCA-8DEA-E3B2DD07DA4E}" dt="2026-07-30T06:29:48.122" v="12629" actId="26606"/>
          <ac:spMkLst>
            <pc:docMk/>
            <pc:sldMk cId="2147572453" sldId="2076139063"/>
            <ac:spMk id="16" creationId="{00000000-0000-0000-0000-000000000000}"/>
          </ac:spMkLst>
        </pc:spChg>
        <pc:spChg chg="add">
          <ac:chgData name="Hironari Yamada" userId="e57621f8-ec3c-449e-bb19-001fffcc008e" providerId="ADAL" clId="{BC0BD879-F267-5CCA-8DEA-E3B2DD07DA4E}" dt="2026-07-30T06:29:48.122" v="12629" actId="26606"/>
          <ac:spMkLst>
            <pc:docMk/>
            <pc:sldMk cId="2147572453" sldId="2076139063"/>
            <ac:spMk id="17" creationId="{00000000-0000-0000-0000-000000000000}"/>
          </ac:spMkLst>
        </pc:spChg>
        <pc:spChg chg="mod">
          <ac:chgData name="Hironari Yamada" userId="e57621f8-ec3c-449e-bb19-001fffcc008e" providerId="ADAL" clId="{BC0BD879-F267-5CCA-8DEA-E3B2DD07DA4E}" dt="2026-07-30T06:29:48.122" v="12629" actId="26606"/>
          <ac:spMkLst>
            <pc:docMk/>
            <pc:sldMk cId="2147572453" sldId="2076139063"/>
            <ac:spMk id="19" creationId="{78641A0D-4448-AA93-F807-240D971C4B84}"/>
          </ac:spMkLst>
        </pc:spChg>
        <pc:picChg chg="add mod">
          <ac:chgData name="Hironari Yamada" userId="e57621f8-ec3c-449e-bb19-001fffcc008e" providerId="ADAL" clId="{BC0BD879-F267-5CCA-8DEA-E3B2DD07DA4E}" dt="2026-07-30T06:24:50.130" v="12594" actId="1076"/>
          <ac:picMkLst>
            <pc:docMk/>
            <pc:sldMk cId="2147572453" sldId="2076139063"/>
            <ac:picMk id="11" creationId="{C34DC404-C444-5F43-154A-D7FE8BDC74A2}"/>
          </ac:picMkLst>
        </pc:picChg>
        <pc:picChg chg="del">
          <ac:chgData name="Hironari Yamada" userId="e57621f8-ec3c-449e-bb19-001fffcc008e" providerId="ADAL" clId="{BC0BD879-F267-5CCA-8DEA-E3B2DD07DA4E}" dt="2026-07-30T06:24:47.117" v="12592" actId="478"/>
          <ac:picMkLst>
            <pc:docMk/>
            <pc:sldMk cId="2147572453" sldId="2076139063"/>
            <ac:picMk id="20" creationId="{F6A1E5C7-5A72-9EAF-40C8-B7FEFB9929CC}"/>
          </ac:picMkLst>
        </pc:picChg>
      </pc:sldChg>
      <pc:sldChg chg="addSp delSp modSp add mod">
        <pc:chgData name="Hironari Yamada" userId="e57621f8-ec3c-449e-bb19-001fffcc008e" providerId="ADAL" clId="{BC0BD879-F267-5CCA-8DEA-E3B2DD07DA4E}" dt="2026-07-30T01:43:08.861" v="11967"/>
        <pc:sldMkLst>
          <pc:docMk/>
          <pc:sldMk cId="3472070720" sldId="2076139064"/>
        </pc:sldMkLst>
        <pc:spChg chg="mod">
          <ac:chgData name="Hironari Yamada" userId="e57621f8-ec3c-449e-bb19-001fffcc008e" providerId="ADAL" clId="{BC0BD879-F267-5CCA-8DEA-E3B2DD07DA4E}" dt="2026-07-30T01:43:06.316" v="11964" actId="20577"/>
          <ac:spMkLst>
            <pc:docMk/>
            <pc:sldMk cId="3472070720" sldId="2076139064"/>
            <ac:spMk id="2" creationId="{837BD128-D98E-3DD5-23F2-E0895BD5FB4F}"/>
          </ac:spMkLst>
        </pc:spChg>
        <pc:spChg chg="add del mod">
          <ac:chgData name="Hironari Yamada" userId="e57621f8-ec3c-449e-bb19-001fffcc008e" providerId="ADAL" clId="{BC0BD879-F267-5CCA-8DEA-E3B2DD07DA4E}" dt="2026-07-30T01:43:08.861" v="11967"/>
          <ac:spMkLst>
            <pc:docMk/>
            <pc:sldMk cId="3472070720" sldId="2076139064"/>
            <ac:spMk id="3" creationId="{30E78201-4E6B-548D-C537-4363B28B318D}"/>
          </ac:spMkLst>
        </pc:spChg>
      </pc:sldChg>
      <pc:sldChg chg="addSp delSp modSp add mod modNotes">
        <pc:chgData name="Hironari Yamada" userId="e57621f8-ec3c-449e-bb19-001fffcc008e" providerId="ADAL" clId="{BC0BD879-F267-5CCA-8DEA-E3B2DD07DA4E}" dt="2026-07-31T01:10:14.838" v="12843" actId="26606"/>
        <pc:sldMkLst>
          <pc:docMk/>
          <pc:sldMk cId="1603823980" sldId="2076139065"/>
        </pc:sldMkLst>
        <pc:spChg chg="mod">
          <ac:chgData name="Hironari Yamada" userId="e57621f8-ec3c-449e-bb19-001fffcc008e" providerId="ADAL" clId="{BC0BD879-F267-5CCA-8DEA-E3B2DD07DA4E}" dt="2026-07-30T01:43:51.319" v="11980" actId="12"/>
          <ac:spMkLst>
            <pc:docMk/>
            <pc:sldMk cId="1603823980" sldId="2076139065"/>
            <ac:spMk id="3" creationId="{C088A674-449E-CACF-2124-D9E19E091D1D}"/>
          </ac:spMkLst>
        </pc:spChg>
        <pc:spChg chg="del">
          <ac:chgData name="Hironari Yamada" userId="e57621f8-ec3c-449e-bb19-001fffcc008e" providerId="ADAL" clId="{BC0BD879-F267-5CCA-8DEA-E3B2DD07DA4E}" dt="2026-07-30T01:44:15.621" v="11981" actId="478"/>
          <ac:spMkLst>
            <pc:docMk/>
            <pc:sldMk cId="1603823980" sldId="2076139065"/>
            <ac:spMk id="5" creationId="{715EB350-BE42-578D-E024-3A66B8C33073}"/>
          </ac:spMkLst>
        </pc:spChg>
        <pc:spChg chg="mod">
          <ac:chgData name="Hironari Yamada" userId="e57621f8-ec3c-449e-bb19-001fffcc008e" providerId="ADAL" clId="{BC0BD879-F267-5CCA-8DEA-E3B2DD07DA4E}" dt="2026-07-30T01:43:44.745" v="11979" actId="5793"/>
          <ac:spMkLst>
            <pc:docMk/>
            <pc:sldMk cId="1603823980" sldId="2076139065"/>
            <ac:spMk id="6" creationId="{0B7859F1-2C24-DE43-067E-E53F757CC2F6}"/>
          </ac:spMkLst>
        </pc:spChg>
        <pc:spChg chg="del">
          <ac:chgData name="Hironari Yamada" userId="e57621f8-ec3c-449e-bb19-001fffcc008e" providerId="ADAL" clId="{BC0BD879-F267-5CCA-8DEA-E3B2DD07DA4E}" dt="2026-07-30T01:44:15.621" v="11981" actId="478"/>
          <ac:spMkLst>
            <pc:docMk/>
            <pc:sldMk cId="1603823980" sldId="2076139065"/>
            <ac:spMk id="7" creationId="{4CE6FD3B-FA8F-F301-89BA-7055D29E627C}"/>
          </ac:spMkLst>
        </pc:spChg>
        <pc:spChg chg="add mod">
          <ac:chgData name="Hironari Yamada" userId="e57621f8-ec3c-449e-bb19-001fffcc008e" providerId="ADAL" clId="{BC0BD879-F267-5CCA-8DEA-E3B2DD07DA4E}" dt="2026-07-30T01:44:45.018" v="11989" actId="1076"/>
          <ac:spMkLst>
            <pc:docMk/>
            <pc:sldMk cId="1603823980" sldId="2076139065"/>
            <ac:spMk id="8" creationId="{23FE1D23-BB79-E7D8-7C34-A3EA33AE733B}"/>
          </ac:spMkLst>
        </pc:spChg>
        <pc:spChg chg="mod">
          <ac:chgData name="Hironari Yamada" userId="e57621f8-ec3c-449e-bb19-001fffcc008e" providerId="ADAL" clId="{BC0BD879-F267-5CCA-8DEA-E3B2DD07DA4E}" dt="2026-07-30T01:43:24.810" v="11976" actId="20577"/>
          <ac:spMkLst>
            <pc:docMk/>
            <pc:sldMk cId="1603823980" sldId="2076139065"/>
            <ac:spMk id="9" creationId="{16AE4BE7-0867-708E-6F05-881FB268B871}"/>
          </ac:spMkLst>
        </pc:spChg>
        <pc:spChg chg="del">
          <ac:chgData name="Hironari Yamada" userId="e57621f8-ec3c-449e-bb19-001fffcc008e" providerId="ADAL" clId="{BC0BD879-F267-5CCA-8DEA-E3B2DD07DA4E}" dt="2026-07-30T01:44:15.621" v="11981" actId="478"/>
          <ac:spMkLst>
            <pc:docMk/>
            <pc:sldMk cId="1603823980" sldId="2076139065"/>
            <ac:spMk id="10" creationId="{44292EB2-7DEE-49D8-24B8-8008B6425ECE}"/>
          </ac:spMkLst>
        </pc:spChg>
        <pc:spChg chg="add mod">
          <ac:chgData name="Hironari Yamada" userId="e57621f8-ec3c-449e-bb19-001fffcc008e" providerId="ADAL" clId="{BC0BD879-F267-5CCA-8DEA-E3B2DD07DA4E}" dt="2026-07-30T01:44:45.018" v="11989" actId="1076"/>
          <ac:spMkLst>
            <pc:docMk/>
            <pc:sldMk cId="1603823980" sldId="2076139065"/>
            <ac:spMk id="11" creationId="{8B391296-DF2E-4BDD-456E-1EA897431C9C}"/>
          </ac:spMkLst>
        </pc:spChg>
        <pc:spChg chg="add mod">
          <ac:chgData name="Hironari Yamada" userId="e57621f8-ec3c-449e-bb19-001fffcc008e" providerId="ADAL" clId="{BC0BD879-F267-5CCA-8DEA-E3B2DD07DA4E}" dt="2026-07-30T01:44:45.018" v="11989" actId="1076"/>
          <ac:spMkLst>
            <pc:docMk/>
            <pc:sldMk cId="1603823980" sldId="2076139065"/>
            <ac:spMk id="12" creationId="{F8B0F328-D0ED-62CD-546A-87BD38F692E4}"/>
          </ac:spMkLst>
        </pc:spChg>
        <pc:spChg chg="add mod">
          <ac:chgData name="Hironari Yamada" userId="e57621f8-ec3c-449e-bb19-001fffcc008e" providerId="ADAL" clId="{BC0BD879-F267-5CCA-8DEA-E3B2DD07DA4E}" dt="2026-07-30T01:44:48.255" v="11990" actId="1076"/>
          <ac:spMkLst>
            <pc:docMk/>
            <pc:sldMk cId="1603823980" sldId="2076139065"/>
            <ac:spMk id="13" creationId="{EA6D3082-8A34-331A-0D76-B1EC2BE95AB5}"/>
          </ac:spMkLst>
        </pc:spChg>
        <pc:spChg chg="del">
          <ac:chgData name="Hironari Yamada" userId="e57621f8-ec3c-449e-bb19-001fffcc008e" providerId="ADAL" clId="{BC0BD879-F267-5CCA-8DEA-E3B2DD07DA4E}" dt="2026-07-30T01:44:15.621" v="11981" actId="478"/>
          <ac:spMkLst>
            <pc:docMk/>
            <pc:sldMk cId="1603823980" sldId="2076139065"/>
            <ac:spMk id="19" creationId="{EC0A37B3-E7C8-D72C-C9B6-AAB4B5BB1812}"/>
          </ac:spMkLst>
        </pc:spChg>
        <pc:picChg chg="add mod">
          <ac:chgData name="Hironari Yamada" userId="e57621f8-ec3c-449e-bb19-001fffcc008e" providerId="ADAL" clId="{BC0BD879-F267-5CCA-8DEA-E3B2DD07DA4E}" dt="2026-07-30T01:44:48.255" v="11990" actId="1076"/>
          <ac:picMkLst>
            <pc:docMk/>
            <pc:sldMk cId="1603823980" sldId="2076139065"/>
            <ac:picMk id="14" creationId="{1284D97A-C260-46CB-34A2-97D09684C610}"/>
          </ac:picMkLst>
        </pc:picChg>
        <pc:picChg chg="del">
          <ac:chgData name="Hironari Yamada" userId="e57621f8-ec3c-449e-bb19-001fffcc008e" providerId="ADAL" clId="{BC0BD879-F267-5CCA-8DEA-E3B2DD07DA4E}" dt="2026-07-30T01:44:15.621" v="11981" actId="478"/>
          <ac:picMkLst>
            <pc:docMk/>
            <pc:sldMk cId="1603823980" sldId="2076139065"/>
            <ac:picMk id="20" creationId="{8A5616B9-0A99-2D6F-CEE4-C50CF4CD2AA8}"/>
          </ac:picMkLst>
        </pc:picChg>
      </pc:sldChg>
      <pc:sldChg chg="addSp delSp modSp add mod modNotes">
        <pc:chgData name="Hironari Yamada" userId="e57621f8-ec3c-449e-bb19-001fffcc008e" providerId="ADAL" clId="{BC0BD879-F267-5CCA-8DEA-E3B2DD07DA4E}" dt="2026-07-31T01:10:14.838" v="12843" actId="26606"/>
        <pc:sldMkLst>
          <pc:docMk/>
          <pc:sldMk cId="4250544099" sldId="2076139066"/>
        </pc:sldMkLst>
        <pc:spChg chg="mod">
          <ac:chgData name="Hironari Yamada" userId="e57621f8-ec3c-449e-bb19-001fffcc008e" providerId="ADAL" clId="{BC0BD879-F267-5CCA-8DEA-E3B2DD07DA4E}" dt="2026-07-30T01:45:20.546" v="11998" actId="404"/>
          <ac:spMkLst>
            <pc:docMk/>
            <pc:sldMk cId="4250544099" sldId="2076139066"/>
            <ac:spMk id="3" creationId="{179EDAEA-AC5B-3272-9BE8-4967E56B5D80}"/>
          </ac:spMkLst>
        </pc:spChg>
        <pc:spChg chg="del">
          <ac:chgData name="Hironari Yamada" userId="e57621f8-ec3c-449e-bb19-001fffcc008e" providerId="ADAL" clId="{BC0BD879-F267-5CCA-8DEA-E3B2DD07DA4E}" dt="2026-07-30T01:45:24.017" v="11999" actId="478"/>
          <ac:spMkLst>
            <pc:docMk/>
            <pc:sldMk cId="4250544099" sldId="2076139066"/>
            <ac:spMk id="8" creationId="{F146D87B-F451-D345-FBB5-431EA4FDC9B7}"/>
          </ac:spMkLst>
        </pc:spChg>
        <pc:spChg chg="mod">
          <ac:chgData name="Hironari Yamada" userId="e57621f8-ec3c-449e-bb19-001fffcc008e" providerId="ADAL" clId="{BC0BD879-F267-5CCA-8DEA-E3B2DD07DA4E}" dt="2026-07-30T01:45:07.620" v="11993"/>
          <ac:spMkLst>
            <pc:docMk/>
            <pc:sldMk cId="4250544099" sldId="2076139066"/>
            <ac:spMk id="9" creationId="{FF19667D-E2A9-C5DE-F490-88CE06994A1F}"/>
          </ac:spMkLst>
        </pc:spChg>
        <pc:spChg chg="del">
          <ac:chgData name="Hironari Yamada" userId="e57621f8-ec3c-449e-bb19-001fffcc008e" providerId="ADAL" clId="{BC0BD879-F267-5CCA-8DEA-E3B2DD07DA4E}" dt="2026-07-30T01:45:24.017" v="11999" actId="478"/>
          <ac:spMkLst>
            <pc:docMk/>
            <pc:sldMk cId="4250544099" sldId="2076139066"/>
            <ac:spMk id="11" creationId="{1DA53ECB-0DB5-39C0-2FD5-9098A0317301}"/>
          </ac:spMkLst>
        </pc:spChg>
        <pc:spChg chg="del">
          <ac:chgData name="Hironari Yamada" userId="e57621f8-ec3c-449e-bb19-001fffcc008e" providerId="ADAL" clId="{BC0BD879-F267-5CCA-8DEA-E3B2DD07DA4E}" dt="2026-07-30T01:45:24.017" v="11999" actId="478"/>
          <ac:spMkLst>
            <pc:docMk/>
            <pc:sldMk cId="4250544099" sldId="2076139066"/>
            <ac:spMk id="12" creationId="{80542044-9173-0A88-1BD6-E7E229B2C635}"/>
          </ac:spMkLst>
        </pc:spChg>
        <pc:spChg chg="del">
          <ac:chgData name="Hironari Yamada" userId="e57621f8-ec3c-449e-bb19-001fffcc008e" providerId="ADAL" clId="{BC0BD879-F267-5CCA-8DEA-E3B2DD07DA4E}" dt="2026-07-30T01:45:24.017" v="11999" actId="478"/>
          <ac:spMkLst>
            <pc:docMk/>
            <pc:sldMk cId="4250544099" sldId="2076139066"/>
            <ac:spMk id="13" creationId="{A14F42BA-10C5-4E01-C8CA-AEEC31112674}"/>
          </ac:spMkLst>
        </pc:spChg>
        <pc:spChg chg="add mod">
          <ac:chgData name="Hironari Yamada" userId="e57621f8-ec3c-449e-bb19-001fffcc008e" providerId="ADAL" clId="{BC0BD879-F267-5CCA-8DEA-E3B2DD07DA4E}" dt="2026-07-30T01:45:31.611" v="12000"/>
          <ac:spMkLst>
            <pc:docMk/>
            <pc:sldMk cId="4250544099" sldId="2076139066"/>
            <ac:spMk id="15" creationId="{D84E94EA-FDA6-FC58-2CBB-1D7EBA1E26E1}"/>
          </ac:spMkLst>
        </pc:spChg>
        <pc:spChg chg="add mod">
          <ac:chgData name="Hironari Yamada" userId="e57621f8-ec3c-449e-bb19-001fffcc008e" providerId="ADAL" clId="{BC0BD879-F267-5CCA-8DEA-E3B2DD07DA4E}" dt="2026-07-30T01:45:31.611" v="12000"/>
          <ac:spMkLst>
            <pc:docMk/>
            <pc:sldMk cId="4250544099" sldId="2076139066"/>
            <ac:spMk id="16" creationId="{5E1CFBB8-889D-6D46-F98B-4CFF4819CE7A}"/>
          </ac:spMkLst>
        </pc:spChg>
        <pc:spChg chg="add mod">
          <ac:chgData name="Hironari Yamada" userId="e57621f8-ec3c-449e-bb19-001fffcc008e" providerId="ADAL" clId="{BC0BD879-F267-5CCA-8DEA-E3B2DD07DA4E}" dt="2026-07-30T01:45:31.611" v="12000"/>
          <ac:spMkLst>
            <pc:docMk/>
            <pc:sldMk cId="4250544099" sldId="2076139066"/>
            <ac:spMk id="26" creationId="{7725BB43-0B73-DDD7-1B5E-A2A685B13382}"/>
          </ac:spMkLst>
        </pc:spChg>
        <pc:spChg chg="add mod">
          <ac:chgData name="Hironari Yamada" userId="e57621f8-ec3c-449e-bb19-001fffcc008e" providerId="ADAL" clId="{BC0BD879-F267-5CCA-8DEA-E3B2DD07DA4E}" dt="2026-07-30T01:45:31.611" v="12000"/>
          <ac:spMkLst>
            <pc:docMk/>
            <pc:sldMk cId="4250544099" sldId="2076139066"/>
            <ac:spMk id="29" creationId="{36BC67D2-103A-1722-465B-68B3CFE4B358}"/>
          </ac:spMkLst>
        </pc:spChg>
        <pc:spChg chg="add mod">
          <ac:chgData name="Hironari Yamada" userId="e57621f8-ec3c-449e-bb19-001fffcc008e" providerId="ADAL" clId="{BC0BD879-F267-5CCA-8DEA-E3B2DD07DA4E}" dt="2026-07-30T01:45:31.611" v="12000"/>
          <ac:spMkLst>
            <pc:docMk/>
            <pc:sldMk cId="4250544099" sldId="2076139066"/>
            <ac:spMk id="30" creationId="{36F8D544-F2E6-0A5E-6B81-5A77840EECB3}"/>
          </ac:spMkLst>
        </pc:spChg>
        <pc:spChg chg="add mod">
          <ac:chgData name="Hironari Yamada" userId="e57621f8-ec3c-449e-bb19-001fffcc008e" providerId="ADAL" clId="{BC0BD879-F267-5CCA-8DEA-E3B2DD07DA4E}" dt="2026-07-30T01:45:31.611" v="12000"/>
          <ac:spMkLst>
            <pc:docMk/>
            <pc:sldMk cId="4250544099" sldId="2076139066"/>
            <ac:spMk id="31" creationId="{A48B10F7-2B63-65AC-F351-E9457B0605F2}"/>
          </ac:spMkLst>
        </pc:spChg>
        <pc:spChg chg="add mod">
          <ac:chgData name="Hironari Yamada" userId="e57621f8-ec3c-449e-bb19-001fffcc008e" providerId="ADAL" clId="{BC0BD879-F267-5CCA-8DEA-E3B2DD07DA4E}" dt="2026-07-30T01:45:31.611" v="12000"/>
          <ac:spMkLst>
            <pc:docMk/>
            <pc:sldMk cId="4250544099" sldId="2076139066"/>
            <ac:spMk id="35" creationId="{399B733A-8679-686B-11A7-79828E5E445B}"/>
          </ac:spMkLst>
        </pc:spChg>
        <pc:spChg chg="add mod">
          <ac:chgData name="Hironari Yamada" userId="e57621f8-ec3c-449e-bb19-001fffcc008e" providerId="ADAL" clId="{BC0BD879-F267-5CCA-8DEA-E3B2DD07DA4E}" dt="2026-07-30T01:45:31.611" v="12000"/>
          <ac:spMkLst>
            <pc:docMk/>
            <pc:sldMk cId="4250544099" sldId="2076139066"/>
            <ac:spMk id="38" creationId="{1AD908B0-8E3D-8027-D788-26C9E4C35AB4}"/>
          </ac:spMkLst>
        </pc:spChg>
        <pc:spChg chg="add mod">
          <ac:chgData name="Hironari Yamada" userId="e57621f8-ec3c-449e-bb19-001fffcc008e" providerId="ADAL" clId="{BC0BD879-F267-5CCA-8DEA-E3B2DD07DA4E}" dt="2026-07-30T01:45:31.611" v="12000"/>
          <ac:spMkLst>
            <pc:docMk/>
            <pc:sldMk cId="4250544099" sldId="2076139066"/>
            <ac:spMk id="43" creationId="{79732501-F64B-4CDB-85A1-6922B5D8E89E}"/>
          </ac:spMkLst>
        </pc:spChg>
        <pc:spChg chg="mod">
          <ac:chgData name="Hironari Yamada" userId="e57621f8-ec3c-449e-bb19-001fffcc008e" providerId="ADAL" clId="{BC0BD879-F267-5CCA-8DEA-E3B2DD07DA4E}" dt="2026-07-30T01:45:31.611" v="12000"/>
          <ac:spMkLst>
            <pc:docMk/>
            <pc:sldMk cId="4250544099" sldId="2076139066"/>
            <ac:spMk id="48" creationId="{064FB47E-FA90-62E3-8B26-FB93C456B5F0}"/>
          </ac:spMkLst>
        </pc:spChg>
        <pc:spChg chg="mod">
          <ac:chgData name="Hironari Yamada" userId="e57621f8-ec3c-449e-bb19-001fffcc008e" providerId="ADAL" clId="{BC0BD879-F267-5CCA-8DEA-E3B2DD07DA4E}" dt="2026-07-30T01:45:59.271" v="12003" actId="20577"/>
          <ac:spMkLst>
            <pc:docMk/>
            <pc:sldMk cId="4250544099" sldId="2076139066"/>
            <ac:spMk id="59" creationId="{0FF67AC1-90CA-A16C-48D9-FF17B062240E}"/>
          </ac:spMkLst>
        </pc:spChg>
        <pc:picChg chg="del">
          <ac:chgData name="Hironari Yamada" userId="e57621f8-ec3c-449e-bb19-001fffcc008e" providerId="ADAL" clId="{BC0BD879-F267-5CCA-8DEA-E3B2DD07DA4E}" dt="2026-07-30T01:45:24.017" v="11999" actId="478"/>
          <ac:picMkLst>
            <pc:docMk/>
            <pc:sldMk cId="4250544099" sldId="2076139066"/>
            <ac:picMk id="14" creationId="{9B43E073-E492-E9AE-CB25-232DB1CC0FDC}"/>
          </ac:picMkLst>
        </pc:picChg>
      </pc:sldChg>
      <pc:sldChg chg="addSp delSp modSp add mod modNotes">
        <pc:chgData name="Hironari Yamada" userId="e57621f8-ec3c-449e-bb19-001fffcc008e" providerId="ADAL" clId="{BC0BD879-F267-5CCA-8DEA-E3B2DD07DA4E}" dt="2026-07-31T01:10:14.838" v="12843" actId="26606"/>
        <pc:sldMkLst>
          <pc:docMk/>
          <pc:sldMk cId="825355656" sldId="2076139067"/>
        </pc:sldMkLst>
        <pc:spChg chg="del">
          <ac:chgData name="Hironari Yamada" userId="e57621f8-ec3c-449e-bb19-001fffcc008e" providerId="ADAL" clId="{BC0BD879-F267-5CCA-8DEA-E3B2DD07DA4E}" dt="2026-07-30T02:02:52.271" v="12022" actId="478"/>
          <ac:spMkLst>
            <pc:docMk/>
            <pc:sldMk cId="825355656" sldId="2076139067"/>
            <ac:spMk id="3" creationId="{100DA224-38ED-5FCC-F5C9-2F04450A50AC}"/>
          </ac:spMkLst>
        </pc:spChg>
        <pc:spChg chg="mod">
          <ac:chgData name="Hironari Yamada" userId="e57621f8-ec3c-449e-bb19-001fffcc008e" providerId="ADAL" clId="{BC0BD879-F267-5CCA-8DEA-E3B2DD07DA4E}" dt="2026-07-30T02:03:39.108" v="12066" actId="1036"/>
          <ac:spMkLst>
            <pc:docMk/>
            <pc:sldMk cId="825355656" sldId="2076139067"/>
            <ac:spMk id="4" creationId="{82BB8741-8AD9-753D-B83A-33AEC71A7B9C}"/>
          </ac:spMkLst>
        </pc:spChg>
        <pc:spChg chg="add del mod">
          <ac:chgData name="Hironari Yamada" userId="e57621f8-ec3c-449e-bb19-001fffcc008e" providerId="ADAL" clId="{BC0BD879-F267-5CCA-8DEA-E3B2DD07DA4E}" dt="2026-07-30T02:03:00.163" v="12025"/>
          <ac:spMkLst>
            <pc:docMk/>
            <pc:sldMk cId="825355656" sldId="2076139067"/>
            <ac:spMk id="5" creationId="{49C36524-218B-B61F-741A-51E2A2C8EE08}"/>
          </ac:spMkLst>
        </pc:spChg>
        <pc:spChg chg="del">
          <ac:chgData name="Hironari Yamada" userId="e57621f8-ec3c-449e-bb19-001fffcc008e" providerId="ADAL" clId="{BC0BD879-F267-5CCA-8DEA-E3B2DD07DA4E}" dt="2026-07-30T02:02:48.355" v="12021" actId="478"/>
          <ac:spMkLst>
            <pc:docMk/>
            <pc:sldMk cId="825355656" sldId="2076139067"/>
            <ac:spMk id="6" creationId="{2B0B186F-CE50-B100-1D3E-00D091857E17}"/>
          </ac:spMkLst>
        </pc:spChg>
        <pc:spChg chg="del mod">
          <ac:chgData name="Hironari Yamada" userId="e57621f8-ec3c-449e-bb19-001fffcc008e" providerId="ADAL" clId="{BC0BD879-F267-5CCA-8DEA-E3B2DD07DA4E}" dt="2026-07-30T02:06:15.934" v="12164" actId="478"/>
          <ac:spMkLst>
            <pc:docMk/>
            <pc:sldMk cId="825355656" sldId="2076139067"/>
            <ac:spMk id="7" creationId="{1A8E4D36-0F50-A565-A35A-2E3F3B467FB9}"/>
          </ac:spMkLst>
        </pc:spChg>
        <pc:spChg chg="del">
          <ac:chgData name="Hironari Yamada" userId="e57621f8-ec3c-449e-bb19-001fffcc008e" providerId="ADAL" clId="{BC0BD879-F267-5CCA-8DEA-E3B2DD07DA4E}" dt="2026-07-30T02:02:48.355" v="12021" actId="478"/>
          <ac:spMkLst>
            <pc:docMk/>
            <pc:sldMk cId="825355656" sldId="2076139067"/>
            <ac:spMk id="8" creationId="{76FDFFAD-44D7-6187-688C-037153A43BEA}"/>
          </ac:spMkLst>
        </pc:spChg>
        <pc:spChg chg="mod">
          <ac:chgData name="Hironari Yamada" userId="e57621f8-ec3c-449e-bb19-001fffcc008e" providerId="ADAL" clId="{BC0BD879-F267-5CCA-8DEA-E3B2DD07DA4E}" dt="2026-07-30T02:02:41.480" v="12020" actId="20577"/>
          <ac:spMkLst>
            <pc:docMk/>
            <pc:sldMk cId="825355656" sldId="2076139067"/>
            <ac:spMk id="9" creationId="{EBD24EFB-E070-6BAF-880C-D5DD3E1662A3}"/>
          </ac:spMkLst>
        </pc:spChg>
        <pc:spChg chg="add mod">
          <ac:chgData name="Hironari Yamada" userId="e57621f8-ec3c-449e-bb19-001fffcc008e" providerId="ADAL" clId="{BC0BD879-F267-5CCA-8DEA-E3B2DD07DA4E}" dt="2026-07-30T06:29:48.122" v="12629" actId="26606"/>
          <ac:spMkLst>
            <pc:docMk/>
            <pc:sldMk cId="825355656" sldId="2076139067"/>
            <ac:spMk id="10" creationId="{5D2AA2C2-F75E-8DDC-4EE7-D9ACC1D4BEFC}"/>
          </ac:spMkLst>
        </pc:spChg>
        <pc:spChg chg="del">
          <ac:chgData name="Hironari Yamada" userId="e57621f8-ec3c-449e-bb19-001fffcc008e" providerId="ADAL" clId="{BC0BD879-F267-5CCA-8DEA-E3B2DD07DA4E}" dt="2026-07-30T02:02:48.355" v="12021" actId="478"/>
          <ac:spMkLst>
            <pc:docMk/>
            <pc:sldMk cId="825355656" sldId="2076139067"/>
            <ac:spMk id="11" creationId="{1A39FF1D-2AC0-C631-4301-8E7116F02013}"/>
          </ac:spMkLst>
        </pc:spChg>
        <pc:spChg chg="del">
          <ac:chgData name="Hironari Yamada" userId="e57621f8-ec3c-449e-bb19-001fffcc008e" providerId="ADAL" clId="{BC0BD879-F267-5CCA-8DEA-E3B2DD07DA4E}" dt="2026-07-30T02:02:48.355" v="12021" actId="478"/>
          <ac:spMkLst>
            <pc:docMk/>
            <pc:sldMk cId="825355656" sldId="2076139067"/>
            <ac:spMk id="12" creationId="{ED80B450-A25B-E698-6AAE-2A8D08E2C66D}"/>
          </ac:spMkLst>
        </pc:spChg>
        <pc:spChg chg="del">
          <ac:chgData name="Hironari Yamada" userId="e57621f8-ec3c-449e-bb19-001fffcc008e" providerId="ADAL" clId="{BC0BD879-F267-5CCA-8DEA-E3B2DD07DA4E}" dt="2026-07-30T02:02:48.355" v="12021" actId="478"/>
          <ac:spMkLst>
            <pc:docMk/>
            <pc:sldMk cId="825355656" sldId="2076139067"/>
            <ac:spMk id="13" creationId="{C2483CE6-67CA-7FBE-8422-7A0CD4A12685}"/>
          </ac:spMkLst>
        </pc:spChg>
        <pc:spChg chg="mod">
          <ac:chgData name="Hironari Yamada" userId="e57621f8-ec3c-449e-bb19-001fffcc008e" providerId="ADAL" clId="{BC0BD879-F267-5CCA-8DEA-E3B2DD07DA4E}" dt="2026-07-30T06:29:48.122" v="12629" actId="26606"/>
          <ac:spMkLst>
            <pc:docMk/>
            <pc:sldMk cId="825355656" sldId="2076139067"/>
            <ac:spMk id="15" creationId="{F8AB9CCA-34E9-2A46-E747-0BAF0E3E396F}"/>
          </ac:spMkLst>
        </pc:spChg>
        <pc:spChg chg="mod">
          <ac:chgData name="Hironari Yamada" userId="e57621f8-ec3c-449e-bb19-001fffcc008e" providerId="ADAL" clId="{BC0BD879-F267-5CCA-8DEA-E3B2DD07DA4E}" dt="2026-07-30T02:03:00.469" v="12026"/>
          <ac:spMkLst>
            <pc:docMk/>
            <pc:sldMk cId="825355656" sldId="2076139067"/>
            <ac:spMk id="18" creationId="{5BF1FDC7-1D1B-DDCA-A0AE-EFE76B9A3180}"/>
          </ac:spMkLst>
        </pc:spChg>
        <pc:spChg chg="add mod">
          <ac:chgData name="Hironari Yamada" userId="e57621f8-ec3c-449e-bb19-001fffcc008e" providerId="ADAL" clId="{BC0BD879-F267-5CCA-8DEA-E3B2DD07DA4E}" dt="2026-07-30T03:03:17.720" v="12365" actId="20577"/>
          <ac:spMkLst>
            <pc:docMk/>
            <pc:sldMk cId="825355656" sldId="2076139067"/>
            <ac:spMk id="19" creationId="{32097194-90DC-DD28-BE6C-3CBFC4658EA0}"/>
          </ac:spMkLst>
        </pc:spChg>
        <pc:spChg chg="add del mod">
          <ac:chgData name="Hironari Yamada" userId="e57621f8-ec3c-449e-bb19-001fffcc008e" providerId="ADAL" clId="{BC0BD879-F267-5CCA-8DEA-E3B2DD07DA4E}" dt="2026-07-30T02:06:15.934" v="12164" actId="478"/>
          <ac:spMkLst>
            <pc:docMk/>
            <pc:sldMk cId="825355656" sldId="2076139067"/>
            <ac:spMk id="24" creationId="{1273B907-F5E1-0497-A466-D69624B43FAC}"/>
          </ac:spMkLst>
        </pc:spChg>
        <pc:spChg chg="mod">
          <ac:chgData name="Hironari Yamada" userId="e57621f8-ec3c-449e-bb19-001fffcc008e" providerId="ADAL" clId="{BC0BD879-F267-5CCA-8DEA-E3B2DD07DA4E}" dt="2026-07-30T02:06:38.575" v="12201" actId="1038"/>
          <ac:spMkLst>
            <pc:docMk/>
            <pc:sldMk cId="825355656" sldId="2076139067"/>
            <ac:spMk id="27" creationId="{5C335FA5-CFC9-8AB0-0532-3CF5AECBFD60}"/>
          </ac:spMkLst>
        </pc:spChg>
        <pc:spChg chg="del mod">
          <ac:chgData name="Hironari Yamada" userId="e57621f8-ec3c-449e-bb19-001fffcc008e" providerId="ADAL" clId="{BC0BD879-F267-5CCA-8DEA-E3B2DD07DA4E}" dt="2026-07-30T02:04:12.221" v="12105" actId="478"/>
          <ac:spMkLst>
            <pc:docMk/>
            <pc:sldMk cId="825355656" sldId="2076139067"/>
            <ac:spMk id="28" creationId="{78A7565F-9F34-DA2F-A7EC-0A2A5EA70D93}"/>
          </ac:spMkLst>
        </pc:spChg>
        <pc:spChg chg="mod">
          <ac:chgData name="Hironari Yamada" userId="e57621f8-ec3c-449e-bb19-001fffcc008e" providerId="ADAL" clId="{BC0BD879-F267-5CCA-8DEA-E3B2DD07DA4E}" dt="2026-07-30T02:03:00.469" v="12026"/>
          <ac:spMkLst>
            <pc:docMk/>
            <pc:sldMk cId="825355656" sldId="2076139067"/>
            <ac:spMk id="30" creationId="{1AA6475A-9A86-2D77-4328-0D7239AC9BD8}"/>
          </ac:spMkLst>
        </pc:spChg>
        <pc:spChg chg="mod">
          <ac:chgData name="Hironari Yamada" userId="e57621f8-ec3c-449e-bb19-001fffcc008e" providerId="ADAL" clId="{BC0BD879-F267-5CCA-8DEA-E3B2DD07DA4E}" dt="2026-07-30T02:03:00.469" v="12026"/>
          <ac:spMkLst>
            <pc:docMk/>
            <pc:sldMk cId="825355656" sldId="2076139067"/>
            <ac:spMk id="31" creationId="{4C15F4D2-5C0B-194F-A208-079DF85C80C3}"/>
          </ac:spMkLst>
        </pc:spChg>
        <pc:spChg chg="add del mod">
          <ac:chgData name="Hironari Yamada" userId="e57621f8-ec3c-449e-bb19-001fffcc008e" providerId="ADAL" clId="{BC0BD879-F267-5CCA-8DEA-E3B2DD07DA4E}" dt="2026-07-30T02:04:12.221" v="12105" actId="478"/>
          <ac:spMkLst>
            <pc:docMk/>
            <pc:sldMk cId="825355656" sldId="2076139067"/>
            <ac:spMk id="32" creationId="{F660F79C-4EB2-C88A-5EDD-C2C1FD0D7CE1}"/>
          </ac:spMkLst>
        </pc:spChg>
        <pc:spChg chg="mod">
          <ac:chgData name="Hironari Yamada" userId="e57621f8-ec3c-449e-bb19-001fffcc008e" providerId="ADAL" clId="{BC0BD879-F267-5CCA-8DEA-E3B2DD07DA4E}" dt="2026-07-30T02:03:00.469" v="12026"/>
          <ac:spMkLst>
            <pc:docMk/>
            <pc:sldMk cId="825355656" sldId="2076139067"/>
            <ac:spMk id="37" creationId="{142EF631-41CE-C08F-8568-1015A4BEF35D}"/>
          </ac:spMkLst>
        </pc:spChg>
        <pc:spChg chg="add del mod">
          <ac:chgData name="Hironari Yamada" userId="e57621f8-ec3c-449e-bb19-001fffcc008e" providerId="ADAL" clId="{BC0BD879-F267-5CCA-8DEA-E3B2DD07DA4E}" dt="2026-07-30T02:04:12.221" v="12105" actId="478"/>
          <ac:spMkLst>
            <pc:docMk/>
            <pc:sldMk cId="825355656" sldId="2076139067"/>
            <ac:spMk id="39" creationId="{74C818B0-9BBC-99A6-7253-D2EBF6AD6B01}"/>
          </ac:spMkLst>
        </pc:spChg>
        <pc:spChg chg="mod">
          <ac:chgData name="Hironari Yamada" userId="e57621f8-ec3c-449e-bb19-001fffcc008e" providerId="ADAL" clId="{BC0BD879-F267-5CCA-8DEA-E3B2DD07DA4E}" dt="2026-07-30T02:03:00.469" v="12026"/>
          <ac:spMkLst>
            <pc:docMk/>
            <pc:sldMk cId="825355656" sldId="2076139067"/>
            <ac:spMk id="41" creationId="{11E86A03-A46F-C012-5086-8612169E4037}"/>
          </ac:spMkLst>
        </pc:spChg>
        <pc:spChg chg="add mod">
          <ac:chgData name="Hironari Yamada" userId="e57621f8-ec3c-449e-bb19-001fffcc008e" providerId="ADAL" clId="{BC0BD879-F267-5CCA-8DEA-E3B2DD07DA4E}" dt="2026-07-30T02:06:38.575" v="12201" actId="1038"/>
          <ac:spMkLst>
            <pc:docMk/>
            <pc:sldMk cId="825355656" sldId="2076139067"/>
            <ac:spMk id="43" creationId="{EE55E25E-7548-399A-8682-B10EFFB6C554}"/>
          </ac:spMkLst>
        </pc:spChg>
        <pc:spChg chg="add mod">
          <ac:chgData name="Hironari Yamada" userId="e57621f8-ec3c-449e-bb19-001fffcc008e" providerId="ADAL" clId="{BC0BD879-F267-5CCA-8DEA-E3B2DD07DA4E}" dt="2026-07-30T02:06:38.575" v="12201" actId="1038"/>
          <ac:spMkLst>
            <pc:docMk/>
            <pc:sldMk cId="825355656" sldId="2076139067"/>
            <ac:spMk id="44" creationId="{CB0D711C-0AF3-D476-97ED-EE6B93B7C8FF}"/>
          </ac:spMkLst>
        </pc:spChg>
        <pc:spChg chg="add mod">
          <ac:chgData name="Hironari Yamada" userId="e57621f8-ec3c-449e-bb19-001fffcc008e" providerId="ADAL" clId="{BC0BD879-F267-5CCA-8DEA-E3B2DD07DA4E}" dt="2026-07-30T02:06:38.575" v="12201" actId="1038"/>
          <ac:spMkLst>
            <pc:docMk/>
            <pc:sldMk cId="825355656" sldId="2076139067"/>
            <ac:spMk id="45" creationId="{AAEC9F00-8602-92AF-6C12-C6F8E57BDF5F}"/>
          </ac:spMkLst>
        </pc:spChg>
        <pc:spChg chg="add mod">
          <ac:chgData name="Hironari Yamada" userId="e57621f8-ec3c-449e-bb19-001fffcc008e" providerId="ADAL" clId="{BC0BD879-F267-5CCA-8DEA-E3B2DD07DA4E}" dt="2026-07-30T02:06:38.575" v="12201" actId="1038"/>
          <ac:spMkLst>
            <pc:docMk/>
            <pc:sldMk cId="825355656" sldId="2076139067"/>
            <ac:spMk id="46" creationId="{2A27285E-C216-45BC-BD68-7AC3C501B8C4}"/>
          </ac:spMkLst>
        </pc:spChg>
        <pc:spChg chg="mod">
          <ac:chgData name="Hironari Yamada" userId="e57621f8-ec3c-449e-bb19-001fffcc008e" providerId="ADAL" clId="{BC0BD879-F267-5CCA-8DEA-E3B2DD07DA4E}" dt="2026-07-30T02:06:07.103" v="12162"/>
          <ac:spMkLst>
            <pc:docMk/>
            <pc:sldMk cId="825355656" sldId="2076139067"/>
            <ac:spMk id="48" creationId="{C6983CD3-5F8A-0834-974E-614A9E3CAB82}"/>
          </ac:spMkLst>
        </pc:spChg>
        <pc:spChg chg="mod">
          <ac:chgData name="Hironari Yamada" userId="e57621f8-ec3c-449e-bb19-001fffcc008e" providerId="ADAL" clId="{BC0BD879-F267-5CCA-8DEA-E3B2DD07DA4E}" dt="2026-07-30T02:06:07.103" v="12162"/>
          <ac:spMkLst>
            <pc:docMk/>
            <pc:sldMk cId="825355656" sldId="2076139067"/>
            <ac:spMk id="49" creationId="{05BC79B6-A479-483D-A830-2A928675E36B}"/>
          </ac:spMkLst>
        </pc:spChg>
        <pc:spChg chg="add mod">
          <ac:chgData name="Hironari Yamada" userId="e57621f8-ec3c-449e-bb19-001fffcc008e" providerId="ADAL" clId="{BC0BD879-F267-5CCA-8DEA-E3B2DD07DA4E}" dt="2026-07-30T06:29:48.122" v="12629" actId="26606"/>
          <ac:spMkLst>
            <pc:docMk/>
            <pc:sldMk cId="825355656" sldId="2076139067"/>
            <ac:spMk id="50" creationId="{EF3DCFB4-A07E-7389-A936-1DD7F0E7EF28}"/>
          </ac:spMkLst>
        </pc:spChg>
        <pc:grpChg chg="mod">
          <ac:chgData name="Hironari Yamada" userId="e57621f8-ec3c-449e-bb19-001fffcc008e" providerId="ADAL" clId="{BC0BD879-F267-5CCA-8DEA-E3B2DD07DA4E}" dt="2026-07-30T02:06:27.311" v="12190" actId="1036"/>
          <ac:grpSpMkLst>
            <pc:docMk/>
            <pc:sldMk cId="825355656" sldId="2076139067"/>
            <ac:grpSpMk id="16" creationId="{D5FA7B2A-092B-9771-78A4-1F62BB472387}"/>
          </ac:grpSpMkLst>
        </pc:grpChg>
        <pc:grpChg chg="mod">
          <ac:chgData name="Hironari Yamada" userId="e57621f8-ec3c-449e-bb19-001fffcc008e" providerId="ADAL" clId="{BC0BD879-F267-5CCA-8DEA-E3B2DD07DA4E}" dt="2026-07-30T02:04:51.648" v="12161" actId="1036"/>
          <ac:grpSpMkLst>
            <pc:docMk/>
            <pc:sldMk cId="825355656" sldId="2076139067"/>
            <ac:grpSpMk id="20" creationId="{545EEC56-AFC1-3D93-D0C6-96B7EBE1DE79}"/>
          </ac:grpSpMkLst>
        </pc:grpChg>
        <pc:grpChg chg="mod">
          <ac:chgData name="Hironari Yamada" userId="e57621f8-ec3c-449e-bb19-001fffcc008e" providerId="ADAL" clId="{BC0BD879-F267-5CCA-8DEA-E3B2DD07DA4E}" dt="2026-07-30T02:06:27.311" v="12190" actId="1036"/>
          <ac:grpSpMkLst>
            <pc:docMk/>
            <pc:sldMk cId="825355656" sldId="2076139067"/>
            <ac:grpSpMk id="29" creationId="{CE5ACF35-4EC4-1E08-0FFF-7C34796C4E3F}"/>
          </ac:grpSpMkLst>
        </pc:grpChg>
        <pc:grpChg chg="mod">
          <ac:chgData name="Hironari Yamada" userId="e57621f8-ec3c-449e-bb19-001fffcc008e" providerId="ADAL" clId="{BC0BD879-F267-5CCA-8DEA-E3B2DD07DA4E}" dt="2026-07-30T02:06:27.311" v="12190" actId="1036"/>
          <ac:grpSpMkLst>
            <pc:docMk/>
            <pc:sldMk cId="825355656" sldId="2076139067"/>
            <ac:grpSpMk id="33" creationId="{00876786-C13B-1F8E-02B3-4812BAA26510}"/>
          </ac:grpSpMkLst>
        </pc:grpChg>
        <pc:grpChg chg="mod">
          <ac:chgData name="Hironari Yamada" userId="e57621f8-ec3c-449e-bb19-001fffcc008e" providerId="ADAL" clId="{BC0BD879-F267-5CCA-8DEA-E3B2DD07DA4E}" dt="2026-07-30T02:06:27.311" v="12190" actId="1036"/>
          <ac:grpSpMkLst>
            <pc:docMk/>
            <pc:sldMk cId="825355656" sldId="2076139067"/>
            <ac:grpSpMk id="36" creationId="{93B027F5-ABCC-6AEE-A196-6DF2A86D7600}"/>
          </ac:grpSpMkLst>
        </pc:grpChg>
        <pc:grpChg chg="add mod">
          <ac:chgData name="Hironari Yamada" userId="e57621f8-ec3c-449e-bb19-001fffcc008e" providerId="ADAL" clId="{BC0BD879-F267-5CCA-8DEA-E3B2DD07DA4E}" dt="2026-07-30T02:06:10.575" v="12163" actId="1076"/>
          <ac:grpSpMkLst>
            <pc:docMk/>
            <pc:sldMk cId="825355656" sldId="2076139067"/>
            <ac:grpSpMk id="47" creationId="{33D60F94-5DA9-F4C0-6C20-567F72343925}"/>
          </ac:grpSpMkLst>
        </pc:grpChg>
        <pc:picChg chg="del">
          <ac:chgData name="Hironari Yamada" userId="e57621f8-ec3c-449e-bb19-001fffcc008e" providerId="ADAL" clId="{BC0BD879-F267-5CCA-8DEA-E3B2DD07DA4E}" dt="2026-07-30T02:02:48.355" v="12021" actId="478"/>
          <ac:picMkLst>
            <pc:docMk/>
            <pc:sldMk cId="825355656" sldId="2076139067"/>
            <ac:picMk id="14" creationId="{9CA50053-2ECE-C465-22C9-BFEE5B9BA47B}"/>
          </ac:picMkLst>
        </pc:picChg>
        <pc:picChg chg="mod">
          <ac:chgData name="Hironari Yamada" userId="e57621f8-ec3c-449e-bb19-001fffcc008e" providerId="ADAL" clId="{BC0BD879-F267-5CCA-8DEA-E3B2DD07DA4E}" dt="2026-07-30T06:29:48.122" v="12629" actId="26606"/>
          <ac:picMkLst>
            <pc:docMk/>
            <pc:sldMk cId="825355656" sldId="2076139067"/>
            <ac:picMk id="23" creationId="{D3E0749A-F9FB-0DC6-1DC9-4702EF2C1EA6}"/>
          </ac:picMkLst>
        </pc:picChg>
        <pc:picChg chg="del mod">
          <ac:chgData name="Hironari Yamada" userId="e57621f8-ec3c-449e-bb19-001fffcc008e" providerId="ADAL" clId="{BC0BD879-F267-5CCA-8DEA-E3B2DD07DA4E}" dt="2026-07-30T02:06:15.934" v="12164" actId="478"/>
          <ac:picMkLst>
            <pc:docMk/>
            <pc:sldMk cId="825355656" sldId="2076139067"/>
            <ac:picMk id="25" creationId="{756EE9DF-1456-0B7E-B62C-13CF656D4710}"/>
          </ac:picMkLst>
        </pc:picChg>
        <pc:picChg chg="mod">
          <ac:chgData name="Hironari Yamada" userId="e57621f8-ec3c-449e-bb19-001fffcc008e" providerId="ADAL" clId="{BC0BD879-F267-5CCA-8DEA-E3B2DD07DA4E}" dt="2026-07-30T03:03:06.282" v="12364" actId="1076"/>
          <ac:picMkLst>
            <pc:docMk/>
            <pc:sldMk cId="825355656" sldId="2076139067"/>
            <ac:picMk id="26" creationId="{A9CEF882-2412-8587-22CC-471FE6E908AE}"/>
          </ac:picMkLst>
        </pc:picChg>
      </pc:sldChg>
      <pc:sldChg chg="addSp delSp modSp add mod modNotes">
        <pc:chgData name="Hironari Yamada" userId="e57621f8-ec3c-449e-bb19-001fffcc008e" providerId="ADAL" clId="{BC0BD879-F267-5CCA-8DEA-E3B2DD07DA4E}" dt="2026-07-31T01:10:14.838" v="12843" actId="26606"/>
        <pc:sldMkLst>
          <pc:docMk/>
          <pc:sldMk cId="584411926" sldId="2076139068"/>
        </pc:sldMkLst>
        <pc:spChg chg="mod">
          <ac:chgData name="Hironari Yamada" userId="e57621f8-ec3c-449e-bb19-001fffcc008e" providerId="ADAL" clId="{BC0BD879-F267-5CCA-8DEA-E3B2DD07DA4E}" dt="2026-07-30T06:29:48.122" v="12629" actId="26606"/>
          <ac:spMkLst>
            <pc:docMk/>
            <pc:sldMk cId="584411926" sldId="2076139068"/>
            <ac:spMk id="5" creationId="{6487A38D-4F6D-13A4-5631-83B00F56E7CE}"/>
          </ac:spMkLst>
        </pc:spChg>
        <pc:spChg chg="mod">
          <ac:chgData name="Hironari Yamada" userId="e57621f8-ec3c-449e-bb19-001fffcc008e" providerId="ADAL" clId="{BC0BD879-F267-5CCA-8DEA-E3B2DD07DA4E}" dt="2026-07-30T04:47:26.941" v="12386" actId="1035"/>
          <ac:spMkLst>
            <pc:docMk/>
            <pc:sldMk cId="584411926" sldId="2076139068"/>
            <ac:spMk id="6" creationId="{D4EBDE1C-CCE8-9CA9-05FD-AF47A1CE0279}"/>
          </ac:spMkLst>
        </pc:spChg>
        <pc:spChg chg="mod">
          <ac:chgData name="Hironari Yamada" userId="e57621f8-ec3c-449e-bb19-001fffcc008e" providerId="ADAL" clId="{BC0BD879-F267-5CCA-8DEA-E3B2DD07DA4E}" dt="2026-07-30T04:47:03.964" v="12368"/>
          <ac:spMkLst>
            <pc:docMk/>
            <pc:sldMk cId="584411926" sldId="2076139068"/>
            <ac:spMk id="8" creationId="{7E3A8BB5-4DEB-199C-A2B7-CE6524FC5239}"/>
          </ac:spMkLst>
        </pc:spChg>
        <pc:spChg chg="del">
          <ac:chgData name="Hironari Yamada" userId="e57621f8-ec3c-449e-bb19-001fffcc008e" providerId="ADAL" clId="{BC0BD879-F267-5CCA-8DEA-E3B2DD07DA4E}" dt="2026-07-30T04:46:58.326" v="12367" actId="478"/>
          <ac:spMkLst>
            <pc:docMk/>
            <pc:sldMk cId="584411926" sldId="2076139068"/>
            <ac:spMk id="10" creationId="{CDE8CC69-DC93-4719-753E-93ACB55E8F9E}"/>
          </ac:spMkLst>
        </pc:spChg>
        <pc:spChg chg="mod">
          <ac:chgData name="Hironari Yamada" userId="e57621f8-ec3c-449e-bb19-001fffcc008e" providerId="ADAL" clId="{BC0BD879-F267-5CCA-8DEA-E3B2DD07DA4E}" dt="2026-07-30T04:47:03.964" v="12368"/>
          <ac:spMkLst>
            <pc:docMk/>
            <pc:sldMk cId="584411926" sldId="2076139068"/>
            <ac:spMk id="11" creationId="{4AC69C50-5EB5-64BE-0C2B-6848F58CCB97}"/>
          </ac:spMkLst>
        </pc:spChg>
        <pc:spChg chg="add mod">
          <ac:chgData name="Hironari Yamada" userId="e57621f8-ec3c-449e-bb19-001fffcc008e" providerId="ADAL" clId="{BC0BD879-F267-5CCA-8DEA-E3B2DD07DA4E}" dt="2026-07-30T04:47:26.941" v="12386" actId="1035"/>
          <ac:spMkLst>
            <pc:docMk/>
            <pc:sldMk cId="584411926" sldId="2076139068"/>
            <ac:spMk id="12" creationId="{0121F94D-3702-97B7-F9D5-88509297541E}"/>
          </ac:spMkLst>
        </pc:spChg>
        <pc:spChg chg="mod">
          <ac:chgData name="Hironari Yamada" userId="e57621f8-ec3c-449e-bb19-001fffcc008e" providerId="ADAL" clId="{BC0BD879-F267-5CCA-8DEA-E3B2DD07DA4E}" dt="2026-07-30T04:47:03.964" v="12368"/>
          <ac:spMkLst>
            <pc:docMk/>
            <pc:sldMk cId="584411926" sldId="2076139068"/>
            <ac:spMk id="14" creationId="{4F022E8C-4624-43FF-7EA7-F5463DA2C33E}"/>
          </ac:spMkLst>
        </pc:spChg>
        <pc:spChg chg="del">
          <ac:chgData name="Hironari Yamada" userId="e57621f8-ec3c-449e-bb19-001fffcc008e" providerId="ADAL" clId="{BC0BD879-F267-5CCA-8DEA-E3B2DD07DA4E}" dt="2026-07-30T04:46:58.326" v="12367" actId="478"/>
          <ac:spMkLst>
            <pc:docMk/>
            <pc:sldMk cId="584411926" sldId="2076139068"/>
            <ac:spMk id="15" creationId="{5AD347B3-C355-1F60-08A6-3FDA876CAAE1}"/>
          </ac:spMkLst>
        </pc:spChg>
        <pc:spChg chg="del">
          <ac:chgData name="Hironari Yamada" userId="e57621f8-ec3c-449e-bb19-001fffcc008e" providerId="ADAL" clId="{BC0BD879-F267-5CCA-8DEA-E3B2DD07DA4E}" dt="2026-07-30T04:46:58.326" v="12367" actId="478"/>
          <ac:spMkLst>
            <pc:docMk/>
            <pc:sldMk cId="584411926" sldId="2076139068"/>
            <ac:spMk id="19" creationId="{C641E65C-DE6D-A058-F1DD-F403129D2FFC}"/>
          </ac:spMkLst>
        </pc:spChg>
        <pc:spChg chg="mod">
          <ac:chgData name="Hironari Yamada" userId="e57621f8-ec3c-449e-bb19-001fffcc008e" providerId="ADAL" clId="{BC0BD879-F267-5CCA-8DEA-E3B2DD07DA4E}" dt="2026-07-30T04:47:03.964" v="12368"/>
          <ac:spMkLst>
            <pc:docMk/>
            <pc:sldMk cId="584411926" sldId="2076139068"/>
            <ac:spMk id="24" creationId="{F75C64D9-6EE1-4082-E91E-9816B2DC04DA}"/>
          </ac:spMkLst>
        </pc:spChg>
        <pc:spChg chg="add mod">
          <ac:chgData name="Hironari Yamada" userId="e57621f8-ec3c-449e-bb19-001fffcc008e" providerId="ADAL" clId="{BC0BD879-F267-5CCA-8DEA-E3B2DD07DA4E}" dt="2026-07-30T06:29:48.122" v="12629" actId="26606"/>
          <ac:spMkLst>
            <pc:docMk/>
            <pc:sldMk cId="584411926" sldId="2076139068"/>
            <ac:spMk id="25" creationId="{C1B5960D-5BF8-072C-1A1B-F3691F392123}"/>
          </ac:spMkLst>
        </pc:spChg>
        <pc:spChg chg="del">
          <ac:chgData name="Hironari Yamada" userId="e57621f8-ec3c-449e-bb19-001fffcc008e" providerId="ADAL" clId="{BC0BD879-F267-5CCA-8DEA-E3B2DD07DA4E}" dt="2026-07-30T04:46:58.326" v="12367" actId="478"/>
          <ac:spMkLst>
            <pc:docMk/>
            <pc:sldMk cId="584411926" sldId="2076139068"/>
            <ac:spMk id="27" creationId="{C5AE8D28-847E-C31A-D52B-EFDD46C83949}"/>
          </ac:spMkLst>
        </pc:spChg>
        <pc:spChg chg="mod">
          <ac:chgData name="Hironari Yamada" userId="e57621f8-ec3c-449e-bb19-001fffcc008e" providerId="ADAL" clId="{BC0BD879-F267-5CCA-8DEA-E3B2DD07DA4E}" dt="2026-07-30T04:47:26.941" v="12386" actId="1035"/>
          <ac:spMkLst>
            <pc:docMk/>
            <pc:sldMk cId="584411926" sldId="2076139068"/>
            <ac:spMk id="32" creationId="{A64DB091-2427-D77E-6812-23D6110DE3AE}"/>
          </ac:spMkLst>
        </pc:spChg>
        <pc:spChg chg="del">
          <ac:chgData name="Hironari Yamada" userId="e57621f8-ec3c-449e-bb19-001fffcc008e" providerId="ADAL" clId="{BC0BD879-F267-5CCA-8DEA-E3B2DD07DA4E}" dt="2026-07-30T04:46:58.326" v="12367" actId="478"/>
          <ac:spMkLst>
            <pc:docMk/>
            <pc:sldMk cId="584411926" sldId="2076139068"/>
            <ac:spMk id="43" creationId="{BDCD28CC-EEF5-2A5D-3408-F6191141869B}"/>
          </ac:spMkLst>
        </pc:spChg>
        <pc:spChg chg="del">
          <ac:chgData name="Hironari Yamada" userId="e57621f8-ec3c-449e-bb19-001fffcc008e" providerId="ADAL" clId="{BC0BD879-F267-5CCA-8DEA-E3B2DD07DA4E}" dt="2026-07-30T04:46:58.326" v="12367" actId="478"/>
          <ac:spMkLst>
            <pc:docMk/>
            <pc:sldMk cId="584411926" sldId="2076139068"/>
            <ac:spMk id="44" creationId="{B96F27AF-A047-F849-A1D9-B986D1648E76}"/>
          </ac:spMkLst>
        </pc:spChg>
        <pc:spChg chg="del">
          <ac:chgData name="Hironari Yamada" userId="e57621f8-ec3c-449e-bb19-001fffcc008e" providerId="ADAL" clId="{BC0BD879-F267-5CCA-8DEA-E3B2DD07DA4E}" dt="2026-07-30T04:46:58.326" v="12367" actId="478"/>
          <ac:spMkLst>
            <pc:docMk/>
            <pc:sldMk cId="584411926" sldId="2076139068"/>
            <ac:spMk id="45" creationId="{DE71307A-7B7B-6D3D-0856-0027FFFE8CFA}"/>
          </ac:spMkLst>
        </pc:spChg>
        <pc:spChg chg="del">
          <ac:chgData name="Hironari Yamada" userId="e57621f8-ec3c-449e-bb19-001fffcc008e" providerId="ADAL" clId="{BC0BD879-F267-5CCA-8DEA-E3B2DD07DA4E}" dt="2026-07-30T04:46:58.326" v="12367" actId="478"/>
          <ac:spMkLst>
            <pc:docMk/>
            <pc:sldMk cId="584411926" sldId="2076139068"/>
            <ac:spMk id="46" creationId="{E57590AD-A6AA-0D94-7D97-D25856FF9246}"/>
          </ac:spMkLst>
        </pc:spChg>
        <pc:spChg chg="del">
          <ac:chgData name="Hironari Yamada" userId="e57621f8-ec3c-449e-bb19-001fffcc008e" providerId="ADAL" clId="{BC0BD879-F267-5CCA-8DEA-E3B2DD07DA4E}" dt="2026-07-30T04:46:58.326" v="12367" actId="478"/>
          <ac:spMkLst>
            <pc:docMk/>
            <pc:sldMk cId="584411926" sldId="2076139068"/>
            <ac:spMk id="50" creationId="{FBA1DF34-E223-8A76-8DEE-081EF67830EC}"/>
          </ac:spMkLst>
        </pc:spChg>
        <pc:spChg chg="mod">
          <ac:chgData name="Hironari Yamada" userId="e57621f8-ec3c-449e-bb19-001fffcc008e" providerId="ADAL" clId="{BC0BD879-F267-5CCA-8DEA-E3B2DD07DA4E}" dt="2026-07-30T04:47:26.941" v="12386" actId="1035"/>
          <ac:spMkLst>
            <pc:docMk/>
            <pc:sldMk cId="584411926" sldId="2076139068"/>
            <ac:spMk id="53" creationId="{8F901133-07EB-65B8-8B15-2E185A7EE3A3}"/>
          </ac:spMkLst>
        </pc:spChg>
        <pc:spChg chg="mod">
          <ac:chgData name="Hironari Yamada" userId="e57621f8-ec3c-449e-bb19-001fffcc008e" providerId="ADAL" clId="{BC0BD879-F267-5CCA-8DEA-E3B2DD07DA4E}" dt="2026-07-30T04:47:03.964" v="12368"/>
          <ac:spMkLst>
            <pc:docMk/>
            <pc:sldMk cId="584411926" sldId="2076139068"/>
            <ac:spMk id="55" creationId="{5456F4CA-4494-1EF8-40B5-EE0C3750560F}"/>
          </ac:spMkLst>
        </pc:spChg>
        <pc:spChg chg="add mod">
          <ac:chgData name="Hironari Yamada" userId="e57621f8-ec3c-449e-bb19-001fffcc008e" providerId="ADAL" clId="{BC0BD879-F267-5CCA-8DEA-E3B2DD07DA4E}" dt="2026-07-30T04:47:26.941" v="12386" actId="1035"/>
          <ac:spMkLst>
            <pc:docMk/>
            <pc:sldMk cId="584411926" sldId="2076139068"/>
            <ac:spMk id="57" creationId="{51760410-BA87-B3A3-ABD9-6A72373014EB}"/>
          </ac:spMkLst>
        </pc:spChg>
        <pc:spChg chg="add mod">
          <ac:chgData name="Hironari Yamada" userId="e57621f8-ec3c-449e-bb19-001fffcc008e" providerId="ADAL" clId="{BC0BD879-F267-5CCA-8DEA-E3B2DD07DA4E}" dt="2026-07-30T04:47:26.941" v="12386" actId="1035"/>
          <ac:spMkLst>
            <pc:docMk/>
            <pc:sldMk cId="584411926" sldId="2076139068"/>
            <ac:spMk id="58" creationId="{F4FE5F6D-ED94-0D9D-1FB3-413BA92497A6}"/>
          </ac:spMkLst>
        </pc:spChg>
        <pc:spChg chg="mod">
          <ac:chgData name="Hironari Yamada" userId="e57621f8-ec3c-449e-bb19-001fffcc008e" providerId="ADAL" clId="{BC0BD879-F267-5CCA-8DEA-E3B2DD07DA4E}" dt="2026-07-30T04:47:03.964" v="12368"/>
          <ac:spMkLst>
            <pc:docMk/>
            <pc:sldMk cId="584411926" sldId="2076139068"/>
            <ac:spMk id="60" creationId="{2078C2ED-614A-0EBB-1661-E3E6EEAD7BE4}"/>
          </ac:spMkLst>
        </pc:spChg>
        <pc:grpChg chg="mod">
          <ac:chgData name="Hironari Yamada" userId="e57621f8-ec3c-449e-bb19-001fffcc008e" providerId="ADAL" clId="{BC0BD879-F267-5CCA-8DEA-E3B2DD07DA4E}" dt="2026-07-30T04:47:26.941" v="12386" actId="1035"/>
          <ac:grpSpMkLst>
            <pc:docMk/>
            <pc:sldMk cId="584411926" sldId="2076139068"/>
            <ac:grpSpMk id="7" creationId="{26F3EF9B-D978-DA6E-8BDD-2091D9346266}"/>
          </ac:grpSpMkLst>
        </pc:grpChg>
        <pc:grpChg chg="mod">
          <ac:chgData name="Hironari Yamada" userId="e57621f8-ec3c-449e-bb19-001fffcc008e" providerId="ADAL" clId="{BC0BD879-F267-5CCA-8DEA-E3B2DD07DA4E}" dt="2026-07-30T04:47:26.941" v="12386" actId="1035"/>
          <ac:grpSpMkLst>
            <pc:docMk/>
            <pc:sldMk cId="584411926" sldId="2076139068"/>
            <ac:grpSpMk id="59" creationId="{44415415-2F8F-86C9-830F-8599559EAE98}"/>
          </ac:grpSpMkLst>
        </pc:grpChg>
        <pc:picChg chg="mod">
          <ac:chgData name="Hironari Yamada" userId="e57621f8-ec3c-449e-bb19-001fffcc008e" providerId="ADAL" clId="{BC0BD879-F267-5CCA-8DEA-E3B2DD07DA4E}" dt="2026-07-30T04:47:26.941" v="12386" actId="1035"/>
          <ac:picMkLst>
            <pc:docMk/>
            <pc:sldMk cId="584411926" sldId="2076139068"/>
            <ac:picMk id="3" creationId="{92BD7BEE-8C6D-FF20-9128-4E85A7035190}"/>
          </ac:picMkLst>
        </pc:picChg>
        <pc:picChg chg="del">
          <ac:chgData name="Hironari Yamada" userId="e57621f8-ec3c-449e-bb19-001fffcc008e" providerId="ADAL" clId="{BC0BD879-F267-5CCA-8DEA-E3B2DD07DA4E}" dt="2026-07-30T04:46:58.326" v="12367" actId="478"/>
          <ac:picMkLst>
            <pc:docMk/>
            <pc:sldMk cId="584411926" sldId="2076139068"/>
            <ac:picMk id="23" creationId="{0E32361E-A10C-1484-3701-C9FBF2B0952C}"/>
          </ac:picMkLst>
        </pc:picChg>
        <pc:picChg chg="mod">
          <ac:chgData name="Hironari Yamada" userId="e57621f8-ec3c-449e-bb19-001fffcc008e" providerId="ADAL" clId="{BC0BD879-F267-5CCA-8DEA-E3B2DD07DA4E}" dt="2026-07-30T04:47:26.941" v="12386" actId="1035"/>
          <ac:picMkLst>
            <pc:docMk/>
            <pc:sldMk cId="584411926" sldId="2076139068"/>
            <ac:picMk id="28" creationId="{10198BC6-6C16-F31D-6EE6-8B58916BD36B}"/>
          </ac:picMkLst>
        </pc:picChg>
      </pc:sldChg>
      <pc:sldChg chg="addSp delSp modSp add mod modNotes modNotesTx">
        <pc:chgData name="Hironari Yamada" userId="e57621f8-ec3c-449e-bb19-001fffcc008e" providerId="ADAL" clId="{BC0BD879-F267-5CCA-8DEA-E3B2DD07DA4E}" dt="2026-07-31T01:10:14.838" v="12843" actId="26606"/>
        <pc:sldMkLst>
          <pc:docMk/>
          <pc:sldMk cId="3367072631" sldId="2076139069"/>
        </pc:sldMkLst>
        <pc:spChg chg="add del">
          <ac:chgData name="Hironari Yamada" userId="e57621f8-ec3c-449e-bb19-001fffcc008e" providerId="ADAL" clId="{BC0BD879-F267-5CCA-8DEA-E3B2DD07DA4E}" dt="2026-07-30T04:48:36.929" v="12402" actId="478"/>
          <ac:spMkLst>
            <pc:docMk/>
            <pc:sldMk cId="3367072631" sldId="2076139069"/>
            <ac:spMk id="4" creationId="{D889DE1F-DA67-08CE-6D91-64DC064BA884}"/>
          </ac:spMkLst>
        </pc:spChg>
        <pc:spChg chg="add del">
          <ac:chgData name="Hironari Yamada" userId="e57621f8-ec3c-449e-bb19-001fffcc008e" providerId="ADAL" clId="{BC0BD879-F267-5CCA-8DEA-E3B2DD07DA4E}" dt="2026-07-30T04:48:38.444" v="12403" actId="478"/>
          <ac:spMkLst>
            <pc:docMk/>
            <pc:sldMk cId="3367072631" sldId="2076139069"/>
            <ac:spMk id="5" creationId="{1321646A-786D-3A86-7A7E-5294A05A6EB5}"/>
          </ac:spMkLst>
        </pc:spChg>
        <pc:spChg chg="add del">
          <ac:chgData name="Hironari Yamada" userId="e57621f8-ec3c-449e-bb19-001fffcc008e" providerId="ADAL" clId="{BC0BD879-F267-5CCA-8DEA-E3B2DD07DA4E}" dt="2026-07-30T04:48:38.444" v="12403" actId="478"/>
          <ac:spMkLst>
            <pc:docMk/>
            <pc:sldMk cId="3367072631" sldId="2076139069"/>
            <ac:spMk id="6" creationId="{5A4FD270-963E-ED66-0E28-418DFF136C55}"/>
          </ac:spMkLst>
        </pc:spChg>
        <pc:spChg chg="mod">
          <ac:chgData name="Hironari Yamada" userId="e57621f8-ec3c-449e-bb19-001fffcc008e" providerId="ADAL" clId="{BC0BD879-F267-5CCA-8DEA-E3B2DD07DA4E}" dt="2026-07-30T04:48:31.376" v="12400" actId="20577"/>
          <ac:spMkLst>
            <pc:docMk/>
            <pc:sldMk cId="3367072631" sldId="2076139069"/>
            <ac:spMk id="9" creationId="{48C0942C-D46A-BBCA-853F-2C6B453F2CE4}"/>
          </ac:spMkLst>
        </pc:spChg>
        <pc:spChg chg="add mod">
          <ac:chgData name="Hironari Yamada" userId="e57621f8-ec3c-449e-bb19-001fffcc008e" providerId="ADAL" clId="{BC0BD879-F267-5CCA-8DEA-E3B2DD07DA4E}" dt="2026-07-30T04:48:48.141" v="12404"/>
          <ac:spMkLst>
            <pc:docMk/>
            <pc:sldMk cId="3367072631" sldId="2076139069"/>
            <ac:spMk id="10" creationId="{3609DEA7-5A7E-2581-8498-C178288EA932}"/>
          </ac:spMkLst>
        </pc:spChg>
        <pc:spChg chg="add del">
          <ac:chgData name="Hironari Yamada" userId="e57621f8-ec3c-449e-bb19-001fffcc008e" providerId="ADAL" clId="{BC0BD879-F267-5CCA-8DEA-E3B2DD07DA4E}" dt="2026-07-30T04:48:38.444" v="12403" actId="478"/>
          <ac:spMkLst>
            <pc:docMk/>
            <pc:sldMk cId="3367072631" sldId="2076139069"/>
            <ac:spMk id="12" creationId="{D57F8B44-337D-7F8A-C2E1-63000054FFE3}"/>
          </ac:spMkLst>
        </pc:spChg>
        <pc:spChg chg="add mod">
          <ac:chgData name="Hironari Yamada" userId="e57621f8-ec3c-449e-bb19-001fffcc008e" providerId="ADAL" clId="{BC0BD879-F267-5CCA-8DEA-E3B2DD07DA4E}" dt="2026-07-30T04:48:48.141" v="12404"/>
          <ac:spMkLst>
            <pc:docMk/>
            <pc:sldMk cId="3367072631" sldId="2076139069"/>
            <ac:spMk id="15" creationId="{5F93D680-5F87-7B2F-8F4C-EED2DAF22212}"/>
          </ac:spMkLst>
        </pc:spChg>
        <pc:spChg chg="add mod">
          <ac:chgData name="Hironari Yamada" userId="e57621f8-ec3c-449e-bb19-001fffcc008e" providerId="ADAL" clId="{BC0BD879-F267-5CCA-8DEA-E3B2DD07DA4E}" dt="2026-07-30T04:48:48.141" v="12404"/>
          <ac:spMkLst>
            <pc:docMk/>
            <pc:sldMk cId="3367072631" sldId="2076139069"/>
            <ac:spMk id="16" creationId="{F01FECF8-C323-3407-BA13-9711ADD4BF17}"/>
          </ac:spMkLst>
        </pc:spChg>
        <pc:spChg chg="mod">
          <ac:chgData name="Hironari Yamada" userId="e57621f8-ec3c-449e-bb19-001fffcc008e" providerId="ADAL" clId="{BC0BD879-F267-5CCA-8DEA-E3B2DD07DA4E}" dt="2026-07-30T04:48:48.141" v="12404"/>
          <ac:spMkLst>
            <pc:docMk/>
            <pc:sldMk cId="3367072631" sldId="2076139069"/>
            <ac:spMk id="19" creationId="{F7D9BF97-C5B2-5378-5522-3D58B57CB1E4}"/>
          </ac:spMkLst>
        </pc:spChg>
        <pc:spChg chg="mod">
          <ac:chgData name="Hironari Yamada" userId="e57621f8-ec3c-449e-bb19-001fffcc008e" providerId="ADAL" clId="{BC0BD879-F267-5CCA-8DEA-E3B2DD07DA4E}" dt="2026-07-30T04:48:48.141" v="12404"/>
          <ac:spMkLst>
            <pc:docMk/>
            <pc:sldMk cId="3367072631" sldId="2076139069"/>
            <ac:spMk id="20" creationId="{00139685-1814-89EB-82CE-3F95465F64FA}"/>
          </ac:spMkLst>
        </pc:spChg>
        <pc:spChg chg="mod">
          <ac:chgData name="Hironari Yamada" userId="e57621f8-ec3c-449e-bb19-001fffcc008e" providerId="ADAL" clId="{BC0BD879-F267-5CCA-8DEA-E3B2DD07DA4E}" dt="2026-07-30T04:48:48.141" v="12404"/>
          <ac:spMkLst>
            <pc:docMk/>
            <pc:sldMk cId="3367072631" sldId="2076139069"/>
            <ac:spMk id="22" creationId="{F61D8858-166C-CDEF-33BA-7492D48E91E3}"/>
          </ac:spMkLst>
        </pc:spChg>
        <pc:spChg chg="mod">
          <ac:chgData name="Hironari Yamada" userId="e57621f8-ec3c-449e-bb19-001fffcc008e" providerId="ADAL" clId="{BC0BD879-F267-5CCA-8DEA-E3B2DD07DA4E}" dt="2026-07-30T04:48:48.141" v="12404"/>
          <ac:spMkLst>
            <pc:docMk/>
            <pc:sldMk cId="3367072631" sldId="2076139069"/>
            <ac:spMk id="23" creationId="{D5D8BE6A-519F-4DCE-C557-875BAC158719}"/>
          </ac:spMkLst>
        </pc:spChg>
        <pc:spChg chg="add del">
          <ac:chgData name="Hironari Yamada" userId="e57621f8-ec3c-449e-bb19-001fffcc008e" providerId="ADAL" clId="{BC0BD879-F267-5CCA-8DEA-E3B2DD07DA4E}" dt="2026-07-30T04:48:38.444" v="12403" actId="478"/>
          <ac:spMkLst>
            <pc:docMk/>
            <pc:sldMk cId="3367072631" sldId="2076139069"/>
            <ac:spMk id="25" creationId="{91405C8A-001E-1A72-A8D7-B36235B91E62}"/>
          </ac:spMkLst>
        </pc:spChg>
        <pc:spChg chg="mod">
          <ac:chgData name="Hironari Yamada" userId="e57621f8-ec3c-449e-bb19-001fffcc008e" providerId="ADAL" clId="{BC0BD879-F267-5CCA-8DEA-E3B2DD07DA4E}" dt="2026-07-30T04:48:48.141" v="12404"/>
          <ac:spMkLst>
            <pc:docMk/>
            <pc:sldMk cId="3367072631" sldId="2076139069"/>
            <ac:spMk id="27" creationId="{DC4DFBEB-E337-A822-FBC0-8534D9401C62}"/>
          </ac:spMkLst>
        </pc:spChg>
        <pc:spChg chg="mod">
          <ac:chgData name="Hironari Yamada" userId="e57621f8-ec3c-449e-bb19-001fffcc008e" providerId="ADAL" clId="{BC0BD879-F267-5CCA-8DEA-E3B2DD07DA4E}" dt="2026-07-30T04:48:48.141" v="12404"/>
          <ac:spMkLst>
            <pc:docMk/>
            <pc:sldMk cId="3367072631" sldId="2076139069"/>
            <ac:spMk id="29" creationId="{61AF65A4-B0F8-A55B-0970-8ED7A5BC3A60}"/>
          </ac:spMkLst>
        </pc:spChg>
        <pc:spChg chg="add mod">
          <ac:chgData name="Hironari Yamada" userId="e57621f8-ec3c-449e-bb19-001fffcc008e" providerId="ADAL" clId="{BC0BD879-F267-5CCA-8DEA-E3B2DD07DA4E}" dt="2026-07-30T04:48:48.141" v="12404"/>
          <ac:spMkLst>
            <pc:docMk/>
            <pc:sldMk cId="3367072631" sldId="2076139069"/>
            <ac:spMk id="30" creationId="{138CE6FE-DE4E-BE3F-75D5-73418A45FF5A}"/>
          </ac:spMkLst>
        </pc:spChg>
        <pc:spChg chg="add del">
          <ac:chgData name="Hironari Yamada" userId="e57621f8-ec3c-449e-bb19-001fffcc008e" providerId="ADAL" clId="{BC0BD879-F267-5CCA-8DEA-E3B2DD07DA4E}" dt="2026-07-30T04:48:38.444" v="12403" actId="478"/>
          <ac:spMkLst>
            <pc:docMk/>
            <pc:sldMk cId="3367072631" sldId="2076139069"/>
            <ac:spMk id="32" creationId="{60977D38-C9EA-C4DA-18EF-FDC44E0B54CA}"/>
          </ac:spMkLst>
        </pc:spChg>
        <pc:spChg chg="add mod">
          <ac:chgData name="Hironari Yamada" userId="e57621f8-ec3c-449e-bb19-001fffcc008e" providerId="ADAL" clId="{BC0BD879-F267-5CCA-8DEA-E3B2DD07DA4E}" dt="2026-07-30T04:49:08.465" v="12407" actId="1076"/>
          <ac:spMkLst>
            <pc:docMk/>
            <pc:sldMk cId="3367072631" sldId="2076139069"/>
            <ac:spMk id="33" creationId="{CF35C940-6FDE-6B45-BAC4-3F1BA9654D84}"/>
          </ac:spMkLst>
        </pc:spChg>
        <pc:spChg chg="add mod">
          <ac:chgData name="Hironari Yamada" userId="e57621f8-ec3c-449e-bb19-001fffcc008e" providerId="ADAL" clId="{BC0BD879-F267-5CCA-8DEA-E3B2DD07DA4E}" dt="2026-07-30T04:49:08.465" v="12407" actId="1076"/>
          <ac:spMkLst>
            <pc:docMk/>
            <pc:sldMk cId="3367072631" sldId="2076139069"/>
            <ac:spMk id="34" creationId="{9A5D05EE-D643-D262-DF74-B7BA53FDE39E}"/>
          </ac:spMkLst>
        </pc:spChg>
        <pc:spChg chg="add mod">
          <ac:chgData name="Hironari Yamada" userId="e57621f8-ec3c-449e-bb19-001fffcc008e" providerId="ADAL" clId="{BC0BD879-F267-5CCA-8DEA-E3B2DD07DA4E}" dt="2026-07-30T04:49:02.379" v="12406" actId="1076"/>
          <ac:spMkLst>
            <pc:docMk/>
            <pc:sldMk cId="3367072631" sldId="2076139069"/>
            <ac:spMk id="35" creationId="{CB8E30F0-D93C-5E5D-0B16-AF08FA0D1D62}"/>
          </ac:spMkLst>
        </pc:spChg>
        <pc:spChg chg="mod">
          <ac:chgData name="Hironari Yamada" userId="e57621f8-ec3c-449e-bb19-001fffcc008e" providerId="ADAL" clId="{BC0BD879-F267-5CCA-8DEA-E3B2DD07DA4E}" dt="2026-07-30T04:48:54.466" v="12405"/>
          <ac:spMkLst>
            <pc:docMk/>
            <pc:sldMk cId="3367072631" sldId="2076139069"/>
            <ac:spMk id="38" creationId="{0ACE6199-E8EA-C316-94E8-39AB8FEBAEC3}"/>
          </ac:spMkLst>
        </pc:spChg>
        <pc:spChg chg="mod">
          <ac:chgData name="Hironari Yamada" userId="e57621f8-ec3c-449e-bb19-001fffcc008e" providerId="ADAL" clId="{BC0BD879-F267-5CCA-8DEA-E3B2DD07DA4E}" dt="2026-07-30T04:48:54.466" v="12405"/>
          <ac:spMkLst>
            <pc:docMk/>
            <pc:sldMk cId="3367072631" sldId="2076139069"/>
            <ac:spMk id="40" creationId="{ED8A8A31-CE41-61FC-B7A4-584D9ED4298C}"/>
          </ac:spMkLst>
        </pc:spChg>
        <pc:spChg chg="mod">
          <ac:chgData name="Hironari Yamada" userId="e57621f8-ec3c-449e-bb19-001fffcc008e" providerId="ADAL" clId="{BC0BD879-F267-5CCA-8DEA-E3B2DD07DA4E}" dt="2026-07-30T04:48:54.466" v="12405"/>
          <ac:spMkLst>
            <pc:docMk/>
            <pc:sldMk cId="3367072631" sldId="2076139069"/>
            <ac:spMk id="42" creationId="{DF9AAA06-9F98-8802-3A48-CBB0469805A2}"/>
          </ac:spMkLst>
        </pc:spChg>
        <pc:spChg chg="mod">
          <ac:chgData name="Hironari Yamada" userId="e57621f8-ec3c-449e-bb19-001fffcc008e" providerId="ADAL" clId="{BC0BD879-F267-5CCA-8DEA-E3B2DD07DA4E}" dt="2026-07-30T04:48:54.466" v="12405"/>
          <ac:spMkLst>
            <pc:docMk/>
            <pc:sldMk cId="3367072631" sldId="2076139069"/>
            <ac:spMk id="43" creationId="{B22E00C1-5238-D741-8CE1-FA7FB732491A}"/>
          </ac:spMkLst>
        </pc:spChg>
        <pc:spChg chg="mod">
          <ac:chgData name="Hironari Yamada" userId="e57621f8-ec3c-449e-bb19-001fffcc008e" providerId="ADAL" clId="{BC0BD879-F267-5CCA-8DEA-E3B2DD07DA4E}" dt="2026-07-30T04:48:54.466" v="12405"/>
          <ac:spMkLst>
            <pc:docMk/>
            <pc:sldMk cId="3367072631" sldId="2076139069"/>
            <ac:spMk id="45" creationId="{D5FEA64C-74FA-6964-ACC8-DDAD91DDB742}"/>
          </ac:spMkLst>
        </pc:spChg>
        <pc:spChg chg="mod">
          <ac:chgData name="Hironari Yamada" userId="e57621f8-ec3c-449e-bb19-001fffcc008e" providerId="ADAL" clId="{BC0BD879-F267-5CCA-8DEA-E3B2DD07DA4E}" dt="2026-07-30T04:48:54.466" v="12405"/>
          <ac:spMkLst>
            <pc:docMk/>
            <pc:sldMk cId="3367072631" sldId="2076139069"/>
            <ac:spMk id="46" creationId="{909EE3D7-B549-B147-BE29-73D2F6FC31D9}"/>
          </ac:spMkLst>
        </pc:spChg>
        <pc:spChg chg="add mod">
          <ac:chgData name="Hironari Yamada" userId="e57621f8-ec3c-449e-bb19-001fffcc008e" providerId="ADAL" clId="{BC0BD879-F267-5CCA-8DEA-E3B2DD07DA4E}" dt="2026-07-30T04:49:08.465" v="12407" actId="1076"/>
          <ac:spMkLst>
            <pc:docMk/>
            <pc:sldMk cId="3367072631" sldId="2076139069"/>
            <ac:spMk id="47" creationId="{9946AF36-2AB3-8BD7-41CC-AC47B34E62C5}"/>
          </ac:spMkLst>
        </pc:spChg>
        <pc:spChg chg="add mod">
          <ac:chgData name="Hironari Yamada" userId="e57621f8-ec3c-449e-bb19-001fffcc008e" providerId="ADAL" clId="{BC0BD879-F267-5CCA-8DEA-E3B2DD07DA4E}" dt="2026-07-30T05:08:53.085" v="12409"/>
          <ac:spMkLst>
            <pc:docMk/>
            <pc:sldMk cId="3367072631" sldId="2076139069"/>
            <ac:spMk id="49" creationId="{B0152A8B-6224-E9BB-5129-CB86F43C0B0C}"/>
          </ac:spMkLst>
        </pc:spChg>
        <pc:spChg chg="add mod">
          <ac:chgData name="Hironari Yamada" userId="e57621f8-ec3c-449e-bb19-001fffcc008e" providerId="ADAL" clId="{BC0BD879-F267-5CCA-8DEA-E3B2DD07DA4E}" dt="2026-07-30T05:08:53.085" v="12409"/>
          <ac:spMkLst>
            <pc:docMk/>
            <pc:sldMk cId="3367072631" sldId="2076139069"/>
            <ac:spMk id="50" creationId="{BBFF85D5-2E18-F412-CCFC-8C16A21BDA41}"/>
          </ac:spMkLst>
        </pc:spChg>
        <pc:spChg chg="add del">
          <ac:chgData name="Hironari Yamada" userId="e57621f8-ec3c-449e-bb19-001fffcc008e" providerId="ADAL" clId="{BC0BD879-F267-5CCA-8DEA-E3B2DD07DA4E}" dt="2026-07-30T04:48:38.444" v="12403" actId="478"/>
          <ac:spMkLst>
            <pc:docMk/>
            <pc:sldMk cId="3367072631" sldId="2076139069"/>
            <ac:spMk id="53" creationId="{93315878-B0B7-05EF-973A-A6B44DB4DB27}"/>
          </ac:spMkLst>
        </pc:spChg>
        <pc:spChg chg="add del">
          <ac:chgData name="Hironari Yamada" userId="e57621f8-ec3c-449e-bb19-001fffcc008e" providerId="ADAL" clId="{BC0BD879-F267-5CCA-8DEA-E3B2DD07DA4E}" dt="2026-07-30T04:48:38.444" v="12403" actId="478"/>
          <ac:spMkLst>
            <pc:docMk/>
            <pc:sldMk cId="3367072631" sldId="2076139069"/>
            <ac:spMk id="57" creationId="{D6829331-2462-8FB7-E868-8595C1F0991E}"/>
          </ac:spMkLst>
        </pc:spChg>
        <pc:spChg chg="add del">
          <ac:chgData name="Hironari Yamada" userId="e57621f8-ec3c-449e-bb19-001fffcc008e" providerId="ADAL" clId="{BC0BD879-F267-5CCA-8DEA-E3B2DD07DA4E}" dt="2026-07-30T04:48:38.444" v="12403" actId="478"/>
          <ac:spMkLst>
            <pc:docMk/>
            <pc:sldMk cId="3367072631" sldId="2076139069"/>
            <ac:spMk id="58" creationId="{66896D5D-4CB0-B862-CF96-A6E69CE46A06}"/>
          </ac:spMkLst>
        </pc:spChg>
        <pc:spChg chg="add mod">
          <ac:chgData name="Hironari Yamada" userId="e57621f8-ec3c-449e-bb19-001fffcc008e" providerId="ADAL" clId="{BC0BD879-F267-5CCA-8DEA-E3B2DD07DA4E}" dt="2026-07-30T05:08:53.085" v="12409"/>
          <ac:spMkLst>
            <pc:docMk/>
            <pc:sldMk cId="3367072631" sldId="2076139069"/>
            <ac:spMk id="62" creationId="{663A7712-F7DE-665A-29F5-52B772F86244}"/>
          </ac:spMkLst>
        </pc:spChg>
        <pc:spChg chg="add mod">
          <ac:chgData name="Hironari Yamada" userId="e57621f8-ec3c-449e-bb19-001fffcc008e" providerId="ADAL" clId="{BC0BD879-F267-5CCA-8DEA-E3B2DD07DA4E}" dt="2026-07-30T05:08:53.085" v="12409"/>
          <ac:spMkLst>
            <pc:docMk/>
            <pc:sldMk cId="3367072631" sldId="2076139069"/>
            <ac:spMk id="67" creationId="{E238319D-A2E6-CCF6-242C-259302226D04}"/>
          </ac:spMkLst>
        </pc:spChg>
        <pc:spChg chg="add mod">
          <ac:chgData name="Hironari Yamada" userId="e57621f8-ec3c-449e-bb19-001fffcc008e" providerId="ADAL" clId="{BC0BD879-F267-5CCA-8DEA-E3B2DD07DA4E}" dt="2026-07-30T05:08:53.085" v="12409"/>
          <ac:spMkLst>
            <pc:docMk/>
            <pc:sldMk cId="3367072631" sldId="2076139069"/>
            <ac:spMk id="69" creationId="{74A3FDAD-053A-B9F7-1459-C972ECB269D6}"/>
          </ac:spMkLst>
        </pc:spChg>
        <pc:spChg chg="add mod">
          <ac:chgData name="Hironari Yamada" userId="e57621f8-ec3c-449e-bb19-001fffcc008e" providerId="ADAL" clId="{BC0BD879-F267-5CCA-8DEA-E3B2DD07DA4E}" dt="2026-07-30T05:08:53.085" v="12409"/>
          <ac:spMkLst>
            <pc:docMk/>
            <pc:sldMk cId="3367072631" sldId="2076139069"/>
            <ac:spMk id="70" creationId="{6D2867F7-2CF8-8833-D100-6811FA6D8424}"/>
          </ac:spMkLst>
        </pc:spChg>
        <pc:spChg chg="add mod">
          <ac:chgData name="Hironari Yamada" userId="e57621f8-ec3c-449e-bb19-001fffcc008e" providerId="ADAL" clId="{BC0BD879-F267-5CCA-8DEA-E3B2DD07DA4E}" dt="2026-07-30T05:08:53.085" v="12409"/>
          <ac:spMkLst>
            <pc:docMk/>
            <pc:sldMk cId="3367072631" sldId="2076139069"/>
            <ac:spMk id="71" creationId="{8CB66065-998A-77A0-5722-B7C4C9A91089}"/>
          </ac:spMkLst>
        </pc:spChg>
        <pc:spChg chg="add mod">
          <ac:chgData name="Hironari Yamada" userId="e57621f8-ec3c-449e-bb19-001fffcc008e" providerId="ADAL" clId="{BC0BD879-F267-5CCA-8DEA-E3B2DD07DA4E}" dt="2026-07-30T05:08:53.085" v="12409"/>
          <ac:spMkLst>
            <pc:docMk/>
            <pc:sldMk cId="3367072631" sldId="2076139069"/>
            <ac:spMk id="72" creationId="{E48BF839-DEB5-867C-00B3-0A47ABBB281F}"/>
          </ac:spMkLst>
        </pc:spChg>
        <pc:spChg chg="add mod">
          <ac:chgData name="Hironari Yamada" userId="e57621f8-ec3c-449e-bb19-001fffcc008e" providerId="ADAL" clId="{BC0BD879-F267-5CCA-8DEA-E3B2DD07DA4E}" dt="2026-07-30T05:08:53.085" v="12409"/>
          <ac:spMkLst>
            <pc:docMk/>
            <pc:sldMk cId="3367072631" sldId="2076139069"/>
            <ac:spMk id="73" creationId="{0617B4A0-99FF-447B-94C5-72D2A7DFBD19}"/>
          </ac:spMkLst>
        </pc:spChg>
        <pc:spChg chg="add mod">
          <ac:chgData name="Hironari Yamada" userId="e57621f8-ec3c-449e-bb19-001fffcc008e" providerId="ADAL" clId="{BC0BD879-F267-5CCA-8DEA-E3B2DD07DA4E}" dt="2026-07-30T05:08:53.085" v="12409"/>
          <ac:spMkLst>
            <pc:docMk/>
            <pc:sldMk cId="3367072631" sldId="2076139069"/>
            <ac:spMk id="74" creationId="{43086098-046D-24D3-DCB9-73D0E91D910D}"/>
          </ac:spMkLst>
        </pc:spChg>
        <pc:grpChg chg="mod">
          <ac:chgData name="Hironari Yamada" userId="e57621f8-ec3c-449e-bb19-001fffcc008e" providerId="ADAL" clId="{BC0BD879-F267-5CCA-8DEA-E3B2DD07DA4E}" dt="2026-07-30T04:49:08.465" v="12407" actId="1076"/>
          <ac:grpSpMkLst>
            <pc:docMk/>
            <pc:sldMk cId="3367072631" sldId="2076139069"/>
            <ac:grpSpMk id="37" creationId="{60A26274-FAA3-575B-3EA4-37CFBDCD200C}"/>
          </ac:grpSpMkLst>
        </pc:grpChg>
        <pc:grpChg chg="mod">
          <ac:chgData name="Hironari Yamada" userId="e57621f8-ec3c-449e-bb19-001fffcc008e" providerId="ADAL" clId="{BC0BD879-F267-5CCA-8DEA-E3B2DD07DA4E}" dt="2026-07-30T04:49:08.465" v="12407" actId="1076"/>
          <ac:grpSpMkLst>
            <pc:docMk/>
            <pc:sldMk cId="3367072631" sldId="2076139069"/>
            <ac:grpSpMk id="41" creationId="{BF9F04CA-E997-3B9D-D8E6-EC48293F3668}"/>
          </ac:grpSpMkLst>
        </pc:grpChg>
        <pc:grpChg chg="mod">
          <ac:chgData name="Hironari Yamada" userId="e57621f8-ec3c-449e-bb19-001fffcc008e" providerId="ADAL" clId="{BC0BD879-F267-5CCA-8DEA-E3B2DD07DA4E}" dt="2026-07-30T04:49:08.465" v="12407" actId="1076"/>
          <ac:grpSpMkLst>
            <pc:docMk/>
            <pc:sldMk cId="3367072631" sldId="2076139069"/>
            <ac:grpSpMk id="44" creationId="{3A237E34-5FA1-AEBA-49B4-FEAE3FB7EDB0}"/>
          </ac:grpSpMkLst>
        </pc:grpChg>
        <pc:picChg chg="add del">
          <ac:chgData name="Hironari Yamada" userId="e57621f8-ec3c-449e-bb19-001fffcc008e" providerId="ADAL" clId="{BC0BD879-F267-5CCA-8DEA-E3B2DD07DA4E}" dt="2026-07-30T04:48:38.444" v="12403" actId="478"/>
          <ac:picMkLst>
            <pc:docMk/>
            <pc:sldMk cId="3367072631" sldId="2076139069"/>
            <ac:picMk id="3" creationId="{FA056337-E8FB-FD64-2AE1-31C7BA7CE89A}"/>
          </ac:picMkLst>
        </pc:picChg>
        <pc:picChg chg="del">
          <ac:chgData name="Hironari Yamada" userId="e57621f8-ec3c-449e-bb19-001fffcc008e" providerId="ADAL" clId="{BC0BD879-F267-5CCA-8DEA-E3B2DD07DA4E}" dt="2026-07-30T04:48:38.444" v="12403" actId="478"/>
          <ac:picMkLst>
            <pc:docMk/>
            <pc:sldMk cId="3367072631" sldId="2076139069"/>
            <ac:picMk id="28" creationId="{02CA8AC6-1359-FE41-40C2-74D169F39EB8}"/>
          </ac:picMkLst>
        </pc:picChg>
        <pc:picChg chg="mod">
          <ac:chgData name="Hironari Yamada" userId="e57621f8-ec3c-449e-bb19-001fffcc008e" providerId="ADAL" clId="{BC0BD879-F267-5CCA-8DEA-E3B2DD07DA4E}" dt="2026-07-30T06:29:48.122" v="12629" actId="26606"/>
          <ac:picMkLst>
            <pc:docMk/>
            <pc:sldMk cId="3367072631" sldId="2076139069"/>
            <ac:picMk id="36" creationId="{8151E99B-68C9-32F3-A617-EF984388AA08}"/>
          </ac:picMkLst>
        </pc:picChg>
        <pc:picChg chg="mod">
          <ac:chgData name="Hironari Yamada" userId="e57621f8-ec3c-449e-bb19-001fffcc008e" providerId="ADAL" clId="{BC0BD879-F267-5CCA-8DEA-E3B2DD07DA4E}" dt="2026-07-30T04:49:02.379" v="12406" actId="1076"/>
          <ac:picMkLst>
            <pc:docMk/>
            <pc:sldMk cId="3367072631" sldId="2076139069"/>
            <ac:picMk id="48" creationId="{D9717DBE-12E4-5CC9-A511-BA3AB9D8A046}"/>
          </ac:picMkLst>
        </pc:picChg>
      </pc:sldChg>
      <pc:sldChg chg="addSp delSp modSp add mod modNotes">
        <pc:chgData name="Hironari Yamada" userId="e57621f8-ec3c-449e-bb19-001fffcc008e" providerId="ADAL" clId="{BC0BD879-F267-5CCA-8DEA-E3B2DD07DA4E}" dt="2026-07-31T01:10:14.838" v="12843" actId="26606"/>
        <pc:sldMkLst>
          <pc:docMk/>
          <pc:sldMk cId="3981964425" sldId="2076139070"/>
        </pc:sldMkLst>
        <pc:spChg chg="add mod">
          <ac:chgData name="Hironari Yamada" userId="e57621f8-ec3c-449e-bb19-001fffcc008e" providerId="ADAL" clId="{BC0BD879-F267-5CCA-8DEA-E3B2DD07DA4E}" dt="2026-07-30T05:09:05.598" v="12412"/>
          <ac:spMkLst>
            <pc:docMk/>
            <pc:sldMk cId="3981964425" sldId="2076139070"/>
            <ac:spMk id="3" creationId="{C9B89B76-3A1B-792B-5566-F27B390B810B}"/>
          </ac:spMkLst>
        </pc:spChg>
        <pc:spChg chg="add mod">
          <ac:chgData name="Hironari Yamada" userId="e57621f8-ec3c-449e-bb19-001fffcc008e" providerId="ADAL" clId="{BC0BD879-F267-5CCA-8DEA-E3B2DD07DA4E}" dt="2026-07-30T05:09:05.598" v="12412"/>
          <ac:spMkLst>
            <pc:docMk/>
            <pc:sldMk cId="3981964425" sldId="2076139070"/>
            <ac:spMk id="5" creationId="{7C7E9D76-FEF8-843B-36D8-6B13B63949B3}"/>
          </ac:spMkLst>
        </pc:spChg>
        <pc:spChg chg="add mod">
          <ac:chgData name="Hironari Yamada" userId="e57621f8-ec3c-449e-bb19-001fffcc008e" providerId="ADAL" clId="{BC0BD879-F267-5CCA-8DEA-E3B2DD07DA4E}" dt="2026-07-30T05:09:05.598" v="12412"/>
          <ac:spMkLst>
            <pc:docMk/>
            <pc:sldMk cId="3981964425" sldId="2076139070"/>
            <ac:spMk id="10" creationId="{140C1284-5554-63EA-20B2-EBAB3B8F204E}"/>
          </ac:spMkLst>
        </pc:spChg>
        <pc:spChg chg="add mod">
          <ac:chgData name="Hironari Yamada" userId="e57621f8-ec3c-449e-bb19-001fffcc008e" providerId="ADAL" clId="{BC0BD879-F267-5CCA-8DEA-E3B2DD07DA4E}" dt="2026-07-30T05:09:05.598" v="12412"/>
          <ac:spMkLst>
            <pc:docMk/>
            <pc:sldMk cId="3981964425" sldId="2076139070"/>
            <ac:spMk id="12" creationId="{DC27D58C-9472-67D5-8C3C-76C09F2EBEB7}"/>
          </ac:spMkLst>
        </pc:spChg>
        <pc:spChg chg="add mod">
          <ac:chgData name="Hironari Yamada" userId="e57621f8-ec3c-449e-bb19-001fffcc008e" providerId="ADAL" clId="{BC0BD879-F267-5CCA-8DEA-E3B2DD07DA4E}" dt="2026-07-30T05:09:05.598" v="12412"/>
          <ac:spMkLst>
            <pc:docMk/>
            <pc:sldMk cId="3981964425" sldId="2076139070"/>
            <ac:spMk id="13" creationId="{D82E333C-EE6C-6F05-09EF-B6BB2AEB1BC9}"/>
          </ac:spMkLst>
        </pc:spChg>
        <pc:spChg chg="add mod">
          <ac:chgData name="Hironari Yamada" userId="e57621f8-ec3c-449e-bb19-001fffcc008e" providerId="ADAL" clId="{BC0BD879-F267-5CCA-8DEA-E3B2DD07DA4E}" dt="2026-07-30T05:09:05.598" v="12412"/>
          <ac:spMkLst>
            <pc:docMk/>
            <pc:sldMk cId="3981964425" sldId="2076139070"/>
            <ac:spMk id="14" creationId="{3D179394-9B7A-DBB8-85CC-EDC67621140B}"/>
          </ac:spMkLst>
        </pc:spChg>
        <pc:spChg chg="add mod">
          <ac:chgData name="Hironari Yamada" userId="e57621f8-ec3c-449e-bb19-001fffcc008e" providerId="ADAL" clId="{BC0BD879-F267-5CCA-8DEA-E3B2DD07DA4E}" dt="2026-07-30T05:09:05.598" v="12412"/>
          <ac:spMkLst>
            <pc:docMk/>
            <pc:sldMk cId="3981964425" sldId="2076139070"/>
            <ac:spMk id="27" creationId="{04928F0E-60FA-B613-458A-7DE84797ADF0}"/>
          </ac:spMkLst>
        </pc:spChg>
        <pc:spChg chg="add mod">
          <ac:chgData name="Hironari Yamada" userId="e57621f8-ec3c-449e-bb19-001fffcc008e" providerId="ADAL" clId="{BC0BD879-F267-5CCA-8DEA-E3B2DD07DA4E}" dt="2026-07-30T05:09:05.598" v="12412"/>
          <ac:spMkLst>
            <pc:docMk/>
            <pc:sldMk cId="3981964425" sldId="2076139070"/>
            <ac:spMk id="28" creationId="{28F1F362-2C91-5969-AF03-EA5AD440770D}"/>
          </ac:spMkLst>
        </pc:spChg>
        <pc:spChg chg="add mod">
          <ac:chgData name="Hironari Yamada" userId="e57621f8-ec3c-449e-bb19-001fffcc008e" providerId="ADAL" clId="{BC0BD879-F267-5CCA-8DEA-E3B2DD07DA4E}" dt="2026-07-30T05:09:05.598" v="12412"/>
          <ac:spMkLst>
            <pc:docMk/>
            <pc:sldMk cId="3981964425" sldId="2076139070"/>
            <ac:spMk id="29" creationId="{5E2CD71C-CCCB-97E8-8332-7EE37582697D}"/>
          </ac:spMkLst>
        </pc:spChg>
        <pc:spChg chg="add mod">
          <ac:chgData name="Hironari Yamada" userId="e57621f8-ec3c-449e-bb19-001fffcc008e" providerId="ADAL" clId="{BC0BD879-F267-5CCA-8DEA-E3B2DD07DA4E}" dt="2026-07-30T05:09:05.598" v="12412"/>
          <ac:spMkLst>
            <pc:docMk/>
            <pc:sldMk cId="3981964425" sldId="2076139070"/>
            <ac:spMk id="30" creationId="{2E287F88-6332-85A4-A38A-5D33FD86C11A}"/>
          </ac:spMkLst>
        </pc:spChg>
        <pc:spChg chg="mod">
          <ac:chgData name="Hironari Yamada" userId="e57621f8-ec3c-449e-bb19-001fffcc008e" providerId="ADAL" clId="{BC0BD879-F267-5CCA-8DEA-E3B2DD07DA4E}" dt="2026-07-30T05:09:57.244" v="12528" actId="20577"/>
          <ac:spMkLst>
            <pc:docMk/>
            <pc:sldMk cId="3981964425" sldId="2076139070"/>
            <ac:spMk id="33" creationId="{2D3FCDEC-238E-E9EA-3CC0-BB8D37AAD19B}"/>
          </ac:spMkLst>
        </pc:spChg>
        <pc:spChg chg="del">
          <ac:chgData name="Hironari Yamada" userId="e57621f8-ec3c-449e-bb19-001fffcc008e" providerId="ADAL" clId="{BC0BD879-F267-5CCA-8DEA-E3B2DD07DA4E}" dt="2026-07-30T05:09:24.306" v="12416" actId="478"/>
          <ac:spMkLst>
            <pc:docMk/>
            <pc:sldMk cId="3981964425" sldId="2076139070"/>
            <ac:spMk id="34" creationId="{8833EA33-38BB-3003-E7EE-B8C8EE272EC3}"/>
          </ac:spMkLst>
        </pc:spChg>
        <pc:spChg chg="del">
          <ac:chgData name="Hironari Yamada" userId="e57621f8-ec3c-449e-bb19-001fffcc008e" providerId="ADAL" clId="{BC0BD879-F267-5CCA-8DEA-E3B2DD07DA4E}" dt="2026-07-30T05:08:58.719" v="12411" actId="478"/>
          <ac:spMkLst>
            <pc:docMk/>
            <pc:sldMk cId="3981964425" sldId="2076139070"/>
            <ac:spMk id="35" creationId="{11FCC734-76AD-281A-63E0-2ADA22A98570}"/>
          </ac:spMkLst>
        </pc:spChg>
        <pc:spChg chg="del">
          <ac:chgData name="Hironari Yamada" userId="e57621f8-ec3c-449e-bb19-001fffcc008e" providerId="ADAL" clId="{BC0BD879-F267-5CCA-8DEA-E3B2DD07DA4E}" dt="2026-07-30T05:09:24.306" v="12416" actId="478"/>
          <ac:spMkLst>
            <pc:docMk/>
            <pc:sldMk cId="3981964425" sldId="2076139070"/>
            <ac:spMk id="47" creationId="{B6182EA0-5002-B756-6979-3FBA2492B4D4}"/>
          </ac:spMkLst>
        </pc:spChg>
        <pc:spChg chg="add mod">
          <ac:chgData name="Hironari Yamada" userId="e57621f8-ec3c-449e-bb19-001fffcc008e" providerId="ADAL" clId="{BC0BD879-F267-5CCA-8DEA-E3B2DD07DA4E}" dt="2026-07-30T05:09:12.052" v="12414" actId="1076"/>
          <ac:spMkLst>
            <pc:docMk/>
            <pc:sldMk cId="3981964425" sldId="2076139070"/>
            <ac:spMk id="53" creationId="{FF62D951-B052-58B1-C676-88C016E733B8}"/>
          </ac:spMkLst>
        </pc:spChg>
        <pc:spChg chg="add mod">
          <ac:chgData name="Hironari Yamada" userId="e57621f8-ec3c-449e-bb19-001fffcc008e" providerId="ADAL" clId="{BC0BD879-F267-5CCA-8DEA-E3B2DD07DA4E}" dt="2026-07-30T05:09:12.052" v="12414" actId="1076"/>
          <ac:spMkLst>
            <pc:docMk/>
            <pc:sldMk cId="3981964425" sldId="2076139070"/>
            <ac:spMk id="56" creationId="{7AEF6452-2650-4B6B-606C-000E0844752B}"/>
          </ac:spMkLst>
        </pc:spChg>
        <pc:spChg chg="add mod">
          <ac:chgData name="Hironari Yamada" userId="e57621f8-ec3c-449e-bb19-001fffcc008e" providerId="ADAL" clId="{BC0BD879-F267-5CCA-8DEA-E3B2DD07DA4E}" dt="2026-07-30T05:09:12.052" v="12414" actId="1076"/>
          <ac:spMkLst>
            <pc:docMk/>
            <pc:sldMk cId="3981964425" sldId="2076139070"/>
            <ac:spMk id="57" creationId="{662BF09B-D869-F9AB-DD63-FF2A0E51513C}"/>
          </ac:spMkLst>
        </pc:spChg>
        <pc:spChg chg="add mod">
          <ac:chgData name="Hironari Yamada" userId="e57621f8-ec3c-449e-bb19-001fffcc008e" providerId="ADAL" clId="{BC0BD879-F267-5CCA-8DEA-E3B2DD07DA4E}" dt="2026-07-30T05:09:12.052" v="12414" actId="1076"/>
          <ac:spMkLst>
            <pc:docMk/>
            <pc:sldMk cId="3981964425" sldId="2076139070"/>
            <ac:spMk id="58" creationId="{6B0906DD-9DEE-0102-1EC7-074DBD9AB68D}"/>
          </ac:spMkLst>
        </pc:spChg>
        <pc:spChg chg="add mod">
          <ac:chgData name="Hironari Yamada" userId="e57621f8-ec3c-449e-bb19-001fffcc008e" providerId="ADAL" clId="{BC0BD879-F267-5CCA-8DEA-E3B2DD07DA4E}" dt="2026-07-30T05:09:12.052" v="12414" actId="1076"/>
          <ac:spMkLst>
            <pc:docMk/>
            <pc:sldMk cId="3981964425" sldId="2076139070"/>
            <ac:spMk id="59" creationId="{9EC7A223-6CBA-70D5-10CA-B6BACA4B81B3}"/>
          </ac:spMkLst>
        </pc:spChg>
        <pc:spChg chg="add mod">
          <ac:chgData name="Hironari Yamada" userId="e57621f8-ec3c-449e-bb19-001fffcc008e" providerId="ADAL" clId="{BC0BD879-F267-5CCA-8DEA-E3B2DD07DA4E}" dt="2026-07-30T05:09:12.052" v="12414" actId="1076"/>
          <ac:spMkLst>
            <pc:docMk/>
            <pc:sldMk cId="3981964425" sldId="2076139070"/>
            <ac:spMk id="62" creationId="{E1B200E1-63A9-8F07-1B3D-C895655509F7}"/>
          </ac:spMkLst>
        </pc:spChg>
        <pc:spChg chg="add mod">
          <ac:chgData name="Hironari Yamada" userId="e57621f8-ec3c-449e-bb19-001fffcc008e" providerId="ADAL" clId="{BC0BD879-F267-5CCA-8DEA-E3B2DD07DA4E}" dt="2026-07-30T05:09:12.052" v="12414" actId="1076"/>
          <ac:spMkLst>
            <pc:docMk/>
            <pc:sldMk cId="3981964425" sldId="2076139070"/>
            <ac:spMk id="63" creationId="{83F9000A-C99E-B238-A954-27228273A4D5}"/>
          </ac:spMkLst>
        </pc:spChg>
        <pc:spChg chg="add mod">
          <ac:chgData name="Hironari Yamada" userId="e57621f8-ec3c-449e-bb19-001fffcc008e" providerId="ADAL" clId="{BC0BD879-F267-5CCA-8DEA-E3B2DD07DA4E}" dt="2026-07-30T05:09:12.052" v="12414" actId="1076"/>
          <ac:spMkLst>
            <pc:docMk/>
            <pc:sldMk cId="3981964425" sldId="2076139070"/>
            <ac:spMk id="65" creationId="{147A32F2-3292-68D1-333B-C5B650ABF08A}"/>
          </ac:spMkLst>
        </pc:spChg>
        <pc:spChg chg="add mod">
          <ac:chgData name="Hironari Yamada" userId="e57621f8-ec3c-449e-bb19-001fffcc008e" providerId="ADAL" clId="{BC0BD879-F267-5CCA-8DEA-E3B2DD07DA4E}" dt="2026-07-30T06:29:48.122" v="12629" actId="26606"/>
          <ac:spMkLst>
            <pc:docMk/>
            <pc:sldMk cId="3981964425" sldId="2076139070"/>
            <ac:spMk id="78" creationId="{47FB7716-ABA7-D7F5-9068-737EAE12BDD2}"/>
          </ac:spMkLst>
        </pc:spChg>
        <pc:spChg chg="add mod">
          <ac:chgData name="Hironari Yamada" userId="e57621f8-ec3c-449e-bb19-001fffcc008e" providerId="ADAL" clId="{BC0BD879-F267-5CCA-8DEA-E3B2DD07DA4E}" dt="2026-07-30T05:09:12.052" v="12414" actId="1076"/>
          <ac:spMkLst>
            <pc:docMk/>
            <pc:sldMk cId="3981964425" sldId="2076139070"/>
            <ac:spMk id="79" creationId="{1629E5F1-0FAF-9BCA-92AC-09BC426E27AC}"/>
          </ac:spMkLst>
        </pc:spChg>
        <pc:spChg chg="add mod">
          <ac:chgData name="Hironari Yamada" userId="e57621f8-ec3c-449e-bb19-001fffcc008e" providerId="ADAL" clId="{BC0BD879-F267-5CCA-8DEA-E3B2DD07DA4E}" dt="2026-07-30T05:10:27.869" v="12535" actId="1076"/>
          <ac:spMkLst>
            <pc:docMk/>
            <pc:sldMk cId="3981964425" sldId="2076139070"/>
            <ac:spMk id="86" creationId="{09C94C1B-0969-5C7F-EA60-5865F680FA11}"/>
          </ac:spMkLst>
        </pc:spChg>
        <pc:grpChg chg="del">
          <ac:chgData name="Hironari Yamada" userId="e57621f8-ec3c-449e-bb19-001fffcc008e" providerId="ADAL" clId="{BC0BD879-F267-5CCA-8DEA-E3B2DD07DA4E}" dt="2026-07-30T05:09:24.306" v="12416" actId="478"/>
          <ac:grpSpMkLst>
            <pc:docMk/>
            <pc:sldMk cId="3981964425" sldId="2076139070"/>
            <ac:grpSpMk id="37" creationId="{2C130DA9-2A1C-F258-BF03-2AE5D60A2F78}"/>
          </ac:grpSpMkLst>
        </pc:grpChg>
        <pc:grpChg chg="del">
          <ac:chgData name="Hironari Yamada" userId="e57621f8-ec3c-449e-bb19-001fffcc008e" providerId="ADAL" clId="{BC0BD879-F267-5CCA-8DEA-E3B2DD07DA4E}" dt="2026-07-30T05:09:24.306" v="12416" actId="478"/>
          <ac:grpSpMkLst>
            <pc:docMk/>
            <pc:sldMk cId="3981964425" sldId="2076139070"/>
            <ac:grpSpMk id="41" creationId="{F95348AC-4F22-B239-991F-EA324BB4D1ED}"/>
          </ac:grpSpMkLst>
        </pc:grpChg>
        <pc:grpChg chg="del">
          <ac:chgData name="Hironari Yamada" userId="e57621f8-ec3c-449e-bb19-001fffcc008e" providerId="ADAL" clId="{BC0BD879-F267-5CCA-8DEA-E3B2DD07DA4E}" dt="2026-07-30T05:09:24.306" v="12416" actId="478"/>
          <ac:grpSpMkLst>
            <pc:docMk/>
            <pc:sldMk cId="3981964425" sldId="2076139070"/>
            <ac:grpSpMk id="44" creationId="{5EFF4C3B-165A-8225-6432-EDEDC3245A34}"/>
          </ac:grpSpMkLst>
        </pc:grpChg>
        <pc:picChg chg="del">
          <ac:chgData name="Hironari Yamada" userId="e57621f8-ec3c-449e-bb19-001fffcc008e" providerId="ADAL" clId="{BC0BD879-F267-5CCA-8DEA-E3B2DD07DA4E}" dt="2026-07-30T05:08:58.719" v="12411" actId="478"/>
          <ac:picMkLst>
            <pc:docMk/>
            <pc:sldMk cId="3981964425" sldId="2076139070"/>
            <ac:picMk id="36" creationId="{13A4D3A1-7C8B-D04F-0527-8CC2434AA412}"/>
          </ac:picMkLst>
        </pc:picChg>
        <pc:picChg chg="del">
          <ac:chgData name="Hironari Yamada" userId="e57621f8-ec3c-449e-bb19-001fffcc008e" providerId="ADAL" clId="{BC0BD879-F267-5CCA-8DEA-E3B2DD07DA4E}" dt="2026-07-30T05:08:58.719" v="12411" actId="478"/>
          <ac:picMkLst>
            <pc:docMk/>
            <pc:sldMk cId="3981964425" sldId="2076139070"/>
            <ac:picMk id="48" creationId="{48AEA55E-2C98-18FF-963D-B9FAD832F20E}"/>
          </ac:picMkLst>
        </pc:picChg>
      </pc:sldChg>
      <pc:sldChg chg="addSp delSp modSp add del mod modNotes">
        <pc:chgData name="Hironari Yamada" userId="e57621f8-ec3c-449e-bb19-001fffcc008e" providerId="ADAL" clId="{BC0BD879-F267-5CCA-8DEA-E3B2DD07DA4E}" dt="2026-07-31T06:37:09.885" v="14276" actId="2696"/>
        <pc:sldMkLst>
          <pc:docMk/>
          <pc:sldMk cId="1116757973" sldId="2076139071"/>
        </pc:sldMkLst>
        <pc:spChg chg="del">
          <ac:chgData name="Hironari Yamada" userId="e57621f8-ec3c-449e-bb19-001fffcc008e" providerId="ADAL" clId="{BC0BD879-F267-5CCA-8DEA-E3B2DD07DA4E}" dt="2026-07-30T05:13:02.076" v="12568" actId="478"/>
          <ac:spMkLst>
            <pc:docMk/>
            <pc:sldMk cId="1116757973" sldId="2076139071"/>
            <ac:spMk id="6" creationId="{0D3E717E-2C70-A113-D7EF-A48F574DA502}"/>
          </ac:spMkLst>
        </pc:spChg>
        <pc:spChg chg="add mod">
          <ac:chgData name="Hironari Yamada" userId="e57621f8-ec3c-449e-bb19-001fffcc008e" providerId="ADAL" clId="{BC0BD879-F267-5CCA-8DEA-E3B2DD07DA4E}" dt="2026-07-30T06:29:48.122" v="12629" actId="26606"/>
          <ac:spMkLst>
            <pc:docMk/>
            <pc:sldMk cId="1116757973" sldId="2076139071"/>
            <ac:spMk id="8" creationId="{42BBE179-59F8-500D-2348-91545539412A}"/>
          </ac:spMkLst>
        </pc:spChg>
        <pc:spChg chg="mod">
          <ac:chgData name="Hironari Yamada" userId="e57621f8-ec3c-449e-bb19-001fffcc008e" providerId="ADAL" clId="{BC0BD879-F267-5CCA-8DEA-E3B2DD07DA4E}" dt="2026-07-30T05:13:08.126" v="12589" actId="20577"/>
          <ac:spMkLst>
            <pc:docMk/>
            <pc:sldMk cId="1116757973" sldId="2076139071"/>
            <ac:spMk id="9" creationId="{A9555FD3-90FD-8C27-0523-A98BE30BA5B5}"/>
          </ac:spMkLst>
        </pc:spChg>
        <pc:spChg chg="add mod">
          <ac:chgData name="Hironari Yamada" userId="e57621f8-ec3c-449e-bb19-001fffcc008e" providerId="ADAL" clId="{BC0BD879-F267-5CCA-8DEA-E3B2DD07DA4E}" dt="2026-07-30T06:29:48.122" v="12629" actId="26606"/>
          <ac:spMkLst>
            <pc:docMk/>
            <pc:sldMk cId="1116757973" sldId="2076139071"/>
            <ac:spMk id="11" creationId="{35FB1E34-3A4C-715A-7B15-A0E82501FA03}"/>
          </ac:spMkLst>
        </pc:spChg>
        <pc:spChg chg="add mod">
          <ac:chgData name="Hironari Yamada" userId="e57621f8-ec3c-449e-bb19-001fffcc008e" providerId="ADAL" clId="{BC0BD879-F267-5CCA-8DEA-E3B2DD07DA4E}" dt="2026-07-30T06:29:48.122" v="12629" actId="26606"/>
          <ac:spMkLst>
            <pc:docMk/>
            <pc:sldMk cId="1116757973" sldId="2076139071"/>
            <ac:spMk id="12" creationId="{76CAAA15-20D1-007F-C8D3-8297622E909A}"/>
          </ac:spMkLst>
        </pc:spChg>
        <pc:spChg chg="mod">
          <ac:chgData name="Hironari Yamada" userId="e57621f8-ec3c-449e-bb19-001fffcc008e" providerId="ADAL" clId="{BC0BD879-F267-5CCA-8DEA-E3B2DD07DA4E}" dt="2026-07-30T06:29:48.122" v="12629" actId="26606"/>
          <ac:spMkLst>
            <pc:docMk/>
            <pc:sldMk cId="1116757973" sldId="2076139071"/>
            <ac:spMk id="13" creationId="{F6B531E7-1C04-82CD-DC56-075D93CC8A87}"/>
          </ac:spMkLst>
        </pc:spChg>
        <pc:spChg chg="add mod">
          <ac:chgData name="Hironari Yamada" userId="e57621f8-ec3c-449e-bb19-001fffcc008e" providerId="ADAL" clId="{BC0BD879-F267-5CCA-8DEA-E3B2DD07DA4E}" dt="2026-07-30T05:13:17.669" v="12591" actId="1076"/>
          <ac:spMkLst>
            <pc:docMk/>
            <pc:sldMk cId="1116757973" sldId="2076139071"/>
            <ac:spMk id="14" creationId="{43B1F504-A090-6089-7CAA-047EB58BDB4F}"/>
          </ac:spMkLst>
        </pc:spChg>
        <pc:spChg chg="del">
          <ac:chgData name="Hironari Yamada" userId="e57621f8-ec3c-449e-bb19-001fffcc008e" providerId="ADAL" clId="{BC0BD879-F267-5CCA-8DEA-E3B2DD07DA4E}" dt="2026-07-30T05:13:02.076" v="12568" actId="478"/>
          <ac:spMkLst>
            <pc:docMk/>
            <pc:sldMk cId="1116757973" sldId="2076139071"/>
            <ac:spMk id="21" creationId="{4D8F6E9C-58A3-56F0-A074-24AA81DFFE21}"/>
          </ac:spMkLst>
        </pc:spChg>
        <pc:spChg chg="del">
          <ac:chgData name="Hironari Yamada" userId="e57621f8-ec3c-449e-bb19-001fffcc008e" providerId="ADAL" clId="{BC0BD879-F267-5CCA-8DEA-E3B2DD07DA4E}" dt="2026-07-30T05:13:02.076" v="12568" actId="478"/>
          <ac:spMkLst>
            <pc:docMk/>
            <pc:sldMk cId="1116757973" sldId="2076139071"/>
            <ac:spMk id="29" creationId="{33A1DC4C-302F-22B1-E6B9-A72FBB83F88B}"/>
          </ac:spMkLst>
        </pc:spChg>
        <pc:spChg chg="del">
          <ac:chgData name="Hironari Yamada" userId="e57621f8-ec3c-449e-bb19-001fffcc008e" providerId="ADAL" clId="{BC0BD879-F267-5CCA-8DEA-E3B2DD07DA4E}" dt="2026-07-30T05:13:02.076" v="12568" actId="478"/>
          <ac:spMkLst>
            <pc:docMk/>
            <pc:sldMk cId="1116757973" sldId="2076139071"/>
            <ac:spMk id="30" creationId="{67D6D17A-FC06-A624-D2C5-8951DD8EBAB9}"/>
          </ac:spMkLst>
        </pc:spChg>
        <pc:spChg chg="del">
          <ac:chgData name="Hironari Yamada" userId="e57621f8-ec3c-449e-bb19-001fffcc008e" providerId="ADAL" clId="{BC0BD879-F267-5CCA-8DEA-E3B2DD07DA4E}" dt="2026-07-30T05:13:02.076" v="12568" actId="478"/>
          <ac:spMkLst>
            <pc:docMk/>
            <pc:sldMk cId="1116757973" sldId="2076139071"/>
            <ac:spMk id="35" creationId="{86DAA2D9-6002-1049-A0BF-3C6857C124ED}"/>
          </ac:spMkLst>
        </pc:spChg>
        <pc:spChg chg="del">
          <ac:chgData name="Hironari Yamada" userId="e57621f8-ec3c-449e-bb19-001fffcc008e" providerId="ADAL" clId="{BC0BD879-F267-5CCA-8DEA-E3B2DD07DA4E}" dt="2026-07-30T05:13:02.076" v="12568" actId="478"/>
          <ac:spMkLst>
            <pc:docMk/>
            <pc:sldMk cId="1116757973" sldId="2076139071"/>
            <ac:spMk id="42" creationId="{6D586884-2DA7-E319-01B6-6E194DACA741}"/>
          </ac:spMkLst>
        </pc:spChg>
        <pc:spChg chg="del">
          <ac:chgData name="Hironari Yamada" userId="e57621f8-ec3c-449e-bb19-001fffcc008e" providerId="ADAL" clId="{BC0BD879-F267-5CCA-8DEA-E3B2DD07DA4E}" dt="2026-07-30T05:13:02.076" v="12568" actId="478"/>
          <ac:spMkLst>
            <pc:docMk/>
            <pc:sldMk cId="1116757973" sldId="2076139071"/>
            <ac:spMk id="43" creationId="{EE1035C8-5AB4-8908-EBFF-4F06D2588D80}"/>
          </ac:spMkLst>
        </pc:spChg>
        <pc:spChg chg="del">
          <ac:chgData name="Hironari Yamada" userId="e57621f8-ec3c-449e-bb19-001fffcc008e" providerId="ADAL" clId="{BC0BD879-F267-5CCA-8DEA-E3B2DD07DA4E}" dt="2026-07-30T05:13:02.076" v="12568" actId="478"/>
          <ac:spMkLst>
            <pc:docMk/>
            <pc:sldMk cId="1116757973" sldId="2076139071"/>
            <ac:spMk id="56" creationId="{A596CD8F-E228-423C-9836-49D4F9A39AE0}"/>
          </ac:spMkLst>
        </pc:spChg>
        <pc:spChg chg="del">
          <ac:chgData name="Hironari Yamada" userId="e57621f8-ec3c-449e-bb19-001fffcc008e" providerId="ADAL" clId="{BC0BD879-F267-5CCA-8DEA-E3B2DD07DA4E}" dt="2026-07-30T05:13:02.076" v="12568" actId="478"/>
          <ac:spMkLst>
            <pc:docMk/>
            <pc:sldMk cId="1116757973" sldId="2076139071"/>
            <ac:spMk id="60" creationId="{525B6DCF-3128-4CA9-970B-E40AA7A2DF69}"/>
          </ac:spMkLst>
        </pc:spChg>
        <pc:spChg chg="del">
          <ac:chgData name="Hironari Yamada" userId="e57621f8-ec3c-449e-bb19-001fffcc008e" providerId="ADAL" clId="{BC0BD879-F267-5CCA-8DEA-E3B2DD07DA4E}" dt="2026-07-30T05:13:02.076" v="12568" actId="478"/>
          <ac:spMkLst>
            <pc:docMk/>
            <pc:sldMk cId="1116757973" sldId="2076139071"/>
            <ac:spMk id="61" creationId="{FF7EA9AC-E2A1-8564-B1F7-5957E6431A13}"/>
          </ac:spMkLst>
        </pc:spChg>
        <pc:spChg chg="add mod">
          <ac:chgData name="Hironari Yamada" userId="e57621f8-ec3c-449e-bb19-001fffcc008e" providerId="ADAL" clId="{BC0BD879-F267-5CCA-8DEA-E3B2DD07DA4E}" dt="2026-07-30T06:29:48.122" v="12629" actId="26606"/>
          <ac:spMkLst>
            <pc:docMk/>
            <pc:sldMk cId="1116757973" sldId="2076139071"/>
            <ac:spMk id="62" creationId="{C24807BD-32E3-EA5F-07FA-AF22755CCA30}"/>
          </ac:spMkLst>
        </pc:spChg>
        <pc:spChg chg="mod">
          <ac:chgData name="Hironari Yamada" userId="e57621f8-ec3c-449e-bb19-001fffcc008e" providerId="ADAL" clId="{BC0BD879-F267-5CCA-8DEA-E3B2DD07DA4E}" dt="2026-07-30T05:13:17.669" v="12591" actId="1076"/>
          <ac:spMkLst>
            <pc:docMk/>
            <pc:sldMk cId="1116757973" sldId="2076139071"/>
            <ac:spMk id="63" creationId="{D2CF55B1-725B-0A8C-A903-0EA94BC68998}"/>
          </ac:spMkLst>
        </pc:spChg>
        <pc:spChg chg="add mod">
          <ac:chgData name="Hironari Yamada" userId="e57621f8-ec3c-449e-bb19-001fffcc008e" providerId="ADAL" clId="{BC0BD879-F267-5CCA-8DEA-E3B2DD07DA4E}" dt="2026-07-30T05:13:17.669" v="12591" actId="1076"/>
          <ac:spMkLst>
            <pc:docMk/>
            <pc:sldMk cId="1116757973" sldId="2076139071"/>
            <ac:spMk id="64" creationId="{D9DDA317-4563-B878-986E-713EBFE90FBD}"/>
          </ac:spMkLst>
        </pc:spChg>
        <pc:spChg chg="add mod">
          <ac:chgData name="Hironari Yamada" userId="e57621f8-ec3c-449e-bb19-001fffcc008e" providerId="ADAL" clId="{BC0BD879-F267-5CCA-8DEA-E3B2DD07DA4E}" dt="2026-07-30T05:13:17.669" v="12591" actId="1076"/>
          <ac:spMkLst>
            <pc:docMk/>
            <pc:sldMk cId="1116757973" sldId="2076139071"/>
            <ac:spMk id="65" creationId="{B807667F-8443-E04F-A205-A0CE27A13B5D}"/>
          </ac:spMkLst>
        </pc:spChg>
        <pc:spChg chg="add mod">
          <ac:chgData name="Hironari Yamada" userId="e57621f8-ec3c-449e-bb19-001fffcc008e" providerId="ADAL" clId="{BC0BD879-F267-5CCA-8DEA-E3B2DD07DA4E}" dt="2026-07-30T05:13:17.669" v="12591" actId="1076"/>
          <ac:spMkLst>
            <pc:docMk/>
            <pc:sldMk cId="1116757973" sldId="2076139071"/>
            <ac:spMk id="68" creationId="{8DB24744-0DD8-3740-E9B6-3F68336B31CB}"/>
          </ac:spMkLst>
        </pc:spChg>
        <pc:spChg chg="mod">
          <ac:chgData name="Hironari Yamada" userId="e57621f8-ec3c-449e-bb19-001fffcc008e" providerId="ADAL" clId="{BC0BD879-F267-5CCA-8DEA-E3B2DD07DA4E}" dt="2026-07-30T05:13:15.033" v="12590"/>
          <ac:spMkLst>
            <pc:docMk/>
            <pc:sldMk cId="1116757973" sldId="2076139071"/>
            <ac:spMk id="75" creationId="{3F31B66F-94CA-1128-2F08-4C34BA60417C}"/>
          </ac:spMkLst>
        </pc:spChg>
        <pc:spChg chg="mod">
          <ac:chgData name="Hironari Yamada" userId="e57621f8-ec3c-449e-bb19-001fffcc008e" providerId="ADAL" clId="{BC0BD879-F267-5CCA-8DEA-E3B2DD07DA4E}" dt="2026-07-30T05:13:15.033" v="12590"/>
          <ac:spMkLst>
            <pc:docMk/>
            <pc:sldMk cId="1116757973" sldId="2076139071"/>
            <ac:spMk id="77" creationId="{DE374A67-1377-3A7D-A5B8-0A50AB8A2967}"/>
          </ac:spMkLst>
        </pc:spChg>
      </pc:sldChg>
      <pc:sldChg chg="addSp delSp modSp add mod modNotes">
        <pc:chgData name="Hironari Yamada" userId="e57621f8-ec3c-449e-bb19-001fffcc008e" providerId="ADAL" clId="{BC0BD879-F267-5CCA-8DEA-E3B2DD07DA4E}" dt="2026-07-31T01:17:31.881" v="12880" actId="26606"/>
        <pc:sldMkLst>
          <pc:docMk/>
          <pc:sldMk cId="1424119382" sldId="2076139072"/>
        </pc:sldMkLst>
        <pc:spChg chg="mod">
          <ac:chgData name="Hironari Yamada" userId="e57621f8-ec3c-449e-bb19-001fffcc008e" providerId="ADAL" clId="{BC0BD879-F267-5CCA-8DEA-E3B2DD07DA4E}" dt="2026-07-31T00:52:04.939" v="12666" actId="12"/>
          <ac:spMkLst>
            <pc:docMk/>
            <pc:sldMk cId="1424119382" sldId="2076139072"/>
            <ac:spMk id="3" creationId="{D00001C8-FAD0-3475-D24A-085DA2CC44EA}"/>
          </ac:spMkLst>
        </pc:spChg>
        <pc:spChg chg="mod">
          <ac:chgData name="Hironari Yamada" userId="e57621f8-ec3c-449e-bb19-001fffcc008e" providerId="ADAL" clId="{BC0BD879-F267-5CCA-8DEA-E3B2DD07DA4E}" dt="2026-07-31T00:51:42.669" v="12661" actId="20577"/>
          <ac:spMkLst>
            <pc:docMk/>
            <pc:sldMk cId="1424119382" sldId="2076139072"/>
            <ac:spMk id="9" creationId="{D449F37F-8CDC-DB8B-323E-A8BBF4F32DE9}"/>
          </ac:spMkLst>
        </pc:spChg>
        <pc:spChg chg="mod">
          <ac:chgData name="Hironari Yamada" userId="e57621f8-ec3c-449e-bb19-001fffcc008e" providerId="ADAL" clId="{BC0BD879-F267-5CCA-8DEA-E3B2DD07DA4E}" dt="2026-07-31T00:52:14.817" v="12698" actId="1036"/>
          <ac:spMkLst>
            <pc:docMk/>
            <pc:sldMk cId="1424119382" sldId="2076139072"/>
            <ac:spMk id="12" creationId="{3C1BF7F7-C1AD-0CDD-869B-EB492CC35422}"/>
          </ac:spMkLst>
        </pc:spChg>
        <pc:spChg chg="mod">
          <ac:chgData name="Hironari Yamada" userId="e57621f8-ec3c-449e-bb19-001fffcc008e" providerId="ADAL" clId="{BC0BD879-F267-5CCA-8DEA-E3B2DD07DA4E}" dt="2026-07-31T00:52:14.817" v="12698" actId="1036"/>
          <ac:spMkLst>
            <pc:docMk/>
            <pc:sldMk cId="1424119382" sldId="2076139072"/>
            <ac:spMk id="13" creationId="{D0AEF198-A30A-7C86-4BD3-73108DE71761}"/>
          </ac:spMkLst>
        </pc:spChg>
        <pc:spChg chg="del">
          <ac:chgData name="Hironari Yamada" userId="e57621f8-ec3c-449e-bb19-001fffcc008e" providerId="ADAL" clId="{BC0BD879-F267-5CCA-8DEA-E3B2DD07DA4E}" dt="2026-07-31T00:51:46.916" v="12662" actId="478"/>
          <ac:spMkLst>
            <pc:docMk/>
            <pc:sldMk cId="1424119382" sldId="2076139072"/>
            <ac:spMk id="15" creationId="{F4A0EFDE-B01B-3714-3DBE-7C1AF1CE3D90}"/>
          </ac:spMkLst>
        </pc:spChg>
        <pc:spChg chg="del">
          <ac:chgData name="Hironari Yamada" userId="e57621f8-ec3c-449e-bb19-001fffcc008e" providerId="ADAL" clId="{BC0BD879-F267-5CCA-8DEA-E3B2DD07DA4E}" dt="2026-07-31T00:51:46.916" v="12662" actId="478"/>
          <ac:spMkLst>
            <pc:docMk/>
            <pc:sldMk cId="1424119382" sldId="2076139072"/>
            <ac:spMk id="16" creationId="{15171A4C-0DB8-AC79-36F8-10377386BB3A}"/>
          </ac:spMkLst>
        </pc:spChg>
        <pc:spChg chg="del">
          <ac:chgData name="Hironari Yamada" userId="e57621f8-ec3c-449e-bb19-001fffcc008e" providerId="ADAL" clId="{BC0BD879-F267-5CCA-8DEA-E3B2DD07DA4E}" dt="2026-07-31T00:51:46.916" v="12662" actId="478"/>
          <ac:spMkLst>
            <pc:docMk/>
            <pc:sldMk cId="1424119382" sldId="2076139072"/>
            <ac:spMk id="17" creationId="{868F8944-CDEE-1511-188D-035CE50E0EEB}"/>
          </ac:spMkLst>
        </pc:spChg>
        <pc:spChg chg="del">
          <ac:chgData name="Hironari Yamada" userId="e57621f8-ec3c-449e-bb19-001fffcc008e" providerId="ADAL" clId="{BC0BD879-F267-5CCA-8DEA-E3B2DD07DA4E}" dt="2026-07-31T00:51:46.916" v="12662" actId="478"/>
          <ac:spMkLst>
            <pc:docMk/>
            <pc:sldMk cId="1424119382" sldId="2076139072"/>
            <ac:spMk id="19" creationId="{760604EB-B8A8-6E44-8612-98FC6F66F7D9}"/>
          </ac:spMkLst>
        </pc:spChg>
        <pc:spChg chg="mod">
          <ac:chgData name="Hironari Yamada" userId="e57621f8-ec3c-449e-bb19-001fffcc008e" providerId="ADAL" clId="{BC0BD879-F267-5CCA-8DEA-E3B2DD07DA4E}" dt="2026-07-31T00:52:14.817" v="12698" actId="1036"/>
          <ac:spMkLst>
            <pc:docMk/>
            <pc:sldMk cId="1424119382" sldId="2076139072"/>
            <ac:spMk id="36" creationId="{D6B24EDF-DD7B-F8A3-0389-85A0F776F059}"/>
          </ac:spMkLst>
        </pc:spChg>
        <pc:spChg chg="mod">
          <ac:chgData name="Hironari Yamada" userId="e57621f8-ec3c-449e-bb19-001fffcc008e" providerId="ADAL" clId="{BC0BD879-F267-5CCA-8DEA-E3B2DD07DA4E}" dt="2026-07-31T00:52:14.817" v="12698" actId="1036"/>
          <ac:spMkLst>
            <pc:docMk/>
            <pc:sldMk cId="1424119382" sldId="2076139072"/>
            <ac:spMk id="41" creationId="{FBABEF7F-9A1C-1ECB-79F8-314BCBE98A69}"/>
          </ac:spMkLst>
        </pc:spChg>
        <pc:spChg chg="mod">
          <ac:chgData name="Hironari Yamada" userId="e57621f8-ec3c-449e-bb19-001fffcc008e" providerId="ADAL" clId="{BC0BD879-F267-5CCA-8DEA-E3B2DD07DA4E}" dt="2026-07-31T00:52:14.817" v="12698" actId="1036"/>
          <ac:spMkLst>
            <pc:docMk/>
            <pc:sldMk cId="1424119382" sldId="2076139072"/>
            <ac:spMk id="45" creationId="{DE846540-651F-351D-F40C-DC1A6AF4E470}"/>
          </ac:spMkLst>
        </pc:spChg>
        <pc:spChg chg="mod">
          <ac:chgData name="Hironari Yamada" userId="e57621f8-ec3c-449e-bb19-001fffcc008e" providerId="ADAL" clId="{BC0BD879-F267-5CCA-8DEA-E3B2DD07DA4E}" dt="2026-07-31T00:52:14.817" v="12698" actId="1036"/>
          <ac:spMkLst>
            <pc:docMk/>
            <pc:sldMk cId="1424119382" sldId="2076139072"/>
            <ac:spMk id="47" creationId="{4F770B60-68EE-7683-BED1-3758594B2E1D}"/>
          </ac:spMkLst>
        </pc:spChg>
        <pc:spChg chg="mod">
          <ac:chgData name="Hironari Yamada" userId="e57621f8-ec3c-449e-bb19-001fffcc008e" providerId="ADAL" clId="{BC0BD879-F267-5CCA-8DEA-E3B2DD07DA4E}" dt="2026-07-31T00:52:14.817" v="12698" actId="1036"/>
          <ac:spMkLst>
            <pc:docMk/>
            <pc:sldMk cId="1424119382" sldId="2076139072"/>
            <ac:spMk id="51" creationId="{81D4B575-157A-71B3-B416-90A4F8E93E8B}"/>
          </ac:spMkLst>
        </pc:spChg>
        <pc:spChg chg="mod">
          <ac:chgData name="Hironari Yamada" userId="e57621f8-ec3c-449e-bb19-001fffcc008e" providerId="ADAL" clId="{BC0BD879-F267-5CCA-8DEA-E3B2DD07DA4E}" dt="2026-07-31T00:52:14.817" v="12698" actId="1036"/>
          <ac:spMkLst>
            <pc:docMk/>
            <pc:sldMk cId="1424119382" sldId="2076139072"/>
            <ac:spMk id="52" creationId="{2995FA40-BAD5-227D-6FFA-CBE5FD20CA49}"/>
          </ac:spMkLst>
        </pc:spChg>
        <pc:spChg chg="mod">
          <ac:chgData name="Hironari Yamada" userId="e57621f8-ec3c-449e-bb19-001fffcc008e" providerId="ADAL" clId="{BC0BD879-F267-5CCA-8DEA-E3B2DD07DA4E}" dt="2026-07-31T01:17:31.881" v="12880" actId="26606"/>
          <ac:spMkLst>
            <pc:docMk/>
            <pc:sldMk cId="1424119382" sldId="2076139072"/>
            <ac:spMk id="62" creationId="{CF1309B7-B356-83AC-2EF4-471D189A85DA}"/>
          </ac:spMkLst>
        </pc:spChg>
        <pc:spChg chg="mod">
          <ac:chgData name="Hironari Yamada" userId="e57621f8-ec3c-449e-bb19-001fffcc008e" providerId="ADAL" clId="{BC0BD879-F267-5CCA-8DEA-E3B2DD07DA4E}" dt="2026-07-31T01:17:31.881" v="12880" actId="26606"/>
          <ac:spMkLst>
            <pc:docMk/>
            <pc:sldMk cId="1424119382" sldId="2076139072"/>
            <ac:spMk id="63" creationId="{8A3513C7-4FB9-DB89-2212-3BBE56F02C30}"/>
          </ac:spMkLst>
        </pc:spChg>
        <pc:spChg chg="add mod">
          <ac:chgData name="Hironari Yamada" userId="e57621f8-ec3c-449e-bb19-001fffcc008e" providerId="ADAL" clId="{BC0BD879-F267-5CCA-8DEA-E3B2DD07DA4E}" dt="2026-07-31T00:52:14.817" v="12698" actId="1036"/>
          <ac:spMkLst>
            <pc:docMk/>
            <pc:sldMk cId="1424119382" sldId="2076139072"/>
            <ac:spMk id="64" creationId="{B0E5F0F9-5443-30BD-94A1-FD663D82953E}"/>
          </ac:spMkLst>
        </pc:spChg>
        <pc:spChg chg="mod">
          <ac:chgData name="Hironari Yamada" userId="e57621f8-ec3c-449e-bb19-001fffcc008e" providerId="ADAL" clId="{BC0BD879-F267-5CCA-8DEA-E3B2DD07DA4E}" dt="2026-07-31T01:17:31.881" v="12880" actId="26606"/>
          <ac:spMkLst>
            <pc:docMk/>
            <pc:sldMk cId="1424119382" sldId="2076139072"/>
            <ac:spMk id="72" creationId="{31876251-4D0D-36C9-1DD1-348F360094F6}"/>
          </ac:spMkLst>
        </pc:spChg>
        <pc:spChg chg="add mod">
          <ac:chgData name="Hironari Yamada" userId="e57621f8-ec3c-449e-bb19-001fffcc008e" providerId="ADAL" clId="{BC0BD879-F267-5CCA-8DEA-E3B2DD07DA4E}" dt="2026-07-31T01:17:31.881" v="12880" actId="26606"/>
          <ac:spMkLst>
            <pc:docMk/>
            <pc:sldMk cId="1424119382" sldId="2076139072"/>
            <ac:spMk id="80" creationId="{B965D918-4968-081E-94D1-44F40E621F0A}"/>
          </ac:spMkLst>
        </pc:spChg>
        <pc:spChg chg="mod">
          <ac:chgData name="Hironari Yamada" userId="e57621f8-ec3c-449e-bb19-001fffcc008e" providerId="ADAL" clId="{BC0BD879-F267-5CCA-8DEA-E3B2DD07DA4E}" dt="2026-07-31T00:52:38.109" v="12721" actId="1035"/>
          <ac:spMkLst>
            <pc:docMk/>
            <pc:sldMk cId="1424119382" sldId="2076139072"/>
            <ac:spMk id="83" creationId="{C2147C6E-8763-40F5-A66E-ACA2AD019E7E}"/>
          </ac:spMkLst>
        </pc:spChg>
        <pc:grpChg chg="mod">
          <ac:chgData name="Hironari Yamada" userId="e57621f8-ec3c-449e-bb19-001fffcc008e" providerId="ADAL" clId="{BC0BD879-F267-5CCA-8DEA-E3B2DD07DA4E}" dt="2026-07-31T01:10:14.838" v="12843" actId="26606"/>
          <ac:grpSpMkLst>
            <pc:docMk/>
            <pc:sldMk cId="1424119382" sldId="2076139072"/>
            <ac:grpSpMk id="5" creationId="{CFBC4D52-B75F-6BD8-DA46-48D0DB62BB58}"/>
          </ac:grpSpMkLst>
        </pc:grpChg>
        <pc:picChg chg="del">
          <ac:chgData name="Hironari Yamada" userId="e57621f8-ec3c-449e-bb19-001fffcc008e" providerId="ADAL" clId="{BC0BD879-F267-5CCA-8DEA-E3B2DD07DA4E}" dt="2026-07-31T00:51:46.916" v="12662" actId="478"/>
          <ac:picMkLst>
            <pc:docMk/>
            <pc:sldMk cId="1424119382" sldId="2076139072"/>
            <ac:picMk id="11" creationId="{5D6ED9EE-0139-1960-5877-8A12F48444D0}"/>
          </ac:picMkLst>
        </pc:picChg>
        <pc:picChg chg="mod">
          <ac:chgData name="Hironari Yamada" userId="e57621f8-ec3c-449e-bb19-001fffcc008e" providerId="ADAL" clId="{BC0BD879-F267-5CCA-8DEA-E3B2DD07DA4E}" dt="2026-07-31T01:10:14.838" v="12843" actId="26606"/>
          <ac:picMkLst>
            <pc:docMk/>
            <pc:sldMk cId="1424119382" sldId="2076139072"/>
            <ac:picMk id="67" creationId="{4F7C0309-F3A7-7DAE-3D1A-F54C8360FEA9}"/>
          </ac:picMkLst>
        </pc:picChg>
        <pc:picChg chg="mod">
          <ac:chgData name="Hironari Yamada" userId="e57621f8-ec3c-449e-bb19-001fffcc008e" providerId="ADAL" clId="{BC0BD879-F267-5CCA-8DEA-E3B2DD07DA4E}" dt="2026-07-31T00:52:50.901" v="12725" actId="1076"/>
          <ac:picMkLst>
            <pc:docMk/>
            <pc:sldMk cId="1424119382" sldId="2076139072"/>
            <ac:picMk id="69" creationId="{E8964B3A-985C-6CC7-995B-4BE09F72A1E6}"/>
          </ac:picMkLst>
        </pc:picChg>
        <pc:picChg chg="mod">
          <ac:chgData name="Hironari Yamada" userId="e57621f8-ec3c-449e-bb19-001fffcc008e" providerId="ADAL" clId="{BC0BD879-F267-5CCA-8DEA-E3B2DD07DA4E}" dt="2026-07-31T00:52:44.211" v="12723" actId="1076"/>
          <ac:picMkLst>
            <pc:docMk/>
            <pc:sldMk cId="1424119382" sldId="2076139072"/>
            <ac:picMk id="75" creationId="{7305B71B-F6D4-10F1-2792-359FEABC5261}"/>
          </ac:picMkLst>
        </pc:picChg>
        <pc:picChg chg="mod">
          <ac:chgData name="Hironari Yamada" userId="e57621f8-ec3c-449e-bb19-001fffcc008e" providerId="ADAL" clId="{BC0BD879-F267-5CCA-8DEA-E3B2DD07DA4E}" dt="2026-07-31T00:52:22.775" v="12700" actId="1076"/>
          <ac:picMkLst>
            <pc:docMk/>
            <pc:sldMk cId="1424119382" sldId="2076139072"/>
            <ac:picMk id="78" creationId="{245AE4B5-9866-8686-AD7B-373966E61E9B}"/>
          </ac:picMkLst>
        </pc:picChg>
        <pc:picChg chg="mod">
          <ac:chgData name="Hironari Yamada" userId="e57621f8-ec3c-449e-bb19-001fffcc008e" providerId="ADAL" clId="{BC0BD879-F267-5CCA-8DEA-E3B2DD07DA4E}" dt="2026-07-31T01:10:14.838" v="12843" actId="26606"/>
          <ac:picMkLst>
            <pc:docMk/>
            <pc:sldMk cId="1424119382" sldId="2076139072"/>
            <ac:picMk id="82" creationId="{55357385-9DD9-3830-F37F-EB5D713D2E55}"/>
          </ac:picMkLst>
        </pc:picChg>
        <pc:cxnChg chg="mod">
          <ac:chgData name="Hironari Yamada" userId="e57621f8-ec3c-449e-bb19-001fffcc008e" providerId="ADAL" clId="{BC0BD879-F267-5CCA-8DEA-E3B2DD07DA4E}" dt="2026-07-31T00:53:34.053" v="12731" actId="14100"/>
          <ac:cxnSpMkLst>
            <pc:docMk/>
            <pc:sldMk cId="1424119382" sldId="2076139072"/>
            <ac:cxnSpMk id="71" creationId="{43D51211-2446-1AF7-A9DD-736EB4513C31}"/>
          </ac:cxnSpMkLst>
        </pc:cxnChg>
        <pc:cxnChg chg="mod">
          <ac:chgData name="Hironari Yamada" userId="e57621f8-ec3c-449e-bb19-001fffcc008e" providerId="ADAL" clId="{BC0BD879-F267-5CCA-8DEA-E3B2DD07DA4E}" dt="2026-07-31T00:53:30.735" v="12730" actId="14100"/>
          <ac:cxnSpMkLst>
            <pc:docMk/>
            <pc:sldMk cId="1424119382" sldId="2076139072"/>
            <ac:cxnSpMk id="74" creationId="{4F3FD42B-9801-B51A-4335-A13751580676}"/>
          </ac:cxnSpMkLst>
        </pc:cxnChg>
        <pc:cxnChg chg="mod">
          <ac:chgData name="Hironari Yamada" userId="e57621f8-ec3c-449e-bb19-001fffcc008e" providerId="ADAL" clId="{BC0BD879-F267-5CCA-8DEA-E3B2DD07DA4E}" dt="2026-07-31T00:53:10.643" v="12727" actId="14100"/>
          <ac:cxnSpMkLst>
            <pc:docMk/>
            <pc:sldMk cId="1424119382" sldId="2076139072"/>
            <ac:cxnSpMk id="79" creationId="{83DDE1E8-2CAC-88AC-FFB2-5C504280D472}"/>
          </ac:cxnSpMkLst>
        </pc:cxnChg>
      </pc:sldChg>
      <pc:sldChg chg="addSp delSp modSp add mod modNotes">
        <pc:chgData name="Hironari Yamada" userId="e57621f8-ec3c-449e-bb19-001fffcc008e" providerId="ADAL" clId="{BC0BD879-F267-5CCA-8DEA-E3B2DD07DA4E}" dt="2026-07-31T01:11:10.836" v="12868" actId="478"/>
        <pc:sldMkLst>
          <pc:docMk/>
          <pc:sldMk cId="3220896456" sldId="2076139073"/>
        </pc:sldMkLst>
        <pc:spChg chg="mod">
          <ac:chgData name="Hironari Yamada" userId="e57621f8-ec3c-449e-bb19-001fffcc008e" providerId="ADAL" clId="{BC0BD879-F267-5CCA-8DEA-E3B2DD07DA4E}" dt="2026-07-31T01:10:14.838" v="12843" actId="26606"/>
          <ac:spMkLst>
            <pc:docMk/>
            <pc:sldMk cId="3220896456" sldId="2076139073"/>
            <ac:spMk id="3" creationId="{CD0B8671-BC5D-003F-10F7-6C37B430B97A}"/>
          </ac:spMkLst>
        </pc:spChg>
        <pc:spChg chg="mod">
          <ac:chgData name="Hironari Yamada" userId="e57621f8-ec3c-449e-bb19-001fffcc008e" providerId="ADAL" clId="{BC0BD879-F267-5CCA-8DEA-E3B2DD07DA4E}" dt="2026-07-31T01:05:06.894" v="12740" actId="20577"/>
          <ac:spMkLst>
            <pc:docMk/>
            <pc:sldMk cId="3220896456" sldId="2076139073"/>
            <ac:spMk id="9" creationId="{C71B0556-0678-5539-ED90-3DA763897D8F}"/>
          </ac:spMkLst>
        </pc:spChg>
        <pc:spChg chg="add mod">
          <ac:chgData name="Hironari Yamada" userId="e57621f8-ec3c-449e-bb19-001fffcc008e" providerId="ADAL" clId="{BC0BD879-F267-5CCA-8DEA-E3B2DD07DA4E}" dt="2026-07-31T01:05:39.783" v="12743" actId="1076"/>
          <ac:spMkLst>
            <pc:docMk/>
            <pc:sldMk cId="3220896456" sldId="2076139073"/>
            <ac:spMk id="16" creationId="{EEF6F461-3436-D2DF-153E-95D2BA46DE7A}"/>
          </ac:spMkLst>
        </pc:spChg>
        <pc:spChg chg="add mod">
          <ac:chgData name="Hironari Yamada" userId="e57621f8-ec3c-449e-bb19-001fffcc008e" providerId="ADAL" clId="{BC0BD879-F267-5CCA-8DEA-E3B2DD07DA4E}" dt="2026-07-31T01:05:39.783" v="12743" actId="1076"/>
          <ac:spMkLst>
            <pc:docMk/>
            <pc:sldMk cId="3220896456" sldId="2076139073"/>
            <ac:spMk id="17" creationId="{71398FFC-6A1D-55E8-0E3D-FB0DADFAFA93}"/>
          </ac:spMkLst>
        </pc:spChg>
        <pc:spChg chg="add mod">
          <ac:chgData name="Hironari Yamada" userId="e57621f8-ec3c-449e-bb19-001fffcc008e" providerId="ADAL" clId="{BC0BD879-F267-5CCA-8DEA-E3B2DD07DA4E}" dt="2026-07-31T01:05:39.783" v="12743" actId="1076"/>
          <ac:spMkLst>
            <pc:docMk/>
            <pc:sldMk cId="3220896456" sldId="2076139073"/>
            <ac:spMk id="19" creationId="{CA0DE71C-6B0A-9087-DF37-C76B74FD2455}"/>
          </ac:spMkLst>
        </pc:spChg>
        <pc:spChg chg="del">
          <ac:chgData name="Hironari Yamada" userId="e57621f8-ec3c-449e-bb19-001fffcc008e" providerId="ADAL" clId="{BC0BD879-F267-5CCA-8DEA-E3B2DD07DA4E}" dt="2026-07-31T01:04:53.586" v="12733" actId="478"/>
          <ac:spMkLst>
            <pc:docMk/>
            <pc:sldMk cId="3220896456" sldId="2076139073"/>
            <ac:spMk id="59" creationId="{BDAF5ECC-17F8-E508-5E5B-D5390889512D}"/>
          </ac:spMkLst>
        </pc:spChg>
        <pc:spChg chg="del">
          <ac:chgData name="Hironari Yamada" userId="e57621f8-ec3c-449e-bb19-001fffcc008e" providerId="ADAL" clId="{BC0BD879-F267-5CCA-8DEA-E3B2DD07DA4E}" dt="2026-07-31T01:04:53.586" v="12733" actId="478"/>
          <ac:spMkLst>
            <pc:docMk/>
            <pc:sldMk cId="3220896456" sldId="2076139073"/>
            <ac:spMk id="60" creationId="{6AC60BBE-2329-303F-EF3C-3090B1B9DA84}"/>
          </ac:spMkLst>
        </pc:spChg>
        <pc:spChg chg="del">
          <ac:chgData name="Hironari Yamada" userId="e57621f8-ec3c-449e-bb19-001fffcc008e" providerId="ADAL" clId="{BC0BD879-F267-5CCA-8DEA-E3B2DD07DA4E}" dt="2026-07-31T01:04:53.586" v="12733" actId="478"/>
          <ac:spMkLst>
            <pc:docMk/>
            <pc:sldMk cId="3220896456" sldId="2076139073"/>
            <ac:spMk id="62" creationId="{09EC14B1-E595-1DDE-58B6-D9CB5183106C}"/>
          </ac:spMkLst>
        </pc:spChg>
        <pc:spChg chg="del">
          <ac:chgData name="Hironari Yamada" userId="e57621f8-ec3c-449e-bb19-001fffcc008e" providerId="ADAL" clId="{BC0BD879-F267-5CCA-8DEA-E3B2DD07DA4E}" dt="2026-07-31T01:04:53.586" v="12733" actId="478"/>
          <ac:spMkLst>
            <pc:docMk/>
            <pc:sldMk cId="3220896456" sldId="2076139073"/>
            <ac:spMk id="63" creationId="{8E12AA29-E76C-18AE-E10C-946D65C880CF}"/>
          </ac:spMkLst>
        </pc:spChg>
        <pc:spChg chg="del">
          <ac:chgData name="Hironari Yamada" userId="e57621f8-ec3c-449e-bb19-001fffcc008e" providerId="ADAL" clId="{BC0BD879-F267-5CCA-8DEA-E3B2DD07DA4E}" dt="2026-07-31T01:04:53.586" v="12733" actId="478"/>
          <ac:spMkLst>
            <pc:docMk/>
            <pc:sldMk cId="3220896456" sldId="2076139073"/>
            <ac:spMk id="65" creationId="{79DBEF46-4208-3940-40B4-A46F288742C4}"/>
          </ac:spMkLst>
        </pc:spChg>
        <pc:spChg chg="del">
          <ac:chgData name="Hironari Yamada" userId="e57621f8-ec3c-449e-bb19-001fffcc008e" providerId="ADAL" clId="{BC0BD879-F267-5CCA-8DEA-E3B2DD07DA4E}" dt="2026-07-31T01:04:53.586" v="12733" actId="478"/>
          <ac:spMkLst>
            <pc:docMk/>
            <pc:sldMk cId="3220896456" sldId="2076139073"/>
            <ac:spMk id="73" creationId="{B0D5763D-65D9-92CB-48F4-E79ACD598687}"/>
          </ac:spMkLst>
        </pc:spChg>
        <pc:spChg chg="del">
          <ac:chgData name="Hironari Yamada" userId="e57621f8-ec3c-449e-bb19-001fffcc008e" providerId="ADAL" clId="{BC0BD879-F267-5CCA-8DEA-E3B2DD07DA4E}" dt="2026-07-31T01:04:53.586" v="12733" actId="478"/>
          <ac:spMkLst>
            <pc:docMk/>
            <pc:sldMk cId="3220896456" sldId="2076139073"/>
            <ac:spMk id="77" creationId="{01903B32-3A32-9286-9C5D-809B2145B6CC}"/>
          </ac:spMkLst>
        </pc:spChg>
        <pc:spChg chg="del">
          <ac:chgData name="Hironari Yamada" userId="e57621f8-ec3c-449e-bb19-001fffcc008e" providerId="ADAL" clId="{BC0BD879-F267-5CCA-8DEA-E3B2DD07DA4E}" dt="2026-07-31T01:04:53.586" v="12733" actId="478"/>
          <ac:spMkLst>
            <pc:docMk/>
            <pc:sldMk cId="3220896456" sldId="2076139073"/>
            <ac:spMk id="80" creationId="{6DEF3639-9B12-5937-AA93-9A3E7C409599}"/>
          </ac:spMkLst>
        </pc:spChg>
        <pc:spChg chg="del">
          <ac:chgData name="Hironari Yamada" userId="e57621f8-ec3c-449e-bb19-001fffcc008e" providerId="ADAL" clId="{BC0BD879-F267-5CCA-8DEA-E3B2DD07DA4E}" dt="2026-07-31T01:04:53.586" v="12733" actId="478"/>
          <ac:spMkLst>
            <pc:docMk/>
            <pc:sldMk cId="3220896456" sldId="2076139073"/>
            <ac:spMk id="81" creationId="{E8B5F149-5405-4B02-03CF-202A14B82908}"/>
          </ac:spMkLst>
        </pc:spChg>
        <pc:spChg chg="del">
          <ac:chgData name="Hironari Yamada" userId="e57621f8-ec3c-449e-bb19-001fffcc008e" providerId="ADAL" clId="{BC0BD879-F267-5CCA-8DEA-E3B2DD07DA4E}" dt="2026-07-31T01:04:53.586" v="12733" actId="478"/>
          <ac:spMkLst>
            <pc:docMk/>
            <pc:sldMk cId="3220896456" sldId="2076139073"/>
            <ac:spMk id="83" creationId="{824BB5D0-C86F-4AD4-703B-11A026C6E89F}"/>
          </ac:spMkLst>
        </pc:spChg>
        <pc:spChg chg="add mod">
          <ac:chgData name="Hironari Yamada" userId="e57621f8-ec3c-449e-bb19-001fffcc008e" providerId="ADAL" clId="{BC0BD879-F267-5CCA-8DEA-E3B2DD07DA4E}" dt="2026-07-31T01:05:39.783" v="12743" actId="1076"/>
          <ac:spMkLst>
            <pc:docMk/>
            <pc:sldMk cId="3220896456" sldId="2076139073"/>
            <ac:spMk id="84" creationId="{08831320-1B56-93D3-354C-FC62155EAC36}"/>
          </ac:spMkLst>
        </pc:spChg>
        <pc:spChg chg="add mod">
          <ac:chgData name="Hironari Yamada" userId="e57621f8-ec3c-449e-bb19-001fffcc008e" providerId="ADAL" clId="{BC0BD879-F267-5CCA-8DEA-E3B2DD07DA4E}" dt="2026-07-31T01:05:39.783" v="12743" actId="1076"/>
          <ac:spMkLst>
            <pc:docMk/>
            <pc:sldMk cId="3220896456" sldId="2076139073"/>
            <ac:spMk id="85" creationId="{38C235ED-B71C-75F5-944A-9FE537832DEC}"/>
          </ac:spMkLst>
        </pc:spChg>
        <pc:spChg chg="add mod">
          <ac:chgData name="Hironari Yamada" userId="e57621f8-ec3c-449e-bb19-001fffcc008e" providerId="ADAL" clId="{BC0BD879-F267-5CCA-8DEA-E3B2DD07DA4E}" dt="2026-07-31T01:05:39.783" v="12743" actId="1076"/>
          <ac:spMkLst>
            <pc:docMk/>
            <pc:sldMk cId="3220896456" sldId="2076139073"/>
            <ac:spMk id="86" creationId="{F3E16225-7FEA-1A9B-F236-FFE7F6537CD7}"/>
          </ac:spMkLst>
        </pc:spChg>
        <pc:spChg chg="add mod">
          <ac:chgData name="Hironari Yamada" userId="e57621f8-ec3c-449e-bb19-001fffcc008e" providerId="ADAL" clId="{BC0BD879-F267-5CCA-8DEA-E3B2DD07DA4E}" dt="2026-07-31T01:05:39.783" v="12743" actId="1076"/>
          <ac:spMkLst>
            <pc:docMk/>
            <pc:sldMk cId="3220896456" sldId="2076139073"/>
            <ac:spMk id="87" creationId="{D674374A-E77C-67B2-3D95-E919C9A00A9D}"/>
          </ac:spMkLst>
        </pc:spChg>
        <pc:spChg chg="add mod">
          <ac:chgData name="Hironari Yamada" userId="e57621f8-ec3c-449e-bb19-001fffcc008e" providerId="ADAL" clId="{BC0BD879-F267-5CCA-8DEA-E3B2DD07DA4E}" dt="2026-07-31T01:05:39.783" v="12743" actId="1076"/>
          <ac:spMkLst>
            <pc:docMk/>
            <pc:sldMk cId="3220896456" sldId="2076139073"/>
            <ac:spMk id="91" creationId="{E85E4511-0DC5-8365-8BF1-EE61FF6BBF18}"/>
          </ac:spMkLst>
        </pc:spChg>
        <pc:spChg chg="add mod">
          <ac:chgData name="Hironari Yamada" userId="e57621f8-ec3c-449e-bb19-001fffcc008e" providerId="ADAL" clId="{BC0BD879-F267-5CCA-8DEA-E3B2DD07DA4E}" dt="2026-07-31T01:05:39.783" v="12743" actId="1076"/>
          <ac:spMkLst>
            <pc:docMk/>
            <pc:sldMk cId="3220896456" sldId="2076139073"/>
            <ac:spMk id="92" creationId="{3ACA5877-91AA-972A-02E6-5B7014575E1C}"/>
          </ac:spMkLst>
        </pc:spChg>
        <pc:spChg chg="add mod">
          <ac:chgData name="Hironari Yamada" userId="e57621f8-ec3c-449e-bb19-001fffcc008e" providerId="ADAL" clId="{BC0BD879-F267-5CCA-8DEA-E3B2DD07DA4E}" dt="2026-07-31T01:05:39.783" v="12743" actId="1076"/>
          <ac:spMkLst>
            <pc:docMk/>
            <pc:sldMk cId="3220896456" sldId="2076139073"/>
            <ac:spMk id="97" creationId="{57FA01C6-0AF6-B389-62BE-DC8DB1F7D511}"/>
          </ac:spMkLst>
        </pc:spChg>
        <pc:picChg chg="mod">
          <ac:chgData name="Hironari Yamada" userId="e57621f8-ec3c-449e-bb19-001fffcc008e" providerId="ADAL" clId="{BC0BD879-F267-5CCA-8DEA-E3B2DD07DA4E}" dt="2026-07-31T01:05:50.958" v="12753" actId="1037"/>
          <ac:picMkLst>
            <pc:docMk/>
            <pc:sldMk cId="3220896456" sldId="2076139073"/>
            <ac:picMk id="88" creationId="{3F5CBC51-520B-0941-631D-DFCC5B336981}"/>
          </ac:picMkLst>
        </pc:picChg>
        <pc:picChg chg="mod">
          <ac:chgData name="Hironari Yamada" userId="e57621f8-ec3c-449e-bb19-001fffcc008e" providerId="ADAL" clId="{BC0BD879-F267-5CCA-8DEA-E3B2DD07DA4E}" dt="2026-07-31T01:05:45.768" v="12748" actId="1037"/>
          <ac:picMkLst>
            <pc:docMk/>
            <pc:sldMk cId="3220896456" sldId="2076139073"/>
            <ac:picMk id="89" creationId="{2E0E6430-2439-F6ED-AACC-5BA20E2099A3}"/>
          </ac:picMkLst>
        </pc:picChg>
        <pc:picChg chg="mod">
          <ac:chgData name="Hironari Yamada" userId="e57621f8-ec3c-449e-bb19-001fffcc008e" providerId="ADAL" clId="{BC0BD879-F267-5CCA-8DEA-E3B2DD07DA4E}" dt="2026-07-31T01:05:56.390" v="12760" actId="1037"/>
          <ac:picMkLst>
            <pc:docMk/>
            <pc:sldMk cId="3220896456" sldId="2076139073"/>
            <ac:picMk id="90" creationId="{56F96CF6-3ED0-0DDE-36A9-1F0FACDE852F}"/>
          </ac:picMkLst>
        </pc:picChg>
        <pc:picChg chg="mod">
          <ac:chgData name="Hironari Yamada" userId="e57621f8-ec3c-449e-bb19-001fffcc008e" providerId="ADAL" clId="{BC0BD879-F267-5CCA-8DEA-E3B2DD07DA4E}" dt="2026-07-31T01:05:50.958" v="12753" actId="1037"/>
          <ac:picMkLst>
            <pc:docMk/>
            <pc:sldMk cId="3220896456" sldId="2076139073"/>
            <ac:picMk id="93" creationId="{C39C5D54-F910-AD6F-50EE-A8E5D04E3B16}"/>
          </ac:picMkLst>
        </pc:picChg>
        <pc:picChg chg="mod">
          <ac:chgData name="Hironari Yamada" userId="e57621f8-ec3c-449e-bb19-001fffcc008e" providerId="ADAL" clId="{BC0BD879-F267-5CCA-8DEA-E3B2DD07DA4E}" dt="2026-07-31T01:05:50.958" v="12753" actId="1037"/>
          <ac:picMkLst>
            <pc:docMk/>
            <pc:sldMk cId="3220896456" sldId="2076139073"/>
            <ac:picMk id="94" creationId="{F2F7C30C-DE27-FCA0-7052-26CE2B5DFB3F}"/>
          </ac:picMkLst>
        </pc:picChg>
        <pc:picChg chg="mod">
          <ac:chgData name="Hironari Yamada" userId="e57621f8-ec3c-449e-bb19-001fffcc008e" providerId="ADAL" clId="{BC0BD879-F267-5CCA-8DEA-E3B2DD07DA4E}" dt="2026-07-31T01:05:45.768" v="12748" actId="1037"/>
          <ac:picMkLst>
            <pc:docMk/>
            <pc:sldMk cId="3220896456" sldId="2076139073"/>
            <ac:picMk id="95" creationId="{8130F05A-84BD-BE24-361E-1062DC5FA7B7}"/>
          </ac:picMkLst>
        </pc:picChg>
        <pc:picChg chg="mod">
          <ac:chgData name="Hironari Yamada" userId="e57621f8-ec3c-449e-bb19-001fffcc008e" providerId="ADAL" clId="{BC0BD879-F267-5CCA-8DEA-E3B2DD07DA4E}" dt="2026-07-31T01:05:45.768" v="12748" actId="1037"/>
          <ac:picMkLst>
            <pc:docMk/>
            <pc:sldMk cId="3220896456" sldId="2076139073"/>
            <ac:picMk id="96" creationId="{942AF508-BB66-BFA8-A1EB-37FD6CB61847}"/>
          </ac:picMkLst>
        </pc:picChg>
        <pc:picChg chg="mod">
          <ac:chgData name="Hironari Yamada" userId="e57621f8-ec3c-449e-bb19-001fffcc008e" providerId="ADAL" clId="{BC0BD879-F267-5CCA-8DEA-E3B2DD07DA4E}" dt="2026-07-31T01:05:56.390" v="12760" actId="1037"/>
          <ac:picMkLst>
            <pc:docMk/>
            <pc:sldMk cId="3220896456" sldId="2076139073"/>
            <ac:picMk id="98" creationId="{4BAAFA4D-0D29-CA6A-F2E4-C8B67EF54730}"/>
          </ac:picMkLst>
        </pc:picChg>
        <pc:picChg chg="mod">
          <ac:chgData name="Hironari Yamada" userId="e57621f8-ec3c-449e-bb19-001fffcc008e" providerId="ADAL" clId="{BC0BD879-F267-5CCA-8DEA-E3B2DD07DA4E}" dt="2026-07-31T01:05:56.390" v="12760" actId="1037"/>
          <ac:picMkLst>
            <pc:docMk/>
            <pc:sldMk cId="3220896456" sldId="2076139073"/>
            <ac:picMk id="99" creationId="{6BFC0D91-2290-6040-1E47-8E4158D94AC5}"/>
          </ac:picMkLst>
        </pc:picChg>
        <pc:cxnChg chg="del">
          <ac:chgData name="Hironari Yamada" userId="e57621f8-ec3c-449e-bb19-001fffcc008e" providerId="ADAL" clId="{BC0BD879-F267-5CCA-8DEA-E3B2DD07DA4E}" dt="2026-07-31T01:11:10.836" v="12868" actId="478"/>
          <ac:cxnSpMkLst>
            <pc:docMk/>
            <pc:sldMk cId="3220896456" sldId="2076139073"/>
            <ac:cxnSpMk id="74" creationId="{0A1EB9ED-05C1-7845-646E-9C77EC754100}"/>
          </ac:cxnSpMkLst>
        </pc:cxnChg>
      </pc:sldChg>
      <pc:sldChg chg="addSp delSp modSp add mod modNotes">
        <pc:chgData name="Hironari Yamada" userId="e57621f8-ec3c-449e-bb19-001fffcc008e" providerId="ADAL" clId="{BC0BD879-F267-5CCA-8DEA-E3B2DD07DA4E}" dt="2026-07-31T01:17:31.881" v="12880" actId="26606"/>
        <pc:sldMkLst>
          <pc:docMk/>
          <pc:sldMk cId="236483319" sldId="2076139074"/>
        </pc:sldMkLst>
        <pc:spChg chg="mod">
          <ac:chgData name="Hironari Yamada" userId="e57621f8-ec3c-449e-bb19-001fffcc008e" providerId="ADAL" clId="{BC0BD879-F267-5CCA-8DEA-E3B2DD07DA4E}" dt="2026-07-31T01:17:31.881" v="12880" actId="26606"/>
          <ac:spMkLst>
            <pc:docMk/>
            <pc:sldMk cId="236483319" sldId="2076139074"/>
            <ac:spMk id="3" creationId="{EC985B68-1A8E-CF8E-FCDC-7D094C24ED52}"/>
          </ac:spMkLst>
        </pc:spChg>
        <pc:spChg chg="add mod">
          <ac:chgData name="Hironari Yamada" userId="e57621f8-ec3c-449e-bb19-001fffcc008e" providerId="ADAL" clId="{BC0BD879-F267-5CCA-8DEA-E3B2DD07DA4E}" dt="2026-07-31T01:09:18.303" v="12822"/>
          <ac:spMkLst>
            <pc:docMk/>
            <pc:sldMk cId="236483319" sldId="2076139074"/>
            <ac:spMk id="5" creationId="{71C578A7-0B3C-1914-0FBF-5BBAC2EEAAAB}"/>
          </ac:spMkLst>
        </pc:spChg>
        <pc:spChg chg="add mod">
          <ac:chgData name="Hironari Yamada" userId="e57621f8-ec3c-449e-bb19-001fffcc008e" providerId="ADAL" clId="{BC0BD879-F267-5CCA-8DEA-E3B2DD07DA4E}" dt="2026-07-31T01:09:18.303" v="12822"/>
          <ac:spMkLst>
            <pc:docMk/>
            <pc:sldMk cId="236483319" sldId="2076139074"/>
            <ac:spMk id="7" creationId="{11190B4A-BE61-57C7-A566-8F138C691649}"/>
          </ac:spMkLst>
        </pc:spChg>
        <pc:spChg chg="add mod">
          <ac:chgData name="Hironari Yamada" userId="e57621f8-ec3c-449e-bb19-001fffcc008e" providerId="ADAL" clId="{BC0BD879-F267-5CCA-8DEA-E3B2DD07DA4E}" dt="2026-07-31T01:09:18.303" v="12822"/>
          <ac:spMkLst>
            <pc:docMk/>
            <pc:sldMk cId="236483319" sldId="2076139074"/>
            <ac:spMk id="8" creationId="{F40AF7A8-C636-F0D1-B4B4-036CF7A68D1A}"/>
          </ac:spMkLst>
        </pc:spChg>
        <pc:spChg chg="mod">
          <ac:chgData name="Hironari Yamada" userId="e57621f8-ec3c-449e-bb19-001fffcc008e" providerId="ADAL" clId="{BC0BD879-F267-5CCA-8DEA-E3B2DD07DA4E}" dt="2026-07-31T01:09:21.477" v="12825" actId="1076"/>
          <ac:spMkLst>
            <pc:docMk/>
            <pc:sldMk cId="236483319" sldId="2076139074"/>
            <ac:spMk id="9" creationId="{390F332A-1327-B5E1-9813-A4DD14A2B8D3}"/>
          </ac:spMkLst>
        </pc:spChg>
        <pc:spChg chg="add mod">
          <ac:chgData name="Hironari Yamada" userId="e57621f8-ec3c-449e-bb19-001fffcc008e" providerId="ADAL" clId="{BC0BD879-F267-5CCA-8DEA-E3B2DD07DA4E}" dt="2026-07-31T01:09:18.303" v="12822"/>
          <ac:spMkLst>
            <pc:docMk/>
            <pc:sldMk cId="236483319" sldId="2076139074"/>
            <ac:spMk id="10" creationId="{EA84CB5A-F83A-C920-F127-2A4D5F9EB8D7}"/>
          </ac:spMkLst>
        </pc:spChg>
        <pc:spChg chg="add mod">
          <ac:chgData name="Hironari Yamada" userId="e57621f8-ec3c-449e-bb19-001fffcc008e" providerId="ADAL" clId="{BC0BD879-F267-5CCA-8DEA-E3B2DD07DA4E}" dt="2026-07-31T01:09:18.303" v="12822"/>
          <ac:spMkLst>
            <pc:docMk/>
            <pc:sldMk cId="236483319" sldId="2076139074"/>
            <ac:spMk id="12" creationId="{B4069C4A-ED63-AF12-B7A4-D3ACBE9A198B}"/>
          </ac:spMkLst>
        </pc:spChg>
        <pc:spChg chg="add mod">
          <ac:chgData name="Hironari Yamada" userId="e57621f8-ec3c-449e-bb19-001fffcc008e" providerId="ADAL" clId="{BC0BD879-F267-5CCA-8DEA-E3B2DD07DA4E}" dt="2026-07-31T01:09:18.303" v="12822"/>
          <ac:spMkLst>
            <pc:docMk/>
            <pc:sldMk cId="236483319" sldId="2076139074"/>
            <ac:spMk id="13" creationId="{E56E333C-CB9E-566F-667A-D8A616439D2A}"/>
          </ac:spMkLst>
        </pc:spChg>
        <pc:spChg chg="add mod">
          <ac:chgData name="Hironari Yamada" userId="e57621f8-ec3c-449e-bb19-001fffcc008e" providerId="ADAL" clId="{BC0BD879-F267-5CCA-8DEA-E3B2DD07DA4E}" dt="2026-07-31T01:09:18.303" v="12822"/>
          <ac:spMkLst>
            <pc:docMk/>
            <pc:sldMk cId="236483319" sldId="2076139074"/>
            <ac:spMk id="14" creationId="{3E4CFDF4-E245-19AB-BEE4-166985E721CC}"/>
          </ac:spMkLst>
        </pc:spChg>
        <pc:spChg chg="del">
          <ac:chgData name="Hironari Yamada" userId="e57621f8-ec3c-449e-bb19-001fffcc008e" providerId="ADAL" clId="{BC0BD879-F267-5CCA-8DEA-E3B2DD07DA4E}" dt="2026-07-31T01:08:55.264" v="12817" actId="478"/>
          <ac:spMkLst>
            <pc:docMk/>
            <pc:sldMk cId="236483319" sldId="2076139074"/>
            <ac:spMk id="15" creationId="{79291700-57F0-51F3-E311-C7597C481BA4}"/>
          </ac:spMkLst>
        </pc:spChg>
        <pc:spChg chg="del">
          <ac:chgData name="Hironari Yamada" userId="e57621f8-ec3c-449e-bb19-001fffcc008e" providerId="ADAL" clId="{BC0BD879-F267-5CCA-8DEA-E3B2DD07DA4E}" dt="2026-07-31T01:08:55.264" v="12817" actId="478"/>
          <ac:spMkLst>
            <pc:docMk/>
            <pc:sldMk cId="236483319" sldId="2076139074"/>
            <ac:spMk id="16" creationId="{B60D1337-7673-4725-0FAC-07C04CD55919}"/>
          </ac:spMkLst>
        </pc:spChg>
        <pc:spChg chg="del">
          <ac:chgData name="Hironari Yamada" userId="e57621f8-ec3c-449e-bb19-001fffcc008e" providerId="ADAL" clId="{BC0BD879-F267-5CCA-8DEA-E3B2DD07DA4E}" dt="2026-07-31T01:08:55.264" v="12817" actId="478"/>
          <ac:spMkLst>
            <pc:docMk/>
            <pc:sldMk cId="236483319" sldId="2076139074"/>
            <ac:spMk id="17" creationId="{DA8181D5-F0A4-FEE2-001C-14181F6E36F7}"/>
          </ac:spMkLst>
        </pc:spChg>
        <pc:spChg chg="add mod">
          <ac:chgData name="Hironari Yamada" userId="e57621f8-ec3c-449e-bb19-001fffcc008e" providerId="ADAL" clId="{BC0BD879-F267-5CCA-8DEA-E3B2DD07DA4E}" dt="2026-07-31T01:09:14.452" v="12821"/>
          <ac:spMkLst>
            <pc:docMk/>
            <pc:sldMk cId="236483319" sldId="2076139074"/>
            <ac:spMk id="18" creationId="{ADF1FEDE-9BDC-3873-B7A9-ED8EA2DB6A92}"/>
          </ac:spMkLst>
        </pc:spChg>
        <pc:spChg chg="del">
          <ac:chgData name="Hironari Yamada" userId="e57621f8-ec3c-449e-bb19-001fffcc008e" providerId="ADAL" clId="{BC0BD879-F267-5CCA-8DEA-E3B2DD07DA4E}" dt="2026-07-31T01:08:55.264" v="12817" actId="478"/>
          <ac:spMkLst>
            <pc:docMk/>
            <pc:sldMk cId="236483319" sldId="2076139074"/>
            <ac:spMk id="19" creationId="{B8FD976D-3CBE-642A-2DC3-19D9B4AE6180}"/>
          </ac:spMkLst>
        </pc:spChg>
        <pc:spChg chg="add mod">
          <ac:chgData name="Hironari Yamada" userId="e57621f8-ec3c-449e-bb19-001fffcc008e" providerId="ADAL" clId="{BC0BD879-F267-5CCA-8DEA-E3B2DD07DA4E}" dt="2026-07-31T01:09:14.452" v="12821"/>
          <ac:spMkLst>
            <pc:docMk/>
            <pc:sldMk cId="236483319" sldId="2076139074"/>
            <ac:spMk id="20" creationId="{40E83FCC-8BBF-8F67-2A0E-C1C3C97F9295}"/>
          </ac:spMkLst>
        </pc:spChg>
        <pc:spChg chg="add mod">
          <ac:chgData name="Hironari Yamada" userId="e57621f8-ec3c-449e-bb19-001fffcc008e" providerId="ADAL" clId="{BC0BD879-F267-5CCA-8DEA-E3B2DD07DA4E}" dt="2026-07-31T01:09:23.449" v="12826"/>
          <ac:spMkLst>
            <pc:docMk/>
            <pc:sldMk cId="236483319" sldId="2076139074"/>
            <ac:spMk id="21" creationId="{9D75532A-D123-4836-F84E-E7F7D8EF7E81}"/>
          </ac:spMkLst>
        </pc:spChg>
        <pc:spChg chg="add mod">
          <ac:chgData name="Hironari Yamada" userId="e57621f8-ec3c-449e-bb19-001fffcc008e" providerId="ADAL" clId="{BC0BD879-F267-5CCA-8DEA-E3B2DD07DA4E}" dt="2026-07-31T01:09:23.449" v="12826"/>
          <ac:spMkLst>
            <pc:docMk/>
            <pc:sldMk cId="236483319" sldId="2076139074"/>
            <ac:spMk id="22" creationId="{7D20F164-A041-75D6-F849-F1A394149F41}"/>
          </ac:spMkLst>
        </pc:spChg>
        <pc:spChg chg="add mod">
          <ac:chgData name="Hironari Yamada" userId="e57621f8-ec3c-449e-bb19-001fffcc008e" providerId="ADAL" clId="{BC0BD879-F267-5CCA-8DEA-E3B2DD07DA4E}" dt="2026-07-31T01:09:23.449" v="12826"/>
          <ac:spMkLst>
            <pc:docMk/>
            <pc:sldMk cId="236483319" sldId="2076139074"/>
            <ac:spMk id="23" creationId="{584D1882-2CF8-BE7D-6536-CF70765389A2}"/>
          </ac:spMkLst>
        </pc:spChg>
        <pc:spChg chg="add mod">
          <ac:chgData name="Hironari Yamada" userId="e57621f8-ec3c-449e-bb19-001fffcc008e" providerId="ADAL" clId="{BC0BD879-F267-5CCA-8DEA-E3B2DD07DA4E}" dt="2026-07-31T01:09:23.449" v="12826"/>
          <ac:spMkLst>
            <pc:docMk/>
            <pc:sldMk cId="236483319" sldId="2076139074"/>
            <ac:spMk id="24" creationId="{53D55D31-EBA2-ECAB-A19B-403960715D7E}"/>
          </ac:spMkLst>
        </pc:spChg>
        <pc:spChg chg="add mod">
          <ac:chgData name="Hironari Yamada" userId="e57621f8-ec3c-449e-bb19-001fffcc008e" providerId="ADAL" clId="{BC0BD879-F267-5CCA-8DEA-E3B2DD07DA4E}" dt="2026-07-31T01:09:23.449" v="12826"/>
          <ac:spMkLst>
            <pc:docMk/>
            <pc:sldMk cId="236483319" sldId="2076139074"/>
            <ac:spMk id="25" creationId="{9BD94445-229C-0DE5-BFD2-AFB85FADB15A}"/>
          </ac:spMkLst>
        </pc:spChg>
        <pc:spChg chg="add mod">
          <ac:chgData name="Hironari Yamada" userId="e57621f8-ec3c-449e-bb19-001fffcc008e" providerId="ADAL" clId="{BC0BD879-F267-5CCA-8DEA-E3B2DD07DA4E}" dt="2026-07-31T01:09:23.449" v="12826"/>
          <ac:spMkLst>
            <pc:docMk/>
            <pc:sldMk cId="236483319" sldId="2076139074"/>
            <ac:spMk id="26" creationId="{62E29C10-5897-A970-1F55-1A1980F4F488}"/>
          </ac:spMkLst>
        </pc:spChg>
        <pc:spChg chg="add mod">
          <ac:chgData name="Hironari Yamada" userId="e57621f8-ec3c-449e-bb19-001fffcc008e" providerId="ADAL" clId="{BC0BD879-F267-5CCA-8DEA-E3B2DD07DA4E}" dt="2026-07-31T01:09:23.449" v="12826"/>
          <ac:spMkLst>
            <pc:docMk/>
            <pc:sldMk cId="236483319" sldId="2076139074"/>
            <ac:spMk id="27" creationId="{20E82062-4E31-124B-AA3B-4BF0F87E69A9}"/>
          </ac:spMkLst>
        </pc:spChg>
        <pc:spChg chg="add mod">
          <ac:chgData name="Hironari Yamada" userId="e57621f8-ec3c-449e-bb19-001fffcc008e" providerId="ADAL" clId="{BC0BD879-F267-5CCA-8DEA-E3B2DD07DA4E}" dt="2026-07-31T01:09:23.449" v="12826"/>
          <ac:spMkLst>
            <pc:docMk/>
            <pc:sldMk cId="236483319" sldId="2076139074"/>
            <ac:spMk id="28" creationId="{81B2B48D-62FF-5B36-AD35-1BB7522F44F1}"/>
          </ac:spMkLst>
        </pc:spChg>
        <pc:spChg chg="add mod">
          <ac:chgData name="Hironari Yamada" userId="e57621f8-ec3c-449e-bb19-001fffcc008e" providerId="ADAL" clId="{BC0BD879-F267-5CCA-8DEA-E3B2DD07DA4E}" dt="2026-07-31T01:09:18.314" v="12823"/>
          <ac:spMkLst>
            <pc:docMk/>
            <pc:sldMk cId="236483319" sldId="2076139074"/>
            <ac:spMk id="29" creationId="{0AA56F2A-6782-891C-529F-D2F2A8EE69A1}"/>
          </ac:spMkLst>
        </pc:spChg>
        <pc:spChg chg="add mod">
          <ac:chgData name="Hironari Yamada" userId="e57621f8-ec3c-449e-bb19-001fffcc008e" providerId="ADAL" clId="{BC0BD879-F267-5CCA-8DEA-E3B2DD07DA4E}" dt="2026-07-31T01:09:26.150" v="12828"/>
          <ac:spMkLst>
            <pc:docMk/>
            <pc:sldMk cId="236483319" sldId="2076139074"/>
            <ac:spMk id="30" creationId="{648D656C-7052-8E60-ED0A-E4DD2D77CA92}"/>
          </ac:spMkLst>
        </pc:spChg>
        <pc:spChg chg="add mod">
          <ac:chgData name="Hironari Yamada" userId="e57621f8-ec3c-449e-bb19-001fffcc008e" providerId="ADAL" clId="{BC0BD879-F267-5CCA-8DEA-E3B2DD07DA4E}" dt="2026-07-31T01:09:26.150" v="12828"/>
          <ac:spMkLst>
            <pc:docMk/>
            <pc:sldMk cId="236483319" sldId="2076139074"/>
            <ac:spMk id="31" creationId="{4F37045A-3B03-910A-E59F-BEA76DA82722}"/>
          </ac:spMkLst>
        </pc:spChg>
        <pc:spChg chg="add mod">
          <ac:chgData name="Hironari Yamada" userId="e57621f8-ec3c-449e-bb19-001fffcc008e" providerId="ADAL" clId="{BC0BD879-F267-5CCA-8DEA-E3B2DD07DA4E}" dt="2026-07-31T01:09:26.150" v="12828"/>
          <ac:spMkLst>
            <pc:docMk/>
            <pc:sldMk cId="236483319" sldId="2076139074"/>
            <ac:spMk id="32" creationId="{E90EF1FE-E5C0-A317-ED53-EB355052E044}"/>
          </ac:spMkLst>
        </pc:spChg>
        <pc:spChg chg="add mod">
          <ac:chgData name="Hironari Yamada" userId="e57621f8-ec3c-449e-bb19-001fffcc008e" providerId="ADAL" clId="{BC0BD879-F267-5CCA-8DEA-E3B2DD07DA4E}" dt="2026-07-31T01:09:26.150" v="12828"/>
          <ac:spMkLst>
            <pc:docMk/>
            <pc:sldMk cId="236483319" sldId="2076139074"/>
            <ac:spMk id="33" creationId="{94A838A7-BD28-31C9-D1D7-5948EE531CC1}"/>
          </ac:spMkLst>
        </pc:spChg>
        <pc:spChg chg="add mod">
          <ac:chgData name="Hironari Yamada" userId="e57621f8-ec3c-449e-bb19-001fffcc008e" providerId="ADAL" clId="{BC0BD879-F267-5CCA-8DEA-E3B2DD07DA4E}" dt="2026-07-31T01:09:26.150" v="12828"/>
          <ac:spMkLst>
            <pc:docMk/>
            <pc:sldMk cId="236483319" sldId="2076139074"/>
            <ac:spMk id="34" creationId="{11578754-3903-FB85-72B7-B468151B4B5D}"/>
          </ac:spMkLst>
        </pc:spChg>
        <pc:spChg chg="add mod">
          <ac:chgData name="Hironari Yamada" userId="e57621f8-ec3c-449e-bb19-001fffcc008e" providerId="ADAL" clId="{BC0BD879-F267-5CCA-8DEA-E3B2DD07DA4E}" dt="2026-07-31T01:09:26.150" v="12828"/>
          <ac:spMkLst>
            <pc:docMk/>
            <pc:sldMk cId="236483319" sldId="2076139074"/>
            <ac:spMk id="35" creationId="{87CDB83D-3E2D-645A-5322-A0426CED9760}"/>
          </ac:spMkLst>
        </pc:spChg>
        <pc:spChg chg="add mod">
          <ac:chgData name="Hironari Yamada" userId="e57621f8-ec3c-449e-bb19-001fffcc008e" providerId="ADAL" clId="{BC0BD879-F267-5CCA-8DEA-E3B2DD07DA4E}" dt="2026-07-31T01:09:26.150" v="12828"/>
          <ac:spMkLst>
            <pc:docMk/>
            <pc:sldMk cId="236483319" sldId="2076139074"/>
            <ac:spMk id="36" creationId="{1B555332-6F80-854D-ADDC-DCC69E242E52}"/>
          </ac:spMkLst>
        </pc:spChg>
        <pc:spChg chg="add mod">
          <ac:chgData name="Hironari Yamada" userId="e57621f8-ec3c-449e-bb19-001fffcc008e" providerId="ADAL" clId="{BC0BD879-F267-5CCA-8DEA-E3B2DD07DA4E}" dt="2026-07-31T01:09:24.017" v="12827"/>
          <ac:spMkLst>
            <pc:docMk/>
            <pc:sldMk cId="236483319" sldId="2076139074"/>
            <ac:spMk id="37" creationId="{C5B4AA35-994A-C09E-7B3E-F99B00FC35D2}"/>
          </ac:spMkLst>
        </pc:spChg>
        <pc:spChg chg="add mod">
          <ac:chgData name="Hironari Yamada" userId="e57621f8-ec3c-449e-bb19-001fffcc008e" providerId="ADAL" clId="{BC0BD879-F267-5CCA-8DEA-E3B2DD07DA4E}" dt="2026-07-31T01:09:24.017" v="12827"/>
          <ac:spMkLst>
            <pc:docMk/>
            <pc:sldMk cId="236483319" sldId="2076139074"/>
            <ac:spMk id="38" creationId="{B54A8085-7D8C-4A39-0293-9C8AAF00DA74}"/>
          </ac:spMkLst>
        </pc:spChg>
        <pc:spChg chg="add mod">
          <ac:chgData name="Hironari Yamada" userId="e57621f8-ec3c-449e-bb19-001fffcc008e" providerId="ADAL" clId="{BC0BD879-F267-5CCA-8DEA-E3B2DD07DA4E}" dt="2026-07-31T01:10:41.568" v="12865" actId="1076"/>
          <ac:spMkLst>
            <pc:docMk/>
            <pc:sldMk cId="236483319" sldId="2076139074"/>
            <ac:spMk id="39" creationId="{661B0372-0F9B-076B-5029-566FB626EEA6}"/>
          </ac:spMkLst>
        </pc:spChg>
        <pc:spChg chg="add mod">
          <ac:chgData name="Hironari Yamada" userId="e57621f8-ec3c-449e-bb19-001fffcc008e" providerId="ADAL" clId="{BC0BD879-F267-5CCA-8DEA-E3B2DD07DA4E}" dt="2026-07-31T01:10:41.568" v="12865" actId="1076"/>
          <ac:spMkLst>
            <pc:docMk/>
            <pc:sldMk cId="236483319" sldId="2076139074"/>
            <ac:spMk id="40" creationId="{4E6F7DCE-0F8C-6974-BD9F-961F179350F3}"/>
          </ac:spMkLst>
        </pc:spChg>
        <pc:spChg chg="add mod">
          <ac:chgData name="Hironari Yamada" userId="e57621f8-ec3c-449e-bb19-001fffcc008e" providerId="ADAL" clId="{BC0BD879-F267-5CCA-8DEA-E3B2DD07DA4E}" dt="2026-07-31T01:17:31.881" v="12880" actId="26606"/>
          <ac:spMkLst>
            <pc:docMk/>
            <pc:sldMk cId="236483319" sldId="2076139074"/>
            <ac:spMk id="41" creationId="{BAEACEE4-3B98-3DB0-F34F-FC946F76EA1C}"/>
          </ac:spMkLst>
        </pc:spChg>
        <pc:spChg chg="add mod">
          <ac:chgData name="Hironari Yamada" userId="e57621f8-ec3c-449e-bb19-001fffcc008e" providerId="ADAL" clId="{BC0BD879-F267-5CCA-8DEA-E3B2DD07DA4E}" dt="2026-07-31T01:10:41.568" v="12865" actId="1076"/>
          <ac:spMkLst>
            <pc:docMk/>
            <pc:sldMk cId="236483319" sldId="2076139074"/>
            <ac:spMk id="42" creationId="{97620E64-41CD-990C-938D-158BA2B491C5}"/>
          </ac:spMkLst>
        </pc:spChg>
        <pc:spChg chg="add mod">
          <ac:chgData name="Hironari Yamada" userId="e57621f8-ec3c-449e-bb19-001fffcc008e" providerId="ADAL" clId="{BC0BD879-F267-5CCA-8DEA-E3B2DD07DA4E}" dt="2026-07-31T01:10:41.568" v="12865" actId="1076"/>
          <ac:spMkLst>
            <pc:docMk/>
            <pc:sldMk cId="236483319" sldId="2076139074"/>
            <ac:spMk id="43" creationId="{4F848A4A-3EDF-707B-18F7-923EB073FBE4}"/>
          </ac:spMkLst>
        </pc:spChg>
        <pc:spChg chg="add mod">
          <ac:chgData name="Hironari Yamada" userId="e57621f8-ec3c-449e-bb19-001fffcc008e" providerId="ADAL" clId="{BC0BD879-F267-5CCA-8DEA-E3B2DD07DA4E}" dt="2026-07-31T01:10:41.568" v="12865" actId="1076"/>
          <ac:spMkLst>
            <pc:docMk/>
            <pc:sldMk cId="236483319" sldId="2076139074"/>
            <ac:spMk id="44" creationId="{C2F14D1C-73E9-334F-6CB9-06B19A14512E}"/>
          </ac:spMkLst>
        </pc:spChg>
        <pc:spChg chg="add mod">
          <ac:chgData name="Hironari Yamada" userId="e57621f8-ec3c-449e-bb19-001fffcc008e" providerId="ADAL" clId="{BC0BD879-F267-5CCA-8DEA-E3B2DD07DA4E}" dt="2026-07-31T01:10:41.568" v="12865" actId="1076"/>
          <ac:spMkLst>
            <pc:docMk/>
            <pc:sldMk cId="236483319" sldId="2076139074"/>
            <ac:spMk id="45" creationId="{92D87B3B-A605-8F60-D5E9-3F0D00F21F53}"/>
          </ac:spMkLst>
        </pc:spChg>
        <pc:spChg chg="add mod">
          <ac:chgData name="Hironari Yamada" userId="e57621f8-ec3c-449e-bb19-001fffcc008e" providerId="ADAL" clId="{BC0BD879-F267-5CCA-8DEA-E3B2DD07DA4E}" dt="2026-07-31T01:10:49.334" v="12867" actId="1076"/>
          <ac:spMkLst>
            <pc:docMk/>
            <pc:sldMk cId="236483319" sldId="2076139074"/>
            <ac:spMk id="46" creationId="{33CA07D2-9835-7B76-2A21-0C10737E0F8D}"/>
          </ac:spMkLst>
        </pc:spChg>
        <pc:spChg chg="add mod">
          <ac:chgData name="Hironari Yamada" userId="e57621f8-ec3c-449e-bb19-001fffcc008e" providerId="ADAL" clId="{BC0BD879-F267-5CCA-8DEA-E3B2DD07DA4E}" dt="2026-07-31T01:09:29.295" v="12830" actId="1076"/>
          <ac:spMkLst>
            <pc:docMk/>
            <pc:sldMk cId="236483319" sldId="2076139074"/>
            <ac:spMk id="47" creationId="{47B67ACC-D60F-58DB-668C-A3693EE2431F}"/>
          </ac:spMkLst>
        </pc:spChg>
        <pc:spChg chg="del">
          <ac:chgData name="Hironari Yamada" userId="e57621f8-ec3c-449e-bb19-001fffcc008e" providerId="ADAL" clId="{BC0BD879-F267-5CCA-8DEA-E3B2DD07DA4E}" dt="2026-07-31T01:08:55.264" v="12817" actId="478"/>
          <ac:spMkLst>
            <pc:docMk/>
            <pc:sldMk cId="236483319" sldId="2076139074"/>
            <ac:spMk id="84" creationId="{210616D3-C79A-830C-3006-C4B06D442CCA}"/>
          </ac:spMkLst>
        </pc:spChg>
        <pc:spChg chg="del">
          <ac:chgData name="Hironari Yamada" userId="e57621f8-ec3c-449e-bb19-001fffcc008e" providerId="ADAL" clId="{BC0BD879-F267-5CCA-8DEA-E3B2DD07DA4E}" dt="2026-07-31T01:08:55.264" v="12817" actId="478"/>
          <ac:spMkLst>
            <pc:docMk/>
            <pc:sldMk cId="236483319" sldId="2076139074"/>
            <ac:spMk id="85" creationId="{386A9602-A2FC-8C97-ACB5-8DFCDB072F5E}"/>
          </ac:spMkLst>
        </pc:spChg>
        <pc:spChg chg="del">
          <ac:chgData name="Hironari Yamada" userId="e57621f8-ec3c-449e-bb19-001fffcc008e" providerId="ADAL" clId="{BC0BD879-F267-5CCA-8DEA-E3B2DD07DA4E}" dt="2026-07-31T01:08:55.264" v="12817" actId="478"/>
          <ac:spMkLst>
            <pc:docMk/>
            <pc:sldMk cId="236483319" sldId="2076139074"/>
            <ac:spMk id="86" creationId="{4F0F113F-BD03-9117-29E8-58E73DDCD046}"/>
          </ac:spMkLst>
        </pc:spChg>
        <pc:spChg chg="del">
          <ac:chgData name="Hironari Yamada" userId="e57621f8-ec3c-449e-bb19-001fffcc008e" providerId="ADAL" clId="{BC0BD879-F267-5CCA-8DEA-E3B2DD07DA4E}" dt="2026-07-31T01:08:55.264" v="12817" actId="478"/>
          <ac:spMkLst>
            <pc:docMk/>
            <pc:sldMk cId="236483319" sldId="2076139074"/>
            <ac:spMk id="87" creationId="{B31A3C61-AC3D-6E94-9A84-0826A278D77B}"/>
          </ac:spMkLst>
        </pc:spChg>
        <pc:spChg chg="del">
          <ac:chgData name="Hironari Yamada" userId="e57621f8-ec3c-449e-bb19-001fffcc008e" providerId="ADAL" clId="{BC0BD879-F267-5CCA-8DEA-E3B2DD07DA4E}" dt="2026-07-31T01:08:55.264" v="12817" actId="478"/>
          <ac:spMkLst>
            <pc:docMk/>
            <pc:sldMk cId="236483319" sldId="2076139074"/>
            <ac:spMk id="91" creationId="{233CBBF1-A2B5-652E-3FE8-709AC436BCE1}"/>
          </ac:spMkLst>
        </pc:spChg>
        <pc:spChg chg="del">
          <ac:chgData name="Hironari Yamada" userId="e57621f8-ec3c-449e-bb19-001fffcc008e" providerId="ADAL" clId="{BC0BD879-F267-5CCA-8DEA-E3B2DD07DA4E}" dt="2026-07-31T01:08:55.264" v="12817" actId="478"/>
          <ac:spMkLst>
            <pc:docMk/>
            <pc:sldMk cId="236483319" sldId="2076139074"/>
            <ac:spMk id="92" creationId="{BC86E10C-1343-D626-BE53-AE0F40A7D2A6}"/>
          </ac:spMkLst>
        </pc:spChg>
        <pc:spChg chg="del">
          <ac:chgData name="Hironari Yamada" userId="e57621f8-ec3c-449e-bb19-001fffcc008e" providerId="ADAL" clId="{BC0BD879-F267-5CCA-8DEA-E3B2DD07DA4E}" dt="2026-07-31T01:09:13.908" v="12820" actId="478"/>
          <ac:spMkLst>
            <pc:docMk/>
            <pc:sldMk cId="236483319" sldId="2076139074"/>
            <ac:spMk id="97" creationId="{CA72B06A-7F7C-06A5-FD0E-26E955CD9F65}"/>
          </ac:spMkLst>
        </pc:spChg>
        <pc:cxnChg chg="add mod">
          <ac:chgData name="Hironari Yamada" userId="e57621f8-ec3c-449e-bb19-001fffcc008e" providerId="ADAL" clId="{BC0BD879-F267-5CCA-8DEA-E3B2DD07DA4E}" dt="2026-07-31T01:10:46.184" v="12866" actId="1076"/>
          <ac:cxnSpMkLst>
            <pc:docMk/>
            <pc:sldMk cId="236483319" sldId="2076139074"/>
            <ac:cxnSpMk id="49" creationId="{AA5AA590-55FE-B61D-D588-E585519DE386}"/>
          </ac:cxnSpMkLst>
        </pc:cxnChg>
        <pc:cxnChg chg="del">
          <ac:chgData name="Hironari Yamada" userId="e57621f8-ec3c-449e-bb19-001fffcc008e" providerId="ADAL" clId="{BC0BD879-F267-5CCA-8DEA-E3B2DD07DA4E}" dt="2026-07-31T01:09:13.908" v="12820" actId="478"/>
          <ac:cxnSpMkLst>
            <pc:docMk/>
            <pc:sldMk cId="236483319" sldId="2076139074"/>
            <ac:cxnSpMk id="74" creationId="{697C6EFA-7679-7CD9-9079-485A0625322F}"/>
          </ac:cxnSpMkLst>
        </pc:cxnChg>
      </pc:sldChg>
      <pc:sldChg chg="addSp delSp modSp add mod">
        <pc:chgData name="Hironari Yamada" userId="e57621f8-ec3c-449e-bb19-001fffcc008e" providerId="ADAL" clId="{BC0BD879-F267-5CCA-8DEA-E3B2DD07DA4E}" dt="2026-07-31T01:44:22.621" v="13057" actId="26606"/>
        <pc:sldMkLst>
          <pc:docMk/>
          <pc:sldMk cId="3696074111" sldId="2076139075"/>
        </pc:sldMkLst>
        <pc:spChg chg="mod">
          <ac:chgData name="Hironari Yamada" userId="e57621f8-ec3c-449e-bb19-001fffcc008e" providerId="ADAL" clId="{BC0BD879-F267-5CCA-8DEA-E3B2DD07DA4E}" dt="2026-07-31T01:44:22.621" v="13057" actId="26606"/>
          <ac:spMkLst>
            <pc:docMk/>
            <pc:sldMk cId="3696074111" sldId="2076139075"/>
            <ac:spMk id="3" creationId="{9B6CBAD7-02F6-14FD-BA09-ECA5E6919B31}"/>
          </ac:spMkLst>
        </pc:spChg>
        <pc:spChg chg="add mod">
          <ac:chgData name="Hironari Yamada" userId="e57621f8-ec3c-449e-bb19-001fffcc008e" providerId="ADAL" clId="{BC0BD879-F267-5CCA-8DEA-E3B2DD07DA4E}" dt="2026-07-31T01:44:22.621" v="13057" actId="26606"/>
          <ac:spMkLst>
            <pc:docMk/>
            <pc:sldMk cId="3696074111" sldId="2076139075"/>
            <ac:spMk id="5" creationId="{68257750-29FB-F7F5-D718-4368CBCD628C}"/>
          </ac:spMkLst>
        </pc:spChg>
        <pc:spChg chg="mod">
          <ac:chgData name="Hironari Yamada" userId="e57621f8-ec3c-449e-bb19-001fffcc008e" providerId="ADAL" clId="{BC0BD879-F267-5CCA-8DEA-E3B2DD07DA4E}" dt="2026-07-31T01:13:47.702" v="12872"/>
          <ac:spMkLst>
            <pc:docMk/>
            <pc:sldMk cId="3696074111" sldId="2076139075"/>
            <ac:spMk id="9" creationId="{B1F42A50-0571-285A-177F-D3214870500F}"/>
          </ac:spMkLst>
        </pc:spChg>
        <pc:spChg chg="del">
          <ac:chgData name="Hironari Yamada" userId="e57621f8-ec3c-449e-bb19-001fffcc008e" providerId="ADAL" clId="{BC0BD879-F267-5CCA-8DEA-E3B2DD07DA4E}" dt="2026-07-31T01:13:51.479" v="12873" actId="478"/>
          <ac:spMkLst>
            <pc:docMk/>
            <pc:sldMk cId="3696074111" sldId="2076139075"/>
            <ac:spMk id="39" creationId="{A5B49DAA-B3F1-4186-CD55-4065DADDA4C6}"/>
          </ac:spMkLst>
        </pc:spChg>
        <pc:spChg chg="del">
          <ac:chgData name="Hironari Yamada" userId="e57621f8-ec3c-449e-bb19-001fffcc008e" providerId="ADAL" clId="{BC0BD879-F267-5CCA-8DEA-E3B2DD07DA4E}" dt="2026-07-31T01:13:51.479" v="12873" actId="478"/>
          <ac:spMkLst>
            <pc:docMk/>
            <pc:sldMk cId="3696074111" sldId="2076139075"/>
            <ac:spMk id="40" creationId="{0795F482-E323-5072-FB5E-16847063871D}"/>
          </ac:spMkLst>
        </pc:spChg>
        <pc:spChg chg="del">
          <ac:chgData name="Hironari Yamada" userId="e57621f8-ec3c-449e-bb19-001fffcc008e" providerId="ADAL" clId="{BC0BD879-F267-5CCA-8DEA-E3B2DD07DA4E}" dt="2026-07-31T01:13:51.479" v="12873" actId="478"/>
          <ac:spMkLst>
            <pc:docMk/>
            <pc:sldMk cId="3696074111" sldId="2076139075"/>
            <ac:spMk id="41" creationId="{45F38212-DA23-561E-8034-BD83ACB04BA3}"/>
          </ac:spMkLst>
        </pc:spChg>
        <pc:spChg chg="del">
          <ac:chgData name="Hironari Yamada" userId="e57621f8-ec3c-449e-bb19-001fffcc008e" providerId="ADAL" clId="{BC0BD879-F267-5CCA-8DEA-E3B2DD07DA4E}" dt="2026-07-31T01:13:51.479" v="12873" actId="478"/>
          <ac:spMkLst>
            <pc:docMk/>
            <pc:sldMk cId="3696074111" sldId="2076139075"/>
            <ac:spMk id="42" creationId="{0F7EB961-11F7-089C-6162-3DD68DD071AB}"/>
          </ac:spMkLst>
        </pc:spChg>
        <pc:spChg chg="del">
          <ac:chgData name="Hironari Yamada" userId="e57621f8-ec3c-449e-bb19-001fffcc008e" providerId="ADAL" clId="{BC0BD879-F267-5CCA-8DEA-E3B2DD07DA4E}" dt="2026-07-31T01:13:51.479" v="12873" actId="478"/>
          <ac:spMkLst>
            <pc:docMk/>
            <pc:sldMk cId="3696074111" sldId="2076139075"/>
            <ac:spMk id="43" creationId="{B3C4474D-C26A-BF13-B8C6-929546BC0935}"/>
          </ac:spMkLst>
        </pc:spChg>
        <pc:spChg chg="del">
          <ac:chgData name="Hironari Yamada" userId="e57621f8-ec3c-449e-bb19-001fffcc008e" providerId="ADAL" clId="{BC0BD879-F267-5CCA-8DEA-E3B2DD07DA4E}" dt="2026-07-31T01:13:51.479" v="12873" actId="478"/>
          <ac:spMkLst>
            <pc:docMk/>
            <pc:sldMk cId="3696074111" sldId="2076139075"/>
            <ac:spMk id="44" creationId="{633C4E96-C014-6AAA-670A-35EB576918B5}"/>
          </ac:spMkLst>
        </pc:spChg>
        <pc:spChg chg="del">
          <ac:chgData name="Hironari Yamada" userId="e57621f8-ec3c-449e-bb19-001fffcc008e" providerId="ADAL" clId="{BC0BD879-F267-5CCA-8DEA-E3B2DD07DA4E}" dt="2026-07-31T01:13:51.479" v="12873" actId="478"/>
          <ac:spMkLst>
            <pc:docMk/>
            <pc:sldMk cId="3696074111" sldId="2076139075"/>
            <ac:spMk id="45" creationId="{6F65A244-3DB3-CB70-5EE5-757B008CE37E}"/>
          </ac:spMkLst>
        </pc:spChg>
        <pc:spChg chg="del">
          <ac:chgData name="Hironari Yamada" userId="e57621f8-ec3c-449e-bb19-001fffcc008e" providerId="ADAL" clId="{BC0BD879-F267-5CCA-8DEA-E3B2DD07DA4E}" dt="2026-07-31T01:13:51.479" v="12873" actId="478"/>
          <ac:spMkLst>
            <pc:docMk/>
            <pc:sldMk cId="3696074111" sldId="2076139075"/>
            <ac:spMk id="46" creationId="{2CB7D8B0-9106-F1C5-FF8F-A1DC0F1D5668}"/>
          </ac:spMkLst>
        </pc:spChg>
        <pc:picChg chg="add mod">
          <ac:chgData name="Hironari Yamada" userId="e57621f8-ec3c-449e-bb19-001fffcc008e" providerId="ADAL" clId="{BC0BD879-F267-5CCA-8DEA-E3B2DD07DA4E}" dt="2026-07-31T01:14:08.711" v="12876" actId="1076"/>
          <ac:picMkLst>
            <pc:docMk/>
            <pc:sldMk cId="3696074111" sldId="2076139075"/>
            <ac:picMk id="7" creationId="{4B94A753-FBAB-8DD0-EF1A-429A486D463D}"/>
          </ac:picMkLst>
        </pc:picChg>
        <pc:picChg chg="add mod">
          <ac:chgData name="Hironari Yamada" userId="e57621f8-ec3c-449e-bb19-001fffcc008e" providerId="ADAL" clId="{BC0BD879-F267-5CCA-8DEA-E3B2DD07DA4E}" dt="2026-07-31T01:14:12.880" v="12877" actId="1076"/>
          <ac:picMkLst>
            <pc:docMk/>
            <pc:sldMk cId="3696074111" sldId="2076139075"/>
            <ac:picMk id="8" creationId="{AA62A518-2CCA-F23D-BA08-43D2A87FE5DB}"/>
          </ac:picMkLst>
        </pc:picChg>
        <pc:cxnChg chg="del">
          <ac:chgData name="Hironari Yamada" userId="e57621f8-ec3c-449e-bb19-001fffcc008e" providerId="ADAL" clId="{BC0BD879-F267-5CCA-8DEA-E3B2DD07DA4E}" dt="2026-07-31T01:13:51.479" v="12873" actId="478"/>
          <ac:cxnSpMkLst>
            <pc:docMk/>
            <pc:sldMk cId="3696074111" sldId="2076139075"/>
            <ac:cxnSpMk id="49" creationId="{099170AE-9687-F4DA-6A23-35BCEAAD3593}"/>
          </ac:cxnSpMkLst>
        </pc:cxnChg>
      </pc:sldChg>
      <pc:sldChg chg="addSp delSp modSp add mod ord">
        <pc:chgData name="Hironari Yamada" userId="e57621f8-ec3c-449e-bb19-001fffcc008e" providerId="ADAL" clId="{BC0BD879-F267-5CCA-8DEA-E3B2DD07DA4E}" dt="2026-07-31T01:44:22.621" v="13057" actId="26606"/>
        <pc:sldMkLst>
          <pc:docMk/>
          <pc:sldMk cId="3227163676" sldId="2076139076"/>
        </pc:sldMkLst>
        <pc:spChg chg="mod">
          <ac:chgData name="Hironari Yamada" userId="e57621f8-ec3c-449e-bb19-001fffcc008e" providerId="ADAL" clId="{BC0BD879-F267-5CCA-8DEA-E3B2DD07DA4E}" dt="2026-07-31T01:44:22.621" v="13057" actId="26606"/>
          <ac:spMkLst>
            <pc:docMk/>
            <pc:sldMk cId="3227163676" sldId="2076139076"/>
            <ac:spMk id="3" creationId="{FC3ECC67-0459-FD42-C543-FCE0EA55A47C}"/>
          </ac:spMkLst>
        </pc:spChg>
        <pc:spChg chg="add del mod">
          <ac:chgData name="Hironari Yamada" userId="e57621f8-ec3c-449e-bb19-001fffcc008e" providerId="ADAL" clId="{BC0BD879-F267-5CCA-8DEA-E3B2DD07DA4E}" dt="2026-07-31T01:34:33.912" v="12942"/>
          <ac:spMkLst>
            <pc:docMk/>
            <pc:sldMk cId="3227163676" sldId="2076139076"/>
            <ac:spMk id="5" creationId="{55F8F21C-DBAD-BDE6-EB12-8613E18399E0}"/>
          </ac:spMkLst>
        </pc:spChg>
        <pc:spChg chg="add mod">
          <ac:chgData name="Hironari Yamada" userId="e57621f8-ec3c-449e-bb19-001fffcc008e" providerId="ADAL" clId="{BC0BD879-F267-5CCA-8DEA-E3B2DD07DA4E}" dt="2026-07-31T01:36:01.611" v="12968" actId="1076"/>
          <ac:spMkLst>
            <pc:docMk/>
            <pc:sldMk cId="3227163676" sldId="2076139076"/>
            <ac:spMk id="7" creationId="{93FB4B70-90C9-2C1B-229B-B03D0CE94AFE}"/>
          </ac:spMkLst>
        </pc:spChg>
        <pc:spChg chg="mod">
          <ac:chgData name="Hironari Yamada" userId="e57621f8-ec3c-449e-bb19-001fffcc008e" providerId="ADAL" clId="{BC0BD879-F267-5CCA-8DEA-E3B2DD07DA4E}" dt="2026-07-31T01:30:59.458" v="12881"/>
          <ac:spMkLst>
            <pc:docMk/>
            <pc:sldMk cId="3227163676" sldId="2076139076"/>
            <ac:spMk id="9" creationId="{89954EB2-B37A-4729-261B-BCDCF674E91C}"/>
          </ac:spMkLst>
        </pc:spChg>
        <pc:spChg chg="add mod">
          <ac:chgData name="Hironari Yamada" userId="e57621f8-ec3c-449e-bb19-001fffcc008e" providerId="ADAL" clId="{BC0BD879-F267-5CCA-8DEA-E3B2DD07DA4E}" dt="2026-07-31T01:36:01.611" v="12968" actId="1076"/>
          <ac:spMkLst>
            <pc:docMk/>
            <pc:sldMk cId="3227163676" sldId="2076139076"/>
            <ac:spMk id="12" creationId="{7D737182-D1E6-4B20-7095-6598CDCD196E}"/>
          </ac:spMkLst>
        </pc:spChg>
        <pc:spChg chg="del">
          <ac:chgData name="Hironari Yamada" userId="e57621f8-ec3c-449e-bb19-001fffcc008e" providerId="ADAL" clId="{BC0BD879-F267-5CCA-8DEA-E3B2DD07DA4E}" dt="2026-07-31T01:31:03.017" v="12882" actId="478"/>
          <ac:spMkLst>
            <pc:docMk/>
            <pc:sldMk cId="3227163676" sldId="2076139076"/>
            <ac:spMk id="39" creationId="{7A355229-3C33-78BC-3EA4-6A508E81E49A}"/>
          </ac:spMkLst>
        </pc:spChg>
        <pc:spChg chg="del">
          <ac:chgData name="Hironari Yamada" userId="e57621f8-ec3c-449e-bb19-001fffcc008e" providerId="ADAL" clId="{BC0BD879-F267-5CCA-8DEA-E3B2DD07DA4E}" dt="2026-07-31T01:31:03.017" v="12882" actId="478"/>
          <ac:spMkLst>
            <pc:docMk/>
            <pc:sldMk cId="3227163676" sldId="2076139076"/>
            <ac:spMk id="40" creationId="{7183F657-AAA1-F846-3920-E6B81741B263}"/>
          </ac:spMkLst>
        </pc:spChg>
        <pc:spChg chg="del">
          <ac:chgData name="Hironari Yamada" userId="e57621f8-ec3c-449e-bb19-001fffcc008e" providerId="ADAL" clId="{BC0BD879-F267-5CCA-8DEA-E3B2DD07DA4E}" dt="2026-07-31T01:31:03.017" v="12882" actId="478"/>
          <ac:spMkLst>
            <pc:docMk/>
            <pc:sldMk cId="3227163676" sldId="2076139076"/>
            <ac:spMk id="41" creationId="{834FE3EE-1656-1CCA-5364-E7FCCFF31919}"/>
          </ac:spMkLst>
        </pc:spChg>
        <pc:spChg chg="del">
          <ac:chgData name="Hironari Yamada" userId="e57621f8-ec3c-449e-bb19-001fffcc008e" providerId="ADAL" clId="{BC0BD879-F267-5CCA-8DEA-E3B2DD07DA4E}" dt="2026-07-31T01:31:03.017" v="12882" actId="478"/>
          <ac:spMkLst>
            <pc:docMk/>
            <pc:sldMk cId="3227163676" sldId="2076139076"/>
            <ac:spMk id="42" creationId="{148C74F7-6B19-14E8-BA12-72FF422A8926}"/>
          </ac:spMkLst>
        </pc:spChg>
        <pc:spChg chg="del">
          <ac:chgData name="Hironari Yamada" userId="e57621f8-ec3c-449e-bb19-001fffcc008e" providerId="ADAL" clId="{BC0BD879-F267-5CCA-8DEA-E3B2DD07DA4E}" dt="2026-07-31T01:31:03.017" v="12882" actId="478"/>
          <ac:spMkLst>
            <pc:docMk/>
            <pc:sldMk cId="3227163676" sldId="2076139076"/>
            <ac:spMk id="43" creationId="{F0DDAFA9-CC05-12AB-7683-021014C64ADA}"/>
          </ac:spMkLst>
        </pc:spChg>
        <pc:spChg chg="del">
          <ac:chgData name="Hironari Yamada" userId="e57621f8-ec3c-449e-bb19-001fffcc008e" providerId="ADAL" clId="{BC0BD879-F267-5CCA-8DEA-E3B2DD07DA4E}" dt="2026-07-31T01:31:03.017" v="12882" actId="478"/>
          <ac:spMkLst>
            <pc:docMk/>
            <pc:sldMk cId="3227163676" sldId="2076139076"/>
            <ac:spMk id="44" creationId="{D852EBAC-7606-2C43-7A8F-6F06D47E8902}"/>
          </ac:spMkLst>
        </pc:spChg>
        <pc:spChg chg="del">
          <ac:chgData name="Hironari Yamada" userId="e57621f8-ec3c-449e-bb19-001fffcc008e" providerId="ADAL" clId="{BC0BD879-F267-5CCA-8DEA-E3B2DD07DA4E}" dt="2026-07-31T01:31:03.017" v="12882" actId="478"/>
          <ac:spMkLst>
            <pc:docMk/>
            <pc:sldMk cId="3227163676" sldId="2076139076"/>
            <ac:spMk id="45" creationId="{123DACEB-97EB-17C6-203B-FF3FE2040753}"/>
          </ac:spMkLst>
        </pc:spChg>
        <pc:spChg chg="del">
          <ac:chgData name="Hironari Yamada" userId="e57621f8-ec3c-449e-bb19-001fffcc008e" providerId="ADAL" clId="{BC0BD879-F267-5CCA-8DEA-E3B2DD07DA4E}" dt="2026-07-31T01:31:03.017" v="12882" actId="478"/>
          <ac:spMkLst>
            <pc:docMk/>
            <pc:sldMk cId="3227163676" sldId="2076139076"/>
            <ac:spMk id="46" creationId="{CA735539-2B03-FE5F-BF49-F1D4F3F41215}"/>
          </ac:spMkLst>
        </pc:spChg>
        <pc:picChg chg="add mod">
          <ac:chgData name="Hironari Yamada" userId="e57621f8-ec3c-449e-bb19-001fffcc008e" providerId="ADAL" clId="{BC0BD879-F267-5CCA-8DEA-E3B2DD07DA4E}" dt="2026-07-31T01:34:44.075" v="12945" actId="1076"/>
          <ac:picMkLst>
            <pc:docMk/>
            <pc:sldMk cId="3227163676" sldId="2076139076"/>
            <ac:picMk id="8" creationId="{A1736D00-A071-2D85-1C24-941CE0C82729}"/>
          </ac:picMkLst>
        </pc:picChg>
        <pc:picChg chg="add mod">
          <ac:chgData name="Hironari Yamada" userId="e57621f8-ec3c-449e-bb19-001fffcc008e" providerId="ADAL" clId="{BC0BD879-F267-5CCA-8DEA-E3B2DD07DA4E}" dt="2026-07-31T01:34:44.075" v="12945" actId="1076"/>
          <ac:picMkLst>
            <pc:docMk/>
            <pc:sldMk cId="3227163676" sldId="2076139076"/>
            <ac:picMk id="10" creationId="{CC4F1C92-B85B-9059-E160-9ECB2A5EEE95}"/>
          </ac:picMkLst>
        </pc:picChg>
        <pc:picChg chg="add mod">
          <ac:chgData name="Hironari Yamada" userId="e57621f8-ec3c-449e-bb19-001fffcc008e" providerId="ADAL" clId="{BC0BD879-F267-5CCA-8DEA-E3B2DD07DA4E}" dt="2026-07-31T01:44:22.621" v="13057" actId="26606"/>
          <ac:picMkLst>
            <pc:docMk/>
            <pc:sldMk cId="3227163676" sldId="2076139076"/>
            <ac:picMk id="11" creationId="{85EE2F22-1950-06FD-F8C1-94FD4B9EB437}"/>
          </ac:picMkLst>
        </pc:picChg>
        <pc:picChg chg="add mod">
          <ac:chgData name="Hironari Yamada" userId="e57621f8-ec3c-449e-bb19-001fffcc008e" providerId="ADAL" clId="{BC0BD879-F267-5CCA-8DEA-E3B2DD07DA4E}" dt="2026-07-31T01:34:55.371" v="12950" actId="1076"/>
          <ac:picMkLst>
            <pc:docMk/>
            <pc:sldMk cId="3227163676" sldId="2076139076"/>
            <ac:picMk id="13" creationId="{B6DCD75F-CB7B-1A1A-6DB6-359D164092CC}"/>
          </ac:picMkLst>
        </pc:picChg>
        <pc:cxnChg chg="del">
          <ac:chgData name="Hironari Yamada" userId="e57621f8-ec3c-449e-bb19-001fffcc008e" providerId="ADAL" clId="{BC0BD879-F267-5CCA-8DEA-E3B2DD07DA4E}" dt="2026-07-31T01:31:03.017" v="12882" actId="478"/>
          <ac:cxnSpMkLst>
            <pc:docMk/>
            <pc:sldMk cId="3227163676" sldId="2076139076"/>
            <ac:cxnSpMk id="49" creationId="{07043DCD-3637-A772-1DC5-26C4805F0AD5}"/>
          </ac:cxnSpMkLst>
        </pc:cxnChg>
      </pc:sldChg>
      <pc:sldChg chg="addSp modSp add mod">
        <pc:chgData name="Hironari Yamada" userId="e57621f8-ec3c-449e-bb19-001fffcc008e" providerId="ADAL" clId="{BC0BD879-F267-5CCA-8DEA-E3B2DD07DA4E}" dt="2026-07-31T01:46:10.144" v="13106" actId="1035"/>
        <pc:sldMkLst>
          <pc:docMk/>
          <pc:sldMk cId="2027983538" sldId="2076139077"/>
        </pc:sldMkLst>
        <pc:spChg chg="mod">
          <ac:chgData name="Hironari Yamada" userId="e57621f8-ec3c-449e-bb19-001fffcc008e" providerId="ADAL" clId="{BC0BD879-F267-5CCA-8DEA-E3B2DD07DA4E}" dt="2026-07-31T01:44:22.621" v="13057" actId="26606"/>
          <ac:spMkLst>
            <pc:docMk/>
            <pc:sldMk cId="2027983538" sldId="2076139077"/>
            <ac:spMk id="3" creationId="{651D7DE3-5B45-0ABF-F939-BB5DF2A94B19}"/>
          </ac:spMkLst>
        </pc:spChg>
        <pc:spChg chg="add mod">
          <ac:chgData name="Hironari Yamada" userId="e57621f8-ec3c-449e-bb19-001fffcc008e" providerId="ADAL" clId="{BC0BD879-F267-5CCA-8DEA-E3B2DD07DA4E}" dt="2026-07-31T01:46:10.144" v="13106" actId="1035"/>
          <ac:spMkLst>
            <pc:docMk/>
            <pc:sldMk cId="2027983538" sldId="2076139077"/>
            <ac:spMk id="5" creationId="{2CA83567-22D8-6C7D-E7CC-EC14A1EB3C91}"/>
          </ac:spMkLst>
        </pc:spChg>
        <pc:spChg chg="mod">
          <ac:chgData name="Hironari Yamada" userId="e57621f8-ec3c-449e-bb19-001fffcc008e" providerId="ADAL" clId="{BC0BD879-F267-5CCA-8DEA-E3B2DD07DA4E}" dt="2026-07-31T01:35:06.362" v="12952"/>
          <ac:spMkLst>
            <pc:docMk/>
            <pc:sldMk cId="2027983538" sldId="2076139077"/>
            <ac:spMk id="9" creationId="{927C97F1-0606-6420-C4CF-9232E9DD6140}"/>
          </ac:spMkLst>
        </pc:spChg>
        <pc:picChg chg="add mod">
          <ac:chgData name="Hironari Yamada" userId="e57621f8-ec3c-449e-bb19-001fffcc008e" providerId="ADAL" clId="{BC0BD879-F267-5CCA-8DEA-E3B2DD07DA4E}" dt="2026-07-31T01:46:10.144" v="13106" actId="1035"/>
          <ac:picMkLst>
            <pc:docMk/>
            <pc:sldMk cId="2027983538" sldId="2076139077"/>
            <ac:picMk id="7" creationId="{6EB16B51-E6D6-74DC-09A7-C719173F3DEA}"/>
          </ac:picMkLst>
        </pc:picChg>
        <pc:picChg chg="add mod">
          <ac:chgData name="Hironari Yamada" userId="e57621f8-ec3c-449e-bb19-001fffcc008e" providerId="ADAL" clId="{BC0BD879-F267-5CCA-8DEA-E3B2DD07DA4E}" dt="2026-07-31T01:46:10.144" v="13106" actId="1035"/>
          <ac:picMkLst>
            <pc:docMk/>
            <pc:sldMk cId="2027983538" sldId="2076139077"/>
            <ac:picMk id="8" creationId="{61E6BEBF-3631-9D6F-BB79-8CDCBDD66024}"/>
          </ac:picMkLst>
        </pc:picChg>
        <pc:picChg chg="add mod">
          <ac:chgData name="Hironari Yamada" userId="e57621f8-ec3c-449e-bb19-001fffcc008e" providerId="ADAL" clId="{BC0BD879-F267-5CCA-8DEA-E3B2DD07DA4E}" dt="2026-07-31T01:46:10.144" v="13106" actId="1035"/>
          <ac:picMkLst>
            <pc:docMk/>
            <pc:sldMk cId="2027983538" sldId="2076139077"/>
            <ac:picMk id="10" creationId="{7BBDF21B-4C8F-889D-78A9-0695976C7DA2}"/>
          </ac:picMkLst>
        </pc:picChg>
      </pc:sldChg>
      <pc:sldChg chg="add del">
        <pc:chgData name="Hironari Yamada" userId="e57621f8-ec3c-449e-bb19-001fffcc008e" providerId="ADAL" clId="{BC0BD879-F267-5CCA-8DEA-E3B2DD07DA4E}" dt="2026-07-31T01:31:05.139" v="12883" actId="2696"/>
        <pc:sldMkLst>
          <pc:docMk/>
          <pc:sldMk cId="3363220275" sldId="2076139077"/>
        </pc:sldMkLst>
      </pc:sldChg>
      <pc:sldChg chg="addSp modSp add mod">
        <pc:chgData name="Hironari Yamada" userId="e57621f8-ec3c-449e-bb19-001fffcc008e" providerId="ADAL" clId="{BC0BD879-F267-5CCA-8DEA-E3B2DD07DA4E}" dt="2026-07-31T01:44:22.621" v="13057" actId="26606"/>
        <pc:sldMkLst>
          <pc:docMk/>
          <pc:sldMk cId="2757518928" sldId="2076139078"/>
        </pc:sldMkLst>
        <pc:spChg chg="mod">
          <ac:chgData name="Hironari Yamada" userId="e57621f8-ec3c-449e-bb19-001fffcc008e" providerId="ADAL" clId="{BC0BD879-F267-5CCA-8DEA-E3B2DD07DA4E}" dt="2026-07-31T01:44:22.621" v="13057" actId="26606"/>
          <ac:spMkLst>
            <pc:docMk/>
            <pc:sldMk cId="2757518928" sldId="2076139078"/>
            <ac:spMk id="3" creationId="{882A0170-E047-4C57-D368-A83BA2A4F910}"/>
          </ac:spMkLst>
        </pc:spChg>
        <pc:spChg chg="add mod">
          <ac:chgData name="Hironari Yamada" userId="e57621f8-ec3c-449e-bb19-001fffcc008e" providerId="ADAL" clId="{BC0BD879-F267-5CCA-8DEA-E3B2DD07DA4E}" dt="2026-07-31T01:36:41.010" v="12978" actId="404"/>
          <ac:spMkLst>
            <pc:docMk/>
            <pc:sldMk cId="2757518928" sldId="2076139078"/>
            <ac:spMk id="5" creationId="{1C7E7BCE-3B0D-2C7E-FB5B-0B4422118783}"/>
          </ac:spMkLst>
        </pc:spChg>
        <pc:spChg chg="mod">
          <ac:chgData name="Hironari Yamada" userId="e57621f8-ec3c-449e-bb19-001fffcc008e" providerId="ADAL" clId="{BC0BD879-F267-5CCA-8DEA-E3B2DD07DA4E}" dt="2026-07-31T01:36:27.300" v="12974"/>
          <ac:spMkLst>
            <pc:docMk/>
            <pc:sldMk cId="2757518928" sldId="2076139078"/>
            <ac:spMk id="9" creationId="{2030E689-D841-DCDB-DE82-A0A47CA93070}"/>
          </ac:spMkLst>
        </pc:spChg>
        <pc:picChg chg="add mod">
          <ac:chgData name="Hironari Yamada" userId="e57621f8-ec3c-449e-bb19-001fffcc008e" providerId="ADAL" clId="{BC0BD879-F267-5CCA-8DEA-E3B2DD07DA4E}" dt="2026-07-31T01:37:00.423" v="12985" actId="1076"/>
          <ac:picMkLst>
            <pc:docMk/>
            <pc:sldMk cId="2757518928" sldId="2076139078"/>
            <ac:picMk id="7" creationId="{DBE6588D-CAD1-0279-EF97-227F9F6736F1}"/>
          </ac:picMkLst>
        </pc:picChg>
      </pc:sldChg>
      <pc:sldChg chg="addSp delSp modSp add mod">
        <pc:chgData name="Hironari Yamada" userId="e57621f8-ec3c-449e-bb19-001fffcc008e" providerId="ADAL" clId="{BC0BD879-F267-5CCA-8DEA-E3B2DD07DA4E}" dt="2026-07-31T01:45:53.452" v="13092" actId="404"/>
        <pc:sldMkLst>
          <pc:docMk/>
          <pc:sldMk cId="2049357670" sldId="2076139079"/>
        </pc:sldMkLst>
        <pc:spChg chg="mod">
          <ac:chgData name="Hironari Yamada" userId="e57621f8-ec3c-449e-bb19-001fffcc008e" providerId="ADAL" clId="{BC0BD879-F267-5CCA-8DEA-E3B2DD07DA4E}" dt="2026-07-31T01:44:22.621" v="13057" actId="26606"/>
          <ac:spMkLst>
            <pc:docMk/>
            <pc:sldMk cId="2049357670" sldId="2076139079"/>
            <ac:spMk id="3" creationId="{6EB67AAB-55E0-FA2B-1767-0CD126EF6570}"/>
          </ac:spMkLst>
        </pc:spChg>
        <pc:spChg chg="add mod">
          <ac:chgData name="Hironari Yamada" userId="e57621f8-ec3c-449e-bb19-001fffcc008e" providerId="ADAL" clId="{BC0BD879-F267-5CCA-8DEA-E3B2DD07DA4E}" dt="2026-07-31T01:44:32.740" v="13067" actId="1076"/>
          <ac:spMkLst>
            <pc:docMk/>
            <pc:sldMk cId="2049357670" sldId="2076139079"/>
            <ac:spMk id="5" creationId="{679E4A5B-7A8F-E40E-B700-4656664359E3}"/>
          </ac:spMkLst>
        </pc:spChg>
        <pc:spChg chg="del mod">
          <ac:chgData name="Hironari Yamada" userId="e57621f8-ec3c-449e-bb19-001fffcc008e" providerId="ADAL" clId="{BC0BD879-F267-5CCA-8DEA-E3B2DD07DA4E}" dt="2026-07-31T01:45:46.667" v="13088" actId="478"/>
          <ac:spMkLst>
            <pc:docMk/>
            <pc:sldMk cId="2049357670" sldId="2076139079"/>
            <ac:spMk id="7" creationId="{F06B3184-E1CD-D226-9EC5-77FC8989ABE5}"/>
          </ac:spMkLst>
        </pc:spChg>
        <pc:spChg chg="mod">
          <ac:chgData name="Hironari Yamada" userId="e57621f8-ec3c-449e-bb19-001fffcc008e" providerId="ADAL" clId="{BC0BD879-F267-5CCA-8DEA-E3B2DD07DA4E}" dt="2026-07-31T01:45:53.452" v="13092" actId="404"/>
          <ac:spMkLst>
            <pc:docMk/>
            <pc:sldMk cId="2049357670" sldId="2076139079"/>
            <ac:spMk id="8" creationId="{408C3973-2C00-5719-5F04-C1E9B90EFF6D}"/>
          </ac:spMkLst>
        </pc:spChg>
        <pc:spChg chg="mod">
          <ac:chgData name="Hironari Yamada" userId="e57621f8-ec3c-449e-bb19-001fffcc008e" providerId="ADAL" clId="{BC0BD879-F267-5CCA-8DEA-E3B2DD07DA4E}" dt="2026-07-31T01:39:58.499" v="13019"/>
          <ac:spMkLst>
            <pc:docMk/>
            <pc:sldMk cId="2049357670" sldId="2076139079"/>
            <ac:spMk id="9" creationId="{B297FFBF-E711-C4AB-601E-8410BB9B375E}"/>
          </ac:spMkLst>
        </pc:spChg>
        <pc:spChg chg="mod">
          <ac:chgData name="Hironari Yamada" userId="e57621f8-ec3c-449e-bb19-001fffcc008e" providerId="ADAL" clId="{BC0BD879-F267-5CCA-8DEA-E3B2DD07DA4E}" dt="2026-07-31T01:40:18.059" v="13022" actId="207"/>
          <ac:spMkLst>
            <pc:docMk/>
            <pc:sldMk cId="2049357670" sldId="2076139079"/>
            <ac:spMk id="11" creationId="{445B9EEF-7534-EA19-DF89-1057B3316D52}"/>
          </ac:spMkLst>
        </pc:spChg>
        <pc:spChg chg="mod">
          <ac:chgData name="Hironari Yamada" userId="e57621f8-ec3c-449e-bb19-001fffcc008e" providerId="ADAL" clId="{BC0BD879-F267-5CCA-8DEA-E3B2DD07DA4E}" dt="2026-07-31T01:40:18.059" v="13022" actId="207"/>
          <ac:spMkLst>
            <pc:docMk/>
            <pc:sldMk cId="2049357670" sldId="2076139079"/>
            <ac:spMk id="12" creationId="{12A5E988-02E5-D3C2-8212-379F94DB421D}"/>
          </ac:spMkLst>
        </pc:spChg>
        <pc:spChg chg="mod">
          <ac:chgData name="Hironari Yamada" userId="e57621f8-ec3c-449e-bb19-001fffcc008e" providerId="ADAL" clId="{BC0BD879-F267-5CCA-8DEA-E3B2DD07DA4E}" dt="2026-07-31T01:40:18.059" v="13022" actId="207"/>
          <ac:spMkLst>
            <pc:docMk/>
            <pc:sldMk cId="2049357670" sldId="2076139079"/>
            <ac:spMk id="15" creationId="{20CD4A34-216C-407F-8E86-71E7FDECCAF6}"/>
          </ac:spMkLst>
        </pc:spChg>
        <pc:spChg chg="add del mod">
          <ac:chgData name="Hironari Yamada" userId="e57621f8-ec3c-449e-bb19-001fffcc008e" providerId="ADAL" clId="{BC0BD879-F267-5CCA-8DEA-E3B2DD07DA4E}" dt="2026-07-31T01:44:49.684" v="13072" actId="478"/>
          <ac:spMkLst>
            <pc:docMk/>
            <pc:sldMk cId="2049357670" sldId="2076139079"/>
            <ac:spMk id="16" creationId="{7F0DDCE8-83F8-C275-7187-AA11E9CF1D64}"/>
          </ac:spMkLst>
        </pc:spChg>
        <pc:spChg chg="mod">
          <ac:chgData name="Hironari Yamada" userId="e57621f8-ec3c-449e-bb19-001fffcc008e" providerId="ADAL" clId="{BC0BD879-F267-5CCA-8DEA-E3B2DD07DA4E}" dt="2026-07-31T01:40:18.059" v="13022" actId="207"/>
          <ac:spMkLst>
            <pc:docMk/>
            <pc:sldMk cId="2049357670" sldId="2076139079"/>
            <ac:spMk id="18" creationId="{3DD77DED-C245-0119-D98F-EEB143207E77}"/>
          </ac:spMkLst>
        </pc:spChg>
        <pc:spChg chg="mod">
          <ac:chgData name="Hironari Yamada" userId="e57621f8-ec3c-449e-bb19-001fffcc008e" providerId="ADAL" clId="{BC0BD879-F267-5CCA-8DEA-E3B2DD07DA4E}" dt="2026-07-31T01:40:18.059" v="13022" actId="207"/>
          <ac:spMkLst>
            <pc:docMk/>
            <pc:sldMk cId="2049357670" sldId="2076139079"/>
            <ac:spMk id="19" creationId="{B529A329-3277-00FD-B846-2A9109FFEC90}"/>
          </ac:spMkLst>
        </pc:spChg>
        <pc:spChg chg="add del mod">
          <ac:chgData name="Hironari Yamada" userId="e57621f8-ec3c-449e-bb19-001fffcc008e" providerId="ADAL" clId="{BC0BD879-F267-5CCA-8DEA-E3B2DD07DA4E}" dt="2026-07-31T01:44:56.539" v="13075" actId="478"/>
          <ac:spMkLst>
            <pc:docMk/>
            <pc:sldMk cId="2049357670" sldId="2076139079"/>
            <ac:spMk id="20" creationId="{4A4C9365-FB0B-E46B-0CBC-834FC9909642}"/>
          </ac:spMkLst>
        </pc:spChg>
        <pc:spChg chg="mod">
          <ac:chgData name="Hironari Yamada" userId="e57621f8-ec3c-449e-bb19-001fffcc008e" providerId="ADAL" clId="{BC0BD879-F267-5CCA-8DEA-E3B2DD07DA4E}" dt="2026-07-31T01:40:18.059" v="13022" actId="207"/>
          <ac:spMkLst>
            <pc:docMk/>
            <pc:sldMk cId="2049357670" sldId="2076139079"/>
            <ac:spMk id="23" creationId="{B216249B-0A2B-A536-022A-722A071ADEFA}"/>
          </ac:spMkLst>
        </pc:spChg>
        <pc:spChg chg="mod">
          <ac:chgData name="Hironari Yamada" userId="e57621f8-ec3c-449e-bb19-001fffcc008e" providerId="ADAL" clId="{BC0BD879-F267-5CCA-8DEA-E3B2DD07DA4E}" dt="2026-07-31T01:40:18.059" v="13022" actId="207"/>
          <ac:spMkLst>
            <pc:docMk/>
            <pc:sldMk cId="2049357670" sldId="2076139079"/>
            <ac:spMk id="24" creationId="{723EC2EF-25D7-D38F-2DC0-527F212D3B8D}"/>
          </ac:spMkLst>
        </pc:spChg>
        <pc:spChg chg="del mod">
          <ac:chgData name="Hironari Yamada" userId="e57621f8-ec3c-449e-bb19-001fffcc008e" providerId="ADAL" clId="{BC0BD879-F267-5CCA-8DEA-E3B2DD07DA4E}" dt="2026-07-31T01:44:59.134" v="13076" actId="478"/>
          <ac:spMkLst>
            <pc:docMk/>
            <pc:sldMk cId="2049357670" sldId="2076139079"/>
            <ac:spMk id="25" creationId="{E5F546AA-C15F-7D07-6184-AFF0F1942FEB}"/>
          </ac:spMkLst>
        </pc:spChg>
        <pc:spChg chg="del">
          <ac:chgData name="Hironari Yamada" userId="e57621f8-ec3c-449e-bb19-001fffcc008e" providerId="ADAL" clId="{BC0BD879-F267-5CCA-8DEA-E3B2DD07DA4E}" dt="2026-07-31T01:40:39.367" v="13056" actId="478"/>
          <ac:spMkLst>
            <pc:docMk/>
            <pc:sldMk cId="2049357670" sldId="2076139079"/>
            <ac:spMk id="47" creationId="{62BCF1D1-848A-CCDA-DF8E-286C0E75A40D}"/>
          </ac:spMkLst>
        </pc:spChg>
        <pc:grpChg chg="del mod">
          <ac:chgData name="Hironari Yamada" userId="e57621f8-ec3c-449e-bb19-001fffcc008e" providerId="ADAL" clId="{BC0BD879-F267-5CCA-8DEA-E3B2DD07DA4E}" dt="2026-07-31T01:44:40.488" v="13068" actId="478"/>
          <ac:grpSpMkLst>
            <pc:docMk/>
            <pc:sldMk cId="2049357670" sldId="2076139079"/>
            <ac:grpSpMk id="10" creationId="{4538170B-E27B-D291-0DED-0787DB824692}"/>
          </ac:grpSpMkLst>
        </pc:grpChg>
        <pc:grpChg chg="del mod">
          <ac:chgData name="Hironari Yamada" userId="e57621f8-ec3c-449e-bb19-001fffcc008e" providerId="ADAL" clId="{BC0BD879-F267-5CCA-8DEA-E3B2DD07DA4E}" dt="2026-07-31T01:44:40.488" v="13068" actId="478"/>
          <ac:grpSpMkLst>
            <pc:docMk/>
            <pc:sldMk cId="2049357670" sldId="2076139079"/>
            <ac:grpSpMk id="13" creationId="{A9FFA5CC-5C00-1E7F-DF42-0C0AA28B6C56}"/>
          </ac:grpSpMkLst>
        </pc:grpChg>
        <pc:grpChg chg="del mod">
          <ac:chgData name="Hironari Yamada" userId="e57621f8-ec3c-449e-bb19-001fffcc008e" providerId="ADAL" clId="{BC0BD879-F267-5CCA-8DEA-E3B2DD07DA4E}" dt="2026-07-31T01:44:40.488" v="13068" actId="478"/>
          <ac:grpSpMkLst>
            <pc:docMk/>
            <pc:sldMk cId="2049357670" sldId="2076139079"/>
            <ac:grpSpMk id="17" creationId="{029C9A70-8399-C2DE-E4A4-86C5EB97D40C}"/>
          </ac:grpSpMkLst>
        </pc:grpChg>
        <pc:grpChg chg="del mod">
          <ac:chgData name="Hironari Yamada" userId="e57621f8-ec3c-449e-bb19-001fffcc008e" providerId="ADAL" clId="{BC0BD879-F267-5CCA-8DEA-E3B2DD07DA4E}" dt="2026-07-31T01:44:40.488" v="13068" actId="478"/>
          <ac:grpSpMkLst>
            <pc:docMk/>
            <pc:sldMk cId="2049357670" sldId="2076139079"/>
            <ac:grpSpMk id="22" creationId="{0E7E64AC-99DD-7AC1-B46A-8F71451DD65F}"/>
          </ac:grpSpMkLst>
        </pc:grpChg>
        <pc:picChg chg="mod">
          <ac:chgData name="Hironari Yamada" userId="e57621f8-ec3c-449e-bb19-001fffcc008e" providerId="ADAL" clId="{BC0BD879-F267-5CCA-8DEA-E3B2DD07DA4E}" dt="2026-07-31T01:44:32.740" v="13067" actId="1076"/>
          <ac:picMkLst>
            <pc:docMk/>
            <pc:sldMk cId="2049357670" sldId="2076139079"/>
            <ac:picMk id="21" creationId="{0409FA0D-1935-C316-A412-C0063AE10560}"/>
          </ac:picMkLst>
        </pc:picChg>
      </pc:sldChg>
      <pc:sldChg chg="addSp delSp modSp add mod ord">
        <pc:chgData name="Hironari Yamada" userId="e57621f8-ec3c-449e-bb19-001fffcc008e" providerId="ADAL" clId="{BC0BD879-F267-5CCA-8DEA-E3B2DD07DA4E}" dt="2026-07-31T01:44:22.621" v="13057" actId="26606"/>
        <pc:sldMkLst>
          <pc:docMk/>
          <pc:sldMk cId="1055582850" sldId="2076139080"/>
        </pc:sldMkLst>
        <pc:spChg chg="mod">
          <ac:chgData name="Hironari Yamada" userId="e57621f8-ec3c-449e-bb19-001fffcc008e" providerId="ADAL" clId="{BC0BD879-F267-5CCA-8DEA-E3B2DD07DA4E}" dt="2026-07-31T01:44:22.621" v="13057" actId="26606"/>
          <ac:spMkLst>
            <pc:docMk/>
            <pc:sldMk cId="1055582850" sldId="2076139080"/>
            <ac:spMk id="3" creationId="{DBAF80D0-CCCF-1BF3-8C08-83CB993F86DC}"/>
          </ac:spMkLst>
        </pc:spChg>
        <pc:spChg chg="add del mod">
          <ac:chgData name="Hironari Yamada" userId="e57621f8-ec3c-449e-bb19-001fffcc008e" providerId="ADAL" clId="{BC0BD879-F267-5CCA-8DEA-E3B2DD07DA4E}" dt="2026-07-31T01:32:18.476" v="12906" actId="478"/>
          <ac:spMkLst>
            <pc:docMk/>
            <pc:sldMk cId="1055582850" sldId="2076139080"/>
            <ac:spMk id="5" creationId="{2FDD8ABB-FFF3-5CE9-5BDF-9E0A984D7FC6}"/>
          </ac:spMkLst>
        </pc:spChg>
        <pc:spChg chg="mod">
          <ac:chgData name="Hironari Yamada" userId="e57621f8-ec3c-449e-bb19-001fffcc008e" providerId="ADAL" clId="{BC0BD879-F267-5CCA-8DEA-E3B2DD07DA4E}" dt="2026-07-31T01:44:22.621" v="13057" actId="26606"/>
          <ac:spMkLst>
            <pc:docMk/>
            <pc:sldMk cId="1055582850" sldId="2076139080"/>
            <ac:spMk id="9" creationId="{BFDFB380-9541-5B62-8BA8-D8F38B8A4473}"/>
          </ac:spMkLst>
        </pc:spChg>
        <pc:spChg chg="add del mod">
          <ac:chgData name="Hironari Yamada" userId="e57621f8-ec3c-449e-bb19-001fffcc008e" providerId="ADAL" clId="{BC0BD879-F267-5CCA-8DEA-E3B2DD07DA4E}" dt="2026-07-31T01:32:18.476" v="12906" actId="478"/>
          <ac:spMkLst>
            <pc:docMk/>
            <pc:sldMk cId="1055582850" sldId="2076139080"/>
            <ac:spMk id="11" creationId="{BC0D2792-1E6F-C4A3-A20A-DA6B37D4DA28}"/>
          </ac:spMkLst>
        </pc:spChg>
        <pc:spChg chg="add mod">
          <ac:chgData name="Hironari Yamada" userId="e57621f8-ec3c-449e-bb19-001fffcc008e" providerId="ADAL" clId="{BC0BD879-F267-5CCA-8DEA-E3B2DD07DA4E}" dt="2026-07-31T01:36:05.956" v="12969" actId="404"/>
          <ac:spMkLst>
            <pc:docMk/>
            <pc:sldMk cId="1055582850" sldId="2076139080"/>
            <ac:spMk id="14" creationId="{AAE36F80-0D56-167C-FB09-34D216807C47}"/>
          </ac:spMkLst>
        </pc:spChg>
        <pc:spChg chg="add mod">
          <ac:chgData name="Hironari Yamada" userId="e57621f8-ec3c-449e-bb19-001fffcc008e" providerId="ADAL" clId="{BC0BD879-F267-5CCA-8DEA-E3B2DD07DA4E}" dt="2026-07-31T01:33:40.107" v="12935" actId="1036"/>
          <ac:spMkLst>
            <pc:docMk/>
            <pc:sldMk cId="1055582850" sldId="2076139080"/>
            <ac:spMk id="19" creationId="{17237AF0-2B7D-C137-7587-270023A6EC94}"/>
          </ac:spMkLst>
        </pc:spChg>
        <pc:grpChg chg="add mod">
          <ac:chgData name="Hironari Yamada" userId="e57621f8-ec3c-449e-bb19-001fffcc008e" providerId="ADAL" clId="{BC0BD879-F267-5CCA-8DEA-E3B2DD07DA4E}" dt="2026-07-31T01:33:29.737" v="12930" actId="14100"/>
          <ac:grpSpMkLst>
            <pc:docMk/>
            <pc:sldMk cId="1055582850" sldId="2076139080"/>
            <ac:grpSpMk id="15" creationId="{9DEDF3A5-3CC4-D823-9161-139AD45A37BD}"/>
          </ac:grpSpMkLst>
        </pc:grpChg>
        <pc:picChg chg="add del mod">
          <ac:chgData name="Hironari Yamada" userId="e57621f8-ec3c-449e-bb19-001fffcc008e" providerId="ADAL" clId="{BC0BD879-F267-5CCA-8DEA-E3B2DD07DA4E}" dt="2026-07-31T01:32:18.476" v="12906" actId="478"/>
          <ac:picMkLst>
            <pc:docMk/>
            <pc:sldMk cId="1055582850" sldId="2076139080"/>
            <ac:picMk id="7" creationId="{7AEC51B3-7A0C-AEF5-A790-6C4AAD722090}"/>
          </ac:picMkLst>
        </pc:picChg>
        <pc:picChg chg="add del mod">
          <ac:chgData name="Hironari Yamada" userId="e57621f8-ec3c-449e-bb19-001fffcc008e" providerId="ADAL" clId="{BC0BD879-F267-5CCA-8DEA-E3B2DD07DA4E}" dt="2026-07-31T01:32:18.476" v="12906" actId="478"/>
          <ac:picMkLst>
            <pc:docMk/>
            <pc:sldMk cId="1055582850" sldId="2076139080"/>
            <ac:picMk id="8" creationId="{2A5600E6-ADD4-C834-8576-A66670EB81D5}"/>
          </ac:picMkLst>
        </pc:picChg>
        <pc:picChg chg="add del mod">
          <ac:chgData name="Hironari Yamada" userId="e57621f8-ec3c-449e-bb19-001fffcc008e" providerId="ADAL" clId="{BC0BD879-F267-5CCA-8DEA-E3B2DD07DA4E}" dt="2026-07-31T01:32:18.476" v="12906" actId="478"/>
          <ac:picMkLst>
            <pc:docMk/>
            <pc:sldMk cId="1055582850" sldId="2076139080"/>
            <ac:picMk id="10" creationId="{6E63A15F-C4DA-3D73-7A43-75D69EF6BCDC}"/>
          </ac:picMkLst>
        </pc:picChg>
        <pc:picChg chg="add del mod">
          <ac:chgData name="Hironari Yamada" userId="e57621f8-ec3c-449e-bb19-001fffcc008e" providerId="ADAL" clId="{BC0BD879-F267-5CCA-8DEA-E3B2DD07DA4E}" dt="2026-07-31T01:32:18.476" v="12906" actId="478"/>
          <ac:picMkLst>
            <pc:docMk/>
            <pc:sldMk cId="1055582850" sldId="2076139080"/>
            <ac:picMk id="12" creationId="{89144EC4-0A2E-70BD-60AB-72C658342AA4}"/>
          </ac:picMkLst>
        </pc:picChg>
        <pc:picChg chg="add mod">
          <ac:chgData name="Hironari Yamada" userId="e57621f8-ec3c-449e-bb19-001fffcc008e" providerId="ADAL" clId="{BC0BD879-F267-5CCA-8DEA-E3B2DD07DA4E}" dt="2026-07-31T01:33:21.474" v="12929" actId="1076"/>
          <ac:picMkLst>
            <pc:docMk/>
            <pc:sldMk cId="1055582850" sldId="2076139080"/>
            <ac:picMk id="13" creationId="{1DE174E4-D63D-9C30-1816-67CD72E47DDE}"/>
          </ac:picMkLst>
        </pc:picChg>
        <pc:picChg chg="mod">
          <ac:chgData name="Hironari Yamada" userId="e57621f8-ec3c-449e-bb19-001fffcc008e" providerId="ADAL" clId="{BC0BD879-F267-5CCA-8DEA-E3B2DD07DA4E}" dt="2026-07-31T01:32:25.368" v="12907"/>
          <ac:picMkLst>
            <pc:docMk/>
            <pc:sldMk cId="1055582850" sldId="2076139080"/>
            <ac:picMk id="16" creationId="{101EE4AC-2A7B-EE84-EF94-8EC6D3CEF3C4}"/>
          </ac:picMkLst>
        </pc:picChg>
        <pc:picChg chg="mod">
          <ac:chgData name="Hironari Yamada" userId="e57621f8-ec3c-449e-bb19-001fffcc008e" providerId="ADAL" clId="{BC0BD879-F267-5CCA-8DEA-E3B2DD07DA4E}" dt="2026-07-31T01:32:25.368" v="12907"/>
          <ac:picMkLst>
            <pc:docMk/>
            <pc:sldMk cId="1055582850" sldId="2076139080"/>
            <ac:picMk id="17" creationId="{4D6D71E1-B7E3-49D9-3CB8-0CF70BA13AC8}"/>
          </ac:picMkLst>
        </pc:picChg>
        <pc:picChg chg="add mod">
          <ac:chgData name="Hironari Yamada" userId="e57621f8-ec3c-449e-bb19-001fffcc008e" providerId="ADAL" clId="{BC0BD879-F267-5CCA-8DEA-E3B2DD07DA4E}" dt="2026-07-31T01:33:21.474" v="12929" actId="1076"/>
          <ac:picMkLst>
            <pc:docMk/>
            <pc:sldMk cId="1055582850" sldId="2076139080"/>
            <ac:picMk id="18" creationId="{6FADA5CE-8D84-EC9F-4B61-14561BE7FBC2}"/>
          </ac:picMkLst>
        </pc:picChg>
      </pc:sldChg>
      <pc:sldChg chg="addSp delSp modSp add mod ord">
        <pc:chgData name="Hironari Yamada" userId="e57621f8-ec3c-449e-bb19-001fffcc008e" providerId="ADAL" clId="{BC0BD879-F267-5CCA-8DEA-E3B2DD07DA4E}" dt="2026-07-31T01:39:44.820" v="13017" actId="1076"/>
        <pc:sldMkLst>
          <pc:docMk/>
          <pc:sldMk cId="1949906395" sldId="2076139081"/>
        </pc:sldMkLst>
        <pc:spChg chg="del">
          <ac:chgData name="Hironari Yamada" userId="e57621f8-ec3c-449e-bb19-001fffcc008e" providerId="ADAL" clId="{BC0BD879-F267-5CCA-8DEA-E3B2DD07DA4E}" dt="2026-07-31T01:39:39.324" v="13014" actId="478"/>
          <ac:spMkLst>
            <pc:docMk/>
            <pc:sldMk cId="1949906395" sldId="2076139081"/>
            <ac:spMk id="3" creationId="{7B7B79F1-D658-EE10-B126-63A10970E35E}"/>
          </ac:spMkLst>
        </pc:spChg>
        <pc:spChg chg="mod">
          <ac:chgData name="Hironari Yamada" userId="e57621f8-ec3c-449e-bb19-001fffcc008e" providerId="ADAL" clId="{BC0BD879-F267-5CCA-8DEA-E3B2DD07DA4E}" dt="2026-07-31T01:37:48.056" v="12994" actId="1076"/>
          <ac:spMkLst>
            <pc:docMk/>
            <pc:sldMk cId="1949906395" sldId="2076139081"/>
            <ac:spMk id="4" creationId="{BEA55C57-14D2-1257-A8D6-E9FE59B70B10}"/>
          </ac:spMkLst>
        </pc:spChg>
        <pc:spChg chg="add mod">
          <ac:chgData name="Hironari Yamada" userId="e57621f8-ec3c-449e-bb19-001fffcc008e" providerId="ADAL" clId="{BC0BD879-F267-5CCA-8DEA-E3B2DD07DA4E}" dt="2026-07-31T01:39:42.091" v="13015" actId="1076"/>
          <ac:spMkLst>
            <pc:docMk/>
            <pc:sldMk cId="1949906395" sldId="2076139081"/>
            <ac:spMk id="5" creationId="{8154A733-CEDF-A5D8-DAE5-1F69F4693410}"/>
          </ac:spMkLst>
        </pc:spChg>
        <pc:spChg chg="mod">
          <ac:chgData name="Hironari Yamada" userId="e57621f8-ec3c-449e-bb19-001fffcc008e" providerId="ADAL" clId="{BC0BD879-F267-5CCA-8DEA-E3B2DD07DA4E}" dt="2026-07-31T01:37:31.139" v="12989" actId="113"/>
          <ac:spMkLst>
            <pc:docMk/>
            <pc:sldMk cId="1949906395" sldId="2076139081"/>
            <ac:spMk id="9" creationId="{1F6A6AA5-8B72-BB50-8E00-2819CA8D127D}"/>
          </ac:spMkLst>
        </pc:spChg>
        <pc:spChg chg="del">
          <ac:chgData name="Hironari Yamada" userId="e57621f8-ec3c-449e-bb19-001fffcc008e" providerId="ADAL" clId="{BC0BD879-F267-5CCA-8DEA-E3B2DD07DA4E}" dt="2026-07-31T01:39:01.958" v="13003" actId="478"/>
          <ac:spMkLst>
            <pc:docMk/>
            <pc:sldMk cId="1949906395" sldId="2076139081"/>
            <ac:spMk id="47" creationId="{DA45D720-3AE2-4385-4578-FB0858C63FE9}"/>
          </ac:spMkLst>
        </pc:spChg>
        <pc:picChg chg="add mod">
          <ac:chgData name="Hironari Yamada" userId="e57621f8-ec3c-449e-bb19-001fffcc008e" providerId="ADAL" clId="{BC0BD879-F267-5CCA-8DEA-E3B2DD07DA4E}" dt="2026-07-31T01:39:44.820" v="13017" actId="1076"/>
          <ac:picMkLst>
            <pc:docMk/>
            <pc:sldMk cId="1949906395" sldId="2076139081"/>
            <ac:picMk id="7" creationId="{D6A3C035-5E58-7B1B-B714-BEAF1F7D217D}"/>
          </ac:picMkLst>
        </pc:picChg>
      </pc:sldChg>
      <pc:sldChg chg="delSp modSp add del mod">
        <pc:chgData name="Hironari Yamada" userId="e57621f8-ec3c-449e-bb19-001fffcc008e" providerId="ADAL" clId="{BC0BD879-F267-5CCA-8DEA-E3B2DD07DA4E}" dt="2026-07-31T06:36:42.184" v="14275" actId="2696"/>
        <pc:sldMkLst>
          <pc:docMk/>
          <pc:sldMk cId="3127438687" sldId="2076139082"/>
        </pc:sldMkLst>
        <pc:spChg chg="del">
          <ac:chgData name="Hironari Yamada" userId="e57621f8-ec3c-449e-bb19-001fffcc008e" providerId="ADAL" clId="{BC0BD879-F267-5CCA-8DEA-E3B2DD07DA4E}" dt="2026-07-31T01:51:43.138" v="13108" actId="478"/>
          <ac:spMkLst>
            <pc:docMk/>
            <pc:sldMk cId="3127438687" sldId="2076139082"/>
            <ac:spMk id="5" creationId="{323DBBFC-DE44-53A8-E0CA-A8379E290793}"/>
          </ac:spMkLst>
        </pc:spChg>
        <pc:spChg chg="del">
          <ac:chgData name="Hironari Yamada" userId="e57621f8-ec3c-449e-bb19-001fffcc008e" providerId="ADAL" clId="{BC0BD879-F267-5CCA-8DEA-E3B2DD07DA4E}" dt="2026-07-31T01:51:43.138" v="13108" actId="478"/>
          <ac:spMkLst>
            <pc:docMk/>
            <pc:sldMk cId="3127438687" sldId="2076139082"/>
            <ac:spMk id="8" creationId="{0FDA4E06-0504-96B1-F53A-816390A8D5B8}"/>
          </ac:spMkLst>
        </pc:spChg>
        <pc:spChg chg="mod">
          <ac:chgData name="Hironari Yamada" userId="e57621f8-ec3c-449e-bb19-001fffcc008e" providerId="ADAL" clId="{BC0BD879-F267-5CCA-8DEA-E3B2DD07DA4E}" dt="2026-07-31T01:54:10.207" v="13146" actId="20577"/>
          <ac:spMkLst>
            <pc:docMk/>
            <pc:sldMk cId="3127438687" sldId="2076139082"/>
            <ac:spMk id="9" creationId="{29D27CF2-9224-3F53-882F-BFBEF09E2814}"/>
          </ac:spMkLst>
        </pc:spChg>
        <pc:picChg chg="del">
          <ac:chgData name="Hironari Yamada" userId="e57621f8-ec3c-449e-bb19-001fffcc008e" providerId="ADAL" clId="{BC0BD879-F267-5CCA-8DEA-E3B2DD07DA4E}" dt="2026-07-31T01:51:43.138" v="13108" actId="478"/>
          <ac:picMkLst>
            <pc:docMk/>
            <pc:sldMk cId="3127438687" sldId="2076139082"/>
            <ac:picMk id="21" creationId="{B8A2BA81-FE98-0EB6-E9B3-0DD33C1CDDED}"/>
          </ac:picMkLst>
        </pc:picChg>
      </pc:sldChg>
      <pc:sldChg chg="addSp delSp modSp add mod">
        <pc:chgData name="Hironari Yamada" userId="e57621f8-ec3c-449e-bb19-001fffcc008e" providerId="ADAL" clId="{BC0BD879-F267-5CCA-8DEA-E3B2DD07DA4E}" dt="2026-07-31T04:35:19.031" v="13394" actId="22"/>
        <pc:sldMkLst>
          <pc:docMk/>
          <pc:sldMk cId="1082158554" sldId="2076139083"/>
        </pc:sldMkLst>
        <pc:spChg chg="del">
          <ac:chgData name="Hironari Yamada" userId="e57621f8-ec3c-449e-bb19-001fffcc008e" providerId="ADAL" clId="{BC0BD879-F267-5CCA-8DEA-E3B2DD07DA4E}" dt="2026-07-31T01:54:16.871" v="13148" actId="478"/>
          <ac:spMkLst>
            <pc:docMk/>
            <pc:sldMk cId="1082158554" sldId="2076139083"/>
            <ac:spMk id="3" creationId="{49A940CE-CAC3-859D-B646-63D4A8B9AAE8}"/>
          </ac:spMkLst>
        </pc:spChg>
        <pc:spChg chg="add mod">
          <ac:chgData name="Hironari Yamada" userId="e57621f8-ec3c-449e-bb19-001fffcc008e" providerId="ADAL" clId="{BC0BD879-F267-5CCA-8DEA-E3B2DD07DA4E}" dt="2026-07-31T01:54:23.683" v="13149"/>
          <ac:spMkLst>
            <pc:docMk/>
            <pc:sldMk cId="1082158554" sldId="2076139083"/>
            <ac:spMk id="5" creationId="{89F84690-CF7A-0F60-79DF-42FE2365A21A}"/>
          </ac:spMkLst>
        </pc:spChg>
        <pc:spChg chg="mod">
          <ac:chgData name="Hironari Yamada" userId="e57621f8-ec3c-449e-bb19-001fffcc008e" providerId="ADAL" clId="{BC0BD879-F267-5CCA-8DEA-E3B2DD07DA4E}" dt="2026-07-31T04:27:46.036" v="13234" actId="1038"/>
          <ac:spMkLst>
            <pc:docMk/>
            <pc:sldMk cId="1082158554" sldId="2076139083"/>
            <ac:spMk id="6" creationId="{DF2ADA82-C3E9-7812-1489-00A06DF6E156}"/>
          </ac:spMkLst>
        </pc:spChg>
        <pc:spChg chg="add mod">
          <ac:chgData name="Hironari Yamada" userId="e57621f8-ec3c-449e-bb19-001fffcc008e" providerId="ADAL" clId="{BC0BD879-F267-5CCA-8DEA-E3B2DD07DA4E}" dt="2026-07-31T01:54:23.683" v="13149"/>
          <ac:spMkLst>
            <pc:docMk/>
            <pc:sldMk cId="1082158554" sldId="2076139083"/>
            <ac:spMk id="8" creationId="{306874A8-79EF-6A8B-1931-C7441CF98C4B}"/>
          </ac:spMkLst>
        </pc:spChg>
        <pc:spChg chg="add mod">
          <ac:chgData name="Hironari Yamada" userId="e57621f8-ec3c-449e-bb19-001fffcc008e" providerId="ADAL" clId="{BC0BD879-F267-5CCA-8DEA-E3B2DD07DA4E}" dt="2026-07-31T01:54:23.683" v="13149"/>
          <ac:spMkLst>
            <pc:docMk/>
            <pc:sldMk cId="1082158554" sldId="2076139083"/>
            <ac:spMk id="11" creationId="{07727406-BF0B-1063-B6A7-420BA950CF1D}"/>
          </ac:spMkLst>
        </pc:spChg>
        <pc:spChg chg="add mod">
          <ac:chgData name="Hironari Yamada" userId="e57621f8-ec3c-449e-bb19-001fffcc008e" providerId="ADAL" clId="{BC0BD879-F267-5CCA-8DEA-E3B2DD07DA4E}" dt="2026-07-31T01:54:23.683" v="13149"/>
          <ac:spMkLst>
            <pc:docMk/>
            <pc:sldMk cId="1082158554" sldId="2076139083"/>
            <ac:spMk id="17" creationId="{8415DC74-C156-34C6-684F-949F59DC348B}"/>
          </ac:spMkLst>
        </pc:spChg>
        <pc:spChg chg="add mod">
          <ac:chgData name="Hironari Yamada" userId="e57621f8-ec3c-449e-bb19-001fffcc008e" providerId="ADAL" clId="{BC0BD879-F267-5CCA-8DEA-E3B2DD07DA4E}" dt="2026-07-31T01:54:23.683" v="13149"/>
          <ac:spMkLst>
            <pc:docMk/>
            <pc:sldMk cId="1082158554" sldId="2076139083"/>
            <ac:spMk id="19" creationId="{257B46C0-2C91-9119-CBD5-B2110403497B}"/>
          </ac:spMkLst>
        </pc:spChg>
        <pc:spChg chg="add mod">
          <ac:chgData name="Hironari Yamada" userId="e57621f8-ec3c-449e-bb19-001fffcc008e" providerId="ADAL" clId="{BC0BD879-F267-5CCA-8DEA-E3B2DD07DA4E}" dt="2026-07-31T01:54:23.683" v="13149"/>
          <ac:spMkLst>
            <pc:docMk/>
            <pc:sldMk cId="1082158554" sldId="2076139083"/>
            <ac:spMk id="22" creationId="{6D8FCB4D-0CDB-0EA9-5722-B2CE5A5A3F41}"/>
          </ac:spMkLst>
        </pc:spChg>
        <pc:spChg chg="add mod">
          <ac:chgData name="Hironari Yamada" userId="e57621f8-ec3c-449e-bb19-001fffcc008e" providerId="ADAL" clId="{BC0BD879-F267-5CCA-8DEA-E3B2DD07DA4E}" dt="2026-07-31T01:54:23.683" v="13149"/>
          <ac:spMkLst>
            <pc:docMk/>
            <pc:sldMk cId="1082158554" sldId="2076139083"/>
            <ac:spMk id="31" creationId="{84C59925-716A-A6BD-63F3-FD3BE38FBD1C}"/>
          </ac:spMkLst>
        </pc:spChg>
        <pc:spChg chg="add mod">
          <ac:chgData name="Hironari Yamada" userId="e57621f8-ec3c-449e-bb19-001fffcc008e" providerId="ADAL" clId="{BC0BD879-F267-5CCA-8DEA-E3B2DD07DA4E}" dt="2026-07-31T01:54:23.683" v="13149"/>
          <ac:spMkLst>
            <pc:docMk/>
            <pc:sldMk cId="1082158554" sldId="2076139083"/>
            <ac:spMk id="44" creationId="{B56D333F-30FA-E7E9-E192-0F7264C1B8CD}"/>
          </ac:spMkLst>
        </pc:spChg>
        <pc:spChg chg="add mod">
          <ac:chgData name="Hironari Yamada" userId="e57621f8-ec3c-449e-bb19-001fffcc008e" providerId="ADAL" clId="{BC0BD879-F267-5CCA-8DEA-E3B2DD07DA4E}" dt="2026-07-31T01:54:23.683" v="13149"/>
          <ac:spMkLst>
            <pc:docMk/>
            <pc:sldMk cId="1082158554" sldId="2076139083"/>
            <ac:spMk id="45" creationId="{F34A6E9D-FBF4-5583-A2E6-06F144480EDC}"/>
          </ac:spMkLst>
        </pc:spChg>
        <pc:spChg chg="add mod">
          <ac:chgData name="Hironari Yamada" userId="e57621f8-ec3c-449e-bb19-001fffcc008e" providerId="ADAL" clId="{BC0BD879-F267-5CCA-8DEA-E3B2DD07DA4E}" dt="2026-07-31T01:54:23.683" v="13149"/>
          <ac:spMkLst>
            <pc:docMk/>
            <pc:sldMk cId="1082158554" sldId="2076139083"/>
            <ac:spMk id="46" creationId="{EC1F03DF-2BEC-3991-2F44-53E1DC103184}"/>
          </ac:spMkLst>
        </pc:spChg>
        <pc:spChg chg="add mod">
          <ac:chgData name="Hironari Yamada" userId="e57621f8-ec3c-449e-bb19-001fffcc008e" providerId="ADAL" clId="{BC0BD879-F267-5CCA-8DEA-E3B2DD07DA4E}" dt="2026-07-31T01:54:29.696" v="13150"/>
          <ac:spMkLst>
            <pc:docMk/>
            <pc:sldMk cId="1082158554" sldId="2076139083"/>
            <ac:spMk id="49" creationId="{D1784892-AC63-A3B1-5FFF-0CD0C0A5FAF3}"/>
          </ac:spMkLst>
        </pc:spChg>
        <pc:spChg chg="add mod">
          <ac:chgData name="Hironari Yamada" userId="e57621f8-ec3c-449e-bb19-001fffcc008e" providerId="ADAL" clId="{BC0BD879-F267-5CCA-8DEA-E3B2DD07DA4E}" dt="2026-07-31T01:54:29.696" v="13150"/>
          <ac:spMkLst>
            <pc:docMk/>
            <pc:sldMk cId="1082158554" sldId="2076139083"/>
            <ac:spMk id="54" creationId="{00996459-5818-081F-63C0-0101719ED520}"/>
          </ac:spMkLst>
        </pc:spChg>
        <pc:spChg chg="add mod">
          <ac:chgData name="Hironari Yamada" userId="e57621f8-ec3c-449e-bb19-001fffcc008e" providerId="ADAL" clId="{BC0BD879-F267-5CCA-8DEA-E3B2DD07DA4E}" dt="2026-07-31T01:54:29.696" v="13150"/>
          <ac:spMkLst>
            <pc:docMk/>
            <pc:sldMk cId="1082158554" sldId="2076139083"/>
            <ac:spMk id="56" creationId="{85AF14C3-CC54-E7A5-A750-87B6C7CAD025}"/>
          </ac:spMkLst>
        </pc:spChg>
        <pc:spChg chg="add mod">
          <ac:chgData name="Hironari Yamada" userId="e57621f8-ec3c-449e-bb19-001fffcc008e" providerId="ADAL" clId="{BC0BD879-F267-5CCA-8DEA-E3B2DD07DA4E}" dt="2026-07-31T01:54:29.696" v="13150"/>
          <ac:spMkLst>
            <pc:docMk/>
            <pc:sldMk cId="1082158554" sldId="2076139083"/>
            <ac:spMk id="59" creationId="{ACD7868A-E94B-5BDA-AC0E-2CA1A25822DE}"/>
          </ac:spMkLst>
        </pc:spChg>
        <pc:spChg chg="add mod">
          <ac:chgData name="Hironari Yamada" userId="e57621f8-ec3c-449e-bb19-001fffcc008e" providerId="ADAL" clId="{BC0BD879-F267-5CCA-8DEA-E3B2DD07DA4E}" dt="2026-07-31T01:54:29.696" v="13150"/>
          <ac:spMkLst>
            <pc:docMk/>
            <pc:sldMk cId="1082158554" sldId="2076139083"/>
            <ac:spMk id="62" creationId="{2E47EA98-4286-ECBB-77F3-CB50F4ACEA1E}"/>
          </ac:spMkLst>
        </pc:spChg>
        <pc:spChg chg="add mod">
          <ac:chgData name="Hironari Yamada" userId="e57621f8-ec3c-449e-bb19-001fffcc008e" providerId="ADAL" clId="{BC0BD879-F267-5CCA-8DEA-E3B2DD07DA4E}" dt="2026-07-31T01:54:29.696" v="13150"/>
          <ac:spMkLst>
            <pc:docMk/>
            <pc:sldMk cId="1082158554" sldId="2076139083"/>
            <ac:spMk id="68" creationId="{217ACB19-6A50-59D6-A674-99F3E7DD7F4E}"/>
          </ac:spMkLst>
        </pc:spChg>
        <pc:spChg chg="add mod">
          <ac:chgData name="Hironari Yamada" userId="e57621f8-ec3c-449e-bb19-001fffcc008e" providerId="ADAL" clId="{BC0BD879-F267-5CCA-8DEA-E3B2DD07DA4E}" dt="2026-07-31T01:54:29.696" v="13150"/>
          <ac:spMkLst>
            <pc:docMk/>
            <pc:sldMk cId="1082158554" sldId="2076139083"/>
            <ac:spMk id="69" creationId="{2603389E-62F3-F930-43CF-B26CC9B1ACD1}"/>
          </ac:spMkLst>
        </pc:spChg>
        <pc:spChg chg="add mod">
          <ac:chgData name="Hironari Yamada" userId="e57621f8-ec3c-449e-bb19-001fffcc008e" providerId="ADAL" clId="{BC0BD879-F267-5CCA-8DEA-E3B2DD07DA4E}" dt="2026-07-31T01:54:29.696" v="13150"/>
          <ac:spMkLst>
            <pc:docMk/>
            <pc:sldMk cId="1082158554" sldId="2076139083"/>
            <ac:spMk id="71" creationId="{933CDFFA-36E8-094D-B2B6-58505D4D2101}"/>
          </ac:spMkLst>
        </pc:spChg>
        <pc:spChg chg="add mod">
          <ac:chgData name="Hironari Yamada" userId="e57621f8-ec3c-449e-bb19-001fffcc008e" providerId="ADAL" clId="{BC0BD879-F267-5CCA-8DEA-E3B2DD07DA4E}" dt="2026-07-31T01:54:29.696" v="13150"/>
          <ac:spMkLst>
            <pc:docMk/>
            <pc:sldMk cId="1082158554" sldId="2076139083"/>
            <ac:spMk id="81" creationId="{3A4DC851-C03E-8F54-D9D3-73CCF8018306}"/>
          </ac:spMkLst>
        </pc:spChg>
        <pc:spChg chg="add mod">
          <ac:chgData name="Hironari Yamada" userId="e57621f8-ec3c-449e-bb19-001fffcc008e" providerId="ADAL" clId="{BC0BD879-F267-5CCA-8DEA-E3B2DD07DA4E}" dt="2026-07-31T01:54:29.696" v="13150"/>
          <ac:spMkLst>
            <pc:docMk/>
            <pc:sldMk cId="1082158554" sldId="2076139083"/>
            <ac:spMk id="85" creationId="{D74077C0-4A7F-AC9C-6A08-F3D5269DD247}"/>
          </ac:spMkLst>
        </pc:spChg>
        <pc:spChg chg="mod">
          <ac:chgData name="Hironari Yamada" userId="e57621f8-ec3c-449e-bb19-001fffcc008e" providerId="ADAL" clId="{BC0BD879-F267-5CCA-8DEA-E3B2DD07DA4E}" dt="2026-07-31T01:54:43.525" v="13151"/>
          <ac:spMkLst>
            <pc:docMk/>
            <pc:sldMk cId="1082158554" sldId="2076139083"/>
            <ac:spMk id="88" creationId="{0A7AE785-B7B6-4831-92BF-9CF0A72C5C27}"/>
          </ac:spMkLst>
        </pc:spChg>
        <pc:spChg chg="mod">
          <ac:chgData name="Hironari Yamada" userId="e57621f8-ec3c-449e-bb19-001fffcc008e" providerId="ADAL" clId="{BC0BD879-F267-5CCA-8DEA-E3B2DD07DA4E}" dt="2026-07-31T01:54:43.525" v="13151"/>
          <ac:spMkLst>
            <pc:docMk/>
            <pc:sldMk cId="1082158554" sldId="2076139083"/>
            <ac:spMk id="93" creationId="{A2C33498-E638-E734-293B-6FFADA57ECAA}"/>
          </ac:spMkLst>
        </pc:spChg>
        <pc:spChg chg="mod">
          <ac:chgData name="Hironari Yamada" userId="e57621f8-ec3c-449e-bb19-001fffcc008e" providerId="ADAL" clId="{BC0BD879-F267-5CCA-8DEA-E3B2DD07DA4E}" dt="2026-07-31T01:54:43.525" v="13151"/>
          <ac:spMkLst>
            <pc:docMk/>
            <pc:sldMk cId="1082158554" sldId="2076139083"/>
            <ac:spMk id="96" creationId="{F0791761-F8EF-F702-5CBF-7EE42DCA3350}"/>
          </ac:spMkLst>
        </pc:spChg>
        <pc:spChg chg="add mod">
          <ac:chgData name="Hironari Yamada" userId="e57621f8-ec3c-449e-bb19-001fffcc008e" providerId="ADAL" clId="{BC0BD879-F267-5CCA-8DEA-E3B2DD07DA4E}" dt="2026-07-31T01:54:43.525" v="13151"/>
          <ac:spMkLst>
            <pc:docMk/>
            <pc:sldMk cId="1082158554" sldId="2076139083"/>
            <ac:spMk id="101" creationId="{8EEE2E42-0783-AB9B-97EA-1B7AD0909B01}"/>
          </ac:spMkLst>
        </pc:spChg>
        <pc:spChg chg="add mod">
          <ac:chgData name="Hironari Yamada" userId="e57621f8-ec3c-449e-bb19-001fffcc008e" providerId="ADAL" clId="{BC0BD879-F267-5CCA-8DEA-E3B2DD07DA4E}" dt="2026-07-31T01:54:43.525" v="13151"/>
          <ac:spMkLst>
            <pc:docMk/>
            <pc:sldMk cId="1082158554" sldId="2076139083"/>
            <ac:spMk id="103" creationId="{9FE940C1-198C-8F06-7B6E-445F95326063}"/>
          </ac:spMkLst>
        </pc:spChg>
        <pc:spChg chg="add mod">
          <ac:chgData name="Hironari Yamada" userId="e57621f8-ec3c-449e-bb19-001fffcc008e" providerId="ADAL" clId="{BC0BD879-F267-5CCA-8DEA-E3B2DD07DA4E}" dt="2026-07-31T01:54:43.525" v="13151"/>
          <ac:spMkLst>
            <pc:docMk/>
            <pc:sldMk cId="1082158554" sldId="2076139083"/>
            <ac:spMk id="107" creationId="{7041AB10-3E50-7D63-71D2-55030FDC2202}"/>
          </ac:spMkLst>
        </pc:spChg>
        <pc:spChg chg="add mod">
          <ac:chgData name="Hironari Yamada" userId="e57621f8-ec3c-449e-bb19-001fffcc008e" providerId="ADAL" clId="{BC0BD879-F267-5CCA-8DEA-E3B2DD07DA4E}" dt="2026-07-31T01:54:43.525" v="13151"/>
          <ac:spMkLst>
            <pc:docMk/>
            <pc:sldMk cId="1082158554" sldId="2076139083"/>
            <ac:spMk id="109" creationId="{99DEB088-3378-F8EA-8BB2-3C0987F05A32}"/>
          </ac:spMkLst>
        </pc:spChg>
        <pc:spChg chg="add mod">
          <ac:chgData name="Hironari Yamada" userId="e57621f8-ec3c-449e-bb19-001fffcc008e" providerId="ADAL" clId="{BC0BD879-F267-5CCA-8DEA-E3B2DD07DA4E}" dt="2026-07-31T01:54:43.525" v="13151"/>
          <ac:spMkLst>
            <pc:docMk/>
            <pc:sldMk cId="1082158554" sldId="2076139083"/>
            <ac:spMk id="112" creationId="{BDF16DD5-DD18-B540-A291-BF078047E960}"/>
          </ac:spMkLst>
        </pc:spChg>
        <pc:spChg chg="add mod">
          <ac:chgData name="Hironari Yamada" userId="e57621f8-ec3c-449e-bb19-001fffcc008e" providerId="ADAL" clId="{BC0BD879-F267-5CCA-8DEA-E3B2DD07DA4E}" dt="2026-07-31T01:54:43.525" v="13151"/>
          <ac:spMkLst>
            <pc:docMk/>
            <pc:sldMk cId="1082158554" sldId="2076139083"/>
            <ac:spMk id="131" creationId="{76B4A139-4770-A097-968D-39B598B2F20D}"/>
          </ac:spMkLst>
        </pc:spChg>
        <pc:spChg chg="add mod">
          <ac:chgData name="Hironari Yamada" userId="e57621f8-ec3c-449e-bb19-001fffcc008e" providerId="ADAL" clId="{BC0BD879-F267-5CCA-8DEA-E3B2DD07DA4E}" dt="2026-07-31T01:54:43.525" v="13151"/>
          <ac:spMkLst>
            <pc:docMk/>
            <pc:sldMk cId="1082158554" sldId="2076139083"/>
            <ac:spMk id="135" creationId="{E4BB50B4-CDFA-B73C-2387-F6EA52FCEACF}"/>
          </ac:spMkLst>
        </pc:spChg>
        <pc:spChg chg="mod">
          <ac:chgData name="Hironari Yamada" userId="e57621f8-ec3c-449e-bb19-001fffcc008e" providerId="ADAL" clId="{BC0BD879-F267-5CCA-8DEA-E3B2DD07DA4E}" dt="2026-07-31T04:27:46.036" v="13234" actId="1038"/>
          <ac:spMkLst>
            <pc:docMk/>
            <pc:sldMk cId="1082158554" sldId="2076139083"/>
            <ac:spMk id="138" creationId="{391EF7EB-F1E2-36E9-E579-7A8DEB666F84}"/>
          </ac:spMkLst>
        </pc:spChg>
        <pc:spChg chg="mod">
          <ac:chgData name="Hironari Yamada" userId="e57621f8-ec3c-449e-bb19-001fffcc008e" providerId="ADAL" clId="{BC0BD879-F267-5CCA-8DEA-E3B2DD07DA4E}" dt="2026-07-31T01:55:16.755" v="13154" actId="207"/>
          <ac:spMkLst>
            <pc:docMk/>
            <pc:sldMk cId="1082158554" sldId="2076139083"/>
            <ac:spMk id="139" creationId="{BB440E46-D3B9-49E7-F857-87EC655ABB10}"/>
          </ac:spMkLst>
        </pc:spChg>
        <pc:spChg chg="mod">
          <ac:chgData name="Hironari Yamada" userId="e57621f8-ec3c-449e-bb19-001fffcc008e" providerId="ADAL" clId="{BC0BD879-F267-5CCA-8DEA-E3B2DD07DA4E}" dt="2026-07-31T01:55:16.755" v="13154" actId="207"/>
          <ac:spMkLst>
            <pc:docMk/>
            <pc:sldMk cId="1082158554" sldId="2076139083"/>
            <ac:spMk id="140" creationId="{08AFC2E9-A289-5556-54AF-E98AE608F99C}"/>
          </ac:spMkLst>
        </pc:spChg>
        <pc:spChg chg="mod">
          <ac:chgData name="Hironari Yamada" userId="e57621f8-ec3c-449e-bb19-001fffcc008e" providerId="ADAL" clId="{BC0BD879-F267-5CCA-8DEA-E3B2DD07DA4E}" dt="2026-07-31T01:55:16.755" v="13154" actId="207"/>
          <ac:spMkLst>
            <pc:docMk/>
            <pc:sldMk cId="1082158554" sldId="2076139083"/>
            <ac:spMk id="141" creationId="{5E99C59A-D8A9-D3D6-3502-7FBA9BCC4167}"/>
          </ac:spMkLst>
        </pc:spChg>
        <pc:spChg chg="mod">
          <ac:chgData name="Hironari Yamada" userId="e57621f8-ec3c-449e-bb19-001fffcc008e" providerId="ADAL" clId="{BC0BD879-F267-5CCA-8DEA-E3B2DD07DA4E}" dt="2026-07-31T04:27:46.036" v="13234" actId="1038"/>
          <ac:spMkLst>
            <pc:docMk/>
            <pc:sldMk cId="1082158554" sldId="2076139083"/>
            <ac:spMk id="142" creationId="{C50E265F-72BE-D648-A17B-0041A44B6F3C}"/>
          </ac:spMkLst>
        </pc:spChg>
        <pc:spChg chg="mod">
          <ac:chgData name="Hironari Yamada" userId="e57621f8-ec3c-449e-bb19-001fffcc008e" providerId="ADAL" clId="{BC0BD879-F267-5CCA-8DEA-E3B2DD07DA4E}" dt="2026-07-31T01:54:54.329" v="13152"/>
          <ac:spMkLst>
            <pc:docMk/>
            <pc:sldMk cId="1082158554" sldId="2076139083"/>
            <ac:spMk id="143" creationId="{92F8B52D-A219-9BEB-E643-F7AAC0CAEDE1}"/>
          </ac:spMkLst>
        </pc:spChg>
        <pc:spChg chg="mod">
          <ac:chgData name="Hironari Yamada" userId="e57621f8-ec3c-449e-bb19-001fffcc008e" providerId="ADAL" clId="{BC0BD879-F267-5CCA-8DEA-E3B2DD07DA4E}" dt="2026-07-31T04:27:46.036" v="13234" actId="1038"/>
          <ac:spMkLst>
            <pc:docMk/>
            <pc:sldMk cId="1082158554" sldId="2076139083"/>
            <ac:spMk id="144" creationId="{61082456-ADC7-DA0C-E77B-6A0CD6FABCBA}"/>
          </ac:spMkLst>
        </pc:spChg>
        <pc:spChg chg="mod">
          <ac:chgData name="Hironari Yamada" userId="e57621f8-ec3c-449e-bb19-001fffcc008e" providerId="ADAL" clId="{BC0BD879-F267-5CCA-8DEA-E3B2DD07DA4E}" dt="2026-07-31T04:27:46.036" v="13234" actId="1038"/>
          <ac:spMkLst>
            <pc:docMk/>
            <pc:sldMk cId="1082158554" sldId="2076139083"/>
            <ac:spMk id="145" creationId="{09904573-00B7-B7BE-E524-387CF912EB55}"/>
          </ac:spMkLst>
        </pc:spChg>
        <pc:spChg chg="mod">
          <ac:chgData name="Hironari Yamada" userId="e57621f8-ec3c-449e-bb19-001fffcc008e" providerId="ADAL" clId="{BC0BD879-F267-5CCA-8DEA-E3B2DD07DA4E}" dt="2026-07-31T01:54:54.329" v="13152"/>
          <ac:spMkLst>
            <pc:docMk/>
            <pc:sldMk cId="1082158554" sldId="2076139083"/>
            <ac:spMk id="146" creationId="{1EEC72DD-F183-CA07-FE7D-309C6CC78BC1}"/>
          </ac:spMkLst>
        </pc:spChg>
        <pc:spChg chg="add mod">
          <ac:chgData name="Hironari Yamada" userId="e57621f8-ec3c-449e-bb19-001fffcc008e" providerId="ADAL" clId="{BC0BD879-F267-5CCA-8DEA-E3B2DD07DA4E}" dt="2026-07-31T04:27:41.027" v="13221" actId="1035"/>
          <ac:spMkLst>
            <pc:docMk/>
            <pc:sldMk cId="1082158554" sldId="2076139083"/>
            <ac:spMk id="147" creationId="{3F6FD72A-DD1F-5D0C-488D-16F9BE2A3A27}"/>
          </ac:spMkLst>
        </pc:spChg>
        <pc:spChg chg="mod">
          <ac:chgData name="Hironari Yamada" userId="e57621f8-ec3c-449e-bb19-001fffcc008e" providerId="ADAL" clId="{BC0BD879-F267-5CCA-8DEA-E3B2DD07DA4E}" dt="2026-07-31T04:27:46.036" v="13234" actId="1038"/>
          <ac:spMkLst>
            <pc:docMk/>
            <pc:sldMk cId="1082158554" sldId="2076139083"/>
            <ac:spMk id="151" creationId="{C3E4C91A-7898-736A-E582-735E0549B435}"/>
          </ac:spMkLst>
        </pc:spChg>
        <pc:spChg chg="add mod">
          <ac:chgData name="Hironari Yamada" userId="e57621f8-ec3c-449e-bb19-001fffcc008e" providerId="ADAL" clId="{BC0BD879-F267-5CCA-8DEA-E3B2DD07DA4E}" dt="2026-07-31T04:27:41.027" v="13221" actId="1035"/>
          <ac:spMkLst>
            <pc:docMk/>
            <pc:sldMk cId="1082158554" sldId="2076139083"/>
            <ac:spMk id="153" creationId="{01C05E86-490C-E5FB-C1CE-83A083F8AC71}"/>
          </ac:spMkLst>
        </pc:spChg>
        <pc:spChg chg="mod">
          <ac:chgData name="Hironari Yamada" userId="e57621f8-ec3c-449e-bb19-001fffcc008e" providerId="ADAL" clId="{BC0BD879-F267-5CCA-8DEA-E3B2DD07DA4E}" dt="2026-07-31T01:54:58.716" v="13153" actId="207"/>
          <ac:spMkLst>
            <pc:docMk/>
            <pc:sldMk cId="1082158554" sldId="2076139083"/>
            <ac:spMk id="154" creationId="{DE419B73-6872-E22C-684B-D0C1A9C923E0}"/>
          </ac:spMkLst>
        </pc:spChg>
        <pc:spChg chg="mod">
          <ac:chgData name="Hironari Yamada" userId="e57621f8-ec3c-449e-bb19-001fffcc008e" providerId="ADAL" clId="{BC0BD879-F267-5CCA-8DEA-E3B2DD07DA4E}" dt="2026-07-31T04:27:46.036" v="13234" actId="1038"/>
          <ac:spMkLst>
            <pc:docMk/>
            <pc:sldMk cId="1082158554" sldId="2076139083"/>
            <ac:spMk id="155" creationId="{E7551B28-3CC5-4732-83E9-20704A2C99A2}"/>
          </ac:spMkLst>
        </pc:spChg>
        <pc:spChg chg="add mod">
          <ac:chgData name="Hironari Yamada" userId="e57621f8-ec3c-449e-bb19-001fffcc008e" providerId="ADAL" clId="{BC0BD879-F267-5CCA-8DEA-E3B2DD07DA4E}" dt="2026-07-31T04:27:41.027" v="13221" actId="1035"/>
          <ac:spMkLst>
            <pc:docMk/>
            <pc:sldMk cId="1082158554" sldId="2076139083"/>
            <ac:spMk id="158" creationId="{FBBA0AE6-149D-4691-762D-F45B0A63A050}"/>
          </ac:spMkLst>
        </pc:spChg>
        <pc:spChg chg="mod">
          <ac:chgData name="Hironari Yamada" userId="e57621f8-ec3c-449e-bb19-001fffcc008e" providerId="ADAL" clId="{BC0BD879-F267-5CCA-8DEA-E3B2DD07DA4E}" dt="2026-07-31T01:54:58.716" v="13153" actId="207"/>
          <ac:spMkLst>
            <pc:docMk/>
            <pc:sldMk cId="1082158554" sldId="2076139083"/>
            <ac:spMk id="161" creationId="{DBFCDEE0-6EA9-B426-95AA-4418E72665F5}"/>
          </ac:spMkLst>
        </pc:spChg>
        <pc:spChg chg="mod">
          <ac:chgData name="Hironari Yamada" userId="e57621f8-ec3c-449e-bb19-001fffcc008e" providerId="ADAL" clId="{BC0BD879-F267-5CCA-8DEA-E3B2DD07DA4E}" dt="2026-07-31T04:27:41.027" v="13221" actId="1035"/>
          <ac:spMkLst>
            <pc:docMk/>
            <pc:sldMk cId="1082158554" sldId="2076139083"/>
            <ac:spMk id="168" creationId="{016B9440-82D6-8F66-FF3D-908DD153F2C9}"/>
          </ac:spMkLst>
        </pc:spChg>
        <pc:spChg chg="mod">
          <ac:chgData name="Hironari Yamada" userId="e57621f8-ec3c-449e-bb19-001fffcc008e" providerId="ADAL" clId="{BC0BD879-F267-5CCA-8DEA-E3B2DD07DA4E}" dt="2026-07-31T04:27:46.036" v="13234" actId="1038"/>
          <ac:spMkLst>
            <pc:docMk/>
            <pc:sldMk cId="1082158554" sldId="2076139083"/>
            <ac:spMk id="171" creationId="{7F9CFB7C-69B8-74AF-4BFD-83356705EEB0}"/>
          </ac:spMkLst>
        </pc:spChg>
        <pc:spChg chg="add mod">
          <ac:chgData name="Hironari Yamada" userId="e57621f8-ec3c-449e-bb19-001fffcc008e" providerId="ADAL" clId="{BC0BD879-F267-5CCA-8DEA-E3B2DD07DA4E}" dt="2026-07-31T04:27:46.036" v="13234" actId="1038"/>
          <ac:spMkLst>
            <pc:docMk/>
            <pc:sldMk cId="1082158554" sldId="2076139083"/>
            <ac:spMk id="181" creationId="{DCD48910-788C-D266-1697-4494C982E74A}"/>
          </ac:spMkLst>
        </pc:spChg>
        <pc:spChg chg="mod">
          <ac:chgData name="Hironari Yamada" userId="e57621f8-ec3c-449e-bb19-001fffcc008e" providerId="ADAL" clId="{BC0BD879-F267-5CCA-8DEA-E3B2DD07DA4E}" dt="2026-07-31T04:27:16.152" v="13208" actId="14100"/>
          <ac:spMkLst>
            <pc:docMk/>
            <pc:sldMk cId="1082158554" sldId="2076139083"/>
            <ac:spMk id="182" creationId="{5E6D8B38-E2C1-2ED0-4382-E30DCA902656}"/>
          </ac:spMkLst>
        </pc:spChg>
        <pc:spChg chg="mod">
          <ac:chgData name="Hironari Yamada" userId="e57621f8-ec3c-449e-bb19-001fffcc008e" providerId="ADAL" clId="{BC0BD879-F267-5CCA-8DEA-E3B2DD07DA4E}" dt="2026-07-31T04:27:23.740" v="13211" actId="1076"/>
          <ac:spMkLst>
            <pc:docMk/>
            <pc:sldMk cId="1082158554" sldId="2076139083"/>
            <ac:spMk id="183" creationId="{DCD00A7B-15CA-E395-8300-5204D2D14D25}"/>
          </ac:spMkLst>
        </pc:spChg>
        <pc:spChg chg="mod">
          <ac:chgData name="Hironari Yamada" userId="e57621f8-ec3c-449e-bb19-001fffcc008e" providerId="ADAL" clId="{BC0BD879-F267-5CCA-8DEA-E3B2DD07DA4E}" dt="2026-07-31T04:27:20.995" v="13210" actId="14100"/>
          <ac:spMkLst>
            <pc:docMk/>
            <pc:sldMk cId="1082158554" sldId="2076139083"/>
            <ac:spMk id="184" creationId="{F6449974-E6D4-D1B5-AB5D-08FA31A411E5}"/>
          </ac:spMkLst>
        </pc:spChg>
        <pc:spChg chg="mod">
          <ac:chgData name="Hironari Yamada" userId="e57621f8-ec3c-449e-bb19-001fffcc008e" providerId="ADAL" clId="{BC0BD879-F267-5CCA-8DEA-E3B2DD07DA4E}" dt="2026-07-31T04:26:48.860" v="13200" actId="166"/>
          <ac:spMkLst>
            <pc:docMk/>
            <pc:sldMk cId="1082158554" sldId="2076139083"/>
            <ac:spMk id="185" creationId="{A11F1D7C-60CB-E4AA-AF76-57AB4A1FFB71}"/>
          </ac:spMkLst>
        </pc:spChg>
        <pc:spChg chg="add del mod">
          <ac:chgData name="Hironari Yamada" userId="e57621f8-ec3c-449e-bb19-001fffcc008e" providerId="ADAL" clId="{BC0BD879-F267-5CCA-8DEA-E3B2DD07DA4E}" dt="2026-07-31T04:27:26.689" v="13212" actId="478"/>
          <ac:spMkLst>
            <pc:docMk/>
            <pc:sldMk cId="1082158554" sldId="2076139083"/>
            <ac:spMk id="186" creationId="{CA9514C7-4C32-D45D-0938-36235E507A1D}"/>
          </ac:spMkLst>
        </pc:spChg>
        <pc:spChg chg="add mod">
          <ac:chgData name="Hironari Yamada" userId="e57621f8-ec3c-449e-bb19-001fffcc008e" providerId="ADAL" clId="{BC0BD879-F267-5CCA-8DEA-E3B2DD07DA4E}" dt="2026-07-31T01:56:50.342" v="13165" actId="1076"/>
          <ac:spMkLst>
            <pc:docMk/>
            <pc:sldMk cId="1082158554" sldId="2076139083"/>
            <ac:spMk id="187" creationId="{696F36CB-AFAE-3FD3-1E08-4B511C0ED88F}"/>
          </ac:spMkLst>
        </pc:spChg>
        <pc:spChg chg="add del mod">
          <ac:chgData name="Hironari Yamada" userId="e57621f8-ec3c-449e-bb19-001fffcc008e" providerId="ADAL" clId="{BC0BD879-F267-5CCA-8DEA-E3B2DD07DA4E}" dt="2026-07-31T01:56:54.895" v="13168" actId="478"/>
          <ac:spMkLst>
            <pc:docMk/>
            <pc:sldMk cId="1082158554" sldId="2076139083"/>
            <ac:spMk id="188" creationId="{8AC0FA58-3D0A-EDC0-15AA-987D50286954}"/>
          </ac:spMkLst>
        </pc:spChg>
        <pc:spChg chg="add mod">
          <ac:chgData name="Hironari Yamada" userId="e57621f8-ec3c-449e-bb19-001fffcc008e" providerId="ADAL" clId="{BC0BD879-F267-5CCA-8DEA-E3B2DD07DA4E}" dt="2026-07-31T04:27:41.027" v="13221" actId="1035"/>
          <ac:spMkLst>
            <pc:docMk/>
            <pc:sldMk cId="1082158554" sldId="2076139083"/>
            <ac:spMk id="189" creationId="{07D34990-F0F4-5A20-7647-197EA3A24189}"/>
          </ac:spMkLst>
        </pc:spChg>
        <pc:spChg chg="add mod">
          <ac:chgData name="Hironari Yamada" userId="e57621f8-ec3c-449e-bb19-001fffcc008e" providerId="ADAL" clId="{BC0BD879-F267-5CCA-8DEA-E3B2DD07DA4E}" dt="2026-07-31T01:57:12.033" v="13175" actId="1076"/>
          <ac:spMkLst>
            <pc:docMk/>
            <pc:sldMk cId="1082158554" sldId="2076139083"/>
            <ac:spMk id="190" creationId="{D22AEF49-79A3-0188-E204-43F9AAD7E826}"/>
          </ac:spMkLst>
        </pc:spChg>
        <pc:spChg chg="add mod">
          <ac:chgData name="Hironari Yamada" userId="e57621f8-ec3c-449e-bb19-001fffcc008e" providerId="ADAL" clId="{BC0BD879-F267-5CCA-8DEA-E3B2DD07DA4E}" dt="2026-07-31T04:27:41.027" v="13221" actId="1035"/>
          <ac:spMkLst>
            <pc:docMk/>
            <pc:sldMk cId="1082158554" sldId="2076139083"/>
            <ac:spMk id="191" creationId="{C5B9E10A-C91C-A1BA-A763-E1236994317E}"/>
          </ac:spMkLst>
        </pc:spChg>
        <pc:spChg chg="add mod">
          <ac:chgData name="Hironari Yamada" userId="e57621f8-ec3c-449e-bb19-001fffcc008e" providerId="ADAL" clId="{BC0BD879-F267-5CCA-8DEA-E3B2DD07DA4E}" dt="2026-07-31T04:27:41.027" v="13221" actId="1035"/>
          <ac:spMkLst>
            <pc:docMk/>
            <pc:sldMk cId="1082158554" sldId="2076139083"/>
            <ac:spMk id="192" creationId="{8D0D74F1-4ACF-38F5-B0C8-A3BEAC20307C}"/>
          </ac:spMkLst>
        </pc:spChg>
        <pc:spChg chg="add mod">
          <ac:chgData name="Hironari Yamada" userId="e57621f8-ec3c-449e-bb19-001fffcc008e" providerId="ADAL" clId="{BC0BD879-F267-5CCA-8DEA-E3B2DD07DA4E}" dt="2026-07-31T04:27:41.027" v="13221" actId="1035"/>
          <ac:spMkLst>
            <pc:docMk/>
            <pc:sldMk cId="1082158554" sldId="2076139083"/>
            <ac:spMk id="193" creationId="{9E522B85-6B17-B30D-4AED-6B0C66879C83}"/>
          </ac:spMkLst>
        </pc:spChg>
        <pc:spChg chg="add mod">
          <ac:chgData name="Hironari Yamada" userId="e57621f8-ec3c-449e-bb19-001fffcc008e" providerId="ADAL" clId="{BC0BD879-F267-5CCA-8DEA-E3B2DD07DA4E}" dt="2026-07-31T04:27:46.036" v="13234" actId="1038"/>
          <ac:spMkLst>
            <pc:docMk/>
            <pc:sldMk cId="1082158554" sldId="2076139083"/>
            <ac:spMk id="194" creationId="{B8B33D5E-EA1D-2FD6-7920-2EEDA53BD548}"/>
          </ac:spMkLst>
        </pc:spChg>
        <pc:spChg chg="add mod">
          <ac:chgData name="Hironari Yamada" userId="e57621f8-ec3c-449e-bb19-001fffcc008e" providerId="ADAL" clId="{BC0BD879-F267-5CCA-8DEA-E3B2DD07DA4E}" dt="2026-07-31T04:26:22.706" v="13192" actId="1076"/>
          <ac:spMkLst>
            <pc:docMk/>
            <pc:sldMk cId="1082158554" sldId="2076139083"/>
            <ac:spMk id="195" creationId="{7E85A374-790E-4B61-3E7E-BEB696C2F59C}"/>
          </ac:spMkLst>
        </pc:spChg>
        <pc:spChg chg="add mod">
          <ac:chgData name="Hironari Yamada" userId="e57621f8-ec3c-449e-bb19-001fffcc008e" providerId="ADAL" clId="{BC0BD879-F267-5CCA-8DEA-E3B2DD07DA4E}" dt="2026-07-31T04:27:41.027" v="13221" actId="1035"/>
          <ac:spMkLst>
            <pc:docMk/>
            <pc:sldMk cId="1082158554" sldId="2076139083"/>
            <ac:spMk id="196" creationId="{D8F43EDB-5AF7-2485-9440-327DA31C44EE}"/>
          </ac:spMkLst>
        </pc:spChg>
        <pc:spChg chg="add mod">
          <ac:chgData name="Hironari Yamada" userId="e57621f8-ec3c-449e-bb19-001fffcc008e" providerId="ADAL" clId="{BC0BD879-F267-5CCA-8DEA-E3B2DD07DA4E}" dt="2026-07-31T04:26:30.236" v="13196" actId="1076"/>
          <ac:spMkLst>
            <pc:docMk/>
            <pc:sldMk cId="1082158554" sldId="2076139083"/>
            <ac:spMk id="197" creationId="{988F1246-15C3-9279-08F4-F1EAD1110CCC}"/>
          </ac:spMkLst>
        </pc:spChg>
        <pc:spChg chg="add mod">
          <ac:chgData name="Hironari Yamada" userId="e57621f8-ec3c-449e-bb19-001fffcc008e" providerId="ADAL" clId="{BC0BD879-F267-5CCA-8DEA-E3B2DD07DA4E}" dt="2026-07-31T04:26:37.195" v="13199" actId="1076"/>
          <ac:spMkLst>
            <pc:docMk/>
            <pc:sldMk cId="1082158554" sldId="2076139083"/>
            <ac:spMk id="198" creationId="{A5747640-EEC9-BA1C-FFA7-5B1553DCB550}"/>
          </ac:spMkLst>
        </pc:spChg>
        <pc:spChg chg="add mod">
          <ac:chgData name="Hironari Yamada" userId="e57621f8-ec3c-449e-bb19-001fffcc008e" providerId="ADAL" clId="{BC0BD879-F267-5CCA-8DEA-E3B2DD07DA4E}" dt="2026-07-31T04:33:20.839" v="13392" actId="20577"/>
          <ac:spMkLst>
            <pc:docMk/>
            <pc:sldMk cId="1082158554" sldId="2076139083"/>
            <ac:spMk id="199" creationId="{C1E564FE-9450-1808-5793-22CA607EEB43}"/>
          </ac:spMkLst>
        </pc:spChg>
        <pc:spChg chg="add del">
          <ac:chgData name="Hironari Yamada" userId="e57621f8-ec3c-449e-bb19-001fffcc008e" providerId="ADAL" clId="{BC0BD879-F267-5CCA-8DEA-E3B2DD07DA4E}" dt="2026-07-31T04:35:19.031" v="13394" actId="22"/>
          <ac:spMkLst>
            <pc:docMk/>
            <pc:sldMk cId="1082158554" sldId="2076139083"/>
            <ac:spMk id="201" creationId="{F32A7264-1AD3-FB57-2727-883A03F394A4}"/>
          </ac:spMkLst>
        </pc:spChg>
        <pc:picChg chg="del mod">
          <ac:chgData name="Hironari Yamada" userId="e57621f8-ec3c-449e-bb19-001fffcc008e" providerId="ADAL" clId="{BC0BD879-F267-5CCA-8DEA-E3B2DD07DA4E}" dt="2026-07-31T01:57:27.888" v="13178" actId="478"/>
          <ac:picMkLst>
            <pc:docMk/>
            <pc:sldMk cId="1082158554" sldId="2076139083"/>
            <ac:picMk id="148" creationId="{0CE0A20F-FF58-B80D-6601-39EF3C606D42}"/>
          </ac:picMkLst>
        </pc:picChg>
        <pc:picChg chg="del">
          <ac:chgData name="Hironari Yamada" userId="e57621f8-ec3c-449e-bb19-001fffcc008e" providerId="ADAL" clId="{BC0BD879-F267-5CCA-8DEA-E3B2DD07DA4E}" dt="2026-07-31T01:57:22.119" v="13176" actId="478"/>
          <ac:picMkLst>
            <pc:docMk/>
            <pc:sldMk cId="1082158554" sldId="2076139083"/>
            <ac:picMk id="150" creationId="{5AD69AD0-7DD5-06D2-7221-577AB7F67975}"/>
          </ac:picMkLst>
        </pc:picChg>
        <pc:picChg chg="del mod">
          <ac:chgData name="Hironari Yamada" userId="e57621f8-ec3c-449e-bb19-001fffcc008e" providerId="ADAL" clId="{BC0BD879-F267-5CCA-8DEA-E3B2DD07DA4E}" dt="2026-07-31T01:57:22.119" v="13176" actId="478"/>
          <ac:picMkLst>
            <pc:docMk/>
            <pc:sldMk cId="1082158554" sldId="2076139083"/>
            <ac:picMk id="152" creationId="{A025D397-CA7B-8B13-2FA1-E8AC7A3A36FF}"/>
          </ac:picMkLst>
        </pc:picChg>
        <pc:picChg chg="del mod">
          <ac:chgData name="Hironari Yamada" userId="e57621f8-ec3c-449e-bb19-001fffcc008e" providerId="ADAL" clId="{BC0BD879-F267-5CCA-8DEA-E3B2DD07DA4E}" dt="2026-07-31T01:57:22.119" v="13176" actId="478"/>
          <ac:picMkLst>
            <pc:docMk/>
            <pc:sldMk cId="1082158554" sldId="2076139083"/>
            <ac:picMk id="173" creationId="{37C5114E-1175-605B-CE5D-E0043893C6E1}"/>
          </ac:picMkLst>
        </pc:picChg>
        <pc:picChg chg="del mod">
          <ac:chgData name="Hironari Yamada" userId="e57621f8-ec3c-449e-bb19-001fffcc008e" providerId="ADAL" clId="{BC0BD879-F267-5CCA-8DEA-E3B2DD07DA4E}" dt="2026-07-31T01:57:24.865" v="13177" actId="478"/>
          <ac:picMkLst>
            <pc:docMk/>
            <pc:sldMk cId="1082158554" sldId="2076139083"/>
            <ac:picMk id="174" creationId="{A5094D14-8D54-0840-54DF-2CAB26D35E7E}"/>
          </ac:picMkLst>
        </pc:picChg>
        <pc:picChg chg="del mod">
          <ac:chgData name="Hironari Yamada" userId="e57621f8-ec3c-449e-bb19-001fffcc008e" providerId="ADAL" clId="{BC0BD879-F267-5CCA-8DEA-E3B2DD07DA4E}" dt="2026-07-31T01:57:22.119" v="13176" actId="478"/>
          <ac:picMkLst>
            <pc:docMk/>
            <pc:sldMk cId="1082158554" sldId="2076139083"/>
            <ac:picMk id="175" creationId="{6EF886C6-CEDA-CD0B-9CFF-BE3E5FA03DCA}"/>
          </ac:picMkLst>
        </pc:picChg>
        <pc:picChg chg="del mod">
          <ac:chgData name="Hironari Yamada" userId="e57621f8-ec3c-449e-bb19-001fffcc008e" providerId="ADAL" clId="{BC0BD879-F267-5CCA-8DEA-E3B2DD07DA4E}" dt="2026-07-31T01:57:22.119" v="13176" actId="478"/>
          <ac:picMkLst>
            <pc:docMk/>
            <pc:sldMk cId="1082158554" sldId="2076139083"/>
            <ac:picMk id="176" creationId="{FFE5BDB5-58D5-AA9A-282C-5F2704851757}"/>
          </ac:picMkLst>
        </pc:picChg>
        <pc:picChg chg="del mod">
          <ac:chgData name="Hironari Yamada" userId="e57621f8-ec3c-449e-bb19-001fffcc008e" providerId="ADAL" clId="{BC0BD879-F267-5CCA-8DEA-E3B2DD07DA4E}" dt="2026-07-31T01:57:22.119" v="13176" actId="478"/>
          <ac:picMkLst>
            <pc:docMk/>
            <pc:sldMk cId="1082158554" sldId="2076139083"/>
            <ac:picMk id="177" creationId="{925AC618-0872-2AF9-061F-B8B99E8A66F1}"/>
          </ac:picMkLst>
        </pc:picChg>
        <pc:picChg chg="del mod">
          <ac:chgData name="Hironari Yamada" userId="e57621f8-ec3c-449e-bb19-001fffcc008e" providerId="ADAL" clId="{BC0BD879-F267-5CCA-8DEA-E3B2DD07DA4E}" dt="2026-07-31T01:56:38.605" v="13160" actId="478"/>
          <ac:picMkLst>
            <pc:docMk/>
            <pc:sldMk cId="1082158554" sldId="2076139083"/>
            <ac:picMk id="178" creationId="{3F82BE6F-E926-A1AF-5433-62FAB613C35A}"/>
          </ac:picMkLst>
        </pc:picChg>
        <pc:picChg chg="del mod">
          <ac:chgData name="Hironari Yamada" userId="e57621f8-ec3c-449e-bb19-001fffcc008e" providerId="ADAL" clId="{BC0BD879-F267-5CCA-8DEA-E3B2DD07DA4E}" dt="2026-07-31T01:56:52.884" v="13166" actId="478"/>
          <ac:picMkLst>
            <pc:docMk/>
            <pc:sldMk cId="1082158554" sldId="2076139083"/>
            <ac:picMk id="179" creationId="{DF73B210-ABCC-A068-D0C9-9F9CBA19D13D}"/>
          </ac:picMkLst>
        </pc:picChg>
        <pc:picChg chg="del mod">
          <ac:chgData name="Hironari Yamada" userId="e57621f8-ec3c-449e-bb19-001fffcc008e" providerId="ADAL" clId="{BC0BD879-F267-5CCA-8DEA-E3B2DD07DA4E}" dt="2026-07-31T01:57:02.619" v="13171" actId="478"/>
          <ac:picMkLst>
            <pc:docMk/>
            <pc:sldMk cId="1082158554" sldId="2076139083"/>
            <ac:picMk id="180" creationId="{C489DA8E-423A-CAEC-2A4B-E7239F828D5A}"/>
          </ac:picMkLst>
        </pc:picChg>
      </pc:sldChg>
      <pc:sldChg chg="addSp delSp modSp add mod">
        <pc:chgData name="Hironari Yamada" userId="e57621f8-ec3c-449e-bb19-001fffcc008e" providerId="ADAL" clId="{BC0BD879-F267-5CCA-8DEA-E3B2DD07DA4E}" dt="2026-07-31T05:27:14.815" v="13649"/>
        <pc:sldMkLst>
          <pc:docMk/>
          <pc:sldMk cId="3766043883" sldId="2076139084"/>
        </pc:sldMkLst>
        <pc:spChg chg="add mod">
          <ac:chgData name="Hironari Yamada" userId="e57621f8-ec3c-449e-bb19-001fffcc008e" providerId="ADAL" clId="{BC0BD879-F267-5CCA-8DEA-E3B2DD07DA4E}" dt="2026-07-31T05:25:38.070" v="13415" actId="1076"/>
          <ac:spMkLst>
            <pc:docMk/>
            <pc:sldMk cId="3766043883" sldId="2076139084"/>
            <ac:spMk id="5" creationId="{D9B83FEF-C32F-F6EE-293A-344B117C053C}"/>
          </ac:spMkLst>
        </pc:spChg>
        <pc:spChg chg="add mod">
          <ac:chgData name="Hironari Yamada" userId="e57621f8-ec3c-449e-bb19-001fffcc008e" providerId="ADAL" clId="{BC0BD879-F267-5CCA-8DEA-E3B2DD07DA4E}" dt="2026-07-31T05:25:38.070" v="13415" actId="1076"/>
          <ac:spMkLst>
            <pc:docMk/>
            <pc:sldMk cId="3766043883" sldId="2076139084"/>
            <ac:spMk id="8" creationId="{49ECF719-4AE1-5951-E186-03C9300C9599}"/>
          </ac:spMkLst>
        </pc:spChg>
        <pc:spChg chg="mod">
          <ac:chgData name="Hironari Yamada" userId="e57621f8-ec3c-449e-bb19-001fffcc008e" providerId="ADAL" clId="{BC0BD879-F267-5CCA-8DEA-E3B2DD07DA4E}" dt="2026-07-31T05:25:19.887" v="13410"/>
          <ac:spMkLst>
            <pc:docMk/>
            <pc:sldMk cId="3766043883" sldId="2076139084"/>
            <ac:spMk id="9" creationId="{2B5469E2-F6BE-A60A-2D53-44AB1C08E268}"/>
          </ac:spMkLst>
        </pc:spChg>
        <pc:spChg chg="add mod">
          <ac:chgData name="Hironari Yamada" userId="e57621f8-ec3c-449e-bb19-001fffcc008e" providerId="ADAL" clId="{BC0BD879-F267-5CCA-8DEA-E3B2DD07DA4E}" dt="2026-07-31T05:25:38.070" v="13415" actId="1076"/>
          <ac:spMkLst>
            <pc:docMk/>
            <pc:sldMk cId="3766043883" sldId="2076139084"/>
            <ac:spMk id="11" creationId="{4ABA9FA6-5449-2FE0-03F7-DB17F9635AFD}"/>
          </ac:spMkLst>
        </pc:spChg>
        <pc:spChg chg="add mod">
          <ac:chgData name="Hironari Yamada" userId="e57621f8-ec3c-449e-bb19-001fffcc008e" providerId="ADAL" clId="{BC0BD879-F267-5CCA-8DEA-E3B2DD07DA4E}" dt="2026-07-31T05:25:43.603" v="13417" actId="692"/>
          <ac:spMkLst>
            <pc:docMk/>
            <pc:sldMk cId="3766043883" sldId="2076139084"/>
            <ac:spMk id="14" creationId="{0A6D1AFA-ED6D-E195-9A60-844A85D6F0C9}"/>
          </ac:spMkLst>
        </pc:spChg>
        <pc:spChg chg="add mod">
          <ac:chgData name="Hironari Yamada" userId="e57621f8-ec3c-449e-bb19-001fffcc008e" providerId="ADAL" clId="{BC0BD879-F267-5CCA-8DEA-E3B2DD07DA4E}" dt="2026-07-31T05:25:38.070" v="13415" actId="1076"/>
          <ac:spMkLst>
            <pc:docMk/>
            <pc:sldMk cId="3766043883" sldId="2076139084"/>
            <ac:spMk id="16" creationId="{AE37F9E8-25A4-41FF-9BF0-FEEDFBD3CB35}"/>
          </ac:spMkLst>
        </pc:spChg>
        <pc:spChg chg="add mod">
          <ac:chgData name="Hironari Yamada" userId="e57621f8-ec3c-449e-bb19-001fffcc008e" providerId="ADAL" clId="{BC0BD879-F267-5CCA-8DEA-E3B2DD07DA4E}" dt="2026-07-31T05:25:38.070" v="13415" actId="1076"/>
          <ac:spMkLst>
            <pc:docMk/>
            <pc:sldMk cId="3766043883" sldId="2076139084"/>
            <ac:spMk id="19" creationId="{09AE0167-A390-9B7D-35C4-498C10A4657C}"/>
          </ac:spMkLst>
        </pc:spChg>
        <pc:spChg chg="add mod">
          <ac:chgData name="Hironari Yamada" userId="e57621f8-ec3c-449e-bb19-001fffcc008e" providerId="ADAL" clId="{BC0BD879-F267-5CCA-8DEA-E3B2DD07DA4E}" dt="2026-07-31T05:25:38.070" v="13415" actId="1076"/>
          <ac:spMkLst>
            <pc:docMk/>
            <pc:sldMk cId="3766043883" sldId="2076139084"/>
            <ac:spMk id="20" creationId="{17FB24E5-83EF-EC59-38BB-EC35B9BE6582}"/>
          </ac:spMkLst>
        </pc:spChg>
        <pc:spChg chg="add mod">
          <ac:chgData name="Hironari Yamada" userId="e57621f8-ec3c-449e-bb19-001fffcc008e" providerId="ADAL" clId="{BC0BD879-F267-5CCA-8DEA-E3B2DD07DA4E}" dt="2026-07-31T05:25:38.070" v="13415" actId="1076"/>
          <ac:spMkLst>
            <pc:docMk/>
            <pc:sldMk cId="3766043883" sldId="2076139084"/>
            <ac:spMk id="23" creationId="{BBD16BE4-1650-1C7A-08C3-ADCE8262F5E4}"/>
          </ac:spMkLst>
        </pc:spChg>
        <pc:spChg chg="add mod">
          <ac:chgData name="Hironari Yamada" userId="e57621f8-ec3c-449e-bb19-001fffcc008e" providerId="ADAL" clId="{BC0BD879-F267-5CCA-8DEA-E3B2DD07DA4E}" dt="2026-07-31T05:25:38.070" v="13415" actId="1076"/>
          <ac:spMkLst>
            <pc:docMk/>
            <pc:sldMk cId="3766043883" sldId="2076139084"/>
            <ac:spMk id="24" creationId="{740AE5BC-B7DE-9433-CE7E-7F958C88AA3F}"/>
          </ac:spMkLst>
        </pc:spChg>
        <pc:spChg chg="add mod">
          <ac:chgData name="Hironari Yamada" userId="e57621f8-ec3c-449e-bb19-001fffcc008e" providerId="ADAL" clId="{BC0BD879-F267-5CCA-8DEA-E3B2DD07DA4E}" dt="2026-07-31T05:25:38.070" v="13415" actId="1076"/>
          <ac:spMkLst>
            <pc:docMk/>
            <pc:sldMk cId="3766043883" sldId="2076139084"/>
            <ac:spMk id="29" creationId="{FD07AA3C-4834-9641-0C56-1781199C6E29}"/>
          </ac:spMkLst>
        </pc:spChg>
        <pc:spChg chg="add mod">
          <ac:chgData name="Hironari Yamada" userId="e57621f8-ec3c-449e-bb19-001fffcc008e" providerId="ADAL" clId="{BC0BD879-F267-5CCA-8DEA-E3B2DD07DA4E}" dt="2026-07-31T05:27:14.815" v="13649"/>
          <ac:spMkLst>
            <pc:docMk/>
            <pc:sldMk cId="3766043883" sldId="2076139084"/>
            <ac:spMk id="41" creationId="{6DE39FAE-98AC-E209-FB0D-2A51A1877F76}"/>
          </ac:spMkLst>
        </pc:spChg>
        <pc:spChg chg="add mod">
          <ac:chgData name="Hironari Yamada" userId="e57621f8-ec3c-449e-bb19-001fffcc008e" providerId="ADAL" clId="{BC0BD879-F267-5CCA-8DEA-E3B2DD07DA4E}" dt="2026-07-31T05:27:14.815" v="13649"/>
          <ac:spMkLst>
            <pc:docMk/>
            <pc:sldMk cId="3766043883" sldId="2076139084"/>
            <ac:spMk id="43" creationId="{AA2ECD32-D071-3F4D-0D9C-90C71E90ECD4}"/>
          </ac:spMkLst>
        </pc:spChg>
        <pc:spChg chg="add mod">
          <ac:chgData name="Hironari Yamada" userId="e57621f8-ec3c-449e-bb19-001fffcc008e" providerId="ADAL" clId="{BC0BD879-F267-5CCA-8DEA-E3B2DD07DA4E}" dt="2026-07-31T05:27:14.815" v="13649"/>
          <ac:spMkLst>
            <pc:docMk/>
            <pc:sldMk cId="3766043883" sldId="2076139084"/>
            <ac:spMk id="46" creationId="{B17B71B5-1172-66DC-99F3-EF99A12FC3F6}"/>
          </ac:spMkLst>
        </pc:spChg>
        <pc:spChg chg="add mod">
          <ac:chgData name="Hironari Yamada" userId="e57621f8-ec3c-449e-bb19-001fffcc008e" providerId="ADAL" clId="{BC0BD879-F267-5CCA-8DEA-E3B2DD07DA4E}" dt="2026-07-31T05:27:14.815" v="13649"/>
          <ac:spMkLst>
            <pc:docMk/>
            <pc:sldMk cId="3766043883" sldId="2076139084"/>
            <ac:spMk id="47" creationId="{AE83C2E4-7065-8279-D714-BC8F968515AF}"/>
          </ac:spMkLst>
        </pc:spChg>
        <pc:spChg chg="add mod">
          <ac:chgData name="Hironari Yamada" userId="e57621f8-ec3c-449e-bb19-001fffcc008e" providerId="ADAL" clId="{BC0BD879-F267-5CCA-8DEA-E3B2DD07DA4E}" dt="2026-07-31T05:27:14.815" v="13649"/>
          <ac:spMkLst>
            <pc:docMk/>
            <pc:sldMk cId="3766043883" sldId="2076139084"/>
            <ac:spMk id="48" creationId="{2C16BAB1-37B7-10B2-0EFE-756AB40E0E33}"/>
          </ac:spMkLst>
        </pc:spChg>
        <pc:spChg chg="add mod">
          <ac:chgData name="Hironari Yamada" userId="e57621f8-ec3c-449e-bb19-001fffcc008e" providerId="ADAL" clId="{BC0BD879-F267-5CCA-8DEA-E3B2DD07DA4E}" dt="2026-07-31T05:27:14.815" v="13649"/>
          <ac:spMkLst>
            <pc:docMk/>
            <pc:sldMk cId="3766043883" sldId="2076139084"/>
            <ac:spMk id="52" creationId="{35987C3D-A30D-2E5E-BF73-CA687FF32D60}"/>
          </ac:spMkLst>
        </pc:spChg>
        <pc:spChg chg="add mod">
          <ac:chgData name="Hironari Yamada" userId="e57621f8-ec3c-449e-bb19-001fffcc008e" providerId="ADAL" clId="{BC0BD879-F267-5CCA-8DEA-E3B2DD07DA4E}" dt="2026-07-31T05:27:14.815" v="13649"/>
          <ac:spMkLst>
            <pc:docMk/>
            <pc:sldMk cId="3766043883" sldId="2076139084"/>
            <ac:spMk id="61" creationId="{C64E2D20-C806-927E-5756-9B7DE3A18759}"/>
          </ac:spMkLst>
        </pc:spChg>
        <pc:spChg chg="add mod">
          <ac:chgData name="Hironari Yamada" userId="e57621f8-ec3c-449e-bb19-001fffcc008e" providerId="ADAL" clId="{BC0BD879-F267-5CCA-8DEA-E3B2DD07DA4E}" dt="2026-07-31T05:27:14.815" v="13649"/>
          <ac:spMkLst>
            <pc:docMk/>
            <pc:sldMk cId="3766043883" sldId="2076139084"/>
            <ac:spMk id="62" creationId="{56DADDB3-8731-0A48-08F8-30F4C27E1CAB}"/>
          </ac:spMkLst>
        </pc:spChg>
        <pc:spChg chg="add mod">
          <ac:chgData name="Hironari Yamada" userId="e57621f8-ec3c-449e-bb19-001fffcc008e" providerId="ADAL" clId="{BC0BD879-F267-5CCA-8DEA-E3B2DD07DA4E}" dt="2026-07-31T05:27:14.815" v="13649"/>
          <ac:spMkLst>
            <pc:docMk/>
            <pc:sldMk cId="3766043883" sldId="2076139084"/>
            <ac:spMk id="128" creationId="{51760B43-F19C-A51B-9DB4-F38D9AA0450C}"/>
          </ac:spMkLst>
        </pc:spChg>
        <pc:spChg chg="add mod">
          <ac:chgData name="Hironari Yamada" userId="e57621f8-ec3c-449e-bb19-001fffcc008e" providerId="ADAL" clId="{BC0BD879-F267-5CCA-8DEA-E3B2DD07DA4E}" dt="2026-07-31T05:27:14.815" v="13649"/>
          <ac:spMkLst>
            <pc:docMk/>
            <pc:sldMk cId="3766043883" sldId="2076139084"/>
            <ac:spMk id="131" creationId="{EF0F9C63-ED10-B0D0-294F-EA6A02AAE374}"/>
          </ac:spMkLst>
        </pc:spChg>
        <pc:spChg chg="del">
          <ac:chgData name="Hironari Yamada" userId="e57621f8-ec3c-449e-bb19-001fffcc008e" providerId="ADAL" clId="{BC0BD879-F267-5CCA-8DEA-E3B2DD07DA4E}" dt="2026-07-31T05:25:23.007" v="13411" actId="478"/>
          <ac:spMkLst>
            <pc:docMk/>
            <pc:sldMk cId="3766043883" sldId="2076139084"/>
            <ac:spMk id="149" creationId="{39B56EE2-EB66-634E-6360-49EE7B9786EB}"/>
          </ac:spMkLst>
        </pc:spChg>
        <pc:spChg chg="del">
          <ac:chgData name="Hironari Yamada" userId="e57621f8-ec3c-449e-bb19-001fffcc008e" providerId="ADAL" clId="{BC0BD879-F267-5CCA-8DEA-E3B2DD07DA4E}" dt="2026-07-31T05:25:23.007" v="13411" actId="478"/>
          <ac:spMkLst>
            <pc:docMk/>
            <pc:sldMk cId="3766043883" sldId="2076139084"/>
            <ac:spMk id="155" creationId="{DA9E7D2C-7ED1-1497-029A-211B253446B8}"/>
          </ac:spMkLst>
        </pc:spChg>
        <pc:spChg chg="del">
          <ac:chgData name="Hironari Yamada" userId="e57621f8-ec3c-449e-bb19-001fffcc008e" providerId="ADAL" clId="{BC0BD879-F267-5CCA-8DEA-E3B2DD07DA4E}" dt="2026-07-31T05:25:23.007" v="13411" actId="478"/>
          <ac:spMkLst>
            <pc:docMk/>
            <pc:sldMk cId="3766043883" sldId="2076139084"/>
            <ac:spMk id="156" creationId="{B98CA41B-6FE3-1ADC-E8C0-D9D1E8F635F0}"/>
          </ac:spMkLst>
        </pc:spChg>
        <pc:spChg chg="del">
          <ac:chgData name="Hironari Yamada" userId="e57621f8-ec3c-449e-bb19-001fffcc008e" providerId="ADAL" clId="{BC0BD879-F267-5CCA-8DEA-E3B2DD07DA4E}" dt="2026-07-31T05:25:23.007" v="13411" actId="478"/>
          <ac:spMkLst>
            <pc:docMk/>
            <pc:sldMk cId="3766043883" sldId="2076139084"/>
            <ac:spMk id="162" creationId="{BEC2800A-A89C-AFDE-2E86-B0B00A1349B0}"/>
          </ac:spMkLst>
        </pc:spChg>
        <pc:spChg chg="del">
          <ac:chgData name="Hironari Yamada" userId="e57621f8-ec3c-449e-bb19-001fffcc008e" providerId="ADAL" clId="{BC0BD879-F267-5CCA-8DEA-E3B2DD07DA4E}" dt="2026-07-31T05:25:23.007" v="13411" actId="478"/>
          <ac:spMkLst>
            <pc:docMk/>
            <pc:sldMk cId="3766043883" sldId="2076139084"/>
            <ac:spMk id="168" creationId="{A1E21B58-A7A9-E9B8-35D2-B93216ED8880}"/>
          </ac:spMkLst>
        </pc:spChg>
        <pc:spChg chg="del">
          <ac:chgData name="Hironari Yamada" userId="e57621f8-ec3c-449e-bb19-001fffcc008e" providerId="ADAL" clId="{BC0BD879-F267-5CCA-8DEA-E3B2DD07DA4E}" dt="2026-07-31T05:25:23.007" v="13411" actId="478"/>
          <ac:spMkLst>
            <pc:docMk/>
            <pc:sldMk cId="3766043883" sldId="2076139084"/>
            <ac:spMk id="169" creationId="{C3FE8DA5-A2B3-6DAA-AFC3-34AA40147949}"/>
          </ac:spMkLst>
        </pc:spChg>
        <pc:spChg chg="del">
          <ac:chgData name="Hironari Yamada" userId="e57621f8-ec3c-449e-bb19-001fffcc008e" providerId="ADAL" clId="{BC0BD879-F267-5CCA-8DEA-E3B2DD07DA4E}" dt="2026-07-31T05:25:23.007" v="13411" actId="478"/>
          <ac:spMkLst>
            <pc:docMk/>
            <pc:sldMk cId="3766043883" sldId="2076139084"/>
            <ac:spMk id="181" creationId="{8591D2E2-6A78-5420-CECD-A424EF27A40B}"/>
          </ac:spMkLst>
        </pc:spChg>
        <pc:spChg chg="del">
          <ac:chgData name="Hironari Yamada" userId="e57621f8-ec3c-449e-bb19-001fffcc008e" providerId="ADAL" clId="{BC0BD879-F267-5CCA-8DEA-E3B2DD07DA4E}" dt="2026-07-31T05:25:23.007" v="13411" actId="478"/>
          <ac:spMkLst>
            <pc:docMk/>
            <pc:sldMk cId="3766043883" sldId="2076139084"/>
            <ac:spMk id="187" creationId="{938AFF9E-FBF9-B797-A9DF-533CD784F8DF}"/>
          </ac:spMkLst>
        </pc:spChg>
        <pc:spChg chg="del">
          <ac:chgData name="Hironari Yamada" userId="e57621f8-ec3c-449e-bb19-001fffcc008e" providerId="ADAL" clId="{BC0BD879-F267-5CCA-8DEA-E3B2DD07DA4E}" dt="2026-07-31T05:25:23.007" v="13411" actId="478"/>
          <ac:spMkLst>
            <pc:docMk/>
            <pc:sldMk cId="3766043883" sldId="2076139084"/>
            <ac:spMk id="197" creationId="{F14223B9-BD7E-F1EA-60E7-C1757899892D}"/>
          </ac:spMkLst>
        </pc:spChg>
        <pc:spChg chg="del">
          <ac:chgData name="Hironari Yamada" userId="e57621f8-ec3c-449e-bb19-001fffcc008e" providerId="ADAL" clId="{BC0BD879-F267-5CCA-8DEA-E3B2DD07DA4E}" dt="2026-07-31T05:25:23.007" v="13411" actId="478"/>
          <ac:spMkLst>
            <pc:docMk/>
            <pc:sldMk cId="3766043883" sldId="2076139084"/>
            <ac:spMk id="198" creationId="{299A0751-F62B-F98E-B166-5BA0391D1146}"/>
          </ac:spMkLst>
        </pc:spChg>
        <pc:spChg chg="mod">
          <ac:chgData name="Hironari Yamada" userId="e57621f8-ec3c-449e-bb19-001fffcc008e" providerId="ADAL" clId="{BC0BD879-F267-5CCA-8DEA-E3B2DD07DA4E}" dt="2026-07-31T05:26:44.729" v="13648" actId="20577"/>
          <ac:spMkLst>
            <pc:docMk/>
            <pc:sldMk cId="3766043883" sldId="2076139084"/>
            <ac:spMk id="199" creationId="{66FFFCDA-3BC7-9201-8B7A-363EE0815A98}"/>
          </ac:spMkLst>
        </pc:spChg>
        <pc:grpChg chg="del">
          <ac:chgData name="Hironari Yamada" userId="e57621f8-ec3c-449e-bb19-001fffcc008e" providerId="ADAL" clId="{BC0BD879-F267-5CCA-8DEA-E3B2DD07DA4E}" dt="2026-07-31T05:25:24.703" v="13412" actId="478"/>
          <ac:grpSpMkLst>
            <pc:docMk/>
            <pc:sldMk cId="3766043883" sldId="2076139084"/>
            <ac:grpSpMk id="137" creationId="{F6EAE1AC-B374-71A3-227F-18731AFA9C25}"/>
          </ac:grpSpMkLst>
        </pc:grpChg>
      </pc:sldChg>
      <pc:sldChg chg="addSp delSp modSp add mod">
        <pc:chgData name="Hironari Yamada" userId="e57621f8-ec3c-449e-bb19-001fffcc008e" providerId="ADAL" clId="{BC0BD879-F267-5CCA-8DEA-E3B2DD07DA4E}" dt="2026-07-31T05:32:17.011" v="13835" actId="20577"/>
        <pc:sldMkLst>
          <pc:docMk/>
          <pc:sldMk cId="3791916653" sldId="2076139085"/>
        </pc:sldMkLst>
        <pc:spChg chg="add del mod">
          <ac:chgData name="Hironari Yamada" userId="e57621f8-ec3c-449e-bb19-001fffcc008e" providerId="ADAL" clId="{BC0BD879-F267-5CCA-8DEA-E3B2DD07DA4E}" dt="2026-07-31T05:31:36.210" v="13818" actId="478"/>
          <ac:spMkLst>
            <pc:docMk/>
            <pc:sldMk cId="3791916653" sldId="2076139085"/>
            <ac:spMk id="6" creationId="{C16BCF3E-78E9-79F8-A82C-72FDBBE18DF0}"/>
          </ac:spMkLst>
        </pc:spChg>
        <pc:spChg chg="del">
          <ac:chgData name="Hironari Yamada" userId="e57621f8-ec3c-449e-bb19-001fffcc008e" providerId="ADAL" clId="{BC0BD879-F267-5CCA-8DEA-E3B2DD07DA4E}" dt="2026-07-31T05:27:20.939" v="13651" actId="478"/>
          <ac:spMkLst>
            <pc:docMk/>
            <pc:sldMk cId="3791916653" sldId="2076139085"/>
            <ac:spMk id="8" creationId="{4A679280-DB3E-CFAA-778E-DA34892E0954}"/>
          </ac:spMkLst>
        </pc:spChg>
        <pc:spChg chg="mod">
          <ac:chgData name="Hironari Yamada" userId="e57621f8-ec3c-449e-bb19-001fffcc008e" providerId="ADAL" clId="{BC0BD879-F267-5CCA-8DEA-E3B2DD07DA4E}" dt="2026-07-31T05:29:23.936" v="13748" actId="20577"/>
          <ac:spMkLst>
            <pc:docMk/>
            <pc:sldMk cId="3791916653" sldId="2076139085"/>
            <ac:spMk id="9" creationId="{AA819131-D721-7050-B849-26673049D96E}"/>
          </ac:spMkLst>
        </pc:spChg>
        <pc:spChg chg="del">
          <ac:chgData name="Hironari Yamada" userId="e57621f8-ec3c-449e-bb19-001fffcc008e" providerId="ADAL" clId="{BC0BD879-F267-5CCA-8DEA-E3B2DD07DA4E}" dt="2026-07-31T05:27:20.939" v="13651" actId="478"/>
          <ac:spMkLst>
            <pc:docMk/>
            <pc:sldMk cId="3791916653" sldId="2076139085"/>
            <ac:spMk id="11" creationId="{E9A68356-70BD-BC9B-9ED0-6C7DB087901E}"/>
          </ac:spMkLst>
        </pc:spChg>
        <pc:spChg chg="del">
          <ac:chgData name="Hironari Yamada" userId="e57621f8-ec3c-449e-bb19-001fffcc008e" providerId="ADAL" clId="{BC0BD879-F267-5CCA-8DEA-E3B2DD07DA4E}" dt="2026-07-31T05:27:20.939" v="13651" actId="478"/>
          <ac:spMkLst>
            <pc:docMk/>
            <pc:sldMk cId="3791916653" sldId="2076139085"/>
            <ac:spMk id="15" creationId="{B80D6727-742A-F101-7D15-13904F306A89}"/>
          </ac:spMkLst>
        </pc:spChg>
        <pc:spChg chg="del">
          <ac:chgData name="Hironari Yamada" userId="e57621f8-ec3c-449e-bb19-001fffcc008e" providerId="ADAL" clId="{BC0BD879-F267-5CCA-8DEA-E3B2DD07DA4E}" dt="2026-07-31T05:27:20.939" v="13651" actId="478"/>
          <ac:spMkLst>
            <pc:docMk/>
            <pc:sldMk cId="3791916653" sldId="2076139085"/>
            <ac:spMk id="16" creationId="{F440AD06-92C0-0A17-06FE-0782FCF5A82A}"/>
          </ac:spMkLst>
        </pc:spChg>
        <pc:spChg chg="del">
          <ac:chgData name="Hironari Yamada" userId="e57621f8-ec3c-449e-bb19-001fffcc008e" providerId="ADAL" clId="{BC0BD879-F267-5CCA-8DEA-E3B2DD07DA4E}" dt="2026-07-31T05:27:20.939" v="13651" actId="478"/>
          <ac:spMkLst>
            <pc:docMk/>
            <pc:sldMk cId="3791916653" sldId="2076139085"/>
            <ac:spMk id="17" creationId="{E962DB5F-6C66-BFA4-CA06-A1AD4756B10C}"/>
          </ac:spMkLst>
        </pc:spChg>
        <pc:spChg chg="del">
          <ac:chgData name="Hironari Yamada" userId="e57621f8-ec3c-449e-bb19-001fffcc008e" providerId="ADAL" clId="{BC0BD879-F267-5CCA-8DEA-E3B2DD07DA4E}" dt="2026-07-31T05:27:20.939" v="13651" actId="478"/>
          <ac:spMkLst>
            <pc:docMk/>
            <pc:sldMk cId="3791916653" sldId="2076139085"/>
            <ac:spMk id="19" creationId="{C882CE51-6947-96E7-0BAD-4AB24B8312F5}"/>
          </ac:spMkLst>
        </pc:spChg>
        <pc:spChg chg="del">
          <ac:chgData name="Hironari Yamada" userId="e57621f8-ec3c-449e-bb19-001fffcc008e" providerId="ADAL" clId="{BC0BD879-F267-5CCA-8DEA-E3B2DD07DA4E}" dt="2026-07-31T05:27:20.939" v="13651" actId="478"/>
          <ac:spMkLst>
            <pc:docMk/>
            <pc:sldMk cId="3791916653" sldId="2076139085"/>
            <ac:spMk id="23" creationId="{198F187B-3ED7-F4A6-1F2F-27903B06B971}"/>
          </ac:spMkLst>
        </pc:spChg>
        <pc:spChg chg="del">
          <ac:chgData name="Hironari Yamada" userId="e57621f8-ec3c-449e-bb19-001fffcc008e" providerId="ADAL" clId="{BC0BD879-F267-5CCA-8DEA-E3B2DD07DA4E}" dt="2026-07-31T05:27:20.939" v="13651" actId="478"/>
          <ac:spMkLst>
            <pc:docMk/>
            <pc:sldMk cId="3791916653" sldId="2076139085"/>
            <ac:spMk id="24" creationId="{1189CD1D-6FE5-9D5C-A95B-38009A27DE34}"/>
          </ac:spMkLst>
        </pc:spChg>
        <pc:spChg chg="del">
          <ac:chgData name="Hironari Yamada" userId="e57621f8-ec3c-449e-bb19-001fffcc008e" providerId="ADAL" clId="{BC0BD879-F267-5CCA-8DEA-E3B2DD07DA4E}" dt="2026-07-31T05:27:20.939" v="13651" actId="478"/>
          <ac:spMkLst>
            <pc:docMk/>
            <pc:sldMk cId="3791916653" sldId="2076139085"/>
            <ac:spMk id="30" creationId="{DFBEFCF3-C58E-0160-0A07-4E2B0E7C45C4}"/>
          </ac:spMkLst>
        </pc:spChg>
        <pc:spChg chg="del">
          <ac:chgData name="Hironari Yamada" userId="e57621f8-ec3c-449e-bb19-001fffcc008e" providerId="ADAL" clId="{BC0BD879-F267-5CCA-8DEA-E3B2DD07DA4E}" dt="2026-07-31T05:27:20.939" v="13651" actId="478"/>
          <ac:spMkLst>
            <pc:docMk/>
            <pc:sldMk cId="3791916653" sldId="2076139085"/>
            <ac:spMk id="31" creationId="{50E46929-CEB5-7BC1-FDF3-CD0F3468E249}"/>
          </ac:spMkLst>
        </pc:spChg>
        <pc:spChg chg="del">
          <ac:chgData name="Hironari Yamada" userId="e57621f8-ec3c-449e-bb19-001fffcc008e" providerId="ADAL" clId="{BC0BD879-F267-5CCA-8DEA-E3B2DD07DA4E}" dt="2026-07-31T05:27:38.491" v="13695" actId="478"/>
          <ac:spMkLst>
            <pc:docMk/>
            <pc:sldMk cId="3791916653" sldId="2076139085"/>
            <ac:spMk id="199" creationId="{534FD200-3DE6-FCDB-479B-0732F40C4E25}"/>
          </ac:spMkLst>
        </pc:spChg>
        <pc:graphicFrameChg chg="add mod modGraphic">
          <ac:chgData name="Hironari Yamada" userId="e57621f8-ec3c-449e-bb19-001fffcc008e" providerId="ADAL" clId="{BC0BD879-F267-5CCA-8DEA-E3B2DD07DA4E}" dt="2026-07-31T05:32:17.011" v="13835" actId="20577"/>
          <ac:graphicFrameMkLst>
            <pc:docMk/>
            <pc:sldMk cId="3791916653" sldId="2076139085"/>
            <ac:graphicFrameMk id="38" creationId="{015C5633-B3EF-809D-9FDC-3A5D60E314B0}"/>
          </ac:graphicFrameMkLst>
        </pc:graphicFrameChg>
      </pc:sldChg>
      <pc:sldChg chg="addSp delSp modSp add mod">
        <pc:chgData name="Hironari Yamada" userId="e57621f8-ec3c-449e-bb19-001fffcc008e" providerId="ADAL" clId="{BC0BD879-F267-5CCA-8DEA-E3B2DD07DA4E}" dt="2026-07-31T06:02:21.541" v="13975"/>
        <pc:sldMkLst>
          <pc:docMk/>
          <pc:sldMk cId="1705926158" sldId="2076139086"/>
        </pc:sldMkLst>
        <pc:spChg chg="mod">
          <ac:chgData name="Hironari Yamada" userId="e57621f8-ec3c-449e-bb19-001fffcc008e" providerId="ADAL" clId="{BC0BD879-F267-5CCA-8DEA-E3B2DD07DA4E}" dt="2026-07-31T05:59:38.486" v="13884" actId="20577"/>
          <ac:spMkLst>
            <pc:docMk/>
            <pc:sldMk cId="1705926158" sldId="2076139086"/>
            <ac:spMk id="3" creationId="{F8957660-F4C7-9A20-C257-23420BAC21F0}"/>
          </ac:spMkLst>
        </pc:spChg>
        <pc:spChg chg="del">
          <ac:chgData name="Hironari Yamada" userId="e57621f8-ec3c-449e-bb19-001fffcc008e" providerId="ADAL" clId="{BC0BD879-F267-5CCA-8DEA-E3B2DD07DA4E}" dt="2026-07-31T05:59:41.608" v="13885" actId="478"/>
          <ac:spMkLst>
            <pc:docMk/>
            <pc:sldMk cId="1705926158" sldId="2076139086"/>
            <ac:spMk id="5" creationId="{F9925876-5D38-243D-AAAC-69E81D7D1B3B}"/>
          </ac:spMkLst>
        </pc:spChg>
        <pc:spChg chg="del">
          <ac:chgData name="Hironari Yamada" userId="e57621f8-ec3c-449e-bb19-001fffcc008e" providerId="ADAL" clId="{BC0BD879-F267-5CCA-8DEA-E3B2DD07DA4E}" dt="2026-07-31T05:59:41.608" v="13885" actId="478"/>
          <ac:spMkLst>
            <pc:docMk/>
            <pc:sldMk cId="1705926158" sldId="2076139086"/>
            <ac:spMk id="7" creationId="{28BB9D78-C9AD-E3F2-45E9-341BFE0EEC49}"/>
          </ac:spMkLst>
        </pc:spChg>
        <pc:spChg chg="add mod">
          <ac:chgData name="Hironari Yamada" userId="e57621f8-ec3c-449e-bb19-001fffcc008e" providerId="ADAL" clId="{BC0BD879-F267-5CCA-8DEA-E3B2DD07DA4E}" dt="2026-07-31T05:59:47.143" v="13886"/>
          <ac:spMkLst>
            <pc:docMk/>
            <pc:sldMk cId="1705926158" sldId="2076139086"/>
            <ac:spMk id="8" creationId="{16D18ED0-C3F8-EAB4-BFF3-E71B4ADBAD93}"/>
          </ac:spMkLst>
        </pc:spChg>
        <pc:spChg chg="mod">
          <ac:chgData name="Hironari Yamada" userId="e57621f8-ec3c-449e-bb19-001fffcc008e" providerId="ADAL" clId="{BC0BD879-F267-5CCA-8DEA-E3B2DD07DA4E}" dt="2026-07-31T05:59:15.622" v="13874" actId="20577"/>
          <ac:spMkLst>
            <pc:docMk/>
            <pc:sldMk cId="1705926158" sldId="2076139086"/>
            <ac:spMk id="9" creationId="{B991E7E4-0E7C-AE86-1601-6EA7C3A41EEB}"/>
          </ac:spMkLst>
        </pc:spChg>
        <pc:spChg chg="del">
          <ac:chgData name="Hironari Yamada" userId="e57621f8-ec3c-449e-bb19-001fffcc008e" providerId="ADAL" clId="{BC0BD879-F267-5CCA-8DEA-E3B2DD07DA4E}" dt="2026-07-31T05:59:41.608" v="13885" actId="478"/>
          <ac:spMkLst>
            <pc:docMk/>
            <pc:sldMk cId="1705926158" sldId="2076139086"/>
            <ac:spMk id="10" creationId="{3963934B-9DCB-4E2B-7EDD-9E7B2D0F235C}"/>
          </ac:spMkLst>
        </pc:spChg>
        <pc:spChg chg="mod">
          <ac:chgData name="Hironari Yamada" userId="e57621f8-ec3c-449e-bb19-001fffcc008e" providerId="ADAL" clId="{BC0BD879-F267-5CCA-8DEA-E3B2DD07DA4E}" dt="2026-07-31T05:59:47.143" v="13886"/>
          <ac:spMkLst>
            <pc:docMk/>
            <pc:sldMk cId="1705926158" sldId="2076139086"/>
            <ac:spMk id="18" creationId="{3BF742C0-91B1-4B95-89E0-E66BDDFB191B}"/>
          </ac:spMkLst>
        </pc:spChg>
        <pc:spChg chg="del">
          <ac:chgData name="Hironari Yamada" userId="e57621f8-ec3c-449e-bb19-001fffcc008e" providerId="ADAL" clId="{BC0BD879-F267-5CCA-8DEA-E3B2DD07DA4E}" dt="2026-07-31T05:59:41.608" v="13885" actId="478"/>
          <ac:spMkLst>
            <pc:docMk/>
            <pc:sldMk cId="1705926158" sldId="2076139086"/>
            <ac:spMk id="19" creationId="{C888B0E1-D3BC-3B2A-2724-E6E82C22264E}"/>
          </ac:spMkLst>
        </pc:spChg>
        <pc:spChg chg="mod">
          <ac:chgData name="Hironari Yamada" userId="e57621f8-ec3c-449e-bb19-001fffcc008e" providerId="ADAL" clId="{BC0BD879-F267-5CCA-8DEA-E3B2DD07DA4E}" dt="2026-07-31T05:59:47.143" v="13886"/>
          <ac:spMkLst>
            <pc:docMk/>
            <pc:sldMk cId="1705926158" sldId="2076139086"/>
            <ac:spMk id="22" creationId="{37BF2555-0022-6DB3-0ED6-9969A4A8890A}"/>
          </ac:spMkLst>
        </pc:spChg>
        <pc:spChg chg="mod">
          <ac:chgData name="Hironari Yamada" userId="e57621f8-ec3c-449e-bb19-001fffcc008e" providerId="ADAL" clId="{BC0BD879-F267-5CCA-8DEA-E3B2DD07DA4E}" dt="2026-07-31T05:59:47.143" v="13886"/>
          <ac:spMkLst>
            <pc:docMk/>
            <pc:sldMk cId="1705926158" sldId="2076139086"/>
            <ac:spMk id="26" creationId="{1CF1EB48-8373-53B9-280F-42901F720112}"/>
          </ac:spMkLst>
        </pc:spChg>
        <pc:spChg chg="add mod">
          <ac:chgData name="Hironari Yamada" userId="e57621f8-ec3c-449e-bb19-001fffcc008e" providerId="ADAL" clId="{BC0BD879-F267-5CCA-8DEA-E3B2DD07DA4E}" dt="2026-07-31T05:59:47.143" v="13886"/>
          <ac:spMkLst>
            <pc:docMk/>
            <pc:sldMk cId="1705926158" sldId="2076139086"/>
            <ac:spMk id="27" creationId="{6C583C39-2C23-628C-975B-981C40D5CB0A}"/>
          </ac:spMkLst>
        </pc:spChg>
        <pc:spChg chg="mod">
          <ac:chgData name="Hironari Yamada" userId="e57621f8-ec3c-449e-bb19-001fffcc008e" providerId="ADAL" clId="{BC0BD879-F267-5CCA-8DEA-E3B2DD07DA4E}" dt="2026-07-31T05:59:47.143" v="13886"/>
          <ac:spMkLst>
            <pc:docMk/>
            <pc:sldMk cId="1705926158" sldId="2076139086"/>
            <ac:spMk id="29" creationId="{73AE05C5-E1E0-2DEB-8ECE-C791DAA911BE}"/>
          </ac:spMkLst>
        </pc:spChg>
        <pc:spChg chg="mod">
          <ac:chgData name="Hironari Yamada" userId="e57621f8-ec3c-449e-bb19-001fffcc008e" providerId="ADAL" clId="{BC0BD879-F267-5CCA-8DEA-E3B2DD07DA4E}" dt="2026-07-31T05:59:47.143" v="13886"/>
          <ac:spMkLst>
            <pc:docMk/>
            <pc:sldMk cId="1705926158" sldId="2076139086"/>
            <ac:spMk id="32" creationId="{94C25A68-E519-DD2C-3B64-CEADE583E411}"/>
          </ac:spMkLst>
        </pc:spChg>
        <pc:spChg chg="mod">
          <ac:chgData name="Hironari Yamada" userId="e57621f8-ec3c-449e-bb19-001fffcc008e" providerId="ADAL" clId="{BC0BD879-F267-5CCA-8DEA-E3B2DD07DA4E}" dt="2026-07-31T05:59:47.143" v="13886"/>
          <ac:spMkLst>
            <pc:docMk/>
            <pc:sldMk cId="1705926158" sldId="2076139086"/>
            <ac:spMk id="57" creationId="{BF6A8C8A-0405-4599-27CB-01D771BE0889}"/>
          </ac:spMkLst>
        </pc:spChg>
        <pc:spChg chg="mod">
          <ac:chgData name="Hironari Yamada" userId="e57621f8-ec3c-449e-bb19-001fffcc008e" providerId="ADAL" clId="{BC0BD879-F267-5CCA-8DEA-E3B2DD07DA4E}" dt="2026-07-31T05:59:47.143" v="13886"/>
          <ac:spMkLst>
            <pc:docMk/>
            <pc:sldMk cId="1705926158" sldId="2076139086"/>
            <ac:spMk id="64" creationId="{B5E72F09-947D-428F-C79B-DEDE5BD94F54}"/>
          </ac:spMkLst>
        </pc:spChg>
        <pc:spChg chg="add mod">
          <ac:chgData name="Hironari Yamada" userId="e57621f8-ec3c-449e-bb19-001fffcc008e" providerId="ADAL" clId="{BC0BD879-F267-5CCA-8DEA-E3B2DD07DA4E}" dt="2026-07-31T05:59:47.143" v="13886"/>
          <ac:spMkLst>
            <pc:docMk/>
            <pc:sldMk cId="1705926158" sldId="2076139086"/>
            <ac:spMk id="65" creationId="{98918858-DA9D-3F3D-A687-499D282F440B}"/>
          </ac:spMkLst>
        </pc:spChg>
        <pc:spChg chg="mod">
          <ac:chgData name="Hironari Yamada" userId="e57621f8-ec3c-449e-bb19-001fffcc008e" providerId="ADAL" clId="{BC0BD879-F267-5CCA-8DEA-E3B2DD07DA4E}" dt="2026-07-31T06:01:20.676" v="13909" actId="14100"/>
          <ac:spMkLst>
            <pc:docMk/>
            <pc:sldMk cId="1705926158" sldId="2076139086"/>
            <ac:spMk id="80" creationId="{64C6AD89-A1F0-75A4-A4B3-FBE2BF56EE53}"/>
          </ac:spMkLst>
        </pc:spChg>
        <pc:spChg chg="mod">
          <ac:chgData name="Hironari Yamada" userId="e57621f8-ec3c-449e-bb19-001fffcc008e" providerId="ADAL" clId="{BC0BD879-F267-5CCA-8DEA-E3B2DD07DA4E}" dt="2026-07-31T05:59:54.881" v="13888" actId="1076"/>
          <ac:spMkLst>
            <pc:docMk/>
            <pc:sldMk cId="1705926158" sldId="2076139086"/>
            <ac:spMk id="81" creationId="{A14EF019-85F2-8AD6-214B-74D6C3F679C5}"/>
          </ac:spMkLst>
        </pc:spChg>
        <pc:spChg chg="mod">
          <ac:chgData name="Hironari Yamada" userId="e57621f8-ec3c-449e-bb19-001fffcc008e" providerId="ADAL" clId="{BC0BD879-F267-5CCA-8DEA-E3B2DD07DA4E}" dt="2026-07-31T06:02:06.140" v="13973" actId="14100"/>
          <ac:spMkLst>
            <pc:docMk/>
            <pc:sldMk cId="1705926158" sldId="2076139086"/>
            <ac:spMk id="95" creationId="{435E9C87-ADFE-7415-399A-8B32F9E5BA52}"/>
          </ac:spMkLst>
        </pc:spChg>
        <pc:spChg chg="mod topLvl">
          <ac:chgData name="Hironari Yamada" userId="e57621f8-ec3c-449e-bb19-001fffcc008e" providerId="ADAL" clId="{BC0BD879-F267-5CCA-8DEA-E3B2DD07DA4E}" dt="2026-07-31T06:01:28.443" v="13910" actId="14100"/>
          <ac:spMkLst>
            <pc:docMk/>
            <pc:sldMk cId="1705926158" sldId="2076139086"/>
            <ac:spMk id="97" creationId="{BB22B057-6AB4-EED2-248A-40292966C246}"/>
          </ac:spMkLst>
        </pc:spChg>
        <pc:spChg chg="mod topLvl">
          <ac:chgData name="Hironari Yamada" userId="e57621f8-ec3c-449e-bb19-001fffcc008e" providerId="ADAL" clId="{BC0BD879-F267-5CCA-8DEA-E3B2DD07DA4E}" dt="2026-07-31T06:01:28.443" v="13910" actId="14100"/>
          <ac:spMkLst>
            <pc:docMk/>
            <pc:sldMk cId="1705926158" sldId="2076139086"/>
            <ac:spMk id="100" creationId="{22077292-7732-3434-0D9E-C5BB577E748B}"/>
          </ac:spMkLst>
        </pc:spChg>
        <pc:spChg chg="mod topLvl">
          <ac:chgData name="Hironari Yamada" userId="e57621f8-ec3c-449e-bb19-001fffcc008e" providerId="ADAL" clId="{BC0BD879-F267-5CCA-8DEA-E3B2DD07DA4E}" dt="2026-07-31T06:01:28.443" v="13910" actId="14100"/>
          <ac:spMkLst>
            <pc:docMk/>
            <pc:sldMk cId="1705926158" sldId="2076139086"/>
            <ac:spMk id="103" creationId="{3C01F3EF-E01D-C432-6CB0-B8F4C6CF6F83}"/>
          </ac:spMkLst>
        </pc:spChg>
        <pc:spChg chg="mod topLvl">
          <ac:chgData name="Hironari Yamada" userId="e57621f8-ec3c-449e-bb19-001fffcc008e" providerId="ADAL" clId="{BC0BD879-F267-5CCA-8DEA-E3B2DD07DA4E}" dt="2026-07-31T06:01:28.443" v="13910" actId="14100"/>
          <ac:spMkLst>
            <pc:docMk/>
            <pc:sldMk cId="1705926158" sldId="2076139086"/>
            <ac:spMk id="106" creationId="{5B8D8263-D955-568C-0298-B4D9DEF9E495}"/>
          </ac:spMkLst>
        </pc:spChg>
        <pc:spChg chg="mod topLvl">
          <ac:chgData name="Hironari Yamada" userId="e57621f8-ec3c-449e-bb19-001fffcc008e" providerId="ADAL" clId="{BC0BD879-F267-5CCA-8DEA-E3B2DD07DA4E}" dt="2026-07-31T06:01:28.443" v="13910" actId="14100"/>
          <ac:spMkLst>
            <pc:docMk/>
            <pc:sldMk cId="1705926158" sldId="2076139086"/>
            <ac:spMk id="109" creationId="{F3C6D0AA-C809-C96A-BBF9-D14916DDC358}"/>
          </ac:spMkLst>
        </pc:spChg>
        <pc:spChg chg="add mod">
          <ac:chgData name="Hironari Yamada" userId="e57621f8-ec3c-449e-bb19-001fffcc008e" providerId="ADAL" clId="{BC0BD879-F267-5CCA-8DEA-E3B2DD07DA4E}" dt="2026-07-31T06:01:34.177" v="13925" actId="1035"/>
          <ac:spMkLst>
            <pc:docMk/>
            <pc:sldMk cId="1705926158" sldId="2076139086"/>
            <ac:spMk id="111" creationId="{9AE1D548-D79A-EFE4-9042-F96C2478E78F}"/>
          </ac:spMkLst>
        </pc:spChg>
        <pc:spChg chg="mod">
          <ac:chgData name="Hironari Yamada" userId="e57621f8-ec3c-449e-bb19-001fffcc008e" providerId="ADAL" clId="{BC0BD879-F267-5CCA-8DEA-E3B2DD07DA4E}" dt="2026-07-31T05:59:57.002" v="13889" actId="207"/>
          <ac:spMkLst>
            <pc:docMk/>
            <pc:sldMk cId="1705926158" sldId="2076139086"/>
            <ac:spMk id="123" creationId="{5ED47365-AA01-AA07-FF4C-8ACA359486A8}"/>
          </ac:spMkLst>
        </pc:spChg>
        <pc:spChg chg="mod">
          <ac:chgData name="Hironari Yamada" userId="e57621f8-ec3c-449e-bb19-001fffcc008e" providerId="ADAL" clId="{BC0BD879-F267-5CCA-8DEA-E3B2DD07DA4E}" dt="2026-07-31T05:59:57.002" v="13889" actId="207"/>
          <ac:spMkLst>
            <pc:docMk/>
            <pc:sldMk cId="1705926158" sldId="2076139086"/>
            <ac:spMk id="127" creationId="{9216EDF7-97DF-42A4-C4D4-45828C55F882}"/>
          </ac:spMkLst>
        </pc:spChg>
        <pc:spChg chg="mod topLvl">
          <ac:chgData name="Hironari Yamada" userId="e57621f8-ec3c-449e-bb19-001fffcc008e" providerId="ADAL" clId="{BC0BD879-F267-5CCA-8DEA-E3B2DD07DA4E}" dt="2026-07-31T06:01:46.372" v="13943" actId="14100"/>
          <ac:spMkLst>
            <pc:docMk/>
            <pc:sldMk cId="1705926158" sldId="2076139086"/>
            <ac:spMk id="129" creationId="{A4E8ABDA-C183-1D75-2D8B-993AA8D1A6C0}"/>
          </ac:spMkLst>
        </pc:spChg>
        <pc:spChg chg="add mod">
          <ac:chgData name="Hironari Yamada" userId="e57621f8-ec3c-449e-bb19-001fffcc008e" providerId="ADAL" clId="{BC0BD879-F267-5CCA-8DEA-E3B2DD07DA4E}" dt="2026-07-31T06:02:01.407" v="13972" actId="1036"/>
          <ac:spMkLst>
            <pc:docMk/>
            <pc:sldMk cId="1705926158" sldId="2076139086"/>
            <ac:spMk id="133" creationId="{DA0F6D4E-9C9B-25AD-0773-78613422A280}"/>
          </ac:spMkLst>
        </pc:spChg>
        <pc:spChg chg="mod">
          <ac:chgData name="Hironari Yamada" userId="e57621f8-ec3c-449e-bb19-001fffcc008e" providerId="ADAL" clId="{BC0BD879-F267-5CCA-8DEA-E3B2DD07DA4E}" dt="2026-07-31T05:59:57.002" v="13889" actId="207"/>
          <ac:spMkLst>
            <pc:docMk/>
            <pc:sldMk cId="1705926158" sldId="2076139086"/>
            <ac:spMk id="142" creationId="{EECB8F7A-FDEA-CC70-C8CE-E6181649F37B}"/>
          </ac:spMkLst>
        </pc:spChg>
        <pc:spChg chg="mod">
          <ac:chgData name="Hironari Yamada" userId="e57621f8-ec3c-449e-bb19-001fffcc008e" providerId="ADAL" clId="{BC0BD879-F267-5CCA-8DEA-E3B2DD07DA4E}" dt="2026-07-31T05:59:57.002" v="13889" actId="207"/>
          <ac:spMkLst>
            <pc:docMk/>
            <pc:sldMk cId="1705926158" sldId="2076139086"/>
            <ac:spMk id="144" creationId="{07274B72-25C8-67CA-1A2B-E406974ADDB5}"/>
          </ac:spMkLst>
        </pc:spChg>
        <pc:spChg chg="mod">
          <ac:chgData name="Hironari Yamada" userId="e57621f8-ec3c-449e-bb19-001fffcc008e" providerId="ADAL" clId="{BC0BD879-F267-5CCA-8DEA-E3B2DD07DA4E}" dt="2026-07-31T05:59:57.002" v="13889" actId="207"/>
          <ac:spMkLst>
            <pc:docMk/>
            <pc:sldMk cId="1705926158" sldId="2076139086"/>
            <ac:spMk id="146" creationId="{311CD116-E357-F418-6763-5B73216F898A}"/>
          </ac:spMkLst>
        </pc:spChg>
        <pc:spChg chg="mod">
          <ac:chgData name="Hironari Yamada" userId="e57621f8-ec3c-449e-bb19-001fffcc008e" providerId="ADAL" clId="{BC0BD879-F267-5CCA-8DEA-E3B2DD07DA4E}" dt="2026-07-31T06:02:09.438" v="13974" actId="1076"/>
          <ac:spMkLst>
            <pc:docMk/>
            <pc:sldMk cId="1705926158" sldId="2076139086"/>
            <ac:spMk id="147" creationId="{1BDD5372-A044-9210-D6CB-1E97F4D1417B}"/>
          </ac:spMkLst>
        </pc:spChg>
        <pc:spChg chg="add mod">
          <ac:chgData name="Hironari Yamada" userId="e57621f8-ec3c-449e-bb19-001fffcc008e" providerId="ADAL" clId="{BC0BD879-F267-5CCA-8DEA-E3B2DD07DA4E}" dt="2026-07-31T06:02:21.541" v="13975"/>
          <ac:spMkLst>
            <pc:docMk/>
            <pc:sldMk cId="1705926158" sldId="2076139086"/>
            <ac:spMk id="149" creationId="{43420ADC-2849-2D7D-A887-5B214B2925D7}"/>
          </ac:spMkLst>
        </pc:spChg>
        <pc:spChg chg="mod">
          <ac:chgData name="Hironari Yamada" userId="e57621f8-ec3c-449e-bb19-001fffcc008e" providerId="ADAL" clId="{BC0BD879-F267-5CCA-8DEA-E3B2DD07DA4E}" dt="2026-07-31T06:02:21.541" v="13975"/>
          <ac:spMkLst>
            <pc:docMk/>
            <pc:sldMk cId="1705926158" sldId="2076139086"/>
            <ac:spMk id="156" creationId="{574C6C24-B670-A5A8-9644-78842185DD9E}"/>
          </ac:spMkLst>
        </pc:spChg>
        <pc:spChg chg="mod">
          <ac:chgData name="Hironari Yamada" userId="e57621f8-ec3c-449e-bb19-001fffcc008e" providerId="ADAL" clId="{BC0BD879-F267-5CCA-8DEA-E3B2DD07DA4E}" dt="2026-07-31T06:02:21.541" v="13975"/>
          <ac:spMkLst>
            <pc:docMk/>
            <pc:sldMk cId="1705926158" sldId="2076139086"/>
            <ac:spMk id="160" creationId="{EDD15994-1BE2-E844-A350-AD0D86AE16FE}"/>
          </ac:spMkLst>
        </pc:spChg>
        <pc:spChg chg="mod">
          <ac:chgData name="Hironari Yamada" userId="e57621f8-ec3c-449e-bb19-001fffcc008e" providerId="ADAL" clId="{BC0BD879-F267-5CCA-8DEA-E3B2DD07DA4E}" dt="2026-07-31T06:02:21.541" v="13975"/>
          <ac:spMkLst>
            <pc:docMk/>
            <pc:sldMk cId="1705926158" sldId="2076139086"/>
            <ac:spMk id="165" creationId="{4B9529E0-3816-1548-CA62-CC5ACA378AF5}"/>
          </ac:spMkLst>
        </pc:spChg>
        <pc:spChg chg="mod">
          <ac:chgData name="Hironari Yamada" userId="e57621f8-ec3c-449e-bb19-001fffcc008e" providerId="ADAL" clId="{BC0BD879-F267-5CCA-8DEA-E3B2DD07DA4E}" dt="2026-07-31T06:02:21.541" v="13975"/>
          <ac:spMkLst>
            <pc:docMk/>
            <pc:sldMk cId="1705926158" sldId="2076139086"/>
            <ac:spMk id="168" creationId="{C3011382-6BF4-2831-2125-95E66D7B954C}"/>
          </ac:spMkLst>
        </pc:spChg>
        <pc:spChg chg="mod">
          <ac:chgData name="Hironari Yamada" userId="e57621f8-ec3c-449e-bb19-001fffcc008e" providerId="ADAL" clId="{BC0BD879-F267-5CCA-8DEA-E3B2DD07DA4E}" dt="2026-07-31T06:02:21.541" v="13975"/>
          <ac:spMkLst>
            <pc:docMk/>
            <pc:sldMk cId="1705926158" sldId="2076139086"/>
            <ac:spMk id="191" creationId="{275DEC36-7431-CC12-6506-5A1417D46C42}"/>
          </ac:spMkLst>
        </pc:spChg>
        <pc:spChg chg="mod">
          <ac:chgData name="Hironari Yamada" userId="e57621f8-ec3c-449e-bb19-001fffcc008e" providerId="ADAL" clId="{BC0BD879-F267-5CCA-8DEA-E3B2DD07DA4E}" dt="2026-07-31T06:02:21.541" v="13975"/>
          <ac:spMkLst>
            <pc:docMk/>
            <pc:sldMk cId="1705926158" sldId="2076139086"/>
            <ac:spMk id="193" creationId="{79C1A68F-0355-D0C5-4EC0-AFF97D631EC5}"/>
          </ac:spMkLst>
        </pc:spChg>
        <pc:spChg chg="mod">
          <ac:chgData name="Hironari Yamada" userId="e57621f8-ec3c-449e-bb19-001fffcc008e" providerId="ADAL" clId="{BC0BD879-F267-5CCA-8DEA-E3B2DD07DA4E}" dt="2026-07-31T06:02:21.541" v="13975"/>
          <ac:spMkLst>
            <pc:docMk/>
            <pc:sldMk cId="1705926158" sldId="2076139086"/>
            <ac:spMk id="197" creationId="{4DCA26BE-B07F-757D-B6CE-AA2D57CCF248}"/>
          </ac:spMkLst>
        </pc:spChg>
        <pc:spChg chg="mod">
          <ac:chgData name="Hironari Yamada" userId="e57621f8-ec3c-449e-bb19-001fffcc008e" providerId="ADAL" clId="{BC0BD879-F267-5CCA-8DEA-E3B2DD07DA4E}" dt="2026-07-31T06:02:21.541" v="13975"/>
          <ac:spMkLst>
            <pc:docMk/>
            <pc:sldMk cId="1705926158" sldId="2076139086"/>
            <ac:spMk id="200" creationId="{50730C74-681C-2E03-E90B-5295F832C75B}"/>
          </ac:spMkLst>
        </pc:spChg>
        <pc:spChg chg="mod">
          <ac:chgData name="Hironari Yamada" userId="e57621f8-ec3c-449e-bb19-001fffcc008e" providerId="ADAL" clId="{BC0BD879-F267-5CCA-8DEA-E3B2DD07DA4E}" dt="2026-07-31T06:02:21.541" v="13975"/>
          <ac:spMkLst>
            <pc:docMk/>
            <pc:sldMk cId="1705926158" sldId="2076139086"/>
            <ac:spMk id="214" creationId="{297B2789-731A-36A8-E5BC-9C71AA86FFD6}"/>
          </ac:spMkLst>
        </pc:spChg>
        <pc:grpChg chg="mod">
          <ac:chgData name="Hironari Yamada" userId="e57621f8-ec3c-449e-bb19-001fffcc008e" providerId="ADAL" clId="{BC0BD879-F267-5CCA-8DEA-E3B2DD07DA4E}" dt="2026-07-31T05:59:54.881" v="13888" actId="1076"/>
          <ac:grpSpMkLst>
            <pc:docMk/>
            <pc:sldMk cId="1705926158" sldId="2076139086"/>
            <ac:grpSpMk id="96" creationId="{7CFF7AE7-160B-C516-196B-2F4A0E1F1564}"/>
          </ac:grpSpMkLst>
        </pc:grpChg>
        <pc:grpChg chg="mod">
          <ac:chgData name="Hironari Yamada" userId="e57621f8-ec3c-449e-bb19-001fffcc008e" providerId="ADAL" clId="{BC0BD879-F267-5CCA-8DEA-E3B2DD07DA4E}" dt="2026-07-31T05:59:54.881" v="13888" actId="1076"/>
          <ac:grpSpMkLst>
            <pc:docMk/>
            <pc:sldMk cId="1705926158" sldId="2076139086"/>
            <ac:grpSpMk id="99" creationId="{BAD9505A-3F8F-7010-07A8-679DE076F541}"/>
          </ac:grpSpMkLst>
        </pc:grpChg>
        <pc:grpChg chg="mod">
          <ac:chgData name="Hironari Yamada" userId="e57621f8-ec3c-449e-bb19-001fffcc008e" providerId="ADAL" clId="{BC0BD879-F267-5CCA-8DEA-E3B2DD07DA4E}" dt="2026-07-31T05:59:54.881" v="13888" actId="1076"/>
          <ac:grpSpMkLst>
            <pc:docMk/>
            <pc:sldMk cId="1705926158" sldId="2076139086"/>
            <ac:grpSpMk id="102" creationId="{218149C7-800B-8539-18AF-51B1EAE5F4F8}"/>
          </ac:grpSpMkLst>
        </pc:grpChg>
        <pc:grpChg chg="mod">
          <ac:chgData name="Hironari Yamada" userId="e57621f8-ec3c-449e-bb19-001fffcc008e" providerId="ADAL" clId="{BC0BD879-F267-5CCA-8DEA-E3B2DD07DA4E}" dt="2026-07-31T05:59:54.881" v="13888" actId="1076"/>
          <ac:grpSpMkLst>
            <pc:docMk/>
            <pc:sldMk cId="1705926158" sldId="2076139086"/>
            <ac:grpSpMk id="108" creationId="{5513B836-A1E1-B40D-CB91-B76E8F82E783}"/>
          </ac:grpSpMkLst>
        </pc:grpChg>
        <pc:grpChg chg="mod">
          <ac:chgData name="Hironari Yamada" userId="e57621f8-ec3c-449e-bb19-001fffcc008e" providerId="ADAL" clId="{BC0BD879-F267-5CCA-8DEA-E3B2DD07DA4E}" dt="2026-07-31T06:01:34.177" v="13925" actId="1035"/>
          <ac:grpSpMkLst>
            <pc:docMk/>
            <pc:sldMk cId="1705926158" sldId="2076139086"/>
            <ac:grpSpMk id="112" creationId="{B64F3A5D-049D-8C46-22E8-7282254C7417}"/>
          </ac:grpSpMkLst>
        </pc:grpChg>
        <pc:grpChg chg="del">
          <ac:chgData name="Hironari Yamada" userId="e57621f8-ec3c-449e-bb19-001fffcc008e" providerId="ADAL" clId="{BC0BD879-F267-5CCA-8DEA-E3B2DD07DA4E}" dt="2026-07-31T06:00:49.639" v="13894" actId="165"/>
          <ac:grpSpMkLst>
            <pc:docMk/>
            <pc:sldMk cId="1705926158" sldId="2076139086"/>
            <ac:grpSpMk id="128" creationId="{C916D958-9CF2-BBB0-30D2-3EBF61728533}"/>
          </ac:grpSpMkLst>
        </pc:grpChg>
        <pc:grpChg chg="mod topLvl">
          <ac:chgData name="Hironari Yamada" userId="e57621f8-ec3c-449e-bb19-001fffcc008e" providerId="ADAL" clId="{BC0BD879-F267-5CCA-8DEA-E3B2DD07DA4E}" dt="2026-07-31T06:01:52.196" v="13951" actId="1035"/>
          <ac:grpSpMkLst>
            <pc:docMk/>
            <pc:sldMk cId="1705926158" sldId="2076139086"/>
            <ac:grpSpMk id="130" creationId="{7F2D30A1-CFE5-FF70-F045-A22B0F86569D}"/>
          </ac:grpSpMkLst>
        </pc:grpChg>
        <pc:grpChg chg="mod">
          <ac:chgData name="Hironari Yamada" userId="e57621f8-ec3c-449e-bb19-001fffcc008e" providerId="ADAL" clId="{BC0BD879-F267-5CCA-8DEA-E3B2DD07DA4E}" dt="2026-07-31T06:02:01.407" v="13972" actId="1036"/>
          <ac:grpSpMkLst>
            <pc:docMk/>
            <pc:sldMk cId="1705926158" sldId="2076139086"/>
            <ac:grpSpMk id="134" creationId="{66A83CE2-8CBE-17BC-B8F7-2E0CCC6A01B3}"/>
          </ac:grpSpMkLst>
        </pc:grpChg>
        <pc:picChg chg="del">
          <ac:chgData name="Hironari Yamada" userId="e57621f8-ec3c-449e-bb19-001fffcc008e" providerId="ADAL" clId="{BC0BD879-F267-5CCA-8DEA-E3B2DD07DA4E}" dt="2026-07-31T05:59:41.608" v="13885" actId="478"/>
          <ac:picMkLst>
            <pc:docMk/>
            <pc:sldMk cId="1705926158" sldId="2076139086"/>
            <ac:picMk id="20" creationId="{2D44A7A0-2888-69BE-2C7C-4ECA9E932F36}"/>
          </ac:picMkLst>
        </pc:picChg>
        <pc:picChg chg="mod topLvl">
          <ac:chgData name="Hironari Yamada" userId="e57621f8-ec3c-449e-bb19-001fffcc008e" providerId="ADAL" clId="{BC0BD879-F267-5CCA-8DEA-E3B2DD07DA4E}" dt="2026-07-31T06:01:15.338" v="13907" actId="1035"/>
          <ac:picMkLst>
            <pc:docMk/>
            <pc:sldMk cId="1705926158" sldId="2076139086"/>
            <ac:picMk id="98" creationId="{4F4868FB-ED4D-FD36-A33E-A70ED55E82F9}"/>
          </ac:picMkLst>
        </pc:picChg>
        <pc:picChg chg="mod topLvl">
          <ac:chgData name="Hironari Yamada" userId="e57621f8-ec3c-449e-bb19-001fffcc008e" providerId="ADAL" clId="{BC0BD879-F267-5CCA-8DEA-E3B2DD07DA4E}" dt="2026-07-31T06:01:15.338" v="13907" actId="1035"/>
          <ac:picMkLst>
            <pc:docMk/>
            <pc:sldMk cId="1705926158" sldId="2076139086"/>
            <ac:picMk id="101" creationId="{98178786-AEAE-1940-935B-417CFACE6E9F}"/>
          </ac:picMkLst>
        </pc:picChg>
        <pc:picChg chg="mod topLvl">
          <ac:chgData name="Hironari Yamada" userId="e57621f8-ec3c-449e-bb19-001fffcc008e" providerId="ADAL" clId="{BC0BD879-F267-5CCA-8DEA-E3B2DD07DA4E}" dt="2026-07-31T06:01:15.338" v="13907" actId="1035"/>
          <ac:picMkLst>
            <pc:docMk/>
            <pc:sldMk cId="1705926158" sldId="2076139086"/>
            <ac:picMk id="104" creationId="{4CDF2E08-DB53-8CE2-5FB2-10ACF7308511}"/>
          </ac:picMkLst>
        </pc:picChg>
        <pc:picChg chg="mod topLvl">
          <ac:chgData name="Hironari Yamada" userId="e57621f8-ec3c-449e-bb19-001fffcc008e" providerId="ADAL" clId="{BC0BD879-F267-5CCA-8DEA-E3B2DD07DA4E}" dt="2026-07-31T06:01:15.338" v="13907" actId="1035"/>
          <ac:picMkLst>
            <pc:docMk/>
            <pc:sldMk cId="1705926158" sldId="2076139086"/>
            <ac:picMk id="107" creationId="{5044E01E-B511-4B15-2897-C35BC92F9C37}"/>
          </ac:picMkLst>
        </pc:picChg>
        <pc:picChg chg="mod topLvl">
          <ac:chgData name="Hironari Yamada" userId="e57621f8-ec3c-449e-bb19-001fffcc008e" providerId="ADAL" clId="{BC0BD879-F267-5CCA-8DEA-E3B2DD07DA4E}" dt="2026-07-31T06:01:15.338" v="13907" actId="1035"/>
          <ac:picMkLst>
            <pc:docMk/>
            <pc:sldMk cId="1705926158" sldId="2076139086"/>
            <ac:picMk id="110" creationId="{FA5C26B2-8F01-205F-68FB-EF98CAB361E8}"/>
          </ac:picMkLst>
        </pc:picChg>
      </pc:sldChg>
      <pc:sldChg chg="addSp delSp modSp add mod">
        <pc:chgData name="Hironari Yamada" userId="e57621f8-ec3c-449e-bb19-001fffcc008e" providerId="ADAL" clId="{BC0BD879-F267-5CCA-8DEA-E3B2DD07DA4E}" dt="2026-07-31T06:04:14.878" v="14043" actId="1035"/>
        <pc:sldMkLst>
          <pc:docMk/>
          <pc:sldMk cId="4110195139" sldId="2076139087"/>
        </pc:sldMkLst>
        <pc:spChg chg="del">
          <ac:chgData name="Hironari Yamada" userId="e57621f8-ec3c-449e-bb19-001fffcc008e" providerId="ADAL" clId="{BC0BD879-F267-5CCA-8DEA-E3B2DD07DA4E}" dt="2026-07-31T06:02:43.246" v="13993" actId="478"/>
          <ac:spMkLst>
            <pc:docMk/>
            <pc:sldMk cId="4110195139" sldId="2076139087"/>
            <ac:spMk id="3" creationId="{98D45417-F7FE-A958-CD02-56FD0FA80C70}"/>
          </ac:spMkLst>
        </pc:spChg>
        <pc:spChg chg="mod">
          <ac:chgData name="Hironari Yamada" userId="e57621f8-ec3c-449e-bb19-001fffcc008e" providerId="ADAL" clId="{BC0BD879-F267-5CCA-8DEA-E3B2DD07DA4E}" dt="2026-07-31T06:03:14.183" v="14000" actId="207"/>
          <ac:spMkLst>
            <pc:docMk/>
            <pc:sldMk cId="4110195139" sldId="2076139087"/>
            <ac:spMk id="5" creationId="{1C866675-F416-7165-3DCE-632D2C866A68}"/>
          </ac:spMkLst>
        </pc:spChg>
        <pc:spChg chg="add mod">
          <ac:chgData name="Hironari Yamada" userId="e57621f8-ec3c-449e-bb19-001fffcc008e" providerId="ADAL" clId="{BC0BD879-F267-5CCA-8DEA-E3B2DD07DA4E}" dt="2026-07-31T06:04:14.878" v="14043" actId="1035"/>
          <ac:spMkLst>
            <pc:docMk/>
            <pc:sldMk cId="4110195139" sldId="2076139087"/>
            <ac:spMk id="8" creationId="{495B75DF-573D-C0AA-59DF-6D6711AF3EC7}"/>
          </ac:spMkLst>
        </pc:spChg>
        <pc:spChg chg="mod">
          <ac:chgData name="Hironari Yamada" userId="e57621f8-ec3c-449e-bb19-001fffcc008e" providerId="ADAL" clId="{BC0BD879-F267-5CCA-8DEA-E3B2DD07DA4E}" dt="2026-07-31T06:02:40.013" v="13992" actId="20577"/>
          <ac:spMkLst>
            <pc:docMk/>
            <pc:sldMk cId="4110195139" sldId="2076139087"/>
            <ac:spMk id="9" creationId="{8A67C3B7-276A-6B1E-65D8-80CFB4FD31FE}"/>
          </ac:spMkLst>
        </pc:spChg>
        <pc:spChg chg="mod">
          <ac:chgData name="Hironari Yamada" userId="e57621f8-ec3c-449e-bb19-001fffcc008e" providerId="ADAL" clId="{BC0BD879-F267-5CCA-8DEA-E3B2DD07DA4E}" dt="2026-07-31T06:03:57.685" v="14024" actId="1076"/>
          <ac:spMkLst>
            <pc:docMk/>
            <pc:sldMk cId="4110195139" sldId="2076139087"/>
            <ac:spMk id="10" creationId="{FA6B01E9-4831-6CAC-8BAC-B29EA35742F2}"/>
          </ac:spMkLst>
        </pc:spChg>
        <pc:spChg chg="mod">
          <ac:chgData name="Hironari Yamada" userId="e57621f8-ec3c-449e-bb19-001fffcc008e" providerId="ADAL" clId="{BC0BD879-F267-5CCA-8DEA-E3B2DD07DA4E}" dt="2026-07-31T06:03:14.183" v="14000" actId="207"/>
          <ac:spMkLst>
            <pc:docMk/>
            <pc:sldMk cId="4110195139" sldId="2076139087"/>
            <ac:spMk id="11" creationId="{CA97A006-DA9E-1F18-82D8-01A35DFE2FFC}"/>
          </ac:spMkLst>
        </pc:spChg>
        <pc:spChg chg="add mod">
          <ac:chgData name="Hironari Yamada" userId="e57621f8-ec3c-449e-bb19-001fffcc008e" providerId="ADAL" clId="{BC0BD879-F267-5CCA-8DEA-E3B2DD07DA4E}" dt="2026-07-31T06:03:23.039" v="14008" actId="1035"/>
          <ac:spMkLst>
            <pc:docMk/>
            <pc:sldMk cId="4110195139" sldId="2076139087"/>
            <ac:spMk id="18" creationId="{5B8483B6-9027-C1C9-843C-B394F97E4F41}"/>
          </ac:spMkLst>
        </pc:spChg>
        <pc:spChg chg="add mod">
          <ac:chgData name="Hironari Yamada" userId="e57621f8-ec3c-449e-bb19-001fffcc008e" providerId="ADAL" clId="{BC0BD879-F267-5CCA-8DEA-E3B2DD07DA4E}" dt="2026-07-31T06:03:23.039" v="14008" actId="1035"/>
          <ac:spMkLst>
            <pc:docMk/>
            <pc:sldMk cId="4110195139" sldId="2076139087"/>
            <ac:spMk id="20" creationId="{15B76BF3-2965-6FB3-BF0A-24B8D17203C1}"/>
          </ac:spMkLst>
        </pc:spChg>
        <pc:spChg chg="add mod">
          <ac:chgData name="Hironari Yamada" userId="e57621f8-ec3c-449e-bb19-001fffcc008e" providerId="ADAL" clId="{BC0BD879-F267-5CCA-8DEA-E3B2DD07DA4E}" dt="2026-07-31T06:03:23.039" v="14008" actId="1035"/>
          <ac:spMkLst>
            <pc:docMk/>
            <pc:sldMk cId="4110195139" sldId="2076139087"/>
            <ac:spMk id="21" creationId="{F2346D99-258E-D96C-677C-344C8BC1FAA3}"/>
          </ac:spMkLst>
        </pc:spChg>
        <pc:spChg chg="add mod">
          <ac:chgData name="Hironari Yamada" userId="e57621f8-ec3c-449e-bb19-001fffcc008e" providerId="ADAL" clId="{BC0BD879-F267-5CCA-8DEA-E3B2DD07DA4E}" dt="2026-07-31T06:03:23.039" v="14008" actId="1035"/>
          <ac:spMkLst>
            <pc:docMk/>
            <pc:sldMk cId="4110195139" sldId="2076139087"/>
            <ac:spMk id="22" creationId="{1AC3FBC9-C72E-CC27-05D4-467F2EAF8082}"/>
          </ac:spMkLst>
        </pc:spChg>
        <pc:spChg chg="add mod">
          <ac:chgData name="Hironari Yamada" userId="e57621f8-ec3c-449e-bb19-001fffcc008e" providerId="ADAL" clId="{BC0BD879-F267-5CCA-8DEA-E3B2DD07DA4E}" dt="2026-07-31T06:03:23.039" v="14008" actId="1035"/>
          <ac:spMkLst>
            <pc:docMk/>
            <pc:sldMk cId="4110195139" sldId="2076139087"/>
            <ac:spMk id="23" creationId="{4C4BDC3C-E419-7880-FEB1-543ACA27730F}"/>
          </ac:spMkLst>
        </pc:spChg>
        <pc:spChg chg="mod">
          <ac:chgData name="Hironari Yamada" userId="e57621f8-ec3c-449e-bb19-001fffcc008e" providerId="ADAL" clId="{BC0BD879-F267-5CCA-8DEA-E3B2DD07DA4E}" dt="2026-07-31T06:02:49.565" v="13995" actId="207"/>
          <ac:spMkLst>
            <pc:docMk/>
            <pc:sldMk cId="4110195139" sldId="2076139087"/>
            <ac:spMk id="24" creationId="{2801B9A7-F7D2-91F5-BE1E-BBA86EB5F677}"/>
          </ac:spMkLst>
        </pc:spChg>
        <pc:spChg chg="add mod">
          <ac:chgData name="Hironari Yamada" userId="e57621f8-ec3c-449e-bb19-001fffcc008e" providerId="ADAL" clId="{BC0BD879-F267-5CCA-8DEA-E3B2DD07DA4E}" dt="2026-07-31T06:03:23.039" v="14008" actId="1035"/>
          <ac:spMkLst>
            <pc:docMk/>
            <pc:sldMk cId="4110195139" sldId="2076139087"/>
            <ac:spMk id="25" creationId="{96703194-49EB-1DB5-DCEF-8BFA1BD288B6}"/>
          </ac:spMkLst>
        </pc:spChg>
        <pc:spChg chg="mod">
          <ac:chgData name="Hironari Yamada" userId="e57621f8-ec3c-449e-bb19-001fffcc008e" providerId="ADAL" clId="{BC0BD879-F267-5CCA-8DEA-E3B2DD07DA4E}" dt="2026-07-31T06:02:49.565" v="13995" actId="207"/>
          <ac:spMkLst>
            <pc:docMk/>
            <pc:sldMk cId="4110195139" sldId="2076139087"/>
            <ac:spMk id="27" creationId="{0A636686-0507-986C-1EF2-624006AA4537}"/>
          </ac:spMkLst>
        </pc:spChg>
        <pc:spChg chg="mod">
          <ac:chgData name="Hironari Yamada" userId="e57621f8-ec3c-449e-bb19-001fffcc008e" providerId="ADAL" clId="{BC0BD879-F267-5CCA-8DEA-E3B2DD07DA4E}" dt="2026-07-31T06:03:23.039" v="14008" actId="1035"/>
          <ac:spMkLst>
            <pc:docMk/>
            <pc:sldMk cId="4110195139" sldId="2076139087"/>
            <ac:spMk id="29" creationId="{9FB14753-D2E4-9EB7-2729-3473B6EEBFA1}"/>
          </ac:spMkLst>
        </pc:spChg>
        <pc:spChg chg="mod">
          <ac:chgData name="Hironari Yamada" userId="e57621f8-ec3c-449e-bb19-001fffcc008e" providerId="ADAL" clId="{BC0BD879-F267-5CCA-8DEA-E3B2DD07DA4E}" dt="2026-07-31T06:03:23.039" v="14008" actId="1035"/>
          <ac:spMkLst>
            <pc:docMk/>
            <pc:sldMk cId="4110195139" sldId="2076139087"/>
            <ac:spMk id="30" creationId="{AE10F5EA-0446-EB13-AFE7-BF3F9AD592B0}"/>
          </ac:spMkLst>
        </pc:spChg>
        <pc:spChg chg="mod">
          <ac:chgData name="Hironari Yamada" userId="e57621f8-ec3c-449e-bb19-001fffcc008e" providerId="ADAL" clId="{BC0BD879-F267-5CCA-8DEA-E3B2DD07DA4E}" dt="2026-07-31T06:03:23.039" v="14008" actId="1035"/>
          <ac:spMkLst>
            <pc:docMk/>
            <pc:sldMk cId="4110195139" sldId="2076139087"/>
            <ac:spMk id="36" creationId="{E5977346-5E3A-9907-0830-D5CC1F7810D3}"/>
          </ac:spMkLst>
        </pc:spChg>
        <pc:spChg chg="mod">
          <ac:chgData name="Hironari Yamada" userId="e57621f8-ec3c-449e-bb19-001fffcc008e" providerId="ADAL" clId="{BC0BD879-F267-5CCA-8DEA-E3B2DD07DA4E}" dt="2026-07-31T06:04:14.878" v="14043" actId="1035"/>
          <ac:spMkLst>
            <pc:docMk/>
            <pc:sldMk cId="4110195139" sldId="2076139087"/>
            <ac:spMk id="44" creationId="{8FBB6807-D845-4D3D-D70C-1CE707BD50C8}"/>
          </ac:spMkLst>
        </pc:spChg>
        <pc:spChg chg="add mod">
          <ac:chgData name="Hironari Yamada" userId="e57621f8-ec3c-449e-bb19-001fffcc008e" providerId="ADAL" clId="{BC0BD879-F267-5CCA-8DEA-E3B2DD07DA4E}" dt="2026-07-31T06:04:05.107" v="14030" actId="1076"/>
          <ac:spMkLst>
            <pc:docMk/>
            <pc:sldMk cId="4110195139" sldId="2076139087"/>
            <ac:spMk id="45" creationId="{2E658221-B27E-F22D-6E04-93F37090CFE0}"/>
          </ac:spMkLst>
        </pc:spChg>
        <pc:spChg chg="del">
          <ac:chgData name="Hironari Yamada" userId="e57621f8-ec3c-449e-bb19-001fffcc008e" providerId="ADAL" clId="{BC0BD879-F267-5CCA-8DEA-E3B2DD07DA4E}" dt="2026-07-31T06:02:43.246" v="13993" actId="478"/>
          <ac:spMkLst>
            <pc:docMk/>
            <pc:sldMk cId="4110195139" sldId="2076139087"/>
            <ac:spMk id="80" creationId="{0696BF29-EBA9-6E9E-E16E-C92C686E0493}"/>
          </ac:spMkLst>
        </pc:spChg>
        <pc:spChg chg="del">
          <ac:chgData name="Hironari Yamada" userId="e57621f8-ec3c-449e-bb19-001fffcc008e" providerId="ADAL" clId="{BC0BD879-F267-5CCA-8DEA-E3B2DD07DA4E}" dt="2026-07-31T06:02:43.246" v="13993" actId="478"/>
          <ac:spMkLst>
            <pc:docMk/>
            <pc:sldMk cId="4110195139" sldId="2076139087"/>
            <ac:spMk id="81" creationId="{291B8508-EAF8-793B-2BD6-A0BD717C0DEA}"/>
          </ac:spMkLst>
        </pc:spChg>
        <pc:spChg chg="del">
          <ac:chgData name="Hironari Yamada" userId="e57621f8-ec3c-449e-bb19-001fffcc008e" providerId="ADAL" clId="{BC0BD879-F267-5CCA-8DEA-E3B2DD07DA4E}" dt="2026-07-31T06:02:43.246" v="13993" actId="478"/>
          <ac:spMkLst>
            <pc:docMk/>
            <pc:sldMk cId="4110195139" sldId="2076139087"/>
            <ac:spMk id="97" creationId="{6BDBDCD1-B185-1528-1754-28C3D449DD4B}"/>
          </ac:spMkLst>
        </pc:spChg>
        <pc:spChg chg="del">
          <ac:chgData name="Hironari Yamada" userId="e57621f8-ec3c-449e-bb19-001fffcc008e" providerId="ADAL" clId="{BC0BD879-F267-5CCA-8DEA-E3B2DD07DA4E}" dt="2026-07-31T06:02:43.246" v="13993" actId="478"/>
          <ac:spMkLst>
            <pc:docMk/>
            <pc:sldMk cId="4110195139" sldId="2076139087"/>
            <ac:spMk id="103" creationId="{34C3CE6F-76F6-CC3C-35BD-E233CBEBB440}"/>
          </ac:spMkLst>
        </pc:spChg>
        <pc:spChg chg="del">
          <ac:chgData name="Hironari Yamada" userId="e57621f8-ec3c-449e-bb19-001fffcc008e" providerId="ADAL" clId="{BC0BD879-F267-5CCA-8DEA-E3B2DD07DA4E}" dt="2026-07-31T06:02:43.246" v="13993" actId="478"/>
          <ac:spMkLst>
            <pc:docMk/>
            <pc:sldMk cId="4110195139" sldId="2076139087"/>
            <ac:spMk id="106" creationId="{B0B19E03-1F44-9CDB-8D45-B9CDAEF2FCB2}"/>
          </ac:spMkLst>
        </pc:spChg>
        <pc:spChg chg="del">
          <ac:chgData name="Hironari Yamada" userId="e57621f8-ec3c-449e-bb19-001fffcc008e" providerId="ADAL" clId="{BC0BD879-F267-5CCA-8DEA-E3B2DD07DA4E}" dt="2026-07-31T06:02:43.246" v="13993" actId="478"/>
          <ac:spMkLst>
            <pc:docMk/>
            <pc:sldMk cId="4110195139" sldId="2076139087"/>
            <ac:spMk id="109" creationId="{A6D44EA9-2E50-5DFE-78FD-20E923652CC1}"/>
          </ac:spMkLst>
        </pc:spChg>
        <pc:spChg chg="del">
          <ac:chgData name="Hironari Yamada" userId="e57621f8-ec3c-449e-bb19-001fffcc008e" providerId="ADAL" clId="{BC0BD879-F267-5CCA-8DEA-E3B2DD07DA4E}" dt="2026-07-31T06:02:43.246" v="13993" actId="478"/>
          <ac:spMkLst>
            <pc:docMk/>
            <pc:sldMk cId="4110195139" sldId="2076139087"/>
            <ac:spMk id="111" creationId="{A8718D2C-FCA9-016A-2D2E-E0369B9E9A44}"/>
          </ac:spMkLst>
        </pc:spChg>
        <pc:spChg chg="del">
          <ac:chgData name="Hironari Yamada" userId="e57621f8-ec3c-449e-bb19-001fffcc008e" providerId="ADAL" clId="{BC0BD879-F267-5CCA-8DEA-E3B2DD07DA4E}" dt="2026-07-31T06:02:43.246" v="13993" actId="478"/>
          <ac:spMkLst>
            <pc:docMk/>
            <pc:sldMk cId="4110195139" sldId="2076139087"/>
            <ac:spMk id="133" creationId="{C1AFD5C9-C0E8-C490-E81F-D2DA53F76670}"/>
          </ac:spMkLst>
        </pc:spChg>
        <pc:spChg chg="del">
          <ac:chgData name="Hironari Yamada" userId="e57621f8-ec3c-449e-bb19-001fffcc008e" providerId="ADAL" clId="{BC0BD879-F267-5CCA-8DEA-E3B2DD07DA4E}" dt="2026-07-31T06:02:43.246" v="13993" actId="478"/>
          <ac:spMkLst>
            <pc:docMk/>
            <pc:sldMk cId="4110195139" sldId="2076139087"/>
            <ac:spMk id="147" creationId="{BD754F9A-65E9-FB06-E799-8818ECEDE859}"/>
          </ac:spMkLst>
        </pc:spChg>
        <pc:cxnChg chg="mod">
          <ac:chgData name="Hironari Yamada" userId="e57621f8-ec3c-449e-bb19-001fffcc008e" providerId="ADAL" clId="{BC0BD879-F267-5CCA-8DEA-E3B2DD07DA4E}" dt="2026-07-31T06:04:14.878" v="14043" actId="1035"/>
          <ac:cxnSpMkLst>
            <pc:docMk/>
            <pc:sldMk cId="4110195139" sldId="2076139087"/>
            <ac:cxnSpMk id="7" creationId="{59DEF130-0861-A82E-3457-39D0A4AA05E7}"/>
          </ac:cxnSpMkLst>
        </pc:cxnChg>
      </pc:sldChg>
      <pc:sldChg chg="addSp delSp modSp add mod">
        <pc:chgData name="Hironari Yamada" userId="e57621f8-ec3c-449e-bb19-001fffcc008e" providerId="ADAL" clId="{BC0BD879-F267-5CCA-8DEA-E3B2DD07DA4E}" dt="2026-07-31T06:06:09.275" v="14070"/>
        <pc:sldMkLst>
          <pc:docMk/>
          <pc:sldMk cId="4254724708" sldId="2076139088"/>
        </pc:sldMkLst>
        <pc:spChg chg="del">
          <ac:chgData name="Hironari Yamada" userId="e57621f8-ec3c-449e-bb19-001fffcc008e" providerId="ADAL" clId="{BC0BD879-F267-5CCA-8DEA-E3B2DD07DA4E}" dt="2026-07-31T06:04:47.101" v="14047" actId="478"/>
          <ac:spMkLst>
            <pc:docMk/>
            <pc:sldMk cId="4254724708" sldId="2076139088"/>
            <ac:spMk id="5" creationId="{A5CE24C0-BE7A-CE6F-68FE-424C83485EA3}"/>
          </ac:spMkLst>
        </pc:spChg>
        <pc:spChg chg="add mod">
          <ac:chgData name="Hironari Yamada" userId="e57621f8-ec3c-449e-bb19-001fffcc008e" providerId="ADAL" clId="{BC0BD879-F267-5CCA-8DEA-E3B2DD07DA4E}" dt="2026-07-31T06:05:42.706" v="14058" actId="1076"/>
          <ac:spMkLst>
            <pc:docMk/>
            <pc:sldMk cId="4254724708" sldId="2076139088"/>
            <ac:spMk id="6" creationId="{A716C520-B3F1-D16B-F9F2-1E51E84318A5}"/>
          </ac:spMkLst>
        </pc:spChg>
        <pc:spChg chg="del">
          <ac:chgData name="Hironari Yamada" userId="e57621f8-ec3c-449e-bb19-001fffcc008e" providerId="ADAL" clId="{BC0BD879-F267-5CCA-8DEA-E3B2DD07DA4E}" dt="2026-07-31T06:04:40.887" v="14044" actId="478"/>
          <ac:spMkLst>
            <pc:docMk/>
            <pc:sldMk cId="4254724708" sldId="2076139088"/>
            <ac:spMk id="8" creationId="{49ED1B58-2C17-B286-F99C-EBA6BA38B051}"/>
          </ac:spMkLst>
        </pc:spChg>
        <pc:spChg chg="mod">
          <ac:chgData name="Hironari Yamada" userId="e57621f8-ec3c-449e-bb19-001fffcc008e" providerId="ADAL" clId="{BC0BD879-F267-5CCA-8DEA-E3B2DD07DA4E}" dt="2026-07-31T06:05:45.572" v="14060" actId="1076"/>
          <ac:spMkLst>
            <pc:docMk/>
            <pc:sldMk cId="4254724708" sldId="2076139088"/>
            <ac:spMk id="9" creationId="{D361BD26-746A-9192-C98A-4ED406729065}"/>
          </ac:spMkLst>
        </pc:spChg>
        <pc:spChg chg="del">
          <ac:chgData name="Hironari Yamada" userId="e57621f8-ec3c-449e-bb19-001fffcc008e" providerId="ADAL" clId="{BC0BD879-F267-5CCA-8DEA-E3B2DD07DA4E}" dt="2026-07-31T06:04:47.101" v="14047" actId="478"/>
          <ac:spMkLst>
            <pc:docMk/>
            <pc:sldMk cId="4254724708" sldId="2076139088"/>
            <ac:spMk id="10" creationId="{A77750DA-423A-4F3C-FD6B-6416D4E7B955}"/>
          </ac:spMkLst>
        </pc:spChg>
        <pc:spChg chg="del">
          <ac:chgData name="Hironari Yamada" userId="e57621f8-ec3c-449e-bb19-001fffcc008e" providerId="ADAL" clId="{BC0BD879-F267-5CCA-8DEA-E3B2DD07DA4E}" dt="2026-07-31T06:04:47.101" v="14047" actId="478"/>
          <ac:spMkLst>
            <pc:docMk/>
            <pc:sldMk cId="4254724708" sldId="2076139088"/>
            <ac:spMk id="11" creationId="{B3EC8678-9C82-7D53-1B16-2D072FC776C9}"/>
          </ac:spMkLst>
        </pc:spChg>
        <pc:spChg chg="del">
          <ac:chgData name="Hironari Yamada" userId="e57621f8-ec3c-449e-bb19-001fffcc008e" providerId="ADAL" clId="{BC0BD879-F267-5CCA-8DEA-E3B2DD07DA4E}" dt="2026-07-31T06:04:47.101" v="14047" actId="478"/>
          <ac:spMkLst>
            <pc:docMk/>
            <pc:sldMk cId="4254724708" sldId="2076139088"/>
            <ac:spMk id="18" creationId="{F8DE30F5-16FA-D543-3BE9-900711960F64}"/>
          </ac:spMkLst>
        </pc:spChg>
        <pc:spChg chg="del">
          <ac:chgData name="Hironari Yamada" userId="e57621f8-ec3c-449e-bb19-001fffcc008e" providerId="ADAL" clId="{BC0BD879-F267-5CCA-8DEA-E3B2DD07DA4E}" dt="2026-07-31T06:04:47.101" v="14047" actId="478"/>
          <ac:spMkLst>
            <pc:docMk/>
            <pc:sldMk cId="4254724708" sldId="2076139088"/>
            <ac:spMk id="20" creationId="{ED83B7F2-D612-C6E0-947E-BB6401B3E1E3}"/>
          </ac:spMkLst>
        </pc:spChg>
        <pc:spChg chg="del">
          <ac:chgData name="Hironari Yamada" userId="e57621f8-ec3c-449e-bb19-001fffcc008e" providerId="ADAL" clId="{BC0BD879-F267-5CCA-8DEA-E3B2DD07DA4E}" dt="2026-07-31T06:04:47.101" v="14047" actId="478"/>
          <ac:spMkLst>
            <pc:docMk/>
            <pc:sldMk cId="4254724708" sldId="2076139088"/>
            <ac:spMk id="21" creationId="{6044FFD6-EF25-9BB5-1349-2535F54A2C1F}"/>
          </ac:spMkLst>
        </pc:spChg>
        <pc:spChg chg="del">
          <ac:chgData name="Hironari Yamada" userId="e57621f8-ec3c-449e-bb19-001fffcc008e" providerId="ADAL" clId="{BC0BD879-F267-5CCA-8DEA-E3B2DD07DA4E}" dt="2026-07-31T06:04:47.101" v="14047" actId="478"/>
          <ac:spMkLst>
            <pc:docMk/>
            <pc:sldMk cId="4254724708" sldId="2076139088"/>
            <ac:spMk id="23" creationId="{775E6793-26AD-AFAD-2997-5EF127A29723}"/>
          </ac:spMkLst>
        </pc:spChg>
        <pc:spChg chg="del">
          <ac:chgData name="Hironari Yamada" userId="e57621f8-ec3c-449e-bb19-001fffcc008e" providerId="ADAL" clId="{BC0BD879-F267-5CCA-8DEA-E3B2DD07DA4E}" dt="2026-07-31T06:04:47.101" v="14047" actId="478"/>
          <ac:spMkLst>
            <pc:docMk/>
            <pc:sldMk cId="4254724708" sldId="2076139088"/>
            <ac:spMk id="24" creationId="{7DCAC3FE-D690-C5E7-FA62-3C35B080B798}"/>
          </ac:spMkLst>
        </pc:spChg>
        <pc:spChg chg="del">
          <ac:chgData name="Hironari Yamada" userId="e57621f8-ec3c-449e-bb19-001fffcc008e" providerId="ADAL" clId="{BC0BD879-F267-5CCA-8DEA-E3B2DD07DA4E}" dt="2026-07-31T06:04:47.101" v="14047" actId="478"/>
          <ac:spMkLst>
            <pc:docMk/>
            <pc:sldMk cId="4254724708" sldId="2076139088"/>
            <ac:spMk id="25" creationId="{AD24A25A-4B04-34B2-E613-7644D3E6FD1F}"/>
          </ac:spMkLst>
        </pc:spChg>
        <pc:spChg chg="del">
          <ac:chgData name="Hironari Yamada" userId="e57621f8-ec3c-449e-bb19-001fffcc008e" providerId="ADAL" clId="{BC0BD879-F267-5CCA-8DEA-E3B2DD07DA4E}" dt="2026-07-31T06:04:47.101" v="14047" actId="478"/>
          <ac:spMkLst>
            <pc:docMk/>
            <pc:sldMk cId="4254724708" sldId="2076139088"/>
            <ac:spMk id="27" creationId="{95EB00A4-5A3C-30AB-5556-B980F3F2322B}"/>
          </ac:spMkLst>
        </pc:spChg>
        <pc:spChg chg="del">
          <ac:chgData name="Hironari Yamada" userId="e57621f8-ec3c-449e-bb19-001fffcc008e" providerId="ADAL" clId="{BC0BD879-F267-5CCA-8DEA-E3B2DD07DA4E}" dt="2026-07-31T06:04:40.887" v="14044" actId="478"/>
          <ac:spMkLst>
            <pc:docMk/>
            <pc:sldMk cId="4254724708" sldId="2076139088"/>
            <ac:spMk id="44" creationId="{2A8CEB38-D34F-71A7-66B3-E225674A7AF2}"/>
          </ac:spMkLst>
        </pc:spChg>
        <pc:spChg chg="add mod">
          <ac:chgData name="Hironari Yamada" userId="e57621f8-ec3c-449e-bb19-001fffcc008e" providerId="ADAL" clId="{BC0BD879-F267-5CCA-8DEA-E3B2DD07DA4E}" dt="2026-07-31T06:05:42.706" v="14058" actId="1076"/>
          <ac:spMkLst>
            <pc:docMk/>
            <pc:sldMk cId="4254724708" sldId="2076139088"/>
            <ac:spMk id="45" creationId="{08889532-80D7-EE59-1023-EB35DCC325B8}"/>
          </ac:spMkLst>
        </pc:spChg>
        <pc:spChg chg="add mod">
          <ac:chgData name="Hironari Yamada" userId="e57621f8-ec3c-449e-bb19-001fffcc008e" providerId="ADAL" clId="{BC0BD879-F267-5CCA-8DEA-E3B2DD07DA4E}" dt="2026-07-31T06:05:14.540" v="14051"/>
          <ac:spMkLst>
            <pc:docMk/>
            <pc:sldMk cId="4254724708" sldId="2076139088"/>
            <ac:spMk id="46" creationId="{25B6157D-B739-729B-ABD9-79895DF2A7C6}"/>
          </ac:spMkLst>
        </pc:spChg>
        <pc:spChg chg="mod">
          <ac:chgData name="Hironari Yamada" userId="e57621f8-ec3c-449e-bb19-001fffcc008e" providerId="ADAL" clId="{BC0BD879-F267-5CCA-8DEA-E3B2DD07DA4E}" dt="2026-07-31T06:05:14.058" v="14050" actId="1076"/>
          <ac:spMkLst>
            <pc:docMk/>
            <pc:sldMk cId="4254724708" sldId="2076139088"/>
            <ac:spMk id="50" creationId="{A6EA30E1-458A-72FE-DEB5-34BB3F15FE0F}"/>
          </ac:spMkLst>
        </pc:spChg>
        <pc:spChg chg="mod">
          <ac:chgData name="Hironari Yamada" userId="e57621f8-ec3c-449e-bb19-001fffcc008e" providerId="ADAL" clId="{BC0BD879-F267-5CCA-8DEA-E3B2DD07DA4E}" dt="2026-07-31T06:05:14.058" v="14050" actId="1076"/>
          <ac:spMkLst>
            <pc:docMk/>
            <pc:sldMk cId="4254724708" sldId="2076139088"/>
            <ac:spMk id="52" creationId="{858EA7A1-F47A-2BD0-6381-C735CE4C595C}"/>
          </ac:spMkLst>
        </pc:spChg>
        <pc:spChg chg="mod">
          <ac:chgData name="Hironari Yamada" userId="e57621f8-ec3c-449e-bb19-001fffcc008e" providerId="ADAL" clId="{BC0BD879-F267-5CCA-8DEA-E3B2DD07DA4E}" dt="2026-07-31T06:05:14.058" v="14050" actId="1076"/>
          <ac:spMkLst>
            <pc:docMk/>
            <pc:sldMk cId="4254724708" sldId="2076139088"/>
            <ac:spMk id="55" creationId="{C131018B-E5CC-D094-D815-ED062B2AA107}"/>
          </ac:spMkLst>
        </pc:spChg>
        <pc:spChg chg="mod">
          <ac:chgData name="Hironari Yamada" userId="e57621f8-ec3c-449e-bb19-001fffcc008e" providerId="ADAL" clId="{BC0BD879-F267-5CCA-8DEA-E3B2DD07DA4E}" dt="2026-07-31T06:05:14.058" v="14050" actId="1076"/>
          <ac:spMkLst>
            <pc:docMk/>
            <pc:sldMk cId="4254724708" sldId="2076139088"/>
            <ac:spMk id="59" creationId="{49499780-ABE1-7482-0B39-38E9D99AC2AA}"/>
          </ac:spMkLst>
        </pc:spChg>
        <pc:spChg chg="mod">
          <ac:chgData name="Hironari Yamada" userId="e57621f8-ec3c-449e-bb19-001fffcc008e" providerId="ADAL" clId="{BC0BD879-F267-5CCA-8DEA-E3B2DD07DA4E}" dt="2026-07-31T06:05:14.058" v="14050" actId="1076"/>
          <ac:spMkLst>
            <pc:docMk/>
            <pc:sldMk cId="4254724708" sldId="2076139088"/>
            <ac:spMk id="61" creationId="{AE76A9BF-92E9-DD21-5D52-98D953EC8DD5}"/>
          </ac:spMkLst>
        </pc:spChg>
        <pc:spChg chg="mod">
          <ac:chgData name="Hironari Yamada" userId="e57621f8-ec3c-449e-bb19-001fffcc008e" providerId="ADAL" clId="{BC0BD879-F267-5CCA-8DEA-E3B2DD07DA4E}" dt="2026-07-31T06:05:14.058" v="14050" actId="1076"/>
          <ac:spMkLst>
            <pc:docMk/>
            <pc:sldMk cId="4254724708" sldId="2076139088"/>
            <ac:spMk id="74" creationId="{047B22FC-3028-A181-FB57-B8BF3353A447}"/>
          </ac:spMkLst>
        </pc:spChg>
        <pc:spChg chg="mod">
          <ac:chgData name="Hironari Yamada" userId="e57621f8-ec3c-449e-bb19-001fffcc008e" providerId="ADAL" clId="{BC0BD879-F267-5CCA-8DEA-E3B2DD07DA4E}" dt="2026-07-31T06:05:14.058" v="14050" actId="1076"/>
          <ac:spMkLst>
            <pc:docMk/>
            <pc:sldMk cId="4254724708" sldId="2076139088"/>
            <ac:spMk id="78" creationId="{F00E1305-22C0-0F0C-05D5-74AE04F8ACFA}"/>
          </ac:spMkLst>
        </pc:spChg>
        <pc:spChg chg="mod">
          <ac:chgData name="Hironari Yamada" userId="e57621f8-ec3c-449e-bb19-001fffcc008e" providerId="ADAL" clId="{BC0BD879-F267-5CCA-8DEA-E3B2DD07DA4E}" dt="2026-07-31T06:05:14.058" v="14050" actId="1076"/>
          <ac:spMkLst>
            <pc:docMk/>
            <pc:sldMk cId="4254724708" sldId="2076139088"/>
            <ac:spMk id="80" creationId="{5140DD66-1391-1C55-EC89-6D6852463778}"/>
          </ac:spMkLst>
        </pc:spChg>
        <pc:spChg chg="add mod">
          <ac:chgData name="Hironari Yamada" userId="e57621f8-ec3c-449e-bb19-001fffcc008e" providerId="ADAL" clId="{BC0BD879-F267-5CCA-8DEA-E3B2DD07DA4E}" dt="2026-07-31T06:05:14.058" v="14050" actId="1076"/>
          <ac:spMkLst>
            <pc:docMk/>
            <pc:sldMk cId="4254724708" sldId="2076139088"/>
            <ac:spMk id="99" creationId="{1D20B411-388A-F3C5-0330-422464A926F9}"/>
          </ac:spMkLst>
        </pc:spChg>
        <pc:spChg chg="mod">
          <ac:chgData name="Hironari Yamada" userId="e57621f8-ec3c-449e-bb19-001fffcc008e" providerId="ADAL" clId="{BC0BD879-F267-5CCA-8DEA-E3B2DD07DA4E}" dt="2026-07-31T06:05:19.107" v="14053"/>
          <ac:spMkLst>
            <pc:docMk/>
            <pc:sldMk cId="4254724708" sldId="2076139088"/>
            <ac:spMk id="108" creationId="{CBF2FE89-7B92-A8A0-EC3D-F9829862A394}"/>
          </ac:spMkLst>
        </pc:spChg>
        <pc:spChg chg="mod">
          <ac:chgData name="Hironari Yamada" userId="e57621f8-ec3c-449e-bb19-001fffcc008e" providerId="ADAL" clId="{BC0BD879-F267-5CCA-8DEA-E3B2DD07DA4E}" dt="2026-07-31T06:05:14.977" v="14052"/>
          <ac:spMkLst>
            <pc:docMk/>
            <pc:sldMk cId="4254724708" sldId="2076139088"/>
            <ac:spMk id="110" creationId="{1941F5DB-B212-D931-18F0-3A855862F14F}"/>
          </ac:spMkLst>
        </pc:spChg>
        <pc:spChg chg="mod">
          <ac:chgData name="Hironari Yamada" userId="e57621f8-ec3c-449e-bb19-001fffcc008e" providerId="ADAL" clId="{BC0BD879-F267-5CCA-8DEA-E3B2DD07DA4E}" dt="2026-07-31T06:05:14.977" v="14052"/>
          <ac:spMkLst>
            <pc:docMk/>
            <pc:sldMk cId="4254724708" sldId="2076139088"/>
            <ac:spMk id="113" creationId="{058EEF45-8E03-0A52-F486-431E57D70744}"/>
          </ac:spMkLst>
        </pc:spChg>
        <pc:spChg chg="mod">
          <ac:chgData name="Hironari Yamada" userId="e57621f8-ec3c-449e-bb19-001fffcc008e" providerId="ADAL" clId="{BC0BD879-F267-5CCA-8DEA-E3B2DD07DA4E}" dt="2026-07-31T06:05:14.977" v="14052"/>
          <ac:spMkLst>
            <pc:docMk/>
            <pc:sldMk cId="4254724708" sldId="2076139088"/>
            <ac:spMk id="114" creationId="{25345D4E-D943-D463-A236-020A5931A8F0}"/>
          </ac:spMkLst>
        </pc:spChg>
        <pc:spChg chg="mod">
          <ac:chgData name="Hironari Yamada" userId="e57621f8-ec3c-449e-bb19-001fffcc008e" providerId="ADAL" clId="{BC0BD879-F267-5CCA-8DEA-E3B2DD07DA4E}" dt="2026-07-31T06:05:14.977" v="14052"/>
          <ac:spMkLst>
            <pc:docMk/>
            <pc:sldMk cId="4254724708" sldId="2076139088"/>
            <ac:spMk id="115" creationId="{9D3944E0-F09D-5423-FA56-57E15689AFB0}"/>
          </ac:spMkLst>
        </pc:spChg>
        <pc:spChg chg="mod">
          <ac:chgData name="Hironari Yamada" userId="e57621f8-ec3c-449e-bb19-001fffcc008e" providerId="ADAL" clId="{BC0BD879-F267-5CCA-8DEA-E3B2DD07DA4E}" dt="2026-07-31T06:05:14.977" v="14052"/>
          <ac:spMkLst>
            <pc:docMk/>
            <pc:sldMk cId="4254724708" sldId="2076139088"/>
            <ac:spMk id="117" creationId="{CF40D416-68EF-8BC8-FA93-CDBA762A9839}"/>
          </ac:spMkLst>
        </pc:spChg>
        <pc:spChg chg="mod">
          <ac:chgData name="Hironari Yamada" userId="e57621f8-ec3c-449e-bb19-001fffcc008e" providerId="ADAL" clId="{BC0BD879-F267-5CCA-8DEA-E3B2DD07DA4E}" dt="2026-07-31T06:05:14.977" v="14052"/>
          <ac:spMkLst>
            <pc:docMk/>
            <pc:sldMk cId="4254724708" sldId="2076139088"/>
            <ac:spMk id="118" creationId="{1CFD94B3-0F4B-9ACC-DC13-87AA26A9F4AE}"/>
          </ac:spMkLst>
        </pc:spChg>
        <pc:spChg chg="mod">
          <ac:chgData name="Hironari Yamada" userId="e57621f8-ec3c-449e-bb19-001fffcc008e" providerId="ADAL" clId="{BC0BD879-F267-5CCA-8DEA-E3B2DD07DA4E}" dt="2026-07-31T06:05:14.977" v="14052"/>
          <ac:spMkLst>
            <pc:docMk/>
            <pc:sldMk cId="4254724708" sldId="2076139088"/>
            <ac:spMk id="121" creationId="{1FCE4849-B90B-E961-9F48-32113684C60D}"/>
          </ac:spMkLst>
        </pc:spChg>
        <pc:spChg chg="mod">
          <ac:chgData name="Hironari Yamada" userId="e57621f8-ec3c-449e-bb19-001fffcc008e" providerId="ADAL" clId="{BC0BD879-F267-5CCA-8DEA-E3B2DD07DA4E}" dt="2026-07-31T06:05:14.977" v="14052"/>
          <ac:spMkLst>
            <pc:docMk/>
            <pc:sldMk cId="4254724708" sldId="2076139088"/>
            <ac:spMk id="122" creationId="{FB396BD2-D976-E311-46BC-A2CAC4990693}"/>
          </ac:spMkLst>
        </pc:spChg>
        <pc:spChg chg="mod">
          <ac:chgData name="Hironari Yamada" userId="e57621f8-ec3c-449e-bb19-001fffcc008e" providerId="ADAL" clId="{BC0BD879-F267-5CCA-8DEA-E3B2DD07DA4E}" dt="2026-07-31T06:05:14.977" v="14052"/>
          <ac:spMkLst>
            <pc:docMk/>
            <pc:sldMk cId="4254724708" sldId="2076139088"/>
            <ac:spMk id="136" creationId="{57542C77-E550-A191-E86F-D71322647C46}"/>
          </ac:spMkLst>
        </pc:spChg>
        <pc:spChg chg="mod">
          <ac:chgData name="Hironari Yamada" userId="e57621f8-ec3c-449e-bb19-001fffcc008e" providerId="ADAL" clId="{BC0BD879-F267-5CCA-8DEA-E3B2DD07DA4E}" dt="2026-07-31T06:05:14.977" v="14052"/>
          <ac:spMkLst>
            <pc:docMk/>
            <pc:sldMk cId="4254724708" sldId="2076139088"/>
            <ac:spMk id="142" creationId="{B6FD295B-3A84-CDB9-4611-FBD02FC77950}"/>
          </ac:spMkLst>
        </pc:spChg>
        <pc:spChg chg="mod">
          <ac:chgData name="Hironari Yamada" userId="e57621f8-ec3c-449e-bb19-001fffcc008e" providerId="ADAL" clId="{BC0BD879-F267-5CCA-8DEA-E3B2DD07DA4E}" dt="2026-07-31T06:05:52.792" v="14066" actId="1076"/>
          <ac:spMkLst>
            <pc:docMk/>
            <pc:sldMk cId="4254724708" sldId="2076139088"/>
            <ac:spMk id="170" creationId="{EF5646B3-9CAE-46D1-5A3B-D04256A80BB8}"/>
          </ac:spMkLst>
        </pc:spChg>
        <pc:spChg chg="mod">
          <ac:chgData name="Hironari Yamada" userId="e57621f8-ec3c-449e-bb19-001fffcc008e" providerId="ADAL" clId="{BC0BD879-F267-5CCA-8DEA-E3B2DD07DA4E}" dt="2026-07-31T06:05:27.797" v="14056" actId="1076"/>
          <ac:spMkLst>
            <pc:docMk/>
            <pc:sldMk cId="4254724708" sldId="2076139088"/>
            <ac:spMk id="174" creationId="{7CF5A81E-6DCD-6D23-AF5C-4B8DB3452C92}"/>
          </ac:spMkLst>
        </pc:spChg>
        <pc:spChg chg="mod">
          <ac:chgData name="Hironari Yamada" userId="e57621f8-ec3c-449e-bb19-001fffcc008e" providerId="ADAL" clId="{BC0BD879-F267-5CCA-8DEA-E3B2DD07DA4E}" dt="2026-07-31T06:05:27.797" v="14056" actId="1076"/>
          <ac:spMkLst>
            <pc:docMk/>
            <pc:sldMk cId="4254724708" sldId="2076139088"/>
            <ac:spMk id="176" creationId="{1FE67FF0-4B07-94EC-899F-BA473C43A714}"/>
          </ac:spMkLst>
        </pc:spChg>
        <pc:spChg chg="mod">
          <ac:chgData name="Hironari Yamada" userId="e57621f8-ec3c-449e-bb19-001fffcc008e" providerId="ADAL" clId="{BC0BD879-F267-5CCA-8DEA-E3B2DD07DA4E}" dt="2026-07-31T06:05:27.797" v="14056" actId="1076"/>
          <ac:spMkLst>
            <pc:docMk/>
            <pc:sldMk cId="4254724708" sldId="2076139088"/>
            <ac:spMk id="179" creationId="{DD197DB6-D84C-F816-7AD6-A19974D8392B}"/>
          </ac:spMkLst>
        </pc:spChg>
        <pc:spChg chg="mod">
          <ac:chgData name="Hironari Yamada" userId="e57621f8-ec3c-449e-bb19-001fffcc008e" providerId="ADAL" clId="{BC0BD879-F267-5CCA-8DEA-E3B2DD07DA4E}" dt="2026-07-31T06:05:27.797" v="14056" actId="1076"/>
          <ac:spMkLst>
            <pc:docMk/>
            <pc:sldMk cId="4254724708" sldId="2076139088"/>
            <ac:spMk id="181" creationId="{BCDBA987-1F26-7CFC-F738-526B049B900E}"/>
          </ac:spMkLst>
        </pc:spChg>
        <pc:spChg chg="mod">
          <ac:chgData name="Hironari Yamada" userId="e57621f8-ec3c-449e-bb19-001fffcc008e" providerId="ADAL" clId="{BC0BD879-F267-5CCA-8DEA-E3B2DD07DA4E}" dt="2026-07-31T06:05:27.797" v="14056" actId="1076"/>
          <ac:spMkLst>
            <pc:docMk/>
            <pc:sldMk cId="4254724708" sldId="2076139088"/>
            <ac:spMk id="182" creationId="{5488E9F3-EC9D-E2E3-4C48-CDF5141C6820}"/>
          </ac:spMkLst>
        </pc:spChg>
        <pc:spChg chg="mod">
          <ac:chgData name="Hironari Yamada" userId="e57621f8-ec3c-449e-bb19-001fffcc008e" providerId="ADAL" clId="{BC0BD879-F267-5CCA-8DEA-E3B2DD07DA4E}" dt="2026-07-31T06:05:27.797" v="14056" actId="1076"/>
          <ac:spMkLst>
            <pc:docMk/>
            <pc:sldMk cId="4254724708" sldId="2076139088"/>
            <ac:spMk id="184" creationId="{7995B9AC-D5D8-F0D2-8446-E6F296244034}"/>
          </ac:spMkLst>
        </pc:spChg>
        <pc:spChg chg="mod">
          <ac:chgData name="Hironari Yamada" userId="e57621f8-ec3c-449e-bb19-001fffcc008e" providerId="ADAL" clId="{BC0BD879-F267-5CCA-8DEA-E3B2DD07DA4E}" dt="2026-07-31T06:05:27.797" v="14056" actId="1076"/>
          <ac:spMkLst>
            <pc:docMk/>
            <pc:sldMk cId="4254724708" sldId="2076139088"/>
            <ac:spMk id="194" creationId="{209C75CF-F734-4A19-B9A8-A3E541D5E166}"/>
          </ac:spMkLst>
        </pc:spChg>
        <pc:spChg chg="mod">
          <ac:chgData name="Hironari Yamada" userId="e57621f8-ec3c-449e-bb19-001fffcc008e" providerId="ADAL" clId="{BC0BD879-F267-5CCA-8DEA-E3B2DD07DA4E}" dt="2026-07-31T06:05:27.797" v="14056" actId="1076"/>
          <ac:spMkLst>
            <pc:docMk/>
            <pc:sldMk cId="4254724708" sldId="2076139088"/>
            <ac:spMk id="202" creationId="{4DFBE310-40E3-64F7-1844-BA85E2306751}"/>
          </ac:spMkLst>
        </pc:spChg>
        <pc:spChg chg="mod">
          <ac:chgData name="Hironari Yamada" userId="e57621f8-ec3c-449e-bb19-001fffcc008e" providerId="ADAL" clId="{BC0BD879-F267-5CCA-8DEA-E3B2DD07DA4E}" dt="2026-07-31T06:05:27.797" v="14056" actId="1076"/>
          <ac:spMkLst>
            <pc:docMk/>
            <pc:sldMk cId="4254724708" sldId="2076139088"/>
            <ac:spMk id="204" creationId="{0AF16381-E598-0CF8-E428-7154E2D6159F}"/>
          </ac:spMkLst>
        </pc:spChg>
        <pc:spChg chg="add mod">
          <ac:chgData name="Hironari Yamada" userId="e57621f8-ec3c-449e-bb19-001fffcc008e" providerId="ADAL" clId="{BC0BD879-F267-5CCA-8DEA-E3B2DD07DA4E}" dt="2026-07-31T06:05:27.797" v="14056" actId="1076"/>
          <ac:spMkLst>
            <pc:docMk/>
            <pc:sldMk cId="4254724708" sldId="2076139088"/>
            <ac:spMk id="223" creationId="{91BAF9DA-B627-8E52-9BB1-A7884D096783}"/>
          </ac:spMkLst>
        </pc:spChg>
        <pc:spChg chg="mod">
          <ac:chgData name="Hironari Yamada" userId="e57621f8-ec3c-449e-bb19-001fffcc008e" providerId="ADAL" clId="{BC0BD879-F267-5CCA-8DEA-E3B2DD07DA4E}" dt="2026-07-31T06:06:09.275" v="14070"/>
          <ac:spMkLst>
            <pc:docMk/>
            <pc:sldMk cId="4254724708" sldId="2076139088"/>
            <ac:spMk id="232" creationId="{EB82A9A5-5409-CC44-5C6F-6B75BD2CE6C2}"/>
          </ac:spMkLst>
        </pc:spChg>
        <pc:spChg chg="mod">
          <ac:chgData name="Hironari Yamada" userId="e57621f8-ec3c-449e-bb19-001fffcc008e" providerId="ADAL" clId="{BC0BD879-F267-5CCA-8DEA-E3B2DD07DA4E}" dt="2026-07-31T06:06:06.185" v="14067"/>
          <ac:spMkLst>
            <pc:docMk/>
            <pc:sldMk cId="4254724708" sldId="2076139088"/>
            <ac:spMk id="236" creationId="{BB668534-B580-A38C-26E5-C4814F615E95}"/>
          </ac:spMkLst>
        </pc:spChg>
        <pc:spChg chg="mod">
          <ac:chgData name="Hironari Yamada" userId="e57621f8-ec3c-449e-bb19-001fffcc008e" providerId="ADAL" clId="{BC0BD879-F267-5CCA-8DEA-E3B2DD07DA4E}" dt="2026-07-31T06:06:06.185" v="14067"/>
          <ac:spMkLst>
            <pc:docMk/>
            <pc:sldMk cId="4254724708" sldId="2076139088"/>
            <ac:spMk id="237" creationId="{B3E8BF8E-CD9D-E908-338C-2FB064E0398D}"/>
          </ac:spMkLst>
        </pc:spChg>
        <pc:spChg chg="mod">
          <ac:chgData name="Hironari Yamada" userId="e57621f8-ec3c-449e-bb19-001fffcc008e" providerId="ADAL" clId="{BC0BD879-F267-5CCA-8DEA-E3B2DD07DA4E}" dt="2026-07-31T06:06:06.185" v="14067"/>
          <ac:spMkLst>
            <pc:docMk/>
            <pc:sldMk cId="4254724708" sldId="2076139088"/>
            <ac:spMk id="240" creationId="{37602DF5-205D-A60A-73E3-1FD50EA87BED}"/>
          </ac:spMkLst>
        </pc:spChg>
        <pc:spChg chg="mod">
          <ac:chgData name="Hironari Yamada" userId="e57621f8-ec3c-449e-bb19-001fffcc008e" providerId="ADAL" clId="{BC0BD879-F267-5CCA-8DEA-E3B2DD07DA4E}" dt="2026-07-31T06:06:06.185" v="14067"/>
          <ac:spMkLst>
            <pc:docMk/>
            <pc:sldMk cId="4254724708" sldId="2076139088"/>
            <ac:spMk id="242" creationId="{0F023AF6-D607-D69A-B4CC-CE9D35E9CCCA}"/>
          </ac:spMkLst>
        </pc:spChg>
        <pc:spChg chg="mod">
          <ac:chgData name="Hironari Yamada" userId="e57621f8-ec3c-449e-bb19-001fffcc008e" providerId="ADAL" clId="{BC0BD879-F267-5CCA-8DEA-E3B2DD07DA4E}" dt="2026-07-31T06:06:06.185" v="14067"/>
          <ac:spMkLst>
            <pc:docMk/>
            <pc:sldMk cId="4254724708" sldId="2076139088"/>
            <ac:spMk id="243" creationId="{67D0E62D-618A-57D1-CBE8-E1FB5D380378}"/>
          </ac:spMkLst>
        </pc:spChg>
        <pc:spChg chg="mod">
          <ac:chgData name="Hironari Yamada" userId="e57621f8-ec3c-449e-bb19-001fffcc008e" providerId="ADAL" clId="{BC0BD879-F267-5CCA-8DEA-E3B2DD07DA4E}" dt="2026-07-31T06:06:06.185" v="14067"/>
          <ac:spMkLst>
            <pc:docMk/>
            <pc:sldMk cId="4254724708" sldId="2076139088"/>
            <ac:spMk id="244" creationId="{6ECF1C86-7104-16DF-4529-7FBC685929A6}"/>
          </ac:spMkLst>
        </pc:spChg>
        <pc:spChg chg="mod">
          <ac:chgData name="Hironari Yamada" userId="e57621f8-ec3c-449e-bb19-001fffcc008e" providerId="ADAL" clId="{BC0BD879-F267-5CCA-8DEA-E3B2DD07DA4E}" dt="2026-07-31T06:06:06.185" v="14067"/>
          <ac:spMkLst>
            <pc:docMk/>
            <pc:sldMk cId="4254724708" sldId="2076139088"/>
            <ac:spMk id="245" creationId="{FD9CADB9-115C-47EF-FD73-0D2B3E3E7A55}"/>
          </ac:spMkLst>
        </pc:spChg>
        <pc:spChg chg="mod">
          <ac:chgData name="Hironari Yamada" userId="e57621f8-ec3c-449e-bb19-001fffcc008e" providerId="ADAL" clId="{BC0BD879-F267-5CCA-8DEA-E3B2DD07DA4E}" dt="2026-07-31T06:06:06.185" v="14067"/>
          <ac:spMkLst>
            <pc:docMk/>
            <pc:sldMk cId="4254724708" sldId="2076139088"/>
            <ac:spMk id="246" creationId="{0A2CD93E-94A1-325B-BB4D-1456BFF62FC2}"/>
          </ac:spMkLst>
        </pc:spChg>
        <pc:spChg chg="mod">
          <ac:chgData name="Hironari Yamada" userId="e57621f8-ec3c-449e-bb19-001fffcc008e" providerId="ADAL" clId="{BC0BD879-F267-5CCA-8DEA-E3B2DD07DA4E}" dt="2026-07-31T06:06:06.185" v="14067"/>
          <ac:spMkLst>
            <pc:docMk/>
            <pc:sldMk cId="4254724708" sldId="2076139088"/>
            <ac:spMk id="256" creationId="{37252827-BB86-636E-5A15-5A8509768FB1}"/>
          </ac:spMkLst>
        </pc:spChg>
        <pc:spChg chg="mod">
          <ac:chgData name="Hironari Yamada" userId="e57621f8-ec3c-449e-bb19-001fffcc008e" providerId="ADAL" clId="{BC0BD879-F267-5CCA-8DEA-E3B2DD07DA4E}" dt="2026-07-31T06:06:06.185" v="14067"/>
          <ac:spMkLst>
            <pc:docMk/>
            <pc:sldMk cId="4254724708" sldId="2076139088"/>
            <ac:spMk id="264" creationId="{6496D864-54E0-2C46-D211-60FAF74DE07C}"/>
          </ac:spMkLst>
        </pc:spChg>
        <pc:cxnChg chg="add mod">
          <ac:chgData name="Hironari Yamada" userId="e57621f8-ec3c-449e-bb19-001fffcc008e" providerId="ADAL" clId="{BC0BD879-F267-5CCA-8DEA-E3B2DD07DA4E}" dt="2026-07-31T06:05:42.706" v="14058" actId="1076"/>
          <ac:cxnSpMkLst>
            <pc:docMk/>
            <pc:sldMk cId="4254724708" sldId="2076139088"/>
            <ac:cxnSpMk id="3" creationId="{D28D5890-DE1A-0B66-88C1-0BC11F369C8F}"/>
          </ac:cxnSpMkLst>
        </pc:cxnChg>
        <pc:cxnChg chg="del">
          <ac:chgData name="Hironari Yamada" userId="e57621f8-ec3c-449e-bb19-001fffcc008e" providerId="ADAL" clId="{BC0BD879-F267-5CCA-8DEA-E3B2DD07DA4E}" dt="2026-07-31T06:04:40.887" v="14044" actId="478"/>
          <ac:cxnSpMkLst>
            <pc:docMk/>
            <pc:sldMk cId="4254724708" sldId="2076139088"/>
            <ac:cxnSpMk id="7" creationId="{577B16AC-DACD-4A54-9D61-D0C327141E6F}"/>
          </ac:cxnSpMkLst>
        </pc:cxnChg>
      </pc:sldChg>
      <pc:sldChg chg="addSp delSp modSp add mod modAnim">
        <pc:chgData name="Hironari Yamada" userId="e57621f8-ec3c-449e-bb19-001fffcc008e" providerId="ADAL" clId="{BC0BD879-F267-5CCA-8DEA-E3B2DD07DA4E}" dt="2026-07-31T06:07:10.470" v="14098" actId="1076"/>
        <pc:sldMkLst>
          <pc:docMk/>
          <pc:sldMk cId="3957655119" sldId="2076139089"/>
        </pc:sldMkLst>
        <pc:spChg chg="add del">
          <ac:chgData name="Hironari Yamada" userId="e57621f8-ec3c-449e-bb19-001fffcc008e" providerId="ADAL" clId="{BC0BD879-F267-5CCA-8DEA-E3B2DD07DA4E}" dt="2026-07-31T06:06:27.020" v="14084" actId="478"/>
          <ac:spMkLst>
            <pc:docMk/>
            <pc:sldMk cId="3957655119" sldId="2076139089"/>
            <ac:spMk id="4" creationId="{88B08614-FC62-2A28-3CA8-D8B5AC00DAAF}"/>
          </ac:spMkLst>
        </pc:spChg>
        <pc:spChg chg="add mod">
          <ac:chgData name="Hironari Yamada" userId="e57621f8-ec3c-449e-bb19-001fffcc008e" providerId="ADAL" clId="{BC0BD879-F267-5CCA-8DEA-E3B2DD07DA4E}" dt="2026-07-31T06:06:26.021" v="14083"/>
          <ac:spMkLst>
            <pc:docMk/>
            <pc:sldMk cId="3957655119" sldId="2076139089"/>
            <ac:spMk id="5" creationId="{9EB29DBA-02E9-5CAA-680C-7278CE93C592}"/>
          </ac:spMkLst>
        </pc:spChg>
        <pc:spChg chg="add del">
          <ac:chgData name="Hironari Yamada" userId="e57621f8-ec3c-449e-bb19-001fffcc008e" providerId="ADAL" clId="{BC0BD879-F267-5CCA-8DEA-E3B2DD07DA4E}" dt="2026-07-31T06:06:29.472" v="14085" actId="478"/>
          <ac:spMkLst>
            <pc:docMk/>
            <pc:sldMk cId="3957655119" sldId="2076139089"/>
            <ac:spMk id="6" creationId="{22BF1730-DF79-C710-DE76-DA62B1BF401E}"/>
          </ac:spMkLst>
        </pc:spChg>
        <pc:spChg chg="add mod">
          <ac:chgData name="Hironari Yamada" userId="e57621f8-ec3c-449e-bb19-001fffcc008e" providerId="ADAL" clId="{BC0BD879-F267-5CCA-8DEA-E3B2DD07DA4E}" dt="2026-07-31T06:06:26.021" v="14083"/>
          <ac:spMkLst>
            <pc:docMk/>
            <pc:sldMk cId="3957655119" sldId="2076139089"/>
            <ac:spMk id="7" creationId="{0B53E489-FF8B-D06C-B3D8-E09E886F5017}"/>
          </ac:spMkLst>
        </pc:spChg>
        <pc:spChg chg="mod">
          <ac:chgData name="Hironari Yamada" userId="e57621f8-ec3c-449e-bb19-001fffcc008e" providerId="ADAL" clId="{BC0BD879-F267-5CCA-8DEA-E3B2DD07DA4E}" dt="2026-07-31T06:06:15.838" v="14081" actId="20577"/>
          <ac:spMkLst>
            <pc:docMk/>
            <pc:sldMk cId="3957655119" sldId="2076139089"/>
            <ac:spMk id="9" creationId="{AA3C5C31-0A45-9939-80EB-D72D6ABE34D7}"/>
          </ac:spMkLst>
        </pc:spChg>
        <pc:spChg chg="add mod">
          <ac:chgData name="Hironari Yamada" userId="e57621f8-ec3c-449e-bb19-001fffcc008e" providerId="ADAL" clId="{BC0BD879-F267-5CCA-8DEA-E3B2DD07DA4E}" dt="2026-07-31T06:07:10.470" v="14098" actId="1076"/>
          <ac:spMkLst>
            <pc:docMk/>
            <pc:sldMk cId="3957655119" sldId="2076139089"/>
            <ac:spMk id="10" creationId="{02EDAC2E-7150-D8EE-EFF2-95554536B970}"/>
          </ac:spMkLst>
        </pc:spChg>
        <pc:spChg chg="add mod">
          <ac:chgData name="Hironari Yamada" userId="e57621f8-ec3c-449e-bb19-001fffcc008e" providerId="ADAL" clId="{BC0BD879-F267-5CCA-8DEA-E3B2DD07DA4E}" dt="2026-07-31T06:06:35.005" v="14088" actId="1076"/>
          <ac:spMkLst>
            <pc:docMk/>
            <pc:sldMk cId="3957655119" sldId="2076139089"/>
            <ac:spMk id="11" creationId="{08397881-D014-C842-33EC-D5EE4040E6E9}"/>
          </ac:spMkLst>
        </pc:spChg>
        <pc:spChg chg="mod">
          <ac:chgData name="Hironari Yamada" userId="e57621f8-ec3c-449e-bb19-001fffcc008e" providerId="ADAL" clId="{BC0BD879-F267-5CCA-8DEA-E3B2DD07DA4E}" dt="2026-07-31T06:06:47.871" v="14091" actId="1076"/>
          <ac:spMkLst>
            <pc:docMk/>
            <pc:sldMk cId="3957655119" sldId="2076139089"/>
            <ac:spMk id="14" creationId="{64B76AE9-C9B1-E488-EF57-4F36DB451165}"/>
          </ac:spMkLst>
        </pc:spChg>
        <pc:spChg chg="add mod">
          <ac:chgData name="Hironari Yamada" userId="e57621f8-ec3c-449e-bb19-001fffcc008e" providerId="ADAL" clId="{BC0BD879-F267-5CCA-8DEA-E3B2DD07DA4E}" dt="2026-07-31T06:06:40.474" v="14089"/>
          <ac:spMkLst>
            <pc:docMk/>
            <pc:sldMk cId="3957655119" sldId="2076139089"/>
            <ac:spMk id="15" creationId="{B7B2D8CD-8171-E38C-6B42-8189B163E54F}"/>
          </ac:spMkLst>
        </pc:spChg>
        <pc:spChg chg="mod">
          <ac:chgData name="Hironari Yamada" userId="e57621f8-ec3c-449e-bb19-001fffcc008e" providerId="ADAL" clId="{BC0BD879-F267-5CCA-8DEA-E3B2DD07DA4E}" dt="2026-07-31T06:06:47.871" v="14091" actId="1076"/>
          <ac:spMkLst>
            <pc:docMk/>
            <pc:sldMk cId="3957655119" sldId="2076139089"/>
            <ac:spMk id="31" creationId="{B10341A0-E063-94B1-2126-DB1F78B89279}"/>
          </ac:spMkLst>
        </pc:spChg>
        <pc:spChg chg="add mod">
          <ac:chgData name="Hironari Yamada" userId="e57621f8-ec3c-449e-bb19-001fffcc008e" providerId="ADAL" clId="{BC0BD879-F267-5CCA-8DEA-E3B2DD07DA4E}" dt="2026-07-31T06:06:40.474" v="14089"/>
          <ac:spMkLst>
            <pc:docMk/>
            <pc:sldMk cId="3957655119" sldId="2076139089"/>
            <ac:spMk id="34" creationId="{C37ECC5F-C910-7586-6E7F-BE6F7B1C57B5}"/>
          </ac:spMkLst>
        </pc:spChg>
        <pc:spChg chg="add mod">
          <ac:chgData name="Hironari Yamada" userId="e57621f8-ec3c-449e-bb19-001fffcc008e" providerId="ADAL" clId="{BC0BD879-F267-5CCA-8DEA-E3B2DD07DA4E}" dt="2026-07-31T06:06:47.871" v="14091" actId="1076"/>
          <ac:spMkLst>
            <pc:docMk/>
            <pc:sldMk cId="3957655119" sldId="2076139089"/>
            <ac:spMk id="37" creationId="{16EC0036-D65B-5EE0-74B2-3EB7A75A8253}"/>
          </ac:spMkLst>
        </pc:spChg>
        <pc:spChg chg="mod">
          <ac:chgData name="Hironari Yamada" userId="e57621f8-ec3c-449e-bb19-001fffcc008e" providerId="ADAL" clId="{BC0BD879-F267-5CCA-8DEA-E3B2DD07DA4E}" dt="2026-07-31T06:06:40.474" v="14089"/>
          <ac:spMkLst>
            <pc:docMk/>
            <pc:sldMk cId="3957655119" sldId="2076139089"/>
            <ac:spMk id="42" creationId="{71D7A456-9D2E-530F-196B-ACBC095ABE5A}"/>
          </ac:spMkLst>
        </pc:spChg>
        <pc:spChg chg="mod">
          <ac:chgData name="Hironari Yamada" userId="e57621f8-ec3c-449e-bb19-001fffcc008e" providerId="ADAL" clId="{BC0BD879-F267-5CCA-8DEA-E3B2DD07DA4E}" dt="2026-07-31T06:06:40.474" v="14089"/>
          <ac:spMkLst>
            <pc:docMk/>
            <pc:sldMk cId="3957655119" sldId="2076139089"/>
            <ac:spMk id="44" creationId="{0CE1A148-2F5A-1E3E-67B3-8036ED7A79D8}"/>
          </ac:spMkLst>
        </pc:spChg>
        <pc:spChg chg="add del">
          <ac:chgData name="Hironari Yamada" userId="e57621f8-ec3c-449e-bb19-001fffcc008e" providerId="ADAL" clId="{BC0BD879-F267-5CCA-8DEA-E3B2DD07DA4E}" dt="2026-07-31T06:06:29.472" v="14085" actId="478"/>
          <ac:spMkLst>
            <pc:docMk/>
            <pc:sldMk cId="3957655119" sldId="2076139089"/>
            <ac:spMk id="45" creationId="{A9628CCF-F121-DC11-ADE6-92CC8F579E19}"/>
          </ac:spMkLst>
        </pc:spChg>
        <pc:spChg chg="mod">
          <ac:chgData name="Hironari Yamada" userId="e57621f8-ec3c-449e-bb19-001fffcc008e" providerId="ADAL" clId="{BC0BD879-F267-5CCA-8DEA-E3B2DD07DA4E}" dt="2026-07-31T06:06:40.474" v="14089"/>
          <ac:spMkLst>
            <pc:docMk/>
            <pc:sldMk cId="3957655119" sldId="2076139089"/>
            <ac:spMk id="53" creationId="{451E6A29-994C-146A-B284-B8B96AC7AC39}"/>
          </ac:spMkLst>
        </pc:spChg>
        <pc:spChg chg="mod">
          <ac:chgData name="Hironari Yamada" userId="e57621f8-ec3c-449e-bb19-001fffcc008e" providerId="ADAL" clId="{BC0BD879-F267-5CCA-8DEA-E3B2DD07DA4E}" dt="2026-07-31T06:06:47.871" v="14091" actId="1076"/>
          <ac:spMkLst>
            <pc:docMk/>
            <pc:sldMk cId="3957655119" sldId="2076139089"/>
            <ac:spMk id="131" creationId="{4E7DECA4-6F44-D80B-9C16-3AB290D74F2C}"/>
          </ac:spMkLst>
        </pc:spChg>
        <pc:spChg chg="mod">
          <ac:chgData name="Hironari Yamada" userId="e57621f8-ec3c-449e-bb19-001fffcc008e" providerId="ADAL" clId="{BC0BD879-F267-5CCA-8DEA-E3B2DD07DA4E}" dt="2026-07-31T06:06:47.871" v="14091" actId="1076"/>
          <ac:spMkLst>
            <pc:docMk/>
            <pc:sldMk cId="3957655119" sldId="2076139089"/>
            <ac:spMk id="135" creationId="{2892B558-7D8E-1A6E-61A0-18867E34A552}"/>
          </ac:spMkLst>
        </pc:spChg>
        <pc:spChg chg="mod">
          <ac:chgData name="Hironari Yamada" userId="e57621f8-ec3c-449e-bb19-001fffcc008e" providerId="ADAL" clId="{BC0BD879-F267-5CCA-8DEA-E3B2DD07DA4E}" dt="2026-07-31T06:06:47.871" v="14091" actId="1076"/>
          <ac:spMkLst>
            <pc:docMk/>
            <pc:sldMk cId="3957655119" sldId="2076139089"/>
            <ac:spMk id="137" creationId="{B0691D1C-FF16-64EF-AB36-8E7FAFDA205F}"/>
          </ac:spMkLst>
        </pc:spChg>
        <pc:spChg chg="add mod">
          <ac:chgData name="Hironari Yamada" userId="e57621f8-ec3c-449e-bb19-001fffcc008e" providerId="ADAL" clId="{BC0BD879-F267-5CCA-8DEA-E3B2DD07DA4E}" dt="2026-07-31T06:06:40.474" v="14089"/>
          <ac:spMkLst>
            <pc:docMk/>
            <pc:sldMk cId="3957655119" sldId="2076139089"/>
            <ac:spMk id="139" creationId="{165F3398-DFAE-AB37-AF96-5B2F8889D486}"/>
          </ac:spMkLst>
        </pc:spChg>
        <pc:spChg chg="mod">
          <ac:chgData name="Hironari Yamada" userId="e57621f8-ec3c-449e-bb19-001fffcc008e" providerId="ADAL" clId="{BC0BD879-F267-5CCA-8DEA-E3B2DD07DA4E}" dt="2026-07-31T06:06:47.871" v="14091" actId="1076"/>
          <ac:spMkLst>
            <pc:docMk/>
            <pc:sldMk cId="3957655119" sldId="2076139089"/>
            <ac:spMk id="140" creationId="{D2B40120-40F9-41FF-1A36-7C039725CD4F}"/>
          </ac:spMkLst>
        </pc:spChg>
        <pc:spChg chg="add mod">
          <ac:chgData name="Hironari Yamada" userId="e57621f8-ec3c-449e-bb19-001fffcc008e" providerId="ADAL" clId="{BC0BD879-F267-5CCA-8DEA-E3B2DD07DA4E}" dt="2026-07-31T06:06:40.474" v="14089"/>
          <ac:spMkLst>
            <pc:docMk/>
            <pc:sldMk cId="3957655119" sldId="2076139089"/>
            <ac:spMk id="141" creationId="{C642AA30-8FE3-40DA-720E-5225A35EC187}"/>
          </ac:spMkLst>
        </pc:spChg>
        <pc:spChg chg="mod">
          <ac:chgData name="Hironari Yamada" userId="e57621f8-ec3c-449e-bb19-001fffcc008e" providerId="ADAL" clId="{BC0BD879-F267-5CCA-8DEA-E3B2DD07DA4E}" dt="2026-07-31T06:06:47.871" v="14091" actId="1076"/>
          <ac:spMkLst>
            <pc:docMk/>
            <pc:sldMk cId="3957655119" sldId="2076139089"/>
            <ac:spMk id="142" creationId="{6C95AF24-C23C-3EC7-614B-F18ABBC5DE4B}"/>
          </ac:spMkLst>
        </pc:spChg>
        <pc:spChg chg="mod">
          <ac:chgData name="Hironari Yamada" userId="e57621f8-ec3c-449e-bb19-001fffcc008e" providerId="ADAL" clId="{BC0BD879-F267-5CCA-8DEA-E3B2DD07DA4E}" dt="2026-07-31T06:06:47.871" v="14091" actId="1076"/>
          <ac:spMkLst>
            <pc:docMk/>
            <pc:sldMk cId="3957655119" sldId="2076139089"/>
            <ac:spMk id="143" creationId="{2F510F1F-9F43-7F41-A4D9-9774C78F0304}"/>
          </ac:spMkLst>
        </pc:spChg>
        <pc:spChg chg="add mod">
          <ac:chgData name="Hironari Yamada" userId="e57621f8-ec3c-449e-bb19-001fffcc008e" providerId="ADAL" clId="{BC0BD879-F267-5CCA-8DEA-E3B2DD07DA4E}" dt="2026-07-31T06:06:47.871" v="14091" actId="1076"/>
          <ac:spMkLst>
            <pc:docMk/>
            <pc:sldMk cId="3957655119" sldId="2076139089"/>
            <ac:spMk id="144" creationId="{F873EC4F-4886-2C76-2899-D672278E038C}"/>
          </ac:spMkLst>
        </pc:spChg>
        <pc:spChg chg="add mod">
          <ac:chgData name="Hironari Yamada" userId="e57621f8-ec3c-449e-bb19-001fffcc008e" providerId="ADAL" clId="{BC0BD879-F267-5CCA-8DEA-E3B2DD07DA4E}" dt="2026-07-31T06:06:40.474" v="14089"/>
          <ac:spMkLst>
            <pc:docMk/>
            <pc:sldMk cId="3957655119" sldId="2076139089"/>
            <ac:spMk id="152" creationId="{1434282D-77CF-18D2-4DB6-E9ED2A7EBD37}"/>
          </ac:spMkLst>
        </pc:spChg>
        <pc:spChg chg="add mod">
          <ac:chgData name="Hironari Yamada" userId="e57621f8-ec3c-449e-bb19-001fffcc008e" providerId="ADAL" clId="{BC0BD879-F267-5CCA-8DEA-E3B2DD07DA4E}" dt="2026-07-31T06:06:48.720" v="14093"/>
          <ac:spMkLst>
            <pc:docMk/>
            <pc:sldMk cId="3957655119" sldId="2076139089"/>
            <ac:spMk id="155" creationId="{F3569307-C2C3-0BE6-97EF-1A467786355C}"/>
          </ac:spMkLst>
        </pc:spChg>
        <pc:spChg chg="add del">
          <ac:chgData name="Hironari Yamada" userId="e57621f8-ec3c-449e-bb19-001fffcc008e" providerId="ADAL" clId="{BC0BD879-F267-5CCA-8DEA-E3B2DD07DA4E}" dt="2026-07-31T06:06:29.472" v="14085" actId="478"/>
          <ac:spMkLst>
            <pc:docMk/>
            <pc:sldMk cId="3957655119" sldId="2076139089"/>
            <ac:spMk id="170" creationId="{B65F0F3A-4657-E8CF-783E-3EF68A17AAC0}"/>
          </ac:spMkLst>
        </pc:spChg>
        <pc:spChg chg="add del">
          <ac:chgData name="Hironari Yamada" userId="e57621f8-ec3c-449e-bb19-001fffcc008e" providerId="ADAL" clId="{BC0BD879-F267-5CCA-8DEA-E3B2DD07DA4E}" dt="2026-07-31T06:06:29.472" v="14085" actId="478"/>
          <ac:spMkLst>
            <pc:docMk/>
            <pc:sldMk cId="3957655119" sldId="2076139089"/>
            <ac:spMk id="209" creationId="{8CF44E2E-CF4E-504C-9D5E-9B33394D8EBD}"/>
          </ac:spMkLst>
        </pc:spChg>
        <pc:spChg chg="add del">
          <ac:chgData name="Hironari Yamada" userId="e57621f8-ec3c-449e-bb19-001fffcc008e" providerId="ADAL" clId="{BC0BD879-F267-5CCA-8DEA-E3B2DD07DA4E}" dt="2026-07-31T06:06:29.472" v="14085" actId="478"/>
          <ac:spMkLst>
            <pc:docMk/>
            <pc:sldMk cId="3957655119" sldId="2076139089"/>
            <ac:spMk id="223" creationId="{EE8D8662-43BE-9081-C00C-431170AAEC7F}"/>
          </ac:spMkLst>
        </pc:spChg>
        <pc:spChg chg="add mod">
          <ac:chgData name="Hironari Yamada" userId="e57621f8-ec3c-449e-bb19-001fffcc008e" providerId="ADAL" clId="{BC0BD879-F267-5CCA-8DEA-E3B2DD07DA4E}" dt="2026-07-31T06:06:48.720" v="14093"/>
          <ac:spMkLst>
            <pc:docMk/>
            <pc:sldMk cId="3957655119" sldId="2076139089"/>
            <ac:spMk id="234" creationId="{1E72A64F-4643-8D6E-9F20-BCD710337D9D}"/>
          </ac:spMkLst>
        </pc:spChg>
        <pc:spChg chg="add mod">
          <ac:chgData name="Hironari Yamada" userId="e57621f8-ec3c-449e-bb19-001fffcc008e" providerId="ADAL" clId="{BC0BD879-F267-5CCA-8DEA-E3B2DD07DA4E}" dt="2026-07-31T06:06:48.720" v="14093"/>
          <ac:spMkLst>
            <pc:docMk/>
            <pc:sldMk cId="3957655119" sldId="2076139089"/>
            <ac:spMk id="236" creationId="{90E72C12-5A7E-0800-A097-A51D71BFC3FF}"/>
          </ac:spMkLst>
        </pc:spChg>
        <pc:spChg chg="mod">
          <ac:chgData name="Hironari Yamada" userId="e57621f8-ec3c-449e-bb19-001fffcc008e" providerId="ADAL" clId="{BC0BD879-F267-5CCA-8DEA-E3B2DD07DA4E}" dt="2026-07-31T06:06:48.720" v="14093"/>
          <ac:spMkLst>
            <pc:docMk/>
            <pc:sldMk cId="3957655119" sldId="2076139089"/>
            <ac:spMk id="245" creationId="{9284E72C-95F2-47AE-A8B2-0EAE8DFAE7B5}"/>
          </ac:spMkLst>
        </pc:spChg>
        <pc:spChg chg="mod">
          <ac:chgData name="Hironari Yamada" userId="e57621f8-ec3c-449e-bb19-001fffcc008e" providerId="ADAL" clId="{BC0BD879-F267-5CCA-8DEA-E3B2DD07DA4E}" dt="2026-07-31T06:06:48.720" v="14093"/>
          <ac:spMkLst>
            <pc:docMk/>
            <pc:sldMk cId="3957655119" sldId="2076139089"/>
            <ac:spMk id="247" creationId="{3D4278EB-30C4-68AA-7864-E2105E96BFA6}"/>
          </ac:spMkLst>
        </pc:spChg>
        <pc:spChg chg="mod">
          <ac:chgData name="Hironari Yamada" userId="e57621f8-ec3c-449e-bb19-001fffcc008e" providerId="ADAL" clId="{BC0BD879-F267-5CCA-8DEA-E3B2DD07DA4E}" dt="2026-07-31T06:06:48.720" v="14093"/>
          <ac:spMkLst>
            <pc:docMk/>
            <pc:sldMk cId="3957655119" sldId="2076139089"/>
            <ac:spMk id="255" creationId="{A7477B3B-A826-E3B7-72D4-238B2E50EAAE}"/>
          </ac:spMkLst>
        </pc:spChg>
        <pc:spChg chg="mod">
          <ac:chgData name="Hironari Yamada" userId="e57621f8-ec3c-449e-bb19-001fffcc008e" providerId="ADAL" clId="{BC0BD879-F267-5CCA-8DEA-E3B2DD07DA4E}" dt="2026-07-31T06:06:48.720" v="14093"/>
          <ac:spMkLst>
            <pc:docMk/>
            <pc:sldMk cId="3957655119" sldId="2076139089"/>
            <ac:spMk id="257" creationId="{54103E32-7843-D69C-B202-6726E3412CDE}"/>
          </ac:spMkLst>
        </pc:spChg>
        <pc:spChg chg="add mod">
          <ac:chgData name="Hironari Yamada" userId="e57621f8-ec3c-449e-bb19-001fffcc008e" providerId="ADAL" clId="{BC0BD879-F267-5CCA-8DEA-E3B2DD07DA4E}" dt="2026-07-31T06:06:48.720" v="14093"/>
          <ac:spMkLst>
            <pc:docMk/>
            <pc:sldMk cId="3957655119" sldId="2076139089"/>
            <ac:spMk id="271" creationId="{9B52825A-8398-235A-7C9B-17980B00B40E}"/>
          </ac:spMkLst>
        </pc:spChg>
        <pc:spChg chg="add mod">
          <ac:chgData name="Hironari Yamada" userId="e57621f8-ec3c-449e-bb19-001fffcc008e" providerId="ADAL" clId="{BC0BD879-F267-5CCA-8DEA-E3B2DD07DA4E}" dt="2026-07-31T06:06:48.720" v="14093"/>
          <ac:spMkLst>
            <pc:docMk/>
            <pc:sldMk cId="3957655119" sldId="2076139089"/>
            <ac:spMk id="274" creationId="{D0F38949-9ADF-0B72-F4BA-DBE5EC7264D9}"/>
          </ac:spMkLst>
        </pc:spChg>
        <pc:spChg chg="add mod">
          <ac:chgData name="Hironari Yamada" userId="e57621f8-ec3c-449e-bb19-001fffcc008e" providerId="ADAL" clId="{BC0BD879-F267-5CCA-8DEA-E3B2DD07DA4E}" dt="2026-07-31T06:06:48.720" v="14093"/>
          <ac:spMkLst>
            <pc:docMk/>
            <pc:sldMk cId="3957655119" sldId="2076139089"/>
            <ac:spMk id="279" creationId="{FB81ADFF-F1B3-8AD3-0FA1-B178551BE761}"/>
          </ac:spMkLst>
        </pc:spChg>
        <pc:spChg chg="mod">
          <ac:chgData name="Hironari Yamada" userId="e57621f8-ec3c-449e-bb19-001fffcc008e" providerId="ADAL" clId="{BC0BD879-F267-5CCA-8DEA-E3B2DD07DA4E}" dt="2026-07-31T06:06:55.360" v="14096" actId="1076"/>
          <ac:spMkLst>
            <pc:docMk/>
            <pc:sldMk cId="3957655119" sldId="2076139089"/>
            <ac:spMk id="292" creationId="{F695EA84-1145-2D68-C2D0-1ECDB92A2695}"/>
          </ac:spMkLst>
        </pc:spChg>
        <pc:spChg chg="mod">
          <ac:chgData name="Hironari Yamada" userId="e57621f8-ec3c-449e-bb19-001fffcc008e" providerId="ADAL" clId="{BC0BD879-F267-5CCA-8DEA-E3B2DD07DA4E}" dt="2026-07-31T06:06:55.360" v="14096" actId="1076"/>
          <ac:spMkLst>
            <pc:docMk/>
            <pc:sldMk cId="3957655119" sldId="2076139089"/>
            <ac:spMk id="298" creationId="{A2009CBB-9EEF-9DEA-B90E-A4BED36AF158}"/>
          </ac:spMkLst>
        </pc:spChg>
        <pc:spChg chg="mod">
          <ac:chgData name="Hironari Yamada" userId="e57621f8-ec3c-449e-bb19-001fffcc008e" providerId="ADAL" clId="{BC0BD879-F267-5CCA-8DEA-E3B2DD07DA4E}" dt="2026-07-31T06:06:55.360" v="14096" actId="1076"/>
          <ac:spMkLst>
            <pc:docMk/>
            <pc:sldMk cId="3957655119" sldId="2076139089"/>
            <ac:spMk id="305" creationId="{B78CACBA-D9FF-3DDB-4390-C0377904109F}"/>
          </ac:spMkLst>
        </pc:spChg>
        <pc:spChg chg="add mod">
          <ac:chgData name="Hironari Yamada" userId="e57621f8-ec3c-449e-bb19-001fffcc008e" providerId="ADAL" clId="{BC0BD879-F267-5CCA-8DEA-E3B2DD07DA4E}" dt="2026-07-31T06:06:52.616" v="14095"/>
          <ac:spMkLst>
            <pc:docMk/>
            <pc:sldMk cId="3957655119" sldId="2076139089"/>
            <ac:spMk id="306" creationId="{AC43F885-8522-4480-78EB-7B617E7E1818}"/>
          </ac:spMkLst>
        </pc:spChg>
        <pc:spChg chg="add mod">
          <ac:chgData name="Hironari Yamada" userId="e57621f8-ec3c-449e-bb19-001fffcc008e" providerId="ADAL" clId="{BC0BD879-F267-5CCA-8DEA-E3B2DD07DA4E}" dt="2026-07-31T06:06:52.616" v="14095"/>
          <ac:spMkLst>
            <pc:docMk/>
            <pc:sldMk cId="3957655119" sldId="2076139089"/>
            <ac:spMk id="310" creationId="{1D106B0B-7363-9D77-8980-6E92C0500862}"/>
          </ac:spMkLst>
        </pc:spChg>
        <pc:spChg chg="add mod">
          <ac:chgData name="Hironari Yamada" userId="e57621f8-ec3c-449e-bb19-001fffcc008e" providerId="ADAL" clId="{BC0BD879-F267-5CCA-8DEA-E3B2DD07DA4E}" dt="2026-07-31T06:06:52.616" v="14095"/>
          <ac:spMkLst>
            <pc:docMk/>
            <pc:sldMk cId="3957655119" sldId="2076139089"/>
            <ac:spMk id="311" creationId="{27B13B03-A12D-C910-6C21-0E0C4EC2A1A1}"/>
          </ac:spMkLst>
        </pc:spChg>
        <pc:spChg chg="add mod">
          <ac:chgData name="Hironari Yamada" userId="e57621f8-ec3c-449e-bb19-001fffcc008e" providerId="ADAL" clId="{BC0BD879-F267-5CCA-8DEA-E3B2DD07DA4E}" dt="2026-07-31T06:06:52.616" v="14095"/>
          <ac:spMkLst>
            <pc:docMk/>
            <pc:sldMk cId="3957655119" sldId="2076139089"/>
            <ac:spMk id="312" creationId="{A242E3BB-1E72-60BA-9571-4AE27D55D112}"/>
          </ac:spMkLst>
        </pc:spChg>
        <pc:spChg chg="add mod">
          <ac:chgData name="Hironari Yamada" userId="e57621f8-ec3c-449e-bb19-001fffcc008e" providerId="ADAL" clId="{BC0BD879-F267-5CCA-8DEA-E3B2DD07DA4E}" dt="2026-07-31T06:06:52.616" v="14095"/>
          <ac:spMkLst>
            <pc:docMk/>
            <pc:sldMk cId="3957655119" sldId="2076139089"/>
            <ac:spMk id="314" creationId="{309777D1-52EC-3568-5D60-026ACA706658}"/>
          </ac:spMkLst>
        </pc:spChg>
        <pc:spChg chg="mod">
          <ac:chgData name="Hironari Yamada" userId="e57621f8-ec3c-449e-bb19-001fffcc008e" providerId="ADAL" clId="{BC0BD879-F267-5CCA-8DEA-E3B2DD07DA4E}" dt="2026-07-31T06:06:55.360" v="14096" actId="1076"/>
          <ac:spMkLst>
            <pc:docMk/>
            <pc:sldMk cId="3957655119" sldId="2076139089"/>
            <ac:spMk id="315" creationId="{48A262FA-3F7C-FC0D-C70D-4D9064AF472D}"/>
          </ac:spMkLst>
        </pc:spChg>
        <pc:spChg chg="mod">
          <ac:chgData name="Hironari Yamada" userId="e57621f8-ec3c-449e-bb19-001fffcc008e" providerId="ADAL" clId="{BC0BD879-F267-5CCA-8DEA-E3B2DD07DA4E}" dt="2026-07-31T06:06:55.360" v="14096" actId="1076"/>
          <ac:spMkLst>
            <pc:docMk/>
            <pc:sldMk cId="3957655119" sldId="2076139089"/>
            <ac:spMk id="316" creationId="{91E845AB-3B86-0382-44B0-C1B3AC1C1416}"/>
          </ac:spMkLst>
        </pc:spChg>
        <pc:spChg chg="mod">
          <ac:chgData name="Hironari Yamada" userId="e57621f8-ec3c-449e-bb19-001fffcc008e" providerId="ADAL" clId="{BC0BD879-F267-5CCA-8DEA-E3B2DD07DA4E}" dt="2026-07-31T06:06:52.616" v="14095"/>
          <ac:spMkLst>
            <pc:docMk/>
            <pc:sldMk cId="3957655119" sldId="2076139089"/>
            <ac:spMk id="331" creationId="{580B16A3-5026-1763-E41B-6C75E39F70E0}"/>
          </ac:spMkLst>
        </pc:spChg>
        <pc:spChg chg="mod">
          <ac:chgData name="Hironari Yamada" userId="e57621f8-ec3c-449e-bb19-001fffcc008e" providerId="ADAL" clId="{BC0BD879-F267-5CCA-8DEA-E3B2DD07DA4E}" dt="2026-07-31T06:06:52.616" v="14095"/>
          <ac:spMkLst>
            <pc:docMk/>
            <pc:sldMk cId="3957655119" sldId="2076139089"/>
            <ac:spMk id="336" creationId="{ECF02789-1D04-181D-08E8-F41C261DCB1C}"/>
          </ac:spMkLst>
        </pc:spChg>
        <pc:spChg chg="mod">
          <ac:chgData name="Hironari Yamada" userId="e57621f8-ec3c-449e-bb19-001fffcc008e" providerId="ADAL" clId="{BC0BD879-F267-5CCA-8DEA-E3B2DD07DA4E}" dt="2026-07-31T06:06:55.360" v="14096" actId="1076"/>
          <ac:spMkLst>
            <pc:docMk/>
            <pc:sldMk cId="3957655119" sldId="2076139089"/>
            <ac:spMk id="345" creationId="{A81C4E4B-DCE2-864A-6943-00595D377106}"/>
          </ac:spMkLst>
        </pc:spChg>
        <pc:spChg chg="add mod">
          <ac:chgData name="Hironari Yamada" userId="e57621f8-ec3c-449e-bb19-001fffcc008e" providerId="ADAL" clId="{BC0BD879-F267-5CCA-8DEA-E3B2DD07DA4E}" dt="2026-07-31T06:06:52.616" v="14095"/>
          <ac:spMkLst>
            <pc:docMk/>
            <pc:sldMk cId="3957655119" sldId="2076139089"/>
            <ac:spMk id="354" creationId="{96B158FF-2AFE-72B2-7F64-165F3E0C5017}"/>
          </ac:spMkLst>
        </pc:spChg>
        <pc:spChg chg="add mod">
          <ac:chgData name="Hironari Yamada" userId="e57621f8-ec3c-449e-bb19-001fffcc008e" providerId="ADAL" clId="{BC0BD879-F267-5CCA-8DEA-E3B2DD07DA4E}" dt="2026-07-31T06:06:52.616" v="14095"/>
          <ac:spMkLst>
            <pc:docMk/>
            <pc:sldMk cId="3957655119" sldId="2076139089"/>
            <ac:spMk id="355" creationId="{B1E7B807-DA51-9FD7-5F44-2135489ABB92}"/>
          </ac:spMkLst>
        </pc:spChg>
        <pc:spChg chg="mod">
          <ac:chgData name="Hironari Yamada" userId="e57621f8-ec3c-449e-bb19-001fffcc008e" providerId="ADAL" clId="{BC0BD879-F267-5CCA-8DEA-E3B2DD07DA4E}" dt="2026-07-31T06:06:55.360" v="14096" actId="1076"/>
          <ac:spMkLst>
            <pc:docMk/>
            <pc:sldMk cId="3957655119" sldId="2076139089"/>
            <ac:spMk id="356" creationId="{3D47077E-35DE-BD95-4CAF-C7B9312E96A2}"/>
          </ac:spMkLst>
        </pc:spChg>
        <pc:spChg chg="mod">
          <ac:chgData name="Hironari Yamada" userId="e57621f8-ec3c-449e-bb19-001fffcc008e" providerId="ADAL" clId="{BC0BD879-F267-5CCA-8DEA-E3B2DD07DA4E}" dt="2026-07-31T06:06:55.360" v="14096" actId="1076"/>
          <ac:spMkLst>
            <pc:docMk/>
            <pc:sldMk cId="3957655119" sldId="2076139089"/>
            <ac:spMk id="357" creationId="{F175D9B6-D5C6-9169-0ABA-5E007C22D04D}"/>
          </ac:spMkLst>
        </pc:spChg>
        <pc:spChg chg="mod">
          <ac:chgData name="Hironari Yamada" userId="e57621f8-ec3c-449e-bb19-001fffcc008e" providerId="ADAL" clId="{BC0BD879-F267-5CCA-8DEA-E3B2DD07DA4E}" dt="2026-07-31T06:06:55.360" v="14096" actId="1076"/>
          <ac:spMkLst>
            <pc:docMk/>
            <pc:sldMk cId="3957655119" sldId="2076139089"/>
            <ac:spMk id="362" creationId="{F632F373-7A9B-2785-FDFA-59FF985D17E9}"/>
          </ac:spMkLst>
        </pc:spChg>
        <pc:spChg chg="mod">
          <ac:chgData name="Hironari Yamada" userId="e57621f8-ec3c-449e-bb19-001fffcc008e" providerId="ADAL" clId="{BC0BD879-F267-5CCA-8DEA-E3B2DD07DA4E}" dt="2026-07-31T06:06:55.360" v="14096" actId="1076"/>
          <ac:spMkLst>
            <pc:docMk/>
            <pc:sldMk cId="3957655119" sldId="2076139089"/>
            <ac:spMk id="363" creationId="{4E2B2F88-A445-CEE5-0852-C4576775C394}"/>
          </ac:spMkLst>
        </pc:spChg>
        <pc:spChg chg="add mod">
          <ac:chgData name="Hironari Yamada" userId="e57621f8-ec3c-449e-bb19-001fffcc008e" providerId="ADAL" clId="{BC0BD879-F267-5CCA-8DEA-E3B2DD07DA4E}" dt="2026-07-31T06:06:52.616" v="14095"/>
          <ac:spMkLst>
            <pc:docMk/>
            <pc:sldMk cId="3957655119" sldId="2076139089"/>
            <ac:spMk id="364" creationId="{8C145305-2264-9FB1-6453-BFA91078EF75}"/>
          </ac:spMkLst>
        </pc:spChg>
        <pc:picChg chg="add del">
          <ac:chgData name="Hironari Yamada" userId="e57621f8-ec3c-449e-bb19-001fffcc008e" providerId="ADAL" clId="{BC0BD879-F267-5CCA-8DEA-E3B2DD07DA4E}" dt="2026-07-31T06:06:29.472" v="14085" actId="478"/>
          <ac:picMkLst>
            <pc:docMk/>
            <pc:sldMk cId="3957655119" sldId="2076139089"/>
            <ac:picMk id="208" creationId="{5A1F466E-0AAC-8C15-5412-4ADABFB1879E}"/>
          </ac:picMkLst>
        </pc:picChg>
        <pc:picChg chg="del">
          <ac:chgData name="Hironari Yamada" userId="e57621f8-ec3c-449e-bb19-001fffcc008e" providerId="ADAL" clId="{BC0BD879-F267-5CCA-8DEA-E3B2DD07DA4E}" dt="2026-07-31T06:06:29.472" v="14085" actId="478"/>
          <ac:picMkLst>
            <pc:docMk/>
            <pc:sldMk cId="3957655119" sldId="2076139089"/>
            <ac:picMk id="212" creationId="{05BD38DA-D543-5B64-EC5B-E47952C8FA33}"/>
          </ac:picMkLst>
        </pc:picChg>
        <pc:picChg chg="add">
          <ac:chgData name="Hironari Yamada" userId="e57621f8-ec3c-449e-bb19-001fffcc008e" providerId="ADAL" clId="{BC0BD879-F267-5CCA-8DEA-E3B2DD07DA4E}" dt="2026-07-31T06:06:27.020" v="14084" actId="478"/>
          <ac:picMkLst>
            <pc:docMk/>
            <pc:sldMk cId="3957655119" sldId="2076139089"/>
            <ac:picMk id="218" creationId="{99CE7C8A-1316-C916-C598-70CFE5CCCDD5}"/>
          </ac:picMkLst>
        </pc:picChg>
        <pc:picChg chg="del">
          <ac:chgData name="Hironari Yamada" userId="e57621f8-ec3c-449e-bb19-001fffcc008e" providerId="ADAL" clId="{BC0BD879-F267-5CCA-8DEA-E3B2DD07DA4E}" dt="2026-07-31T06:06:29.472" v="14085" actId="478"/>
          <ac:picMkLst>
            <pc:docMk/>
            <pc:sldMk cId="3957655119" sldId="2076139089"/>
            <ac:picMk id="219" creationId="{5A6A1053-DC2A-D35F-C330-280A2ADAEE7D}"/>
          </ac:picMkLst>
        </pc:picChg>
        <pc:picChg chg="add del">
          <ac:chgData name="Hironari Yamada" userId="e57621f8-ec3c-449e-bb19-001fffcc008e" providerId="ADAL" clId="{BC0BD879-F267-5CCA-8DEA-E3B2DD07DA4E}" dt="2026-07-31T06:06:27.020" v="14084" actId="478"/>
          <ac:picMkLst>
            <pc:docMk/>
            <pc:sldMk cId="3957655119" sldId="2076139089"/>
            <ac:picMk id="221" creationId="{1C9B11B3-5FCB-AD58-CFA2-0092216FDDB3}"/>
          </ac:picMkLst>
        </pc:picChg>
        <pc:picChg chg="del">
          <ac:chgData name="Hironari Yamada" userId="e57621f8-ec3c-449e-bb19-001fffcc008e" providerId="ADAL" clId="{BC0BD879-F267-5CCA-8DEA-E3B2DD07DA4E}" dt="2026-07-31T06:06:20.211" v="14082" actId="478"/>
          <ac:picMkLst>
            <pc:docMk/>
            <pc:sldMk cId="3957655119" sldId="2076139089"/>
            <ac:picMk id="222" creationId="{8599B1AA-3670-977A-C457-FCDF21C82CF4}"/>
          </ac:picMkLst>
        </pc:picChg>
        <pc:picChg chg="del">
          <ac:chgData name="Hironari Yamada" userId="e57621f8-ec3c-449e-bb19-001fffcc008e" providerId="ADAL" clId="{BC0BD879-F267-5CCA-8DEA-E3B2DD07DA4E}" dt="2026-07-31T06:06:29.472" v="14085" actId="478"/>
          <ac:picMkLst>
            <pc:docMk/>
            <pc:sldMk cId="3957655119" sldId="2076139089"/>
            <ac:picMk id="227" creationId="{28FA797B-5AE7-FD7E-5ECA-18F9A27B470E}"/>
          </ac:picMkLst>
        </pc:picChg>
        <pc:picChg chg="add del">
          <ac:chgData name="Hironari Yamada" userId="e57621f8-ec3c-449e-bb19-001fffcc008e" providerId="ADAL" clId="{BC0BD879-F267-5CCA-8DEA-E3B2DD07DA4E}" dt="2026-07-31T06:06:29.472" v="14085" actId="478"/>
          <ac:picMkLst>
            <pc:docMk/>
            <pc:sldMk cId="3957655119" sldId="2076139089"/>
            <ac:picMk id="229" creationId="{9719C918-0001-4397-805A-4368A62ED235}"/>
          </ac:picMkLst>
        </pc:picChg>
        <pc:picChg chg="del">
          <ac:chgData name="Hironari Yamada" userId="e57621f8-ec3c-449e-bb19-001fffcc008e" providerId="ADAL" clId="{BC0BD879-F267-5CCA-8DEA-E3B2DD07DA4E}" dt="2026-07-31T06:06:20.211" v="14082" actId="478"/>
          <ac:picMkLst>
            <pc:docMk/>
            <pc:sldMk cId="3957655119" sldId="2076139089"/>
            <ac:picMk id="230" creationId="{C9A479F3-326D-AF16-C0F1-88A38943F2B1}"/>
          </ac:picMkLst>
        </pc:picChg>
        <pc:cxnChg chg="add mod">
          <ac:chgData name="Hironari Yamada" userId="e57621f8-ec3c-449e-bb19-001fffcc008e" providerId="ADAL" clId="{BC0BD879-F267-5CCA-8DEA-E3B2DD07DA4E}" dt="2026-07-31T06:06:26.021" v="14083"/>
          <ac:cxnSpMkLst>
            <pc:docMk/>
            <pc:sldMk cId="3957655119" sldId="2076139089"/>
            <ac:cxnSpMk id="8" creationId="{A19C7378-88BE-8769-AF4A-362C2FFB0FDB}"/>
          </ac:cxnSpMkLst>
        </pc:cxnChg>
        <pc:cxnChg chg="add mod">
          <ac:chgData name="Hironari Yamada" userId="e57621f8-ec3c-449e-bb19-001fffcc008e" providerId="ADAL" clId="{BC0BD879-F267-5CCA-8DEA-E3B2DD07DA4E}" dt="2026-07-31T06:06:35.005" v="14088" actId="1076"/>
          <ac:cxnSpMkLst>
            <pc:docMk/>
            <pc:sldMk cId="3957655119" sldId="2076139089"/>
            <ac:cxnSpMk id="12" creationId="{E68D3669-830F-184B-FF14-31102A55928C}"/>
          </ac:cxnSpMkLst>
        </pc:cxnChg>
      </pc:sldChg>
      <pc:sldChg chg="add del">
        <pc:chgData name="Hironari Yamada" userId="e57621f8-ec3c-449e-bb19-001fffcc008e" providerId="ADAL" clId="{BC0BD879-F267-5CCA-8DEA-E3B2DD07DA4E}" dt="2026-07-31T06:06:08.639" v="14069"/>
        <pc:sldMkLst>
          <pc:docMk/>
          <pc:sldMk cId="4279585655" sldId="2076139089"/>
        </pc:sldMkLst>
      </pc:sldChg>
      <pc:sldChg chg="addSp delSp modSp add mod delAnim">
        <pc:chgData name="Hironari Yamada" userId="e57621f8-ec3c-449e-bb19-001fffcc008e" providerId="ADAL" clId="{BC0BD879-F267-5CCA-8DEA-E3B2DD07DA4E}" dt="2026-07-31T06:31:35.123" v="14127" actId="1076"/>
        <pc:sldMkLst>
          <pc:docMk/>
          <pc:sldMk cId="796148317" sldId="2076139090"/>
        </pc:sldMkLst>
        <pc:spChg chg="add del mod">
          <ac:chgData name="Hironari Yamada" userId="e57621f8-ec3c-449e-bb19-001fffcc008e" providerId="ADAL" clId="{BC0BD879-F267-5CCA-8DEA-E3B2DD07DA4E}" dt="2026-07-31T06:30:50.353" v="14108" actId="478"/>
          <ac:spMkLst>
            <pc:docMk/>
            <pc:sldMk cId="796148317" sldId="2076139090"/>
            <ac:spMk id="5" creationId="{23C0AD8B-87B3-742E-7039-002AC13B7372}"/>
          </ac:spMkLst>
        </pc:spChg>
        <pc:spChg chg="add mod">
          <ac:chgData name="Hironari Yamada" userId="e57621f8-ec3c-449e-bb19-001fffcc008e" providerId="ADAL" clId="{BC0BD879-F267-5CCA-8DEA-E3B2DD07DA4E}" dt="2026-07-31T06:30:47.891" v="14107"/>
          <ac:spMkLst>
            <pc:docMk/>
            <pc:sldMk cId="796148317" sldId="2076139090"/>
            <ac:spMk id="6" creationId="{066F9E55-FC02-8C5F-764D-6DFC55B3970D}"/>
          </ac:spMkLst>
        </pc:spChg>
        <pc:spChg chg="add mod">
          <ac:chgData name="Hironari Yamada" userId="e57621f8-ec3c-449e-bb19-001fffcc008e" providerId="ADAL" clId="{BC0BD879-F267-5CCA-8DEA-E3B2DD07DA4E}" dt="2026-07-31T06:30:44.151" v="14106"/>
          <ac:spMkLst>
            <pc:docMk/>
            <pc:sldMk cId="796148317" sldId="2076139090"/>
            <ac:spMk id="7" creationId="{3ACAC75C-D4D6-5CF6-3EC7-026BF98FB355}"/>
          </ac:spMkLst>
        </pc:spChg>
        <pc:spChg chg="mod">
          <ac:chgData name="Hironari Yamada" userId="e57621f8-ec3c-449e-bb19-001fffcc008e" providerId="ADAL" clId="{BC0BD879-F267-5CCA-8DEA-E3B2DD07DA4E}" dt="2026-07-31T06:22:23.362" v="14104" actId="20577"/>
          <ac:spMkLst>
            <pc:docMk/>
            <pc:sldMk cId="796148317" sldId="2076139090"/>
            <ac:spMk id="9" creationId="{488699D3-F27D-474D-8F95-6ED93D2E1C0C}"/>
          </ac:spMkLst>
        </pc:spChg>
        <pc:spChg chg="del">
          <ac:chgData name="Hironari Yamada" userId="e57621f8-ec3c-449e-bb19-001fffcc008e" providerId="ADAL" clId="{BC0BD879-F267-5CCA-8DEA-E3B2DD07DA4E}" dt="2026-07-31T06:30:43.806" v="14105" actId="478"/>
          <ac:spMkLst>
            <pc:docMk/>
            <pc:sldMk cId="796148317" sldId="2076139090"/>
            <ac:spMk id="10" creationId="{F203FD66-03FB-E116-051B-1191154BB1D7}"/>
          </ac:spMkLst>
        </pc:spChg>
        <pc:spChg chg="del">
          <ac:chgData name="Hironari Yamada" userId="e57621f8-ec3c-449e-bb19-001fffcc008e" providerId="ADAL" clId="{BC0BD879-F267-5CCA-8DEA-E3B2DD07DA4E}" dt="2026-07-31T06:30:43.806" v="14105" actId="478"/>
          <ac:spMkLst>
            <pc:docMk/>
            <pc:sldMk cId="796148317" sldId="2076139090"/>
            <ac:spMk id="11" creationId="{A89567E5-4D6F-248C-F75F-618A5E0FCA77}"/>
          </ac:spMkLst>
        </pc:spChg>
        <pc:spChg chg="add mod">
          <ac:chgData name="Hironari Yamada" userId="e57621f8-ec3c-449e-bb19-001fffcc008e" providerId="ADAL" clId="{BC0BD879-F267-5CCA-8DEA-E3B2DD07DA4E}" dt="2026-07-31T06:31:35.123" v="14127" actId="1076"/>
          <ac:spMkLst>
            <pc:docMk/>
            <pc:sldMk cId="796148317" sldId="2076139090"/>
            <ac:spMk id="13" creationId="{2CE8EF5C-6361-23E6-650D-75FCD75F9B30}"/>
          </ac:spMkLst>
        </pc:spChg>
        <pc:spChg chg="add mod">
          <ac:chgData name="Hironari Yamada" userId="e57621f8-ec3c-449e-bb19-001fffcc008e" providerId="ADAL" clId="{BC0BD879-F267-5CCA-8DEA-E3B2DD07DA4E}" dt="2026-07-31T06:31:35.123" v="14127" actId="1076"/>
          <ac:spMkLst>
            <pc:docMk/>
            <pc:sldMk cId="796148317" sldId="2076139090"/>
            <ac:spMk id="14" creationId="{DB04083F-121A-2B4C-E8E0-73CC25308E37}"/>
          </ac:spMkLst>
        </pc:spChg>
        <pc:spChg chg="del">
          <ac:chgData name="Hironari Yamada" userId="e57621f8-ec3c-449e-bb19-001fffcc008e" providerId="ADAL" clId="{BC0BD879-F267-5CCA-8DEA-E3B2DD07DA4E}" dt="2026-07-31T06:30:57.704" v="14111" actId="478"/>
          <ac:spMkLst>
            <pc:docMk/>
            <pc:sldMk cId="796148317" sldId="2076139090"/>
            <ac:spMk id="292" creationId="{A1D427D5-47BA-0FCD-6D18-1A4BA5C4E5E0}"/>
          </ac:spMkLst>
        </pc:spChg>
        <pc:spChg chg="del">
          <ac:chgData name="Hironari Yamada" userId="e57621f8-ec3c-449e-bb19-001fffcc008e" providerId="ADAL" clId="{BC0BD879-F267-5CCA-8DEA-E3B2DD07DA4E}" dt="2026-07-31T06:30:57.704" v="14111" actId="478"/>
          <ac:spMkLst>
            <pc:docMk/>
            <pc:sldMk cId="796148317" sldId="2076139090"/>
            <ac:spMk id="306" creationId="{B370CE6F-2C9A-6E25-E74E-040CB7D6BF0B}"/>
          </ac:spMkLst>
        </pc:spChg>
        <pc:spChg chg="del">
          <ac:chgData name="Hironari Yamada" userId="e57621f8-ec3c-449e-bb19-001fffcc008e" providerId="ADAL" clId="{BC0BD879-F267-5CCA-8DEA-E3B2DD07DA4E}" dt="2026-07-31T06:30:57.704" v="14111" actId="478"/>
          <ac:spMkLst>
            <pc:docMk/>
            <pc:sldMk cId="796148317" sldId="2076139090"/>
            <ac:spMk id="313" creationId="{56C3F2AB-B2B3-7EEA-A636-DAF52C56B466}"/>
          </ac:spMkLst>
        </pc:spChg>
        <pc:spChg chg="del">
          <ac:chgData name="Hironari Yamada" userId="e57621f8-ec3c-449e-bb19-001fffcc008e" providerId="ADAL" clId="{BC0BD879-F267-5CCA-8DEA-E3B2DD07DA4E}" dt="2026-07-31T06:30:57.704" v="14111" actId="478"/>
          <ac:spMkLst>
            <pc:docMk/>
            <pc:sldMk cId="796148317" sldId="2076139090"/>
            <ac:spMk id="345" creationId="{46B65009-A5BA-AE01-7DA2-04174B467988}"/>
          </ac:spMkLst>
        </pc:spChg>
        <pc:spChg chg="del">
          <ac:chgData name="Hironari Yamada" userId="e57621f8-ec3c-449e-bb19-001fffcc008e" providerId="ADAL" clId="{BC0BD879-F267-5CCA-8DEA-E3B2DD07DA4E}" dt="2026-07-31T06:30:57.704" v="14111" actId="478"/>
          <ac:spMkLst>
            <pc:docMk/>
            <pc:sldMk cId="796148317" sldId="2076139090"/>
            <ac:spMk id="346" creationId="{73B56C32-354D-EBA3-97AA-723CDF57920A}"/>
          </ac:spMkLst>
        </pc:spChg>
        <pc:spChg chg="del">
          <ac:chgData name="Hironari Yamada" userId="e57621f8-ec3c-449e-bb19-001fffcc008e" providerId="ADAL" clId="{BC0BD879-F267-5CCA-8DEA-E3B2DD07DA4E}" dt="2026-07-31T06:30:57.704" v="14111" actId="478"/>
          <ac:spMkLst>
            <pc:docMk/>
            <pc:sldMk cId="796148317" sldId="2076139090"/>
            <ac:spMk id="347" creationId="{2C8C4F5D-F109-633C-02C8-58B282A01834}"/>
          </ac:spMkLst>
        </pc:spChg>
        <pc:spChg chg="del">
          <ac:chgData name="Hironari Yamada" userId="e57621f8-ec3c-449e-bb19-001fffcc008e" providerId="ADAL" clId="{BC0BD879-F267-5CCA-8DEA-E3B2DD07DA4E}" dt="2026-07-31T06:30:57.704" v="14111" actId="478"/>
          <ac:spMkLst>
            <pc:docMk/>
            <pc:sldMk cId="796148317" sldId="2076139090"/>
            <ac:spMk id="349" creationId="{E3C93BCB-1ED6-7673-CCEE-BB58CCC06FE7}"/>
          </ac:spMkLst>
        </pc:spChg>
        <pc:spChg chg="del">
          <ac:chgData name="Hironari Yamada" userId="e57621f8-ec3c-449e-bb19-001fffcc008e" providerId="ADAL" clId="{BC0BD879-F267-5CCA-8DEA-E3B2DD07DA4E}" dt="2026-07-31T06:30:57.704" v="14111" actId="478"/>
          <ac:spMkLst>
            <pc:docMk/>
            <pc:sldMk cId="796148317" sldId="2076139090"/>
            <ac:spMk id="357" creationId="{B0B9136E-1D9C-EC71-78DE-004177F47BE7}"/>
          </ac:spMkLst>
        </pc:spChg>
        <pc:spChg chg="del">
          <ac:chgData name="Hironari Yamada" userId="e57621f8-ec3c-449e-bb19-001fffcc008e" providerId="ADAL" clId="{BC0BD879-F267-5CCA-8DEA-E3B2DD07DA4E}" dt="2026-07-31T06:30:57.704" v="14111" actId="478"/>
          <ac:spMkLst>
            <pc:docMk/>
            <pc:sldMk cId="796148317" sldId="2076139090"/>
            <ac:spMk id="364" creationId="{89852BA9-82D1-07C5-E0ED-E0E201C1BAA7}"/>
          </ac:spMkLst>
        </pc:spChg>
        <pc:spChg chg="del">
          <ac:chgData name="Hironari Yamada" userId="e57621f8-ec3c-449e-bb19-001fffcc008e" providerId="ADAL" clId="{BC0BD879-F267-5CCA-8DEA-E3B2DD07DA4E}" dt="2026-07-31T06:30:57.704" v="14111" actId="478"/>
          <ac:spMkLst>
            <pc:docMk/>
            <pc:sldMk cId="796148317" sldId="2076139090"/>
            <ac:spMk id="367" creationId="{3E348391-6781-CA8A-3DB4-21A7C02789D1}"/>
          </ac:spMkLst>
        </pc:spChg>
        <pc:picChg chg="add mod">
          <ac:chgData name="Hironari Yamada" userId="e57621f8-ec3c-449e-bb19-001fffcc008e" providerId="ADAL" clId="{BC0BD879-F267-5CCA-8DEA-E3B2DD07DA4E}" dt="2026-07-31T06:31:35.123" v="14127" actId="1076"/>
          <ac:picMkLst>
            <pc:docMk/>
            <pc:sldMk cId="796148317" sldId="2076139090"/>
            <ac:picMk id="16" creationId="{84552A7A-4C0F-A60C-50E4-ECEF52B7B8E1}"/>
          </ac:picMkLst>
        </pc:picChg>
        <pc:picChg chg="del">
          <ac:chgData name="Hironari Yamada" userId="e57621f8-ec3c-449e-bb19-001fffcc008e" providerId="ADAL" clId="{BC0BD879-F267-5CCA-8DEA-E3B2DD07DA4E}" dt="2026-07-31T06:30:43.806" v="14105" actId="478"/>
          <ac:picMkLst>
            <pc:docMk/>
            <pc:sldMk cId="796148317" sldId="2076139090"/>
            <ac:picMk id="309" creationId="{8CC1194E-5E95-5853-5900-C219C83F682F}"/>
          </ac:picMkLst>
        </pc:picChg>
        <pc:cxnChg chg="add mod">
          <ac:chgData name="Hironari Yamada" userId="e57621f8-ec3c-449e-bb19-001fffcc008e" providerId="ADAL" clId="{BC0BD879-F267-5CCA-8DEA-E3B2DD07DA4E}" dt="2026-07-31T06:30:44.151" v="14106"/>
          <ac:cxnSpMkLst>
            <pc:docMk/>
            <pc:sldMk cId="796148317" sldId="2076139090"/>
            <ac:cxnSpMk id="8" creationId="{CCDFFE46-10D0-8572-94B9-0B798C130833}"/>
          </ac:cxnSpMkLst>
        </pc:cxnChg>
        <pc:cxnChg chg="del">
          <ac:chgData name="Hironari Yamada" userId="e57621f8-ec3c-449e-bb19-001fffcc008e" providerId="ADAL" clId="{BC0BD879-F267-5CCA-8DEA-E3B2DD07DA4E}" dt="2026-07-31T06:30:43.806" v="14105" actId="478"/>
          <ac:cxnSpMkLst>
            <pc:docMk/>
            <pc:sldMk cId="796148317" sldId="2076139090"/>
            <ac:cxnSpMk id="12" creationId="{D30768F1-924B-AA05-A6DE-A24CD9346B7A}"/>
          </ac:cxnSpMkLst>
        </pc:cxnChg>
        <pc:cxnChg chg="add mod">
          <ac:chgData name="Hironari Yamada" userId="e57621f8-ec3c-449e-bb19-001fffcc008e" providerId="ADAL" clId="{BC0BD879-F267-5CCA-8DEA-E3B2DD07DA4E}" dt="2026-07-31T06:31:35.123" v="14127" actId="1076"/>
          <ac:cxnSpMkLst>
            <pc:docMk/>
            <pc:sldMk cId="796148317" sldId="2076139090"/>
            <ac:cxnSpMk id="15" creationId="{F8C93E0B-EA4D-0E75-69EF-9D63B57B1EAB}"/>
          </ac:cxnSpMkLst>
        </pc:cxnChg>
      </pc:sldChg>
      <pc:sldChg chg="addSp delSp modSp add mod">
        <pc:chgData name="Hironari Yamada" userId="e57621f8-ec3c-449e-bb19-001fffcc008e" providerId="ADAL" clId="{BC0BD879-F267-5CCA-8DEA-E3B2DD07DA4E}" dt="2026-07-31T06:34:12.755" v="14258" actId="113"/>
        <pc:sldMkLst>
          <pc:docMk/>
          <pc:sldMk cId="3516945219" sldId="2076139091"/>
        </pc:sldMkLst>
        <pc:spChg chg="add del mod">
          <ac:chgData name="Hironari Yamada" userId="e57621f8-ec3c-449e-bb19-001fffcc008e" providerId="ADAL" clId="{BC0BD879-F267-5CCA-8DEA-E3B2DD07DA4E}" dt="2026-07-31T06:32:11.207" v="14134" actId="478"/>
          <ac:spMkLst>
            <pc:docMk/>
            <pc:sldMk cId="3516945219" sldId="2076139091"/>
            <ac:spMk id="5" creationId="{F913B0EB-A903-0130-9172-F8318C42C77B}"/>
          </ac:spMkLst>
        </pc:spChg>
        <pc:spChg chg="add mod">
          <ac:chgData name="Hironari Yamada" userId="e57621f8-ec3c-449e-bb19-001fffcc008e" providerId="ADAL" clId="{BC0BD879-F267-5CCA-8DEA-E3B2DD07DA4E}" dt="2026-07-31T06:33:21.990" v="14149" actId="1035"/>
          <ac:spMkLst>
            <pc:docMk/>
            <pc:sldMk cId="3516945219" sldId="2076139091"/>
            <ac:spMk id="8" creationId="{C668A41E-5E80-A971-4C20-590AD4C38324}"/>
          </ac:spMkLst>
        </pc:spChg>
        <pc:spChg chg="add mod">
          <ac:chgData name="Hironari Yamada" userId="e57621f8-ec3c-449e-bb19-001fffcc008e" providerId="ADAL" clId="{BC0BD879-F267-5CCA-8DEA-E3B2DD07DA4E}" dt="2026-07-31T06:33:21.990" v="14149" actId="1035"/>
          <ac:spMkLst>
            <pc:docMk/>
            <pc:sldMk cId="3516945219" sldId="2076139091"/>
            <ac:spMk id="10" creationId="{B0354864-5827-1A3E-A5CD-7E7D7DB2D690}"/>
          </ac:spMkLst>
        </pc:spChg>
        <pc:spChg chg="add mod">
          <ac:chgData name="Hironari Yamada" userId="e57621f8-ec3c-449e-bb19-001fffcc008e" providerId="ADAL" clId="{BC0BD879-F267-5CCA-8DEA-E3B2DD07DA4E}" dt="2026-07-31T06:34:12.755" v="14258" actId="113"/>
          <ac:spMkLst>
            <pc:docMk/>
            <pc:sldMk cId="3516945219" sldId="2076139091"/>
            <ac:spMk id="11" creationId="{3AE39A9F-4E05-0348-840E-E34A715E16A0}"/>
          </ac:spMkLst>
        </pc:spChg>
        <pc:spChg chg="del">
          <ac:chgData name="Hironari Yamada" userId="e57621f8-ec3c-449e-bb19-001fffcc008e" providerId="ADAL" clId="{BC0BD879-F267-5CCA-8DEA-E3B2DD07DA4E}" dt="2026-07-31T06:31:59.324" v="14129" actId="478"/>
          <ac:spMkLst>
            <pc:docMk/>
            <pc:sldMk cId="3516945219" sldId="2076139091"/>
            <ac:spMk id="13" creationId="{8A257D74-08E0-055E-B19D-8635183E315F}"/>
          </ac:spMkLst>
        </pc:spChg>
        <pc:spChg chg="del">
          <ac:chgData name="Hironari Yamada" userId="e57621f8-ec3c-449e-bb19-001fffcc008e" providerId="ADAL" clId="{BC0BD879-F267-5CCA-8DEA-E3B2DD07DA4E}" dt="2026-07-31T06:31:59.324" v="14129" actId="478"/>
          <ac:spMkLst>
            <pc:docMk/>
            <pc:sldMk cId="3516945219" sldId="2076139091"/>
            <ac:spMk id="14" creationId="{98338A08-B57D-D134-2F2E-7BF75925535B}"/>
          </ac:spMkLst>
        </pc:spChg>
        <pc:graphicFrameChg chg="add mod modGraphic">
          <ac:chgData name="Hironari Yamada" userId="e57621f8-ec3c-449e-bb19-001fffcc008e" providerId="ADAL" clId="{BC0BD879-F267-5CCA-8DEA-E3B2DD07DA4E}" dt="2026-07-31T06:33:21.990" v="14149" actId="1035"/>
          <ac:graphicFrameMkLst>
            <pc:docMk/>
            <pc:sldMk cId="3516945219" sldId="2076139091"/>
            <ac:graphicFrameMk id="6" creationId="{06DAE995-5A01-1470-4DE8-8556FA362FEB}"/>
          </ac:graphicFrameMkLst>
        </pc:graphicFrameChg>
        <pc:graphicFrameChg chg="add mod modGraphic">
          <ac:chgData name="Hironari Yamada" userId="e57621f8-ec3c-449e-bb19-001fffcc008e" providerId="ADAL" clId="{BC0BD879-F267-5CCA-8DEA-E3B2DD07DA4E}" dt="2026-07-31T06:33:21.990" v="14149" actId="1035"/>
          <ac:graphicFrameMkLst>
            <pc:docMk/>
            <pc:sldMk cId="3516945219" sldId="2076139091"/>
            <ac:graphicFrameMk id="7" creationId="{BCA3691C-281B-2DC3-4637-04A8ABF6C074}"/>
          </ac:graphicFrameMkLst>
        </pc:graphicFrameChg>
        <pc:picChg chg="del">
          <ac:chgData name="Hironari Yamada" userId="e57621f8-ec3c-449e-bb19-001fffcc008e" providerId="ADAL" clId="{BC0BD879-F267-5CCA-8DEA-E3B2DD07DA4E}" dt="2026-07-31T06:31:59.324" v="14129" actId="478"/>
          <ac:picMkLst>
            <pc:docMk/>
            <pc:sldMk cId="3516945219" sldId="2076139091"/>
            <ac:picMk id="16" creationId="{F132CCF1-A5CA-C4EB-CE20-8855C2D44938}"/>
          </ac:picMkLst>
        </pc:picChg>
        <pc:cxnChg chg="del">
          <ac:chgData name="Hironari Yamada" userId="e57621f8-ec3c-449e-bb19-001fffcc008e" providerId="ADAL" clId="{BC0BD879-F267-5CCA-8DEA-E3B2DD07DA4E}" dt="2026-07-31T06:31:59.324" v="14129" actId="478"/>
          <ac:cxnSpMkLst>
            <pc:docMk/>
            <pc:sldMk cId="3516945219" sldId="2076139091"/>
            <ac:cxnSpMk id="15" creationId="{91589F3E-5407-0415-1168-2BF9493DE7DE}"/>
          </ac:cxnSpMkLst>
        </pc:cxnChg>
      </pc:sldChg>
      <pc:sldChg chg="addSp delSp modSp add mod">
        <pc:chgData name="Hironari Yamada" userId="e57621f8-ec3c-449e-bb19-001fffcc008e" providerId="ADAL" clId="{BC0BD879-F267-5CCA-8DEA-E3B2DD07DA4E}" dt="2026-07-31T06:36:02.426" v="14274" actId="1076"/>
        <pc:sldMkLst>
          <pc:docMk/>
          <pc:sldMk cId="644917657" sldId="2076139092"/>
        </pc:sldMkLst>
        <pc:spChg chg="add del mod">
          <ac:chgData name="Hironari Yamada" userId="e57621f8-ec3c-449e-bb19-001fffcc008e" providerId="ADAL" clId="{BC0BD879-F267-5CCA-8DEA-E3B2DD07DA4E}" dt="2026-07-31T06:35:31.429" v="14266" actId="478"/>
          <ac:spMkLst>
            <pc:docMk/>
            <pc:sldMk cId="644917657" sldId="2076139092"/>
            <ac:spMk id="5" creationId="{7ED931FE-31DA-3FD2-A9EF-DCB6794CC956}"/>
          </ac:spMkLst>
        </pc:spChg>
        <pc:spChg chg="add del mod">
          <ac:chgData name="Hironari Yamada" userId="e57621f8-ec3c-449e-bb19-001fffcc008e" providerId="ADAL" clId="{BC0BD879-F267-5CCA-8DEA-E3B2DD07DA4E}" dt="2026-07-31T06:35:35.253" v="14268" actId="478"/>
          <ac:spMkLst>
            <pc:docMk/>
            <pc:sldMk cId="644917657" sldId="2076139092"/>
            <ac:spMk id="7" creationId="{BB362731-2DF7-E40E-0FAF-3A6B75053090}"/>
          </ac:spMkLst>
        </pc:spChg>
        <pc:spChg chg="add mod">
          <ac:chgData name="Hironari Yamada" userId="e57621f8-ec3c-449e-bb19-001fffcc008e" providerId="ADAL" clId="{BC0BD879-F267-5CCA-8DEA-E3B2DD07DA4E}" dt="2026-07-31T06:36:02.426" v="14274" actId="1076"/>
          <ac:spMkLst>
            <pc:docMk/>
            <pc:sldMk cId="644917657" sldId="2076139092"/>
            <ac:spMk id="8" creationId="{70A3F8C9-CC0D-E51E-85EB-5EC9B4DA3BBC}"/>
          </ac:spMkLst>
        </pc:spChg>
        <pc:spChg chg="mod">
          <ac:chgData name="Hironari Yamada" userId="e57621f8-ec3c-449e-bb19-001fffcc008e" providerId="ADAL" clId="{BC0BD879-F267-5CCA-8DEA-E3B2DD07DA4E}" dt="2026-07-31T06:35:26.512" v="14264" actId="113"/>
          <ac:spMkLst>
            <pc:docMk/>
            <pc:sldMk cId="644917657" sldId="2076139092"/>
            <ac:spMk id="9" creationId="{E1F60DB6-1BE7-C07E-1C88-9D5A32C74BD6}"/>
          </ac:spMkLst>
        </pc:spChg>
        <pc:spChg chg="add mod">
          <ac:chgData name="Hironari Yamada" userId="e57621f8-ec3c-449e-bb19-001fffcc008e" providerId="ADAL" clId="{BC0BD879-F267-5CCA-8DEA-E3B2DD07DA4E}" dt="2026-07-31T06:36:02.426" v="14274" actId="1076"/>
          <ac:spMkLst>
            <pc:docMk/>
            <pc:sldMk cId="644917657" sldId="2076139092"/>
            <ac:spMk id="10" creationId="{284F4C4E-E022-42BD-4482-3FB8487030EF}"/>
          </ac:spMkLst>
        </pc:spChg>
        <pc:spChg chg="add del">
          <ac:chgData name="Hironari Yamada" userId="e57621f8-ec3c-449e-bb19-001fffcc008e" providerId="ADAL" clId="{BC0BD879-F267-5CCA-8DEA-E3B2DD07DA4E}" dt="2026-07-31T06:35:33.442" v="14267" actId="478"/>
          <ac:spMkLst>
            <pc:docMk/>
            <pc:sldMk cId="644917657" sldId="2076139092"/>
            <ac:spMk id="13" creationId="{0B7D1F8C-0A82-ADE9-CCFA-A629F430B369}"/>
          </ac:spMkLst>
        </pc:spChg>
        <pc:spChg chg="add del">
          <ac:chgData name="Hironari Yamada" userId="e57621f8-ec3c-449e-bb19-001fffcc008e" providerId="ADAL" clId="{BC0BD879-F267-5CCA-8DEA-E3B2DD07DA4E}" dt="2026-07-31T06:35:33.442" v="14267" actId="478"/>
          <ac:spMkLst>
            <pc:docMk/>
            <pc:sldMk cId="644917657" sldId="2076139092"/>
            <ac:spMk id="14" creationId="{C47EB4EF-A82A-05D4-F43D-CD78CBDD3BF4}"/>
          </ac:spMkLst>
        </pc:spChg>
        <pc:picChg chg="add mod">
          <ac:chgData name="Hironari Yamada" userId="e57621f8-ec3c-449e-bb19-001fffcc008e" providerId="ADAL" clId="{BC0BD879-F267-5CCA-8DEA-E3B2DD07DA4E}" dt="2026-07-31T06:35:54.305" v="14273" actId="1076"/>
          <ac:picMkLst>
            <pc:docMk/>
            <pc:sldMk cId="644917657" sldId="2076139092"/>
            <ac:picMk id="12" creationId="{87476F7B-DB0B-A576-1F2A-91A45FEE1BC9}"/>
          </ac:picMkLst>
        </pc:picChg>
        <pc:picChg chg="add del">
          <ac:chgData name="Hironari Yamada" userId="e57621f8-ec3c-449e-bb19-001fffcc008e" providerId="ADAL" clId="{BC0BD879-F267-5CCA-8DEA-E3B2DD07DA4E}" dt="2026-07-31T06:35:33.442" v="14267" actId="478"/>
          <ac:picMkLst>
            <pc:docMk/>
            <pc:sldMk cId="644917657" sldId="2076139092"/>
            <ac:picMk id="16" creationId="{4B38482B-E945-AACB-44BF-BD54623FD079}"/>
          </ac:picMkLst>
        </pc:picChg>
        <pc:cxnChg chg="add mod">
          <ac:chgData name="Hironari Yamada" userId="e57621f8-ec3c-449e-bb19-001fffcc008e" providerId="ADAL" clId="{BC0BD879-F267-5CCA-8DEA-E3B2DD07DA4E}" dt="2026-07-31T06:36:02.426" v="14274" actId="1076"/>
          <ac:cxnSpMkLst>
            <pc:docMk/>
            <pc:sldMk cId="644917657" sldId="2076139092"/>
            <ac:cxnSpMk id="11" creationId="{8197D256-4C02-91C1-0F27-23CCA4FF63EB}"/>
          </ac:cxnSpMkLst>
        </pc:cxnChg>
        <pc:cxnChg chg="add del">
          <ac:chgData name="Hironari Yamada" userId="e57621f8-ec3c-449e-bb19-001fffcc008e" providerId="ADAL" clId="{BC0BD879-F267-5CCA-8DEA-E3B2DD07DA4E}" dt="2026-07-31T06:35:33.442" v="14267" actId="478"/>
          <ac:cxnSpMkLst>
            <pc:docMk/>
            <pc:sldMk cId="644917657" sldId="2076139092"/>
            <ac:cxnSpMk id="15" creationId="{6233507B-0CEE-8CC1-A6F0-9D8A905E3FC8}"/>
          </ac:cxnSpMkLst>
        </pc:cxnChg>
      </pc:sldChg>
      <pc:sldChg chg="addSp delSp modSp add mod">
        <pc:chgData name="Hironari Yamada" userId="e57621f8-ec3c-449e-bb19-001fffcc008e" providerId="ADAL" clId="{BC0BD879-F267-5CCA-8DEA-E3B2DD07DA4E}" dt="2026-07-31T07:06:21.202" v="14371" actId="12"/>
        <pc:sldMkLst>
          <pc:docMk/>
          <pc:sldMk cId="2068297814" sldId="2076139093"/>
        </pc:sldMkLst>
        <pc:spChg chg="del">
          <ac:chgData name="Hironari Yamada" userId="e57621f8-ec3c-449e-bb19-001fffcc008e" providerId="ADAL" clId="{BC0BD879-F267-5CCA-8DEA-E3B2DD07DA4E}" dt="2026-07-31T06:56:21.350" v="14311" actId="478"/>
          <ac:spMkLst>
            <pc:docMk/>
            <pc:sldMk cId="2068297814" sldId="2076139093"/>
            <ac:spMk id="8" creationId="{6137505C-B692-54F8-FD90-D2449AEEE079}"/>
          </ac:spMkLst>
        </pc:spChg>
        <pc:spChg chg="mod">
          <ac:chgData name="Hironari Yamada" userId="e57621f8-ec3c-449e-bb19-001fffcc008e" providerId="ADAL" clId="{BC0BD879-F267-5CCA-8DEA-E3B2DD07DA4E}" dt="2026-07-31T06:56:18.455" v="14310" actId="20577"/>
          <ac:spMkLst>
            <pc:docMk/>
            <pc:sldMk cId="2068297814" sldId="2076139093"/>
            <ac:spMk id="9" creationId="{53039B65-F3CE-7EDE-7778-A3B2BFAF3079}"/>
          </ac:spMkLst>
        </pc:spChg>
        <pc:spChg chg="del">
          <ac:chgData name="Hironari Yamada" userId="e57621f8-ec3c-449e-bb19-001fffcc008e" providerId="ADAL" clId="{BC0BD879-F267-5CCA-8DEA-E3B2DD07DA4E}" dt="2026-07-31T06:56:21.350" v="14311" actId="478"/>
          <ac:spMkLst>
            <pc:docMk/>
            <pc:sldMk cId="2068297814" sldId="2076139093"/>
            <ac:spMk id="10" creationId="{4C22ABF6-7871-6B74-02CE-DBFAA0085C93}"/>
          </ac:spMkLst>
        </pc:spChg>
        <pc:spChg chg="mod">
          <ac:chgData name="Hironari Yamada" userId="e57621f8-ec3c-449e-bb19-001fffcc008e" providerId="ADAL" clId="{BC0BD879-F267-5CCA-8DEA-E3B2DD07DA4E}" dt="2026-07-31T07:06:21.202" v="14371" actId="12"/>
          <ac:spMkLst>
            <pc:docMk/>
            <pc:sldMk cId="2068297814" sldId="2076139093"/>
            <ac:spMk id="11" creationId="{293D6954-71B5-DFB1-8911-CF87C0769ADC}"/>
          </ac:spMkLst>
        </pc:spChg>
        <pc:spChg chg="mod">
          <ac:chgData name="Hironari Yamada" userId="e57621f8-ec3c-449e-bb19-001fffcc008e" providerId="ADAL" clId="{BC0BD879-F267-5CCA-8DEA-E3B2DD07DA4E}" dt="2026-07-31T07:04:47.017" v="14334" actId="14100"/>
          <ac:spMkLst>
            <pc:docMk/>
            <pc:sldMk cId="2068297814" sldId="2076139093"/>
            <ac:spMk id="12" creationId="{4491D15A-BC4D-A183-5B31-967274D6EFF8}"/>
          </ac:spMkLst>
        </pc:spChg>
        <pc:spChg chg="mod">
          <ac:chgData name="Hironari Yamada" userId="e57621f8-ec3c-449e-bb19-001fffcc008e" providerId="ADAL" clId="{BC0BD879-F267-5CCA-8DEA-E3B2DD07DA4E}" dt="2026-07-31T07:05:27.080" v="14352" actId="692"/>
          <ac:spMkLst>
            <pc:docMk/>
            <pc:sldMk cId="2068297814" sldId="2076139093"/>
            <ac:spMk id="16" creationId="{C555CB12-7010-5596-A583-6B4EDB761223}"/>
          </ac:spMkLst>
        </pc:spChg>
        <pc:spChg chg="add mod">
          <ac:chgData name="Hironari Yamada" userId="e57621f8-ec3c-449e-bb19-001fffcc008e" providerId="ADAL" clId="{BC0BD879-F267-5CCA-8DEA-E3B2DD07DA4E}" dt="2026-07-31T07:05:22.076" v="14351" actId="2085"/>
          <ac:spMkLst>
            <pc:docMk/>
            <pc:sldMk cId="2068297814" sldId="2076139093"/>
            <ac:spMk id="17" creationId="{B2D06E7A-5451-37BA-0F0F-E34F8874D2D3}"/>
          </ac:spMkLst>
        </pc:spChg>
        <pc:spChg chg="mod">
          <ac:chgData name="Hironari Yamada" userId="e57621f8-ec3c-449e-bb19-001fffcc008e" providerId="ADAL" clId="{BC0BD879-F267-5CCA-8DEA-E3B2DD07DA4E}" dt="2026-07-31T07:05:16.122" v="14350" actId="692"/>
          <ac:spMkLst>
            <pc:docMk/>
            <pc:sldMk cId="2068297814" sldId="2076139093"/>
            <ac:spMk id="18" creationId="{EDD39DCF-5DA1-7C97-F1F7-0A13E6D63425}"/>
          </ac:spMkLst>
        </pc:spChg>
        <pc:spChg chg="add mod">
          <ac:chgData name="Hironari Yamada" userId="e57621f8-ec3c-449e-bb19-001fffcc008e" providerId="ADAL" clId="{BC0BD879-F267-5CCA-8DEA-E3B2DD07DA4E}" dt="2026-07-31T07:04:59.727" v="14346" actId="1036"/>
          <ac:spMkLst>
            <pc:docMk/>
            <pc:sldMk cId="2068297814" sldId="2076139093"/>
            <ac:spMk id="25" creationId="{A909EBA4-01B1-FBE3-1337-742584B06D7D}"/>
          </ac:spMkLst>
        </pc:spChg>
        <pc:spChg chg="add mod">
          <ac:chgData name="Hironari Yamada" userId="e57621f8-ec3c-449e-bb19-001fffcc008e" providerId="ADAL" clId="{BC0BD879-F267-5CCA-8DEA-E3B2DD07DA4E}" dt="2026-07-31T07:04:59.727" v="14346" actId="1036"/>
          <ac:spMkLst>
            <pc:docMk/>
            <pc:sldMk cId="2068297814" sldId="2076139093"/>
            <ac:spMk id="27" creationId="{7E02774D-BF8F-F5C6-4D52-78E5108BD803}"/>
          </ac:spMkLst>
        </pc:spChg>
        <pc:spChg chg="mod">
          <ac:chgData name="Hironari Yamada" userId="e57621f8-ec3c-449e-bb19-001fffcc008e" providerId="ADAL" clId="{BC0BD879-F267-5CCA-8DEA-E3B2DD07DA4E}" dt="2026-07-31T07:04:38.753" v="14332" actId="1076"/>
          <ac:spMkLst>
            <pc:docMk/>
            <pc:sldMk cId="2068297814" sldId="2076139093"/>
            <ac:spMk id="31" creationId="{DA69FCB7-C93E-4E40-10F2-7203B4CA151A}"/>
          </ac:spMkLst>
        </pc:spChg>
        <pc:spChg chg="mod">
          <ac:chgData name="Hironari Yamada" userId="e57621f8-ec3c-449e-bb19-001fffcc008e" providerId="ADAL" clId="{BC0BD879-F267-5CCA-8DEA-E3B2DD07DA4E}" dt="2026-07-31T07:04:26.662" v="14330" actId="1035"/>
          <ac:spMkLst>
            <pc:docMk/>
            <pc:sldMk cId="2068297814" sldId="2076139093"/>
            <ac:spMk id="32" creationId="{F136A7FD-9F95-A92C-797B-0E89385F7BB5}"/>
          </ac:spMkLst>
        </pc:spChg>
        <pc:spChg chg="mod">
          <ac:chgData name="Hironari Yamada" userId="e57621f8-ec3c-449e-bb19-001fffcc008e" providerId="ADAL" clId="{BC0BD879-F267-5CCA-8DEA-E3B2DD07DA4E}" dt="2026-07-31T07:05:16.122" v="14350" actId="692"/>
          <ac:spMkLst>
            <pc:docMk/>
            <pc:sldMk cId="2068297814" sldId="2076139093"/>
            <ac:spMk id="35" creationId="{4B1D21AD-5A11-D52A-8233-ABBB10BFC2C9}"/>
          </ac:spMkLst>
        </pc:spChg>
        <pc:spChg chg="add mod">
          <ac:chgData name="Hironari Yamada" userId="e57621f8-ec3c-449e-bb19-001fffcc008e" providerId="ADAL" clId="{BC0BD879-F267-5CCA-8DEA-E3B2DD07DA4E}" dt="2026-07-31T07:04:59.727" v="14346" actId="1036"/>
          <ac:spMkLst>
            <pc:docMk/>
            <pc:sldMk cId="2068297814" sldId="2076139093"/>
            <ac:spMk id="37" creationId="{42E717D2-DB85-8094-B435-AAEC177CF333}"/>
          </ac:spMkLst>
        </pc:spChg>
        <pc:spChg chg="add mod">
          <ac:chgData name="Hironari Yamada" userId="e57621f8-ec3c-449e-bb19-001fffcc008e" providerId="ADAL" clId="{BC0BD879-F267-5CCA-8DEA-E3B2DD07DA4E}" dt="2026-07-31T07:04:59.727" v="14346" actId="1036"/>
          <ac:spMkLst>
            <pc:docMk/>
            <pc:sldMk cId="2068297814" sldId="2076139093"/>
            <ac:spMk id="40" creationId="{BD016848-9CD2-535E-CAE7-09B00D277FE6}"/>
          </ac:spMkLst>
        </pc:spChg>
        <pc:spChg chg="mod">
          <ac:chgData name="Hironari Yamada" userId="e57621f8-ec3c-449e-bb19-001fffcc008e" providerId="ADAL" clId="{BC0BD879-F267-5CCA-8DEA-E3B2DD07DA4E}" dt="2026-07-31T07:04:26.662" v="14330" actId="1035"/>
          <ac:spMkLst>
            <pc:docMk/>
            <pc:sldMk cId="2068297814" sldId="2076139093"/>
            <ac:spMk id="44" creationId="{2671D780-D116-FE08-58A9-05F1489D03C2}"/>
          </ac:spMkLst>
        </pc:spChg>
        <pc:spChg chg="mod">
          <ac:chgData name="Hironari Yamada" userId="e57621f8-ec3c-449e-bb19-001fffcc008e" providerId="ADAL" clId="{BC0BD879-F267-5CCA-8DEA-E3B2DD07DA4E}" dt="2026-07-31T07:04:26.662" v="14330" actId="1035"/>
          <ac:spMkLst>
            <pc:docMk/>
            <pc:sldMk cId="2068297814" sldId="2076139093"/>
            <ac:spMk id="45" creationId="{8D1A7E6A-4B7D-2E5F-93BB-0D594E636570}"/>
          </ac:spMkLst>
        </pc:spChg>
        <pc:spChg chg="mod">
          <ac:chgData name="Hironari Yamada" userId="e57621f8-ec3c-449e-bb19-001fffcc008e" providerId="ADAL" clId="{BC0BD879-F267-5CCA-8DEA-E3B2DD07DA4E}" dt="2026-07-31T07:04:26.662" v="14330" actId="1035"/>
          <ac:spMkLst>
            <pc:docMk/>
            <pc:sldMk cId="2068297814" sldId="2076139093"/>
            <ac:spMk id="46" creationId="{02046519-715C-F043-70D8-4D6CA81701FC}"/>
          </ac:spMkLst>
        </pc:spChg>
        <pc:spChg chg="mod">
          <ac:chgData name="Hironari Yamada" userId="e57621f8-ec3c-449e-bb19-001fffcc008e" providerId="ADAL" clId="{BC0BD879-F267-5CCA-8DEA-E3B2DD07DA4E}" dt="2026-07-31T07:04:26.662" v="14330" actId="1035"/>
          <ac:spMkLst>
            <pc:docMk/>
            <pc:sldMk cId="2068297814" sldId="2076139093"/>
            <ac:spMk id="47" creationId="{DCCF6AA2-A85D-3C7E-E8E6-786841797416}"/>
          </ac:spMkLst>
        </pc:spChg>
        <pc:spChg chg="mod">
          <ac:chgData name="Hironari Yamada" userId="e57621f8-ec3c-449e-bb19-001fffcc008e" providerId="ADAL" clId="{BC0BD879-F267-5CCA-8DEA-E3B2DD07DA4E}" dt="2026-07-31T07:04:26.662" v="14330" actId="1035"/>
          <ac:spMkLst>
            <pc:docMk/>
            <pc:sldMk cId="2068297814" sldId="2076139093"/>
            <ac:spMk id="48" creationId="{6ECB9E18-67B1-CF69-F7C5-5F7D53C25144}"/>
          </ac:spMkLst>
        </pc:spChg>
        <pc:spChg chg="add mod">
          <ac:chgData name="Hironari Yamada" userId="e57621f8-ec3c-449e-bb19-001fffcc008e" providerId="ADAL" clId="{BC0BD879-F267-5CCA-8DEA-E3B2DD07DA4E}" dt="2026-07-31T07:04:59.727" v="14346" actId="1036"/>
          <ac:spMkLst>
            <pc:docMk/>
            <pc:sldMk cId="2068297814" sldId="2076139093"/>
            <ac:spMk id="49" creationId="{37A98658-E225-E451-07F9-E240DBB24CC9}"/>
          </ac:spMkLst>
        </pc:spChg>
        <pc:spChg chg="mod">
          <ac:chgData name="Hironari Yamada" userId="e57621f8-ec3c-449e-bb19-001fffcc008e" providerId="ADAL" clId="{BC0BD879-F267-5CCA-8DEA-E3B2DD07DA4E}" dt="2026-07-31T07:04:26.662" v="14330" actId="1035"/>
          <ac:spMkLst>
            <pc:docMk/>
            <pc:sldMk cId="2068297814" sldId="2076139093"/>
            <ac:spMk id="54" creationId="{9A56896F-FFDC-767C-91F5-DAB04CC87D2E}"/>
          </ac:spMkLst>
        </pc:spChg>
        <pc:spChg chg="add mod">
          <ac:chgData name="Hironari Yamada" userId="e57621f8-ec3c-449e-bb19-001fffcc008e" providerId="ADAL" clId="{BC0BD879-F267-5CCA-8DEA-E3B2DD07DA4E}" dt="2026-07-31T07:04:59.727" v="14346" actId="1036"/>
          <ac:spMkLst>
            <pc:docMk/>
            <pc:sldMk cId="2068297814" sldId="2076139093"/>
            <ac:spMk id="57" creationId="{C306DD61-642E-3004-EAF6-2FEB11382CDC}"/>
          </ac:spMkLst>
        </pc:spChg>
        <pc:spChg chg="add mod">
          <ac:chgData name="Hironari Yamada" userId="e57621f8-ec3c-449e-bb19-001fffcc008e" providerId="ADAL" clId="{BC0BD879-F267-5CCA-8DEA-E3B2DD07DA4E}" dt="2026-07-31T07:04:59.727" v="14346" actId="1036"/>
          <ac:spMkLst>
            <pc:docMk/>
            <pc:sldMk cId="2068297814" sldId="2076139093"/>
            <ac:spMk id="59" creationId="{61505C4D-E427-8D4D-4D23-7D5573598FBF}"/>
          </ac:spMkLst>
        </pc:spChg>
        <pc:spChg chg="add mod">
          <ac:chgData name="Hironari Yamada" userId="e57621f8-ec3c-449e-bb19-001fffcc008e" providerId="ADAL" clId="{BC0BD879-F267-5CCA-8DEA-E3B2DD07DA4E}" dt="2026-07-31T07:04:59.727" v="14346" actId="1036"/>
          <ac:spMkLst>
            <pc:docMk/>
            <pc:sldMk cId="2068297814" sldId="2076139093"/>
            <ac:spMk id="60" creationId="{9D757C18-1D09-2A6A-5D9B-DA921586C187}"/>
          </ac:spMkLst>
        </pc:spChg>
        <pc:spChg chg="mod">
          <ac:chgData name="Hironari Yamada" userId="e57621f8-ec3c-449e-bb19-001fffcc008e" providerId="ADAL" clId="{BC0BD879-F267-5CCA-8DEA-E3B2DD07DA4E}" dt="2026-07-31T07:05:16.122" v="14350" actId="692"/>
          <ac:spMkLst>
            <pc:docMk/>
            <pc:sldMk cId="2068297814" sldId="2076139093"/>
            <ac:spMk id="65" creationId="{2A7070D3-6F56-B525-4C90-D74EB60E85E7}"/>
          </ac:spMkLst>
        </pc:spChg>
        <pc:spChg chg="add mod">
          <ac:chgData name="Hironari Yamada" userId="e57621f8-ec3c-449e-bb19-001fffcc008e" providerId="ADAL" clId="{BC0BD879-F267-5CCA-8DEA-E3B2DD07DA4E}" dt="2026-07-31T07:04:59.727" v="14346" actId="1036"/>
          <ac:spMkLst>
            <pc:docMk/>
            <pc:sldMk cId="2068297814" sldId="2076139093"/>
            <ac:spMk id="69" creationId="{317B79F2-92FC-28F5-36BC-F024C39AE39A}"/>
          </ac:spMkLst>
        </pc:spChg>
        <pc:spChg chg="add del mod">
          <ac:chgData name="Hironari Yamada" userId="e57621f8-ec3c-449e-bb19-001fffcc008e" providerId="ADAL" clId="{BC0BD879-F267-5CCA-8DEA-E3B2DD07DA4E}" dt="2026-07-31T07:04:55.490" v="14338"/>
          <ac:spMkLst>
            <pc:docMk/>
            <pc:sldMk cId="2068297814" sldId="2076139093"/>
            <ac:spMk id="75" creationId="{5A67137A-C7A7-2BC8-AAD8-DDAEC88B71F3}"/>
          </ac:spMkLst>
        </pc:spChg>
        <pc:graphicFrameChg chg="del">
          <ac:chgData name="Hironari Yamada" userId="e57621f8-ec3c-449e-bb19-001fffcc008e" providerId="ADAL" clId="{BC0BD879-F267-5CCA-8DEA-E3B2DD07DA4E}" dt="2026-07-31T06:56:21.350" v="14311" actId="478"/>
          <ac:graphicFrameMkLst>
            <pc:docMk/>
            <pc:sldMk cId="2068297814" sldId="2076139093"/>
            <ac:graphicFrameMk id="6" creationId="{F004C66A-50C2-080F-6C85-7511416C9E0D}"/>
          </ac:graphicFrameMkLst>
        </pc:graphicFrameChg>
        <pc:graphicFrameChg chg="del">
          <ac:chgData name="Hironari Yamada" userId="e57621f8-ec3c-449e-bb19-001fffcc008e" providerId="ADAL" clId="{BC0BD879-F267-5CCA-8DEA-E3B2DD07DA4E}" dt="2026-07-31T06:56:21.350" v="14311" actId="478"/>
          <ac:graphicFrameMkLst>
            <pc:docMk/>
            <pc:sldMk cId="2068297814" sldId="2076139093"/>
            <ac:graphicFrameMk id="7" creationId="{AF0700B2-D36A-040B-25BD-AF2E27710B71}"/>
          </ac:graphicFrameMkLst>
        </pc:graphicFrameChg>
        <pc:picChg chg="mod">
          <ac:chgData name="Hironari Yamada" userId="e57621f8-ec3c-449e-bb19-001fffcc008e" providerId="ADAL" clId="{BC0BD879-F267-5CCA-8DEA-E3B2DD07DA4E}" dt="2026-07-31T07:04:26.662" v="14330" actId="1035"/>
          <ac:picMkLst>
            <pc:docMk/>
            <pc:sldMk cId="2068297814" sldId="2076139093"/>
            <ac:picMk id="51" creationId="{4C17889E-D9E4-0302-2285-F5105F6D15CD}"/>
          </ac:picMkLst>
        </pc:picChg>
      </pc:sldChg>
      <pc:sldChg chg="addSp delSp modSp add mod">
        <pc:chgData name="Hironari Yamada" userId="e57621f8-ec3c-449e-bb19-001fffcc008e" providerId="ADAL" clId="{BC0BD879-F267-5CCA-8DEA-E3B2DD07DA4E}" dt="2026-07-31T07:10:37.938" v="14585" actId="20577"/>
        <pc:sldMkLst>
          <pc:docMk/>
          <pc:sldMk cId="827699989" sldId="2076139094"/>
        </pc:sldMkLst>
        <pc:spChg chg="del">
          <ac:chgData name="Hironari Yamada" userId="e57621f8-ec3c-449e-bb19-001fffcc008e" providerId="ADAL" clId="{BC0BD879-F267-5CCA-8DEA-E3B2DD07DA4E}" dt="2026-07-31T07:06:29.341" v="14373" actId="478"/>
          <ac:spMkLst>
            <pc:docMk/>
            <pc:sldMk cId="827699989" sldId="2076139094"/>
            <ac:spMk id="5" creationId="{F9C6824F-48C3-61DD-329B-3F5AC88A3D4E}"/>
          </ac:spMkLst>
        </pc:spChg>
        <pc:spChg chg="mod">
          <ac:chgData name="Hironari Yamada" userId="e57621f8-ec3c-449e-bb19-001fffcc008e" providerId="ADAL" clId="{BC0BD879-F267-5CCA-8DEA-E3B2DD07DA4E}" dt="2026-07-31T07:07:07.869" v="14424" actId="1076"/>
          <ac:spMkLst>
            <pc:docMk/>
            <pc:sldMk cId="827699989" sldId="2076139094"/>
            <ac:spMk id="9" creationId="{D3DF1C20-CC3F-3430-F28B-3C4ED597CFEE}"/>
          </ac:spMkLst>
        </pc:spChg>
        <pc:spChg chg="del">
          <ac:chgData name="Hironari Yamada" userId="e57621f8-ec3c-449e-bb19-001fffcc008e" providerId="ADAL" clId="{BC0BD879-F267-5CCA-8DEA-E3B2DD07DA4E}" dt="2026-07-31T07:07:20.134" v="14429" actId="478"/>
          <ac:spMkLst>
            <pc:docMk/>
            <pc:sldMk cId="827699989" sldId="2076139094"/>
            <ac:spMk id="11" creationId="{2DA3D077-C19F-2296-62BE-9EDE5F2717B3}"/>
          </ac:spMkLst>
        </pc:spChg>
        <pc:spChg chg="del">
          <ac:chgData name="Hironari Yamada" userId="e57621f8-ec3c-449e-bb19-001fffcc008e" providerId="ADAL" clId="{BC0BD879-F267-5CCA-8DEA-E3B2DD07DA4E}" dt="2026-07-31T07:06:29.341" v="14373" actId="478"/>
          <ac:spMkLst>
            <pc:docMk/>
            <pc:sldMk cId="827699989" sldId="2076139094"/>
            <ac:spMk id="17" creationId="{7B610248-605D-608E-B28F-18A51579ED92}"/>
          </ac:spMkLst>
        </pc:spChg>
        <pc:spChg chg="del">
          <ac:chgData name="Hironari Yamada" userId="e57621f8-ec3c-449e-bb19-001fffcc008e" providerId="ADAL" clId="{BC0BD879-F267-5CCA-8DEA-E3B2DD07DA4E}" dt="2026-07-31T07:06:29.341" v="14373" actId="478"/>
          <ac:spMkLst>
            <pc:docMk/>
            <pc:sldMk cId="827699989" sldId="2076139094"/>
            <ac:spMk id="22" creationId="{9164D66F-3ECC-F042-F74E-FCD4513FE615}"/>
          </ac:spMkLst>
        </pc:spChg>
        <pc:spChg chg="del">
          <ac:chgData name="Hironari Yamada" userId="e57621f8-ec3c-449e-bb19-001fffcc008e" providerId="ADAL" clId="{BC0BD879-F267-5CCA-8DEA-E3B2DD07DA4E}" dt="2026-07-31T07:06:29.341" v="14373" actId="478"/>
          <ac:spMkLst>
            <pc:docMk/>
            <pc:sldMk cId="827699989" sldId="2076139094"/>
            <ac:spMk id="27" creationId="{97BCF675-5D4B-06AC-B5FF-BD56B35C5080}"/>
          </ac:spMkLst>
        </pc:spChg>
        <pc:spChg chg="del">
          <ac:chgData name="Hironari Yamada" userId="e57621f8-ec3c-449e-bb19-001fffcc008e" providerId="ADAL" clId="{BC0BD879-F267-5CCA-8DEA-E3B2DD07DA4E}" dt="2026-07-31T07:06:29.341" v="14373" actId="478"/>
          <ac:spMkLst>
            <pc:docMk/>
            <pc:sldMk cId="827699989" sldId="2076139094"/>
            <ac:spMk id="33" creationId="{9D5A3145-3DAD-EB42-2AA7-8CBF37568C39}"/>
          </ac:spMkLst>
        </pc:spChg>
        <pc:spChg chg="del">
          <ac:chgData name="Hironari Yamada" userId="e57621f8-ec3c-449e-bb19-001fffcc008e" providerId="ADAL" clId="{BC0BD879-F267-5CCA-8DEA-E3B2DD07DA4E}" dt="2026-07-31T07:06:29.341" v="14373" actId="478"/>
          <ac:spMkLst>
            <pc:docMk/>
            <pc:sldMk cId="827699989" sldId="2076139094"/>
            <ac:spMk id="37" creationId="{45359E1E-D252-1AA5-F012-1F0CD8579015}"/>
          </ac:spMkLst>
        </pc:spChg>
        <pc:spChg chg="del">
          <ac:chgData name="Hironari Yamada" userId="e57621f8-ec3c-449e-bb19-001fffcc008e" providerId="ADAL" clId="{BC0BD879-F267-5CCA-8DEA-E3B2DD07DA4E}" dt="2026-07-31T07:06:29.341" v="14373" actId="478"/>
          <ac:spMkLst>
            <pc:docMk/>
            <pc:sldMk cId="827699989" sldId="2076139094"/>
            <ac:spMk id="42" creationId="{A488169D-423D-EA96-C187-1447D71BECEA}"/>
          </ac:spMkLst>
        </pc:spChg>
        <pc:spChg chg="del">
          <ac:chgData name="Hironari Yamada" userId="e57621f8-ec3c-449e-bb19-001fffcc008e" providerId="ADAL" clId="{BC0BD879-F267-5CCA-8DEA-E3B2DD07DA4E}" dt="2026-07-31T07:06:29.341" v="14373" actId="478"/>
          <ac:spMkLst>
            <pc:docMk/>
            <pc:sldMk cId="827699989" sldId="2076139094"/>
            <ac:spMk id="43" creationId="{1B6C6EF8-B012-274A-E1DC-4D39E5AC0058}"/>
          </ac:spMkLst>
        </pc:spChg>
        <pc:spChg chg="del">
          <ac:chgData name="Hironari Yamada" userId="e57621f8-ec3c-449e-bb19-001fffcc008e" providerId="ADAL" clId="{BC0BD879-F267-5CCA-8DEA-E3B2DD07DA4E}" dt="2026-07-31T07:06:29.341" v="14373" actId="478"/>
          <ac:spMkLst>
            <pc:docMk/>
            <pc:sldMk cId="827699989" sldId="2076139094"/>
            <ac:spMk id="45" creationId="{40C6BF22-6FF9-5599-C0BF-E5D6FD58FC5B}"/>
          </ac:spMkLst>
        </pc:spChg>
        <pc:spChg chg="del">
          <ac:chgData name="Hironari Yamada" userId="e57621f8-ec3c-449e-bb19-001fffcc008e" providerId="ADAL" clId="{BC0BD879-F267-5CCA-8DEA-E3B2DD07DA4E}" dt="2026-07-31T07:06:29.341" v="14373" actId="478"/>
          <ac:spMkLst>
            <pc:docMk/>
            <pc:sldMk cId="827699989" sldId="2076139094"/>
            <ac:spMk id="64" creationId="{A02FDC56-F062-F504-E474-AD9D6B2BFE30}"/>
          </ac:spMkLst>
        </pc:spChg>
        <pc:spChg chg="mod">
          <ac:chgData name="Hironari Yamada" userId="e57621f8-ec3c-449e-bb19-001fffcc008e" providerId="ADAL" clId="{BC0BD879-F267-5CCA-8DEA-E3B2DD07DA4E}" dt="2026-07-31T07:07:11.262" v="14425" actId="207"/>
          <ac:spMkLst>
            <pc:docMk/>
            <pc:sldMk cId="827699989" sldId="2076139094"/>
            <ac:spMk id="75" creationId="{A318CD33-B3FA-E812-6A2A-3094079AC197}"/>
          </ac:spMkLst>
        </pc:spChg>
        <pc:spChg chg="mod">
          <ac:chgData name="Hironari Yamada" userId="e57621f8-ec3c-449e-bb19-001fffcc008e" providerId="ADAL" clId="{BC0BD879-F267-5CCA-8DEA-E3B2DD07DA4E}" dt="2026-07-31T07:07:11.262" v="14425" actId="207"/>
          <ac:spMkLst>
            <pc:docMk/>
            <pc:sldMk cId="827699989" sldId="2076139094"/>
            <ac:spMk id="83" creationId="{2D18AA01-7054-6D8D-FF13-E72C60D1FE07}"/>
          </ac:spMkLst>
        </pc:spChg>
        <pc:spChg chg="mod">
          <ac:chgData name="Hironari Yamada" userId="e57621f8-ec3c-449e-bb19-001fffcc008e" providerId="ADAL" clId="{BC0BD879-F267-5CCA-8DEA-E3B2DD07DA4E}" dt="2026-07-31T07:07:11.262" v="14425" actId="207"/>
          <ac:spMkLst>
            <pc:docMk/>
            <pc:sldMk cId="827699989" sldId="2076139094"/>
            <ac:spMk id="86" creationId="{C18122D3-4F61-65BF-E54A-CC3989DCDCFE}"/>
          </ac:spMkLst>
        </pc:spChg>
        <pc:spChg chg="mod">
          <ac:chgData name="Hironari Yamada" userId="e57621f8-ec3c-449e-bb19-001fffcc008e" providerId="ADAL" clId="{BC0BD879-F267-5CCA-8DEA-E3B2DD07DA4E}" dt="2026-07-31T07:07:11.262" v="14425" actId="207"/>
          <ac:spMkLst>
            <pc:docMk/>
            <pc:sldMk cId="827699989" sldId="2076139094"/>
            <ac:spMk id="92" creationId="{40E114B9-0F28-603E-1247-A4F013E9FFDE}"/>
          </ac:spMkLst>
        </pc:spChg>
        <pc:spChg chg="mod">
          <ac:chgData name="Hironari Yamada" userId="e57621f8-ec3c-449e-bb19-001fffcc008e" providerId="ADAL" clId="{BC0BD879-F267-5CCA-8DEA-E3B2DD07DA4E}" dt="2026-07-31T07:07:11.262" v="14425" actId="207"/>
          <ac:spMkLst>
            <pc:docMk/>
            <pc:sldMk cId="827699989" sldId="2076139094"/>
            <ac:spMk id="107" creationId="{DF25E90F-6764-1DC2-80F7-2724CFE03371}"/>
          </ac:spMkLst>
        </pc:spChg>
        <pc:spChg chg="mod">
          <ac:chgData name="Hironari Yamada" userId="e57621f8-ec3c-449e-bb19-001fffcc008e" providerId="ADAL" clId="{BC0BD879-F267-5CCA-8DEA-E3B2DD07DA4E}" dt="2026-07-31T07:07:11.262" v="14425" actId="207"/>
          <ac:spMkLst>
            <pc:docMk/>
            <pc:sldMk cId="827699989" sldId="2076139094"/>
            <ac:spMk id="116" creationId="{13CCB5AF-030B-6D78-FF87-C1216C63F4C4}"/>
          </ac:spMkLst>
        </pc:spChg>
        <pc:spChg chg="mod">
          <ac:chgData name="Hironari Yamada" userId="e57621f8-ec3c-449e-bb19-001fffcc008e" providerId="ADAL" clId="{BC0BD879-F267-5CCA-8DEA-E3B2DD07DA4E}" dt="2026-07-31T07:07:11.262" v="14425" actId="207"/>
          <ac:spMkLst>
            <pc:docMk/>
            <pc:sldMk cId="827699989" sldId="2076139094"/>
            <ac:spMk id="128" creationId="{A7243037-BDBE-F345-D7ED-16B850AB174A}"/>
          </ac:spMkLst>
        </pc:spChg>
        <pc:spChg chg="mod">
          <ac:chgData name="Hironari Yamada" userId="e57621f8-ec3c-449e-bb19-001fffcc008e" providerId="ADAL" clId="{BC0BD879-F267-5CCA-8DEA-E3B2DD07DA4E}" dt="2026-07-31T07:07:11.262" v="14425" actId="207"/>
          <ac:spMkLst>
            <pc:docMk/>
            <pc:sldMk cId="827699989" sldId="2076139094"/>
            <ac:spMk id="136" creationId="{12C35E2D-E1F4-480D-30C1-327C31D9CD7D}"/>
          </ac:spMkLst>
        </pc:spChg>
        <pc:spChg chg="mod">
          <ac:chgData name="Hironari Yamada" userId="e57621f8-ec3c-449e-bb19-001fffcc008e" providerId="ADAL" clId="{BC0BD879-F267-5CCA-8DEA-E3B2DD07DA4E}" dt="2026-07-31T07:07:11.262" v="14425" actId="207"/>
          <ac:spMkLst>
            <pc:docMk/>
            <pc:sldMk cId="827699989" sldId="2076139094"/>
            <ac:spMk id="151" creationId="{B6D65C3F-0BDE-D05F-6028-A93F39A9D419}"/>
          </ac:spMkLst>
        </pc:spChg>
        <pc:spChg chg="mod">
          <ac:chgData name="Hironari Yamada" userId="e57621f8-ec3c-449e-bb19-001fffcc008e" providerId="ADAL" clId="{BC0BD879-F267-5CCA-8DEA-E3B2DD07DA4E}" dt="2026-07-31T07:07:11.262" v="14425" actId="207"/>
          <ac:spMkLst>
            <pc:docMk/>
            <pc:sldMk cId="827699989" sldId="2076139094"/>
            <ac:spMk id="170" creationId="{CE621AC5-EBAC-70AA-346E-9770EB3979F5}"/>
          </ac:spMkLst>
        </pc:spChg>
        <pc:spChg chg="mod">
          <ac:chgData name="Hironari Yamada" userId="e57621f8-ec3c-449e-bb19-001fffcc008e" providerId="ADAL" clId="{BC0BD879-F267-5CCA-8DEA-E3B2DD07DA4E}" dt="2026-07-31T07:09:16.890" v="14479" actId="14100"/>
          <ac:spMkLst>
            <pc:docMk/>
            <pc:sldMk cId="827699989" sldId="2076139094"/>
            <ac:spMk id="180" creationId="{BBAFBD7F-2B82-271F-C25C-282DC698A1F8}"/>
          </ac:spMkLst>
        </pc:spChg>
        <pc:spChg chg="mod">
          <ac:chgData name="Hironari Yamada" userId="e57621f8-ec3c-449e-bb19-001fffcc008e" providerId="ADAL" clId="{BC0BD879-F267-5CCA-8DEA-E3B2DD07DA4E}" dt="2026-07-31T07:08:09.462" v="14436" actId="14100"/>
          <ac:spMkLst>
            <pc:docMk/>
            <pc:sldMk cId="827699989" sldId="2076139094"/>
            <ac:spMk id="182" creationId="{83F430C8-81C1-A902-B35C-D0814B8EBA6B}"/>
          </ac:spMkLst>
        </pc:spChg>
        <pc:spChg chg="mod topLvl">
          <ac:chgData name="Hironari Yamada" userId="e57621f8-ec3c-449e-bb19-001fffcc008e" providerId="ADAL" clId="{BC0BD879-F267-5CCA-8DEA-E3B2DD07DA4E}" dt="2026-07-31T07:07:40.948" v="14435" actId="165"/>
          <ac:spMkLst>
            <pc:docMk/>
            <pc:sldMk cId="827699989" sldId="2076139094"/>
            <ac:spMk id="190" creationId="{F60D5DD2-F25E-DA06-42A2-E89EDD60109B}"/>
          </ac:spMkLst>
        </pc:spChg>
        <pc:spChg chg="mod topLvl">
          <ac:chgData name="Hironari Yamada" userId="e57621f8-ec3c-449e-bb19-001fffcc008e" providerId="ADAL" clId="{BC0BD879-F267-5CCA-8DEA-E3B2DD07DA4E}" dt="2026-07-31T07:07:40.948" v="14435" actId="165"/>
          <ac:spMkLst>
            <pc:docMk/>
            <pc:sldMk cId="827699989" sldId="2076139094"/>
            <ac:spMk id="191" creationId="{ECD37539-1FEE-3448-E069-4A910A57B6FB}"/>
          </ac:spMkLst>
        </pc:spChg>
        <pc:spChg chg="mod topLvl">
          <ac:chgData name="Hironari Yamada" userId="e57621f8-ec3c-449e-bb19-001fffcc008e" providerId="ADAL" clId="{BC0BD879-F267-5CCA-8DEA-E3B2DD07DA4E}" dt="2026-07-31T07:07:40.948" v="14435" actId="165"/>
          <ac:spMkLst>
            <pc:docMk/>
            <pc:sldMk cId="827699989" sldId="2076139094"/>
            <ac:spMk id="198" creationId="{768A70BA-55D9-7C12-8012-18A2E0EC0E86}"/>
          </ac:spMkLst>
        </pc:spChg>
        <pc:spChg chg="mod">
          <ac:chgData name="Hironari Yamada" userId="e57621f8-ec3c-449e-bb19-001fffcc008e" providerId="ADAL" clId="{BC0BD879-F267-5CCA-8DEA-E3B2DD07DA4E}" dt="2026-07-31T07:09:13.679" v="14478" actId="14100"/>
          <ac:spMkLst>
            <pc:docMk/>
            <pc:sldMk cId="827699989" sldId="2076139094"/>
            <ac:spMk id="200" creationId="{076F467C-374A-E12C-D6AC-CFCD9A61D40A}"/>
          </ac:spMkLst>
        </pc:spChg>
        <pc:spChg chg="mod topLvl">
          <ac:chgData name="Hironari Yamada" userId="e57621f8-ec3c-449e-bb19-001fffcc008e" providerId="ADAL" clId="{BC0BD879-F267-5CCA-8DEA-E3B2DD07DA4E}" dt="2026-07-31T07:07:40.948" v="14435" actId="165"/>
          <ac:spMkLst>
            <pc:docMk/>
            <pc:sldMk cId="827699989" sldId="2076139094"/>
            <ac:spMk id="205" creationId="{DF7EB3D8-AA06-509C-D69C-4B54ACC87973}"/>
          </ac:spMkLst>
        </pc:spChg>
        <pc:spChg chg="mod topLvl">
          <ac:chgData name="Hironari Yamada" userId="e57621f8-ec3c-449e-bb19-001fffcc008e" providerId="ADAL" clId="{BC0BD879-F267-5CCA-8DEA-E3B2DD07DA4E}" dt="2026-07-31T07:08:37.632" v="14469" actId="1076"/>
          <ac:spMkLst>
            <pc:docMk/>
            <pc:sldMk cId="827699989" sldId="2076139094"/>
            <ac:spMk id="215" creationId="{52BAA7E3-2330-C841-0EB7-BE65D2FC1C14}"/>
          </ac:spMkLst>
        </pc:spChg>
        <pc:spChg chg="mod">
          <ac:chgData name="Hironari Yamada" userId="e57621f8-ec3c-449e-bb19-001fffcc008e" providerId="ADAL" clId="{BC0BD879-F267-5CCA-8DEA-E3B2DD07DA4E}" dt="2026-07-31T07:09:07.452" v="14476" actId="14100"/>
          <ac:spMkLst>
            <pc:docMk/>
            <pc:sldMk cId="827699989" sldId="2076139094"/>
            <ac:spMk id="242" creationId="{89551B07-50A5-1C12-1A63-2E6D4507DECF}"/>
          </ac:spMkLst>
        </pc:spChg>
        <pc:spChg chg="mod">
          <ac:chgData name="Hironari Yamada" userId="e57621f8-ec3c-449e-bb19-001fffcc008e" providerId="ADAL" clId="{BC0BD879-F267-5CCA-8DEA-E3B2DD07DA4E}" dt="2026-07-31T07:09:10.714" v="14477" actId="14100"/>
          <ac:spMkLst>
            <pc:docMk/>
            <pc:sldMk cId="827699989" sldId="2076139094"/>
            <ac:spMk id="243" creationId="{A26D0BFB-0A86-431D-228E-8E5E5A1ABEEC}"/>
          </ac:spMkLst>
        </pc:spChg>
        <pc:spChg chg="mod">
          <ac:chgData name="Hironari Yamada" userId="e57621f8-ec3c-449e-bb19-001fffcc008e" providerId="ADAL" clId="{BC0BD879-F267-5CCA-8DEA-E3B2DD07DA4E}" dt="2026-07-31T07:09:03.416" v="14475" actId="1076"/>
          <ac:spMkLst>
            <pc:docMk/>
            <pc:sldMk cId="827699989" sldId="2076139094"/>
            <ac:spMk id="244" creationId="{63F2969F-4204-EF10-181F-EC287F06C0EC}"/>
          </ac:spMkLst>
        </pc:spChg>
        <pc:spChg chg="mod topLvl">
          <ac:chgData name="Hironari Yamada" userId="e57621f8-ec3c-449e-bb19-001fffcc008e" providerId="ADAL" clId="{BC0BD879-F267-5CCA-8DEA-E3B2DD07DA4E}" dt="2026-07-31T07:08:57.297" v="14474" actId="1076"/>
          <ac:spMkLst>
            <pc:docMk/>
            <pc:sldMk cId="827699989" sldId="2076139094"/>
            <ac:spMk id="245" creationId="{C69D1B40-26E1-9557-B6EA-958409604D03}"/>
          </ac:spMkLst>
        </pc:spChg>
        <pc:spChg chg="mod">
          <ac:chgData name="Hironari Yamada" userId="e57621f8-ec3c-449e-bb19-001fffcc008e" providerId="ADAL" clId="{BC0BD879-F267-5CCA-8DEA-E3B2DD07DA4E}" dt="2026-07-31T07:07:28.640" v="14434" actId="207"/>
          <ac:spMkLst>
            <pc:docMk/>
            <pc:sldMk cId="827699989" sldId="2076139094"/>
            <ac:spMk id="246" creationId="{1F25704D-B564-369D-3ABF-6F8F4A16BBB4}"/>
          </ac:spMkLst>
        </pc:spChg>
        <pc:spChg chg="mod">
          <ac:chgData name="Hironari Yamada" userId="e57621f8-ec3c-449e-bb19-001fffcc008e" providerId="ADAL" clId="{BC0BD879-F267-5CCA-8DEA-E3B2DD07DA4E}" dt="2026-07-31T07:09:55.260" v="14484" actId="692"/>
          <ac:spMkLst>
            <pc:docMk/>
            <pc:sldMk cId="827699989" sldId="2076139094"/>
            <ac:spMk id="254" creationId="{3F3933E8-B2D9-99B9-0EAB-E87D0853CBEA}"/>
          </ac:spMkLst>
        </pc:spChg>
        <pc:spChg chg="mod topLvl">
          <ac:chgData name="Hironari Yamada" userId="e57621f8-ec3c-449e-bb19-001fffcc008e" providerId="ADAL" clId="{BC0BD879-F267-5CCA-8DEA-E3B2DD07DA4E}" dt="2026-07-31T07:09:55.260" v="14484" actId="692"/>
          <ac:spMkLst>
            <pc:docMk/>
            <pc:sldMk cId="827699989" sldId="2076139094"/>
            <ac:spMk id="255" creationId="{77FB71BC-A228-4562-601B-8DD90A8504F9}"/>
          </ac:spMkLst>
        </pc:spChg>
        <pc:spChg chg="mod">
          <ac:chgData name="Hironari Yamada" userId="e57621f8-ec3c-449e-bb19-001fffcc008e" providerId="ADAL" clId="{BC0BD879-F267-5CCA-8DEA-E3B2DD07DA4E}" dt="2026-07-31T07:09:55.260" v="14484" actId="692"/>
          <ac:spMkLst>
            <pc:docMk/>
            <pc:sldMk cId="827699989" sldId="2076139094"/>
            <ac:spMk id="256" creationId="{4077BAA5-23C5-9780-F552-9ADDEA25FC7F}"/>
          </ac:spMkLst>
        </pc:spChg>
        <pc:spChg chg="del">
          <ac:chgData name="Hironari Yamada" userId="e57621f8-ec3c-449e-bb19-001fffcc008e" providerId="ADAL" clId="{BC0BD879-F267-5CCA-8DEA-E3B2DD07DA4E}" dt="2026-07-31T07:08:31.188" v="14467" actId="478"/>
          <ac:spMkLst>
            <pc:docMk/>
            <pc:sldMk cId="827699989" sldId="2076139094"/>
            <ac:spMk id="257" creationId="{A6D32854-C506-70FC-FDA9-9BAC63651B0A}"/>
          </ac:spMkLst>
        </pc:spChg>
        <pc:spChg chg="mod topLvl">
          <ac:chgData name="Hironari Yamada" userId="e57621f8-ec3c-449e-bb19-001fffcc008e" providerId="ADAL" clId="{BC0BD879-F267-5CCA-8DEA-E3B2DD07DA4E}" dt="2026-07-31T07:07:40.948" v="14435" actId="165"/>
          <ac:spMkLst>
            <pc:docMk/>
            <pc:sldMk cId="827699989" sldId="2076139094"/>
            <ac:spMk id="260" creationId="{7B67F199-F137-4BFD-753B-E3E9E3A5B13B}"/>
          </ac:spMkLst>
        </pc:spChg>
        <pc:spChg chg="del">
          <ac:chgData name="Hironari Yamada" userId="e57621f8-ec3c-449e-bb19-001fffcc008e" providerId="ADAL" clId="{BC0BD879-F267-5CCA-8DEA-E3B2DD07DA4E}" dt="2026-07-31T07:08:31.188" v="14467" actId="478"/>
          <ac:spMkLst>
            <pc:docMk/>
            <pc:sldMk cId="827699989" sldId="2076139094"/>
            <ac:spMk id="261" creationId="{4E49B31D-E75E-FE39-F0C9-B9686B8FC56F}"/>
          </ac:spMkLst>
        </pc:spChg>
        <pc:spChg chg="mod topLvl">
          <ac:chgData name="Hironari Yamada" userId="e57621f8-ec3c-449e-bb19-001fffcc008e" providerId="ADAL" clId="{BC0BD879-F267-5CCA-8DEA-E3B2DD07DA4E}" dt="2026-07-31T07:07:40.948" v="14435" actId="165"/>
          <ac:spMkLst>
            <pc:docMk/>
            <pc:sldMk cId="827699989" sldId="2076139094"/>
            <ac:spMk id="278" creationId="{E7073358-4A70-00F0-6AEB-70C4D7DFDAA7}"/>
          </ac:spMkLst>
        </pc:spChg>
        <pc:spChg chg="mod topLvl">
          <ac:chgData name="Hironari Yamada" userId="e57621f8-ec3c-449e-bb19-001fffcc008e" providerId="ADAL" clId="{BC0BD879-F267-5CCA-8DEA-E3B2DD07DA4E}" dt="2026-07-31T07:07:40.948" v="14435" actId="165"/>
          <ac:spMkLst>
            <pc:docMk/>
            <pc:sldMk cId="827699989" sldId="2076139094"/>
            <ac:spMk id="283" creationId="{894A5E17-DD45-FDF4-0954-978E6522276F}"/>
          </ac:spMkLst>
        </pc:spChg>
        <pc:spChg chg="del">
          <ac:chgData name="Hironari Yamada" userId="e57621f8-ec3c-449e-bb19-001fffcc008e" providerId="ADAL" clId="{BC0BD879-F267-5CCA-8DEA-E3B2DD07DA4E}" dt="2026-07-31T07:08:31.188" v="14467" actId="478"/>
          <ac:spMkLst>
            <pc:docMk/>
            <pc:sldMk cId="827699989" sldId="2076139094"/>
            <ac:spMk id="284" creationId="{296D2F76-A7BB-EA0D-9457-B8744F4523C6}"/>
          </ac:spMkLst>
        </pc:spChg>
        <pc:spChg chg="del">
          <ac:chgData name="Hironari Yamada" userId="e57621f8-ec3c-449e-bb19-001fffcc008e" providerId="ADAL" clId="{BC0BD879-F267-5CCA-8DEA-E3B2DD07DA4E}" dt="2026-07-31T07:08:31.188" v="14467" actId="478"/>
          <ac:spMkLst>
            <pc:docMk/>
            <pc:sldMk cId="827699989" sldId="2076139094"/>
            <ac:spMk id="285" creationId="{3BBDD67E-9109-1374-E739-3B98403ACB71}"/>
          </ac:spMkLst>
        </pc:spChg>
        <pc:spChg chg="del">
          <ac:chgData name="Hironari Yamada" userId="e57621f8-ec3c-449e-bb19-001fffcc008e" providerId="ADAL" clId="{BC0BD879-F267-5CCA-8DEA-E3B2DD07DA4E}" dt="2026-07-31T07:08:31.188" v="14467" actId="478"/>
          <ac:spMkLst>
            <pc:docMk/>
            <pc:sldMk cId="827699989" sldId="2076139094"/>
            <ac:spMk id="286" creationId="{4F78536B-D589-B840-0061-568E123041B7}"/>
          </ac:spMkLst>
        </pc:spChg>
        <pc:spChg chg="add mod">
          <ac:chgData name="Hironari Yamada" userId="e57621f8-ec3c-449e-bb19-001fffcc008e" providerId="ADAL" clId="{BC0BD879-F267-5CCA-8DEA-E3B2DD07DA4E}" dt="2026-07-31T07:10:37.938" v="14585" actId="20577"/>
          <ac:spMkLst>
            <pc:docMk/>
            <pc:sldMk cId="827699989" sldId="2076139094"/>
            <ac:spMk id="287" creationId="{0F12BB1D-57CA-336E-8699-CA294F69674C}"/>
          </ac:spMkLst>
        </pc:spChg>
        <pc:grpChg chg="mod">
          <ac:chgData name="Hironari Yamada" userId="e57621f8-ec3c-449e-bb19-001fffcc008e" providerId="ADAL" clId="{BC0BD879-F267-5CCA-8DEA-E3B2DD07DA4E}" dt="2026-07-31T07:07:17.878" v="14428" actId="1076"/>
          <ac:grpSpMkLst>
            <pc:docMk/>
            <pc:sldMk cId="827699989" sldId="2076139094"/>
            <ac:grpSpMk id="179" creationId="{1BBB94A2-E586-05B2-1BB1-83DAC484304C}"/>
          </ac:grpSpMkLst>
        </pc:grpChg>
        <pc:picChg chg="del">
          <ac:chgData name="Hironari Yamada" userId="e57621f8-ec3c-449e-bb19-001fffcc008e" providerId="ADAL" clId="{BC0BD879-F267-5CCA-8DEA-E3B2DD07DA4E}" dt="2026-07-31T07:08:31.188" v="14467" actId="478"/>
          <ac:picMkLst>
            <pc:docMk/>
            <pc:sldMk cId="827699989" sldId="2076139094"/>
            <ac:picMk id="218" creationId="{834C3438-3AF2-2EE5-65A6-83CFDD8E5142}"/>
          </ac:picMkLst>
        </pc:picChg>
        <pc:picChg chg="del">
          <ac:chgData name="Hironari Yamada" userId="e57621f8-ec3c-449e-bb19-001fffcc008e" providerId="ADAL" clId="{BC0BD879-F267-5CCA-8DEA-E3B2DD07DA4E}" dt="2026-07-31T07:08:31.188" v="14467" actId="478"/>
          <ac:picMkLst>
            <pc:docMk/>
            <pc:sldMk cId="827699989" sldId="2076139094"/>
            <ac:picMk id="273" creationId="{BD96CB22-863F-210E-05D8-5E3357BF27C7}"/>
          </ac:picMkLst>
        </pc:picChg>
        <pc:picChg chg="del">
          <ac:chgData name="Hironari Yamada" userId="e57621f8-ec3c-449e-bb19-001fffcc008e" providerId="ADAL" clId="{BC0BD879-F267-5CCA-8DEA-E3B2DD07DA4E}" dt="2026-07-31T07:08:31.188" v="14467" actId="478"/>
          <ac:picMkLst>
            <pc:docMk/>
            <pc:sldMk cId="827699989" sldId="2076139094"/>
            <ac:picMk id="274" creationId="{88F5106C-62B9-C11F-448E-FAEBEF3DD100}"/>
          </ac:picMkLst>
        </pc:picChg>
        <pc:picChg chg="del">
          <ac:chgData name="Hironari Yamada" userId="e57621f8-ec3c-449e-bb19-001fffcc008e" providerId="ADAL" clId="{BC0BD879-F267-5CCA-8DEA-E3B2DD07DA4E}" dt="2026-07-31T07:08:31.188" v="14467" actId="478"/>
          <ac:picMkLst>
            <pc:docMk/>
            <pc:sldMk cId="827699989" sldId="2076139094"/>
            <ac:picMk id="275" creationId="{A4F01EF5-868F-6C23-48FF-D90F0710E2ED}"/>
          </ac:picMkLst>
        </pc:picChg>
        <pc:cxnChg chg="del mod">
          <ac:chgData name="Hironari Yamada" userId="e57621f8-ec3c-449e-bb19-001fffcc008e" providerId="ADAL" clId="{BC0BD879-F267-5CCA-8DEA-E3B2DD07DA4E}" dt="2026-07-31T07:08:33.587" v="14468" actId="478"/>
          <ac:cxnSpMkLst>
            <pc:docMk/>
            <pc:sldMk cId="827699989" sldId="2076139094"/>
            <ac:cxnSpMk id="228" creationId="{54142A9A-1A64-A0DB-919D-B6CEA20993CA}"/>
          </ac:cxnSpMkLst>
        </pc:cxnChg>
        <pc:cxnChg chg="del">
          <ac:chgData name="Hironari Yamada" userId="e57621f8-ec3c-449e-bb19-001fffcc008e" providerId="ADAL" clId="{BC0BD879-F267-5CCA-8DEA-E3B2DD07DA4E}" dt="2026-07-31T07:08:31.188" v="14467" actId="478"/>
          <ac:cxnSpMkLst>
            <pc:docMk/>
            <pc:sldMk cId="827699989" sldId="2076139094"/>
            <ac:cxnSpMk id="276" creationId="{EFBE5699-1D4E-491E-A362-F4C88F5B9ED5}"/>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507796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69C67-DBF2-0228-79E6-4C42201853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6B8E6-2D8B-D8A5-41A7-5056422F69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128AB-179F-8D53-3933-98BDCDE1896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7BD6765-33F6-3994-137E-6F80FA73BF5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92799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ED106-FCF0-0D3A-8710-F4B3E4B03A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791E77-78AF-1DBD-10CB-B678263189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A16B0-EDAB-9089-D93E-30A95971B9B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DB8EDB6-9ADE-DC93-4E4A-7C039EEC32D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69410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DF759-6243-082C-5D4E-6E80A50D8E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B97CC-894F-77F5-BF04-55BDAA89FA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28F641-D2A8-9E59-FE58-1840CFB35DA2}"/>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6CC0BCB8-C51B-8055-E722-A4774A79A08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62765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18568-ADE7-B79D-A11F-6C29AE6909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CE832B-7A0A-DBBC-948D-6FFF45AF40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D8A643-F51E-A60A-19CD-42C31C058166}"/>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BBFD6058-9E4E-DC66-A2E6-1F0658A2126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701694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7C454-EC8D-35A3-DD6F-FE35D5551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06094F-0212-F1AD-2F45-CAEB9BE48E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FA82FA-2DF8-74C4-0210-AADE105D1449}"/>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074AD825-B263-9789-685B-D09E0C2932C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35287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E9648-20A7-FD3A-B482-B259B22091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5555E5-1664-73AA-0372-82592A55BE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068F24-30B7-97D1-3B8D-45ECA1BF6AF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5B898DC7-4180-ECCB-02A7-885A407AF56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457916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3525F-F41B-D34A-3FBE-046A858777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00E862-4D6B-A809-BF4B-3C5CD41EE0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3A47-8FB7-64AC-7580-880262A5DFAB}"/>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D1DB2C01-8A02-E6AD-2A43-1A71B1E4FE8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53499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6E0F4-1D2D-9625-F6AD-7CF71828C7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62E78-53A4-9906-5238-7C564DDA31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876EE0-10E2-0A6A-0D39-656062FD1227}"/>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F7839A41-54C3-D84A-5378-BAB34BEA565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20889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F4EC5-7D6E-9584-B163-6A9805E6B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CA715-2CFA-AF59-EA6E-1F22A67FB6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A36D8B-8BBB-33BC-D3D1-381872767701}"/>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7B2D2514-34C5-F847-DAB3-947F9E0326C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469839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BA7D0-67E1-B3FF-2F9E-0262A5FD81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FEC4C-7E24-A9D6-32B7-75DACEEEC7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1434FF-A8CC-CDB9-C4D2-EC62F01016CB}"/>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0FA8E781-D478-B81B-B619-1B11F04D24D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142793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D0D0D-66C7-A4D8-E52C-7F1F3F6D81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2D5218-FF4F-5401-AE82-6FC4C5E4D7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5FB430-EFAD-9774-1D88-2394FF1354E9}"/>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6C7249EF-3400-0476-4018-52FDC0DC930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450064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4AC97-3019-C735-C8ED-F038BB182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D6E142-D8E1-84DB-3A54-573697357A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19C40-2852-7D87-620A-5F76C3597117}"/>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78E40B44-0262-F989-3F6B-B625C341AE0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046865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B9802-5C10-1018-E0FD-2F38011987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FE188A-6D89-F8A4-3869-B817AD355A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94A79C-EE22-6690-F358-5F33503B57D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7728D99-4F89-58CE-3E72-3B8D87C5E0B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891413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364E4-A7C8-9223-71A7-C01FF2AA44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5FED4E-0125-6B65-16BA-04395C5D1F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23643B-41D2-278B-A8F9-F6EB41725FA4}"/>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E0ED321B-E6FE-0F0F-4F58-7F848C14D5B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28456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51D05-F1F1-1403-24F2-FFDD234B1A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D498D-15C6-F675-264B-10665904DD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FB5088-7FA4-770D-704A-4B19B14767D1}"/>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7BB953D-29F8-D27E-20B6-AB58330B900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778726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AF090-B154-3133-AE7B-DB4A495854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E0BE8-99D5-2A63-E33F-F149E9F19D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3C96E4-19A2-690B-5F2C-447B1120F92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3820B910-1521-AAD0-3B9D-357DDA87601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130358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075FC-F163-955C-8E26-FCDA757992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E9B172-0363-4F64-64F0-EF3E13ACB1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0A41DC-6A6B-A810-23CC-404670C62BF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07B989D-477A-6CFC-310C-C9C04A5ABAD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528267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0BEC0-7CE8-625B-5C81-76602D887C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A8733-B25C-E2C2-FD7D-953EC5C449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251A5F-88D7-C47A-CAA7-181685A6E731}"/>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674802E-73A1-5444-3D4B-ECE8819EEBF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697312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80046-2154-BDA8-443F-A1C27C727E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95F958-D997-4DA5-F0AF-5CAFE2C262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5BD3A3-0AA9-1968-43EE-61E9FB7CF9E6}"/>
              </a:ext>
            </a:extLst>
          </p:cNvPr>
          <p:cNvSpPr>
            <a:spLocks noGrp="1"/>
          </p:cNvSpPr>
          <p:nvPr>
            <p:ph type="body" idx="1"/>
          </p:nvPr>
        </p:nvSpPr>
        <p:spPr/>
        <p:txBody>
          <a:bodyPr/>
          <a:lstStyle/>
          <a:p>
            <a:r>
              <a:rPr lang="en-US" altLang="ja-JP" sz="1200" b="0" i="0" kern="1200" dirty="0">
                <a:solidFill>
                  <a:schemeClr val="tx1"/>
                </a:solidFill>
                <a:effectLst/>
                <a:latin typeface="Segoe UI" panose="020B0502040204020203" pitchFamily="34" charset="0"/>
              </a:rPr>
              <a:t>SRE</a:t>
            </a:r>
            <a:r>
              <a:rPr lang="ja-JP" altLang="en-US" sz="1200" b="0" i="0" kern="1200">
                <a:solidFill>
                  <a:schemeClr val="tx1"/>
                </a:solidFill>
                <a:effectLst/>
                <a:latin typeface="Segoe UI" panose="020B0502040204020203" pitchFamily="34" charset="0"/>
              </a:rPr>
              <a:t>エージェントとは具体的に何を指すのでしょうか？</a:t>
            </a:r>
            <a:endParaRPr lang="en-US" altLang="ja-JP" dirty="0"/>
          </a:p>
          <a:p>
            <a:r>
              <a:rPr lang="en-US" altLang="ja-JP" sz="1200" b="0" i="0" kern="1200" dirty="0">
                <a:solidFill>
                  <a:schemeClr val="tx1"/>
                </a:solidFill>
                <a:effectLst/>
                <a:latin typeface="Segoe UI" panose="020B0502040204020203" pitchFamily="34" charset="0"/>
              </a:rPr>
              <a:t>SRE</a:t>
            </a:r>
            <a:r>
              <a:rPr lang="ja-JP" altLang="en-US" sz="1200" b="0" i="0" kern="1200">
                <a:solidFill>
                  <a:schemeClr val="tx1"/>
                </a:solidFill>
                <a:effectLst/>
                <a:latin typeface="Segoe UI" panose="020B0502040204020203" pitchFamily="34" charset="0"/>
              </a:rPr>
              <a:t>エージェントは、信頼性運用を支援する</a:t>
            </a:r>
            <a:r>
              <a:rPr lang="en-US" altLang="ja-JP" sz="1200" b="0" i="0" kern="1200" dirty="0">
                <a:solidFill>
                  <a:schemeClr val="tx1"/>
                </a:solidFill>
                <a:effectLst/>
                <a:latin typeface="Segoe UI" panose="020B0502040204020203" pitchFamily="34" charset="0"/>
              </a:rPr>
              <a:t>AI</a:t>
            </a:r>
            <a:r>
              <a:rPr lang="ja-JP" altLang="en-US" sz="1200" b="0" i="0" kern="1200">
                <a:solidFill>
                  <a:schemeClr val="tx1"/>
                </a:solidFill>
                <a:effectLst/>
                <a:latin typeface="Segoe UI" panose="020B0502040204020203" pitchFamily="34" charset="0"/>
              </a:rPr>
              <a:t>アシスタントです。リソースを継続的に監視し、テレメトリを分析し、問題を特定して、対策を自動化します。</a:t>
            </a:r>
            <a:r>
              <a:rPr lang="en-US" altLang="ja-JP" sz="1200" b="0" i="0" kern="1200" dirty="0">
                <a:solidFill>
                  <a:schemeClr val="tx1"/>
                </a:solidFill>
                <a:effectLst/>
                <a:latin typeface="Segoe UI" panose="020B0502040204020203" pitchFamily="34" charset="0"/>
              </a:rPr>
              <a:t>24</a:t>
            </a:r>
            <a:r>
              <a:rPr lang="ja-JP" altLang="en-US" sz="1200" b="0" i="0" kern="1200">
                <a:solidFill>
                  <a:schemeClr val="tx1"/>
                </a:solidFill>
                <a:effectLst/>
                <a:latin typeface="Segoe UI" panose="020B0502040204020203" pitchFamily="34" charset="0"/>
              </a:rPr>
              <a:t>時間</a:t>
            </a:r>
            <a:r>
              <a:rPr lang="en-US" altLang="ja-JP" sz="1200" b="0" i="0" kern="1200" dirty="0">
                <a:solidFill>
                  <a:schemeClr val="tx1"/>
                </a:solidFill>
                <a:effectLst/>
                <a:latin typeface="Segoe UI" panose="020B0502040204020203" pitchFamily="34" charset="0"/>
              </a:rPr>
              <a:t>365</a:t>
            </a:r>
            <a:r>
              <a:rPr lang="ja-JP" altLang="en-US" sz="1200" b="0" i="0" kern="1200">
                <a:solidFill>
                  <a:schemeClr val="tx1"/>
                </a:solidFill>
                <a:effectLst/>
                <a:latin typeface="Segoe UI" panose="020B0502040204020203" pitchFamily="34" charset="0"/>
              </a:rPr>
              <a:t>日稼働し、自然言語を理解し、必要に応じて行動できる、高度なスキルを持つエンジニアのようなものだと考えてください。ノイズを低減し、根本原因分析（</a:t>
            </a:r>
            <a:r>
              <a:rPr lang="en-US" altLang="ja-JP" sz="1200" b="0" i="0" kern="1200" dirty="0">
                <a:solidFill>
                  <a:schemeClr val="tx1"/>
                </a:solidFill>
                <a:effectLst/>
                <a:latin typeface="Segoe UI" panose="020B0502040204020203" pitchFamily="34" charset="0"/>
              </a:rPr>
              <a:t>RCA）</a:t>
            </a:r>
            <a:r>
              <a:rPr lang="ja-JP" altLang="en-US" sz="1200" b="0" i="0" kern="1200">
                <a:solidFill>
                  <a:schemeClr val="tx1"/>
                </a:solidFill>
                <a:effectLst/>
                <a:latin typeface="Segoe UI" panose="020B0502040204020203" pitchFamily="34" charset="0"/>
              </a:rPr>
              <a:t>を実行し、修正を実行し、拡張可能なサブエージェントと</a:t>
            </a:r>
            <a:r>
              <a:rPr lang="en-US" altLang="ja-JP" sz="1200" b="0" i="0" kern="1200" dirty="0">
                <a:solidFill>
                  <a:schemeClr val="tx1"/>
                </a:solidFill>
                <a:effectLst/>
                <a:latin typeface="Segoe UI" panose="020B0502040204020203" pitchFamily="34" charset="0"/>
              </a:rPr>
              <a:t>MCP</a:t>
            </a:r>
            <a:r>
              <a:rPr lang="ja-JP" altLang="en-US" sz="1200" b="0" i="0" kern="1200">
                <a:solidFill>
                  <a:schemeClr val="tx1"/>
                </a:solidFill>
                <a:effectLst/>
                <a:latin typeface="Segoe UI" panose="020B0502040204020203" pitchFamily="34" charset="0"/>
              </a:rPr>
              <a:t>ツールを通じてお客様の標準に適合します。</a:t>
            </a:r>
          </a:p>
          <a:p>
            <a:br>
              <a:rPr lang="ja-JP" altLang="en-US"/>
            </a:br>
            <a:r>
              <a:rPr lang="ja-JP" altLang="en-US" sz="1200" b="0" i="0" kern="1200">
                <a:solidFill>
                  <a:schemeClr val="tx1"/>
                </a:solidFill>
                <a:effectLst/>
                <a:latin typeface="Segoe UI" panose="020B0502040204020203" pitchFamily="34" charset="0"/>
              </a:rPr>
              <a:t>簡単に言うと：</a:t>
            </a:r>
          </a:p>
          <a:p>
            <a:r>
              <a:rPr lang="ja-JP" altLang="en-US" sz="1200" b="0" i="0" kern="1200">
                <a:solidFill>
                  <a:schemeClr val="tx1"/>
                </a:solidFill>
                <a:effectLst/>
                <a:latin typeface="Segoe UI" panose="020B0502040204020203" pitchFamily="34" charset="0"/>
              </a:rPr>
              <a:t>次のような非常に知識豊富な</a:t>
            </a:r>
            <a:r>
              <a:rPr lang="en-US" altLang="ja-JP" sz="1200" b="0" i="0" kern="1200" dirty="0">
                <a:solidFill>
                  <a:schemeClr val="tx1"/>
                </a:solidFill>
                <a:effectLst/>
                <a:latin typeface="Segoe UI" panose="020B0502040204020203" pitchFamily="34" charset="0"/>
              </a:rPr>
              <a:t>IT</a:t>
            </a:r>
            <a:r>
              <a:rPr lang="ja-JP" altLang="en-US" sz="1200" b="0" i="0" kern="1200">
                <a:solidFill>
                  <a:schemeClr val="tx1"/>
                </a:solidFill>
                <a:effectLst/>
                <a:latin typeface="Segoe UI" panose="020B0502040204020203" pitchFamily="34" charset="0"/>
              </a:rPr>
              <a:t>専門家がいると想像してみてください。</a:t>
            </a:r>
            <a:br>
              <a:rPr lang="ja-JP" altLang="en-US"/>
            </a:br>
            <a:r>
              <a:rPr lang="en-US" altLang="ja-JP" dirty="0"/>
              <a:t>- 24/7 </a:t>
            </a:r>
            <a:r>
              <a:rPr lang="ja-JP" altLang="en-US" sz="1200" b="0" i="0" kern="1200">
                <a:solidFill>
                  <a:schemeClr val="tx1"/>
                </a:solidFill>
                <a:effectLst/>
                <a:latin typeface="Segoe UI" panose="020B0502040204020203" pitchFamily="34" charset="0"/>
              </a:rPr>
              <a:t>眠らず、</a:t>
            </a:r>
            <a:r>
              <a:rPr lang="en-US" altLang="ja-JP" sz="1200" b="0" i="0" kern="1200" dirty="0">
                <a:solidFill>
                  <a:schemeClr val="tx1"/>
                </a:solidFill>
                <a:effectLst/>
                <a:latin typeface="Segoe UI" panose="020B0502040204020203" pitchFamily="34" charset="0"/>
              </a:rPr>
              <a:t>24</a:t>
            </a:r>
            <a:r>
              <a:rPr lang="ja-JP" altLang="en-US" sz="1200" b="0" i="0" kern="1200">
                <a:solidFill>
                  <a:schemeClr val="tx1"/>
                </a:solidFill>
                <a:effectLst/>
                <a:latin typeface="Segoe UI" panose="020B0502040204020203" pitchFamily="34" charset="0"/>
              </a:rPr>
              <a:t>時間</a:t>
            </a:r>
            <a:r>
              <a:rPr lang="en-US" altLang="ja-JP" sz="1200" b="0" i="0" kern="1200" dirty="0">
                <a:solidFill>
                  <a:schemeClr val="tx1"/>
                </a:solidFill>
                <a:effectLst/>
                <a:latin typeface="Segoe UI" panose="020B0502040204020203" pitchFamily="34" charset="0"/>
              </a:rPr>
              <a:t>365</a:t>
            </a:r>
            <a:r>
              <a:rPr lang="ja-JP" altLang="en-US" sz="1200" b="0" i="0" kern="1200">
                <a:solidFill>
                  <a:schemeClr val="tx1"/>
                </a:solidFill>
                <a:effectLst/>
                <a:latin typeface="Segoe UI" panose="020B0502040204020203" pitchFamily="34" charset="0"/>
              </a:rPr>
              <a:t>日対応</a:t>
            </a:r>
          </a:p>
          <a:p>
            <a:r>
              <a:rPr lang="en-US" altLang="ja-JP" sz="1200" b="0" i="0" kern="1200" dirty="0">
                <a:solidFill>
                  <a:schemeClr val="tx1"/>
                </a:solidFill>
                <a:effectLst/>
                <a:latin typeface="Segoe UI" panose="020B0502040204020203" pitchFamily="34" charset="0"/>
              </a:rPr>
              <a:t>- </a:t>
            </a:r>
            <a:r>
              <a:rPr lang="ja-JP" altLang="en-US" sz="1200" b="0" i="0" kern="1200">
                <a:solidFill>
                  <a:schemeClr val="tx1"/>
                </a:solidFill>
                <a:effectLst/>
                <a:latin typeface="Segoe UI" panose="020B0502040204020203" pitchFamily="34" charset="0"/>
              </a:rPr>
              <a:t>数千ものシステムメトリクスとログを瞬時に分析できます</a:t>
            </a:r>
          </a:p>
          <a:p>
            <a:r>
              <a:rPr lang="en-US" altLang="ja-JP" sz="1200" b="0" i="0" kern="1200" dirty="0">
                <a:solidFill>
                  <a:schemeClr val="tx1"/>
                </a:solidFill>
                <a:effectLst/>
                <a:latin typeface="Segoe UI" panose="020B0502040204020203" pitchFamily="34" charset="0"/>
              </a:rPr>
              <a:t>- </a:t>
            </a:r>
            <a:r>
              <a:rPr lang="ja-JP" altLang="en-US" sz="1200" b="0" i="0" kern="1200">
                <a:solidFill>
                  <a:schemeClr val="tx1"/>
                </a:solidFill>
                <a:effectLst/>
                <a:latin typeface="Segoe UI" panose="020B0502040204020203" pitchFamily="34" charset="0"/>
              </a:rPr>
              <a:t>専門的な指示ではなく、平易な英語で話す</a:t>
            </a:r>
          </a:p>
          <a:p>
            <a:r>
              <a:rPr lang="en-US" altLang="ja-JP" sz="1200" b="0" i="0" kern="1200" dirty="0">
                <a:solidFill>
                  <a:schemeClr val="tx1"/>
                </a:solidFill>
                <a:effectLst/>
                <a:latin typeface="Segoe UI" panose="020B0502040204020203" pitchFamily="34" charset="0"/>
              </a:rPr>
              <a:t>- </a:t>
            </a:r>
            <a:r>
              <a:rPr lang="ja-JP" altLang="en-US" sz="1200" b="0" i="0" kern="1200">
                <a:solidFill>
                  <a:schemeClr val="tx1"/>
                </a:solidFill>
                <a:effectLst/>
                <a:latin typeface="Segoe UI" panose="020B0502040204020203" pitchFamily="34" charset="0"/>
              </a:rPr>
              <a:t>人間の介入なしに一般的な問題を自動的に修正できます</a:t>
            </a:r>
          </a:p>
          <a:p>
            <a:r>
              <a:rPr lang="en-US" altLang="ja-JP" sz="1200" b="0" i="0" kern="1200" dirty="0">
                <a:solidFill>
                  <a:schemeClr val="tx1"/>
                </a:solidFill>
                <a:effectLst/>
                <a:latin typeface="Segoe UI" panose="020B0502040204020203" pitchFamily="34" charset="0"/>
              </a:rPr>
              <a:t>- </a:t>
            </a:r>
            <a:r>
              <a:rPr lang="ja-JP" altLang="en-US" sz="1200" b="0" i="0" kern="1200">
                <a:solidFill>
                  <a:schemeClr val="tx1"/>
                </a:solidFill>
                <a:effectLst/>
                <a:latin typeface="Segoe UI" panose="020B0502040204020203" pitchFamily="34" charset="0"/>
              </a:rPr>
              <a:t>チームの具体的な手順とベストプラクティスから学びます</a:t>
            </a:r>
            <a:endParaRPr lang="en-US" altLang="ja-JP" dirty="0"/>
          </a:p>
          <a:p>
            <a:r>
              <a:rPr lang="en-US" altLang="ja-JP" sz="1200" b="0" i="0" kern="1200" dirty="0">
                <a:solidFill>
                  <a:schemeClr val="tx1"/>
                </a:solidFill>
                <a:effectLst/>
                <a:latin typeface="Segoe UI" panose="020B0502040204020203" pitchFamily="34" charset="0"/>
              </a:rPr>
              <a:t>Azure SRE </a:t>
            </a:r>
            <a:r>
              <a:rPr lang="ja-JP" altLang="en-US" sz="1200" b="0" i="0" kern="1200">
                <a:solidFill>
                  <a:schemeClr val="tx1"/>
                </a:solidFill>
                <a:effectLst/>
                <a:latin typeface="Segoe UI" panose="020B0502040204020203" pitchFamily="34" charset="0"/>
              </a:rPr>
              <a:t>エージェントは、インシデント管理とリソース最適化を自動化します。ページャーによるアラートを減らし、問題を事前に診断して軽減し、デプロイとロールバックを自動化し、リソースの状態を継続的に監視します。</a:t>
            </a:r>
          </a:p>
        </p:txBody>
      </p:sp>
      <p:sp>
        <p:nvSpPr>
          <p:cNvPr id="4" name="Slide Number Placeholder 3">
            <a:extLst>
              <a:ext uri="{FF2B5EF4-FFF2-40B4-BE49-F238E27FC236}">
                <a16:creationId xmlns:a16="http://schemas.microsoft.com/office/drawing/2014/main" id="{4DBB655A-A516-2CDC-CB87-09512064203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1511417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E5C56-340D-3933-9B09-35238C2227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336040-A602-0822-6624-E194E6A901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918B2F-F29E-C30D-B951-376FC720589E}"/>
              </a:ext>
            </a:extLst>
          </p:cNvPr>
          <p:cNvSpPr>
            <a:spLocks noGrp="1"/>
          </p:cNvSpPr>
          <p:nvPr>
            <p:ph type="body" idx="1"/>
          </p:nvPr>
        </p:nvSpPr>
        <p:spPr/>
        <p:txBody>
          <a:bodyPr/>
          <a:lstStyle/>
          <a:p>
            <a:r>
              <a:rPr lang="ja-JP" altLang="en-US" sz="1200" b="0" i="0" kern="1200">
                <a:solidFill>
                  <a:schemeClr val="tx1"/>
                </a:solidFill>
                <a:effectLst/>
                <a:latin typeface="Segoe UI" panose="020B0502040204020203" pitchFamily="34" charset="0"/>
              </a:rPr>
              <a:t>統合について言えば、</a:t>
            </a:r>
            <a:r>
              <a:rPr lang="en-US" altLang="ja-JP" sz="1200" b="0" i="0" kern="1200" dirty="0">
                <a:solidFill>
                  <a:schemeClr val="tx1"/>
                </a:solidFill>
                <a:effectLst/>
                <a:latin typeface="Segoe UI" panose="020B0502040204020203" pitchFamily="34" charset="0"/>
              </a:rPr>
              <a:t>SRE</a:t>
            </a:r>
            <a:r>
              <a:rPr lang="ja-JP" altLang="en-US" sz="1200" b="0" i="0" kern="1200">
                <a:solidFill>
                  <a:schemeClr val="tx1"/>
                </a:solidFill>
                <a:effectLst/>
                <a:latin typeface="Segoe UI" panose="020B0502040204020203" pitchFamily="34" charset="0"/>
              </a:rPr>
              <a:t>エージェントは、組み込みコネクタと</a:t>
            </a:r>
            <a:r>
              <a:rPr lang="en-US" altLang="ja-JP" sz="1200" b="0" i="0" kern="1200" dirty="0">
                <a:solidFill>
                  <a:schemeClr val="tx1"/>
                </a:solidFill>
                <a:effectLst/>
                <a:latin typeface="Segoe UI" panose="020B0502040204020203" pitchFamily="34" charset="0"/>
              </a:rPr>
              <a:t>MCP</a:t>
            </a:r>
            <a:r>
              <a:rPr lang="ja-JP" altLang="en-US" sz="1200" b="0" i="0" kern="1200">
                <a:solidFill>
                  <a:schemeClr val="tx1"/>
                </a:solidFill>
                <a:effectLst/>
                <a:latin typeface="Segoe UI" panose="020B0502040204020203" pitchFamily="34" charset="0"/>
              </a:rPr>
              <a:t>サーバーを介して、オブザーバビリティ、</a:t>
            </a:r>
            <a:r>
              <a:rPr lang="en-US" altLang="ja-JP" sz="1200" b="0" i="0" kern="1200" dirty="0">
                <a:solidFill>
                  <a:schemeClr val="tx1"/>
                </a:solidFill>
                <a:effectLst/>
                <a:latin typeface="Segoe UI" panose="020B0502040204020203" pitchFamily="34" charset="0"/>
              </a:rPr>
              <a:t>DevOps、</a:t>
            </a:r>
            <a:r>
              <a:rPr lang="ja-JP" altLang="en-US" sz="1200" b="0" i="0" kern="1200">
                <a:solidFill>
                  <a:schemeClr val="tx1"/>
                </a:solidFill>
                <a:effectLst/>
                <a:latin typeface="Segoe UI" panose="020B0502040204020203" pitchFamily="34" charset="0"/>
              </a:rPr>
              <a:t>インシデント管理ツールの幅広いエコシステムに接続します。この拡張性により、エージェントはお客様の現在の環境にシームレスに適合し、ツールチェーン全体でより高度な自動化と診断が可能になります。ご想像のとおり、このリストは常に進化していますので、コネクタとエコシステムパートナーに関する最新情報については、製品ドキュメントをご覧ください。</a:t>
            </a:r>
          </a:p>
          <a:p>
            <a:br>
              <a:rPr lang="ja-JP" altLang="en-US"/>
            </a:br>
            <a:endParaRPr lang="en-IN" altLang="ja-JP" dirty="0"/>
          </a:p>
          <a:p>
            <a:endParaRPr dirty="0"/>
          </a:p>
        </p:txBody>
      </p:sp>
      <p:sp>
        <p:nvSpPr>
          <p:cNvPr id="4" name="Slide Number Placeholder 3">
            <a:extLst>
              <a:ext uri="{FF2B5EF4-FFF2-40B4-BE49-F238E27FC236}">
                <a16:creationId xmlns:a16="http://schemas.microsoft.com/office/drawing/2014/main" id="{F64CF313-55A0-7B3F-76EE-9D7303DAA60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08584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2F359-7E96-B05C-592F-6FC7882F0C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90B787-D4B5-29BE-126F-6415E5C19F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721563-69C4-1BDD-2624-5189756EE062}"/>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02D8607C-139A-A5C0-F4F4-5870245AA86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35743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標準スライドマスター">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4907625"/>
          </a:xfrm>
        </p:spPr>
        <p:txBody>
          <a:bodyPr>
            <a:normAutofit/>
          </a:bodyPr>
          <a:lstStyle>
            <a:lvl1pPr>
              <a:buNone/>
              <a:defRPr sz="1600">
                <a:latin typeface="Yu Gothic UI"/>
                <a:ea typeface="Yu Gothic UI"/>
                <a:cs typeface="Yu Gothic UI"/>
              </a:defRPr>
            </a:lvl1pPr>
            <a:lvl2pPr>
              <a:buNone/>
              <a:defRPr sz="1600">
                <a:latin typeface="Yu Gothic UI"/>
                <a:ea typeface="Yu Gothic UI"/>
                <a:cs typeface="Yu Gothic UI"/>
              </a:defRPr>
            </a:lvl2pPr>
            <a:lvl3pPr>
              <a:buNone/>
              <a:defRPr sz="1600">
                <a:latin typeface="Yu Gothic UI"/>
                <a:ea typeface="Yu Gothic UI"/>
                <a:cs typeface="Yu Gothic UI"/>
              </a:defRPr>
            </a:lvl3pPr>
            <a:lvl4pPr>
              <a:buNone/>
              <a:defRPr sz="1600">
                <a:latin typeface="Yu Gothic UI"/>
                <a:ea typeface="Yu Gothic UI"/>
                <a:cs typeface="Yu Gothic UI"/>
              </a:defRPr>
            </a:lvl4pPr>
            <a:lvl5pPr>
              <a:buNone/>
              <a:defRPr sz="16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スライド表紙">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AA04A7EC-51A4-2CCD-C19C-6471CA721861}"/>
              </a:ext>
            </a:extLst>
          </p:cNvPr>
          <p:cNvSpPr>
            <a:spLocks noGrp="1"/>
          </p:cNvSpPr>
          <p:nvPr>
            <p:ph type="ctrTitle"/>
          </p:nvPr>
        </p:nvSpPr>
        <p:spPr>
          <a:xfrm>
            <a:off x="1524000" y="1122363"/>
            <a:ext cx="9144000" cy="2387600"/>
          </a:xfrm>
        </p:spPr>
        <p:txBody>
          <a:bodyPr anchor="b">
            <a:normAutofit/>
          </a:bodyPr>
          <a:lstStyle>
            <a:lvl1pPr algn="ctr">
              <a:buNone/>
              <a:defRPr sz="4000"/>
            </a:lvl1pPr>
          </a:lstStyle>
          <a:p>
            <a:endParaRPr/>
          </a:p>
        </p:txBody>
      </p:sp>
      <p:sp>
        <p:nvSpPr>
          <p:cNvPr id="4" name="字幕 2">
            <a:extLst>
              <a:ext uri="{FF2B5EF4-FFF2-40B4-BE49-F238E27FC236}">
                <a16:creationId xmlns:a16="http://schemas.microsoft.com/office/drawing/2014/main" id="{6FAFA8D3-BD7F-63F6-E03A-E4C1097B0C91}"/>
              </a:ext>
            </a:extLst>
          </p:cNvPr>
          <p:cNvSpPr>
            <a:spLocks noGrp="1"/>
          </p:cNvSpPr>
          <p:nvPr>
            <p:ph type="subTitle" idx="1"/>
          </p:nvPr>
        </p:nvSpPr>
        <p:spPr>
          <a:xfrm>
            <a:off x="1524000" y="3602038"/>
            <a:ext cx="9144000" cy="863362"/>
          </a:xfrm>
        </p:spPr>
        <p:txBody>
          <a:bodyPr/>
          <a:lstStyle>
            <a:lvl1pPr marL="0" indent="0" algn="ctr">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a:p>
        </p:txBody>
      </p:sp>
      <p:sp>
        <p:nvSpPr>
          <p:cNvPr id="9" name="テキスト プレースホルダー 8">
            <a:extLst>
              <a:ext uri="{FF2B5EF4-FFF2-40B4-BE49-F238E27FC236}">
                <a16:creationId xmlns:a16="http://schemas.microsoft.com/office/drawing/2014/main" id="{CFB302AD-8C05-763D-CA33-038DD291D42B}"/>
              </a:ext>
            </a:extLst>
          </p:cNvPr>
          <p:cNvSpPr>
            <a:spLocks noGrp="1"/>
          </p:cNvSpPr>
          <p:nvPr>
            <p:ph type="body" idx="10"/>
          </p:nvPr>
        </p:nvSpPr>
        <p:spPr>
          <a:xfrm>
            <a:off x="577356" y="5155452"/>
            <a:ext cx="5184775" cy="1221390"/>
          </a:xfrm>
        </p:spPr>
        <p:txBody>
          <a:bodyPr/>
          <a:lstStyle>
            <a:lvl1pPr>
              <a:spcBef>
                <a:spcPts val="400"/>
              </a:spcBef>
              <a:buNone/>
              <a:defRPr sz="2400"/>
            </a:lvl1pPr>
          </a:lstStyle>
          <a:p>
            <a:endParaRPr/>
          </a:p>
        </p:txBody>
      </p:sp>
      <p:sp>
        <p:nvSpPr>
          <p:cNvPr id="12" name="テキスト プレースホルダー 11">
            <a:extLst>
              <a:ext uri="{FF2B5EF4-FFF2-40B4-BE49-F238E27FC236}">
                <a16:creationId xmlns:a16="http://schemas.microsoft.com/office/drawing/2014/main" id="{C5F34568-844A-6D62-99C6-A28EF2F3CC14}"/>
              </a:ext>
            </a:extLst>
          </p:cNvPr>
          <p:cNvSpPr>
            <a:spLocks noGrp="1"/>
          </p:cNvSpPr>
          <p:nvPr>
            <p:ph type="body" idx="11"/>
          </p:nvPr>
        </p:nvSpPr>
        <p:spPr>
          <a:xfrm>
            <a:off x="9282113" y="5919642"/>
            <a:ext cx="2572430" cy="457200"/>
          </a:xfrm>
        </p:spPr>
        <p:txBody>
          <a:bodyPr>
            <a:noAutofit/>
          </a:bodyPr>
          <a:lstStyle>
            <a:lvl1pPr algn="r">
              <a:buNone/>
              <a:defRPr sz="2400"/>
            </a:lvl1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1173825"/>
          </a:xfrm>
        </p:spPr>
        <p:txBody>
          <a:bodyPr>
            <a:noAutofit/>
          </a:bodyPr>
          <a:lstStyle>
            <a:lvl1pPr marL="9525" indent="-9525">
              <a:buNone/>
              <a:defRPr sz="1800">
                <a:latin typeface="Yu Gothic UI"/>
                <a:ea typeface="Yu Gothic UI"/>
                <a:cs typeface="Yu Gothic UI"/>
              </a:defRPr>
            </a:lvl1pPr>
            <a:lvl2pPr marL="449263" indent="0">
              <a:buNone/>
              <a:defRPr sz="1800">
                <a:latin typeface="Yu Gothic UI"/>
                <a:ea typeface="Yu Gothic UI"/>
                <a:cs typeface="Yu Gothic UI"/>
              </a:defRPr>
            </a:lvl2pPr>
            <a:lvl3pPr marL="890588" indent="0">
              <a:buNone/>
              <a:defRPr sz="1800">
                <a:latin typeface="Yu Gothic UI"/>
                <a:ea typeface="Yu Gothic UI"/>
                <a:cs typeface="Yu Gothic UI"/>
              </a:defRPr>
            </a:lvl3pPr>
            <a:lvl4pPr marL="1341438" indent="0">
              <a:buNone/>
              <a:defRPr sz="1800">
                <a:latin typeface="Yu Gothic UI"/>
                <a:ea typeface="Yu Gothic UI"/>
                <a:cs typeface="Yu Gothic UI"/>
              </a:defRPr>
            </a:lvl4pPr>
            <a:lvl5pPr marL="1822450" indent="0">
              <a:buNone/>
              <a:defRPr sz="18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エンドクレジット">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セクションタイトル">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D02FB24-493B-4123-A0B6-09180120D3D5}"/>
              </a:ext>
            </a:extLst>
          </p:cNvPr>
          <p:cNvSpPr>
            <a:spLocks noGrp="1"/>
          </p:cNvSpPr>
          <p:nvPr>
            <p:ph type="dt" idx="10"/>
          </p:nvPr>
        </p:nvSpPr>
        <p:spPr/>
        <p:txBody>
          <a:bodyPr/>
          <a:lstStyle/>
          <a:p>
            <a:endParaRPr/>
          </a:p>
        </p:txBody>
      </p:sp>
      <p:sp>
        <p:nvSpPr>
          <p:cNvPr id="3" name="フッター プレースホルダー 2">
            <a:extLst>
              <a:ext uri="{FF2B5EF4-FFF2-40B4-BE49-F238E27FC236}">
                <a16:creationId xmlns:a16="http://schemas.microsoft.com/office/drawing/2014/main" id="{8890D093-FE2F-4604-946C-D15AB7EBF10A}"/>
              </a:ext>
            </a:extLst>
          </p:cNvPr>
          <p:cNvSpPr>
            <a:spLocks noGrp="1"/>
          </p:cNvSpPr>
          <p:nvPr>
            <p:ph type="ftr" idx="11"/>
          </p:nvPr>
        </p:nvSpPr>
        <p:spPr/>
        <p:txBody>
          <a:bodyPr/>
          <a:lstStyle/>
          <a:p>
            <a:endParaRPr/>
          </a:p>
        </p:txBody>
      </p:sp>
      <p:sp>
        <p:nvSpPr>
          <p:cNvPr id="4" name="スライド番号プレースホルダー 3">
            <a:extLst>
              <a:ext uri="{FF2B5EF4-FFF2-40B4-BE49-F238E27FC236}">
                <a16:creationId xmlns:a16="http://schemas.microsoft.com/office/drawing/2014/main" id="{9D7F2009-FCEB-48FE-8C7A-B8C659F513DD}"/>
              </a:ext>
            </a:extLst>
          </p:cNvPr>
          <p:cNvSpPr>
            <a:spLocks noGrp="1"/>
          </p:cNvSpPr>
          <p:nvPr>
            <p:ph type="sldNum" idx="12"/>
          </p:nvPr>
        </p:nvSpPr>
        <p:spPr/>
        <p:txBody>
          <a:bodyPr/>
          <a:lstStyle/>
          <a:p>
            <a:endParaRPr/>
          </a:p>
        </p:txBody>
      </p:sp>
      <p:sp>
        <p:nvSpPr>
          <p:cNvPr id="7" name="テキスト プレースホルダー 6">
            <a:extLst>
              <a:ext uri="{FF2B5EF4-FFF2-40B4-BE49-F238E27FC236}">
                <a16:creationId xmlns:a16="http://schemas.microsoft.com/office/drawing/2014/main" id="{C8DCFE20-2760-245C-6805-9307FDD861B2}"/>
              </a:ext>
            </a:extLst>
          </p:cNvPr>
          <p:cNvSpPr>
            <a:spLocks noGrp="1"/>
          </p:cNvSpPr>
          <p:nvPr>
            <p:ph type="body" idx="13"/>
          </p:nvPr>
        </p:nvSpPr>
        <p:spPr>
          <a:xfrm>
            <a:off x="838200" y="2716213"/>
            <a:ext cx="10374313" cy="2262187"/>
          </a:xfrm>
        </p:spPr>
        <p:txBody>
          <a:bodyPr/>
          <a:lstStyle>
            <a:lvl1pPr>
              <a:buNone/>
              <a:defRPr sz="3600"/>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リード文な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B48D7FF-B78B-44FF-983F-50666A1D5F71}"/>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endParaRPr/>
          </a:p>
        </p:txBody>
      </p:sp>
      <p:sp>
        <p:nvSpPr>
          <p:cNvPr id="3" name="テキスト プレースホルダー 2">
            <a:extLst>
              <a:ext uri="{FF2B5EF4-FFF2-40B4-BE49-F238E27FC236}">
                <a16:creationId xmlns:a16="http://schemas.microsoft.com/office/drawing/2014/main" id="{E698EC68-E480-458A-B36D-265A18218A83}"/>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endParaRPr/>
          </a:p>
        </p:txBody>
      </p:sp>
      <p:sp>
        <p:nvSpPr>
          <p:cNvPr id="4" name="日付プレースホルダー 3">
            <a:extLst>
              <a:ext uri="{FF2B5EF4-FFF2-40B4-BE49-F238E27FC236}">
                <a16:creationId xmlns:a16="http://schemas.microsoft.com/office/drawing/2014/main" id="{F91653D7-C620-4352-A865-1F041D89FB04}"/>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endParaRPr/>
          </a:p>
        </p:txBody>
      </p:sp>
      <p:sp>
        <p:nvSpPr>
          <p:cNvPr id="5" name="フッター プレースホルダー 4">
            <a:extLst>
              <a:ext uri="{FF2B5EF4-FFF2-40B4-BE49-F238E27FC236}">
                <a16:creationId xmlns:a16="http://schemas.microsoft.com/office/drawing/2014/main" id="{56603EA2-4A43-4B89-B70F-998BB42EEB64}"/>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スライド番号プレースホルダー 5">
            <a:extLst>
              <a:ext uri="{FF2B5EF4-FFF2-40B4-BE49-F238E27FC236}">
                <a16:creationId xmlns:a16="http://schemas.microsoft.com/office/drawing/2014/main" id="{D9C29C83-EA4C-4F10-BAC0-CA53A8B36BC8}"/>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Yu Gothic UI"/>
          <a:ea typeface="Yu Gothic UI"/>
          <a:cs typeface="Yu Gothic UI"/>
        </a:defRPr>
      </a:lvl1pPr>
    </p:titleStyle>
    <p:body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sv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9.png"/><Relationship Id="rId5" Type="http://schemas.microsoft.com/office/2007/relationships/hdphoto" Target="../media/hdphoto1.wdp"/><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3.svg"/><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25.sv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34.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46.sv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7B3DB332-4829-430D-ABF8-AAA02D2E2F20}"/>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3C3942EC-8BBF-4694-8E7D-18483F43DB53}"/>
              </a:ext>
            </a:extLst>
          </p:cNvPr>
          <p:cNvSpPr>
            <a:spLocks noGrp="1"/>
          </p:cNvSpPr>
          <p:nvPr/>
        </p:nvSpPr>
        <p:spPr>
          <a:xfrm>
            <a:off x="0" y="0"/>
            <a:ext cx="4629150" cy="6858000"/>
          </a:xfrm>
          <a:prstGeom prst="rect">
            <a:avLst/>
          </a:prstGeom>
          <a:solidFill>
            <a:srgbClr val="EAF1FB"/>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828025D4-9544-4FF2-83EA-C8F94EFBD6C1}"/>
              </a:ext>
            </a:extLst>
          </p:cNvPr>
          <p:cNvSpPr>
            <a:spLocks noGrp="1"/>
          </p:cNvSpPr>
          <p:nvPr/>
        </p:nvSpPr>
        <p:spPr>
          <a:xfrm>
            <a:off x="0" y="0"/>
            <a:ext cx="171450" cy="6858000"/>
          </a:xfrm>
          <a:prstGeom prst="rect">
            <a:avLst/>
          </a:prstGeom>
          <a:solidFill>
            <a:srgbClr val="4472C4"/>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50685B20-1434-48E7-9A60-CCE22EA4A975}"/>
              </a:ext>
            </a:extLst>
          </p:cNvPr>
          <p:cNvSpPr>
            <a:spLocks noGrp="1"/>
          </p:cNvSpPr>
          <p:nvPr/>
        </p:nvSpPr>
        <p:spPr>
          <a:xfrm>
            <a:off x="742950" y="819150"/>
            <a:ext cx="34290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Azure Workshop</a:t>
            </a:r>
          </a:p>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for Beginners</a:t>
            </a:r>
          </a:p>
        </p:txBody>
      </p:sp>
      <p:sp>
        <p:nvSpPr>
          <p:cNvPr id="5" name="正方形/長方形 4">
            <a:extLst>
              <a:ext uri="{FF2B5EF4-FFF2-40B4-BE49-F238E27FC236}">
                <a16:creationId xmlns:a16="http://schemas.microsoft.com/office/drawing/2014/main" id="{9DBD5B95-C9F5-4638-96D9-A8CE4A155095}"/>
              </a:ext>
            </a:extLst>
          </p:cNvPr>
          <p:cNvSpPr>
            <a:spLocks noGrp="1"/>
          </p:cNvSpPr>
          <p:nvPr/>
        </p:nvSpPr>
        <p:spPr>
          <a:xfrm>
            <a:off x="5219700" y="1200150"/>
            <a:ext cx="5810250" cy="1123950"/>
          </a:xfrm>
          <a:prstGeom prst="rect">
            <a:avLst/>
          </a:prstGeom>
          <a:solidFill>
            <a:srgbClr val="000000">
              <a:alpha val="0"/>
            </a:srgbClr>
          </a:solidFill>
          <a:ln w="0">
            <a:solidFill>
              <a:srgbClr val="000000">
                <a:alpha val="0"/>
              </a:srgbClr>
            </a:solidFill>
            <a:prstDash val="solid"/>
          </a:ln>
        </p:spPr>
        <p:txBody>
          <a:bodyPr lIns="0" tIns="0" rIns="0" bIns="0" anchor="t"/>
          <a:lstStyle/>
          <a:p>
            <a:pPr>
              <a:lnSpc>
                <a:spcPct val="103000"/>
              </a:lnSpc>
            </a:pPr>
            <a:r>
              <a:rPr lang="en-US" altLang="ja-JP" sz="2800" b="1" dirty="0">
                <a:solidFill>
                  <a:srgbClr val="1F2937"/>
                </a:solidFill>
                <a:latin typeface="Yu Gothic" pitchFamily="34" charset="0"/>
                <a:ea typeface="Yu Gothic" pitchFamily="34" charset="-122"/>
                <a:cs typeface="Yu Gothic" pitchFamily="34" charset="-120"/>
              </a:rPr>
              <a:t>Microsoft </a:t>
            </a:r>
            <a:r>
              <a:rPr lang="ja-JP" altLang="en-US" sz="2800" b="1">
                <a:solidFill>
                  <a:srgbClr val="1F2937"/>
                </a:solidFill>
                <a:latin typeface="Yu Gothic" pitchFamily="34" charset="0"/>
                <a:ea typeface="Yu Gothic" pitchFamily="34" charset="-122"/>
                <a:cs typeface="Yu Gothic" pitchFamily="34" charset="-120"/>
              </a:rPr>
              <a:t>の</a:t>
            </a:r>
            <a:r>
              <a:rPr lang="en-US" altLang="ja-JP" sz="2800" b="1" dirty="0">
                <a:solidFill>
                  <a:srgbClr val="1F2937"/>
                </a:solidFill>
                <a:latin typeface="Yu Gothic" pitchFamily="34" charset="0"/>
                <a:ea typeface="Yu Gothic" pitchFamily="34" charset="-122"/>
                <a:cs typeface="Yu Gothic" pitchFamily="34" charset="-120"/>
              </a:rPr>
              <a:t> AI </a:t>
            </a:r>
            <a:r>
              <a:rPr lang="ja-JP" altLang="en-US" sz="2800" b="1">
                <a:solidFill>
                  <a:srgbClr val="1F2937"/>
                </a:solidFill>
                <a:latin typeface="Yu Gothic" pitchFamily="34" charset="0"/>
                <a:ea typeface="Yu Gothic" pitchFamily="34" charset="-122"/>
                <a:cs typeface="Yu Gothic" pitchFamily="34" charset="-120"/>
              </a:rPr>
              <a:t>エージェントソリューション</a:t>
            </a:r>
            <a:r>
              <a:rPr lang="en-US" altLang="ja-JP" sz="2800" b="1">
                <a:solidFill>
                  <a:srgbClr val="1F2937"/>
                </a:solidFill>
                <a:latin typeface="Yu Gothic" pitchFamily="34" charset="0"/>
                <a:ea typeface="Yu Gothic" pitchFamily="34" charset="-122"/>
                <a:cs typeface="Yu Gothic" pitchFamily="34" charset="-120"/>
              </a:rPr>
              <a:t> Part </a:t>
            </a:r>
            <a:r>
              <a:rPr lang="en-US" altLang="ja-JP" sz="2800" b="1" dirty="0">
                <a:solidFill>
                  <a:srgbClr val="1F2937"/>
                </a:solidFill>
                <a:latin typeface="Yu Gothic" pitchFamily="34" charset="0"/>
                <a:ea typeface="Yu Gothic" pitchFamily="34" charset="-122"/>
                <a:cs typeface="Yu Gothic" pitchFamily="34" charset="-120"/>
              </a:rPr>
              <a:t>2</a:t>
            </a:r>
            <a:endParaRPr lang="en-US" altLang="ja-JP" sz="2800" dirty="0"/>
          </a:p>
        </p:txBody>
      </p:sp>
      <p:sp>
        <p:nvSpPr>
          <p:cNvPr id="6" name="正方形/長方形 5">
            <a:extLst>
              <a:ext uri="{FF2B5EF4-FFF2-40B4-BE49-F238E27FC236}">
                <a16:creationId xmlns:a16="http://schemas.microsoft.com/office/drawing/2014/main" id="{2769FC6D-0B0A-4C37-8C6D-9B70639859DC}"/>
              </a:ext>
            </a:extLst>
          </p:cNvPr>
          <p:cNvSpPr>
            <a:spLocks noGrp="1"/>
          </p:cNvSpPr>
          <p:nvPr/>
        </p:nvSpPr>
        <p:spPr>
          <a:xfrm>
            <a:off x="5257800" y="2590800"/>
            <a:ext cx="5524500" cy="1104900"/>
          </a:xfrm>
          <a:prstGeom prst="rect">
            <a:avLst/>
          </a:prstGeom>
          <a:solidFill>
            <a:srgbClr val="000000">
              <a:alpha val="0"/>
            </a:srgbClr>
          </a:solidFill>
          <a:ln w="0">
            <a:solidFill>
              <a:srgbClr val="000000">
                <a:alpha val="0"/>
              </a:srgbClr>
            </a:solidFill>
            <a:prstDash val="solid"/>
          </a:ln>
        </p:spPr>
        <p:txBody>
          <a:bodyPr lIns="0" tIns="0" rIns="0" bIns="0" anchor="t"/>
          <a:lstStyle/>
          <a:p>
            <a:pPr>
              <a:lnSpc>
                <a:spcPct val="110000"/>
              </a:lnSpc>
            </a:pPr>
            <a:r>
              <a:rPr lang="en-US" altLang="ja-JP" sz="1400" dirty="0" err="1">
                <a:solidFill>
                  <a:srgbClr val="5B6472"/>
                </a:solidFill>
                <a:latin typeface="Yu Gothic" pitchFamily="34" charset="0"/>
                <a:ea typeface="Yu Gothic" pitchFamily="34" charset="-122"/>
                <a:cs typeface="Yu Gothic" pitchFamily="34" charset="-120"/>
              </a:rPr>
              <a:t>この回では、Microsoft</a:t>
            </a:r>
            <a:r>
              <a:rPr lang="en-US" altLang="ja-JP" sz="1400" dirty="0">
                <a:solidFill>
                  <a:srgbClr val="5B6472"/>
                </a:solidFill>
                <a:latin typeface="Yu Gothic" pitchFamily="34" charset="0"/>
                <a:ea typeface="Yu Gothic" pitchFamily="34" charset="-122"/>
                <a:cs typeface="Yu Gothic" pitchFamily="34" charset="-120"/>
              </a:rPr>
              <a:t> </a:t>
            </a:r>
            <a:r>
              <a:rPr lang="ja-JP" altLang="en-US" sz="1400">
                <a:solidFill>
                  <a:srgbClr val="5B6472"/>
                </a:solidFill>
                <a:latin typeface="Yu Gothic" pitchFamily="34" charset="0"/>
                <a:ea typeface="Yu Gothic" pitchFamily="34" charset="-122"/>
                <a:cs typeface="Yu Gothic" pitchFamily="34" charset="-120"/>
              </a:rPr>
              <a:t>の</a:t>
            </a:r>
            <a:r>
              <a:rPr lang="en-US" altLang="ja-JP" sz="1400" dirty="0">
                <a:solidFill>
                  <a:srgbClr val="5B6472"/>
                </a:solidFill>
                <a:latin typeface="Yu Gothic" pitchFamily="34" charset="0"/>
                <a:ea typeface="Yu Gothic" pitchFamily="34" charset="-122"/>
                <a:cs typeface="Yu Gothic" pitchFamily="34" charset="-120"/>
              </a:rPr>
              <a:t> AI </a:t>
            </a:r>
            <a:r>
              <a:rPr lang="ja-JP" altLang="en-US" sz="1400">
                <a:solidFill>
                  <a:srgbClr val="5B6472"/>
                </a:solidFill>
                <a:latin typeface="Yu Gothic" pitchFamily="34" charset="0"/>
                <a:ea typeface="Yu Gothic" pitchFamily="34" charset="-122"/>
                <a:cs typeface="Yu Gothic" pitchFamily="34" charset="-120"/>
              </a:rPr>
              <a:t>エージェントソリューションの中でも特に</a:t>
            </a:r>
            <a:r>
              <a:rPr lang="en-US" altLang="ja-JP" sz="1400" dirty="0">
                <a:solidFill>
                  <a:srgbClr val="5B6472"/>
                </a:solidFill>
                <a:latin typeface="Yu Gothic" pitchFamily="34" charset="0"/>
                <a:ea typeface="Yu Gothic" pitchFamily="34" charset="-122"/>
                <a:cs typeface="Yu Gothic" pitchFamily="34" charset="-120"/>
              </a:rPr>
              <a:t> Azure </a:t>
            </a:r>
            <a:r>
              <a:rPr lang="ja-JP" altLang="en-US" sz="1400">
                <a:solidFill>
                  <a:srgbClr val="5B6472"/>
                </a:solidFill>
                <a:latin typeface="Yu Gothic" pitchFamily="34" charset="0"/>
                <a:ea typeface="Yu Gothic" pitchFamily="34" charset="-122"/>
                <a:cs typeface="Yu Gothic" pitchFamily="34" charset="-120"/>
              </a:rPr>
              <a:t>に関連するものを見ていきます。</a:t>
            </a:r>
            <a:endParaRPr lang="en-US" altLang="ja-JP" sz="1400" dirty="0"/>
          </a:p>
        </p:txBody>
      </p:sp>
      <p:sp>
        <p:nvSpPr>
          <p:cNvPr id="7" name="正方形/長方形 6">
            <a:extLst>
              <a:ext uri="{FF2B5EF4-FFF2-40B4-BE49-F238E27FC236}">
                <a16:creationId xmlns:a16="http://schemas.microsoft.com/office/drawing/2014/main" id="{DFE36B7A-5E3C-45E7-B5C6-DD919C94A7E7}"/>
              </a:ext>
            </a:extLst>
          </p:cNvPr>
          <p:cNvSpPr>
            <a:spLocks noGrp="1"/>
          </p:cNvSpPr>
          <p:nvPr/>
        </p:nvSpPr>
        <p:spPr>
          <a:xfrm>
            <a:off x="5257800" y="4057650"/>
            <a:ext cx="800100" cy="285750"/>
          </a:xfrm>
          <a:prstGeom prst="rect">
            <a:avLst/>
          </a:prstGeom>
          <a:solidFill>
            <a:srgbClr val="4472C4"/>
          </a:solidFill>
          <a:ln w="0">
            <a:solidFill>
              <a:srgbClr val="4472C4"/>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dirty="0">
                <a:solidFill>
                  <a:srgbClr val="FFFFFF"/>
                </a:solidFill>
                <a:latin typeface="Yu Gothic UI"/>
                <a:ea typeface="Yu Gothic UI"/>
                <a:cs typeface="Yu Gothic UI"/>
              </a:rPr>
              <a:t>第</a:t>
            </a:r>
            <a:r>
              <a:rPr lang="en-US" altLang="ja-JP" sz="765" b="1">
                <a:solidFill>
                  <a:srgbClr val="FFFFFF"/>
                </a:solidFill>
                <a:latin typeface="Yu Gothic UI"/>
                <a:ea typeface="Yu Gothic UI"/>
                <a:cs typeface="Yu Gothic UI"/>
              </a:rPr>
              <a:t>10</a:t>
            </a:r>
            <a:r>
              <a:rPr sz="765" b="1" dirty="0">
                <a:solidFill>
                  <a:srgbClr val="FFFFFF"/>
                </a:solidFill>
                <a:latin typeface="Yu Gothic UI"/>
                <a:ea typeface="Yu Gothic UI"/>
                <a:cs typeface="Yu Gothic UI"/>
              </a:rPr>
              <a:t>回</a:t>
            </a:r>
          </a:p>
        </p:txBody>
      </p:sp>
      <p:sp>
        <p:nvSpPr>
          <p:cNvPr id="8" name="正方形/長方形 7">
            <a:extLst>
              <a:ext uri="{FF2B5EF4-FFF2-40B4-BE49-F238E27FC236}">
                <a16:creationId xmlns:a16="http://schemas.microsoft.com/office/drawing/2014/main" id="{BFE25AC2-4ACC-4216-8714-96B55FB68F91}"/>
              </a:ext>
            </a:extLst>
          </p:cNvPr>
          <p:cNvSpPr>
            <a:spLocks noGrp="1"/>
          </p:cNvSpPr>
          <p:nvPr/>
        </p:nvSpPr>
        <p:spPr>
          <a:xfrm>
            <a:off x="6191250" y="4057650"/>
            <a:ext cx="2076450" cy="285750"/>
          </a:xfrm>
          <a:prstGeom prst="rect">
            <a:avLst/>
          </a:prstGeom>
          <a:solidFill>
            <a:srgbClr val="70AD47"/>
          </a:solidFill>
          <a:ln w="0">
            <a:solidFill>
              <a:srgbClr val="70AD47"/>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dirty="0" err="1">
                <a:solidFill>
                  <a:srgbClr val="FFFFFF"/>
                </a:solidFill>
                <a:latin typeface="Yu Gothic UI"/>
                <a:ea typeface="Yu Gothic UI"/>
                <a:cs typeface="Yu Gothic UI"/>
              </a:rPr>
              <a:t>オンライン座学</a:t>
            </a:r>
            <a:endParaRPr sz="765" b="1" dirty="0">
              <a:solidFill>
                <a:srgbClr val="FFFFFF"/>
              </a:solidFill>
              <a:latin typeface="Yu Gothic UI"/>
              <a:ea typeface="Yu Gothic UI"/>
              <a:cs typeface="Yu Gothic UI"/>
            </a:endParaRPr>
          </a:p>
        </p:txBody>
      </p:sp>
      <p:sp>
        <p:nvSpPr>
          <p:cNvPr id="9" name="正方形/長方形 8">
            <a:extLst>
              <a:ext uri="{FF2B5EF4-FFF2-40B4-BE49-F238E27FC236}">
                <a16:creationId xmlns:a16="http://schemas.microsoft.com/office/drawing/2014/main" id="{357FDBAC-8BBB-46B1-A819-9FBE30EC418A}"/>
              </a:ext>
            </a:extLst>
          </p:cNvPr>
          <p:cNvSpPr>
            <a:spLocks noGrp="1"/>
          </p:cNvSpPr>
          <p:nvPr/>
        </p:nvSpPr>
        <p:spPr>
          <a:xfrm>
            <a:off x="8401050" y="4057650"/>
            <a:ext cx="1352550" cy="285750"/>
          </a:xfrm>
          <a:prstGeom prst="rect">
            <a:avLst/>
          </a:prstGeom>
          <a:solidFill>
            <a:srgbClr val="ED7D31"/>
          </a:solidFill>
          <a:ln w="0">
            <a:solidFill>
              <a:srgbClr val="ED7D31"/>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a:solidFill>
                  <a:srgbClr val="FFFFFF"/>
                </a:solidFill>
                <a:latin typeface="Yu Gothic UI"/>
                <a:ea typeface="Yu Gothic UI"/>
                <a:cs typeface="Yu Gothic UI"/>
              </a:rPr>
              <a:t>50分 + 10分 QA</a:t>
            </a:r>
          </a:p>
        </p:txBody>
      </p:sp>
      <p:sp>
        <p:nvSpPr>
          <p:cNvPr id="10" name="正方形/長方形 9">
            <a:extLst>
              <a:ext uri="{FF2B5EF4-FFF2-40B4-BE49-F238E27FC236}">
                <a16:creationId xmlns:a16="http://schemas.microsoft.com/office/drawing/2014/main" id="{E22E1A59-BBE7-499C-B63A-23D32A401642}"/>
              </a:ext>
            </a:extLst>
          </p:cNvPr>
          <p:cNvSpPr>
            <a:spLocks noGrp="1"/>
          </p:cNvSpPr>
          <p:nvPr/>
        </p:nvSpPr>
        <p:spPr>
          <a:xfrm>
            <a:off x="9886950" y="4057650"/>
            <a:ext cx="1295400" cy="285750"/>
          </a:xfrm>
          <a:prstGeom prst="rect">
            <a:avLst/>
          </a:prstGeom>
          <a:solidFill>
            <a:srgbClr val="0F766E"/>
          </a:solidFill>
          <a:ln w="0">
            <a:solidFill>
              <a:srgbClr val="0F766E"/>
            </a:solidFill>
            <a:prstDash val="solid"/>
          </a:ln>
        </p:spPr>
        <p:txBody>
          <a:bodyPr lIns="76200" tIns="38100" rIns="76200" bIns="38100" anchor="ctr"/>
          <a:lstStyle/>
          <a:p>
            <a:pPr algn="ctr"/>
            <a:r>
              <a:rPr lang="en-US" altLang="ja-JP" sz="800" b="1" dirty="0">
                <a:solidFill>
                  <a:srgbClr val="FFFFFF"/>
                </a:solidFill>
                <a:latin typeface="Yu Gothic" pitchFamily="34" charset="0"/>
                <a:ea typeface="Yu Gothic" pitchFamily="34" charset="-122"/>
                <a:cs typeface="Yu Gothic" pitchFamily="34" charset="-120"/>
              </a:rPr>
              <a:t>2026年9月3日</a:t>
            </a:r>
            <a:endParaRPr lang="en-US" altLang="ja-JP" sz="800" dirty="0"/>
          </a:p>
        </p:txBody>
      </p:sp>
    </p:spTree>
    <p:extLst>
      <p:ext uri="{BB962C8B-B14F-4D97-AF65-F5344CB8AC3E}">
        <p14:creationId xmlns:p14="http://schemas.microsoft.com/office/powerpoint/2010/main" val="188169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FB82B-3769-4F08-F752-C53C2606999B}"/>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34E484A-AE77-E3F2-306D-943F87A9590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ja-JP" altLang="en-US" sz="2025" b="1">
                <a:solidFill>
                  <a:srgbClr val="1F2937"/>
                </a:solidFill>
                <a:latin typeface="Meiryo UI"/>
                <a:ea typeface="Meiryo UI"/>
                <a:cs typeface="Meiryo UI"/>
              </a:rPr>
              <a:t>アジェンダ</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4FE21A59-58EA-A527-EEA9-DF81F838E9C2}"/>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10</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3AACD652-3F1F-129B-9B67-2671CA41F4C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テキスト プレースホルダー 5">
            <a:extLst>
              <a:ext uri="{FF2B5EF4-FFF2-40B4-BE49-F238E27FC236}">
                <a16:creationId xmlns:a16="http://schemas.microsoft.com/office/drawing/2014/main" id="{3CD4F1C1-B153-1649-DE13-A602B7064ABE}"/>
              </a:ext>
            </a:extLst>
          </p:cNvPr>
          <p:cNvSpPr txBox="1">
            <a:spLocks/>
          </p:cNvSpPr>
          <p:nvPr/>
        </p:nvSpPr>
        <p:spPr>
          <a:xfrm>
            <a:off x="678655" y="1677751"/>
            <a:ext cx="10820399" cy="1751249"/>
          </a:xfrm>
          <a:prstGeom prst="rect">
            <a:avLst/>
          </a:prstGeom>
        </p:spPr>
        <p:txBody>
          <a:bodyPr vert="horz" lIns="91440" tIns="45720" rIns="91440" bIns="45720" anchor="t" anchorCtr="0"/>
          <a:lstStyle>
            <a:defPPr>
              <a:defRPr lang="en-US"/>
            </a:defPPr>
            <a:lvl1pPr marL="0" indent="0" algn="ctr" defTabSz="914400">
              <a:buNone/>
              <a:defRPr sz="1200" kern="1200">
                <a:solidFill>
                  <a:schemeClr val="tx1">
                    <a:tint val="75000"/>
                  </a:schemeClr>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a:lstStyle>
          <a:p>
            <a:pPr marL="457200" indent="-457200" algn="l">
              <a:buFont typeface="+mj-lt"/>
              <a:buAutoNum type="arabicPeriod"/>
            </a:pPr>
            <a:r>
              <a:rPr lang="en" altLang="ja-JP" sz="2800" dirty="0">
                <a:solidFill>
                  <a:schemeClr val="tx1">
                    <a:lumMod val="75000"/>
                    <a:lumOff val="25000"/>
                  </a:schemeClr>
                </a:solidFill>
                <a:latin typeface="Yu Gothic UI" panose="020B0500000000000000" pitchFamily="34" charset="-128"/>
                <a:ea typeface="Yu Gothic UI" panose="020B0500000000000000" pitchFamily="34" charset="-128"/>
              </a:rPr>
              <a:t>Microsoft </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の</a:t>
            </a:r>
            <a:r>
              <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rPr>
              <a:t> </a:t>
            </a:r>
            <a:r>
              <a:rPr lang="en-US" altLang="ja-JP" sz="2800">
                <a:solidFill>
                  <a:schemeClr val="tx1">
                    <a:lumMod val="75000"/>
                    <a:lumOff val="25000"/>
                  </a:schemeClr>
                </a:solidFill>
                <a:latin typeface="Yu Gothic UI" panose="020B0500000000000000" pitchFamily="34" charset="-128"/>
                <a:ea typeface="Yu Gothic UI" panose="020B0500000000000000" pitchFamily="34" charset="-128"/>
              </a:rPr>
              <a:t>AI </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エージェントソリューション全体像</a:t>
            </a:r>
            <a:endPar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endParaRPr>
          </a:p>
          <a:p>
            <a:pPr marL="457200" indent="-457200" algn="l">
              <a:buFont typeface="+mj-lt"/>
              <a:buAutoNum type="arabicPeriod"/>
            </a:pPr>
            <a:r>
              <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rPr>
              <a:t>Microsoft Foundry</a:t>
            </a:r>
          </a:p>
          <a:p>
            <a:pPr marL="457200" indent="-457200" algn="l">
              <a:buFont typeface="+mj-lt"/>
              <a:buAutoNum type="arabicPeriod"/>
            </a:pPr>
            <a:r>
              <a:rPr lang="en" altLang="ja-JP" sz="2800" dirty="0">
                <a:solidFill>
                  <a:schemeClr val="tx1">
                    <a:lumMod val="75000"/>
                    <a:lumOff val="25000"/>
                  </a:schemeClr>
                </a:solidFill>
                <a:latin typeface="Yu Gothic UI" panose="020B0500000000000000" pitchFamily="34" charset="-128"/>
                <a:ea typeface="Yu Gothic UI" panose="020B0500000000000000" pitchFamily="34" charset="-128"/>
              </a:rPr>
              <a:t>GitHub Copilot</a:t>
            </a:r>
          </a:p>
          <a:p>
            <a:pPr marL="457200" indent="-457200" algn="l">
              <a:buFont typeface="+mj-lt"/>
              <a:buAutoNum type="arabicPeriod"/>
            </a:pPr>
            <a:r>
              <a:rPr lang="en" altLang="ja-JP" sz="2800" dirty="0">
                <a:solidFill>
                  <a:schemeClr val="tx1">
                    <a:lumMod val="75000"/>
                    <a:lumOff val="25000"/>
                  </a:schemeClr>
                </a:solidFill>
                <a:latin typeface="Yu Gothic UI" panose="020B0500000000000000" pitchFamily="34" charset="-128"/>
                <a:ea typeface="Yu Gothic UI" panose="020B0500000000000000" pitchFamily="34" charset="-128"/>
              </a:rPr>
              <a:t>SRE Agent</a:t>
            </a:r>
          </a:p>
          <a:p>
            <a:pPr marL="457200" indent="-457200" algn="l">
              <a:buFont typeface="+mj-lt"/>
              <a:buAutoNum type="arabicPeriod"/>
            </a:pPr>
            <a:endPar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55900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9AA6572-0246-49F6-8808-D5E268117F2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今日のゴール</a:t>
            </a:r>
          </a:p>
        </p:txBody>
      </p:sp>
      <p:sp>
        <p:nvSpPr>
          <p:cNvPr id="2" name="正方形/長方形 1">
            <a:extLst>
              <a:ext uri="{FF2B5EF4-FFF2-40B4-BE49-F238E27FC236}">
                <a16:creationId xmlns:a16="http://schemas.microsoft.com/office/drawing/2014/main" id="{09603FD4-D301-438E-8486-12311D03422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10</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677765BF-B68F-418C-AE34-F72DD54EB63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C01A0006-8AAB-08B4-553A-59B3F7914BDB}"/>
              </a:ext>
            </a:extLst>
          </p:cNvPr>
          <p:cNvSpPr txBox="1">
            <a:spLocks/>
          </p:cNvSpPr>
          <p:nvPr/>
        </p:nvSpPr>
        <p:spPr>
          <a:xfrm>
            <a:off x="685800" y="1328738"/>
            <a:ext cx="11101414" cy="1046440"/>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514350" indent="-514350">
              <a:buFont typeface="+mj-lt"/>
              <a:buAutoNum type="arabicPeriod"/>
            </a:pPr>
            <a:r>
              <a:rPr lang="en-US" altLang="ja-JP" sz="2400" dirty="0"/>
              <a:t>Microsoft </a:t>
            </a:r>
            <a:r>
              <a:rPr lang="ja-JP" altLang="en-US" sz="2400"/>
              <a:t>の</a:t>
            </a:r>
            <a:r>
              <a:rPr lang="en-US" altLang="ja-JP" sz="2400" dirty="0"/>
              <a:t> AI </a:t>
            </a:r>
            <a:r>
              <a:rPr lang="ja-JP" altLang="en-US" sz="2400"/>
              <a:t>エージェントサービスの全体像を把握する</a:t>
            </a:r>
            <a:endParaRPr lang="en-US" altLang="ja-JP" sz="2400" dirty="0"/>
          </a:p>
          <a:p>
            <a:pPr marL="514350" indent="-514350">
              <a:buFont typeface="+mj-lt"/>
              <a:buAutoNum type="arabicPeriod"/>
            </a:pPr>
            <a:r>
              <a:rPr lang="en-US" altLang="ja-JP" sz="2400" dirty="0"/>
              <a:t>Microsoft Foundry</a:t>
            </a:r>
            <a:r>
              <a:rPr lang="ja-JP" altLang="en-US" sz="2400"/>
              <a:t>、</a:t>
            </a:r>
            <a:r>
              <a:rPr lang="en-US" altLang="ja-JP" sz="2400" dirty="0"/>
              <a:t>GitHub Copilot</a:t>
            </a:r>
            <a:r>
              <a:rPr lang="ja-JP" altLang="en-US" sz="2400"/>
              <a:t>、</a:t>
            </a:r>
            <a:r>
              <a:rPr lang="en-US" altLang="ja-JP" sz="2400" dirty="0"/>
              <a:t>SRE Agent </a:t>
            </a:r>
            <a:r>
              <a:rPr lang="ja-JP" altLang="en-US" sz="2400"/>
              <a:t>の概要とユースケースを理解する</a:t>
            </a:r>
            <a:endParaRPr lang="en-US" altLang="ja-JP" sz="2400" dirty="0"/>
          </a:p>
        </p:txBody>
      </p:sp>
    </p:spTree>
    <p:extLst>
      <p:ext uri="{BB962C8B-B14F-4D97-AF65-F5344CB8AC3E}">
        <p14:creationId xmlns:p14="http://schemas.microsoft.com/office/powerpoint/2010/main" val="1186077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9281B-7F6F-E161-B022-DC70AFDFD28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1A7741D-B468-C39F-5D47-87E5E790D0B2}"/>
              </a:ext>
            </a:extLst>
          </p:cNvPr>
          <p:cNvSpPr>
            <a:spLocks noGrp="1"/>
          </p:cNvSpPr>
          <p:nvPr>
            <p:ph type="body" sz="quarter" idx="13"/>
          </p:nvPr>
        </p:nvSpPr>
        <p:spPr>
          <a:xfrm>
            <a:off x="838200" y="2716213"/>
            <a:ext cx="10374313" cy="2262187"/>
          </a:xfrm>
        </p:spPr>
        <p:txBody>
          <a:bodyPr/>
          <a:lstStyle/>
          <a:p>
            <a:pPr marL="0" indent="0">
              <a:spcAft>
                <a:spcPts val="600"/>
              </a:spcAft>
              <a:buNone/>
            </a:pPr>
            <a:r>
              <a:rPr lang="en" sz="1800" b="1" i="0" dirty="0">
                <a:solidFill>
                  <a:srgbClr val="4472C4"/>
                </a:solidFill>
                <a:latin typeface="Yu Gothic UI"/>
                <a:ea typeface="Yu Gothic UI"/>
                <a:cs typeface="Yu Gothic UI"/>
              </a:rPr>
              <a:t>SECTION 3</a:t>
            </a:r>
          </a:p>
          <a:p>
            <a:pPr marL="0" indent="0">
              <a:buNone/>
            </a:pPr>
            <a:r>
              <a:rPr lang="en" altLang="ja-JP" sz="3200" dirty="0">
                <a:solidFill>
                  <a:schemeClr val="tx1">
                    <a:lumMod val="75000"/>
                    <a:lumOff val="25000"/>
                  </a:schemeClr>
                </a:solidFill>
              </a:rPr>
              <a:t>GitHub Copilot</a:t>
            </a:r>
            <a:endParaRPr lang="ja-JP" altLang="en-US" sz="3200">
              <a:solidFill>
                <a:schemeClr val="tx1">
                  <a:lumMod val="75000"/>
                  <a:lumOff val="25000"/>
                </a:schemeClr>
              </a:solidFill>
            </a:endParaRPr>
          </a:p>
        </p:txBody>
      </p:sp>
    </p:spTree>
    <p:extLst>
      <p:ext uri="{BB962C8B-B14F-4D97-AF65-F5344CB8AC3E}">
        <p14:creationId xmlns:p14="http://schemas.microsoft.com/office/powerpoint/2010/main" val="2926534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770B8-BE4C-26BD-3108-1B7E4A32368C}"/>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8DA3F20-13F4-05B6-6472-F4C12A1DB35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GitHub Copilot</a:t>
            </a:r>
            <a:endParaRPr lang="en-US" altLang="ja-JP" sz="2000" dirty="0"/>
          </a:p>
        </p:txBody>
      </p:sp>
      <p:sp>
        <p:nvSpPr>
          <p:cNvPr id="2" name="正方形/長方形 1">
            <a:extLst>
              <a:ext uri="{FF2B5EF4-FFF2-40B4-BE49-F238E27FC236}">
                <a16:creationId xmlns:a16="http://schemas.microsoft.com/office/drawing/2014/main" id="{2182DA41-2220-A6CF-7891-5AB68694E9D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10</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AD96A9D0-9A71-1E81-FC81-E11F5F92139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1F5A3252-651C-A034-B5D4-DB69C3FF198D}"/>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buNone/>
            </a:pPr>
            <a:r>
              <a:rPr lang="ja-JP" altLang="en-US" sz="2000">
                <a:solidFill>
                  <a:srgbClr val="404040"/>
                </a:solidFill>
              </a:rPr>
              <a:t>GitHub Copilot は、エディターや IDE 上でコード補完やチャットを通じて開発を支援する AI ペアプログラマーです。コメントや既存コードの文脈を読み取り、コードの提案・関数やテストの生成・ドキュメント作成までを幅広く支援します。</a:t>
            </a:r>
            <a:r>
              <a:rPr lang="ja-JP" altLang="en-US" sz="2000" b="1">
                <a:solidFill>
                  <a:srgbClr val="262626"/>
                </a:solidFill>
              </a:rPr>
              <a:t>生成されたコードは開発者がレビューして採用し、組織のポリシーで利用範囲を管理できます。</a:t>
            </a:r>
          </a:p>
        </p:txBody>
      </p:sp>
      <p:sp>
        <p:nvSpPr>
          <p:cNvPr id="6" name="字幕 1">
            <a:extLst>
              <a:ext uri="{FF2B5EF4-FFF2-40B4-BE49-F238E27FC236}">
                <a16:creationId xmlns:a16="http://schemas.microsoft.com/office/drawing/2014/main" id="{EDF5F05C-2744-FED0-7B5B-872F65626708}"/>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5" name="Card41"/>
          <p:cNvSpPr/>
          <p:nvPr/>
        </p:nvSpPr>
        <p:spPr>
          <a:xfrm>
            <a:off x="6574410" y="2493552"/>
            <a:ext cx="4740098" cy="1268360"/>
          </a:xfrm>
          <a:prstGeom prst="roundRect">
            <a:avLst>
              <a:gd name="adj" fmla="val 4000"/>
            </a:avLst>
          </a:prstGeom>
          <a:noFill/>
          <a:ln w="9525">
            <a:noFill/>
          </a:ln>
        </p:spPr>
        <p:txBody>
          <a:bodyPr wrap="square" lIns="118872" tIns="82296" rIns="109728" bIns="64008" anchor="t">
            <a:normAutofit/>
          </a:bodyPr>
          <a:lstStyle/>
          <a:p>
            <a:pPr>
              <a:spcAft>
                <a:spcPts val="500"/>
              </a:spcAft>
            </a:pPr>
            <a:r>
              <a:rPr lang="ja-JP" altLang="en-US" sz="1600" b="1">
                <a:solidFill>
                  <a:srgbClr val="262626"/>
                </a:solidFill>
                <a:latin typeface="Yu Gothic UI"/>
                <a:ea typeface="Yu Gothic UI"/>
              </a:rPr>
              <a:t>コード補完と生成</a:t>
            </a:r>
          </a:p>
          <a:p>
            <a:pPr marL="171450" indent="-171450">
              <a:spcBef>
                <a:spcPts val="400"/>
              </a:spcBef>
              <a:buFont typeface="Arial"/>
              <a:buChar char="•"/>
            </a:pPr>
            <a:r>
              <a:rPr lang="ja-JP" altLang="en-US" sz="1200">
                <a:solidFill>
                  <a:srgbClr val="404040"/>
                </a:solidFill>
                <a:latin typeface="Yu Gothic UI"/>
                <a:ea typeface="Yu Gothic UI"/>
              </a:rPr>
              <a:t>コメントや文脈から次のコードをリアルタイムに提案</a:t>
            </a:r>
          </a:p>
          <a:p>
            <a:pPr marL="171450" indent="-171450">
              <a:spcBef>
                <a:spcPts val="400"/>
              </a:spcBef>
              <a:buFont typeface="Arial"/>
              <a:buChar char="•"/>
            </a:pPr>
            <a:r>
              <a:rPr lang="ja-JP" altLang="en-US" sz="1200">
                <a:solidFill>
                  <a:srgbClr val="404040"/>
                </a:solidFill>
                <a:latin typeface="Yu Gothic UI"/>
                <a:ea typeface="Yu Gothic UI"/>
              </a:rPr>
              <a:t>関数やテスト、定型コードをまとめて生成</a:t>
            </a:r>
          </a:p>
          <a:p>
            <a:pPr marL="171450" indent="-171450">
              <a:spcBef>
                <a:spcPts val="400"/>
              </a:spcBef>
              <a:buFont typeface="Arial"/>
              <a:buChar char="•"/>
            </a:pPr>
            <a:r>
              <a:rPr lang="ja-JP" altLang="en-US" sz="1200">
                <a:solidFill>
                  <a:srgbClr val="404040"/>
                </a:solidFill>
                <a:latin typeface="Yu Gothic UI"/>
                <a:ea typeface="Yu Gothic UI"/>
              </a:rPr>
              <a:t>主要な言語・エディター／IDE に幅広く対応</a:t>
            </a:r>
          </a:p>
        </p:txBody>
      </p:sp>
      <p:sp>
        <p:nvSpPr>
          <p:cNvPr id="16" name="Card42"/>
          <p:cNvSpPr/>
          <p:nvPr/>
        </p:nvSpPr>
        <p:spPr>
          <a:xfrm>
            <a:off x="6574410" y="3869452"/>
            <a:ext cx="4740098" cy="1268360"/>
          </a:xfrm>
          <a:prstGeom prst="roundRect">
            <a:avLst>
              <a:gd name="adj" fmla="val 4000"/>
            </a:avLst>
          </a:prstGeom>
          <a:noFill/>
          <a:ln w="9525">
            <a:noFill/>
          </a:ln>
        </p:spPr>
        <p:txBody>
          <a:bodyPr wrap="square" lIns="118872" tIns="82296" rIns="109728" bIns="64008" anchor="t">
            <a:normAutofit/>
          </a:bodyPr>
          <a:lstStyle/>
          <a:p>
            <a:pPr>
              <a:spcAft>
                <a:spcPts val="500"/>
              </a:spcAft>
            </a:pPr>
            <a:r>
              <a:rPr lang="ja-JP" altLang="en-US" sz="1600" b="1">
                <a:solidFill>
                  <a:srgbClr val="262626"/>
                </a:solidFill>
                <a:latin typeface="Yu Gothic UI"/>
                <a:ea typeface="Yu Gothic UI"/>
              </a:rPr>
              <a:t>Copilot Chat での対話</a:t>
            </a:r>
          </a:p>
          <a:p>
            <a:pPr marL="171450" indent="-171450">
              <a:spcBef>
                <a:spcPts val="400"/>
              </a:spcBef>
              <a:buFont typeface="Arial"/>
              <a:buChar char="•"/>
            </a:pPr>
            <a:r>
              <a:rPr lang="ja-JP" altLang="en-US" sz="1200">
                <a:solidFill>
                  <a:srgbClr val="404040"/>
                </a:solidFill>
                <a:latin typeface="Yu Gothic UI"/>
                <a:ea typeface="Yu Gothic UI"/>
              </a:rPr>
              <a:t>自然言語でコードの意味や実装方法を質問</a:t>
            </a:r>
          </a:p>
          <a:p>
            <a:pPr marL="171450" indent="-171450">
              <a:spcBef>
                <a:spcPts val="400"/>
              </a:spcBef>
              <a:buFont typeface="Arial"/>
              <a:buChar char="•"/>
            </a:pPr>
            <a:r>
              <a:rPr lang="ja-JP" altLang="en-US" sz="1200">
                <a:solidFill>
                  <a:srgbClr val="404040"/>
                </a:solidFill>
                <a:latin typeface="Yu Gothic UI"/>
                <a:ea typeface="Yu Gothic UI"/>
              </a:rPr>
              <a:t>エラーの原因調査やリファクタリングを提案</a:t>
            </a:r>
          </a:p>
          <a:p>
            <a:pPr marL="171450" indent="-171450">
              <a:spcBef>
                <a:spcPts val="400"/>
              </a:spcBef>
              <a:buFont typeface="Arial"/>
              <a:buChar char="•"/>
            </a:pPr>
            <a:r>
              <a:rPr lang="ja-JP" altLang="en-US" sz="1200">
                <a:solidFill>
                  <a:srgbClr val="404040"/>
                </a:solidFill>
                <a:latin typeface="Yu Gothic UI"/>
                <a:ea typeface="Yu Gothic UI"/>
              </a:rPr>
              <a:t>コードの説明やドキュメント作成を支援</a:t>
            </a:r>
          </a:p>
        </p:txBody>
      </p:sp>
      <p:sp>
        <p:nvSpPr>
          <p:cNvPr id="17" name="Card43"/>
          <p:cNvSpPr/>
          <p:nvPr/>
        </p:nvSpPr>
        <p:spPr>
          <a:xfrm>
            <a:off x="6574410" y="5245352"/>
            <a:ext cx="4740098" cy="1268360"/>
          </a:xfrm>
          <a:prstGeom prst="roundRect">
            <a:avLst>
              <a:gd name="adj" fmla="val 4000"/>
            </a:avLst>
          </a:prstGeom>
          <a:noFill/>
          <a:ln w="9525">
            <a:noFill/>
          </a:ln>
        </p:spPr>
        <p:txBody>
          <a:bodyPr wrap="square" lIns="118872" tIns="82296" rIns="109728" bIns="64008" anchor="t">
            <a:normAutofit/>
          </a:bodyPr>
          <a:lstStyle/>
          <a:p>
            <a:pPr>
              <a:spcAft>
                <a:spcPts val="500"/>
              </a:spcAft>
            </a:pPr>
            <a:r>
              <a:rPr lang="ja-JP" altLang="en-US" sz="1600" b="1">
                <a:solidFill>
                  <a:srgbClr val="262626"/>
                </a:solidFill>
                <a:latin typeface="Yu Gothic UI"/>
                <a:ea typeface="Yu Gothic UI"/>
              </a:rPr>
              <a:t>管理とガバナンス</a:t>
            </a:r>
          </a:p>
          <a:p>
            <a:pPr marL="171450" indent="-171450">
              <a:spcBef>
                <a:spcPts val="400"/>
              </a:spcBef>
              <a:buFont typeface="Arial"/>
              <a:buChar char="•"/>
            </a:pPr>
            <a:r>
              <a:rPr lang="ja-JP" altLang="en-US" sz="1200">
                <a:solidFill>
                  <a:srgbClr val="404040"/>
                </a:solidFill>
                <a:latin typeface="Yu Gothic UI"/>
                <a:ea typeface="Yu Gothic UI"/>
              </a:rPr>
              <a:t>組織・チーム単位でライセンスと機能を管理</a:t>
            </a:r>
          </a:p>
          <a:p>
            <a:pPr marL="171450" indent="-171450">
              <a:spcBef>
                <a:spcPts val="400"/>
              </a:spcBef>
              <a:buFont typeface="Arial"/>
              <a:buChar char="•"/>
            </a:pPr>
            <a:r>
              <a:rPr lang="ja-JP" altLang="en-US" sz="1200">
                <a:solidFill>
                  <a:srgbClr val="404040"/>
                </a:solidFill>
                <a:latin typeface="Yu Gothic UI"/>
                <a:ea typeface="Yu Gothic UI"/>
              </a:rPr>
              <a:t>パブリックコードとの一致をブロックする設定</a:t>
            </a:r>
          </a:p>
          <a:p>
            <a:pPr marL="171450" indent="-171450">
              <a:spcBef>
                <a:spcPts val="400"/>
              </a:spcBef>
              <a:buFont typeface="Arial"/>
              <a:buChar char="•"/>
            </a:pPr>
            <a:r>
              <a:rPr lang="ja-JP" altLang="en-US" sz="1200">
                <a:solidFill>
                  <a:srgbClr val="404040"/>
                </a:solidFill>
                <a:latin typeface="Yu Gothic UI"/>
                <a:ea typeface="Yu Gothic UI"/>
              </a:rPr>
              <a:t>監査ログやポリシーで安全な利用を担保</a:t>
            </a:r>
          </a:p>
        </p:txBody>
      </p:sp>
      <p:sp>
        <p:nvSpPr>
          <p:cNvPr id="19" name="テキスト ボックス 18">
            <a:extLst>
              <a:ext uri="{FF2B5EF4-FFF2-40B4-BE49-F238E27FC236}">
                <a16:creationId xmlns:a16="http://schemas.microsoft.com/office/drawing/2014/main" id="{78641A0D-4448-AA93-F807-240D971C4B84}"/>
              </a:ext>
            </a:extLst>
          </p:cNvPr>
          <p:cNvSpPr txBox="1"/>
          <p:nvPr/>
        </p:nvSpPr>
        <p:spPr>
          <a:xfrm>
            <a:off x="1779936" y="4694229"/>
            <a:ext cx="3125755" cy="523220"/>
          </a:xfrm>
          <a:prstGeom prst="rect">
            <a:avLst/>
          </a:prstGeom>
          <a:noFill/>
        </p:spPr>
        <p:txBody>
          <a:bodyPr wrap="square" rtlCol="0">
            <a:spAutoFit/>
          </a:bodyPr>
          <a:lstStyle/>
          <a:p>
            <a:pPr algn="ctr" fontAlgn="base">
              <a:spcBef>
                <a:spcPct val="0"/>
              </a:spcBef>
              <a:spcAft>
                <a:spcPct val="0"/>
              </a:spcAft>
              <a:defRPr/>
            </a:pPr>
            <a:r>
              <a:rPr kumimoji="1" lang="en-US" altLang="ja-JP" sz="2800" b="1" dirty="0">
                <a:solidFill>
                  <a:srgbClr val="000000"/>
                </a:solidFill>
                <a:latin typeface="Yu Gothic UI" panose="020B0500000000000000" pitchFamily="34" charset="-128"/>
                <a:ea typeface="Yu Gothic UI" panose="020B0500000000000000" pitchFamily="34" charset="-128"/>
              </a:rPr>
              <a:t>GitHub Copilot</a:t>
            </a:r>
          </a:p>
        </p:txBody>
      </p:sp>
      <p:pic>
        <p:nvPicPr>
          <p:cNvPr id="11" name="Picture 8">
            <a:extLst>
              <a:ext uri="{FF2B5EF4-FFF2-40B4-BE49-F238E27FC236}">
                <a16:creationId xmlns:a16="http://schemas.microsoft.com/office/drawing/2014/main" id="{C34DC404-C444-5F43-154A-D7FE8BDC74A2}"/>
              </a:ext>
              <a:ext uri="{C183D7F6-B498-43B3-948B-1728B52AA6E4}">
                <adec:decorative xmlns:adec="http://schemas.microsoft.com/office/drawing/2017/decorative" val="1"/>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2891137" y="3761912"/>
            <a:ext cx="1009917" cy="834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7572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90630-27B3-296B-C74A-DA606E30AF9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D449F37F-8CDC-DB8B-323E-A8BBF4F32DE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GitHub </a:t>
            </a:r>
            <a:r>
              <a:rPr lang="ja-JP" altLang="en-US" sz="2000" b="1">
                <a:solidFill>
                  <a:srgbClr val="1F2937"/>
                </a:solidFill>
                <a:latin typeface="Yu Gothic" pitchFamily="34" charset="0"/>
                <a:ea typeface="Yu Gothic" pitchFamily="34" charset="-122"/>
                <a:cs typeface="Yu Gothic" pitchFamily="34" charset="-120"/>
              </a:rPr>
              <a:t>の基本的な機能</a:t>
            </a:r>
            <a:endParaRPr lang="en-US" altLang="ja-JP" sz="2000" dirty="0"/>
          </a:p>
        </p:txBody>
      </p:sp>
      <p:sp>
        <p:nvSpPr>
          <p:cNvPr id="2" name="正方形/長方形 1">
            <a:extLst>
              <a:ext uri="{FF2B5EF4-FFF2-40B4-BE49-F238E27FC236}">
                <a16:creationId xmlns:a16="http://schemas.microsoft.com/office/drawing/2014/main" id="{340A67F4-B037-4B1E-E2D2-3328616A9A48}"/>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10</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E99CD612-41D8-5A4A-63C7-49DAA2C9F18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D00001C8-FAD0-3475-D24A-085DA2CC44EA}"/>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lvl="0" indent="0">
              <a:buNone/>
            </a:pPr>
            <a:r>
              <a:rPr lang="en-US" altLang="ja-JP" sz="2000" dirty="0">
                <a:ea typeface="Meiryo"/>
                <a:cs typeface="Meiryo"/>
                <a:sym typeface="Meiryo"/>
              </a:rPr>
              <a:t>GitHub</a:t>
            </a:r>
            <a:r>
              <a:rPr lang="ja-JP" altLang="en-US" sz="2000">
                <a:ea typeface="Meiryo"/>
                <a:cs typeface="Meiryo"/>
                <a:sym typeface="Meiryo"/>
              </a:rPr>
              <a:t>はソフトウェア開発プラットフォームです。ソフトウェア開発における、ソフトウェア品質と開発スピードの向上をサポートします。</a:t>
            </a:r>
            <a:endParaRPr lang="ja-JP" altLang="en-US" sz="2000" dirty="0">
              <a:ea typeface="Meiryo"/>
              <a:cs typeface="Meiryo"/>
              <a:sym typeface="Meiryo"/>
            </a:endParaRPr>
          </a:p>
        </p:txBody>
      </p:sp>
      <p:sp>
        <p:nvSpPr>
          <p:cNvPr id="6" name="字幕 1">
            <a:extLst>
              <a:ext uri="{FF2B5EF4-FFF2-40B4-BE49-F238E27FC236}">
                <a16:creationId xmlns:a16="http://schemas.microsoft.com/office/drawing/2014/main" id="{9B84E714-0F39-531C-E833-57EBE49E5606}"/>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grpSp>
        <p:nvGrpSpPr>
          <p:cNvPr id="5" name="グループ化 4">
            <a:extLst>
              <a:ext uri="{FF2B5EF4-FFF2-40B4-BE49-F238E27FC236}">
                <a16:creationId xmlns:a16="http://schemas.microsoft.com/office/drawing/2014/main" id="{CFBC4D52-B75F-6BD8-DA46-48D0DB62BB58}"/>
              </a:ext>
            </a:extLst>
          </p:cNvPr>
          <p:cNvGrpSpPr/>
          <p:nvPr/>
        </p:nvGrpSpPr>
        <p:grpSpPr>
          <a:xfrm>
            <a:off x="488859" y="2022012"/>
            <a:ext cx="2626673" cy="2557551"/>
            <a:chOff x="3744681" y="1628713"/>
            <a:chExt cx="4495404" cy="4495404"/>
          </a:xfrm>
        </p:grpSpPr>
        <p:grpSp>
          <p:nvGrpSpPr>
            <p:cNvPr id="7" name="Group 14">
              <a:extLst>
                <a:ext uri="{FF2B5EF4-FFF2-40B4-BE49-F238E27FC236}">
                  <a16:creationId xmlns:a16="http://schemas.microsoft.com/office/drawing/2014/main" id="{083E16EB-F989-058A-47E3-C71B557FF5D9}"/>
                </a:ext>
              </a:extLst>
            </p:cNvPr>
            <p:cNvGrpSpPr/>
            <p:nvPr/>
          </p:nvGrpSpPr>
          <p:grpSpPr>
            <a:xfrm>
              <a:off x="3744681" y="1628713"/>
              <a:ext cx="4495404" cy="4495404"/>
              <a:chOff x="3818689" y="1625823"/>
              <a:chExt cx="4495404" cy="4495404"/>
            </a:xfrm>
          </p:grpSpPr>
          <p:pic>
            <p:nvPicPr>
              <p:cNvPr id="56" name="Graphic 7">
                <a:extLst>
                  <a:ext uri="{FF2B5EF4-FFF2-40B4-BE49-F238E27FC236}">
                    <a16:creationId xmlns:a16="http://schemas.microsoft.com/office/drawing/2014/main" id="{EA98FC3D-F4AA-12CF-6293-A675569CE3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49026" y="1727168"/>
                <a:ext cx="4234729" cy="4292715"/>
              </a:xfrm>
              <a:prstGeom prst="rect">
                <a:avLst/>
              </a:prstGeom>
            </p:spPr>
          </p:pic>
          <p:sp>
            <p:nvSpPr>
              <p:cNvPr id="57" name="Google Shape;955;p211">
                <a:extLst>
                  <a:ext uri="{FF2B5EF4-FFF2-40B4-BE49-F238E27FC236}">
                    <a16:creationId xmlns:a16="http://schemas.microsoft.com/office/drawing/2014/main" id="{12CB59D3-1DC1-0329-178F-B3F61DE8FDD2}"/>
                  </a:ext>
                </a:extLst>
              </p:cNvPr>
              <p:cNvSpPr/>
              <p:nvPr/>
            </p:nvSpPr>
            <p:spPr>
              <a:xfrm>
                <a:off x="3818689" y="1625823"/>
                <a:ext cx="4495404" cy="4495404"/>
              </a:xfrm>
              <a:prstGeom prst="ellipse">
                <a:avLst/>
              </a:prstGeom>
              <a:noFill/>
              <a:ln w="9525" cap="flat" cmpd="sng">
                <a:solidFill>
                  <a:schemeClr val="tx2"/>
                </a:solidFill>
                <a:prstDash val="sysDot"/>
                <a:round/>
                <a:headEnd type="none" w="sm" len="sm"/>
                <a:tailEnd type="none" w="sm" len="sm"/>
              </a:ln>
            </p:spPr>
            <p:txBody>
              <a:bodyPr spcFirstLastPara="1" wrap="square" lIns="0" tIns="0" rIns="0" bIns="0" anchor="t" anchorCtr="0">
                <a:noAutofit/>
              </a:bodyPr>
              <a:lstStyle/>
              <a:p>
                <a:pPr>
                  <a:buSzPts val="3600"/>
                </a:pPr>
                <a:endParaRPr>
                  <a:ea typeface="Meiryo" panose="020B0604030504040204" pitchFamily="34" charset="-128"/>
                </a:endParaRPr>
              </a:p>
            </p:txBody>
          </p:sp>
        </p:grpSp>
        <p:sp>
          <p:nvSpPr>
            <p:cNvPr id="8" name="Google Shape;963;p211">
              <a:extLst>
                <a:ext uri="{FF2B5EF4-FFF2-40B4-BE49-F238E27FC236}">
                  <a16:creationId xmlns:a16="http://schemas.microsoft.com/office/drawing/2014/main" id="{E19B271C-511F-304D-8A3F-DB37CE52F50E}"/>
                </a:ext>
              </a:extLst>
            </p:cNvPr>
            <p:cNvSpPr/>
            <p:nvPr/>
          </p:nvSpPr>
          <p:spPr>
            <a:xfrm>
              <a:off x="5000756" y="5438298"/>
              <a:ext cx="675284" cy="188168"/>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0" tIns="0" rIns="0" bIns="0" anchor="t" anchorCtr="0">
              <a:noAutofit/>
            </a:bodyPr>
            <a:lstStyle/>
            <a:p>
              <a:pPr algn="ctr">
                <a:buClr>
                  <a:srgbClr val="FFFFFF"/>
                </a:buClr>
                <a:buSzPts val="2600"/>
              </a:pPr>
              <a:r>
                <a:rPr lang="ja-JP" altLang="en-US" sz="1200">
                  <a:ea typeface="Meiryo" panose="020B0604030504040204" pitchFamily="34" charset="-128"/>
                  <a:cs typeface="Helvetica Neue"/>
                  <a:sym typeface="Helvetica Neue"/>
                </a:rPr>
                <a:t>監視</a:t>
              </a:r>
              <a:endParaRPr lang="ja-JP" altLang="en-US" sz="800">
                <a:ea typeface="Meiryo" panose="020B0604030504040204" pitchFamily="34" charset="-128"/>
              </a:endParaRPr>
            </a:p>
          </p:txBody>
        </p:sp>
        <p:sp>
          <p:nvSpPr>
            <p:cNvPr id="10" name="Google Shape;966;p211">
              <a:extLst>
                <a:ext uri="{FF2B5EF4-FFF2-40B4-BE49-F238E27FC236}">
                  <a16:creationId xmlns:a16="http://schemas.microsoft.com/office/drawing/2014/main" id="{CC7301B4-2E6D-BB63-2899-CD76B012332F}"/>
                </a:ext>
              </a:extLst>
            </p:cNvPr>
            <p:cNvSpPr/>
            <p:nvPr/>
          </p:nvSpPr>
          <p:spPr>
            <a:xfrm>
              <a:off x="3921846" y="4618372"/>
              <a:ext cx="971887" cy="124092"/>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0" tIns="0" rIns="0" bIns="0" anchor="t" anchorCtr="0">
              <a:noAutofit/>
            </a:bodyPr>
            <a:lstStyle/>
            <a:p>
              <a:pPr algn="ctr">
                <a:buClr>
                  <a:srgbClr val="FFFFFF"/>
                </a:buClr>
                <a:buSzPts val="2600"/>
              </a:pPr>
              <a:r>
                <a:rPr lang="en-US" sz="1200" err="1">
                  <a:ea typeface="Meiryo" panose="020B0604030504040204" pitchFamily="34" charset="-128"/>
                  <a:cs typeface="Segoe UI Historic" panose="020B0502040204020203" pitchFamily="34" charset="0"/>
                  <a:sym typeface="Helvetica Neue"/>
                </a:rPr>
                <a:t>プラン</a:t>
              </a:r>
              <a:endParaRPr sz="800">
                <a:ea typeface="Meiryo" panose="020B0604030504040204" pitchFamily="34" charset="-128"/>
                <a:cs typeface="Segoe UI Historic" panose="020B0502040204020203" pitchFamily="34" charset="0"/>
              </a:endParaRPr>
            </a:p>
          </p:txBody>
        </p:sp>
        <p:sp>
          <p:nvSpPr>
            <p:cNvPr id="12" name="Google Shape;969;p211">
              <a:extLst>
                <a:ext uri="{FF2B5EF4-FFF2-40B4-BE49-F238E27FC236}">
                  <a16:creationId xmlns:a16="http://schemas.microsoft.com/office/drawing/2014/main" id="{3C1BF7F7-C1AD-0CDD-869B-EB492CC35422}"/>
                </a:ext>
              </a:extLst>
            </p:cNvPr>
            <p:cNvSpPr/>
            <p:nvPr/>
          </p:nvSpPr>
          <p:spPr>
            <a:xfrm>
              <a:off x="4944160" y="2437209"/>
              <a:ext cx="978023" cy="149124"/>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0" tIns="0" rIns="0" bIns="0" anchor="t" anchorCtr="0">
              <a:noAutofit/>
            </a:bodyPr>
            <a:lstStyle/>
            <a:p>
              <a:pPr algn="ctr">
                <a:buClr>
                  <a:srgbClr val="FFFFFF"/>
                </a:buClr>
                <a:buSzPts val="2600"/>
              </a:pPr>
              <a:r>
                <a:rPr lang="en-US" sz="1200" err="1">
                  <a:ea typeface="Meiryo" panose="020B0604030504040204" pitchFamily="34" charset="-128"/>
                  <a:cs typeface="Helvetica Neue"/>
                  <a:sym typeface="Helvetica Neue"/>
                </a:rPr>
                <a:t>ビルド</a:t>
              </a:r>
              <a:endParaRPr sz="800">
                <a:ea typeface="Meiryo" panose="020B0604030504040204" pitchFamily="34" charset="-128"/>
              </a:endParaRPr>
            </a:p>
          </p:txBody>
        </p:sp>
        <p:sp>
          <p:nvSpPr>
            <p:cNvPr id="13" name="Google Shape;972;p211">
              <a:extLst>
                <a:ext uri="{FF2B5EF4-FFF2-40B4-BE49-F238E27FC236}">
                  <a16:creationId xmlns:a16="http://schemas.microsoft.com/office/drawing/2014/main" id="{D0AEF198-A30A-7C86-4BD3-73108DE71761}"/>
                </a:ext>
              </a:extLst>
            </p:cNvPr>
            <p:cNvSpPr/>
            <p:nvPr/>
          </p:nvSpPr>
          <p:spPr>
            <a:xfrm>
              <a:off x="6175648" y="2494951"/>
              <a:ext cx="1029546" cy="200090"/>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0" tIns="0" rIns="0" bIns="0" anchor="t" anchorCtr="0">
              <a:noAutofit/>
            </a:bodyPr>
            <a:lstStyle/>
            <a:p>
              <a:pPr algn="ctr">
                <a:buClr>
                  <a:srgbClr val="FFFFFF"/>
                </a:buClr>
                <a:buSzPts val="2600"/>
              </a:pPr>
              <a:r>
                <a:rPr lang="en-US" sz="1200" err="1">
                  <a:ea typeface="Meiryo" panose="020B0604030504040204" pitchFamily="34" charset="-128"/>
                  <a:cs typeface="Helvetica Neue"/>
                  <a:sym typeface="Helvetica Neue"/>
                </a:rPr>
                <a:t>テスト</a:t>
              </a:r>
              <a:endParaRPr sz="800">
                <a:ea typeface="Meiryo" panose="020B0604030504040204" pitchFamily="34" charset="-128"/>
              </a:endParaRPr>
            </a:p>
          </p:txBody>
        </p:sp>
        <p:sp>
          <p:nvSpPr>
            <p:cNvPr id="14" name="Google Shape;975;p211">
              <a:extLst>
                <a:ext uri="{FF2B5EF4-FFF2-40B4-BE49-F238E27FC236}">
                  <a16:creationId xmlns:a16="http://schemas.microsoft.com/office/drawing/2014/main" id="{416B7D52-8031-828E-CEB1-B7962CE3023D}"/>
                </a:ext>
              </a:extLst>
            </p:cNvPr>
            <p:cNvSpPr/>
            <p:nvPr/>
          </p:nvSpPr>
          <p:spPr>
            <a:xfrm>
              <a:off x="6917255" y="3370047"/>
              <a:ext cx="1285029" cy="160474"/>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0" tIns="0" rIns="0" bIns="0" anchor="t" anchorCtr="0">
              <a:noAutofit/>
            </a:bodyPr>
            <a:lstStyle/>
            <a:p>
              <a:pPr algn="ctr">
                <a:buClr>
                  <a:srgbClr val="FFFFFF"/>
                </a:buClr>
                <a:buSzPts val="2600"/>
              </a:pPr>
              <a:r>
                <a:rPr lang="en-US" sz="1200" err="1">
                  <a:ea typeface="Meiryo" panose="020B0604030504040204" pitchFamily="34" charset="-128"/>
                  <a:cs typeface="Helvetica Neue"/>
                  <a:sym typeface="Helvetica Neue"/>
                </a:rPr>
                <a:t>リリース</a:t>
              </a:r>
              <a:endParaRPr sz="800">
                <a:ea typeface="Meiryo" panose="020B0604030504040204" pitchFamily="34" charset="-128"/>
              </a:endParaRPr>
            </a:p>
          </p:txBody>
        </p:sp>
        <p:sp>
          <p:nvSpPr>
            <p:cNvPr id="18" name="Google Shape;978;p211">
              <a:extLst>
                <a:ext uri="{FF2B5EF4-FFF2-40B4-BE49-F238E27FC236}">
                  <a16:creationId xmlns:a16="http://schemas.microsoft.com/office/drawing/2014/main" id="{D409AA94-A907-4416-25DD-68CB272E5C29}"/>
                </a:ext>
              </a:extLst>
            </p:cNvPr>
            <p:cNvSpPr/>
            <p:nvPr/>
          </p:nvSpPr>
          <p:spPr>
            <a:xfrm>
              <a:off x="6866788" y="4634272"/>
              <a:ext cx="1277954" cy="267355"/>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0" tIns="0" rIns="0" bIns="0" anchor="t" anchorCtr="0">
              <a:noAutofit/>
            </a:bodyPr>
            <a:lstStyle/>
            <a:p>
              <a:pPr algn="ctr">
                <a:buClr>
                  <a:srgbClr val="FFFFFF"/>
                </a:buClr>
                <a:buSzPts val="2600"/>
              </a:pPr>
              <a:r>
                <a:rPr lang="en-US" sz="1200" err="1">
                  <a:ea typeface="Meiryo" panose="020B0604030504040204" pitchFamily="34" charset="-128"/>
                  <a:cs typeface="Helvetica Neue"/>
                  <a:sym typeface="Helvetica Neue"/>
                </a:rPr>
                <a:t>デプロイ</a:t>
              </a:r>
              <a:endParaRPr sz="800">
                <a:ea typeface="Meiryo" panose="020B0604030504040204" pitchFamily="34" charset="-128"/>
              </a:endParaRPr>
            </a:p>
          </p:txBody>
        </p:sp>
        <p:sp>
          <p:nvSpPr>
            <p:cNvPr id="20" name="Google Shape;981;p211">
              <a:extLst>
                <a:ext uri="{FF2B5EF4-FFF2-40B4-BE49-F238E27FC236}">
                  <a16:creationId xmlns:a16="http://schemas.microsoft.com/office/drawing/2014/main" id="{3404D8BF-36C9-EFEF-8303-F3EEC3F0748C}"/>
                </a:ext>
              </a:extLst>
            </p:cNvPr>
            <p:cNvSpPr/>
            <p:nvPr/>
          </p:nvSpPr>
          <p:spPr>
            <a:xfrm>
              <a:off x="6304578" y="5519170"/>
              <a:ext cx="675284" cy="188168"/>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0" tIns="0" rIns="0" bIns="0" anchor="t" anchorCtr="0">
              <a:noAutofit/>
            </a:bodyPr>
            <a:lstStyle/>
            <a:p>
              <a:pPr algn="ctr">
                <a:buClr>
                  <a:srgbClr val="FFFFFF"/>
                </a:buClr>
                <a:buSzPts val="2600"/>
              </a:pPr>
              <a:r>
                <a:rPr lang="en-US" sz="1200" err="1">
                  <a:ea typeface="Meiryo" panose="020B0604030504040204" pitchFamily="34" charset="-128"/>
                  <a:cs typeface="Helvetica Neue"/>
                  <a:sym typeface="Helvetica Neue"/>
                </a:rPr>
                <a:t>運用</a:t>
              </a:r>
              <a:endParaRPr sz="800">
                <a:ea typeface="Meiryo" panose="020B0604030504040204" pitchFamily="34" charset="-128"/>
              </a:endParaRPr>
            </a:p>
          </p:txBody>
        </p:sp>
        <p:sp>
          <p:nvSpPr>
            <p:cNvPr id="21" name="Google Shape;983;p211">
              <a:extLst>
                <a:ext uri="{FF2B5EF4-FFF2-40B4-BE49-F238E27FC236}">
                  <a16:creationId xmlns:a16="http://schemas.microsoft.com/office/drawing/2014/main" id="{290B1B7A-3A8B-863F-0B29-75DDDD838B11}"/>
                </a:ext>
              </a:extLst>
            </p:cNvPr>
            <p:cNvSpPr/>
            <p:nvPr/>
          </p:nvSpPr>
          <p:spPr>
            <a:xfrm>
              <a:off x="3962362" y="3395522"/>
              <a:ext cx="837487" cy="124092"/>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0" tIns="0" rIns="0" bIns="0" anchor="t" anchorCtr="0">
              <a:noAutofit/>
            </a:bodyPr>
            <a:lstStyle/>
            <a:p>
              <a:pPr algn="ctr">
                <a:buClr>
                  <a:srgbClr val="FFFFFF"/>
                </a:buClr>
                <a:buSzPts val="2600"/>
              </a:pPr>
              <a:r>
                <a:rPr lang="en-US" sz="1200" err="1">
                  <a:ea typeface="Meiryo" panose="020B0604030504040204" pitchFamily="34" charset="-128"/>
                  <a:cs typeface="Helvetica Neue"/>
                  <a:sym typeface="Helvetica Neue"/>
                </a:rPr>
                <a:t>コード</a:t>
              </a:r>
              <a:endParaRPr sz="800">
                <a:ea typeface="Meiryo" panose="020B0604030504040204" pitchFamily="34" charset="-128"/>
              </a:endParaRPr>
            </a:p>
          </p:txBody>
        </p:sp>
        <p:pic>
          <p:nvPicPr>
            <p:cNvPr id="22" name="Google Shape;985;p211" descr="Image">
              <a:extLst>
                <a:ext uri="{FF2B5EF4-FFF2-40B4-BE49-F238E27FC236}">
                  <a16:creationId xmlns:a16="http://schemas.microsoft.com/office/drawing/2014/main" id="{9A062767-CC9A-850C-0BB3-06BF7E9A4B3A}"/>
                </a:ext>
              </a:extLst>
            </p:cNvPr>
            <p:cNvPicPr preferRelativeResize="0"/>
            <p:nvPr/>
          </p:nvPicPr>
          <p:blipFill rotWithShape="1">
            <a:blip r:embed="rId4">
              <a:alphaModFix/>
              <a:extLst>
                <a:ext uri="{BEBA8EAE-BF5A-486C-A8C5-ECC9F3942E4B}">
                  <a14:imgProps xmlns:a14="http://schemas.microsoft.com/office/drawing/2010/main">
                    <a14:imgLayer r:embed="rId5">
                      <a14:imgEffect>
                        <a14:brightnessContrast bright="-100000"/>
                      </a14:imgEffect>
                    </a14:imgLayer>
                  </a14:imgProps>
                </a:ext>
              </a:extLst>
            </a:blip>
            <a:srcRect/>
            <a:stretch/>
          </p:blipFill>
          <p:spPr>
            <a:xfrm>
              <a:off x="5482918" y="3344487"/>
              <a:ext cx="1054289" cy="1034396"/>
            </a:xfrm>
            <a:prstGeom prst="rect">
              <a:avLst/>
            </a:prstGeom>
            <a:noFill/>
            <a:ln>
              <a:noFill/>
            </a:ln>
          </p:spPr>
        </p:pic>
        <p:grpSp>
          <p:nvGrpSpPr>
            <p:cNvPr id="23" name="Group 4">
              <a:extLst>
                <a:ext uri="{FF2B5EF4-FFF2-40B4-BE49-F238E27FC236}">
                  <a16:creationId xmlns:a16="http://schemas.microsoft.com/office/drawing/2014/main" id="{FCFD07C5-D429-6BC0-3013-D3A26B541C74}"/>
                </a:ext>
              </a:extLst>
            </p:cNvPr>
            <p:cNvGrpSpPr/>
            <p:nvPr/>
          </p:nvGrpSpPr>
          <p:grpSpPr>
            <a:xfrm>
              <a:off x="4209262" y="3049840"/>
              <a:ext cx="397684" cy="253214"/>
              <a:chOff x="3896158" y="1699496"/>
              <a:chExt cx="397684" cy="253214"/>
            </a:xfrm>
          </p:grpSpPr>
          <p:sp>
            <p:nvSpPr>
              <p:cNvPr id="54" name="Freeform: Shape 45">
                <a:extLst>
                  <a:ext uri="{FF2B5EF4-FFF2-40B4-BE49-F238E27FC236}">
                    <a16:creationId xmlns:a16="http://schemas.microsoft.com/office/drawing/2014/main" id="{47F11126-175A-91A3-34BD-377C66A5EA75}"/>
                  </a:ext>
                </a:extLst>
              </p:cNvPr>
              <p:cNvSpPr/>
              <p:nvPr/>
            </p:nvSpPr>
            <p:spPr>
              <a:xfrm>
                <a:off x="3896158" y="1699878"/>
                <a:ext cx="143871" cy="247459"/>
              </a:xfrm>
              <a:custGeom>
                <a:avLst/>
                <a:gdLst>
                  <a:gd name="connsiteX0" fmla="*/ 146150 w 143871"/>
                  <a:gd name="connsiteY0" fmla="*/ 22842 h 247458"/>
                  <a:gd name="connsiteX1" fmla="*/ 125890 w 143871"/>
                  <a:gd name="connsiteY1" fmla="*/ 2581 h 247458"/>
                  <a:gd name="connsiteX2" fmla="*/ 2581 w 143871"/>
                  <a:gd name="connsiteY2" fmla="*/ 125890 h 247458"/>
                  <a:gd name="connsiteX3" fmla="*/ 125986 w 143871"/>
                  <a:gd name="connsiteY3" fmla="*/ 249296 h 247458"/>
                  <a:gd name="connsiteX4" fmla="*/ 146344 w 143871"/>
                  <a:gd name="connsiteY4" fmla="*/ 228938 h 247458"/>
                  <a:gd name="connsiteX5" fmla="*/ 43199 w 143871"/>
                  <a:gd name="connsiteY5" fmla="*/ 125793 h 247458"/>
                  <a:gd name="connsiteX6" fmla="*/ 146150 w 143871"/>
                  <a:gd name="connsiteY6" fmla="*/ 22842 h 247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3871" h="247458">
                    <a:moveTo>
                      <a:pt x="146150" y="22842"/>
                    </a:moveTo>
                    <a:lnTo>
                      <a:pt x="125890" y="2581"/>
                    </a:lnTo>
                    <a:lnTo>
                      <a:pt x="2581" y="125890"/>
                    </a:lnTo>
                    <a:lnTo>
                      <a:pt x="125986" y="249296"/>
                    </a:lnTo>
                    <a:lnTo>
                      <a:pt x="146344" y="228938"/>
                    </a:lnTo>
                    <a:lnTo>
                      <a:pt x="43199" y="125793"/>
                    </a:lnTo>
                    <a:lnTo>
                      <a:pt x="146150" y="22842"/>
                    </a:lnTo>
                    <a:close/>
                  </a:path>
                </a:pathLst>
              </a:custGeom>
              <a:solidFill>
                <a:srgbClr val="0078D4"/>
              </a:solidFill>
              <a:ln w="5695" cap="flat">
                <a:noFill/>
                <a:prstDash val="solid"/>
                <a:miter/>
              </a:ln>
            </p:spPr>
            <p:txBody>
              <a:bodyPr rtlCol="0" anchor="ctr"/>
              <a:lstStyle/>
              <a:p>
                <a:endParaRPr lang="en-US">
                  <a:ea typeface="Meiryo" panose="020B0604030504040204" pitchFamily="34" charset="-128"/>
                </a:endParaRPr>
              </a:p>
            </p:txBody>
          </p:sp>
          <p:sp>
            <p:nvSpPr>
              <p:cNvPr id="55" name="Freeform: Shape 46">
                <a:extLst>
                  <a:ext uri="{FF2B5EF4-FFF2-40B4-BE49-F238E27FC236}">
                    <a16:creationId xmlns:a16="http://schemas.microsoft.com/office/drawing/2014/main" id="{A3278839-29DF-3DB2-F44F-722F061562B7}"/>
                  </a:ext>
                </a:extLst>
              </p:cNvPr>
              <p:cNvSpPr/>
              <p:nvPr/>
            </p:nvSpPr>
            <p:spPr>
              <a:xfrm>
                <a:off x="4144216" y="1699496"/>
                <a:ext cx="149626" cy="253214"/>
              </a:xfrm>
              <a:custGeom>
                <a:avLst/>
                <a:gdLst>
                  <a:gd name="connsiteX0" fmla="*/ 3259 w 149626"/>
                  <a:gd name="connsiteY0" fmla="*/ 230780 h 253213"/>
                  <a:gd name="connsiteX1" fmla="*/ 23520 w 149626"/>
                  <a:gd name="connsiteY1" fmla="*/ 251040 h 253213"/>
                  <a:gd name="connsiteX2" fmla="*/ 147410 w 149626"/>
                  <a:gd name="connsiteY2" fmla="*/ 127150 h 253213"/>
                  <a:gd name="connsiteX3" fmla="*/ 22841 w 149626"/>
                  <a:gd name="connsiteY3" fmla="*/ 2581 h 253213"/>
                  <a:gd name="connsiteX4" fmla="*/ 2581 w 149626"/>
                  <a:gd name="connsiteY4" fmla="*/ 22939 h 253213"/>
                  <a:gd name="connsiteX5" fmla="*/ 106792 w 149626"/>
                  <a:gd name="connsiteY5" fmla="*/ 127150 h 253213"/>
                  <a:gd name="connsiteX6" fmla="*/ 3259 w 149626"/>
                  <a:gd name="connsiteY6" fmla="*/ 230780 h 253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626" h="253213">
                    <a:moveTo>
                      <a:pt x="3259" y="230780"/>
                    </a:moveTo>
                    <a:lnTo>
                      <a:pt x="23520" y="251040"/>
                    </a:lnTo>
                    <a:lnTo>
                      <a:pt x="147410" y="127150"/>
                    </a:lnTo>
                    <a:lnTo>
                      <a:pt x="22841" y="2581"/>
                    </a:lnTo>
                    <a:lnTo>
                      <a:pt x="2581" y="22939"/>
                    </a:lnTo>
                    <a:lnTo>
                      <a:pt x="106792" y="127150"/>
                    </a:lnTo>
                    <a:lnTo>
                      <a:pt x="3259" y="230780"/>
                    </a:lnTo>
                    <a:close/>
                  </a:path>
                </a:pathLst>
              </a:custGeom>
              <a:solidFill>
                <a:schemeClr val="tx1"/>
              </a:solidFill>
              <a:ln w="5695" cap="flat">
                <a:noFill/>
                <a:prstDash val="solid"/>
                <a:miter/>
              </a:ln>
            </p:spPr>
            <p:txBody>
              <a:bodyPr rtlCol="0" anchor="ctr"/>
              <a:lstStyle/>
              <a:p>
                <a:endParaRPr lang="en-US">
                  <a:ea typeface="Meiryo" panose="020B0604030504040204" pitchFamily="34" charset="-128"/>
                </a:endParaRPr>
              </a:p>
            </p:txBody>
          </p:sp>
        </p:grpSp>
        <p:grpSp>
          <p:nvGrpSpPr>
            <p:cNvPr id="24" name="Group 6">
              <a:extLst>
                <a:ext uri="{FF2B5EF4-FFF2-40B4-BE49-F238E27FC236}">
                  <a16:creationId xmlns:a16="http://schemas.microsoft.com/office/drawing/2014/main" id="{3FAA4C0C-763D-9CBA-A43A-4F45FE8FFB9C}"/>
                </a:ext>
              </a:extLst>
            </p:cNvPr>
            <p:cNvGrpSpPr/>
            <p:nvPr/>
          </p:nvGrpSpPr>
          <p:grpSpPr>
            <a:xfrm>
              <a:off x="6511515" y="2031809"/>
              <a:ext cx="350706" cy="342228"/>
              <a:chOff x="6197149" y="1962701"/>
              <a:chExt cx="350706" cy="342228"/>
            </a:xfrm>
          </p:grpSpPr>
          <p:grpSp>
            <p:nvGrpSpPr>
              <p:cNvPr id="50" name="Group 52" descr="person">
                <a:extLst>
                  <a:ext uri="{FF2B5EF4-FFF2-40B4-BE49-F238E27FC236}">
                    <a16:creationId xmlns:a16="http://schemas.microsoft.com/office/drawing/2014/main" id="{77B4C354-23C3-197A-6E54-CA621592F7D2}"/>
                  </a:ext>
                </a:extLst>
              </p:cNvPr>
              <p:cNvGrpSpPr/>
              <p:nvPr/>
            </p:nvGrpSpPr>
            <p:grpSpPr>
              <a:xfrm>
                <a:off x="6197149" y="1962701"/>
                <a:ext cx="282796" cy="342228"/>
                <a:chOff x="5517875" y="3368919"/>
                <a:chExt cx="233375" cy="282423"/>
              </a:xfrm>
            </p:grpSpPr>
            <p:sp>
              <p:nvSpPr>
                <p:cNvPr id="52" name="Freeform: Shape 53">
                  <a:extLst>
                    <a:ext uri="{FF2B5EF4-FFF2-40B4-BE49-F238E27FC236}">
                      <a16:creationId xmlns:a16="http://schemas.microsoft.com/office/drawing/2014/main" id="{2995FA40-BAD5-227D-6FFA-CBE5FD20CA49}"/>
                    </a:ext>
                  </a:extLst>
                </p:cNvPr>
                <p:cNvSpPr/>
                <p:nvPr/>
              </p:nvSpPr>
              <p:spPr>
                <a:xfrm>
                  <a:off x="5570580" y="3368919"/>
                  <a:ext cx="126834" cy="126834"/>
                </a:xfrm>
                <a:custGeom>
                  <a:avLst/>
                  <a:gdLst>
                    <a:gd name="connsiteX0" fmla="*/ 129210 w 126834"/>
                    <a:gd name="connsiteY0" fmla="*/ 65352 h 126834"/>
                    <a:gd name="connsiteX1" fmla="*/ 65858 w 126834"/>
                    <a:gd name="connsiteY1" fmla="*/ 128703 h 126834"/>
                    <a:gd name="connsiteX2" fmla="*/ 2001 w 126834"/>
                    <a:gd name="connsiteY2" fmla="*/ 65352 h 126834"/>
                    <a:gd name="connsiteX3" fmla="*/ 65858 w 126834"/>
                    <a:gd name="connsiteY3" fmla="*/ 2001 h 126834"/>
                    <a:gd name="connsiteX4" fmla="*/ 129210 w 126834"/>
                    <a:gd name="connsiteY4" fmla="*/ 65352 h 126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834" h="126834">
                      <a:moveTo>
                        <a:pt x="129210" y="65352"/>
                      </a:moveTo>
                      <a:cubicBezTo>
                        <a:pt x="129210" y="100321"/>
                        <a:pt x="100829" y="128703"/>
                        <a:pt x="65858" y="128703"/>
                      </a:cubicBezTo>
                      <a:cubicBezTo>
                        <a:pt x="30889" y="128703"/>
                        <a:pt x="2001" y="100321"/>
                        <a:pt x="2001" y="65352"/>
                      </a:cubicBezTo>
                      <a:cubicBezTo>
                        <a:pt x="2001" y="30382"/>
                        <a:pt x="30382" y="2001"/>
                        <a:pt x="65858" y="2001"/>
                      </a:cubicBezTo>
                      <a:cubicBezTo>
                        <a:pt x="101335" y="2001"/>
                        <a:pt x="129210" y="30382"/>
                        <a:pt x="129210" y="65352"/>
                      </a:cubicBezTo>
                      <a:close/>
                    </a:path>
                  </a:pathLst>
                </a:custGeom>
                <a:solidFill>
                  <a:schemeClr val="tx1"/>
                </a:solidFill>
                <a:ln w="5008" cap="flat">
                  <a:noFill/>
                  <a:prstDash val="solid"/>
                  <a:miter/>
                </a:ln>
              </p:spPr>
              <p:txBody>
                <a:bodyPr rtlCol="0" anchor="ctr"/>
                <a:lstStyle/>
                <a:p>
                  <a:endParaRPr lang="en-US">
                    <a:ea typeface="Meiryo" panose="020B0604030504040204" pitchFamily="34" charset="-128"/>
                  </a:endParaRPr>
                </a:p>
              </p:txBody>
            </p:sp>
            <p:sp>
              <p:nvSpPr>
                <p:cNvPr id="53" name="Freeform: Shape 54">
                  <a:extLst>
                    <a:ext uri="{FF2B5EF4-FFF2-40B4-BE49-F238E27FC236}">
                      <a16:creationId xmlns:a16="http://schemas.microsoft.com/office/drawing/2014/main" id="{9F83990D-CA06-AD6A-F498-485FDDF8A34D}"/>
                    </a:ext>
                  </a:extLst>
                </p:cNvPr>
                <p:cNvSpPr/>
                <p:nvPr/>
              </p:nvSpPr>
              <p:spPr>
                <a:xfrm>
                  <a:off x="5517875" y="3519435"/>
                  <a:ext cx="233375" cy="131907"/>
                </a:xfrm>
                <a:custGeom>
                  <a:avLst/>
                  <a:gdLst>
                    <a:gd name="connsiteX0" fmla="*/ 118060 w 233374"/>
                    <a:gd name="connsiteY0" fmla="*/ 2001 h 131907"/>
                    <a:gd name="connsiteX1" fmla="*/ 234119 w 233374"/>
                    <a:gd name="connsiteY1" fmla="*/ 118059 h 131907"/>
                    <a:gd name="connsiteX2" fmla="*/ 234119 w 233374"/>
                    <a:gd name="connsiteY2" fmla="*/ 132250 h 131907"/>
                    <a:gd name="connsiteX3" fmla="*/ 2001 w 233374"/>
                    <a:gd name="connsiteY3" fmla="*/ 132250 h 131907"/>
                    <a:gd name="connsiteX4" fmla="*/ 2001 w 233374"/>
                    <a:gd name="connsiteY4" fmla="*/ 117552 h 131907"/>
                    <a:gd name="connsiteX5" fmla="*/ 118060 w 233374"/>
                    <a:gd name="connsiteY5" fmla="*/ 2001 h 131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374" h="131907">
                      <a:moveTo>
                        <a:pt x="118060" y="2001"/>
                      </a:moveTo>
                      <a:cubicBezTo>
                        <a:pt x="181917" y="2001"/>
                        <a:pt x="234119" y="53695"/>
                        <a:pt x="234119" y="118059"/>
                      </a:cubicBezTo>
                      <a:lnTo>
                        <a:pt x="234119" y="132250"/>
                      </a:lnTo>
                      <a:lnTo>
                        <a:pt x="2001" y="132250"/>
                      </a:lnTo>
                      <a:lnTo>
                        <a:pt x="2001" y="117552"/>
                      </a:lnTo>
                      <a:cubicBezTo>
                        <a:pt x="2001" y="53695"/>
                        <a:pt x="53695" y="2001"/>
                        <a:pt x="118060" y="2001"/>
                      </a:cubicBezTo>
                      <a:close/>
                    </a:path>
                  </a:pathLst>
                </a:custGeom>
                <a:solidFill>
                  <a:schemeClr val="tx1"/>
                </a:solidFill>
                <a:ln w="5008" cap="flat">
                  <a:noFill/>
                  <a:prstDash val="solid"/>
                  <a:miter/>
                </a:ln>
              </p:spPr>
              <p:txBody>
                <a:bodyPr rtlCol="0" anchor="ctr"/>
                <a:lstStyle/>
                <a:p>
                  <a:endParaRPr lang="en-US">
                    <a:ea typeface="Meiryo" panose="020B0604030504040204" pitchFamily="34" charset="-128"/>
                  </a:endParaRPr>
                </a:p>
              </p:txBody>
            </p:sp>
          </p:grpSp>
          <p:sp>
            <p:nvSpPr>
              <p:cNvPr id="51" name="Freeform: Shape 57">
                <a:extLst>
                  <a:ext uri="{FF2B5EF4-FFF2-40B4-BE49-F238E27FC236}">
                    <a16:creationId xmlns:a16="http://schemas.microsoft.com/office/drawing/2014/main" id="{81D4B575-157A-71B3-B416-90A4F8E93E8B}"/>
                  </a:ext>
                </a:extLst>
              </p:cNvPr>
              <p:cNvSpPr/>
              <p:nvPr/>
            </p:nvSpPr>
            <p:spPr>
              <a:xfrm>
                <a:off x="6362843" y="2135534"/>
                <a:ext cx="185012" cy="146289"/>
              </a:xfrm>
              <a:custGeom>
                <a:avLst/>
                <a:gdLst>
                  <a:gd name="connsiteX0" fmla="*/ 164983 w 185012"/>
                  <a:gd name="connsiteY0" fmla="*/ 1431 h 146288"/>
                  <a:gd name="connsiteX1" fmla="*/ 63805 w 185012"/>
                  <a:gd name="connsiteY1" fmla="*/ 102608 h 146288"/>
                  <a:gd name="connsiteX2" fmla="*/ 22899 w 185012"/>
                  <a:gd name="connsiteY2" fmla="*/ 61702 h 146288"/>
                  <a:gd name="connsiteX3" fmla="*/ 1431 w 185012"/>
                  <a:gd name="connsiteY3" fmla="*/ 82155 h 146288"/>
                  <a:gd name="connsiteX4" fmla="*/ 63805 w 185012"/>
                  <a:gd name="connsiteY4" fmla="*/ 145545 h 146288"/>
                  <a:gd name="connsiteX5" fmla="*/ 185436 w 185012"/>
                  <a:gd name="connsiteY5" fmla="*/ 22899 h 146288"/>
                  <a:gd name="connsiteX6" fmla="*/ 164983 w 185012"/>
                  <a:gd name="connsiteY6" fmla="*/ 1431 h 146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012" h="146288">
                    <a:moveTo>
                      <a:pt x="164983" y="1431"/>
                    </a:moveTo>
                    <a:lnTo>
                      <a:pt x="63805" y="102608"/>
                    </a:lnTo>
                    <a:lnTo>
                      <a:pt x="22899" y="61702"/>
                    </a:lnTo>
                    <a:lnTo>
                      <a:pt x="1431" y="82155"/>
                    </a:lnTo>
                    <a:lnTo>
                      <a:pt x="63805" y="145545"/>
                    </a:lnTo>
                    <a:lnTo>
                      <a:pt x="185436" y="22899"/>
                    </a:lnTo>
                    <a:lnTo>
                      <a:pt x="164983" y="1431"/>
                    </a:lnTo>
                    <a:close/>
                  </a:path>
                </a:pathLst>
              </a:custGeom>
              <a:solidFill>
                <a:schemeClr val="tx2"/>
              </a:solidFill>
              <a:ln w="4222" cap="flat">
                <a:noFill/>
                <a:prstDash val="solid"/>
                <a:miter/>
              </a:ln>
            </p:spPr>
            <p:txBody>
              <a:bodyPr rtlCol="0" anchor="ctr"/>
              <a:lstStyle/>
              <a:p>
                <a:endParaRPr lang="en-US">
                  <a:ea typeface="Meiryo" panose="020B0604030504040204" pitchFamily="34" charset="-128"/>
                </a:endParaRPr>
              </a:p>
            </p:txBody>
          </p:sp>
        </p:grpSp>
        <p:grpSp>
          <p:nvGrpSpPr>
            <p:cNvPr id="25" name="Group 8">
              <a:extLst>
                <a:ext uri="{FF2B5EF4-FFF2-40B4-BE49-F238E27FC236}">
                  <a16:creationId xmlns:a16="http://schemas.microsoft.com/office/drawing/2014/main" id="{50D633B7-E773-8194-86D4-17F3A7E45EEA}"/>
                </a:ext>
              </a:extLst>
            </p:cNvPr>
            <p:cNvGrpSpPr/>
            <p:nvPr/>
          </p:nvGrpSpPr>
          <p:grpSpPr>
            <a:xfrm>
              <a:off x="7496468" y="3046553"/>
              <a:ext cx="218398" cy="254796"/>
              <a:chOff x="7799054" y="3144045"/>
              <a:chExt cx="143473" cy="167384"/>
            </a:xfrm>
          </p:grpSpPr>
          <p:sp>
            <p:nvSpPr>
              <p:cNvPr id="45" name="Freeform 13">
                <a:extLst>
                  <a:ext uri="{FF2B5EF4-FFF2-40B4-BE49-F238E27FC236}">
                    <a16:creationId xmlns:a16="http://schemas.microsoft.com/office/drawing/2014/main" id="{DE846540-651F-351D-F40C-DC1A6AF4E470}"/>
                  </a:ext>
                </a:extLst>
              </p:cNvPr>
              <p:cNvSpPr>
                <a:spLocks/>
              </p:cNvSpPr>
              <p:nvPr/>
            </p:nvSpPr>
            <p:spPr bwMode="auto">
              <a:xfrm>
                <a:off x="7799054" y="3144045"/>
                <a:ext cx="143473" cy="167384"/>
              </a:xfrm>
              <a:custGeom>
                <a:avLst/>
                <a:gdLst>
                  <a:gd name="T0" fmla="*/ 114 w 114"/>
                  <a:gd name="T1" fmla="*/ 99 h 133"/>
                  <a:gd name="T2" fmla="*/ 114 w 114"/>
                  <a:gd name="T3" fmla="*/ 34 h 133"/>
                  <a:gd name="T4" fmla="*/ 57 w 114"/>
                  <a:gd name="T5" fmla="*/ 0 h 133"/>
                  <a:gd name="T6" fmla="*/ 0 w 114"/>
                  <a:gd name="T7" fmla="*/ 34 h 133"/>
                  <a:gd name="T8" fmla="*/ 0 w 114"/>
                  <a:gd name="T9" fmla="*/ 99 h 133"/>
                  <a:gd name="T10" fmla="*/ 57 w 114"/>
                  <a:gd name="T11" fmla="*/ 133 h 133"/>
                  <a:gd name="T12" fmla="*/ 114 w 114"/>
                  <a:gd name="T13" fmla="*/ 99 h 133"/>
                </a:gdLst>
                <a:ahLst/>
                <a:cxnLst>
                  <a:cxn ang="0">
                    <a:pos x="T0" y="T1"/>
                  </a:cxn>
                  <a:cxn ang="0">
                    <a:pos x="T2" y="T3"/>
                  </a:cxn>
                  <a:cxn ang="0">
                    <a:pos x="T4" y="T5"/>
                  </a:cxn>
                  <a:cxn ang="0">
                    <a:pos x="T6" y="T7"/>
                  </a:cxn>
                  <a:cxn ang="0">
                    <a:pos x="T8" y="T9"/>
                  </a:cxn>
                  <a:cxn ang="0">
                    <a:pos x="T10" y="T11"/>
                  </a:cxn>
                  <a:cxn ang="0">
                    <a:pos x="T12" y="T13"/>
                  </a:cxn>
                </a:cxnLst>
                <a:rect l="0" t="0" r="r" b="b"/>
                <a:pathLst>
                  <a:path w="114" h="133">
                    <a:moveTo>
                      <a:pt x="114" y="99"/>
                    </a:moveTo>
                    <a:lnTo>
                      <a:pt x="114" y="34"/>
                    </a:lnTo>
                    <a:lnTo>
                      <a:pt x="57" y="0"/>
                    </a:lnTo>
                    <a:lnTo>
                      <a:pt x="0" y="34"/>
                    </a:lnTo>
                    <a:lnTo>
                      <a:pt x="0" y="99"/>
                    </a:lnTo>
                    <a:lnTo>
                      <a:pt x="57" y="133"/>
                    </a:lnTo>
                    <a:lnTo>
                      <a:pt x="114" y="99"/>
                    </a:lnTo>
                    <a:close/>
                  </a:path>
                </a:pathLst>
              </a:custGeom>
              <a:solidFill>
                <a:srgbClr val="4FE4FF"/>
              </a:solidFill>
              <a:ln w="9525" cap="flat">
                <a:solidFill>
                  <a:schemeClr val="tx2"/>
                </a:solidFill>
                <a:prstDash val="solid"/>
                <a:miter lim="800000"/>
                <a:headEnd/>
                <a:tailEnd/>
              </a:ln>
            </p:spPr>
            <p:txBody>
              <a:bodyPr vert="horz" wrap="square" lIns="89642" tIns="44821" rIns="89642" bIns="44821" numCol="1" anchor="t" anchorCtr="0" compatLnSpc="1">
                <a:prstTxWarp prst="textNoShape">
                  <a:avLst/>
                </a:prstTxWarp>
              </a:bodyPr>
              <a:lstStyle/>
              <a:p>
                <a:pPr algn="ctr" defTabSz="896386" fontAlgn="base"/>
                <a:endParaRPr lang="en-US" sz="1667">
                  <a:solidFill>
                    <a:srgbClr val="505050"/>
                  </a:solidFill>
                  <a:ea typeface="Meiryo" panose="020B0604030504040204" pitchFamily="34" charset="-128"/>
                </a:endParaRPr>
              </a:p>
            </p:txBody>
          </p:sp>
          <p:sp>
            <p:nvSpPr>
              <p:cNvPr id="46" name="Line 14">
                <a:extLst>
                  <a:ext uri="{FF2B5EF4-FFF2-40B4-BE49-F238E27FC236}">
                    <a16:creationId xmlns:a16="http://schemas.microsoft.com/office/drawing/2014/main" id="{0339B407-AC10-88C1-7D20-A131AE299D26}"/>
                  </a:ext>
                </a:extLst>
              </p:cNvPr>
              <p:cNvSpPr>
                <a:spLocks noChangeShapeType="1"/>
              </p:cNvSpPr>
              <p:nvPr/>
            </p:nvSpPr>
            <p:spPr bwMode="auto">
              <a:xfrm flipV="1">
                <a:off x="7870800" y="3184546"/>
                <a:ext cx="67950" cy="43817"/>
              </a:xfrm>
              <a:prstGeom prst="line">
                <a:avLst/>
              </a:prstGeom>
              <a:noFill/>
              <a:ln w="4763" cap="flat">
                <a:solidFill>
                  <a:schemeClr val="tx2"/>
                </a:solidFill>
                <a:prstDash val="solid"/>
                <a:miter lim="800000"/>
                <a:headEnd/>
                <a:tailEnd/>
              </a:ln>
              <a:extLst>
                <a:ext uri="{909E8E84-426E-40DD-AFC4-6F175D3DCCD1}">
                  <a14:hiddenFill xmlns:a14="http://schemas.microsoft.com/office/drawing/2010/main">
                    <a:noFill/>
                  </a14:hiddenFill>
                </a:ext>
              </a:extLst>
            </p:spPr>
            <p:txBody>
              <a:bodyPr vert="horz" wrap="square" lIns="89642" tIns="44821" rIns="89642" bIns="44821" numCol="1" anchor="t" anchorCtr="0" compatLnSpc="1">
                <a:prstTxWarp prst="textNoShape">
                  <a:avLst/>
                </a:prstTxWarp>
              </a:bodyPr>
              <a:lstStyle/>
              <a:p>
                <a:pPr algn="ctr" defTabSz="896386" fontAlgn="base"/>
                <a:endParaRPr lang="en-US" sz="1667">
                  <a:solidFill>
                    <a:srgbClr val="505050"/>
                  </a:solidFill>
                  <a:ea typeface="Meiryo" panose="020B0604030504040204" pitchFamily="34" charset="-128"/>
                </a:endParaRPr>
              </a:p>
            </p:txBody>
          </p:sp>
          <p:sp>
            <p:nvSpPr>
              <p:cNvPr id="47" name="Line 15">
                <a:extLst>
                  <a:ext uri="{FF2B5EF4-FFF2-40B4-BE49-F238E27FC236}">
                    <a16:creationId xmlns:a16="http://schemas.microsoft.com/office/drawing/2014/main" id="{4F770B60-68EE-7683-BED1-3758594B2E1D}"/>
                  </a:ext>
                </a:extLst>
              </p:cNvPr>
              <p:cNvSpPr>
                <a:spLocks noChangeShapeType="1"/>
              </p:cNvSpPr>
              <p:nvPr/>
            </p:nvSpPr>
            <p:spPr bwMode="auto">
              <a:xfrm>
                <a:off x="7801581" y="3184546"/>
                <a:ext cx="69219" cy="43818"/>
              </a:xfrm>
              <a:prstGeom prst="line">
                <a:avLst/>
              </a:prstGeom>
              <a:noFill/>
              <a:ln w="4763" cap="flat">
                <a:solidFill>
                  <a:schemeClr val="tx2"/>
                </a:solidFill>
                <a:prstDash val="solid"/>
                <a:miter lim="800000"/>
                <a:headEnd/>
                <a:tailEnd/>
              </a:ln>
              <a:extLst>
                <a:ext uri="{909E8E84-426E-40DD-AFC4-6F175D3DCCD1}">
                  <a14:hiddenFill xmlns:a14="http://schemas.microsoft.com/office/drawing/2010/main">
                    <a:noFill/>
                  </a14:hiddenFill>
                </a:ext>
              </a:extLst>
            </p:spPr>
            <p:txBody>
              <a:bodyPr vert="horz" wrap="square" lIns="89642" tIns="44821" rIns="89642" bIns="44821" numCol="1" anchor="t" anchorCtr="0" compatLnSpc="1">
                <a:prstTxWarp prst="textNoShape">
                  <a:avLst/>
                </a:prstTxWarp>
              </a:bodyPr>
              <a:lstStyle/>
              <a:p>
                <a:pPr algn="ctr" defTabSz="896386" fontAlgn="base"/>
                <a:endParaRPr lang="en-US" sz="1667">
                  <a:solidFill>
                    <a:srgbClr val="505050"/>
                  </a:solidFill>
                  <a:ea typeface="Meiryo" panose="020B0604030504040204" pitchFamily="34" charset="-128"/>
                </a:endParaRPr>
              </a:p>
            </p:txBody>
          </p:sp>
          <p:sp>
            <p:nvSpPr>
              <p:cNvPr id="48" name="Line 16">
                <a:extLst>
                  <a:ext uri="{FF2B5EF4-FFF2-40B4-BE49-F238E27FC236}">
                    <a16:creationId xmlns:a16="http://schemas.microsoft.com/office/drawing/2014/main" id="{A86D9665-D46F-CA9B-F0CC-2273A16F680C}"/>
                  </a:ext>
                </a:extLst>
              </p:cNvPr>
              <p:cNvSpPr>
                <a:spLocks noChangeShapeType="1"/>
              </p:cNvSpPr>
              <p:nvPr/>
            </p:nvSpPr>
            <p:spPr bwMode="auto">
              <a:xfrm flipH="1" flipV="1">
                <a:off x="7872058" y="3227105"/>
                <a:ext cx="0" cy="78423"/>
              </a:xfrm>
              <a:prstGeom prst="line">
                <a:avLst/>
              </a:prstGeom>
              <a:noFill/>
              <a:ln w="4763" cap="flat">
                <a:solidFill>
                  <a:schemeClr val="tx2"/>
                </a:solidFill>
                <a:prstDash val="solid"/>
                <a:miter lim="800000"/>
                <a:headEnd/>
                <a:tailEnd/>
              </a:ln>
              <a:extLst>
                <a:ext uri="{909E8E84-426E-40DD-AFC4-6F175D3DCCD1}">
                  <a14:hiddenFill xmlns:a14="http://schemas.microsoft.com/office/drawing/2010/main">
                    <a:noFill/>
                  </a14:hiddenFill>
                </a:ext>
              </a:extLst>
            </p:spPr>
            <p:txBody>
              <a:bodyPr vert="horz" wrap="square" lIns="89642" tIns="44821" rIns="89642" bIns="44821" numCol="1" anchor="t" anchorCtr="0" compatLnSpc="1">
                <a:prstTxWarp prst="textNoShape">
                  <a:avLst/>
                </a:prstTxWarp>
              </a:bodyPr>
              <a:lstStyle/>
              <a:p>
                <a:pPr algn="ctr" defTabSz="896386" fontAlgn="base"/>
                <a:endParaRPr lang="en-US" sz="1667">
                  <a:solidFill>
                    <a:srgbClr val="505050"/>
                  </a:solidFill>
                  <a:ea typeface="Meiryo" panose="020B0604030504040204" pitchFamily="34" charset="-128"/>
                </a:endParaRPr>
              </a:p>
            </p:txBody>
          </p:sp>
          <p:sp>
            <p:nvSpPr>
              <p:cNvPr id="49" name="Line 10">
                <a:extLst>
                  <a:ext uri="{FF2B5EF4-FFF2-40B4-BE49-F238E27FC236}">
                    <a16:creationId xmlns:a16="http://schemas.microsoft.com/office/drawing/2014/main" id="{4CDFC89E-C057-9AFF-1965-C5A01E77DDB1}"/>
                  </a:ext>
                </a:extLst>
              </p:cNvPr>
              <p:cNvSpPr>
                <a:spLocks noChangeShapeType="1"/>
              </p:cNvSpPr>
              <p:nvPr/>
            </p:nvSpPr>
            <p:spPr bwMode="auto">
              <a:xfrm>
                <a:off x="7836249" y="3160395"/>
                <a:ext cx="68521" cy="43815"/>
              </a:xfrm>
              <a:prstGeom prst="line">
                <a:avLst/>
              </a:prstGeom>
              <a:noFill/>
              <a:ln w="4763" cap="flat">
                <a:solidFill>
                  <a:schemeClr val="tx2"/>
                </a:solidFill>
                <a:prstDash val="solid"/>
                <a:miter lim="800000"/>
                <a:headEnd/>
                <a:tailEnd/>
              </a:ln>
              <a:extLst>
                <a:ext uri="{909E8E84-426E-40DD-AFC4-6F175D3DCCD1}">
                  <a14:hiddenFill xmlns:a14="http://schemas.microsoft.com/office/drawing/2010/main">
                    <a:noFill/>
                  </a14:hiddenFill>
                </a:ext>
              </a:extLst>
            </p:spPr>
            <p:txBody>
              <a:bodyPr vert="horz" wrap="square" lIns="89642" tIns="44821" rIns="89642" bIns="44821" numCol="1" anchor="t" anchorCtr="0" compatLnSpc="1">
                <a:prstTxWarp prst="textNoShape">
                  <a:avLst/>
                </a:prstTxWarp>
              </a:bodyPr>
              <a:lstStyle/>
              <a:p>
                <a:pPr algn="ctr" defTabSz="896386" fontAlgn="base"/>
                <a:endParaRPr lang="en-US" sz="1667">
                  <a:solidFill>
                    <a:srgbClr val="505050"/>
                  </a:solidFill>
                  <a:ea typeface="Meiryo" panose="020B0604030504040204" pitchFamily="34" charset="-128"/>
                </a:endParaRPr>
              </a:p>
            </p:txBody>
          </p:sp>
        </p:grpSp>
        <p:grpSp>
          <p:nvGrpSpPr>
            <p:cNvPr id="26" name="Group 75" descr=" migrate">
              <a:extLst>
                <a:ext uri="{FF2B5EF4-FFF2-40B4-BE49-F238E27FC236}">
                  <a16:creationId xmlns:a16="http://schemas.microsoft.com/office/drawing/2014/main" id="{A1E33F24-2792-FDC7-CB2D-AB5EC2BA6E2C}"/>
                </a:ext>
              </a:extLst>
            </p:cNvPr>
            <p:cNvGrpSpPr/>
            <p:nvPr/>
          </p:nvGrpSpPr>
          <p:grpSpPr>
            <a:xfrm>
              <a:off x="7478073" y="4244752"/>
              <a:ext cx="311441" cy="301479"/>
              <a:chOff x="-1582737" y="3123504"/>
              <a:chExt cx="376267" cy="364234"/>
            </a:xfrm>
          </p:grpSpPr>
          <p:sp>
            <p:nvSpPr>
              <p:cNvPr id="41" name="Freeform 345">
                <a:extLst>
                  <a:ext uri="{FF2B5EF4-FFF2-40B4-BE49-F238E27FC236}">
                    <a16:creationId xmlns:a16="http://schemas.microsoft.com/office/drawing/2014/main" id="{FBABEF7F-9A1C-1ECB-79F8-314BCBE98A69}"/>
                  </a:ext>
                </a:extLst>
              </p:cNvPr>
              <p:cNvSpPr>
                <a:spLocks/>
              </p:cNvSpPr>
              <p:nvPr/>
            </p:nvSpPr>
            <p:spPr bwMode="auto">
              <a:xfrm>
                <a:off x="-1489045" y="3123504"/>
                <a:ext cx="282575" cy="280988"/>
              </a:xfrm>
              <a:custGeom>
                <a:avLst/>
                <a:gdLst>
                  <a:gd name="T0" fmla="*/ 178 w 178"/>
                  <a:gd name="T1" fmla="*/ 0 h 177"/>
                  <a:gd name="T2" fmla="*/ 178 w 178"/>
                  <a:gd name="T3" fmla="*/ 177 h 177"/>
                  <a:gd name="T4" fmla="*/ 96 w 178"/>
                  <a:gd name="T5" fmla="*/ 95 h 177"/>
                  <a:gd name="T6" fmla="*/ 83 w 178"/>
                  <a:gd name="T7" fmla="*/ 82 h 177"/>
                  <a:gd name="T8" fmla="*/ 0 w 178"/>
                  <a:gd name="T9" fmla="*/ 0 h 177"/>
                  <a:gd name="T10" fmla="*/ 178 w 178"/>
                  <a:gd name="T11" fmla="*/ 0 h 177"/>
                </a:gdLst>
                <a:ahLst/>
                <a:cxnLst>
                  <a:cxn ang="0">
                    <a:pos x="T0" y="T1"/>
                  </a:cxn>
                  <a:cxn ang="0">
                    <a:pos x="T2" y="T3"/>
                  </a:cxn>
                  <a:cxn ang="0">
                    <a:pos x="T4" y="T5"/>
                  </a:cxn>
                  <a:cxn ang="0">
                    <a:pos x="T6" y="T7"/>
                  </a:cxn>
                  <a:cxn ang="0">
                    <a:pos x="T8" y="T9"/>
                  </a:cxn>
                  <a:cxn ang="0">
                    <a:pos x="T10" y="T11"/>
                  </a:cxn>
                </a:cxnLst>
                <a:rect l="0" t="0" r="r" b="b"/>
                <a:pathLst>
                  <a:path w="178" h="177">
                    <a:moveTo>
                      <a:pt x="178" y="0"/>
                    </a:moveTo>
                    <a:lnTo>
                      <a:pt x="178" y="177"/>
                    </a:lnTo>
                    <a:lnTo>
                      <a:pt x="96" y="95"/>
                    </a:lnTo>
                    <a:lnTo>
                      <a:pt x="83" y="82"/>
                    </a:lnTo>
                    <a:lnTo>
                      <a:pt x="0" y="0"/>
                    </a:lnTo>
                    <a:lnTo>
                      <a:pt x="178"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algn="ctr" defTabSz="896386" fontAlgn="base"/>
                <a:endParaRPr lang="en-US" sz="1667">
                  <a:solidFill>
                    <a:srgbClr val="505050"/>
                  </a:solidFill>
                  <a:ea typeface="Meiryo" panose="020B0604030504040204" pitchFamily="34" charset="-128"/>
                </a:endParaRPr>
              </a:p>
            </p:txBody>
          </p:sp>
          <p:sp>
            <p:nvSpPr>
              <p:cNvPr id="42" name="Freeform 346">
                <a:extLst>
                  <a:ext uri="{FF2B5EF4-FFF2-40B4-BE49-F238E27FC236}">
                    <a16:creationId xmlns:a16="http://schemas.microsoft.com/office/drawing/2014/main" id="{EA150427-C96A-26F4-C232-EF735B04A0B2}"/>
                  </a:ext>
                </a:extLst>
              </p:cNvPr>
              <p:cNvSpPr>
                <a:spLocks/>
              </p:cNvSpPr>
              <p:nvPr/>
            </p:nvSpPr>
            <p:spPr bwMode="auto">
              <a:xfrm>
                <a:off x="-1541463" y="3371850"/>
                <a:ext cx="76200" cy="76200"/>
              </a:xfrm>
              <a:custGeom>
                <a:avLst/>
                <a:gdLst>
                  <a:gd name="T0" fmla="*/ 35 w 48"/>
                  <a:gd name="T1" fmla="*/ 0 h 48"/>
                  <a:gd name="T2" fmla="*/ 0 w 48"/>
                  <a:gd name="T3" fmla="*/ 35 h 48"/>
                  <a:gd name="T4" fmla="*/ 13 w 48"/>
                  <a:gd name="T5" fmla="*/ 48 h 48"/>
                  <a:gd name="T6" fmla="*/ 48 w 48"/>
                  <a:gd name="T7" fmla="*/ 13 h 48"/>
                  <a:gd name="T8" fmla="*/ 35 w 48"/>
                  <a:gd name="T9" fmla="*/ 0 h 48"/>
                </a:gdLst>
                <a:ahLst/>
                <a:cxnLst>
                  <a:cxn ang="0">
                    <a:pos x="T0" y="T1"/>
                  </a:cxn>
                  <a:cxn ang="0">
                    <a:pos x="T2" y="T3"/>
                  </a:cxn>
                  <a:cxn ang="0">
                    <a:pos x="T4" y="T5"/>
                  </a:cxn>
                  <a:cxn ang="0">
                    <a:pos x="T6" y="T7"/>
                  </a:cxn>
                  <a:cxn ang="0">
                    <a:pos x="T8" y="T9"/>
                  </a:cxn>
                </a:cxnLst>
                <a:rect l="0" t="0" r="r" b="b"/>
                <a:pathLst>
                  <a:path w="48" h="48">
                    <a:moveTo>
                      <a:pt x="35" y="0"/>
                    </a:moveTo>
                    <a:lnTo>
                      <a:pt x="0" y="35"/>
                    </a:lnTo>
                    <a:lnTo>
                      <a:pt x="13" y="48"/>
                    </a:lnTo>
                    <a:lnTo>
                      <a:pt x="48" y="13"/>
                    </a:lnTo>
                    <a:lnTo>
                      <a:pt x="35" y="0"/>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algn="ctr" defTabSz="896386" fontAlgn="base"/>
                <a:endParaRPr lang="en-US" sz="1667">
                  <a:solidFill>
                    <a:srgbClr val="505050"/>
                  </a:solidFill>
                  <a:ea typeface="Meiryo" panose="020B0604030504040204" pitchFamily="34" charset="-128"/>
                </a:endParaRPr>
              </a:p>
            </p:txBody>
          </p:sp>
          <p:sp>
            <p:nvSpPr>
              <p:cNvPr id="43" name="Freeform 347">
                <a:extLst>
                  <a:ext uri="{FF2B5EF4-FFF2-40B4-BE49-F238E27FC236}">
                    <a16:creationId xmlns:a16="http://schemas.microsoft.com/office/drawing/2014/main" id="{4130ADD6-852B-D24B-BF9A-6F8022106988}"/>
                  </a:ext>
                </a:extLst>
              </p:cNvPr>
              <p:cNvSpPr>
                <a:spLocks/>
              </p:cNvSpPr>
              <p:nvPr/>
            </p:nvSpPr>
            <p:spPr bwMode="auto">
              <a:xfrm>
                <a:off x="-1498600" y="3270250"/>
                <a:ext cx="134938" cy="133350"/>
              </a:xfrm>
              <a:custGeom>
                <a:avLst/>
                <a:gdLst>
                  <a:gd name="T0" fmla="*/ 0 w 85"/>
                  <a:gd name="T1" fmla="*/ 0 h 84"/>
                  <a:gd name="T2" fmla="*/ 0 w 85"/>
                  <a:gd name="T3" fmla="*/ 19 h 84"/>
                  <a:gd name="T4" fmla="*/ 53 w 85"/>
                  <a:gd name="T5" fmla="*/ 19 h 84"/>
                  <a:gd name="T6" fmla="*/ 8 w 85"/>
                  <a:gd name="T7" fmla="*/ 64 h 84"/>
                  <a:gd name="T8" fmla="*/ 21 w 85"/>
                  <a:gd name="T9" fmla="*/ 77 h 84"/>
                  <a:gd name="T10" fmla="*/ 66 w 85"/>
                  <a:gd name="T11" fmla="*/ 32 h 84"/>
                  <a:gd name="T12" fmla="*/ 66 w 85"/>
                  <a:gd name="T13" fmla="*/ 84 h 84"/>
                  <a:gd name="T14" fmla="*/ 85 w 85"/>
                  <a:gd name="T15" fmla="*/ 84 h 84"/>
                  <a:gd name="T16" fmla="*/ 85 w 85"/>
                  <a:gd name="T17" fmla="*/ 0 h 84"/>
                  <a:gd name="T18" fmla="*/ 0 w 85"/>
                  <a:gd name="T19"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84">
                    <a:moveTo>
                      <a:pt x="0" y="0"/>
                    </a:moveTo>
                    <a:lnTo>
                      <a:pt x="0" y="19"/>
                    </a:lnTo>
                    <a:lnTo>
                      <a:pt x="53" y="19"/>
                    </a:lnTo>
                    <a:lnTo>
                      <a:pt x="8" y="64"/>
                    </a:lnTo>
                    <a:lnTo>
                      <a:pt x="21" y="77"/>
                    </a:lnTo>
                    <a:lnTo>
                      <a:pt x="66" y="32"/>
                    </a:lnTo>
                    <a:lnTo>
                      <a:pt x="66" y="84"/>
                    </a:lnTo>
                    <a:lnTo>
                      <a:pt x="85" y="84"/>
                    </a:lnTo>
                    <a:lnTo>
                      <a:pt x="85" y="0"/>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algn="ctr" defTabSz="896386" fontAlgn="base"/>
                <a:endParaRPr lang="en-US" sz="1667">
                  <a:solidFill>
                    <a:srgbClr val="505050"/>
                  </a:solidFill>
                  <a:ea typeface="Meiryo" panose="020B0604030504040204" pitchFamily="34" charset="-128"/>
                </a:endParaRPr>
              </a:p>
            </p:txBody>
          </p:sp>
          <p:sp>
            <p:nvSpPr>
              <p:cNvPr id="44" name="Freeform 348">
                <a:extLst>
                  <a:ext uri="{FF2B5EF4-FFF2-40B4-BE49-F238E27FC236}">
                    <a16:creationId xmlns:a16="http://schemas.microsoft.com/office/drawing/2014/main" id="{33042C20-5084-1B50-C0B9-B4047C52D816}"/>
                  </a:ext>
                </a:extLst>
              </p:cNvPr>
              <p:cNvSpPr>
                <a:spLocks/>
              </p:cNvSpPr>
              <p:nvPr/>
            </p:nvSpPr>
            <p:spPr bwMode="auto">
              <a:xfrm>
                <a:off x="-1582737" y="3443288"/>
                <a:ext cx="44451" cy="44450"/>
              </a:xfrm>
              <a:custGeom>
                <a:avLst/>
                <a:gdLst>
                  <a:gd name="T0" fmla="*/ 13 w 28"/>
                  <a:gd name="T1" fmla="*/ 0 h 28"/>
                  <a:gd name="T2" fmla="*/ 0 w 28"/>
                  <a:gd name="T3" fmla="*/ 14 h 28"/>
                  <a:gd name="T4" fmla="*/ 14 w 28"/>
                  <a:gd name="T5" fmla="*/ 28 h 28"/>
                  <a:gd name="T6" fmla="*/ 28 w 28"/>
                  <a:gd name="T7" fmla="*/ 15 h 28"/>
                  <a:gd name="T8" fmla="*/ 13 w 28"/>
                  <a:gd name="T9" fmla="*/ 0 h 28"/>
                </a:gdLst>
                <a:ahLst/>
                <a:cxnLst>
                  <a:cxn ang="0">
                    <a:pos x="T0" y="T1"/>
                  </a:cxn>
                  <a:cxn ang="0">
                    <a:pos x="T2" y="T3"/>
                  </a:cxn>
                  <a:cxn ang="0">
                    <a:pos x="T4" y="T5"/>
                  </a:cxn>
                  <a:cxn ang="0">
                    <a:pos x="T6" y="T7"/>
                  </a:cxn>
                  <a:cxn ang="0">
                    <a:pos x="T8" y="T9"/>
                  </a:cxn>
                </a:cxnLst>
                <a:rect l="0" t="0" r="r" b="b"/>
                <a:pathLst>
                  <a:path w="28" h="28">
                    <a:moveTo>
                      <a:pt x="13" y="0"/>
                    </a:moveTo>
                    <a:lnTo>
                      <a:pt x="0" y="14"/>
                    </a:lnTo>
                    <a:lnTo>
                      <a:pt x="14" y="28"/>
                    </a:lnTo>
                    <a:lnTo>
                      <a:pt x="28" y="15"/>
                    </a:lnTo>
                    <a:lnTo>
                      <a:pt x="13" y="0"/>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algn="ctr" defTabSz="896386" fontAlgn="base"/>
                <a:endParaRPr lang="en-US" sz="1667">
                  <a:solidFill>
                    <a:srgbClr val="505050"/>
                  </a:solidFill>
                  <a:ea typeface="Meiryo" panose="020B0604030504040204" pitchFamily="34" charset="-128"/>
                </a:endParaRPr>
              </a:p>
            </p:txBody>
          </p:sp>
        </p:grpSp>
        <p:grpSp>
          <p:nvGrpSpPr>
            <p:cNvPr id="27" name="Group 80" descr="automated">
              <a:extLst>
                <a:ext uri="{FF2B5EF4-FFF2-40B4-BE49-F238E27FC236}">
                  <a16:creationId xmlns:a16="http://schemas.microsoft.com/office/drawing/2014/main" id="{A7D02560-FC01-C695-ABC1-202FC6BF25ED}"/>
                </a:ext>
              </a:extLst>
            </p:cNvPr>
            <p:cNvGrpSpPr/>
            <p:nvPr/>
          </p:nvGrpSpPr>
          <p:grpSpPr>
            <a:xfrm>
              <a:off x="6486794" y="5008114"/>
              <a:ext cx="316960" cy="400133"/>
              <a:chOff x="7294940" y="2109265"/>
              <a:chExt cx="373227" cy="471165"/>
            </a:xfrm>
          </p:grpSpPr>
          <p:sp>
            <p:nvSpPr>
              <p:cNvPr id="39" name="Freeform 566">
                <a:extLst>
                  <a:ext uri="{FF2B5EF4-FFF2-40B4-BE49-F238E27FC236}">
                    <a16:creationId xmlns:a16="http://schemas.microsoft.com/office/drawing/2014/main" id="{C2F2FCDA-7255-CB1C-03AE-C40CC3923967}"/>
                  </a:ext>
                </a:extLst>
              </p:cNvPr>
              <p:cNvSpPr>
                <a:spLocks/>
              </p:cNvSpPr>
              <p:nvPr/>
            </p:nvSpPr>
            <p:spPr bwMode="auto">
              <a:xfrm>
                <a:off x="7294940" y="2109265"/>
                <a:ext cx="267347" cy="370579"/>
              </a:xfrm>
              <a:custGeom>
                <a:avLst/>
                <a:gdLst>
                  <a:gd name="T0" fmla="*/ 219 w 219"/>
                  <a:gd name="T1" fmla="*/ 57 h 301"/>
                  <a:gd name="T2" fmla="*/ 162 w 219"/>
                  <a:gd name="T3" fmla="*/ 0 h 301"/>
                  <a:gd name="T4" fmla="*/ 162 w 219"/>
                  <a:gd name="T5" fmla="*/ 42 h 301"/>
                  <a:gd name="T6" fmla="*/ 152 w 219"/>
                  <a:gd name="T7" fmla="*/ 42 h 301"/>
                  <a:gd name="T8" fmla="*/ 0 w 219"/>
                  <a:gd name="T9" fmla="*/ 194 h 301"/>
                  <a:gd name="T10" fmla="*/ 45 w 219"/>
                  <a:gd name="T11" fmla="*/ 301 h 301"/>
                  <a:gd name="T12" fmla="*/ 73 w 219"/>
                  <a:gd name="T13" fmla="*/ 272 h 301"/>
                  <a:gd name="T14" fmla="*/ 41 w 219"/>
                  <a:gd name="T15" fmla="*/ 194 h 301"/>
                  <a:gd name="T16" fmla="*/ 73 w 219"/>
                  <a:gd name="T17" fmla="*/ 115 h 301"/>
                  <a:gd name="T18" fmla="*/ 152 w 219"/>
                  <a:gd name="T19" fmla="*/ 82 h 301"/>
                  <a:gd name="T20" fmla="*/ 162 w 219"/>
                  <a:gd name="T21" fmla="*/ 83 h 301"/>
                  <a:gd name="T22" fmla="*/ 162 w 219"/>
                  <a:gd name="T23" fmla="*/ 114 h 301"/>
                  <a:gd name="T24" fmla="*/ 219 w 219"/>
                  <a:gd name="T25" fmla="*/ 57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9" h="301">
                    <a:moveTo>
                      <a:pt x="219" y="57"/>
                    </a:moveTo>
                    <a:cubicBezTo>
                      <a:pt x="162" y="0"/>
                      <a:pt x="162" y="0"/>
                      <a:pt x="162" y="0"/>
                    </a:cubicBezTo>
                    <a:cubicBezTo>
                      <a:pt x="162" y="42"/>
                      <a:pt x="162" y="42"/>
                      <a:pt x="162" y="42"/>
                    </a:cubicBezTo>
                    <a:cubicBezTo>
                      <a:pt x="159" y="42"/>
                      <a:pt x="155" y="42"/>
                      <a:pt x="152" y="42"/>
                    </a:cubicBezTo>
                    <a:cubicBezTo>
                      <a:pt x="68" y="42"/>
                      <a:pt x="0" y="110"/>
                      <a:pt x="0" y="194"/>
                    </a:cubicBezTo>
                    <a:cubicBezTo>
                      <a:pt x="0" y="235"/>
                      <a:pt x="17" y="273"/>
                      <a:pt x="45" y="301"/>
                    </a:cubicBezTo>
                    <a:cubicBezTo>
                      <a:pt x="73" y="272"/>
                      <a:pt x="73" y="272"/>
                      <a:pt x="73" y="272"/>
                    </a:cubicBezTo>
                    <a:cubicBezTo>
                      <a:pt x="52" y="251"/>
                      <a:pt x="41" y="223"/>
                      <a:pt x="41" y="194"/>
                    </a:cubicBezTo>
                    <a:cubicBezTo>
                      <a:pt x="41" y="164"/>
                      <a:pt x="52" y="136"/>
                      <a:pt x="73" y="115"/>
                    </a:cubicBezTo>
                    <a:cubicBezTo>
                      <a:pt x="94" y="94"/>
                      <a:pt x="122" y="82"/>
                      <a:pt x="152" y="82"/>
                    </a:cubicBezTo>
                    <a:cubicBezTo>
                      <a:pt x="155" y="82"/>
                      <a:pt x="159" y="82"/>
                      <a:pt x="162" y="83"/>
                    </a:cubicBezTo>
                    <a:cubicBezTo>
                      <a:pt x="162" y="114"/>
                      <a:pt x="162" y="114"/>
                      <a:pt x="162" y="114"/>
                    </a:cubicBezTo>
                    <a:lnTo>
                      <a:pt x="219" y="57"/>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algn="ctr" defTabSz="896386" fontAlgn="base"/>
                <a:endParaRPr lang="en-US" sz="1667">
                  <a:solidFill>
                    <a:srgbClr val="505050"/>
                  </a:solidFill>
                  <a:ea typeface="Meiryo" panose="020B0604030504040204" pitchFamily="34" charset="-128"/>
                </a:endParaRPr>
              </a:p>
            </p:txBody>
          </p:sp>
          <p:sp>
            <p:nvSpPr>
              <p:cNvPr id="40" name="Freeform 567">
                <a:extLst>
                  <a:ext uri="{FF2B5EF4-FFF2-40B4-BE49-F238E27FC236}">
                    <a16:creationId xmlns:a16="http://schemas.microsoft.com/office/drawing/2014/main" id="{63EBE26B-61F5-8F6B-2A23-4BA8EB240032}"/>
                  </a:ext>
                </a:extLst>
              </p:cNvPr>
              <p:cNvSpPr>
                <a:spLocks/>
              </p:cNvSpPr>
              <p:nvPr/>
            </p:nvSpPr>
            <p:spPr bwMode="auto">
              <a:xfrm>
                <a:off x="7411408" y="2215145"/>
                <a:ext cx="256759" cy="365285"/>
              </a:xfrm>
              <a:custGeom>
                <a:avLst/>
                <a:gdLst>
                  <a:gd name="T0" fmla="*/ 164 w 209"/>
                  <a:gd name="T1" fmla="*/ 0 h 298"/>
                  <a:gd name="T2" fmla="*/ 136 w 209"/>
                  <a:gd name="T3" fmla="*/ 29 h 298"/>
                  <a:gd name="T4" fmla="*/ 136 w 209"/>
                  <a:gd name="T5" fmla="*/ 29 h 298"/>
                  <a:gd name="T6" fmla="*/ 168 w 209"/>
                  <a:gd name="T7" fmla="*/ 108 h 298"/>
                  <a:gd name="T8" fmla="*/ 136 w 209"/>
                  <a:gd name="T9" fmla="*/ 186 h 298"/>
                  <a:gd name="T10" fmla="*/ 57 w 209"/>
                  <a:gd name="T11" fmla="*/ 219 h 298"/>
                  <a:gd name="T12" fmla="*/ 57 w 209"/>
                  <a:gd name="T13" fmla="*/ 183 h 298"/>
                  <a:gd name="T14" fmla="*/ 0 w 209"/>
                  <a:gd name="T15" fmla="*/ 241 h 298"/>
                  <a:gd name="T16" fmla="*/ 57 w 209"/>
                  <a:gd name="T17" fmla="*/ 298 h 298"/>
                  <a:gd name="T18" fmla="*/ 57 w 209"/>
                  <a:gd name="T19" fmla="*/ 259 h 298"/>
                  <a:gd name="T20" fmla="*/ 209 w 209"/>
                  <a:gd name="T21" fmla="*/ 108 h 298"/>
                  <a:gd name="T22" fmla="*/ 164 w 209"/>
                  <a:gd name="T23"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9" h="298">
                    <a:moveTo>
                      <a:pt x="164" y="0"/>
                    </a:moveTo>
                    <a:cubicBezTo>
                      <a:pt x="136" y="29"/>
                      <a:pt x="136" y="29"/>
                      <a:pt x="136" y="29"/>
                    </a:cubicBezTo>
                    <a:cubicBezTo>
                      <a:pt x="136" y="29"/>
                      <a:pt x="136" y="29"/>
                      <a:pt x="136" y="29"/>
                    </a:cubicBezTo>
                    <a:cubicBezTo>
                      <a:pt x="157" y="50"/>
                      <a:pt x="168" y="78"/>
                      <a:pt x="168" y="108"/>
                    </a:cubicBezTo>
                    <a:cubicBezTo>
                      <a:pt x="168" y="137"/>
                      <a:pt x="157" y="165"/>
                      <a:pt x="136" y="186"/>
                    </a:cubicBezTo>
                    <a:cubicBezTo>
                      <a:pt x="115" y="207"/>
                      <a:pt x="87" y="219"/>
                      <a:pt x="57" y="219"/>
                    </a:cubicBezTo>
                    <a:cubicBezTo>
                      <a:pt x="57" y="183"/>
                      <a:pt x="57" y="183"/>
                      <a:pt x="57" y="183"/>
                    </a:cubicBezTo>
                    <a:cubicBezTo>
                      <a:pt x="0" y="241"/>
                      <a:pt x="0" y="241"/>
                      <a:pt x="0" y="241"/>
                    </a:cubicBezTo>
                    <a:cubicBezTo>
                      <a:pt x="57" y="298"/>
                      <a:pt x="57" y="298"/>
                      <a:pt x="57" y="298"/>
                    </a:cubicBezTo>
                    <a:cubicBezTo>
                      <a:pt x="57" y="259"/>
                      <a:pt x="57" y="259"/>
                      <a:pt x="57" y="259"/>
                    </a:cubicBezTo>
                    <a:cubicBezTo>
                      <a:pt x="141" y="259"/>
                      <a:pt x="209" y="191"/>
                      <a:pt x="209" y="108"/>
                    </a:cubicBezTo>
                    <a:cubicBezTo>
                      <a:pt x="209" y="66"/>
                      <a:pt x="192" y="28"/>
                      <a:pt x="164"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algn="ctr" defTabSz="896386" fontAlgn="base"/>
                <a:endParaRPr lang="en-US" sz="1667">
                  <a:solidFill>
                    <a:srgbClr val="505050"/>
                  </a:solidFill>
                  <a:ea typeface="Meiryo" panose="020B0604030504040204" pitchFamily="34" charset="-128"/>
                </a:endParaRPr>
              </a:p>
            </p:txBody>
          </p:sp>
        </p:grpSp>
        <p:grpSp>
          <p:nvGrpSpPr>
            <p:cNvPr id="28" name="Group 84" descr=" speed">
              <a:extLst>
                <a:ext uri="{FF2B5EF4-FFF2-40B4-BE49-F238E27FC236}">
                  <a16:creationId xmlns:a16="http://schemas.microsoft.com/office/drawing/2014/main" id="{31D9B937-723D-FD8E-3047-809F4A48C99E}"/>
                </a:ext>
              </a:extLst>
            </p:cNvPr>
            <p:cNvGrpSpPr/>
            <p:nvPr/>
          </p:nvGrpSpPr>
          <p:grpSpPr>
            <a:xfrm>
              <a:off x="5064627" y="4990264"/>
              <a:ext cx="367215" cy="367213"/>
              <a:chOff x="1600639" y="3957576"/>
              <a:chExt cx="462421" cy="462421"/>
            </a:xfrm>
          </p:grpSpPr>
          <p:sp>
            <p:nvSpPr>
              <p:cNvPr id="35" name="Oval 85">
                <a:extLst>
                  <a:ext uri="{FF2B5EF4-FFF2-40B4-BE49-F238E27FC236}">
                    <a16:creationId xmlns:a16="http://schemas.microsoft.com/office/drawing/2014/main" id="{AF4A201A-67C4-5BD3-6628-23CCBFB67814}"/>
                  </a:ext>
                </a:extLst>
              </p:cNvPr>
              <p:cNvSpPr>
                <a:spLocks noChangeArrowheads="1"/>
              </p:cNvSpPr>
              <p:nvPr/>
            </p:nvSpPr>
            <p:spPr bwMode="auto">
              <a:xfrm>
                <a:off x="1600639" y="3957576"/>
                <a:ext cx="462421" cy="462421"/>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algn="ctr" defTabSz="896386" fontAlgn="base"/>
                <a:endParaRPr lang="en-US" sz="1667">
                  <a:solidFill>
                    <a:srgbClr val="505050"/>
                  </a:solidFill>
                  <a:ea typeface="Meiryo" panose="020B0604030504040204" pitchFamily="34" charset="-128"/>
                </a:endParaRPr>
              </a:p>
            </p:txBody>
          </p:sp>
          <p:sp>
            <p:nvSpPr>
              <p:cNvPr id="36" name="Freeform 169">
                <a:extLst>
                  <a:ext uri="{FF2B5EF4-FFF2-40B4-BE49-F238E27FC236}">
                    <a16:creationId xmlns:a16="http://schemas.microsoft.com/office/drawing/2014/main" id="{D6B24EDF-DD7B-F8A3-0389-85A0F776F059}"/>
                  </a:ext>
                </a:extLst>
              </p:cNvPr>
              <p:cNvSpPr>
                <a:spLocks/>
              </p:cNvSpPr>
              <p:nvPr/>
            </p:nvSpPr>
            <p:spPr bwMode="auto">
              <a:xfrm>
                <a:off x="1659621" y="4016558"/>
                <a:ext cx="342098" cy="301989"/>
              </a:xfrm>
              <a:custGeom>
                <a:avLst/>
                <a:gdLst>
                  <a:gd name="T0" fmla="*/ 24 w 137"/>
                  <a:gd name="T1" fmla="*/ 121 h 121"/>
                  <a:gd name="T2" fmla="*/ 0 w 137"/>
                  <a:gd name="T3" fmla="*/ 69 h 121"/>
                  <a:gd name="T4" fmla="*/ 69 w 137"/>
                  <a:gd name="T5" fmla="*/ 0 h 121"/>
                  <a:gd name="T6" fmla="*/ 137 w 137"/>
                  <a:gd name="T7" fmla="*/ 69 h 121"/>
                  <a:gd name="T8" fmla="*/ 114 w 137"/>
                  <a:gd name="T9" fmla="*/ 121 h 121"/>
                </a:gdLst>
                <a:ahLst/>
                <a:cxnLst>
                  <a:cxn ang="0">
                    <a:pos x="T0" y="T1"/>
                  </a:cxn>
                  <a:cxn ang="0">
                    <a:pos x="T2" y="T3"/>
                  </a:cxn>
                  <a:cxn ang="0">
                    <a:pos x="T4" y="T5"/>
                  </a:cxn>
                  <a:cxn ang="0">
                    <a:pos x="T6" y="T7"/>
                  </a:cxn>
                  <a:cxn ang="0">
                    <a:pos x="T8" y="T9"/>
                  </a:cxn>
                </a:cxnLst>
                <a:rect l="0" t="0" r="r" b="b"/>
                <a:pathLst>
                  <a:path w="137" h="121">
                    <a:moveTo>
                      <a:pt x="24" y="121"/>
                    </a:moveTo>
                    <a:cubicBezTo>
                      <a:pt x="9" y="108"/>
                      <a:pt x="0" y="90"/>
                      <a:pt x="0" y="69"/>
                    </a:cubicBezTo>
                    <a:cubicBezTo>
                      <a:pt x="0" y="31"/>
                      <a:pt x="31" y="0"/>
                      <a:pt x="69" y="0"/>
                    </a:cubicBezTo>
                    <a:cubicBezTo>
                      <a:pt x="107" y="0"/>
                      <a:pt x="137" y="31"/>
                      <a:pt x="137" y="69"/>
                    </a:cubicBezTo>
                    <a:cubicBezTo>
                      <a:pt x="137" y="90"/>
                      <a:pt x="128" y="108"/>
                      <a:pt x="114" y="121"/>
                    </a:cubicBezTo>
                  </a:path>
                </a:pathLst>
              </a:custGeom>
              <a:noFill/>
              <a:ln w="19050" cap="flat">
                <a:solidFill>
                  <a:srgbClr val="4FE4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algn="ctr" defTabSz="896386" fontAlgn="base"/>
                <a:endParaRPr lang="en-US" sz="1667">
                  <a:solidFill>
                    <a:srgbClr val="505050"/>
                  </a:solidFill>
                  <a:ea typeface="Meiryo" panose="020B0604030504040204" pitchFamily="34" charset="-128"/>
                </a:endParaRPr>
              </a:p>
            </p:txBody>
          </p:sp>
          <p:sp>
            <p:nvSpPr>
              <p:cNvPr id="37" name="Oval 87">
                <a:extLst>
                  <a:ext uri="{FF2B5EF4-FFF2-40B4-BE49-F238E27FC236}">
                    <a16:creationId xmlns:a16="http://schemas.microsoft.com/office/drawing/2014/main" id="{5A32ACD8-F50F-A3E8-E107-37AB183D2F49}"/>
                  </a:ext>
                </a:extLst>
              </p:cNvPr>
              <p:cNvSpPr>
                <a:spLocks noChangeArrowheads="1"/>
              </p:cNvSpPr>
              <p:nvPr/>
            </p:nvSpPr>
            <p:spPr bwMode="auto">
              <a:xfrm>
                <a:off x="1798819" y="4155756"/>
                <a:ext cx="68420" cy="68420"/>
              </a:xfrm>
              <a:prstGeom prst="ellipse">
                <a:avLst/>
              </a:prstGeom>
              <a:noFill/>
              <a:ln w="17463"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algn="ctr" defTabSz="896386" fontAlgn="base"/>
                <a:endParaRPr lang="en-US" sz="1667">
                  <a:solidFill>
                    <a:srgbClr val="505050"/>
                  </a:solidFill>
                  <a:ea typeface="Meiryo" panose="020B0604030504040204" pitchFamily="34" charset="-128"/>
                </a:endParaRPr>
              </a:p>
            </p:txBody>
          </p:sp>
          <p:sp>
            <p:nvSpPr>
              <p:cNvPr id="38" name="Line 171">
                <a:extLst>
                  <a:ext uri="{FF2B5EF4-FFF2-40B4-BE49-F238E27FC236}">
                    <a16:creationId xmlns:a16="http://schemas.microsoft.com/office/drawing/2014/main" id="{A22D67B0-BCB2-4A90-DBB3-40CC93E3DE22}"/>
                  </a:ext>
                </a:extLst>
              </p:cNvPr>
              <p:cNvSpPr>
                <a:spLocks noChangeShapeType="1"/>
              </p:cNvSpPr>
              <p:nvPr/>
            </p:nvSpPr>
            <p:spPr bwMode="auto">
              <a:xfrm flipV="1">
                <a:off x="1857801" y="4056666"/>
                <a:ext cx="106169" cy="108527"/>
              </a:xfrm>
              <a:prstGeom prst="line">
                <a:avLst/>
              </a:prstGeom>
              <a:noFill/>
              <a:ln w="17463" cap="flat">
                <a:solidFill>
                  <a:schemeClr val="tx2"/>
                </a:solidFill>
                <a:prstDash val="solid"/>
                <a:miter lim="800000"/>
                <a:headEnd/>
                <a:tailEnd/>
              </a:ln>
              <a:extLst>
                <a:ext uri="{909E8E84-426E-40DD-AFC4-6F175D3DCCD1}">
                  <a14:hiddenFill xmlns:a14="http://schemas.microsoft.com/office/drawing/2010/main">
                    <a:noFill/>
                  </a14:hiddenFill>
                </a:ext>
              </a:extLst>
            </p:spPr>
            <p:txBody>
              <a:bodyPr vert="horz" wrap="square" lIns="89642" tIns="44821" rIns="89642" bIns="44821" numCol="1" anchor="t" anchorCtr="0" compatLnSpc="1">
                <a:prstTxWarp prst="textNoShape">
                  <a:avLst/>
                </a:prstTxWarp>
              </a:bodyPr>
              <a:lstStyle/>
              <a:p>
                <a:pPr algn="ctr" defTabSz="896386" fontAlgn="base"/>
                <a:endParaRPr lang="en-US" sz="1667">
                  <a:solidFill>
                    <a:srgbClr val="505050"/>
                  </a:solidFill>
                  <a:ea typeface="Meiryo" panose="020B0604030504040204" pitchFamily="34" charset="-128"/>
                </a:endParaRPr>
              </a:p>
            </p:txBody>
          </p:sp>
        </p:grpSp>
        <p:grpSp>
          <p:nvGrpSpPr>
            <p:cNvPr id="29" name="Group 89" descr=" pen">
              <a:extLst>
                <a:ext uri="{FF2B5EF4-FFF2-40B4-BE49-F238E27FC236}">
                  <a16:creationId xmlns:a16="http://schemas.microsoft.com/office/drawing/2014/main" id="{738B3356-C637-FE0B-869E-94373E0DFF79}"/>
                </a:ext>
              </a:extLst>
            </p:cNvPr>
            <p:cNvGrpSpPr/>
            <p:nvPr/>
          </p:nvGrpSpPr>
          <p:grpSpPr>
            <a:xfrm>
              <a:off x="4361654" y="4238804"/>
              <a:ext cx="310878" cy="309567"/>
              <a:chOff x="10402259" y="4025718"/>
              <a:chExt cx="242881" cy="241857"/>
            </a:xfrm>
          </p:grpSpPr>
          <p:sp>
            <p:nvSpPr>
              <p:cNvPr id="33" name="Freeform 6">
                <a:extLst>
                  <a:ext uri="{FF2B5EF4-FFF2-40B4-BE49-F238E27FC236}">
                    <a16:creationId xmlns:a16="http://schemas.microsoft.com/office/drawing/2014/main" id="{0BE27991-8976-928B-4547-BF2695640774}"/>
                  </a:ext>
                </a:extLst>
              </p:cNvPr>
              <p:cNvSpPr>
                <a:spLocks/>
              </p:cNvSpPr>
              <p:nvPr/>
            </p:nvSpPr>
            <p:spPr bwMode="auto">
              <a:xfrm>
                <a:off x="10402259" y="4051339"/>
                <a:ext cx="217260" cy="216236"/>
              </a:xfrm>
              <a:custGeom>
                <a:avLst/>
                <a:gdLst>
                  <a:gd name="T0" fmla="*/ 212 w 212"/>
                  <a:gd name="T1" fmla="*/ 36 h 211"/>
                  <a:gd name="T2" fmla="*/ 49 w 212"/>
                  <a:gd name="T3" fmla="*/ 199 h 211"/>
                  <a:gd name="T4" fmla="*/ 0 w 212"/>
                  <a:gd name="T5" fmla="*/ 211 h 211"/>
                  <a:gd name="T6" fmla="*/ 13 w 212"/>
                  <a:gd name="T7" fmla="*/ 163 h 211"/>
                  <a:gd name="T8" fmla="*/ 176 w 212"/>
                  <a:gd name="T9" fmla="*/ 0 h 211"/>
                  <a:gd name="T10" fmla="*/ 212 w 212"/>
                  <a:gd name="T11" fmla="*/ 36 h 211"/>
                </a:gdLst>
                <a:ahLst/>
                <a:cxnLst>
                  <a:cxn ang="0">
                    <a:pos x="T0" y="T1"/>
                  </a:cxn>
                  <a:cxn ang="0">
                    <a:pos x="T2" y="T3"/>
                  </a:cxn>
                  <a:cxn ang="0">
                    <a:pos x="T4" y="T5"/>
                  </a:cxn>
                  <a:cxn ang="0">
                    <a:pos x="T6" y="T7"/>
                  </a:cxn>
                  <a:cxn ang="0">
                    <a:pos x="T8" y="T9"/>
                  </a:cxn>
                  <a:cxn ang="0">
                    <a:pos x="T10" y="T11"/>
                  </a:cxn>
                </a:cxnLst>
                <a:rect l="0" t="0" r="r" b="b"/>
                <a:pathLst>
                  <a:path w="212" h="211">
                    <a:moveTo>
                      <a:pt x="212" y="36"/>
                    </a:moveTo>
                    <a:lnTo>
                      <a:pt x="49" y="199"/>
                    </a:lnTo>
                    <a:lnTo>
                      <a:pt x="0" y="211"/>
                    </a:lnTo>
                    <a:lnTo>
                      <a:pt x="13" y="163"/>
                    </a:lnTo>
                    <a:lnTo>
                      <a:pt x="176" y="0"/>
                    </a:lnTo>
                    <a:lnTo>
                      <a:pt x="212" y="3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algn="ctr" defTabSz="896386" fontAlgn="base"/>
                <a:endParaRPr lang="en-US" sz="1667">
                  <a:solidFill>
                    <a:srgbClr val="505050"/>
                  </a:solidFill>
                  <a:ea typeface="Meiryo" panose="020B0604030504040204" pitchFamily="34" charset="-128"/>
                </a:endParaRPr>
              </a:p>
            </p:txBody>
          </p:sp>
          <p:sp>
            <p:nvSpPr>
              <p:cNvPr id="34" name="Freeform 7">
                <a:extLst>
                  <a:ext uri="{FF2B5EF4-FFF2-40B4-BE49-F238E27FC236}">
                    <a16:creationId xmlns:a16="http://schemas.microsoft.com/office/drawing/2014/main" id="{9E61104B-4261-C6FB-1C45-DA80A5CB7F16}"/>
                  </a:ext>
                </a:extLst>
              </p:cNvPr>
              <p:cNvSpPr>
                <a:spLocks/>
              </p:cNvSpPr>
              <p:nvPr/>
            </p:nvSpPr>
            <p:spPr bwMode="auto">
              <a:xfrm>
                <a:off x="10593899" y="4025718"/>
                <a:ext cx="51241" cy="51241"/>
              </a:xfrm>
              <a:custGeom>
                <a:avLst/>
                <a:gdLst>
                  <a:gd name="T0" fmla="*/ 15 w 50"/>
                  <a:gd name="T1" fmla="*/ 0 h 50"/>
                  <a:gd name="T2" fmla="*/ 0 w 50"/>
                  <a:gd name="T3" fmla="*/ 14 h 50"/>
                  <a:gd name="T4" fmla="*/ 36 w 50"/>
                  <a:gd name="T5" fmla="*/ 50 h 50"/>
                  <a:gd name="T6" fmla="*/ 50 w 50"/>
                  <a:gd name="T7" fmla="*/ 36 h 50"/>
                  <a:gd name="T8" fmla="*/ 15 w 50"/>
                  <a:gd name="T9" fmla="*/ 0 h 50"/>
                </a:gdLst>
                <a:ahLst/>
                <a:cxnLst>
                  <a:cxn ang="0">
                    <a:pos x="T0" y="T1"/>
                  </a:cxn>
                  <a:cxn ang="0">
                    <a:pos x="T2" y="T3"/>
                  </a:cxn>
                  <a:cxn ang="0">
                    <a:pos x="T4" y="T5"/>
                  </a:cxn>
                  <a:cxn ang="0">
                    <a:pos x="T6" y="T7"/>
                  </a:cxn>
                  <a:cxn ang="0">
                    <a:pos x="T8" y="T9"/>
                  </a:cxn>
                </a:cxnLst>
                <a:rect l="0" t="0" r="r" b="b"/>
                <a:pathLst>
                  <a:path w="50" h="50">
                    <a:moveTo>
                      <a:pt x="15" y="0"/>
                    </a:moveTo>
                    <a:lnTo>
                      <a:pt x="0" y="14"/>
                    </a:lnTo>
                    <a:lnTo>
                      <a:pt x="36" y="50"/>
                    </a:lnTo>
                    <a:lnTo>
                      <a:pt x="50" y="36"/>
                    </a:lnTo>
                    <a:lnTo>
                      <a:pt x="15"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algn="ctr" defTabSz="896386" fontAlgn="base"/>
                <a:endParaRPr lang="en-US" sz="1667">
                  <a:solidFill>
                    <a:srgbClr val="505050"/>
                  </a:solidFill>
                  <a:ea typeface="Meiryo" panose="020B0604030504040204" pitchFamily="34" charset="-128"/>
                </a:endParaRPr>
              </a:p>
            </p:txBody>
          </p:sp>
        </p:grpSp>
        <p:grpSp>
          <p:nvGrpSpPr>
            <p:cNvPr id="30" name="Group 10">
              <a:extLst>
                <a:ext uri="{FF2B5EF4-FFF2-40B4-BE49-F238E27FC236}">
                  <a16:creationId xmlns:a16="http://schemas.microsoft.com/office/drawing/2014/main" id="{F60C04D7-C1E9-ABFE-0531-35E9B35C1498}"/>
                </a:ext>
              </a:extLst>
            </p:cNvPr>
            <p:cNvGrpSpPr/>
            <p:nvPr/>
          </p:nvGrpSpPr>
          <p:grpSpPr>
            <a:xfrm>
              <a:off x="5236795" y="2066296"/>
              <a:ext cx="271780" cy="262260"/>
              <a:chOff x="5281419" y="2100523"/>
              <a:chExt cx="271780" cy="262260"/>
            </a:xfrm>
          </p:grpSpPr>
          <p:sp>
            <p:nvSpPr>
              <p:cNvPr id="31" name="Freeform: Shape 5">
                <a:extLst>
                  <a:ext uri="{FF2B5EF4-FFF2-40B4-BE49-F238E27FC236}">
                    <a16:creationId xmlns:a16="http://schemas.microsoft.com/office/drawing/2014/main" id="{22E0ABD5-8A02-D276-3D3E-1DA08C50943D}"/>
                  </a:ext>
                </a:extLst>
              </p:cNvPr>
              <p:cNvSpPr/>
              <p:nvPr/>
            </p:nvSpPr>
            <p:spPr bwMode="auto">
              <a:xfrm>
                <a:off x="5281419" y="2121483"/>
                <a:ext cx="271780" cy="241300"/>
              </a:xfrm>
              <a:custGeom>
                <a:avLst/>
                <a:gdLst>
                  <a:gd name="connsiteX0" fmla="*/ 0 w 271780"/>
                  <a:gd name="connsiteY0" fmla="*/ 127000 h 241300"/>
                  <a:gd name="connsiteX1" fmla="*/ 71120 w 271780"/>
                  <a:gd name="connsiteY1" fmla="*/ 129540 h 241300"/>
                  <a:gd name="connsiteX2" fmla="*/ 109220 w 271780"/>
                  <a:gd name="connsiteY2" fmla="*/ 0 h 241300"/>
                  <a:gd name="connsiteX3" fmla="*/ 182880 w 271780"/>
                  <a:gd name="connsiteY3" fmla="*/ 241300 h 241300"/>
                  <a:gd name="connsiteX4" fmla="*/ 223520 w 271780"/>
                  <a:gd name="connsiteY4" fmla="*/ 121920 h 241300"/>
                  <a:gd name="connsiteX5" fmla="*/ 271780 w 271780"/>
                  <a:gd name="connsiteY5" fmla="*/ 121920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780" h="241300">
                    <a:moveTo>
                      <a:pt x="0" y="127000"/>
                    </a:moveTo>
                    <a:lnTo>
                      <a:pt x="71120" y="129540"/>
                    </a:lnTo>
                    <a:lnTo>
                      <a:pt x="109220" y="0"/>
                    </a:lnTo>
                    <a:lnTo>
                      <a:pt x="182880" y="241300"/>
                    </a:lnTo>
                    <a:lnTo>
                      <a:pt x="223520" y="121920"/>
                    </a:lnTo>
                    <a:lnTo>
                      <a:pt x="271780" y="121920"/>
                    </a:lnTo>
                  </a:path>
                </a:pathLst>
              </a:custGeom>
              <a:noFill/>
              <a:ln w="22225" cap="rnd">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rgbClr val="FFFFFF"/>
                  </a:solidFill>
                  <a:ea typeface="Meiryo" panose="020B0604030504040204" pitchFamily="34" charset="-128"/>
                </a:endParaRPr>
              </a:p>
            </p:txBody>
          </p:sp>
          <p:sp>
            <p:nvSpPr>
              <p:cNvPr id="32" name="Oval 9">
                <a:extLst>
                  <a:ext uri="{FF2B5EF4-FFF2-40B4-BE49-F238E27FC236}">
                    <a16:creationId xmlns:a16="http://schemas.microsoft.com/office/drawing/2014/main" id="{129C6A60-EF93-6B55-B11B-F7FEF20E4409}"/>
                  </a:ext>
                </a:extLst>
              </p:cNvPr>
              <p:cNvSpPr/>
              <p:nvPr/>
            </p:nvSpPr>
            <p:spPr bwMode="auto">
              <a:xfrm>
                <a:off x="5348988" y="2100523"/>
                <a:ext cx="73083" cy="73083"/>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Meiryo" panose="020B0604030504040204" pitchFamily="34" charset="-128"/>
                  <a:cs typeface="Segoe UI" pitchFamily="34" charset="0"/>
                </a:endParaRPr>
              </a:p>
            </p:txBody>
          </p:sp>
        </p:grpSp>
      </p:grpSp>
      <p:sp>
        <p:nvSpPr>
          <p:cNvPr id="58" name="Rectangle 1084">
            <a:extLst>
              <a:ext uri="{FF2B5EF4-FFF2-40B4-BE49-F238E27FC236}">
                <a16:creationId xmlns:a16="http://schemas.microsoft.com/office/drawing/2014/main" id="{8B3506F8-2835-2BEC-1705-2D2AB655D48E}"/>
              </a:ext>
            </a:extLst>
          </p:cNvPr>
          <p:cNvSpPr/>
          <p:nvPr/>
        </p:nvSpPr>
        <p:spPr>
          <a:xfrm>
            <a:off x="3582346" y="2136231"/>
            <a:ext cx="3637231" cy="2616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1" i="0" u="none" strike="noStrike" kern="1200" cap="none" spc="0" normalizeH="0" baseline="0" noProof="0" err="1">
                <a:ln>
                  <a:noFill/>
                </a:ln>
                <a:solidFill>
                  <a:srgbClr val="002060"/>
                </a:solidFill>
                <a:effectLst/>
                <a:uLnTx/>
                <a:uFillTx/>
                <a:ea typeface="Yu Gothic UI" panose="020B0500000000000000" pitchFamily="34" charset="-128"/>
                <a:cs typeface="Segoe UI" panose="020B0502040204020203" pitchFamily="34" charset="0"/>
              </a:rPr>
              <a:t>ソースコードの一元管理</a:t>
            </a:r>
            <a:endParaRPr kumimoji="1" lang="en-JP" sz="1100" b="0" i="0" u="none" strike="noStrike" kern="1200" cap="none" spc="0" normalizeH="0" baseline="0" noProof="0">
              <a:ln>
                <a:noFill/>
              </a:ln>
              <a:solidFill>
                <a:srgbClr val="000000"/>
              </a:solidFill>
              <a:effectLst/>
              <a:uLnTx/>
              <a:uFillTx/>
              <a:ea typeface="Yu Gothic UI" panose="020B0500000000000000" pitchFamily="34" charset="-128"/>
              <a:cs typeface="Segoe UI" panose="020B0502040204020203" pitchFamily="34" charset="0"/>
            </a:endParaRPr>
          </a:p>
        </p:txBody>
      </p:sp>
      <p:sp>
        <p:nvSpPr>
          <p:cNvPr id="59" name="正方形/長方形 58">
            <a:extLst>
              <a:ext uri="{FF2B5EF4-FFF2-40B4-BE49-F238E27FC236}">
                <a16:creationId xmlns:a16="http://schemas.microsoft.com/office/drawing/2014/main" id="{6C2BE44E-1369-3728-CD90-745099AC3FCE}"/>
              </a:ext>
            </a:extLst>
          </p:cNvPr>
          <p:cNvSpPr/>
          <p:nvPr/>
        </p:nvSpPr>
        <p:spPr>
          <a:xfrm>
            <a:off x="3559229" y="2409983"/>
            <a:ext cx="2594017" cy="507831"/>
          </a:xfrm>
          <a:prstGeom prst="rect">
            <a:avLst/>
          </a:prstGeom>
        </p:spPr>
        <p:txBody>
          <a:bodyPr wrap="square">
            <a:spAutoFit/>
          </a:bodyPr>
          <a:lstStyle/>
          <a:p>
            <a:r>
              <a:rPr lang="ja-JP" altLang="en-US" sz="900">
                <a:ea typeface="+mj-ea"/>
              </a:rPr>
              <a:t>検索機能で必要なコードを簡単に見つけられるため、「車輪の再発明」を防いで効率的に開発できます。</a:t>
            </a:r>
          </a:p>
        </p:txBody>
      </p:sp>
      <p:sp>
        <p:nvSpPr>
          <p:cNvPr id="60" name="テキスト ボックス 59">
            <a:extLst>
              <a:ext uri="{FF2B5EF4-FFF2-40B4-BE49-F238E27FC236}">
                <a16:creationId xmlns:a16="http://schemas.microsoft.com/office/drawing/2014/main" id="{27A0664D-B0E3-41F6-2810-51780DADC414}"/>
              </a:ext>
            </a:extLst>
          </p:cNvPr>
          <p:cNvSpPr txBox="1"/>
          <p:nvPr/>
        </p:nvSpPr>
        <p:spPr>
          <a:xfrm>
            <a:off x="4545982" y="3554738"/>
            <a:ext cx="184731" cy="369332"/>
          </a:xfrm>
          <a:prstGeom prst="rect">
            <a:avLst/>
          </a:prstGeom>
          <a:noFill/>
        </p:spPr>
        <p:txBody>
          <a:bodyPr wrap="none" rtlCol="0">
            <a:spAutoFit/>
          </a:bodyPr>
          <a:lstStyle/>
          <a:p>
            <a:endParaRPr kumimoji="1" lang="ja-JP" altLang="en-US"/>
          </a:p>
        </p:txBody>
      </p:sp>
      <p:sp>
        <p:nvSpPr>
          <p:cNvPr id="61" name="正方形/長方形 60">
            <a:extLst>
              <a:ext uri="{FF2B5EF4-FFF2-40B4-BE49-F238E27FC236}">
                <a16:creationId xmlns:a16="http://schemas.microsoft.com/office/drawing/2014/main" id="{943191BF-8CC0-0F92-F3FC-031210218B52}"/>
              </a:ext>
            </a:extLst>
          </p:cNvPr>
          <p:cNvSpPr/>
          <p:nvPr/>
        </p:nvSpPr>
        <p:spPr>
          <a:xfrm>
            <a:off x="9195213" y="2366201"/>
            <a:ext cx="2488502" cy="646331"/>
          </a:xfrm>
          <a:prstGeom prst="rect">
            <a:avLst/>
          </a:prstGeom>
        </p:spPr>
        <p:txBody>
          <a:bodyPr wrap="square">
            <a:spAutoFit/>
          </a:bodyPr>
          <a:lstStyle/>
          <a:p>
            <a:r>
              <a:rPr lang="ja-JP" altLang="en-US" sz="900">
                <a:ea typeface="+mj-ea"/>
              </a:rPr>
              <a:t>開発途中のコードについて</a:t>
            </a:r>
            <a:r>
              <a:rPr lang="ja-JP" altLang="en-US" sz="900"/>
              <a:t>変更箇所やその意図を共有できます。変更内容を取り込む前にレビューを実施することで不具合の早期発見に繋がります。</a:t>
            </a:r>
            <a:endParaRPr lang="ja-JP" altLang="en-US" sz="900">
              <a:ea typeface="+mj-ea"/>
            </a:endParaRPr>
          </a:p>
        </p:txBody>
      </p:sp>
      <p:sp>
        <p:nvSpPr>
          <p:cNvPr id="62" name="Rectangle 1084">
            <a:extLst>
              <a:ext uri="{FF2B5EF4-FFF2-40B4-BE49-F238E27FC236}">
                <a16:creationId xmlns:a16="http://schemas.microsoft.com/office/drawing/2014/main" id="{CF1309B7-B356-83AC-2EF4-471D189A85DA}"/>
              </a:ext>
            </a:extLst>
          </p:cNvPr>
          <p:cNvSpPr/>
          <p:nvPr/>
        </p:nvSpPr>
        <p:spPr>
          <a:xfrm>
            <a:off x="6346074" y="2169179"/>
            <a:ext cx="2146220" cy="2616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1" i="0" u="none" strike="noStrike" kern="1200" cap="none" spc="0" normalizeH="0" baseline="0" noProof="0" err="1">
                <a:ln>
                  <a:noFill/>
                </a:ln>
                <a:solidFill>
                  <a:srgbClr val="002060"/>
                </a:solidFill>
                <a:effectLst/>
                <a:uLnTx/>
                <a:uFillTx/>
                <a:ea typeface="Yu Gothic UI" panose="020B0500000000000000" pitchFamily="34" charset="-128"/>
                <a:cs typeface="Segoe UI" panose="020B0502040204020203" pitchFamily="34" charset="0"/>
              </a:rPr>
              <a:t>課題管理（Issues）</a:t>
            </a:r>
            <a:endParaRPr kumimoji="1" lang="en-JP" sz="1100" b="0" i="0" u="none" strike="noStrike" kern="1200" cap="none" spc="0" normalizeH="0" baseline="0" noProof="0">
              <a:ln>
                <a:noFill/>
              </a:ln>
              <a:solidFill>
                <a:srgbClr val="000000"/>
              </a:solidFill>
              <a:effectLst/>
              <a:uLnTx/>
              <a:uFillTx/>
              <a:ea typeface="Yu Gothic UI" panose="020B0500000000000000" pitchFamily="34" charset="-128"/>
              <a:cs typeface="Segoe UI" panose="020B0502040204020203" pitchFamily="34" charset="0"/>
            </a:endParaRPr>
          </a:p>
        </p:txBody>
      </p:sp>
      <p:sp>
        <p:nvSpPr>
          <p:cNvPr id="63" name="Rectangle 1084">
            <a:extLst>
              <a:ext uri="{FF2B5EF4-FFF2-40B4-BE49-F238E27FC236}">
                <a16:creationId xmlns:a16="http://schemas.microsoft.com/office/drawing/2014/main" id="{8A3513C7-4FB9-DB89-2212-3BBE56F02C30}"/>
              </a:ext>
            </a:extLst>
          </p:cNvPr>
          <p:cNvSpPr/>
          <p:nvPr/>
        </p:nvSpPr>
        <p:spPr>
          <a:xfrm>
            <a:off x="654541" y="4853403"/>
            <a:ext cx="2445156" cy="2616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1" i="0" u="none" strike="noStrike" kern="1200" cap="none" spc="0" normalizeH="0" baseline="0" noProof="0" err="1">
                <a:ln>
                  <a:noFill/>
                </a:ln>
                <a:solidFill>
                  <a:srgbClr val="002060"/>
                </a:solidFill>
                <a:effectLst/>
                <a:uLnTx/>
                <a:uFillTx/>
                <a:ea typeface="Yu Gothic UI" panose="020B0500000000000000" pitchFamily="34" charset="-128"/>
                <a:cs typeface="Segoe UI" panose="020B0502040204020203" pitchFamily="34" charset="0"/>
              </a:rPr>
              <a:t>プロジェクト管理（Projects）</a:t>
            </a:r>
            <a:endParaRPr kumimoji="1" lang="en-JP" sz="1100" b="0" i="0" u="none" strike="noStrike" kern="1200" cap="none" spc="0" normalizeH="0" baseline="0" noProof="0">
              <a:ln>
                <a:noFill/>
              </a:ln>
              <a:solidFill>
                <a:srgbClr val="000000"/>
              </a:solidFill>
              <a:effectLst/>
              <a:uLnTx/>
              <a:uFillTx/>
              <a:ea typeface="Yu Gothic UI" panose="020B0500000000000000" pitchFamily="34" charset="-128"/>
              <a:cs typeface="Segoe UI" panose="020B0502040204020203" pitchFamily="34" charset="0"/>
            </a:endParaRPr>
          </a:p>
        </p:txBody>
      </p:sp>
      <p:sp>
        <p:nvSpPr>
          <p:cNvPr id="64" name="正方形/長方形 63">
            <a:extLst>
              <a:ext uri="{FF2B5EF4-FFF2-40B4-BE49-F238E27FC236}">
                <a16:creationId xmlns:a16="http://schemas.microsoft.com/office/drawing/2014/main" id="{B0E5F0F9-5443-30BD-94A1-FD663D82953E}"/>
              </a:ext>
            </a:extLst>
          </p:cNvPr>
          <p:cNvSpPr/>
          <p:nvPr/>
        </p:nvSpPr>
        <p:spPr>
          <a:xfrm>
            <a:off x="6365692" y="2456721"/>
            <a:ext cx="2694564" cy="507831"/>
          </a:xfrm>
          <a:prstGeom prst="rect">
            <a:avLst/>
          </a:prstGeom>
        </p:spPr>
        <p:txBody>
          <a:bodyPr wrap="square">
            <a:spAutoFit/>
          </a:bodyPr>
          <a:lstStyle/>
          <a:p>
            <a:r>
              <a:rPr lang="ja-JP" altLang="en-US" sz="900">
                <a:ea typeface="+mj-ea"/>
              </a:rPr>
              <a:t>バグ、機能強化などのタスクを登録し、アイデアを議論したり、そのディスカッション経緯を記録することができます。</a:t>
            </a:r>
          </a:p>
        </p:txBody>
      </p:sp>
      <p:sp>
        <p:nvSpPr>
          <p:cNvPr id="65" name="正方形/長方形 64">
            <a:extLst>
              <a:ext uri="{FF2B5EF4-FFF2-40B4-BE49-F238E27FC236}">
                <a16:creationId xmlns:a16="http://schemas.microsoft.com/office/drawing/2014/main" id="{DDC29825-4490-1220-C461-EA0EC9FB56F1}"/>
              </a:ext>
            </a:extLst>
          </p:cNvPr>
          <p:cNvSpPr/>
          <p:nvPr/>
        </p:nvSpPr>
        <p:spPr>
          <a:xfrm>
            <a:off x="730146" y="5132520"/>
            <a:ext cx="2659741" cy="517857"/>
          </a:xfrm>
          <a:prstGeom prst="rect">
            <a:avLst/>
          </a:prstGeom>
        </p:spPr>
        <p:txBody>
          <a:bodyPr wrap="square">
            <a:spAutoFit/>
          </a:bodyPr>
          <a:lstStyle/>
          <a:p>
            <a:r>
              <a:rPr lang="en-US" altLang="ja-JP" sz="900">
                <a:ea typeface="+mj-ea"/>
              </a:rPr>
              <a:t>Issues</a:t>
            </a:r>
            <a:r>
              <a:rPr lang="ja-JP" altLang="en-US" sz="900">
                <a:ea typeface="+mj-ea"/>
              </a:rPr>
              <a:t>や</a:t>
            </a:r>
            <a:r>
              <a:rPr lang="en-US" altLang="ja-JP" sz="900">
                <a:ea typeface="+mj-ea"/>
              </a:rPr>
              <a:t>Pull Request</a:t>
            </a:r>
            <a:r>
              <a:rPr lang="ja-JP" altLang="en-US" sz="900">
                <a:ea typeface="+mj-ea"/>
              </a:rPr>
              <a:t>、メモなどをカードとして管理でき、ワークフローに作業の優先順位づけや進捗状況の管理を視覚的に管理できます。</a:t>
            </a:r>
          </a:p>
        </p:txBody>
      </p:sp>
      <p:pic>
        <p:nvPicPr>
          <p:cNvPr id="66" name="図 65">
            <a:extLst>
              <a:ext uri="{FF2B5EF4-FFF2-40B4-BE49-F238E27FC236}">
                <a16:creationId xmlns:a16="http://schemas.microsoft.com/office/drawing/2014/main" id="{3B006A1F-D611-2F5C-5E16-4E446D993125}"/>
              </a:ext>
            </a:extLst>
          </p:cNvPr>
          <p:cNvPicPr>
            <a:picLocks noChangeAspect="1"/>
          </p:cNvPicPr>
          <p:nvPr/>
        </p:nvPicPr>
        <p:blipFill>
          <a:blip r:embed="rId6"/>
          <a:stretch>
            <a:fillRect/>
          </a:stretch>
        </p:blipFill>
        <p:spPr>
          <a:xfrm>
            <a:off x="3621669" y="2982504"/>
            <a:ext cx="2488503" cy="1528292"/>
          </a:xfrm>
          <a:prstGeom prst="rect">
            <a:avLst/>
          </a:prstGeom>
          <a:effectLst>
            <a:outerShdw blurRad="381000" dist="50800" dir="5400000" sx="90000" sy="90000" algn="ctr" rotWithShape="0">
              <a:srgbClr val="000000">
                <a:alpha val="25000"/>
              </a:srgbClr>
            </a:outerShdw>
          </a:effectLst>
        </p:spPr>
      </p:pic>
      <p:pic>
        <p:nvPicPr>
          <p:cNvPr id="67" name="Google Shape;394;p18">
            <a:extLst>
              <a:ext uri="{FF2B5EF4-FFF2-40B4-BE49-F238E27FC236}">
                <a16:creationId xmlns:a16="http://schemas.microsoft.com/office/drawing/2014/main" id="{4F7C0309-F3A7-7DAE-3D1A-F54C8360FEA9}"/>
              </a:ext>
            </a:extLst>
          </p:cNvPr>
          <p:cNvPicPr preferRelativeResize="0"/>
          <p:nvPr/>
        </p:nvPicPr>
        <p:blipFill rotWithShape="1">
          <a:blip r:embed="rId7">
            <a:alphaModFix/>
          </a:blip>
          <a:stretch/>
        </p:blipFill>
        <p:spPr>
          <a:xfrm>
            <a:off x="9424212" y="3067758"/>
            <a:ext cx="2107822" cy="1465595"/>
          </a:xfrm>
          <a:prstGeom prst="rect">
            <a:avLst/>
          </a:prstGeom>
          <a:noFill/>
          <a:ln>
            <a:noFill/>
          </a:ln>
          <a:effectLst>
            <a:outerShdw blurRad="381000" dist="50800" dir="5400000" sx="90000" sy="90000" algn="ctr" rotWithShape="0">
              <a:srgbClr val="000000">
                <a:alpha val="25000"/>
              </a:srgbClr>
            </a:outerShdw>
          </a:effectLst>
        </p:spPr>
      </p:pic>
      <p:pic>
        <p:nvPicPr>
          <p:cNvPr id="68" name="図 67">
            <a:extLst>
              <a:ext uri="{FF2B5EF4-FFF2-40B4-BE49-F238E27FC236}">
                <a16:creationId xmlns:a16="http://schemas.microsoft.com/office/drawing/2014/main" id="{E2C7EAB9-3031-0931-4C69-D9D555AF1D56}"/>
              </a:ext>
            </a:extLst>
          </p:cNvPr>
          <p:cNvPicPr>
            <a:picLocks noChangeAspect="1"/>
          </p:cNvPicPr>
          <p:nvPr/>
        </p:nvPicPr>
        <p:blipFill>
          <a:blip r:embed="rId8"/>
          <a:stretch>
            <a:fillRect/>
          </a:stretch>
        </p:blipFill>
        <p:spPr>
          <a:xfrm>
            <a:off x="6509491" y="3104688"/>
            <a:ext cx="2403374" cy="1337556"/>
          </a:xfrm>
          <a:prstGeom prst="rect">
            <a:avLst/>
          </a:prstGeom>
          <a:effectLst>
            <a:outerShdw blurRad="381000" dist="50800" dir="5400000" sx="90000" sy="90000" algn="ctr" rotWithShape="0">
              <a:srgbClr val="000000">
                <a:alpha val="25000"/>
              </a:srgbClr>
            </a:outerShdw>
          </a:effectLst>
        </p:spPr>
      </p:pic>
      <p:pic>
        <p:nvPicPr>
          <p:cNvPr id="69" name="図 68">
            <a:extLst>
              <a:ext uri="{FF2B5EF4-FFF2-40B4-BE49-F238E27FC236}">
                <a16:creationId xmlns:a16="http://schemas.microsoft.com/office/drawing/2014/main" id="{E8964B3A-985C-6CC7-995B-4BE09F72A1E6}"/>
              </a:ext>
            </a:extLst>
          </p:cNvPr>
          <p:cNvPicPr>
            <a:picLocks noChangeAspect="1"/>
          </p:cNvPicPr>
          <p:nvPr/>
        </p:nvPicPr>
        <p:blipFill>
          <a:blip r:embed="rId9"/>
          <a:stretch>
            <a:fillRect/>
          </a:stretch>
        </p:blipFill>
        <p:spPr>
          <a:xfrm>
            <a:off x="1052904" y="5832555"/>
            <a:ext cx="1712748" cy="879742"/>
          </a:xfrm>
          <a:prstGeom prst="rect">
            <a:avLst/>
          </a:prstGeom>
          <a:effectLst>
            <a:outerShdw blurRad="381000" dist="50800" dir="5400000" sx="90000" sy="90000" algn="ctr" rotWithShape="0">
              <a:srgbClr val="000000">
                <a:alpha val="25000"/>
              </a:srgbClr>
            </a:outerShdw>
          </a:effectLst>
        </p:spPr>
      </p:pic>
      <p:cxnSp>
        <p:nvCxnSpPr>
          <p:cNvPr id="70" name="直線コネクタ 69">
            <a:extLst>
              <a:ext uri="{FF2B5EF4-FFF2-40B4-BE49-F238E27FC236}">
                <a16:creationId xmlns:a16="http://schemas.microsoft.com/office/drawing/2014/main" id="{06C264E0-F087-3197-E8E4-AFD26A066006}"/>
              </a:ext>
            </a:extLst>
          </p:cNvPr>
          <p:cNvCxnSpPr>
            <a:cxnSpLocks/>
          </p:cNvCxnSpPr>
          <p:nvPr/>
        </p:nvCxnSpPr>
        <p:spPr>
          <a:xfrm flipV="1">
            <a:off x="341126" y="4783091"/>
            <a:ext cx="11312192" cy="48950"/>
          </a:xfrm>
          <a:prstGeom prst="line">
            <a:avLst/>
          </a:prstGeom>
          <a:ln>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43D51211-2446-1AF7-A9DD-736EB4513C31}"/>
              </a:ext>
            </a:extLst>
          </p:cNvPr>
          <p:cNvCxnSpPr>
            <a:cxnSpLocks/>
          </p:cNvCxnSpPr>
          <p:nvPr/>
        </p:nvCxnSpPr>
        <p:spPr>
          <a:xfrm flipH="1">
            <a:off x="6257820" y="2030693"/>
            <a:ext cx="0" cy="4719600"/>
          </a:xfrm>
          <a:prstGeom prst="line">
            <a:avLst/>
          </a:prstGeom>
          <a:ln>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72" name="Rectangle 1084">
            <a:extLst>
              <a:ext uri="{FF2B5EF4-FFF2-40B4-BE49-F238E27FC236}">
                <a16:creationId xmlns:a16="http://schemas.microsoft.com/office/drawing/2014/main" id="{31876251-4D0D-36C9-1DD1-348F360094F6}"/>
              </a:ext>
            </a:extLst>
          </p:cNvPr>
          <p:cNvSpPr/>
          <p:nvPr/>
        </p:nvSpPr>
        <p:spPr>
          <a:xfrm>
            <a:off x="3527723" y="4805611"/>
            <a:ext cx="3263865" cy="2616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1" i="0" u="none" strike="noStrike" kern="1200" cap="none" spc="0" normalizeH="0" baseline="0" noProof="0" dirty="0" err="1">
                <a:ln>
                  <a:noFill/>
                </a:ln>
                <a:solidFill>
                  <a:srgbClr val="002060"/>
                </a:solidFill>
                <a:effectLst/>
                <a:uLnTx/>
                <a:uFillTx/>
                <a:ea typeface="Yu Gothic UI" panose="020B0500000000000000" pitchFamily="34" charset="-128"/>
                <a:cs typeface="Segoe UI" panose="020B0502040204020203" pitchFamily="34" charset="0"/>
              </a:rPr>
              <a:t>ワークフローの自動化（GitHub</a:t>
            </a:r>
            <a:r>
              <a:rPr kumimoji="1" lang="en-US" sz="1100" b="1" i="0" u="none" strike="noStrike" kern="1200" cap="none" spc="0" normalizeH="0" baseline="0" noProof="0" err="1">
                <a:ln>
                  <a:noFill/>
                </a:ln>
                <a:solidFill>
                  <a:srgbClr val="002060"/>
                </a:solidFill>
                <a:effectLst/>
                <a:uLnTx/>
                <a:uFillTx/>
                <a:ea typeface="Yu Gothic UI" panose="020B0500000000000000" pitchFamily="34" charset="-128"/>
                <a:cs typeface="Segoe UI" panose="020B0502040204020203" pitchFamily="34" charset="0"/>
              </a:rPr>
              <a:t> Actions）</a:t>
            </a:r>
            <a:endParaRPr kumimoji="1" lang="en-JP" sz="1100" b="0" i="0" u="none" strike="noStrike" kern="1200" cap="none" spc="0" normalizeH="0" baseline="0" noProof="0" dirty="0">
              <a:ln>
                <a:noFill/>
              </a:ln>
              <a:solidFill>
                <a:srgbClr val="000000"/>
              </a:solidFill>
              <a:effectLst/>
              <a:uLnTx/>
              <a:uFillTx/>
              <a:ea typeface="Yu Gothic UI" panose="020B0500000000000000" pitchFamily="34" charset="-128"/>
              <a:cs typeface="Segoe UI" panose="020B0502040204020203" pitchFamily="34" charset="0"/>
            </a:endParaRPr>
          </a:p>
        </p:txBody>
      </p:sp>
      <p:sp>
        <p:nvSpPr>
          <p:cNvPr id="73" name="正方形/長方形 72">
            <a:extLst>
              <a:ext uri="{FF2B5EF4-FFF2-40B4-BE49-F238E27FC236}">
                <a16:creationId xmlns:a16="http://schemas.microsoft.com/office/drawing/2014/main" id="{AD0DE866-E129-CEC4-2B40-87196CF2C4AA}"/>
              </a:ext>
            </a:extLst>
          </p:cNvPr>
          <p:cNvSpPr/>
          <p:nvPr/>
        </p:nvSpPr>
        <p:spPr>
          <a:xfrm>
            <a:off x="3576427" y="5058803"/>
            <a:ext cx="2566468" cy="646331"/>
          </a:xfrm>
          <a:prstGeom prst="rect">
            <a:avLst/>
          </a:prstGeom>
        </p:spPr>
        <p:txBody>
          <a:bodyPr wrap="square">
            <a:spAutoFit/>
          </a:bodyPr>
          <a:lstStyle/>
          <a:p>
            <a:r>
              <a:rPr lang="en-US" altLang="ja-JP" sz="900" dirty="0">
                <a:ea typeface="+mj-ea"/>
              </a:rPr>
              <a:t>GitHub</a:t>
            </a:r>
            <a:r>
              <a:rPr lang="ja-JP" altLang="en-US" sz="900" dirty="0">
                <a:ea typeface="+mj-ea"/>
              </a:rPr>
              <a:t>上のイベントをトリガーにして、ビルドやデプロイの自動化、通知のカスタマイズ、</a:t>
            </a:r>
            <a:r>
              <a:rPr lang="en-US" altLang="ja-JP" sz="900" dirty="0">
                <a:ea typeface="+mj-ea"/>
              </a:rPr>
              <a:t>Issue</a:t>
            </a:r>
            <a:r>
              <a:rPr lang="ja-JP" altLang="en-US" sz="900" dirty="0">
                <a:ea typeface="+mj-ea"/>
              </a:rPr>
              <a:t>の管理の自動化など、あらゆる手作業や開発ワークフローを簡単に自動化できます。</a:t>
            </a:r>
          </a:p>
        </p:txBody>
      </p:sp>
      <p:cxnSp>
        <p:nvCxnSpPr>
          <p:cNvPr id="74" name="直線コネクタ 73">
            <a:extLst>
              <a:ext uri="{FF2B5EF4-FFF2-40B4-BE49-F238E27FC236}">
                <a16:creationId xmlns:a16="http://schemas.microsoft.com/office/drawing/2014/main" id="{4F3FD42B-9801-B51A-4335-A13751580676}"/>
              </a:ext>
            </a:extLst>
          </p:cNvPr>
          <p:cNvCxnSpPr>
            <a:cxnSpLocks/>
          </p:cNvCxnSpPr>
          <p:nvPr/>
        </p:nvCxnSpPr>
        <p:spPr>
          <a:xfrm flipH="1">
            <a:off x="9115791" y="2082945"/>
            <a:ext cx="0" cy="4719600"/>
          </a:xfrm>
          <a:prstGeom prst="line">
            <a:avLst/>
          </a:prstGeom>
          <a:ln>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75" name="図 74">
            <a:extLst>
              <a:ext uri="{FF2B5EF4-FFF2-40B4-BE49-F238E27FC236}">
                <a16:creationId xmlns:a16="http://schemas.microsoft.com/office/drawing/2014/main" id="{7305B71B-F6D4-10F1-2792-359FEABC5261}"/>
              </a:ext>
            </a:extLst>
          </p:cNvPr>
          <p:cNvPicPr>
            <a:picLocks noChangeAspect="1"/>
          </p:cNvPicPr>
          <p:nvPr/>
        </p:nvPicPr>
        <p:blipFill>
          <a:blip r:embed="rId10"/>
          <a:stretch>
            <a:fillRect/>
          </a:stretch>
        </p:blipFill>
        <p:spPr>
          <a:xfrm>
            <a:off x="3977386" y="5832555"/>
            <a:ext cx="1616528" cy="897599"/>
          </a:xfrm>
          <a:prstGeom prst="rect">
            <a:avLst/>
          </a:prstGeom>
          <a:effectLst>
            <a:outerShdw blurRad="381000" dist="50800" dir="5400000" sx="90000" sy="90000" algn="ctr" rotWithShape="0">
              <a:srgbClr val="000000">
                <a:alpha val="25000"/>
              </a:srgbClr>
            </a:outerShdw>
          </a:effectLst>
        </p:spPr>
      </p:pic>
      <p:sp>
        <p:nvSpPr>
          <p:cNvPr id="76" name="Rectangle 1084">
            <a:extLst>
              <a:ext uri="{FF2B5EF4-FFF2-40B4-BE49-F238E27FC236}">
                <a16:creationId xmlns:a16="http://schemas.microsoft.com/office/drawing/2014/main" id="{CA0E060B-BB19-E5A4-5BA4-7CA8583355AD}"/>
              </a:ext>
            </a:extLst>
          </p:cNvPr>
          <p:cNvSpPr/>
          <p:nvPr/>
        </p:nvSpPr>
        <p:spPr>
          <a:xfrm>
            <a:off x="9191657" y="4806511"/>
            <a:ext cx="2354130" cy="261610"/>
          </a:xfrm>
          <a:prstGeom prst="rect">
            <a:avLst/>
          </a:prstGeom>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100" b="1">
                <a:solidFill>
                  <a:srgbClr val="002060"/>
                </a:solidFill>
                <a:ea typeface="Yu Gothic UI"/>
                <a:cs typeface="Segoe UI"/>
              </a:rPr>
              <a:t>権限管理</a:t>
            </a:r>
            <a:r>
              <a:rPr kumimoji="1" lang="en-US" sz="1100" b="1" i="0" u="none" strike="noStrike" kern="1200" cap="none" spc="0" normalizeH="0" baseline="0" noProof="0">
                <a:ln>
                  <a:noFill/>
                </a:ln>
                <a:solidFill>
                  <a:srgbClr val="002060"/>
                </a:solidFill>
                <a:effectLst/>
                <a:uLnTx/>
                <a:uFillTx/>
                <a:ea typeface="Yu Gothic UI"/>
                <a:cs typeface="Segoe UI"/>
              </a:rPr>
              <a:t>、</a:t>
            </a:r>
            <a:r>
              <a:rPr lang="ja-JP" altLang="en-US" sz="1100" b="1">
                <a:solidFill>
                  <a:srgbClr val="002060"/>
                </a:solidFill>
                <a:ea typeface="Yu Gothic UI"/>
                <a:cs typeface="Segoe UI"/>
              </a:rPr>
              <a:t>アクセスコントロール</a:t>
            </a:r>
            <a:endParaRPr kumimoji="1" lang="en-US" sz="1100" b="0" i="0" u="none" strike="noStrike" kern="1200" cap="none" spc="0" normalizeH="0" baseline="0" noProof="0">
              <a:ln>
                <a:noFill/>
              </a:ln>
              <a:solidFill>
                <a:srgbClr val="000000"/>
              </a:solidFill>
              <a:effectLst/>
              <a:uLnTx/>
              <a:uFillTx/>
              <a:ea typeface="Yu Gothic UI"/>
              <a:cs typeface="Segoe UI"/>
            </a:endParaRPr>
          </a:p>
        </p:txBody>
      </p:sp>
      <p:sp>
        <p:nvSpPr>
          <p:cNvPr id="77" name="正方形/長方形 76">
            <a:extLst>
              <a:ext uri="{FF2B5EF4-FFF2-40B4-BE49-F238E27FC236}">
                <a16:creationId xmlns:a16="http://schemas.microsoft.com/office/drawing/2014/main" id="{4E9D80A0-93FE-97E9-A4CF-BA2E865DAE2C}"/>
              </a:ext>
            </a:extLst>
          </p:cNvPr>
          <p:cNvSpPr/>
          <p:nvPr/>
        </p:nvSpPr>
        <p:spPr>
          <a:xfrm>
            <a:off x="9200082" y="5052648"/>
            <a:ext cx="2566468" cy="646331"/>
          </a:xfrm>
          <a:prstGeom prst="rect">
            <a:avLst/>
          </a:prstGeom>
        </p:spPr>
        <p:txBody>
          <a:bodyPr wrap="square" lIns="91440" tIns="45720" rIns="91440" bIns="45720" anchor="t">
            <a:spAutoFit/>
          </a:bodyPr>
          <a:lstStyle/>
          <a:p>
            <a:r>
              <a:rPr lang="ja-JP" altLang="en-US" sz="900">
                <a:ea typeface="游ゴシック Light"/>
              </a:rPr>
              <a:t>閲覧権限、書き込み権限など、ユーザの役割に応じた権限を付与できるほか、</a:t>
            </a:r>
            <a:r>
              <a:rPr lang="en-US" altLang="ja-JP" sz="900">
                <a:ea typeface="游ゴシック Light"/>
              </a:rPr>
              <a:t>SAML/SSO</a:t>
            </a:r>
            <a:r>
              <a:rPr lang="ja-JP" altLang="en-US" sz="900">
                <a:ea typeface="游ゴシック Light"/>
              </a:rPr>
              <a:t>を使用した認証により、許可されたユーザだけがアクセスできるよう制御可能です。</a:t>
            </a:r>
          </a:p>
        </p:txBody>
      </p:sp>
      <p:pic>
        <p:nvPicPr>
          <p:cNvPr id="78" name="図 77">
            <a:extLst>
              <a:ext uri="{FF2B5EF4-FFF2-40B4-BE49-F238E27FC236}">
                <a16:creationId xmlns:a16="http://schemas.microsoft.com/office/drawing/2014/main" id="{245AE4B5-9866-8686-AD7B-373966E61E9B}"/>
              </a:ext>
            </a:extLst>
          </p:cNvPr>
          <p:cNvPicPr>
            <a:picLocks noChangeAspect="1"/>
          </p:cNvPicPr>
          <p:nvPr/>
        </p:nvPicPr>
        <p:blipFill>
          <a:blip r:embed="rId11"/>
          <a:stretch>
            <a:fillRect/>
          </a:stretch>
        </p:blipFill>
        <p:spPr>
          <a:xfrm>
            <a:off x="10105616" y="5775765"/>
            <a:ext cx="745014" cy="979693"/>
          </a:xfrm>
          <a:prstGeom prst="rect">
            <a:avLst/>
          </a:prstGeom>
          <a:effectLst>
            <a:outerShdw blurRad="381000" dist="50800" dir="5400000" sx="90000" sy="90000" algn="ctr" rotWithShape="0">
              <a:srgbClr val="000000">
                <a:alpha val="25000"/>
              </a:srgbClr>
            </a:outerShdw>
          </a:effectLst>
        </p:spPr>
      </p:pic>
      <p:cxnSp>
        <p:nvCxnSpPr>
          <p:cNvPr id="79" name="直線コネクタ 78">
            <a:extLst>
              <a:ext uri="{FF2B5EF4-FFF2-40B4-BE49-F238E27FC236}">
                <a16:creationId xmlns:a16="http://schemas.microsoft.com/office/drawing/2014/main" id="{83DDE1E8-2CAC-88AC-FFB2-5C504280D472}"/>
              </a:ext>
            </a:extLst>
          </p:cNvPr>
          <p:cNvCxnSpPr>
            <a:cxnSpLocks/>
          </p:cNvCxnSpPr>
          <p:nvPr/>
        </p:nvCxnSpPr>
        <p:spPr>
          <a:xfrm>
            <a:off x="3492704" y="2030692"/>
            <a:ext cx="0" cy="4719600"/>
          </a:xfrm>
          <a:prstGeom prst="line">
            <a:avLst/>
          </a:prstGeom>
          <a:ln>
            <a:solidFill>
              <a:schemeClr val="bg2">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80" name="Rectangle 1084">
            <a:extLst>
              <a:ext uri="{FF2B5EF4-FFF2-40B4-BE49-F238E27FC236}">
                <a16:creationId xmlns:a16="http://schemas.microsoft.com/office/drawing/2014/main" id="{B965D918-4968-081E-94D1-44F40E621F0A}"/>
              </a:ext>
            </a:extLst>
          </p:cNvPr>
          <p:cNvSpPr/>
          <p:nvPr/>
        </p:nvSpPr>
        <p:spPr>
          <a:xfrm>
            <a:off x="6321757" y="4801093"/>
            <a:ext cx="3263865" cy="2616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1" i="0" u="none" strike="noStrike" kern="1200" cap="none" spc="0" normalizeH="0" baseline="0" noProof="0" dirty="0" err="1">
                <a:ln>
                  <a:noFill/>
                </a:ln>
                <a:solidFill>
                  <a:srgbClr val="002060"/>
                </a:solidFill>
                <a:effectLst/>
                <a:uLnTx/>
                <a:uFillTx/>
                <a:ea typeface="Yu Gothic UI" panose="020B0500000000000000" pitchFamily="34" charset="-128"/>
                <a:cs typeface="Segoe UI" panose="020B0502040204020203" pitchFamily="34" charset="0"/>
              </a:rPr>
              <a:t>パッケージ管理（GitHub</a:t>
            </a:r>
            <a:r>
              <a:rPr kumimoji="1" lang="en-US" sz="1100" b="1" i="0" u="none" strike="noStrike" kern="1200" cap="none" spc="0" normalizeH="0" baseline="0" noProof="0" err="1">
                <a:ln>
                  <a:noFill/>
                </a:ln>
                <a:solidFill>
                  <a:srgbClr val="002060"/>
                </a:solidFill>
                <a:effectLst/>
                <a:uLnTx/>
                <a:uFillTx/>
                <a:ea typeface="Yu Gothic UI" panose="020B0500000000000000" pitchFamily="34" charset="-128"/>
                <a:cs typeface="Segoe UI" panose="020B0502040204020203" pitchFamily="34" charset="0"/>
              </a:rPr>
              <a:t> </a:t>
            </a:r>
            <a:r>
              <a:rPr lang="en-US" sz="1100" b="1" dirty="0">
                <a:solidFill>
                  <a:srgbClr val="002060"/>
                </a:solidFill>
                <a:ea typeface="Yu Gothic UI" panose="020B0500000000000000" pitchFamily="34" charset="-128"/>
                <a:cs typeface="Segoe UI" panose="020B0502040204020203" pitchFamily="34" charset="0"/>
              </a:rPr>
              <a:t>Packages</a:t>
            </a:r>
            <a:r>
              <a:rPr kumimoji="1" lang="en-US" sz="1100" b="1" i="0" u="none" strike="noStrike" kern="1200" cap="none" spc="0" normalizeH="0" baseline="0" noProof="0" dirty="0">
                <a:ln>
                  <a:noFill/>
                </a:ln>
                <a:solidFill>
                  <a:srgbClr val="002060"/>
                </a:solidFill>
                <a:effectLst/>
                <a:uLnTx/>
                <a:uFillTx/>
                <a:ea typeface="Yu Gothic UI" panose="020B0500000000000000" pitchFamily="34" charset="-128"/>
                <a:cs typeface="Segoe UI" panose="020B0502040204020203" pitchFamily="34" charset="0"/>
              </a:rPr>
              <a:t>）</a:t>
            </a:r>
            <a:endParaRPr kumimoji="1" lang="en-JP" sz="1100" b="0" i="0" u="none" strike="noStrike" kern="1200" cap="none" spc="0" normalizeH="0" baseline="0" noProof="0" dirty="0">
              <a:ln>
                <a:noFill/>
              </a:ln>
              <a:solidFill>
                <a:srgbClr val="000000"/>
              </a:solidFill>
              <a:effectLst/>
              <a:uLnTx/>
              <a:uFillTx/>
              <a:ea typeface="Yu Gothic UI" panose="020B0500000000000000" pitchFamily="34" charset="-128"/>
              <a:cs typeface="Segoe UI" panose="020B0502040204020203" pitchFamily="34" charset="0"/>
            </a:endParaRPr>
          </a:p>
        </p:txBody>
      </p:sp>
      <p:sp>
        <p:nvSpPr>
          <p:cNvPr id="81" name="正方形/長方形 80">
            <a:extLst>
              <a:ext uri="{FF2B5EF4-FFF2-40B4-BE49-F238E27FC236}">
                <a16:creationId xmlns:a16="http://schemas.microsoft.com/office/drawing/2014/main" id="{06CB48B6-7718-59EC-BE48-3304E2E04F3B}"/>
              </a:ext>
            </a:extLst>
          </p:cNvPr>
          <p:cNvSpPr/>
          <p:nvPr/>
        </p:nvSpPr>
        <p:spPr>
          <a:xfrm>
            <a:off x="6335986" y="5064300"/>
            <a:ext cx="2566468" cy="784830"/>
          </a:xfrm>
          <a:prstGeom prst="rect">
            <a:avLst/>
          </a:prstGeom>
        </p:spPr>
        <p:txBody>
          <a:bodyPr wrap="square">
            <a:spAutoFit/>
          </a:bodyPr>
          <a:lstStyle/>
          <a:p>
            <a:r>
              <a:rPr lang="ja-JP" altLang="en-US" sz="900">
                <a:ea typeface="+mj-ea"/>
              </a:rPr>
              <a:t>ビルドした成果物をパッケージとして、ソースコードと一緒に管理することができます。例えば、チーム内だけで</a:t>
            </a:r>
            <a:r>
              <a:rPr lang="en-US" altLang="ja-JP" sz="900">
                <a:ea typeface="+mj-ea"/>
              </a:rPr>
              <a:t>Docker</a:t>
            </a:r>
            <a:r>
              <a:rPr lang="ja-JP" altLang="en-US" sz="900">
                <a:ea typeface="+mj-ea"/>
              </a:rPr>
              <a:t>イメージを共有できます。</a:t>
            </a:r>
            <a:endParaRPr lang="en-US" altLang="ja-JP" sz="900">
              <a:ea typeface="+mj-ea"/>
            </a:endParaRPr>
          </a:p>
          <a:p>
            <a:endParaRPr lang="ja-JP" altLang="en-US" sz="900">
              <a:ea typeface="+mj-ea"/>
            </a:endParaRPr>
          </a:p>
        </p:txBody>
      </p:sp>
      <p:pic>
        <p:nvPicPr>
          <p:cNvPr id="82" name="図 72">
            <a:extLst>
              <a:ext uri="{FF2B5EF4-FFF2-40B4-BE49-F238E27FC236}">
                <a16:creationId xmlns:a16="http://schemas.microsoft.com/office/drawing/2014/main" id="{55357385-9DD9-3830-F37F-EB5D713D2E55}"/>
              </a:ext>
            </a:extLst>
          </p:cNvPr>
          <p:cNvPicPr>
            <a:picLocks noChangeAspect="1"/>
          </p:cNvPicPr>
          <p:nvPr/>
        </p:nvPicPr>
        <p:blipFill>
          <a:blip r:embed="rId12"/>
          <a:stretch>
            <a:fillRect/>
          </a:stretch>
        </p:blipFill>
        <p:spPr>
          <a:xfrm>
            <a:off x="6481236" y="6058741"/>
            <a:ext cx="2326753" cy="690755"/>
          </a:xfrm>
          <a:prstGeom prst="rect">
            <a:avLst/>
          </a:prstGeom>
        </p:spPr>
      </p:pic>
      <p:sp>
        <p:nvSpPr>
          <p:cNvPr id="83" name="正方形/長方形 82">
            <a:extLst>
              <a:ext uri="{FF2B5EF4-FFF2-40B4-BE49-F238E27FC236}">
                <a16:creationId xmlns:a16="http://schemas.microsoft.com/office/drawing/2014/main" id="{C2147C6E-8763-40F5-A66E-ACA2AD019E7E}"/>
              </a:ext>
            </a:extLst>
          </p:cNvPr>
          <p:cNvSpPr/>
          <p:nvPr/>
        </p:nvSpPr>
        <p:spPr>
          <a:xfrm>
            <a:off x="6405965" y="5774360"/>
            <a:ext cx="1967754" cy="230832"/>
          </a:xfrm>
          <a:prstGeom prst="rect">
            <a:avLst/>
          </a:prstGeom>
        </p:spPr>
        <p:txBody>
          <a:bodyPr wrap="square" lIns="91440" tIns="45720" rIns="91440" bIns="45720" anchor="t">
            <a:spAutoFit/>
          </a:bodyPr>
          <a:lstStyle/>
          <a:p>
            <a:r>
              <a:rPr lang="ja-JP" altLang="en-US" sz="900">
                <a:ea typeface="游ゴシック Light"/>
              </a:rPr>
              <a:t>サポート対象</a:t>
            </a:r>
          </a:p>
        </p:txBody>
      </p:sp>
    </p:spTree>
    <p:extLst>
      <p:ext uri="{BB962C8B-B14F-4D97-AF65-F5344CB8AC3E}">
        <p14:creationId xmlns:p14="http://schemas.microsoft.com/office/powerpoint/2010/main" val="1424119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3E2B2-539D-FDA3-38F3-87DA8BAFEF9A}"/>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71B0556-0678-5539-ED90-3DA763897D8F}"/>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AI</a:t>
            </a:r>
            <a:r>
              <a:rPr lang="ja-JP" altLang="en-US" sz="2000" b="1">
                <a:solidFill>
                  <a:srgbClr val="1F2937"/>
                </a:solidFill>
                <a:latin typeface="Yu Gothic" pitchFamily="34" charset="0"/>
                <a:ea typeface="Yu Gothic" pitchFamily="34" charset="-122"/>
                <a:cs typeface="Yu Gothic" pitchFamily="34" charset="-120"/>
              </a:rPr>
              <a:t>時代におけるソフトウェア開発ライフサイクルの変革</a:t>
            </a:r>
            <a:endParaRPr lang="en-US" altLang="ja-JP" sz="2000" dirty="0"/>
          </a:p>
        </p:txBody>
      </p:sp>
      <p:sp>
        <p:nvSpPr>
          <p:cNvPr id="2" name="正方形/長方形 1">
            <a:extLst>
              <a:ext uri="{FF2B5EF4-FFF2-40B4-BE49-F238E27FC236}">
                <a16:creationId xmlns:a16="http://schemas.microsoft.com/office/drawing/2014/main" id="{461750DE-F910-5683-613E-773780AA76CF}"/>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10</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E80C807A-A3F7-4C2A-DF93-9F561E407DF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CD0B8671-BC5D-003F-10F7-6C37B430B97A}"/>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lvl="0" indent="0">
              <a:buNone/>
            </a:pPr>
            <a:r>
              <a:rPr lang="ja-JP" altLang="en-US" sz="2000">
                <a:latin typeface="Yu Gothic UI"/>
                <a:ea typeface="Yu Gothic UI"/>
                <a:cs typeface="Yu Gothic UI"/>
                <a:sym typeface="Yu Gothic UI"/>
              </a:rPr>
              <a:t>AI活用は作業支援から自律駆動へ進化し、人の役割は実装から目標設定・品質管理へ移行します。</a:t>
            </a:r>
          </a:p>
        </p:txBody>
      </p:sp>
      <p:sp>
        <p:nvSpPr>
          <p:cNvPr id="6" name="字幕 1">
            <a:extLst>
              <a:ext uri="{FF2B5EF4-FFF2-40B4-BE49-F238E27FC236}">
                <a16:creationId xmlns:a16="http://schemas.microsoft.com/office/drawing/2014/main" id="{F8432053-6010-CF52-FC59-B59913D8C6A8}"/>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11" name="Straight Connector 2">
            <a:extLst>
              <a:ext uri="{FF2B5EF4-FFF2-40B4-BE49-F238E27FC236}">
                <a16:creationId xmlns:a16="http://schemas.microsoft.com/office/drawing/2014/main" id="{E9CB8602-181B-4670-5FBD-A51F92D1FC44}"/>
              </a:ext>
            </a:extLst>
          </p:cNvPr>
          <p:cNvCxnSpPr>
            <a:cxnSpLocks/>
          </p:cNvCxnSpPr>
          <p:nvPr/>
        </p:nvCxnSpPr>
        <p:spPr>
          <a:xfrm>
            <a:off x="606050" y="2714591"/>
            <a:ext cx="10972800" cy="0"/>
          </a:xfrm>
          <a:prstGeom prst="line">
            <a:avLst/>
          </a:prstGeom>
          <a:ln w="38100">
            <a:solidFill>
              <a:schemeClr val="tx1"/>
            </a:solidFill>
            <a:headEnd type="diamond" w="lg" len="lg"/>
            <a:tailEnd type="diamond" w="lg" len="lg"/>
          </a:ln>
        </p:spPr>
        <p:style>
          <a:lnRef idx="1">
            <a:schemeClr val="accent1"/>
          </a:lnRef>
          <a:fillRef idx="0">
            <a:schemeClr val="accent1"/>
          </a:fillRef>
          <a:effectRef idx="0">
            <a:schemeClr val="accent1"/>
          </a:effectRef>
          <a:fontRef idx="minor">
            <a:schemeClr val="tx1"/>
          </a:fontRef>
        </p:style>
      </p:cxnSp>
      <p:sp>
        <p:nvSpPr>
          <p:cNvPr id="15" name="Diamond 3">
            <a:extLst>
              <a:ext uri="{FF2B5EF4-FFF2-40B4-BE49-F238E27FC236}">
                <a16:creationId xmlns:a16="http://schemas.microsoft.com/office/drawing/2014/main" id="{059305F6-62BB-1E65-E198-267EAA906498}"/>
              </a:ext>
            </a:extLst>
          </p:cNvPr>
          <p:cNvSpPr/>
          <p:nvPr/>
        </p:nvSpPr>
        <p:spPr>
          <a:xfrm>
            <a:off x="4177505" y="2623151"/>
            <a:ext cx="182880" cy="182880"/>
          </a:xfrm>
          <a:prstGeom prst="diamond">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endParaRPr>
          </a:p>
        </p:txBody>
      </p:sp>
      <p:sp>
        <p:nvSpPr>
          <p:cNvPr id="16" name="Diamond 4">
            <a:extLst>
              <a:ext uri="{FF2B5EF4-FFF2-40B4-BE49-F238E27FC236}">
                <a16:creationId xmlns:a16="http://schemas.microsoft.com/office/drawing/2014/main" id="{EEF6F461-3436-D2DF-153E-95D2BA46DE7A}"/>
              </a:ext>
            </a:extLst>
          </p:cNvPr>
          <p:cNvSpPr/>
          <p:nvPr/>
        </p:nvSpPr>
        <p:spPr>
          <a:xfrm>
            <a:off x="7840400" y="2623151"/>
            <a:ext cx="182880" cy="182880"/>
          </a:xfrm>
          <a:prstGeom prst="diamond">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endParaRPr>
          </a:p>
        </p:txBody>
      </p:sp>
      <p:sp>
        <p:nvSpPr>
          <p:cNvPr id="17" name="TextBox 6">
            <a:extLst>
              <a:ext uri="{FF2B5EF4-FFF2-40B4-BE49-F238E27FC236}">
                <a16:creationId xmlns:a16="http://schemas.microsoft.com/office/drawing/2014/main" id="{71398FFC-6A1D-55E8-0E3D-FB0DADFAFA93}"/>
              </a:ext>
            </a:extLst>
          </p:cNvPr>
          <p:cNvSpPr txBox="1"/>
          <p:nvPr/>
        </p:nvSpPr>
        <p:spPr>
          <a:xfrm>
            <a:off x="556260" y="2247627"/>
            <a:ext cx="374904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初期フェーズ（</a:t>
            </a:r>
            <a:r>
              <a:rPr kumimoji="0"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〜2025</a:t>
            </a: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年頃）</a:t>
            </a:r>
            <a:endParaRPr kumimoji="0" 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endParaRPr>
          </a:p>
        </p:txBody>
      </p:sp>
      <p:sp>
        <p:nvSpPr>
          <p:cNvPr id="19" name="TextBox 8">
            <a:extLst>
              <a:ext uri="{FF2B5EF4-FFF2-40B4-BE49-F238E27FC236}">
                <a16:creationId xmlns:a16="http://schemas.microsoft.com/office/drawing/2014/main" id="{CA0DE71C-6B0A-9087-DF37-C76B74FD2455}"/>
              </a:ext>
            </a:extLst>
          </p:cNvPr>
          <p:cNvSpPr txBox="1"/>
          <p:nvPr/>
        </p:nvSpPr>
        <p:spPr>
          <a:xfrm>
            <a:off x="4203839" y="2247627"/>
            <a:ext cx="374904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中期フェーズ（</a:t>
            </a:r>
            <a:r>
              <a:rPr kumimoji="0"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2025〜2028</a:t>
            </a: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年頃）</a:t>
            </a:r>
            <a:endParaRPr kumimoji="0" 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endParaRPr>
          </a:p>
        </p:txBody>
      </p:sp>
      <p:sp>
        <p:nvSpPr>
          <p:cNvPr id="84" name="TextBox 10">
            <a:extLst>
              <a:ext uri="{FF2B5EF4-FFF2-40B4-BE49-F238E27FC236}">
                <a16:creationId xmlns:a16="http://schemas.microsoft.com/office/drawing/2014/main" id="{08831320-1B56-93D3-354C-FC62155EAC36}"/>
              </a:ext>
            </a:extLst>
          </p:cNvPr>
          <p:cNvSpPr txBox="1"/>
          <p:nvPr/>
        </p:nvSpPr>
        <p:spPr>
          <a:xfrm>
            <a:off x="8089383" y="2247627"/>
            <a:ext cx="329184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成熟フェーズ（</a:t>
            </a:r>
            <a:r>
              <a:rPr kumimoji="0"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2028</a:t>
            </a: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年以降）</a:t>
            </a:r>
            <a:endParaRPr kumimoji="0" 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endParaRPr>
          </a:p>
        </p:txBody>
      </p:sp>
      <p:sp>
        <p:nvSpPr>
          <p:cNvPr id="85" name="Rectangle: Rounded Corners 14">
            <a:extLst>
              <a:ext uri="{FF2B5EF4-FFF2-40B4-BE49-F238E27FC236}">
                <a16:creationId xmlns:a16="http://schemas.microsoft.com/office/drawing/2014/main" id="{38C235ED-B71C-75F5-944A-9FE537832DEC}"/>
              </a:ext>
            </a:extLst>
          </p:cNvPr>
          <p:cNvSpPr/>
          <p:nvPr/>
        </p:nvSpPr>
        <p:spPr>
          <a:xfrm>
            <a:off x="1051340" y="3144501"/>
            <a:ext cx="2743200" cy="457200"/>
          </a:xfrm>
          <a:prstGeom prst="roundRect">
            <a:avLst/>
          </a:prstGeom>
          <a:solidFill>
            <a:schemeClr val="accent4">
              <a:lumMod val="40000"/>
              <a:lumOff val="60000"/>
              <a:alpha val="40000"/>
            </a:schemeClr>
          </a:solidFill>
          <a:ln w="285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AI</a:t>
            </a: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支援型開発</a:t>
            </a:r>
            <a:endParaRPr kumimoji="0" 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endParaRPr>
          </a:p>
        </p:txBody>
      </p:sp>
      <p:sp>
        <p:nvSpPr>
          <p:cNvPr id="86" name="Rectangle: Rounded Corners 15">
            <a:extLst>
              <a:ext uri="{FF2B5EF4-FFF2-40B4-BE49-F238E27FC236}">
                <a16:creationId xmlns:a16="http://schemas.microsoft.com/office/drawing/2014/main" id="{F3E16225-7FEA-1A9B-F236-FFE7F6537CD7}"/>
              </a:ext>
            </a:extLst>
          </p:cNvPr>
          <p:cNvSpPr/>
          <p:nvPr/>
        </p:nvSpPr>
        <p:spPr>
          <a:xfrm>
            <a:off x="4705891" y="3144501"/>
            <a:ext cx="2743200" cy="457200"/>
          </a:xfrm>
          <a:prstGeom prst="roundRect">
            <a:avLst/>
          </a:prstGeom>
          <a:solidFill>
            <a:schemeClr val="accent4">
              <a:lumMod val="60000"/>
              <a:lumOff val="40000"/>
              <a:alpha val="40000"/>
            </a:schemeClr>
          </a:solidFill>
          <a:ln w="28575">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半自律型開発</a:t>
            </a:r>
            <a:endParaRPr kumimoji="0" lang="en-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endParaRPr>
          </a:p>
        </p:txBody>
      </p:sp>
      <p:sp>
        <p:nvSpPr>
          <p:cNvPr id="87" name="Rectangle: Rounded Corners 16">
            <a:extLst>
              <a:ext uri="{FF2B5EF4-FFF2-40B4-BE49-F238E27FC236}">
                <a16:creationId xmlns:a16="http://schemas.microsoft.com/office/drawing/2014/main" id="{D674374A-E77C-67B2-3D95-E919C9A00A9D}"/>
              </a:ext>
            </a:extLst>
          </p:cNvPr>
          <p:cNvSpPr/>
          <p:nvPr/>
        </p:nvSpPr>
        <p:spPr>
          <a:xfrm>
            <a:off x="8368532" y="3144501"/>
            <a:ext cx="2743200" cy="457200"/>
          </a:xfrm>
          <a:prstGeom prst="roundRect">
            <a:avLst/>
          </a:prstGeom>
          <a:solidFill>
            <a:schemeClr val="accent4">
              <a:alpha val="40000"/>
            </a:schemeClr>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完全</a:t>
            </a:r>
            <a:r>
              <a:rPr kumimoji="0"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AI</a:t>
            </a: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自律駆動型開発</a:t>
            </a:r>
            <a:endParaRPr kumimoji="0" 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endParaRPr>
          </a:p>
        </p:txBody>
      </p:sp>
      <p:pic>
        <p:nvPicPr>
          <p:cNvPr id="88" name="Graphic 18" descr="Head with gears outline">
            <a:extLst>
              <a:ext uri="{FF2B5EF4-FFF2-40B4-BE49-F238E27FC236}">
                <a16:creationId xmlns:a16="http://schemas.microsoft.com/office/drawing/2014/main" id="{3F5CBC51-520B-0941-631D-DFCC5B3369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64913" y="4171514"/>
            <a:ext cx="457200" cy="457200"/>
          </a:xfrm>
          <a:prstGeom prst="rect">
            <a:avLst/>
          </a:prstGeom>
        </p:spPr>
      </p:pic>
      <p:pic>
        <p:nvPicPr>
          <p:cNvPr id="89" name="Graphic 20" descr="Programmer male outline">
            <a:extLst>
              <a:ext uri="{FF2B5EF4-FFF2-40B4-BE49-F238E27FC236}">
                <a16:creationId xmlns:a16="http://schemas.microsoft.com/office/drawing/2014/main" id="{2E0E6430-2439-F6ED-AACC-5BA20E2099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334" y="4171514"/>
            <a:ext cx="457200" cy="457200"/>
          </a:xfrm>
          <a:prstGeom prst="rect">
            <a:avLst/>
          </a:prstGeom>
        </p:spPr>
      </p:pic>
      <p:pic>
        <p:nvPicPr>
          <p:cNvPr id="90" name="Graphic 24" descr="Robot outline">
            <a:extLst>
              <a:ext uri="{FF2B5EF4-FFF2-40B4-BE49-F238E27FC236}">
                <a16:creationId xmlns:a16="http://schemas.microsoft.com/office/drawing/2014/main" id="{56F96CF6-3ED0-0DDE-36A9-1F0FACDE852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86172" y="4171514"/>
            <a:ext cx="457200" cy="457200"/>
          </a:xfrm>
          <a:prstGeom prst="rect">
            <a:avLst/>
          </a:prstGeom>
        </p:spPr>
      </p:pic>
      <p:sp>
        <p:nvSpPr>
          <p:cNvPr id="91" name="TextBox 28">
            <a:extLst>
              <a:ext uri="{FF2B5EF4-FFF2-40B4-BE49-F238E27FC236}">
                <a16:creationId xmlns:a16="http://schemas.microsoft.com/office/drawing/2014/main" id="{E85E4511-0DC5-8365-8BF1-EE61FF6BBF18}"/>
              </a:ext>
            </a:extLst>
          </p:cNvPr>
          <p:cNvSpPr txBox="1"/>
          <p:nvPr/>
        </p:nvSpPr>
        <p:spPr>
          <a:xfrm>
            <a:off x="866935" y="4078722"/>
            <a:ext cx="3383280" cy="193899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1800"/>
              </a:spcAft>
              <a:buClrTx/>
              <a:buSzTx/>
              <a:buFontTx/>
              <a:buNone/>
              <a:tabLst/>
              <a:defRPr/>
            </a:pP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従来の</a:t>
            </a:r>
            <a:r>
              <a:rPr kumimoji="0"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SDLC</a:t>
            </a: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を維持しながら</a:t>
            </a:r>
            <a:br>
              <a:rPr kumimoji="0"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br>
            <a:r>
              <a:rPr kumimoji="0"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AI</a:t>
            </a: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ツールが特定作業を支援</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主にコーディングとテストに</a:t>
            </a:r>
            <a:br>
              <a:rPr kumimoji="0"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b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限られた</a:t>
            </a:r>
            <a:r>
              <a:rPr kumimoji="0"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AI</a:t>
            </a: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活用</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人間主導の意思決定と確認作業</a:t>
            </a:r>
            <a:endParaRPr kumimoji="0" 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endParaRPr>
          </a:p>
        </p:txBody>
      </p:sp>
      <p:sp>
        <p:nvSpPr>
          <p:cNvPr id="92" name="TextBox 29">
            <a:extLst>
              <a:ext uri="{FF2B5EF4-FFF2-40B4-BE49-F238E27FC236}">
                <a16:creationId xmlns:a16="http://schemas.microsoft.com/office/drawing/2014/main" id="{3ACA5877-91AA-972A-02E6-5B7014575E1C}"/>
              </a:ext>
            </a:extLst>
          </p:cNvPr>
          <p:cNvSpPr txBox="1"/>
          <p:nvPr/>
        </p:nvSpPr>
        <p:spPr>
          <a:xfrm>
            <a:off x="4517140" y="4078722"/>
            <a:ext cx="3383280" cy="221599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SDLC</a:t>
            </a: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の複数領域で</a:t>
            </a:r>
            <a:br>
              <a:rPr kumimoji="0"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br>
            <a:r>
              <a:rPr kumimoji="0"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AI</a:t>
            </a: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エージェントが能動的に機能</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AI</a:t>
            </a: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が提案し人間が承認する</a:t>
            </a:r>
            <a:br>
              <a:rPr kumimoji="0"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b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協働モデル</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人間が主導するガードレール</a:t>
            </a:r>
            <a:br>
              <a:rPr kumimoji="0"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br>
            <a:r>
              <a:rPr kumimoji="0"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a:t>
            </a: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ポリシーやガバナンス</a:t>
            </a:r>
            <a:r>
              <a:rPr kumimoji="0"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a:t>
            </a: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の構成</a:t>
            </a:r>
            <a:endParaRPr kumimoji="0" 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endParaRPr>
          </a:p>
        </p:txBody>
      </p:sp>
      <p:pic>
        <p:nvPicPr>
          <p:cNvPr id="93" name="Graphic 30" descr="Head with gears outline">
            <a:extLst>
              <a:ext uri="{FF2B5EF4-FFF2-40B4-BE49-F238E27FC236}">
                <a16:creationId xmlns:a16="http://schemas.microsoft.com/office/drawing/2014/main" id="{C39C5D54-F910-AD6F-50EE-A8E5D04E3B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64913" y="4943237"/>
            <a:ext cx="457200" cy="457200"/>
          </a:xfrm>
          <a:prstGeom prst="rect">
            <a:avLst/>
          </a:prstGeom>
        </p:spPr>
      </p:pic>
      <p:pic>
        <p:nvPicPr>
          <p:cNvPr id="94" name="Graphic 31" descr="Head with gears outline">
            <a:extLst>
              <a:ext uri="{FF2B5EF4-FFF2-40B4-BE49-F238E27FC236}">
                <a16:creationId xmlns:a16="http://schemas.microsoft.com/office/drawing/2014/main" id="{F2F7C30C-DE27-FCA0-7052-26CE2B5DFB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87730" y="5717419"/>
            <a:ext cx="457200" cy="457200"/>
          </a:xfrm>
          <a:prstGeom prst="rect">
            <a:avLst/>
          </a:prstGeom>
        </p:spPr>
      </p:pic>
      <p:pic>
        <p:nvPicPr>
          <p:cNvPr id="95" name="Graphic 32" descr="Programmer male outline">
            <a:extLst>
              <a:ext uri="{FF2B5EF4-FFF2-40B4-BE49-F238E27FC236}">
                <a16:creationId xmlns:a16="http://schemas.microsoft.com/office/drawing/2014/main" id="{8130F05A-84BD-BE24-361E-1062DC5FA7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334" y="4943237"/>
            <a:ext cx="457200" cy="457200"/>
          </a:xfrm>
          <a:prstGeom prst="rect">
            <a:avLst/>
          </a:prstGeom>
        </p:spPr>
      </p:pic>
      <p:pic>
        <p:nvPicPr>
          <p:cNvPr id="96" name="Graphic 33" descr="Programmer male outline">
            <a:extLst>
              <a:ext uri="{FF2B5EF4-FFF2-40B4-BE49-F238E27FC236}">
                <a16:creationId xmlns:a16="http://schemas.microsoft.com/office/drawing/2014/main" id="{942AF508-BB66-BFA8-A1EB-37FD6CB618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334" y="5717419"/>
            <a:ext cx="457200" cy="457200"/>
          </a:xfrm>
          <a:prstGeom prst="rect">
            <a:avLst/>
          </a:prstGeom>
        </p:spPr>
      </p:pic>
      <p:sp>
        <p:nvSpPr>
          <p:cNvPr id="97" name="TextBox 34">
            <a:extLst>
              <a:ext uri="{FF2B5EF4-FFF2-40B4-BE49-F238E27FC236}">
                <a16:creationId xmlns:a16="http://schemas.microsoft.com/office/drawing/2014/main" id="{57FA01C6-0AF6-B389-62BE-DC8DB1F7D511}"/>
              </a:ext>
            </a:extLst>
          </p:cNvPr>
          <p:cNvSpPr txBox="1"/>
          <p:nvPr/>
        </p:nvSpPr>
        <p:spPr>
          <a:xfrm>
            <a:off x="8173318" y="4078722"/>
            <a:ext cx="3383280" cy="272382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1800"/>
              </a:spcAft>
              <a:buClrTx/>
              <a:buSzTx/>
              <a:buFontTx/>
              <a:buNone/>
              <a:tabLst/>
              <a:defRPr/>
            </a:pP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エンドツーエンドの開発プロセスで</a:t>
            </a:r>
            <a:r>
              <a:rPr kumimoji="0"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AI</a:t>
            </a: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エージェントが協働</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人間は「オーケストレーター」として関与</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自律的な改善ループによる</a:t>
            </a:r>
            <a:br>
              <a:rPr kumimoji="0"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br>
            <a:r>
              <a:rPr kumimoji="0"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rPr>
              <a:t>継続的最適化</a:t>
            </a:r>
          </a:p>
          <a:p>
            <a:pPr marL="0" marR="0" lvl="0" indent="0" algn="l" defTabSz="914400" rtl="0" eaLnBrk="1" fontAlgn="auto" latinLnBrk="0" hangingPunct="1">
              <a:lnSpc>
                <a:spcPct val="100000"/>
              </a:lnSpc>
              <a:spcBef>
                <a:spcPts val="0"/>
              </a:spcBef>
              <a:spcAft>
                <a:spcPts val="1800"/>
              </a:spcAft>
              <a:buClrTx/>
              <a:buSzTx/>
              <a:buFontTx/>
              <a:buNone/>
              <a:tabLst/>
              <a:defRPr/>
            </a:pPr>
            <a:endParaRPr kumimoji="0" 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endParaRPr>
          </a:p>
        </p:txBody>
      </p:sp>
      <p:pic>
        <p:nvPicPr>
          <p:cNvPr id="98" name="Graphic 35" descr="Robot outline">
            <a:extLst>
              <a:ext uri="{FF2B5EF4-FFF2-40B4-BE49-F238E27FC236}">
                <a16:creationId xmlns:a16="http://schemas.microsoft.com/office/drawing/2014/main" id="{4BAAFA4D-0D29-CA6A-F2E4-C8B67EF5473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86172" y="4943237"/>
            <a:ext cx="457200" cy="457200"/>
          </a:xfrm>
          <a:prstGeom prst="rect">
            <a:avLst/>
          </a:prstGeom>
        </p:spPr>
      </p:pic>
      <p:pic>
        <p:nvPicPr>
          <p:cNvPr id="99" name="Graphic 36" descr="Robot outline">
            <a:extLst>
              <a:ext uri="{FF2B5EF4-FFF2-40B4-BE49-F238E27FC236}">
                <a16:creationId xmlns:a16="http://schemas.microsoft.com/office/drawing/2014/main" id="{6BFC0D91-2290-6040-1E47-8E4158D94AC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86172" y="5717419"/>
            <a:ext cx="457200" cy="457200"/>
          </a:xfrm>
          <a:prstGeom prst="rect">
            <a:avLst/>
          </a:prstGeom>
        </p:spPr>
      </p:pic>
    </p:spTree>
    <p:extLst>
      <p:ext uri="{BB962C8B-B14F-4D97-AF65-F5344CB8AC3E}">
        <p14:creationId xmlns:p14="http://schemas.microsoft.com/office/powerpoint/2010/main" val="3220896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C4198-373D-EABE-7A46-66F197C8C0B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390F332A-1327-B5E1-9813-A4DD14A2B8D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GitHub Copilot </a:t>
            </a:r>
            <a:r>
              <a:rPr lang="ja-JP" altLang="en-US" sz="2000" b="1">
                <a:solidFill>
                  <a:srgbClr val="1F2937"/>
                </a:solidFill>
                <a:latin typeface="Yu Gothic" pitchFamily="34" charset="0"/>
                <a:ea typeface="Yu Gothic" pitchFamily="34" charset="-122"/>
                <a:cs typeface="Yu Gothic" pitchFamily="34" charset="-120"/>
              </a:rPr>
              <a:t>の主な機能</a:t>
            </a:r>
            <a:endParaRPr lang="en-US" altLang="ja-JP" sz="2000" b="1" dirty="0">
              <a:solidFill>
                <a:srgbClr val="1F2937"/>
              </a:solidFill>
              <a:latin typeface="Yu Gothic" pitchFamily="34" charset="0"/>
              <a:ea typeface="Yu Gothic" pitchFamily="34" charset="-122"/>
              <a:cs typeface="Yu Gothic" pitchFamily="34" charset="-120"/>
            </a:endParaRPr>
          </a:p>
        </p:txBody>
      </p:sp>
      <p:sp>
        <p:nvSpPr>
          <p:cNvPr id="2" name="正方形/長方形 1">
            <a:extLst>
              <a:ext uri="{FF2B5EF4-FFF2-40B4-BE49-F238E27FC236}">
                <a16:creationId xmlns:a16="http://schemas.microsoft.com/office/drawing/2014/main" id="{6CB9C378-89FB-9741-1BB2-9CD8825F059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10</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E628246-05BE-0F11-0CC2-F18A556D03A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EC985B68-1A8E-CF8E-FCDC-7D094C24ED52}"/>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lvl="0" indent="0">
              <a:buNone/>
            </a:pPr>
            <a:r>
              <a:rPr lang="en-US" altLang="ja-JP" sz="2000">
                <a:latin typeface="Yu Gothic UI"/>
                <a:ea typeface="Yu Gothic UI"/>
                <a:cs typeface="Yu Gothic UI"/>
                <a:sym typeface="Yu Gothic UI"/>
              </a:rPr>
              <a:t>GitHub Copilot </a:t>
            </a:r>
            <a:r>
              <a:rPr lang="ja-JP" altLang="en-US" sz="2000">
                <a:latin typeface="Yu Gothic UI"/>
                <a:ea typeface="Yu Gothic UI"/>
                <a:cs typeface="Yu Gothic UI"/>
                <a:sym typeface="Yu Gothic UI"/>
              </a:rPr>
              <a:t>は、コード補完による支援から自律的に開発を進める機能まで幅広く提供します。</a:t>
            </a:r>
          </a:p>
        </p:txBody>
      </p:sp>
      <p:sp>
        <p:nvSpPr>
          <p:cNvPr id="6" name="字幕 1">
            <a:extLst>
              <a:ext uri="{FF2B5EF4-FFF2-40B4-BE49-F238E27FC236}">
                <a16:creationId xmlns:a16="http://schemas.microsoft.com/office/drawing/2014/main" id="{4962C83D-1339-0A99-3F4A-C5AD73013AB4}"/>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9" name="字幕 4">
            <a:extLst>
              <a:ext uri="{FF2B5EF4-FFF2-40B4-BE49-F238E27FC236}">
                <a16:creationId xmlns:a16="http://schemas.microsoft.com/office/drawing/2014/main" id="{661B0372-0F9B-076B-5029-566FB626EEA6}"/>
              </a:ext>
            </a:extLst>
          </p:cNvPr>
          <p:cNvSpPr txBox="1">
            <a:spLocks/>
          </p:cNvSpPr>
          <p:nvPr/>
        </p:nvSpPr>
        <p:spPr>
          <a:xfrm>
            <a:off x="6504272" y="2131647"/>
            <a:ext cx="4590446" cy="4700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1pPr>
            <a:lvl2pPr marR="0" lvl="1"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2pPr>
            <a:lvl3pPr marR="0" lvl="2"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3pPr>
            <a:lvl4pPr marR="0" lvl="3"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4pPr>
            <a:lvl5pPr marR="0" lvl="4"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5pPr>
            <a:lvl6pPr marR="0" lvl="5"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6pPr>
            <a:lvl7pPr marR="0" lvl="6"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7pPr>
            <a:lvl8pPr marR="0" lvl="7"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8pPr>
            <a:lvl9pPr marR="0" lvl="8"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9pPr>
          </a:lstStyle>
          <a:p>
            <a:r>
              <a:rPr lang="en-US" altLang="ja-JP" kern="0">
                <a:latin typeface="Yu Gothic UI" panose="020B0500000000000000" pitchFamily="50" charset="-128"/>
                <a:ea typeface="Yu Gothic UI" panose="020B0500000000000000" pitchFamily="50" charset="-128"/>
              </a:rPr>
              <a:t>IDE</a:t>
            </a:r>
            <a:r>
              <a:rPr lang="ja-JP" altLang="en-US" kern="0">
                <a:latin typeface="Yu Gothic UI" panose="020B0500000000000000" pitchFamily="50" charset="-128"/>
                <a:ea typeface="Yu Gothic UI" panose="020B0500000000000000" pitchFamily="50" charset="-128"/>
              </a:rPr>
              <a:t>ネイティブ統合 </a:t>
            </a:r>
            <a:r>
              <a:rPr lang="en-US" altLang="ja-JP" kern="0">
                <a:latin typeface="Yu Gothic UI" panose="020B0500000000000000" pitchFamily="50" charset="-128"/>
                <a:ea typeface="Yu Gothic UI" panose="020B0500000000000000" pitchFamily="50" charset="-128"/>
              </a:rPr>
              <a:t>(</a:t>
            </a:r>
            <a:r>
              <a:rPr lang="ja-JP" altLang="en-US" kern="0">
                <a:latin typeface="Yu Gothic UI" panose="020B0500000000000000" pitchFamily="50" charset="-128"/>
                <a:ea typeface="Yu Gothic UI" panose="020B0500000000000000" pitchFamily="50" charset="-128"/>
              </a:rPr>
              <a:t>コード補完</a:t>
            </a:r>
            <a:r>
              <a:rPr lang="en-US" altLang="ja-JP" kern="0">
                <a:latin typeface="Yu Gothic UI" panose="020B0500000000000000" pitchFamily="50" charset="-128"/>
                <a:ea typeface="Yu Gothic UI" panose="020B0500000000000000" pitchFamily="50" charset="-128"/>
              </a:rPr>
              <a:t>/</a:t>
            </a:r>
            <a:r>
              <a:rPr lang="ja-JP" altLang="en-US" kern="0">
                <a:latin typeface="Yu Gothic UI" panose="020B0500000000000000" pitchFamily="50" charset="-128"/>
                <a:ea typeface="Yu Gothic UI" panose="020B0500000000000000" pitchFamily="50" charset="-128"/>
              </a:rPr>
              <a:t>提案</a:t>
            </a:r>
            <a:r>
              <a:rPr lang="en-US" altLang="ja-JP" kern="0">
                <a:latin typeface="Yu Gothic UI" panose="020B0500000000000000" pitchFamily="50" charset="-128"/>
                <a:ea typeface="Yu Gothic UI" panose="020B0500000000000000" pitchFamily="50" charset="-128"/>
              </a:rPr>
              <a:t>)</a:t>
            </a:r>
            <a:endParaRPr lang="ja-JP" altLang="en-US" kern="0">
              <a:latin typeface="Yu Gothic UI" panose="020B0500000000000000" pitchFamily="50" charset="-128"/>
              <a:ea typeface="Yu Gothic UI" panose="020B0500000000000000" pitchFamily="50" charset="-128"/>
            </a:endParaRPr>
          </a:p>
        </p:txBody>
      </p:sp>
      <p:sp>
        <p:nvSpPr>
          <p:cNvPr id="40" name="字幕 5">
            <a:extLst>
              <a:ext uri="{FF2B5EF4-FFF2-40B4-BE49-F238E27FC236}">
                <a16:creationId xmlns:a16="http://schemas.microsoft.com/office/drawing/2014/main" id="{4E6F7DCE-0F8C-6974-BD9F-961F179350F3}"/>
              </a:ext>
            </a:extLst>
          </p:cNvPr>
          <p:cNvSpPr txBox="1">
            <a:spLocks/>
          </p:cNvSpPr>
          <p:nvPr/>
        </p:nvSpPr>
        <p:spPr>
          <a:xfrm>
            <a:off x="6504272" y="2802224"/>
            <a:ext cx="4590446" cy="4700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1pPr>
            <a:lvl2pPr marR="0" lvl="1"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2pPr>
            <a:lvl3pPr marR="0" lvl="2"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3pPr>
            <a:lvl4pPr marR="0" lvl="3"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4pPr>
            <a:lvl5pPr marR="0" lvl="4"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5pPr>
            <a:lvl6pPr marR="0" lvl="5"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6pPr>
            <a:lvl7pPr marR="0" lvl="6"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7pPr>
            <a:lvl8pPr marR="0" lvl="7"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8pPr>
            <a:lvl9pPr marR="0" lvl="8"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9pPr>
          </a:lstStyle>
          <a:p>
            <a:r>
              <a:rPr lang="en-US" altLang="ja-JP" kern="0" dirty="0">
                <a:latin typeface="Yu Gothic UI" panose="020B0500000000000000" pitchFamily="50" charset="-128"/>
                <a:ea typeface="Yu Gothic UI" panose="020B0500000000000000" pitchFamily="50" charset="-128"/>
              </a:rPr>
              <a:t>Copilot Chat</a:t>
            </a:r>
            <a:endParaRPr lang="ja-JP" altLang="en-US" kern="0">
              <a:latin typeface="Yu Gothic UI" panose="020B0500000000000000" pitchFamily="50" charset="-128"/>
              <a:ea typeface="Yu Gothic UI" panose="020B0500000000000000" pitchFamily="50" charset="-128"/>
            </a:endParaRPr>
          </a:p>
        </p:txBody>
      </p:sp>
      <p:sp>
        <p:nvSpPr>
          <p:cNvPr id="41" name="字幕 6">
            <a:extLst>
              <a:ext uri="{FF2B5EF4-FFF2-40B4-BE49-F238E27FC236}">
                <a16:creationId xmlns:a16="http://schemas.microsoft.com/office/drawing/2014/main" id="{BAEACEE4-3B98-3DB0-F34F-FC946F76EA1C}"/>
              </a:ext>
            </a:extLst>
          </p:cNvPr>
          <p:cNvSpPr txBox="1">
            <a:spLocks/>
          </p:cNvSpPr>
          <p:nvPr/>
        </p:nvSpPr>
        <p:spPr>
          <a:xfrm>
            <a:off x="6504272" y="3477090"/>
            <a:ext cx="4590446" cy="4700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1pPr>
            <a:lvl2pPr marR="0" lvl="1"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2pPr>
            <a:lvl3pPr marR="0" lvl="2"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3pPr>
            <a:lvl4pPr marR="0" lvl="3"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4pPr>
            <a:lvl5pPr marR="0" lvl="4"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5pPr>
            <a:lvl6pPr marR="0" lvl="5"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6pPr>
            <a:lvl7pPr marR="0" lvl="6"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7pPr>
            <a:lvl8pPr marR="0" lvl="7"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8pPr>
            <a:lvl9pPr marR="0" lvl="8"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9pPr>
          </a:lstStyle>
          <a:p>
            <a:r>
              <a:rPr lang="en-US" altLang="ja-JP" sz="2100" kern="0" dirty="0" err="1">
                <a:latin typeface="Yu Gothic UI"/>
                <a:ea typeface="Yu Gothic UI"/>
              </a:rPr>
              <a:t>GitHub.com</a:t>
            </a:r>
            <a:r>
              <a:rPr lang="en-US" altLang="ja-JP" sz="2100" kern="0" err="1">
                <a:latin typeface="Yu Gothic UI"/>
                <a:ea typeface="Yu Gothic UI"/>
              </a:rPr>
              <a:t> </a:t>
            </a:r>
            <a:r>
              <a:rPr lang="ja-JP" altLang="en-US" sz="2100" kern="0">
                <a:latin typeface="Yu Gothic UI"/>
                <a:ea typeface="Yu Gothic UI"/>
              </a:rPr>
              <a:t>上の </a:t>
            </a:r>
            <a:r>
              <a:rPr lang="en-US" altLang="ja-JP" sz="2100" kern="0" dirty="0">
                <a:latin typeface="Yu Gothic UI"/>
                <a:ea typeface="Yu Gothic UI"/>
              </a:rPr>
              <a:t>Copilot</a:t>
            </a:r>
            <a:endParaRPr lang="ja-JP" altLang="en-US" sz="2100" kern="0">
              <a:latin typeface="Yu Gothic UI"/>
              <a:ea typeface="Yu Gothic UI"/>
            </a:endParaRPr>
          </a:p>
        </p:txBody>
      </p:sp>
      <p:sp>
        <p:nvSpPr>
          <p:cNvPr id="42" name="字幕 7">
            <a:extLst>
              <a:ext uri="{FF2B5EF4-FFF2-40B4-BE49-F238E27FC236}">
                <a16:creationId xmlns:a16="http://schemas.microsoft.com/office/drawing/2014/main" id="{97620E64-41CD-990C-938D-158BA2B491C5}"/>
              </a:ext>
            </a:extLst>
          </p:cNvPr>
          <p:cNvSpPr txBox="1">
            <a:spLocks/>
          </p:cNvSpPr>
          <p:nvPr/>
        </p:nvSpPr>
        <p:spPr>
          <a:xfrm>
            <a:off x="6504272" y="4151956"/>
            <a:ext cx="4590446" cy="4700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1pPr>
            <a:lvl2pPr marR="0" lvl="1"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2pPr>
            <a:lvl3pPr marR="0" lvl="2"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3pPr>
            <a:lvl4pPr marR="0" lvl="3"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4pPr>
            <a:lvl5pPr marR="0" lvl="4"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5pPr>
            <a:lvl6pPr marR="0" lvl="5"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6pPr>
            <a:lvl7pPr marR="0" lvl="6"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7pPr>
            <a:lvl8pPr marR="0" lvl="7"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8pPr>
            <a:lvl9pPr marR="0" lvl="8"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9pPr>
          </a:lstStyle>
          <a:p>
            <a:r>
              <a:rPr lang="en-US" altLang="ja-JP" sz="2100" kern="0" dirty="0">
                <a:latin typeface="Yu Gothic UI"/>
                <a:ea typeface="Yu Gothic UI"/>
              </a:rPr>
              <a:t>Copilot Coding Agent</a:t>
            </a:r>
            <a:endParaRPr lang="ja-JP" altLang="en-US" sz="2100" kern="0">
              <a:latin typeface="Yu Gothic UI"/>
              <a:ea typeface="Yu Gothic UI"/>
            </a:endParaRPr>
          </a:p>
        </p:txBody>
      </p:sp>
      <p:sp>
        <p:nvSpPr>
          <p:cNvPr id="43" name="字幕 9">
            <a:extLst>
              <a:ext uri="{FF2B5EF4-FFF2-40B4-BE49-F238E27FC236}">
                <a16:creationId xmlns:a16="http://schemas.microsoft.com/office/drawing/2014/main" id="{4F848A4A-3EDF-707B-18F7-923EB073FBE4}"/>
              </a:ext>
            </a:extLst>
          </p:cNvPr>
          <p:cNvSpPr txBox="1">
            <a:spLocks/>
          </p:cNvSpPr>
          <p:nvPr/>
        </p:nvSpPr>
        <p:spPr>
          <a:xfrm>
            <a:off x="6504272" y="4826822"/>
            <a:ext cx="4590446" cy="4700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1pPr>
            <a:lvl2pPr marR="0" lvl="1"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2pPr>
            <a:lvl3pPr marR="0" lvl="2"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3pPr>
            <a:lvl4pPr marR="0" lvl="3"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4pPr>
            <a:lvl5pPr marR="0" lvl="4"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5pPr>
            <a:lvl6pPr marR="0" lvl="5"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6pPr>
            <a:lvl7pPr marR="0" lvl="6"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7pPr>
            <a:lvl8pPr marR="0" lvl="7"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8pPr>
            <a:lvl9pPr marR="0" lvl="8"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9pPr>
          </a:lstStyle>
          <a:p>
            <a:r>
              <a:rPr lang="en-US" altLang="ja-JP" kern="0">
                <a:latin typeface="Yu Gothic UI" panose="020B0500000000000000" pitchFamily="50" charset="-128"/>
                <a:ea typeface="Yu Gothic UI" panose="020B0500000000000000" pitchFamily="50" charset="-128"/>
              </a:rPr>
              <a:t>Copilot Code Review</a:t>
            </a:r>
            <a:endParaRPr lang="ja-JP" altLang="en-US" kern="0">
              <a:latin typeface="Yu Gothic UI" panose="020B0500000000000000" pitchFamily="50" charset="-128"/>
              <a:ea typeface="Yu Gothic UI" panose="020B0500000000000000" pitchFamily="50" charset="-128"/>
            </a:endParaRPr>
          </a:p>
        </p:txBody>
      </p:sp>
      <p:sp>
        <p:nvSpPr>
          <p:cNvPr id="44" name="字幕 10">
            <a:extLst>
              <a:ext uri="{FF2B5EF4-FFF2-40B4-BE49-F238E27FC236}">
                <a16:creationId xmlns:a16="http://schemas.microsoft.com/office/drawing/2014/main" id="{C2F14D1C-73E9-334F-6CB9-06B19A14512E}"/>
              </a:ext>
            </a:extLst>
          </p:cNvPr>
          <p:cNvSpPr txBox="1">
            <a:spLocks/>
          </p:cNvSpPr>
          <p:nvPr/>
        </p:nvSpPr>
        <p:spPr>
          <a:xfrm>
            <a:off x="6504272" y="5501688"/>
            <a:ext cx="4590446" cy="4700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1pPr>
            <a:lvl2pPr marR="0" lvl="1"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2pPr>
            <a:lvl3pPr marR="0" lvl="2"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3pPr>
            <a:lvl4pPr marR="0" lvl="3"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4pPr>
            <a:lvl5pPr marR="0" lvl="4"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5pPr>
            <a:lvl6pPr marR="0" lvl="5"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6pPr>
            <a:lvl7pPr marR="0" lvl="6"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7pPr>
            <a:lvl8pPr marR="0" lvl="7"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8pPr>
            <a:lvl9pPr marR="0" lvl="8"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9pPr>
          </a:lstStyle>
          <a:p>
            <a:r>
              <a:rPr lang="ja-JP" altLang="en-US" kern="0">
                <a:latin typeface="Yu Gothic UI" panose="020B0500000000000000" pitchFamily="50" charset="-128"/>
                <a:ea typeface="Yu Gothic UI" panose="020B0500000000000000" pitchFamily="50" charset="-128"/>
              </a:rPr>
              <a:t>モデル選択</a:t>
            </a:r>
          </a:p>
        </p:txBody>
      </p:sp>
      <p:sp>
        <p:nvSpPr>
          <p:cNvPr id="45" name="字幕 11">
            <a:extLst>
              <a:ext uri="{FF2B5EF4-FFF2-40B4-BE49-F238E27FC236}">
                <a16:creationId xmlns:a16="http://schemas.microsoft.com/office/drawing/2014/main" id="{92D87B3B-A605-8F60-D5E9-3F0D00F21F53}"/>
              </a:ext>
            </a:extLst>
          </p:cNvPr>
          <p:cNvSpPr txBox="1">
            <a:spLocks/>
          </p:cNvSpPr>
          <p:nvPr/>
        </p:nvSpPr>
        <p:spPr>
          <a:xfrm>
            <a:off x="6504272" y="6176554"/>
            <a:ext cx="4590446" cy="4700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1pPr>
            <a:lvl2pPr marR="0" lvl="1"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2pPr>
            <a:lvl3pPr marR="0" lvl="2"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3pPr>
            <a:lvl4pPr marR="0" lvl="3"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4pPr>
            <a:lvl5pPr marR="0" lvl="4"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5pPr>
            <a:lvl6pPr marR="0" lvl="5"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6pPr>
            <a:lvl7pPr marR="0" lvl="6"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7pPr>
            <a:lvl8pPr marR="0" lvl="7"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8pPr>
            <a:lvl9pPr marR="0" lvl="8"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9pPr>
          </a:lstStyle>
          <a:p>
            <a:r>
              <a:rPr lang="en-US" altLang="ja-JP" kern="0">
                <a:latin typeface="Yu Gothic UI" panose="020B0500000000000000" pitchFamily="50" charset="-128"/>
                <a:ea typeface="Yu Gothic UI" panose="020B0500000000000000" pitchFamily="50" charset="-128"/>
              </a:rPr>
              <a:t>Modernization Agent</a:t>
            </a:r>
            <a:endParaRPr lang="ja-JP" altLang="en-US" kern="0">
              <a:latin typeface="Yu Gothic UI" panose="020B0500000000000000" pitchFamily="50" charset="-128"/>
              <a:ea typeface="Yu Gothic UI" panose="020B0500000000000000" pitchFamily="50" charset="-128"/>
            </a:endParaRPr>
          </a:p>
        </p:txBody>
      </p:sp>
      <p:sp>
        <p:nvSpPr>
          <p:cNvPr id="46" name="タイトル 3">
            <a:extLst>
              <a:ext uri="{FF2B5EF4-FFF2-40B4-BE49-F238E27FC236}">
                <a16:creationId xmlns:a16="http://schemas.microsoft.com/office/drawing/2014/main" id="{33CA07D2-9835-7B76-2A21-0C10737E0F8D}"/>
              </a:ext>
            </a:extLst>
          </p:cNvPr>
          <p:cNvSpPr txBox="1">
            <a:spLocks/>
          </p:cNvSpPr>
          <p:nvPr/>
        </p:nvSpPr>
        <p:spPr>
          <a:xfrm>
            <a:off x="1097282" y="3834573"/>
            <a:ext cx="4222400" cy="5828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dk1"/>
              </a:buClr>
              <a:buSzPts val="3200"/>
              <a:buFont typeface="Mona Sans"/>
              <a:buNone/>
              <a:defRPr sz="4267" b="1" i="0" u="none" strike="noStrike" cap="none">
                <a:solidFill>
                  <a:schemeClr val="dk1"/>
                </a:solidFill>
                <a:latin typeface="Mona Sans"/>
                <a:ea typeface="Mona Sans"/>
                <a:cs typeface="Mona Sans"/>
                <a:sym typeface="Mona Sans"/>
              </a:defRPr>
            </a:lvl1pPr>
            <a:lvl2pPr marR="0" lvl="1" algn="l" rtl="0">
              <a:lnSpc>
                <a:spcPct val="80000"/>
              </a:lnSpc>
              <a:spcBef>
                <a:spcPts val="0"/>
              </a:spcBef>
              <a:spcAft>
                <a:spcPts val="0"/>
              </a:spcAft>
              <a:buClr>
                <a:srgbClr val="000000"/>
              </a:buClr>
              <a:buSzPts val="3600"/>
              <a:buFont typeface="Arial"/>
              <a:buNone/>
              <a:defRPr sz="4800" b="0" i="0" u="none" strike="noStrike" cap="none">
                <a:solidFill>
                  <a:srgbClr val="000000"/>
                </a:solidFill>
                <a:latin typeface="Arial"/>
                <a:ea typeface="Arial"/>
                <a:cs typeface="Arial"/>
                <a:sym typeface="Arial"/>
              </a:defRPr>
            </a:lvl2pPr>
            <a:lvl3pPr marR="0" lvl="2" algn="l" rtl="0">
              <a:lnSpc>
                <a:spcPct val="80000"/>
              </a:lnSpc>
              <a:spcBef>
                <a:spcPts val="0"/>
              </a:spcBef>
              <a:spcAft>
                <a:spcPts val="0"/>
              </a:spcAft>
              <a:buClr>
                <a:srgbClr val="000000"/>
              </a:buClr>
              <a:buSzPts val="3600"/>
              <a:buFont typeface="Arial"/>
              <a:buNone/>
              <a:defRPr sz="4800" b="0" i="0" u="none" strike="noStrike" cap="none">
                <a:solidFill>
                  <a:srgbClr val="000000"/>
                </a:solidFill>
                <a:latin typeface="Arial"/>
                <a:ea typeface="Arial"/>
                <a:cs typeface="Arial"/>
                <a:sym typeface="Arial"/>
              </a:defRPr>
            </a:lvl3pPr>
            <a:lvl4pPr marR="0" lvl="3" algn="l" rtl="0">
              <a:lnSpc>
                <a:spcPct val="80000"/>
              </a:lnSpc>
              <a:spcBef>
                <a:spcPts val="0"/>
              </a:spcBef>
              <a:spcAft>
                <a:spcPts val="0"/>
              </a:spcAft>
              <a:buClr>
                <a:srgbClr val="000000"/>
              </a:buClr>
              <a:buSzPts val="3600"/>
              <a:buFont typeface="Arial"/>
              <a:buNone/>
              <a:defRPr sz="4800" b="0" i="0" u="none" strike="noStrike" cap="none">
                <a:solidFill>
                  <a:srgbClr val="000000"/>
                </a:solidFill>
                <a:latin typeface="Arial"/>
                <a:ea typeface="Arial"/>
                <a:cs typeface="Arial"/>
                <a:sym typeface="Arial"/>
              </a:defRPr>
            </a:lvl4pPr>
            <a:lvl5pPr marR="0" lvl="4" algn="l" rtl="0">
              <a:lnSpc>
                <a:spcPct val="80000"/>
              </a:lnSpc>
              <a:spcBef>
                <a:spcPts val="0"/>
              </a:spcBef>
              <a:spcAft>
                <a:spcPts val="0"/>
              </a:spcAft>
              <a:buClr>
                <a:srgbClr val="000000"/>
              </a:buClr>
              <a:buSzPts val="3600"/>
              <a:buFont typeface="Arial"/>
              <a:buNone/>
              <a:defRPr sz="4800" b="0" i="0" u="none" strike="noStrike" cap="none">
                <a:solidFill>
                  <a:srgbClr val="000000"/>
                </a:solidFill>
                <a:latin typeface="Arial"/>
                <a:ea typeface="Arial"/>
                <a:cs typeface="Arial"/>
                <a:sym typeface="Arial"/>
              </a:defRPr>
            </a:lvl5pPr>
            <a:lvl6pPr marR="0" lvl="5" algn="l" rtl="0">
              <a:lnSpc>
                <a:spcPct val="80000"/>
              </a:lnSpc>
              <a:spcBef>
                <a:spcPts val="0"/>
              </a:spcBef>
              <a:spcAft>
                <a:spcPts val="0"/>
              </a:spcAft>
              <a:buClr>
                <a:srgbClr val="000000"/>
              </a:buClr>
              <a:buSzPts val="3600"/>
              <a:buFont typeface="Arial"/>
              <a:buNone/>
              <a:defRPr sz="4800" b="0" i="0" u="none" strike="noStrike" cap="none">
                <a:solidFill>
                  <a:srgbClr val="000000"/>
                </a:solidFill>
                <a:latin typeface="Arial"/>
                <a:ea typeface="Arial"/>
                <a:cs typeface="Arial"/>
                <a:sym typeface="Arial"/>
              </a:defRPr>
            </a:lvl6pPr>
            <a:lvl7pPr marR="0" lvl="6" algn="l" rtl="0">
              <a:lnSpc>
                <a:spcPct val="80000"/>
              </a:lnSpc>
              <a:spcBef>
                <a:spcPts val="0"/>
              </a:spcBef>
              <a:spcAft>
                <a:spcPts val="0"/>
              </a:spcAft>
              <a:buClr>
                <a:srgbClr val="000000"/>
              </a:buClr>
              <a:buSzPts val="3600"/>
              <a:buFont typeface="Arial"/>
              <a:buNone/>
              <a:defRPr sz="4800" b="0" i="0" u="none" strike="noStrike" cap="none">
                <a:solidFill>
                  <a:srgbClr val="000000"/>
                </a:solidFill>
                <a:latin typeface="Arial"/>
                <a:ea typeface="Arial"/>
                <a:cs typeface="Arial"/>
                <a:sym typeface="Arial"/>
              </a:defRPr>
            </a:lvl7pPr>
            <a:lvl8pPr marR="0" lvl="7" algn="l" rtl="0">
              <a:lnSpc>
                <a:spcPct val="80000"/>
              </a:lnSpc>
              <a:spcBef>
                <a:spcPts val="0"/>
              </a:spcBef>
              <a:spcAft>
                <a:spcPts val="0"/>
              </a:spcAft>
              <a:buClr>
                <a:srgbClr val="000000"/>
              </a:buClr>
              <a:buSzPts val="3600"/>
              <a:buFont typeface="Arial"/>
              <a:buNone/>
              <a:defRPr sz="4800" b="0" i="0" u="none" strike="noStrike" cap="none">
                <a:solidFill>
                  <a:srgbClr val="000000"/>
                </a:solidFill>
                <a:latin typeface="Arial"/>
                <a:ea typeface="Arial"/>
                <a:cs typeface="Arial"/>
                <a:sym typeface="Arial"/>
              </a:defRPr>
            </a:lvl8pPr>
            <a:lvl9pPr marR="0" lvl="8" algn="l" rtl="0">
              <a:lnSpc>
                <a:spcPct val="80000"/>
              </a:lnSpc>
              <a:spcBef>
                <a:spcPts val="0"/>
              </a:spcBef>
              <a:spcAft>
                <a:spcPts val="0"/>
              </a:spcAft>
              <a:buClr>
                <a:srgbClr val="000000"/>
              </a:buClr>
              <a:buSzPts val="3600"/>
              <a:buFont typeface="Arial"/>
              <a:buNone/>
              <a:defRPr sz="4800" b="0" i="0" u="none" strike="noStrike" cap="none">
                <a:solidFill>
                  <a:srgbClr val="000000"/>
                </a:solidFill>
                <a:latin typeface="Arial"/>
                <a:ea typeface="Arial"/>
                <a:cs typeface="Arial"/>
                <a:sym typeface="Arial"/>
              </a:defRPr>
            </a:lvl9pPr>
          </a:lstStyle>
          <a:p>
            <a:r>
              <a:rPr lang="en-US" altLang="ja-JP" kern="0" dirty="0">
                <a:latin typeface="Yu Gothic UI" panose="020B0500000000000000" pitchFamily="50" charset="-128"/>
                <a:ea typeface="Yu Gothic UI" panose="020B0500000000000000" pitchFamily="50" charset="-128"/>
              </a:rPr>
              <a:t>GitHub Copilot </a:t>
            </a:r>
            <a:r>
              <a:rPr lang="ja-JP" altLang="en-US" kern="0">
                <a:latin typeface="Yu Gothic UI" panose="020B0500000000000000" pitchFamily="50" charset="-128"/>
                <a:ea typeface="Yu Gothic UI" panose="020B0500000000000000" pitchFamily="50" charset="-128"/>
              </a:rPr>
              <a:t>の機能</a:t>
            </a:r>
          </a:p>
        </p:txBody>
      </p:sp>
      <p:sp>
        <p:nvSpPr>
          <p:cNvPr id="47" name="字幕 11">
            <a:extLst>
              <a:ext uri="{FF2B5EF4-FFF2-40B4-BE49-F238E27FC236}">
                <a16:creationId xmlns:a16="http://schemas.microsoft.com/office/drawing/2014/main" id="{47B67ACC-D60F-58DB-668C-A3693EE2431F}"/>
              </a:ext>
            </a:extLst>
          </p:cNvPr>
          <p:cNvSpPr txBox="1">
            <a:spLocks/>
          </p:cNvSpPr>
          <p:nvPr/>
        </p:nvSpPr>
        <p:spPr>
          <a:xfrm>
            <a:off x="5711792" y="7167359"/>
            <a:ext cx="5970000" cy="4700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1pPr>
            <a:lvl2pPr marR="0" lvl="1"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2pPr>
            <a:lvl3pPr marR="0" lvl="2"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3pPr>
            <a:lvl4pPr marR="0" lvl="3"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4pPr>
            <a:lvl5pPr marR="0" lvl="4"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5pPr>
            <a:lvl6pPr marR="0" lvl="5"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6pPr>
            <a:lvl7pPr marR="0" lvl="6"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7pPr>
            <a:lvl8pPr marR="0" lvl="7"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8pPr>
            <a:lvl9pPr marR="0" lvl="8"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9pPr>
          </a:lstStyle>
          <a:p>
            <a:pPr>
              <a:buClr>
                <a:srgbClr val="FFFFFF"/>
              </a:buClr>
            </a:pPr>
            <a:r>
              <a:rPr lang="en-US" altLang="ja-JP" kern="0">
                <a:solidFill>
                  <a:srgbClr val="FFFFFF"/>
                </a:solidFill>
                <a:latin typeface="Yu Gothic UI" panose="020B0500000000000000" pitchFamily="50" charset="-128"/>
                <a:ea typeface="Yu Gothic UI" panose="020B0500000000000000" pitchFamily="50" charset="-128"/>
              </a:rPr>
              <a:t>Copilot CLI</a:t>
            </a:r>
            <a:endParaRPr lang="ja-JP" altLang="en-US" kern="0">
              <a:solidFill>
                <a:srgbClr val="FFFFFF"/>
              </a:solidFill>
              <a:latin typeface="Yu Gothic UI" panose="020B0500000000000000" pitchFamily="50" charset="-128"/>
              <a:ea typeface="Yu Gothic UI" panose="020B0500000000000000" pitchFamily="50" charset="-128"/>
            </a:endParaRPr>
          </a:p>
        </p:txBody>
      </p:sp>
      <p:cxnSp>
        <p:nvCxnSpPr>
          <p:cNvPr id="49" name="直線コネクタ 48">
            <a:extLst>
              <a:ext uri="{FF2B5EF4-FFF2-40B4-BE49-F238E27FC236}">
                <a16:creationId xmlns:a16="http://schemas.microsoft.com/office/drawing/2014/main" id="{AA5AA590-55FE-B61D-D588-E585519DE386}"/>
              </a:ext>
            </a:extLst>
          </p:cNvPr>
          <p:cNvCxnSpPr/>
          <p:nvPr/>
        </p:nvCxnSpPr>
        <p:spPr>
          <a:xfrm>
            <a:off x="5802630" y="2258912"/>
            <a:ext cx="0" cy="427736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83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3EEA3-692D-DFBC-833B-AA2BC2DD30FD}"/>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1F42A50-0571-285A-177F-D3214870500F}"/>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en-US" altLang="ja-JP" sz="2000" b="1" dirty="0">
                <a:latin typeface="Yu Gothic UI" panose="020B0500000000000000" pitchFamily="50" charset="-128"/>
                <a:ea typeface="Yu Gothic UI" panose="020B0500000000000000" pitchFamily="50" charset="-128"/>
              </a:rPr>
              <a:t>IDE</a:t>
            </a:r>
            <a:r>
              <a:rPr kumimoji="1" lang="ja-JP" altLang="en-US" sz="2000" b="1">
                <a:latin typeface="Yu Gothic UI" panose="020B0500000000000000" pitchFamily="50" charset="-128"/>
                <a:ea typeface="Yu Gothic UI" panose="020B0500000000000000" pitchFamily="50" charset="-128"/>
              </a:rPr>
              <a:t>ネイティブ統合 </a:t>
            </a:r>
            <a:r>
              <a:rPr kumimoji="1" lang="en-US" altLang="ja-JP" sz="2000" b="1" dirty="0">
                <a:latin typeface="Yu Gothic UI" panose="020B0500000000000000" pitchFamily="50" charset="-128"/>
                <a:ea typeface="Yu Gothic UI" panose="020B0500000000000000" pitchFamily="50" charset="-128"/>
              </a:rPr>
              <a:t>(</a:t>
            </a:r>
            <a:r>
              <a:rPr kumimoji="1" lang="ja-JP" altLang="en-US" sz="2000" b="1">
                <a:latin typeface="Yu Gothic UI" panose="020B0500000000000000" pitchFamily="50" charset="-128"/>
                <a:ea typeface="Yu Gothic UI" panose="020B0500000000000000" pitchFamily="50" charset="-128"/>
              </a:rPr>
              <a:t>コード補完</a:t>
            </a:r>
            <a:r>
              <a:rPr kumimoji="1" lang="en-US" altLang="ja-JP" sz="2000" b="1" dirty="0">
                <a:latin typeface="Yu Gothic UI" panose="020B0500000000000000" pitchFamily="50" charset="-128"/>
                <a:ea typeface="Yu Gothic UI" panose="020B0500000000000000" pitchFamily="50" charset="-128"/>
              </a:rPr>
              <a:t>/</a:t>
            </a:r>
            <a:r>
              <a:rPr kumimoji="1" lang="ja-JP" altLang="en-US" sz="2000" b="1">
                <a:latin typeface="Yu Gothic UI" panose="020B0500000000000000" pitchFamily="50" charset="-128"/>
                <a:ea typeface="Yu Gothic UI" panose="020B0500000000000000" pitchFamily="50" charset="-128"/>
              </a:rPr>
              <a:t>提案</a:t>
            </a:r>
            <a:r>
              <a:rPr kumimoji="1" lang="en-US" altLang="ja-JP" sz="2000" b="1" dirty="0">
                <a:latin typeface="Yu Gothic UI" panose="020B0500000000000000" pitchFamily="50" charset="-128"/>
                <a:ea typeface="Yu Gothic UI" panose="020B0500000000000000" pitchFamily="50" charset="-128"/>
              </a:rPr>
              <a:t>)</a:t>
            </a:r>
            <a:endParaRPr lang="en-US" altLang="ja-JP" sz="2000" b="1" dirty="0">
              <a:solidFill>
                <a:srgbClr val="1F2937"/>
              </a:solidFill>
              <a:latin typeface="Yu Gothic" pitchFamily="34" charset="0"/>
              <a:ea typeface="Yu Gothic" pitchFamily="34" charset="-122"/>
              <a:cs typeface="Yu Gothic" pitchFamily="34" charset="-120"/>
            </a:endParaRPr>
          </a:p>
        </p:txBody>
      </p:sp>
      <p:sp>
        <p:nvSpPr>
          <p:cNvPr id="2" name="正方形/長方形 1">
            <a:extLst>
              <a:ext uri="{FF2B5EF4-FFF2-40B4-BE49-F238E27FC236}">
                <a16:creationId xmlns:a16="http://schemas.microsoft.com/office/drawing/2014/main" id="{3FA4DB1B-9EC2-B6DF-3ACD-BCD614E1A58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10</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AA34055-D929-75C7-8B01-9786E7AFA315}"/>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9B6CBAD7-02F6-14FD-BA09-ECA5E6919B31}"/>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lvl="0" indent="0">
              <a:buNone/>
            </a:pPr>
            <a:r>
              <a:rPr lang="ja-JP" altLang="en-US" sz="2000">
                <a:latin typeface="Yu Gothic UI"/>
                <a:ea typeface="Yu Gothic UI"/>
                <a:cs typeface="Yu Gothic UI"/>
                <a:sym typeface="Yu Gothic UI"/>
              </a:rPr>
              <a:t>エディター上でコードを補完・提案し、関連箇所の修正まで続けて提示します。</a:t>
            </a:r>
          </a:p>
        </p:txBody>
      </p:sp>
      <p:sp>
        <p:nvSpPr>
          <p:cNvPr id="6" name="字幕 1">
            <a:extLst>
              <a:ext uri="{FF2B5EF4-FFF2-40B4-BE49-F238E27FC236}">
                <a16:creationId xmlns:a16="http://schemas.microsoft.com/office/drawing/2014/main" id="{42DF1E71-C0E6-8786-27C9-052ACFF6B6ED}"/>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7" name="字幕 11">
            <a:extLst>
              <a:ext uri="{FF2B5EF4-FFF2-40B4-BE49-F238E27FC236}">
                <a16:creationId xmlns:a16="http://schemas.microsoft.com/office/drawing/2014/main" id="{6CD992DD-D82F-3DFB-4577-93C7E69A4EAE}"/>
              </a:ext>
            </a:extLst>
          </p:cNvPr>
          <p:cNvSpPr txBox="1">
            <a:spLocks/>
          </p:cNvSpPr>
          <p:nvPr/>
        </p:nvSpPr>
        <p:spPr>
          <a:xfrm>
            <a:off x="5711792" y="7167359"/>
            <a:ext cx="5970000" cy="4700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1pPr>
            <a:lvl2pPr marR="0" lvl="1"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2pPr>
            <a:lvl3pPr marR="0" lvl="2"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3pPr>
            <a:lvl4pPr marR="0" lvl="3"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4pPr>
            <a:lvl5pPr marR="0" lvl="4"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5pPr>
            <a:lvl6pPr marR="0" lvl="5"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6pPr>
            <a:lvl7pPr marR="0" lvl="6"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7pPr>
            <a:lvl8pPr marR="0" lvl="7"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8pPr>
            <a:lvl9pPr marR="0" lvl="8"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9pPr>
          </a:lstStyle>
          <a:p>
            <a:pPr>
              <a:buClr>
                <a:srgbClr val="FFFFFF"/>
              </a:buClr>
            </a:pPr>
            <a:r>
              <a:rPr lang="en-US" altLang="ja-JP" kern="0">
                <a:solidFill>
                  <a:srgbClr val="FFFFFF"/>
                </a:solidFill>
                <a:latin typeface="Yu Gothic UI" panose="020B0500000000000000" pitchFamily="50" charset="-128"/>
                <a:ea typeface="Yu Gothic UI" panose="020B0500000000000000" pitchFamily="50" charset="-128"/>
              </a:rPr>
              <a:t>Copilot CLI</a:t>
            </a:r>
            <a:endParaRPr lang="ja-JP" altLang="en-US" kern="0">
              <a:solidFill>
                <a:srgbClr val="FFFFFF"/>
              </a:solidFill>
              <a:latin typeface="Yu Gothic UI" panose="020B0500000000000000" pitchFamily="50" charset="-128"/>
              <a:ea typeface="Yu Gothic UI" panose="020B0500000000000000" pitchFamily="50" charset="-128"/>
            </a:endParaRPr>
          </a:p>
        </p:txBody>
      </p:sp>
      <p:sp>
        <p:nvSpPr>
          <p:cNvPr id="5" name="コンテンツ プレースホルダー 2">
            <a:extLst>
              <a:ext uri="{FF2B5EF4-FFF2-40B4-BE49-F238E27FC236}">
                <a16:creationId xmlns:a16="http://schemas.microsoft.com/office/drawing/2014/main" id="{68257750-29FB-F7F5-D718-4368CBCD628C}"/>
              </a:ext>
            </a:extLst>
          </p:cNvPr>
          <p:cNvSpPr txBox="1">
            <a:spLocks/>
          </p:cNvSpPr>
          <p:nvPr/>
        </p:nvSpPr>
        <p:spPr>
          <a:xfrm>
            <a:off x="584201" y="1979741"/>
            <a:ext cx="10921999" cy="4794070"/>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1" lang="en-US" altLang="en-US"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IDE</a:t>
            </a:r>
            <a:r>
              <a:rPr kumimoji="1" lang="en-US" altLang="en-US" sz="2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内で</a:t>
            </a:r>
            <a:r>
              <a:rPr kumimoji="1" lang="en-US" altLang="ja-US"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Copilot</a:t>
            </a:r>
            <a:r>
              <a:rPr kumimoji="1" lang="ja-US" altLang="en-US" sz="2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がコード補完を提案する</a:t>
            </a:r>
            <a:endParaRPr kumimoji="1" lang="en-US" altLang="ja-US"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endParaRPr kumimoji="1" lang="en-US" altLang="ja-US"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endParaRPr kumimoji="1" lang="en-US" altLang="ja-US"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endParaRPr kumimoji="1" lang="en-US" altLang="ja-US"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kumimoji="1" lang="en-US" altLang="ja-US"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endParaRPr kumimoji="1" lang="en-US" altLang="ja-US"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1" lang="en-US" altLang="ja-US"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Next Edit Suggestions (NES)</a:t>
            </a:r>
            <a:r>
              <a:rPr kumimoji="1" lang="ja-US" altLang="en-US" sz="2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で関連箇所の改修を続けて提案する</a:t>
            </a:r>
            <a:endParaRPr kumimoji="1" lang="ja-JP" altLang="en-US" sz="2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p:txBody>
      </p:sp>
      <p:pic>
        <p:nvPicPr>
          <p:cNvPr id="7" name="図 6">
            <a:extLst>
              <a:ext uri="{FF2B5EF4-FFF2-40B4-BE49-F238E27FC236}">
                <a16:creationId xmlns:a16="http://schemas.microsoft.com/office/drawing/2014/main" id="{4B94A753-FBAB-8DD0-EF1A-429A486D463D}"/>
              </a:ext>
            </a:extLst>
          </p:cNvPr>
          <p:cNvPicPr>
            <a:picLocks noChangeAspect="1"/>
          </p:cNvPicPr>
          <p:nvPr/>
        </p:nvPicPr>
        <p:blipFill>
          <a:blip r:embed="rId3"/>
          <a:srcRect b="11076"/>
          <a:stretch>
            <a:fillRect/>
          </a:stretch>
        </p:blipFill>
        <p:spPr>
          <a:xfrm>
            <a:off x="1707200" y="2549573"/>
            <a:ext cx="7772400" cy="1928056"/>
          </a:xfrm>
          <a:prstGeom prst="rect">
            <a:avLst/>
          </a:prstGeom>
          <a:ln w="38100" cap="sq">
            <a:solidFill>
              <a:schemeClr val="tx1"/>
            </a:solidFill>
            <a:prstDash val="solid"/>
            <a:miter lim="800000"/>
          </a:ln>
          <a:effectLst>
            <a:outerShdw blurRad="50800" dist="38100" dir="2700000" algn="tl" rotWithShape="0">
              <a:srgbClr val="000000">
                <a:alpha val="43000"/>
              </a:srgbClr>
            </a:outerShdw>
          </a:effectLst>
        </p:spPr>
      </p:pic>
      <p:pic>
        <p:nvPicPr>
          <p:cNvPr id="8" name="図 7">
            <a:extLst>
              <a:ext uri="{FF2B5EF4-FFF2-40B4-BE49-F238E27FC236}">
                <a16:creationId xmlns:a16="http://schemas.microsoft.com/office/drawing/2014/main" id="{AA62A518-2CCA-F23D-BA08-43D2A87FE5DB}"/>
              </a:ext>
            </a:extLst>
          </p:cNvPr>
          <p:cNvPicPr>
            <a:picLocks noChangeAspect="1"/>
          </p:cNvPicPr>
          <p:nvPr/>
        </p:nvPicPr>
        <p:blipFill>
          <a:blip r:embed="rId4"/>
          <a:srcRect l="1363" t="15164" r="37027" b="11220"/>
          <a:stretch>
            <a:fillRect/>
          </a:stretch>
        </p:blipFill>
        <p:spPr>
          <a:xfrm>
            <a:off x="4761384" y="5148085"/>
            <a:ext cx="4718216" cy="1542593"/>
          </a:xfrm>
          <a:prstGeom prst="rect">
            <a:avLst/>
          </a:prstGeom>
          <a:ln w="38100" cap="sq">
            <a:solidFill>
              <a:schemeClr val="tx1"/>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696074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DFCA8-167E-8FED-5AC5-FD161633318C}"/>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89954EB2-B37A-4729-261B-BCDCF674E91C}"/>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en-US" altLang="ja-JP" sz="2000" b="1" dirty="0">
                <a:latin typeface="Yu Gothic UI" panose="020B0500000000000000" pitchFamily="50" charset="-128"/>
                <a:ea typeface="Yu Gothic UI" panose="020B0500000000000000" pitchFamily="50" charset="-128"/>
              </a:rPr>
              <a:t>Copilot Chat</a:t>
            </a:r>
            <a:endParaRPr lang="en-US" altLang="ja-JP" sz="2000" b="1" dirty="0">
              <a:solidFill>
                <a:srgbClr val="1F2937"/>
              </a:solidFill>
              <a:latin typeface="Yu Gothic" pitchFamily="34" charset="0"/>
              <a:ea typeface="Yu Gothic" pitchFamily="34" charset="-122"/>
              <a:cs typeface="Yu Gothic" pitchFamily="34" charset="-120"/>
            </a:endParaRPr>
          </a:p>
        </p:txBody>
      </p:sp>
      <p:sp>
        <p:nvSpPr>
          <p:cNvPr id="2" name="正方形/長方形 1">
            <a:extLst>
              <a:ext uri="{FF2B5EF4-FFF2-40B4-BE49-F238E27FC236}">
                <a16:creationId xmlns:a16="http://schemas.microsoft.com/office/drawing/2014/main" id="{267C6D44-E6F2-EF7E-27FB-B15E5D4D6D3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10</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F18B8F8A-53E4-72F4-18ED-921F02687DB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FC3ECC67-0459-FD42-C543-FCE0EA55A47C}"/>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lvl="0" indent="0">
              <a:buNone/>
            </a:pPr>
            <a:r>
              <a:rPr lang="ja-JP" altLang="en-US" sz="2000">
                <a:latin typeface="Yu Gothic UI"/>
                <a:ea typeface="Yu Gothic UI"/>
                <a:cs typeface="Yu Gothic UI"/>
                <a:sym typeface="Yu Gothic UI"/>
              </a:rPr>
              <a:t>対話を通じて、修正内容の提案や技術的な疑問への回答を得られます。</a:t>
            </a:r>
          </a:p>
        </p:txBody>
      </p:sp>
      <p:sp>
        <p:nvSpPr>
          <p:cNvPr id="6" name="字幕 1">
            <a:extLst>
              <a:ext uri="{FF2B5EF4-FFF2-40B4-BE49-F238E27FC236}">
                <a16:creationId xmlns:a16="http://schemas.microsoft.com/office/drawing/2014/main" id="{26774E8D-AC14-1958-C782-697F0F10C0CF}"/>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7" name="字幕 11">
            <a:extLst>
              <a:ext uri="{FF2B5EF4-FFF2-40B4-BE49-F238E27FC236}">
                <a16:creationId xmlns:a16="http://schemas.microsoft.com/office/drawing/2014/main" id="{2E3D184A-E001-5B6D-1261-D7568F059104}"/>
              </a:ext>
            </a:extLst>
          </p:cNvPr>
          <p:cNvSpPr txBox="1">
            <a:spLocks/>
          </p:cNvSpPr>
          <p:nvPr/>
        </p:nvSpPr>
        <p:spPr>
          <a:xfrm>
            <a:off x="5711792" y="7167359"/>
            <a:ext cx="5970000" cy="4700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1pPr>
            <a:lvl2pPr marR="0" lvl="1"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2pPr>
            <a:lvl3pPr marR="0" lvl="2"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3pPr>
            <a:lvl4pPr marR="0" lvl="3"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4pPr>
            <a:lvl5pPr marR="0" lvl="4"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5pPr>
            <a:lvl6pPr marR="0" lvl="5"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6pPr>
            <a:lvl7pPr marR="0" lvl="6"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7pPr>
            <a:lvl8pPr marR="0" lvl="7"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8pPr>
            <a:lvl9pPr marR="0" lvl="8"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9pPr>
          </a:lstStyle>
          <a:p>
            <a:pPr>
              <a:buClr>
                <a:srgbClr val="FFFFFF"/>
              </a:buClr>
            </a:pPr>
            <a:r>
              <a:rPr lang="en-US" altLang="ja-JP" kern="0">
                <a:solidFill>
                  <a:srgbClr val="FFFFFF"/>
                </a:solidFill>
                <a:latin typeface="Yu Gothic UI" panose="020B0500000000000000" pitchFamily="50" charset="-128"/>
                <a:ea typeface="Yu Gothic UI" panose="020B0500000000000000" pitchFamily="50" charset="-128"/>
              </a:rPr>
              <a:t>Copilot CLI</a:t>
            </a:r>
            <a:endParaRPr lang="ja-JP" altLang="en-US" kern="0">
              <a:solidFill>
                <a:srgbClr val="FFFFFF"/>
              </a:solidFill>
              <a:latin typeface="Yu Gothic UI" panose="020B0500000000000000" pitchFamily="50" charset="-128"/>
              <a:ea typeface="Yu Gothic UI" panose="020B0500000000000000" pitchFamily="50" charset="-128"/>
            </a:endParaRPr>
          </a:p>
        </p:txBody>
      </p:sp>
      <p:sp>
        <p:nvSpPr>
          <p:cNvPr id="7" name="コンテンツ プレースホルダー 2">
            <a:extLst>
              <a:ext uri="{FF2B5EF4-FFF2-40B4-BE49-F238E27FC236}">
                <a16:creationId xmlns:a16="http://schemas.microsoft.com/office/drawing/2014/main" id="{93FB4B70-90C9-2C1B-229B-B03D0CE94AFE}"/>
              </a:ext>
            </a:extLst>
          </p:cNvPr>
          <p:cNvSpPr txBox="1">
            <a:spLocks/>
          </p:cNvSpPr>
          <p:nvPr/>
        </p:nvSpPr>
        <p:spPr>
          <a:xfrm>
            <a:off x="584200" y="2349265"/>
            <a:ext cx="5362575" cy="1700243"/>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チャットで</a:t>
            </a:r>
            <a:r>
              <a:rPr kumimoji="1" lang="en-US" altLang="ja-JP"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Copilot</a:t>
            </a:r>
            <a:r>
              <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より改修内容の提案や技術的な回答を得る</a:t>
            </a:r>
            <a:endParaRPr kumimoji="1" lang="en-US" altLang="ja-JP"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画像の読み込みも可</a:t>
            </a:r>
          </a:p>
        </p:txBody>
      </p:sp>
      <p:pic>
        <p:nvPicPr>
          <p:cNvPr id="8" name="図 7">
            <a:extLst>
              <a:ext uri="{FF2B5EF4-FFF2-40B4-BE49-F238E27FC236}">
                <a16:creationId xmlns:a16="http://schemas.microsoft.com/office/drawing/2014/main" id="{A1736D00-A071-2D85-1C24-941CE0C82729}"/>
              </a:ext>
            </a:extLst>
          </p:cNvPr>
          <p:cNvPicPr>
            <a:picLocks noChangeAspect="1"/>
          </p:cNvPicPr>
          <p:nvPr/>
        </p:nvPicPr>
        <p:blipFill>
          <a:blip r:embed="rId3"/>
          <a:srcRect t="27768"/>
          <a:stretch/>
        </p:blipFill>
        <p:spPr>
          <a:xfrm>
            <a:off x="685800" y="3617920"/>
            <a:ext cx="4865463" cy="2363780"/>
          </a:xfrm>
          <a:prstGeom prst="rect">
            <a:avLst/>
          </a:prstGeom>
          <a:ln w="38100" cap="sq">
            <a:solidFill>
              <a:schemeClr val="tx1"/>
            </a:solidFill>
            <a:prstDash val="solid"/>
            <a:miter lim="800000"/>
          </a:ln>
          <a:effectLst>
            <a:outerShdw blurRad="50800" dist="38100" dir="2700000" algn="tl" rotWithShape="0">
              <a:srgbClr val="000000">
                <a:alpha val="43000"/>
              </a:srgbClr>
            </a:outerShdw>
          </a:effectLst>
        </p:spPr>
      </p:pic>
      <p:pic>
        <p:nvPicPr>
          <p:cNvPr id="10" name="図 9" descr="ダイアグラム&#10;&#10;AI 生成コンテンツは誤りを含む可能性があります。">
            <a:extLst>
              <a:ext uri="{FF2B5EF4-FFF2-40B4-BE49-F238E27FC236}">
                <a16:creationId xmlns:a16="http://schemas.microsoft.com/office/drawing/2014/main" id="{CC4F1C92-B85B-9059-E160-9ECB2A5EEE95}"/>
              </a:ext>
            </a:extLst>
          </p:cNvPr>
          <p:cNvPicPr>
            <a:picLocks noChangeAspect="1"/>
          </p:cNvPicPr>
          <p:nvPr/>
        </p:nvPicPr>
        <p:blipFill rotWithShape="1">
          <a:blip r:embed="rId4"/>
          <a:srcRect t="3829" b="6510"/>
          <a:stretch/>
        </p:blipFill>
        <p:spPr>
          <a:xfrm>
            <a:off x="3383748" y="4944248"/>
            <a:ext cx="2049947" cy="1632715"/>
          </a:xfrm>
          <a:prstGeom prst="rect">
            <a:avLst/>
          </a:prstGeom>
          <a:ln w="38100" cap="sq">
            <a:solidFill>
              <a:schemeClr val="tx1"/>
            </a:solidFill>
            <a:prstDash val="solid"/>
            <a:miter lim="800000"/>
          </a:ln>
          <a:effectLst>
            <a:outerShdw blurRad="50800" dist="38100" dir="2700000" algn="tl" rotWithShape="0">
              <a:srgbClr val="000000">
                <a:alpha val="43000"/>
              </a:srgbClr>
            </a:outerShdw>
          </a:effectLst>
        </p:spPr>
      </p:pic>
      <p:pic>
        <p:nvPicPr>
          <p:cNvPr id="11" name="グラフィックス 10" descr="矢印: 緩い曲線 単色塗りつぶし">
            <a:extLst>
              <a:ext uri="{FF2B5EF4-FFF2-40B4-BE49-F238E27FC236}">
                <a16:creationId xmlns:a16="http://schemas.microsoft.com/office/drawing/2014/main" id="{85EE2F22-1950-06FD-F8C1-94FD4B9EB43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2563286" flipV="1">
            <a:off x="2775025" y="5737049"/>
            <a:ext cx="550906" cy="550906"/>
          </a:xfrm>
          <a:prstGeom prst="rect">
            <a:avLst/>
          </a:prstGeom>
        </p:spPr>
      </p:pic>
      <p:sp>
        <p:nvSpPr>
          <p:cNvPr id="12" name="コンテンツ プレースホルダー 2">
            <a:extLst>
              <a:ext uri="{FF2B5EF4-FFF2-40B4-BE49-F238E27FC236}">
                <a16:creationId xmlns:a16="http://schemas.microsoft.com/office/drawing/2014/main" id="{7D737182-D1E6-4B20-7095-6598CDCD196E}"/>
              </a:ext>
            </a:extLst>
          </p:cNvPr>
          <p:cNvSpPr txBox="1">
            <a:spLocks/>
          </p:cNvSpPr>
          <p:nvPr/>
        </p:nvSpPr>
        <p:spPr>
          <a:xfrm>
            <a:off x="6462322" y="2293617"/>
            <a:ext cx="5362575" cy="1700243"/>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1" lang="ja-US"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エディター内で</a:t>
            </a:r>
            <a:r>
              <a:rPr kumimoji="1" lang="en-US" altLang="ja-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Copilot Chat</a:t>
            </a:r>
            <a:r>
              <a:rPr kumimoji="1" lang="ja-US"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を使う</a:t>
            </a:r>
            <a:endParaRPr kumimoji="1" lang="en-US" altLang="ja-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1" lang="ja-US"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開いている箇所の回答や修正提案を貰える</a:t>
            </a:r>
            <a:endPar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p:txBody>
      </p:sp>
      <p:pic>
        <p:nvPicPr>
          <p:cNvPr id="13" name="図 12">
            <a:extLst>
              <a:ext uri="{FF2B5EF4-FFF2-40B4-BE49-F238E27FC236}">
                <a16:creationId xmlns:a16="http://schemas.microsoft.com/office/drawing/2014/main" id="{B6DCD75F-CB7B-1A1A-6DB6-359D164092CC}"/>
              </a:ext>
            </a:extLst>
          </p:cNvPr>
          <p:cNvPicPr>
            <a:picLocks noChangeAspect="1"/>
          </p:cNvPicPr>
          <p:nvPr/>
        </p:nvPicPr>
        <p:blipFill>
          <a:blip r:embed="rId6"/>
          <a:srcRect t="1773" r="2787" b="4061"/>
          <a:stretch>
            <a:fillRect/>
          </a:stretch>
        </p:blipFill>
        <p:spPr>
          <a:xfrm>
            <a:off x="6572717" y="3595060"/>
            <a:ext cx="4933483" cy="2923044"/>
          </a:xfrm>
          <a:prstGeom prst="rect">
            <a:avLst/>
          </a:prstGeom>
          <a:ln w="38100" cap="sq">
            <a:solidFill>
              <a:schemeClr val="tx1"/>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27163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9A7DD-57E6-F600-694A-CBAD8061017D}"/>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FDFB380-9541-5B62-8BA8-D8F38B8A447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en-US" altLang="ja-JP" sz="2000" b="1" dirty="0" err="1">
                <a:latin typeface="Yu Gothic UI" panose="020B0500000000000000" pitchFamily="50" charset="-128"/>
                <a:ea typeface="Yu Gothic UI" panose="020B0500000000000000" pitchFamily="50" charset="-128"/>
              </a:rPr>
              <a:t>GitHub.com</a:t>
            </a:r>
            <a:r>
              <a:rPr kumimoji="1" lang="en-US" altLang="ja-JP" sz="2000" b="1" err="1">
                <a:latin typeface="Yu Gothic UI" panose="020B0500000000000000" pitchFamily="50" charset="-128"/>
                <a:ea typeface="Yu Gothic UI" panose="020B0500000000000000" pitchFamily="50" charset="-128"/>
              </a:rPr>
              <a:t> </a:t>
            </a:r>
            <a:r>
              <a:rPr kumimoji="1" lang="ja-JP" altLang="en-US" sz="2000" b="1">
                <a:latin typeface="Yu Gothic UI" panose="020B0500000000000000" pitchFamily="50" charset="-128"/>
                <a:ea typeface="Yu Gothic UI" panose="020B0500000000000000" pitchFamily="50" charset="-128"/>
              </a:rPr>
              <a:t>上の</a:t>
            </a:r>
            <a:r>
              <a:rPr kumimoji="1" lang="en-US" altLang="ja-JP" sz="2000" b="1" dirty="0">
                <a:latin typeface="Yu Gothic UI" panose="020B0500000000000000" pitchFamily="50" charset="-128"/>
                <a:ea typeface="Yu Gothic UI" panose="020B0500000000000000" pitchFamily="50" charset="-128"/>
              </a:rPr>
              <a:t> Copilot</a:t>
            </a:r>
            <a:endParaRPr lang="en-US" altLang="ja-JP" sz="2000" b="1" dirty="0">
              <a:solidFill>
                <a:srgbClr val="1F2937"/>
              </a:solidFill>
              <a:latin typeface="Yu Gothic" pitchFamily="34" charset="0"/>
              <a:ea typeface="Yu Gothic" pitchFamily="34" charset="-122"/>
              <a:cs typeface="Yu Gothic" pitchFamily="34" charset="-120"/>
            </a:endParaRPr>
          </a:p>
        </p:txBody>
      </p:sp>
      <p:sp>
        <p:nvSpPr>
          <p:cNvPr id="2" name="正方形/長方形 1">
            <a:extLst>
              <a:ext uri="{FF2B5EF4-FFF2-40B4-BE49-F238E27FC236}">
                <a16:creationId xmlns:a16="http://schemas.microsoft.com/office/drawing/2014/main" id="{13E8AC64-6A09-07A3-051E-E74DFC2BED5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10</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8B4CD9D5-0776-3875-2D7E-59644DE76086}"/>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DBAF80D0-CCCF-1BF3-8C08-83CB993F86DC}"/>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lvl="0" indent="0">
              <a:buNone/>
            </a:pPr>
            <a:r>
              <a:rPr lang="ja-JP" altLang="en-US" sz="2000">
                <a:latin typeface="Yu Gothic UI"/>
                <a:ea typeface="Yu Gothic UI"/>
                <a:cs typeface="Yu Gothic UI"/>
                <a:sym typeface="Yu Gothic UI"/>
              </a:rPr>
              <a:t>ローカル環境なしにブラウザ上で使え、</a:t>
            </a:r>
            <a:r>
              <a:rPr lang="en-US" altLang="ja-JP" sz="2000">
                <a:latin typeface="Yu Gothic UI"/>
                <a:ea typeface="Yu Gothic UI"/>
                <a:cs typeface="Yu Gothic UI"/>
                <a:sym typeface="Yu Gothic UI"/>
              </a:rPr>
              <a:t>GitHub </a:t>
            </a:r>
            <a:r>
              <a:rPr lang="ja-JP" altLang="en-US" sz="2000">
                <a:latin typeface="Yu Gothic UI"/>
                <a:ea typeface="Yu Gothic UI"/>
                <a:cs typeface="Yu Gothic UI"/>
                <a:sym typeface="Yu Gothic UI"/>
              </a:rPr>
              <a:t>上の情報を文脈として活用できます。</a:t>
            </a:r>
          </a:p>
        </p:txBody>
      </p:sp>
      <p:sp>
        <p:nvSpPr>
          <p:cNvPr id="6" name="字幕 1">
            <a:extLst>
              <a:ext uri="{FF2B5EF4-FFF2-40B4-BE49-F238E27FC236}">
                <a16:creationId xmlns:a16="http://schemas.microsoft.com/office/drawing/2014/main" id="{AB6096D3-F873-F55D-FC81-BFE316C21B0E}"/>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7" name="字幕 11">
            <a:extLst>
              <a:ext uri="{FF2B5EF4-FFF2-40B4-BE49-F238E27FC236}">
                <a16:creationId xmlns:a16="http://schemas.microsoft.com/office/drawing/2014/main" id="{9779AA37-C3FB-79B3-92A7-658EFC4FF660}"/>
              </a:ext>
            </a:extLst>
          </p:cNvPr>
          <p:cNvSpPr txBox="1">
            <a:spLocks/>
          </p:cNvSpPr>
          <p:nvPr/>
        </p:nvSpPr>
        <p:spPr>
          <a:xfrm>
            <a:off x="5711792" y="7167359"/>
            <a:ext cx="5970000" cy="4700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1pPr>
            <a:lvl2pPr marR="0" lvl="1"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2pPr>
            <a:lvl3pPr marR="0" lvl="2"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3pPr>
            <a:lvl4pPr marR="0" lvl="3"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4pPr>
            <a:lvl5pPr marR="0" lvl="4"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5pPr>
            <a:lvl6pPr marR="0" lvl="5"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6pPr>
            <a:lvl7pPr marR="0" lvl="6"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7pPr>
            <a:lvl8pPr marR="0" lvl="7"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8pPr>
            <a:lvl9pPr marR="0" lvl="8"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9pPr>
          </a:lstStyle>
          <a:p>
            <a:pPr>
              <a:buClr>
                <a:srgbClr val="FFFFFF"/>
              </a:buClr>
            </a:pPr>
            <a:r>
              <a:rPr lang="en-US" altLang="ja-JP" kern="0">
                <a:solidFill>
                  <a:srgbClr val="FFFFFF"/>
                </a:solidFill>
                <a:latin typeface="Yu Gothic UI" panose="020B0500000000000000" pitchFamily="50" charset="-128"/>
                <a:ea typeface="Yu Gothic UI" panose="020B0500000000000000" pitchFamily="50" charset="-128"/>
              </a:rPr>
              <a:t>Copilot CLI</a:t>
            </a:r>
            <a:endParaRPr lang="ja-JP" altLang="en-US" kern="0">
              <a:solidFill>
                <a:srgbClr val="FFFFFF"/>
              </a:solidFill>
              <a:latin typeface="Yu Gothic UI" panose="020B0500000000000000" pitchFamily="50" charset="-128"/>
              <a:ea typeface="Yu Gothic UI" panose="020B0500000000000000" pitchFamily="50" charset="-128"/>
            </a:endParaRPr>
          </a:p>
        </p:txBody>
      </p:sp>
      <p:pic>
        <p:nvPicPr>
          <p:cNvPr id="13" name="図 12">
            <a:extLst>
              <a:ext uri="{FF2B5EF4-FFF2-40B4-BE49-F238E27FC236}">
                <a16:creationId xmlns:a16="http://schemas.microsoft.com/office/drawing/2014/main" id="{1DE174E4-D63D-9C30-1816-67CD72E47DDE}"/>
              </a:ext>
            </a:extLst>
          </p:cNvPr>
          <p:cNvPicPr>
            <a:picLocks noChangeAspect="1"/>
          </p:cNvPicPr>
          <p:nvPr/>
        </p:nvPicPr>
        <p:blipFill>
          <a:blip r:embed="rId3"/>
          <a:srcRect t="13457" b="2390"/>
          <a:stretch>
            <a:fillRect/>
          </a:stretch>
        </p:blipFill>
        <p:spPr>
          <a:xfrm>
            <a:off x="792481" y="3407410"/>
            <a:ext cx="5234022" cy="3081450"/>
          </a:xfrm>
          <a:prstGeom prst="rect">
            <a:avLst/>
          </a:prstGeom>
          <a:ln w="38100" cap="sq">
            <a:solidFill>
              <a:schemeClr val="tx1"/>
            </a:solidFill>
            <a:prstDash val="solid"/>
            <a:miter lim="800000"/>
          </a:ln>
          <a:effectLst>
            <a:outerShdw blurRad="50800" dist="38100" dir="2700000" algn="tl" rotWithShape="0">
              <a:srgbClr val="000000">
                <a:alpha val="43000"/>
              </a:srgbClr>
            </a:outerShdw>
          </a:effectLst>
        </p:spPr>
      </p:pic>
      <p:sp>
        <p:nvSpPr>
          <p:cNvPr id="14" name="コンテンツ プレースホルダー 2">
            <a:extLst>
              <a:ext uri="{FF2B5EF4-FFF2-40B4-BE49-F238E27FC236}">
                <a16:creationId xmlns:a16="http://schemas.microsoft.com/office/drawing/2014/main" id="{AAE36F80-0D56-167C-FB09-34D216807C47}"/>
              </a:ext>
            </a:extLst>
          </p:cNvPr>
          <p:cNvSpPr txBox="1">
            <a:spLocks/>
          </p:cNvSpPr>
          <p:nvPr/>
        </p:nvSpPr>
        <p:spPr>
          <a:xfrm>
            <a:off x="584200" y="2169983"/>
            <a:ext cx="10464799" cy="3724730"/>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1" lang="en-US" altLang="ja-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GitHub </a:t>
            </a:r>
            <a:r>
              <a:rPr kumimoji="1" lang="ja-US"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で</a:t>
            </a:r>
            <a:r>
              <a:rPr kumimoji="1" lang="en-US" altLang="ja-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 Copilot </a:t>
            </a:r>
            <a:r>
              <a:rPr kumimoji="1" lang="ja-US"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を使える</a:t>
            </a:r>
            <a:endParaRPr kumimoji="1" lang="en-US" altLang="ja-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1" lang="ja-US"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ローカル環境が不要なので開発者以外、担当者以外も使いやすい</a:t>
            </a:r>
            <a:endParaRPr kumimoji="1" lang="en-US" altLang="ja-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1" lang="en-US" altLang="ja-US"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GitHub</a:t>
            </a:r>
            <a:r>
              <a:rPr kumimoji="1" lang="ja-US"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上のリソースを参照できる（開いているページをコンテキストに）</a:t>
            </a:r>
          </a:p>
        </p:txBody>
      </p:sp>
      <p:grpSp>
        <p:nvGrpSpPr>
          <p:cNvPr id="15" name="グループ化 14">
            <a:extLst>
              <a:ext uri="{FF2B5EF4-FFF2-40B4-BE49-F238E27FC236}">
                <a16:creationId xmlns:a16="http://schemas.microsoft.com/office/drawing/2014/main" id="{9DEDF3A5-3CC4-D823-9161-139AD45A37BD}"/>
              </a:ext>
            </a:extLst>
          </p:cNvPr>
          <p:cNvGrpSpPr>
            <a:grpSpLocks noChangeAspect="1"/>
          </p:cNvGrpSpPr>
          <p:nvPr/>
        </p:nvGrpSpPr>
        <p:grpSpPr>
          <a:xfrm>
            <a:off x="7782560" y="2111938"/>
            <a:ext cx="4165252" cy="426984"/>
            <a:chOff x="4729163" y="17957"/>
            <a:chExt cx="5555588" cy="569510"/>
          </a:xfrm>
        </p:grpSpPr>
        <p:pic>
          <p:nvPicPr>
            <p:cNvPr id="16" name="図 15">
              <a:extLst>
                <a:ext uri="{FF2B5EF4-FFF2-40B4-BE49-F238E27FC236}">
                  <a16:creationId xmlns:a16="http://schemas.microsoft.com/office/drawing/2014/main" id="{101EE4AC-2A7B-EE84-EF94-8EC6D3CEF3C4}"/>
                </a:ext>
              </a:extLst>
            </p:cNvPr>
            <p:cNvPicPr>
              <a:picLocks noChangeAspect="1"/>
            </p:cNvPicPr>
            <p:nvPr/>
          </p:nvPicPr>
          <p:blipFill>
            <a:blip r:embed="rId4"/>
            <a:srcRect r="23382" b="-3989"/>
            <a:stretch/>
          </p:blipFill>
          <p:spPr>
            <a:xfrm>
              <a:off x="4729163" y="173990"/>
              <a:ext cx="5555588" cy="413477"/>
            </a:xfrm>
            <a:prstGeom prst="rect">
              <a:avLst/>
            </a:prstGeom>
            <a:ln w="38100" cap="sq">
              <a:solidFill>
                <a:schemeClr val="tx1"/>
              </a:solidFill>
              <a:prstDash val="solid"/>
              <a:miter lim="800000"/>
            </a:ln>
            <a:effectLst>
              <a:outerShdw blurRad="50800" dist="38100" dir="2700000" algn="tl" rotWithShape="0">
                <a:srgbClr val="000000">
                  <a:alpha val="43000"/>
                </a:srgbClr>
              </a:outerShdw>
            </a:effectLst>
          </p:spPr>
        </p:pic>
        <p:pic>
          <p:nvPicPr>
            <p:cNvPr id="17" name="図 16">
              <a:extLst>
                <a:ext uri="{FF2B5EF4-FFF2-40B4-BE49-F238E27FC236}">
                  <a16:creationId xmlns:a16="http://schemas.microsoft.com/office/drawing/2014/main" id="{4D6D71E1-B7E3-49D9-3CB8-0CF70BA13AC8}"/>
                </a:ext>
              </a:extLst>
            </p:cNvPr>
            <p:cNvPicPr>
              <a:picLocks noChangeAspect="1"/>
            </p:cNvPicPr>
            <p:nvPr/>
          </p:nvPicPr>
          <p:blipFill>
            <a:blip r:embed="rId4"/>
            <a:srcRect l="41444" t="-39330"/>
            <a:stretch/>
          </p:blipFill>
          <p:spPr>
            <a:xfrm>
              <a:off x="6038848" y="17957"/>
              <a:ext cx="4245903" cy="553998"/>
            </a:xfrm>
            <a:prstGeom prst="rect">
              <a:avLst/>
            </a:prstGeom>
            <a:ln w="38100" cap="sq">
              <a:noFill/>
              <a:prstDash val="solid"/>
              <a:miter lim="800000"/>
            </a:ln>
            <a:effectLst>
              <a:outerShdw blurRad="50800" dist="38100" dir="2700000" algn="tl" rotWithShape="0">
                <a:srgbClr val="000000">
                  <a:alpha val="43000"/>
                </a:srgbClr>
              </a:outerShdw>
            </a:effectLst>
          </p:spPr>
        </p:pic>
      </p:grpSp>
      <p:pic>
        <p:nvPicPr>
          <p:cNvPr id="18" name="図 17">
            <a:extLst>
              <a:ext uri="{FF2B5EF4-FFF2-40B4-BE49-F238E27FC236}">
                <a16:creationId xmlns:a16="http://schemas.microsoft.com/office/drawing/2014/main" id="{6FADA5CE-8D84-EC9F-4B61-14561BE7FBC2}"/>
              </a:ext>
            </a:extLst>
          </p:cNvPr>
          <p:cNvPicPr>
            <a:picLocks noChangeAspect="1"/>
          </p:cNvPicPr>
          <p:nvPr/>
        </p:nvPicPr>
        <p:blipFill>
          <a:blip r:embed="rId5"/>
          <a:srcRect b="3268"/>
          <a:stretch>
            <a:fillRect/>
          </a:stretch>
        </p:blipFill>
        <p:spPr>
          <a:xfrm>
            <a:off x="6874461" y="3407409"/>
            <a:ext cx="4994597" cy="3081449"/>
          </a:xfrm>
          <a:prstGeom prst="rect">
            <a:avLst/>
          </a:prstGeom>
          <a:ln w="38100" cap="sq">
            <a:solidFill>
              <a:schemeClr val="tx1"/>
            </a:solidFill>
            <a:prstDash val="solid"/>
            <a:miter lim="800000"/>
          </a:ln>
          <a:effectLst>
            <a:outerShdw blurRad="50800" dist="38100" dir="2700000" algn="tl" rotWithShape="0">
              <a:srgbClr val="000000">
                <a:alpha val="43000"/>
              </a:srgbClr>
            </a:outerShdw>
          </a:effectLst>
        </p:spPr>
      </p:pic>
      <p:sp>
        <p:nvSpPr>
          <p:cNvPr id="19" name="正方形/長方形 18">
            <a:extLst>
              <a:ext uri="{FF2B5EF4-FFF2-40B4-BE49-F238E27FC236}">
                <a16:creationId xmlns:a16="http://schemas.microsoft.com/office/drawing/2014/main" id="{17237AF0-2B7D-C137-7587-270023A6EC94}"/>
              </a:ext>
            </a:extLst>
          </p:cNvPr>
          <p:cNvSpPr/>
          <p:nvPr/>
        </p:nvSpPr>
        <p:spPr>
          <a:xfrm>
            <a:off x="10152018" y="2132258"/>
            <a:ext cx="408260" cy="47339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055582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2908A-1764-827D-AD85-4423035CC4F0}"/>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927C97F1-0606-6420-C4CF-9232E9DD6140}"/>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en-US" altLang="ja-JP" sz="2000" b="1" dirty="0">
                <a:latin typeface="Yu Gothic UI" panose="020B0500000000000000" pitchFamily="50" charset="-128"/>
                <a:ea typeface="Yu Gothic UI" panose="020B0500000000000000" pitchFamily="50" charset="-128"/>
              </a:rPr>
              <a:t>Copilot Coding Agent</a:t>
            </a:r>
            <a:endParaRPr lang="en-US" altLang="ja-JP" sz="2000" b="1" dirty="0">
              <a:solidFill>
                <a:srgbClr val="1F2937"/>
              </a:solidFill>
              <a:latin typeface="Yu Gothic" pitchFamily="34" charset="0"/>
              <a:ea typeface="Yu Gothic" pitchFamily="34" charset="-122"/>
              <a:cs typeface="Yu Gothic" pitchFamily="34" charset="-120"/>
            </a:endParaRPr>
          </a:p>
        </p:txBody>
      </p:sp>
      <p:sp>
        <p:nvSpPr>
          <p:cNvPr id="2" name="正方形/長方形 1">
            <a:extLst>
              <a:ext uri="{FF2B5EF4-FFF2-40B4-BE49-F238E27FC236}">
                <a16:creationId xmlns:a16="http://schemas.microsoft.com/office/drawing/2014/main" id="{19ADDC74-B5A5-93B8-7DAA-64500BA58F13}"/>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10</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ED936058-A244-13A8-19B0-985BDA462DE5}"/>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651D7DE3-5B45-0ABF-F939-BB5DF2A94B19}"/>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lvl="0" indent="0">
              <a:buNone/>
            </a:pPr>
            <a:r>
              <a:rPr lang="en-US" altLang="ja-JP" sz="2000">
                <a:latin typeface="Yu Gothic UI"/>
                <a:ea typeface="Yu Gothic UI"/>
                <a:cs typeface="Yu Gothic UI"/>
                <a:sym typeface="Yu Gothic UI"/>
              </a:rPr>
              <a:t>Issue </a:t>
            </a:r>
            <a:r>
              <a:rPr lang="ja-JP" altLang="en-US" sz="2000">
                <a:latin typeface="Yu Gothic UI"/>
                <a:ea typeface="Yu Gothic UI"/>
                <a:cs typeface="Yu Gothic UI"/>
                <a:sym typeface="Yu Gothic UI"/>
              </a:rPr>
              <a:t>を割り当てるだけで、</a:t>
            </a:r>
            <a:r>
              <a:rPr lang="en-US" altLang="ja-JP" sz="2000">
                <a:latin typeface="Yu Gothic UI"/>
                <a:ea typeface="Yu Gothic UI"/>
                <a:cs typeface="Yu Gothic UI"/>
                <a:sym typeface="Yu Gothic UI"/>
              </a:rPr>
              <a:t>Copilot </a:t>
            </a:r>
            <a:r>
              <a:rPr lang="ja-JP" altLang="en-US" sz="2000">
                <a:latin typeface="Yu Gothic UI"/>
                <a:ea typeface="Yu Gothic UI"/>
                <a:cs typeface="Yu Gothic UI"/>
                <a:sym typeface="Yu Gothic UI"/>
              </a:rPr>
              <a:t>が自律的にコードを実装します。</a:t>
            </a:r>
          </a:p>
        </p:txBody>
      </p:sp>
      <p:sp>
        <p:nvSpPr>
          <p:cNvPr id="6" name="字幕 1">
            <a:extLst>
              <a:ext uri="{FF2B5EF4-FFF2-40B4-BE49-F238E27FC236}">
                <a16:creationId xmlns:a16="http://schemas.microsoft.com/office/drawing/2014/main" id="{4324CD71-CAEB-14BA-6D70-05682D9BCEBC}"/>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7" name="字幕 11">
            <a:extLst>
              <a:ext uri="{FF2B5EF4-FFF2-40B4-BE49-F238E27FC236}">
                <a16:creationId xmlns:a16="http://schemas.microsoft.com/office/drawing/2014/main" id="{ADB67F5E-A840-A623-693B-09D579292AE6}"/>
              </a:ext>
            </a:extLst>
          </p:cNvPr>
          <p:cNvSpPr txBox="1">
            <a:spLocks/>
          </p:cNvSpPr>
          <p:nvPr/>
        </p:nvSpPr>
        <p:spPr>
          <a:xfrm>
            <a:off x="5711792" y="7167359"/>
            <a:ext cx="5970000" cy="4700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1pPr>
            <a:lvl2pPr marR="0" lvl="1"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2pPr>
            <a:lvl3pPr marR="0" lvl="2"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3pPr>
            <a:lvl4pPr marR="0" lvl="3"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4pPr>
            <a:lvl5pPr marR="0" lvl="4"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5pPr>
            <a:lvl6pPr marR="0" lvl="5"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6pPr>
            <a:lvl7pPr marR="0" lvl="6"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7pPr>
            <a:lvl8pPr marR="0" lvl="7"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8pPr>
            <a:lvl9pPr marR="0" lvl="8"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9pPr>
          </a:lstStyle>
          <a:p>
            <a:pPr>
              <a:buClr>
                <a:srgbClr val="FFFFFF"/>
              </a:buClr>
            </a:pPr>
            <a:r>
              <a:rPr lang="en-US" altLang="ja-JP" kern="0">
                <a:solidFill>
                  <a:srgbClr val="FFFFFF"/>
                </a:solidFill>
                <a:latin typeface="Yu Gothic UI" panose="020B0500000000000000" pitchFamily="50" charset="-128"/>
                <a:ea typeface="Yu Gothic UI" panose="020B0500000000000000" pitchFamily="50" charset="-128"/>
              </a:rPr>
              <a:t>Copilot CLI</a:t>
            </a:r>
            <a:endParaRPr lang="ja-JP" altLang="en-US" kern="0">
              <a:solidFill>
                <a:srgbClr val="FFFFFF"/>
              </a:solidFill>
              <a:latin typeface="Yu Gothic UI" panose="020B0500000000000000" pitchFamily="50" charset="-128"/>
              <a:ea typeface="Yu Gothic UI" panose="020B0500000000000000" pitchFamily="50" charset="-128"/>
            </a:endParaRPr>
          </a:p>
        </p:txBody>
      </p:sp>
      <p:sp>
        <p:nvSpPr>
          <p:cNvPr id="5" name="コンテンツ プレースホルダー 2">
            <a:extLst>
              <a:ext uri="{FF2B5EF4-FFF2-40B4-BE49-F238E27FC236}">
                <a16:creationId xmlns:a16="http://schemas.microsoft.com/office/drawing/2014/main" id="{2CA83567-22D8-6C7D-E7CC-EC14A1EB3C91}"/>
              </a:ext>
            </a:extLst>
          </p:cNvPr>
          <p:cNvSpPr txBox="1">
            <a:spLocks/>
          </p:cNvSpPr>
          <p:nvPr/>
        </p:nvSpPr>
        <p:spPr>
          <a:xfrm>
            <a:off x="584200" y="2126116"/>
            <a:ext cx="11018838" cy="1153460"/>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1" lang="en-US" altLang="ja-JP"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GitHub Copilot</a:t>
            </a:r>
            <a:r>
              <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を</a:t>
            </a:r>
            <a:r>
              <a:rPr kumimoji="1" lang="en-US" altLang="ja-JP"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Issue</a:t>
            </a:r>
            <a:r>
              <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に割り当てることで自律的に作業させる</a:t>
            </a:r>
            <a:endParaRPr kumimoji="1" lang="en-US" altLang="ja-JP"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カスタム指示によってチームの規約やガイドラインに準じたコーディングも可能</a:t>
            </a:r>
            <a:endParaRPr kumimoji="1" lang="en-US" altLang="ja-JP" sz="18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p:txBody>
      </p:sp>
      <p:pic>
        <p:nvPicPr>
          <p:cNvPr id="7" name="図 6">
            <a:extLst>
              <a:ext uri="{FF2B5EF4-FFF2-40B4-BE49-F238E27FC236}">
                <a16:creationId xmlns:a16="http://schemas.microsoft.com/office/drawing/2014/main" id="{6EB16B51-E6D6-74DC-09A7-C719173F3DEA}"/>
              </a:ext>
            </a:extLst>
          </p:cNvPr>
          <p:cNvPicPr>
            <a:picLocks noChangeAspect="1"/>
          </p:cNvPicPr>
          <p:nvPr/>
        </p:nvPicPr>
        <p:blipFill>
          <a:blip r:embed="rId3"/>
          <a:stretch>
            <a:fillRect/>
          </a:stretch>
        </p:blipFill>
        <p:spPr>
          <a:xfrm>
            <a:off x="6516386" y="3002767"/>
            <a:ext cx="4498114" cy="3278958"/>
          </a:xfrm>
          <a:prstGeom prst="rect">
            <a:avLst/>
          </a:prstGeom>
          <a:ln w="38100" cap="sq">
            <a:solidFill>
              <a:schemeClr val="tx1"/>
            </a:solidFill>
            <a:prstDash val="solid"/>
            <a:miter lim="800000"/>
          </a:ln>
          <a:effectLst>
            <a:outerShdw blurRad="50800" dist="38100" dir="2700000" algn="tl" rotWithShape="0">
              <a:srgbClr val="000000">
                <a:alpha val="43000"/>
              </a:srgbClr>
            </a:outerShdw>
          </a:effectLst>
        </p:spPr>
      </p:pic>
      <p:pic>
        <p:nvPicPr>
          <p:cNvPr id="8" name="図 7">
            <a:extLst>
              <a:ext uri="{FF2B5EF4-FFF2-40B4-BE49-F238E27FC236}">
                <a16:creationId xmlns:a16="http://schemas.microsoft.com/office/drawing/2014/main" id="{61E6BEBF-3631-9D6F-BB79-8CDCBDD66024}"/>
              </a:ext>
            </a:extLst>
          </p:cNvPr>
          <p:cNvPicPr>
            <a:picLocks noChangeAspect="1"/>
          </p:cNvPicPr>
          <p:nvPr/>
        </p:nvPicPr>
        <p:blipFill>
          <a:blip r:embed="rId4"/>
          <a:stretch>
            <a:fillRect/>
          </a:stretch>
        </p:blipFill>
        <p:spPr>
          <a:xfrm>
            <a:off x="685800" y="3002767"/>
            <a:ext cx="4766537" cy="3278957"/>
          </a:xfrm>
          <a:prstGeom prst="rect">
            <a:avLst/>
          </a:prstGeom>
          <a:ln w="38100" cap="sq">
            <a:solidFill>
              <a:schemeClr val="tx1"/>
            </a:solidFill>
            <a:prstDash val="solid"/>
            <a:miter lim="800000"/>
          </a:ln>
          <a:effectLst>
            <a:outerShdw blurRad="50800" dist="38100" dir="2700000" algn="tl" rotWithShape="0">
              <a:srgbClr val="000000">
                <a:alpha val="43000"/>
              </a:srgbClr>
            </a:outerShdw>
          </a:effectLst>
        </p:spPr>
      </p:pic>
      <p:pic>
        <p:nvPicPr>
          <p:cNvPr id="10" name="グラフィックス 9" descr="矢印: 緩い曲線 単色塗りつぶし">
            <a:extLst>
              <a:ext uri="{FF2B5EF4-FFF2-40B4-BE49-F238E27FC236}">
                <a16:creationId xmlns:a16="http://schemas.microsoft.com/office/drawing/2014/main" id="{7BBDF21B-4C8F-889D-78A9-0695976C7DA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2391306" flipH="1" flipV="1">
            <a:off x="3516645" y="4702819"/>
            <a:ext cx="550906" cy="550906"/>
          </a:xfrm>
          <a:prstGeom prst="rect">
            <a:avLst/>
          </a:prstGeom>
        </p:spPr>
      </p:pic>
    </p:spTree>
    <p:extLst>
      <p:ext uri="{BB962C8B-B14F-4D97-AF65-F5344CB8AC3E}">
        <p14:creationId xmlns:p14="http://schemas.microsoft.com/office/powerpoint/2010/main" val="2027983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88C9C-62A1-408D-087E-06AC409942CC}"/>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2030E689-D841-DCDB-DE82-A0A47CA93070}"/>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en-US" altLang="ja-JP" sz="2000" b="1" dirty="0">
                <a:latin typeface="Yu Gothic UI" panose="020B0500000000000000" pitchFamily="50" charset="-128"/>
                <a:ea typeface="Yu Gothic UI" panose="020B0500000000000000" pitchFamily="50" charset="-128"/>
              </a:rPr>
              <a:t>Copilot Code Review</a:t>
            </a:r>
            <a:endParaRPr lang="en-US" altLang="ja-JP" sz="2000" b="1" dirty="0">
              <a:solidFill>
                <a:srgbClr val="1F2937"/>
              </a:solidFill>
              <a:latin typeface="Yu Gothic" pitchFamily="34" charset="0"/>
              <a:ea typeface="Yu Gothic" pitchFamily="34" charset="-122"/>
              <a:cs typeface="Yu Gothic" pitchFamily="34" charset="-120"/>
            </a:endParaRPr>
          </a:p>
        </p:txBody>
      </p:sp>
      <p:sp>
        <p:nvSpPr>
          <p:cNvPr id="2" name="正方形/長方形 1">
            <a:extLst>
              <a:ext uri="{FF2B5EF4-FFF2-40B4-BE49-F238E27FC236}">
                <a16:creationId xmlns:a16="http://schemas.microsoft.com/office/drawing/2014/main" id="{898C47D7-2CEC-6FA9-6541-84459502906B}"/>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10</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0834A594-EED8-25C2-299D-444FBD40CE5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882A0170-E047-4C57-D368-A83BA2A4F910}"/>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lvl="0" indent="0">
              <a:buNone/>
            </a:pPr>
            <a:r>
              <a:rPr lang="en-US" altLang="ja-JP" sz="2000">
                <a:latin typeface="Yu Gothic UI"/>
                <a:ea typeface="Yu Gothic UI"/>
                <a:cs typeface="Yu Gothic UI"/>
                <a:sym typeface="Yu Gothic UI"/>
              </a:rPr>
              <a:t>Pull Request </a:t>
            </a:r>
            <a:r>
              <a:rPr lang="ja-JP" altLang="en-US" sz="2000">
                <a:latin typeface="Yu Gothic UI"/>
                <a:ea typeface="Yu Gothic UI"/>
                <a:cs typeface="Yu Gothic UI"/>
                <a:sym typeface="Yu Gothic UI"/>
              </a:rPr>
              <a:t>のレビュアーに指定すると、</a:t>
            </a:r>
            <a:r>
              <a:rPr lang="en-US" altLang="ja-JP" sz="2000">
                <a:latin typeface="Yu Gothic UI"/>
                <a:ea typeface="Yu Gothic UI"/>
                <a:cs typeface="Yu Gothic UI"/>
                <a:sym typeface="Yu Gothic UI"/>
              </a:rPr>
              <a:t>Copilot </a:t>
            </a:r>
            <a:r>
              <a:rPr lang="ja-JP" altLang="en-US" sz="2000">
                <a:latin typeface="Yu Gothic UI"/>
                <a:ea typeface="Yu Gothic UI"/>
                <a:cs typeface="Yu Gothic UI"/>
                <a:sym typeface="Yu Gothic UI"/>
              </a:rPr>
              <a:t>が自動でレビューします。</a:t>
            </a:r>
          </a:p>
        </p:txBody>
      </p:sp>
      <p:sp>
        <p:nvSpPr>
          <p:cNvPr id="6" name="字幕 1">
            <a:extLst>
              <a:ext uri="{FF2B5EF4-FFF2-40B4-BE49-F238E27FC236}">
                <a16:creationId xmlns:a16="http://schemas.microsoft.com/office/drawing/2014/main" id="{03F33058-8E33-2F42-9D6D-D51E7BDBB8D5}"/>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7" name="字幕 11">
            <a:extLst>
              <a:ext uri="{FF2B5EF4-FFF2-40B4-BE49-F238E27FC236}">
                <a16:creationId xmlns:a16="http://schemas.microsoft.com/office/drawing/2014/main" id="{C421C303-A368-BC47-9947-2A60D41A22CC}"/>
              </a:ext>
            </a:extLst>
          </p:cNvPr>
          <p:cNvSpPr txBox="1">
            <a:spLocks/>
          </p:cNvSpPr>
          <p:nvPr/>
        </p:nvSpPr>
        <p:spPr>
          <a:xfrm>
            <a:off x="5711792" y="7167359"/>
            <a:ext cx="5970000" cy="4700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1pPr>
            <a:lvl2pPr marR="0" lvl="1"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2pPr>
            <a:lvl3pPr marR="0" lvl="2"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3pPr>
            <a:lvl4pPr marR="0" lvl="3"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4pPr>
            <a:lvl5pPr marR="0" lvl="4"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5pPr>
            <a:lvl6pPr marR="0" lvl="5"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6pPr>
            <a:lvl7pPr marR="0" lvl="6"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7pPr>
            <a:lvl8pPr marR="0" lvl="7"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8pPr>
            <a:lvl9pPr marR="0" lvl="8" algn="l" rtl="0">
              <a:lnSpc>
                <a:spcPct val="100000"/>
              </a:lnSpc>
              <a:spcBef>
                <a:spcPts val="0"/>
              </a:spcBef>
              <a:spcAft>
                <a:spcPts val="0"/>
              </a:spcAft>
              <a:buClr>
                <a:schemeClr val="dk1"/>
              </a:buClr>
              <a:buSzPts val="1600"/>
              <a:buFont typeface="Mona Sans"/>
              <a:buNone/>
              <a:defRPr sz="2133" b="0" i="0" u="none" strike="noStrike" cap="none">
                <a:solidFill>
                  <a:schemeClr val="dk1"/>
                </a:solidFill>
                <a:latin typeface="Mona Sans"/>
                <a:ea typeface="Mona Sans"/>
                <a:cs typeface="Mona Sans"/>
                <a:sym typeface="Mona Sans"/>
              </a:defRPr>
            </a:lvl9pPr>
          </a:lstStyle>
          <a:p>
            <a:pPr>
              <a:buClr>
                <a:srgbClr val="FFFFFF"/>
              </a:buClr>
            </a:pPr>
            <a:r>
              <a:rPr lang="en-US" altLang="ja-JP" kern="0">
                <a:solidFill>
                  <a:srgbClr val="FFFFFF"/>
                </a:solidFill>
                <a:latin typeface="Yu Gothic UI" panose="020B0500000000000000" pitchFamily="50" charset="-128"/>
                <a:ea typeface="Yu Gothic UI" panose="020B0500000000000000" pitchFamily="50" charset="-128"/>
              </a:rPr>
              <a:t>Copilot CLI</a:t>
            </a:r>
            <a:endParaRPr lang="ja-JP" altLang="en-US" kern="0">
              <a:solidFill>
                <a:srgbClr val="FFFFFF"/>
              </a:solidFill>
              <a:latin typeface="Yu Gothic UI" panose="020B0500000000000000" pitchFamily="50" charset="-128"/>
              <a:ea typeface="Yu Gothic UI" panose="020B0500000000000000" pitchFamily="50" charset="-128"/>
            </a:endParaRPr>
          </a:p>
        </p:txBody>
      </p:sp>
      <p:sp>
        <p:nvSpPr>
          <p:cNvPr id="5" name="コンテンツ プレースホルダー 2">
            <a:extLst>
              <a:ext uri="{FF2B5EF4-FFF2-40B4-BE49-F238E27FC236}">
                <a16:creationId xmlns:a16="http://schemas.microsoft.com/office/drawing/2014/main" id="{1C7E7BCE-3B0D-2C7E-FB5B-0B4422118783}"/>
              </a:ext>
            </a:extLst>
          </p:cNvPr>
          <p:cNvSpPr txBox="1">
            <a:spLocks/>
          </p:cNvSpPr>
          <p:nvPr/>
        </p:nvSpPr>
        <p:spPr>
          <a:xfrm>
            <a:off x="584200" y="2055558"/>
            <a:ext cx="11433735" cy="1153460"/>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1"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Pull Request</a:t>
            </a:r>
            <a:r>
              <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で</a:t>
            </a:r>
            <a:r>
              <a:rPr kumimoji="1"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GitHub Copilot</a:t>
            </a:r>
            <a:r>
              <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をレビュアーに指定することによって、</a:t>
            </a:r>
            <a:r>
              <a:rPr kumimoji="1"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Copilot</a:t>
            </a:r>
            <a:r>
              <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がレビューを行う</a:t>
            </a:r>
            <a:endParaRPr kumimoji="1"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a:pPr>
            <a:r>
              <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rPr>
              <a:t>カスタム指示を設定することにより、チームの規約やガイドラインに沿ったレビューも可能</a:t>
            </a:r>
            <a:endParaRPr kumimoji="1"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anose="020B0502040204020203" pitchFamily="34" charset="0"/>
            </a:endParaRPr>
          </a:p>
        </p:txBody>
      </p:sp>
      <p:pic>
        <p:nvPicPr>
          <p:cNvPr id="7" name="図 6" descr="モニター画面に映るウェブサイトのスクリーンショット&#10;&#10;AI 生成コンテンツは誤りを含む可能性があります。">
            <a:extLst>
              <a:ext uri="{FF2B5EF4-FFF2-40B4-BE49-F238E27FC236}">
                <a16:creationId xmlns:a16="http://schemas.microsoft.com/office/drawing/2014/main" id="{DBE6588D-CAD1-0279-EF97-227F9F6736F1}"/>
              </a:ext>
            </a:extLst>
          </p:cNvPr>
          <p:cNvPicPr>
            <a:picLocks noChangeAspect="1"/>
          </p:cNvPicPr>
          <p:nvPr/>
        </p:nvPicPr>
        <p:blipFill>
          <a:blip r:embed="rId3"/>
          <a:stretch>
            <a:fillRect/>
          </a:stretch>
        </p:blipFill>
        <p:spPr>
          <a:xfrm>
            <a:off x="3320773" y="2943302"/>
            <a:ext cx="5550453" cy="3820777"/>
          </a:xfrm>
          <a:prstGeom prst="rect">
            <a:avLst/>
          </a:prstGeom>
        </p:spPr>
      </p:pic>
    </p:spTree>
    <p:extLst>
      <p:ext uri="{BB962C8B-B14F-4D97-AF65-F5344CB8AC3E}">
        <p14:creationId xmlns:p14="http://schemas.microsoft.com/office/powerpoint/2010/main" val="2757518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E5A9-3ED9-7DFB-E059-D1901E0B24BA}"/>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F6A6AA5-8B72-BB50-8E00-2819CA8D127D}"/>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ja-JP" altLang="en-US" sz="2000" b="1">
                <a:latin typeface="Yu Gothic UI" panose="020B0500000000000000" pitchFamily="50" charset="-128"/>
                <a:ea typeface="Yu Gothic UI" panose="020B0500000000000000" pitchFamily="50" charset="-128"/>
              </a:rPr>
              <a:t>モデル選択</a:t>
            </a:r>
            <a:endParaRPr lang="en-US" altLang="ja-JP" sz="2000" b="1" dirty="0">
              <a:solidFill>
                <a:srgbClr val="1F2937"/>
              </a:solidFill>
              <a:latin typeface="Yu Gothic" pitchFamily="34" charset="0"/>
              <a:ea typeface="Yu Gothic" pitchFamily="34" charset="-122"/>
              <a:cs typeface="Yu Gothic" pitchFamily="34" charset="-120"/>
            </a:endParaRPr>
          </a:p>
        </p:txBody>
      </p:sp>
      <p:sp>
        <p:nvSpPr>
          <p:cNvPr id="2" name="正方形/長方形 1">
            <a:extLst>
              <a:ext uri="{FF2B5EF4-FFF2-40B4-BE49-F238E27FC236}">
                <a16:creationId xmlns:a16="http://schemas.microsoft.com/office/drawing/2014/main" id="{607B88FE-D792-3822-8194-D0DE58F26DA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10</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BEA55C57-14D2-1257-A8D6-E9FE59B70B1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字幕 1">
            <a:extLst>
              <a:ext uri="{FF2B5EF4-FFF2-40B4-BE49-F238E27FC236}">
                <a16:creationId xmlns:a16="http://schemas.microsoft.com/office/drawing/2014/main" id="{FBA81DD4-3080-6EF5-22A5-822197F9CF8A}"/>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テキスト ボックス 4">
            <a:extLst>
              <a:ext uri="{FF2B5EF4-FFF2-40B4-BE49-F238E27FC236}">
                <a16:creationId xmlns:a16="http://schemas.microsoft.com/office/drawing/2014/main" id="{8154A733-CEDF-A5D8-DAE5-1F69F4693410}"/>
              </a:ext>
            </a:extLst>
          </p:cNvPr>
          <p:cNvSpPr txBox="1"/>
          <p:nvPr/>
        </p:nvSpPr>
        <p:spPr>
          <a:xfrm>
            <a:off x="685800" y="1390650"/>
            <a:ext cx="6694668" cy="34163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GitHub Copilot </a:t>
            </a:r>
            <a:r>
              <a:rPr kumimoji="0" lang="ja-JP" altLang="en-US" sz="2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では多様なモデルを</a:t>
            </a:r>
            <a:br>
              <a:rPr kumimoji="0" lang="en-US" altLang="ja-JP"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br>
            <a:r>
              <a:rPr kumimoji="0" lang="ja-JP" altLang="en-US" sz="2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使用することができます</a:t>
            </a:r>
            <a:endParaRPr kumimoji="0" lang="en-US" altLang="ja-JP"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OpenAI GPT </a:t>
            </a:r>
            <a:r>
              <a:rPr kumimoji="0" lang="ja-JP" altLang="en-US" sz="2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系</a:t>
            </a:r>
            <a:endParaRPr kumimoji="0" lang="en-US" altLang="ja-JP"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Anthropic Claude </a:t>
            </a:r>
            <a:r>
              <a:rPr kumimoji="0" lang="ja-JP" altLang="en-US" sz="2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系</a:t>
            </a:r>
            <a:endParaRPr kumimoji="0" lang="en-US" altLang="ja-JP"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Google Gemini </a:t>
            </a:r>
            <a:r>
              <a:rPr kumimoji="0" lang="ja-JP" altLang="en-US" sz="2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系</a:t>
            </a:r>
            <a:endParaRPr kumimoji="0" lang="en-US" altLang="ja-JP"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実行するタスクによって、適切なモデルを選択することで</a:t>
            </a:r>
            <a:endParaRPr kumimoji="0" lang="en-US" altLang="ja-JP" sz="2400" b="0" i="0" u="none" strike="noStrike" kern="120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よりパフォーマンスが向上します</a:t>
            </a:r>
          </a:p>
        </p:txBody>
      </p:sp>
      <p:pic>
        <p:nvPicPr>
          <p:cNvPr id="7" name="図 6">
            <a:extLst>
              <a:ext uri="{FF2B5EF4-FFF2-40B4-BE49-F238E27FC236}">
                <a16:creationId xmlns:a16="http://schemas.microsoft.com/office/drawing/2014/main" id="{D6A3C035-5E58-7B1B-B714-BEAF1F7D217D}"/>
              </a:ext>
            </a:extLst>
          </p:cNvPr>
          <p:cNvPicPr>
            <a:picLocks noChangeAspect="1"/>
          </p:cNvPicPr>
          <p:nvPr/>
        </p:nvPicPr>
        <p:blipFill>
          <a:blip r:embed="rId3"/>
          <a:stretch>
            <a:fillRect/>
          </a:stretch>
        </p:blipFill>
        <p:spPr>
          <a:xfrm>
            <a:off x="7732429" y="1435100"/>
            <a:ext cx="3061630" cy="8885530"/>
          </a:xfrm>
          <a:prstGeom prst="rect">
            <a:avLst/>
          </a:prstGeom>
        </p:spPr>
      </p:pic>
    </p:spTree>
    <p:extLst>
      <p:ext uri="{BB962C8B-B14F-4D97-AF65-F5344CB8AC3E}">
        <p14:creationId xmlns:p14="http://schemas.microsoft.com/office/powerpoint/2010/main" val="19499063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76A6A-D57F-C1EC-25C7-CA820ABAF3A6}"/>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297FFBF-E711-C4AB-601E-8410BB9B375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en-US" altLang="ja-JP" sz="2000" b="1" dirty="0">
                <a:latin typeface="Yu Gothic UI" panose="020B0500000000000000" pitchFamily="50" charset="-128"/>
                <a:ea typeface="Yu Gothic UI" panose="020B0500000000000000" pitchFamily="50" charset="-128"/>
              </a:rPr>
              <a:t>Modernization Agent</a:t>
            </a:r>
            <a:endParaRPr lang="en-US" altLang="ja-JP" sz="2000" b="1" dirty="0">
              <a:solidFill>
                <a:srgbClr val="1F2937"/>
              </a:solidFill>
              <a:latin typeface="Yu Gothic" pitchFamily="34" charset="0"/>
              <a:ea typeface="Yu Gothic" pitchFamily="34" charset="-122"/>
              <a:cs typeface="Yu Gothic" pitchFamily="34" charset="-120"/>
            </a:endParaRPr>
          </a:p>
        </p:txBody>
      </p:sp>
      <p:sp>
        <p:nvSpPr>
          <p:cNvPr id="2" name="正方形/長方形 1">
            <a:extLst>
              <a:ext uri="{FF2B5EF4-FFF2-40B4-BE49-F238E27FC236}">
                <a16:creationId xmlns:a16="http://schemas.microsoft.com/office/drawing/2014/main" id="{CB7F22ED-8F7D-2A43-B7D0-F5875D2C08C7}"/>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10</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B67E3CB5-45F2-3ED6-33E1-C19443554B5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6EB67AAB-55E0-FA2B-1767-0CD126EF6570}"/>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lvl="0" indent="0">
              <a:buNone/>
            </a:pPr>
            <a:r>
              <a:rPr lang="en-US" altLang="ja-JP" sz="2000">
                <a:latin typeface="Yu Gothic UI"/>
                <a:ea typeface="Yu Gothic UI"/>
                <a:cs typeface="Yu Gothic UI"/>
                <a:sym typeface="Yu Gothic UI"/>
              </a:rPr>
              <a:t>AI </a:t>
            </a:r>
            <a:r>
              <a:rPr lang="ja-JP" altLang="en-US" sz="2000">
                <a:latin typeface="Yu Gothic UI"/>
                <a:ea typeface="Yu Gothic UI"/>
                <a:cs typeface="Yu Gothic UI"/>
                <a:sym typeface="Yu Gothic UI"/>
              </a:rPr>
              <a:t>エージェントが </a:t>
            </a:r>
            <a:r>
              <a:rPr lang="en-US" altLang="ja-JP" sz="2000">
                <a:latin typeface="Yu Gothic UI"/>
                <a:ea typeface="Yu Gothic UI"/>
                <a:cs typeface="Yu Gothic UI"/>
                <a:sym typeface="Yu Gothic UI"/>
              </a:rPr>
              <a:t>Java </a:t>
            </a:r>
            <a:r>
              <a:rPr lang="ja-JP" altLang="en-US" sz="2000">
                <a:latin typeface="Yu Gothic UI"/>
                <a:ea typeface="Yu Gothic UI"/>
                <a:cs typeface="Yu Gothic UI"/>
                <a:sym typeface="Yu Gothic UI"/>
              </a:rPr>
              <a:t>や </a:t>
            </a:r>
            <a:r>
              <a:rPr lang="en-US" altLang="ja-JP" sz="2000">
                <a:latin typeface="Yu Gothic UI"/>
                <a:ea typeface="Yu Gothic UI"/>
                <a:cs typeface="Yu Gothic UI"/>
                <a:sym typeface="Yu Gothic UI"/>
              </a:rPr>
              <a:t>.NET </a:t>
            </a:r>
            <a:r>
              <a:rPr lang="ja-JP" altLang="en-US" sz="2000">
                <a:latin typeface="Yu Gothic UI"/>
                <a:ea typeface="Yu Gothic UI"/>
                <a:cs typeface="Yu Gothic UI"/>
                <a:sym typeface="Yu Gothic UI"/>
              </a:rPr>
              <a:t>アプリの更新と </a:t>
            </a:r>
            <a:r>
              <a:rPr lang="en-US" altLang="ja-JP" sz="2000">
                <a:latin typeface="Yu Gothic UI"/>
                <a:ea typeface="Yu Gothic UI"/>
                <a:cs typeface="Yu Gothic UI"/>
                <a:sym typeface="Yu Gothic UI"/>
              </a:rPr>
              <a:t>Azure </a:t>
            </a:r>
            <a:r>
              <a:rPr lang="ja-JP" altLang="en-US" sz="2000">
                <a:latin typeface="Yu Gothic UI"/>
                <a:ea typeface="Yu Gothic UI"/>
                <a:cs typeface="Yu Gothic UI"/>
                <a:sym typeface="Yu Gothic UI"/>
              </a:rPr>
              <a:t>移行を支援します。</a:t>
            </a:r>
          </a:p>
        </p:txBody>
      </p:sp>
      <p:sp>
        <p:nvSpPr>
          <p:cNvPr id="6" name="字幕 1">
            <a:extLst>
              <a:ext uri="{FF2B5EF4-FFF2-40B4-BE49-F238E27FC236}">
                <a16:creationId xmlns:a16="http://schemas.microsoft.com/office/drawing/2014/main" id="{70CD4895-654A-C721-C7F2-B71D6B8D6231}"/>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Rounded Rectangle 4">
            <a:extLst>
              <a:ext uri="{FF2B5EF4-FFF2-40B4-BE49-F238E27FC236}">
                <a16:creationId xmlns:a16="http://schemas.microsoft.com/office/drawing/2014/main" id="{679E4A5B-7A8F-E40E-B700-4656664359E3}"/>
              </a:ext>
              <a:ext uri="{C183D7F6-B498-43B3-948B-1728B52AA6E4}">
                <adec:decorative xmlns:adec="http://schemas.microsoft.com/office/drawing/2017/decorative" val="1"/>
              </a:ext>
            </a:extLst>
          </p:cNvPr>
          <p:cNvSpPr/>
          <p:nvPr/>
        </p:nvSpPr>
        <p:spPr bwMode="auto">
          <a:xfrm>
            <a:off x="6432771" y="2253363"/>
            <a:ext cx="6279082" cy="4753363"/>
          </a:xfrm>
          <a:prstGeom prst="roundRect">
            <a:avLst>
              <a:gd name="adj" fmla="val 2587"/>
            </a:avLst>
          </a:prstGeom>
          <a:solidFill>
            <a:srgbClr val="1B1A19"/>
          </a:solidFill>
          <a:ln w="38100">
            <a:solidFill>
              <a:srgbClr val="FFFFFF"/>
            </a:solid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42" tIns="68571" rIns="137142" bIns="109714" numCol="1" spcCol="0" rtlCol="0" fromWordArt="0" anchor="t" anchorCtr="0" forceAA="0" compatLnSpc="1">
            <a:prstTxWarp prst="textNoShape">
              <a:avLst/>
            </a:prstTxWarp>
            <a:noAutofit/>
          </a:bodyPr>
          <a:lstStyle/>
          <a:p>
            <a:pPr marL="0" marR="0" lvl="0" indent="0" algn="l" defTabSz="699215" rtl="0" eaLnBrk="1" fontAlgn="base" latinLnBrk="0" hangingPunct="1">
              <a:lnSpc>
                <a:spcPct val="100000"/>
              </a:lnSpc>
              <a:spcBef>
                <a:spcPct val="0"/>
              </a:spcBef>
              <a:spcAft>
                <a:spcPct val="0"/>
              </a:spcAft>
              <a:buClrTx/>
              <a:buSzTx/>
              <a:buFontTx/>
              <a:buNone/>
              <a:tabLst/>
              <a:defRPr/>
            </a:pPr>
            <a:endParaRPr kumimoji="0" lang="en-US" sz="1500" b="0" i="0" u="none" strike="noStrike" kern="0" cap="none" spc="0" normalizeH="0" baseline="0" noProof="0" err="1">
              <a:ln>
                <a:noFill/>
              </a:ln>
              <a:solidFill>
                <a:srgbClr val="091F2C"/>
              </a:solidFill>
              <a:effectLst/>
              <a:uLnTx/>
              <a:uFillTx/>
              <a:latin typeface="Yu Gothic UI"/>
              <a:ea typeface="Yu Gothic UI"/>
              <a:cs typeface="Segoe UI" pitchFamily="34" charset="0"/>
            </a:endParaRPr>
          </a:p>
        </p:txBody>
      </p:sp>
      <p:sp>
        <p:nvSpPr>
          <p:cNvPr id="8" name="Rectangle 6">
            <a:extLst>
              <a:ext uri="{FF2B5EF4-FFF2-40B4-BE49-F238E27FC236}">
                <a16:creationId xmlns:a16="http://schemas.microsoft.com/office/drawing/2014/main" id="{408C3973-2C00-5719-5F04-C1E9B90EFF6D}"/>
              </a:ext>
            </a:extLst>
          </p:cNvPr>
          <p:cNvSpPr/>
          <p:nvPr/>
        </p:nvSpPr>
        <p:spPr>
          <a:xfrm>
            <a:off x="580390" y="2253363"/>
            <a:ext cx="5026462" cy="54569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nchorCtr="0"/>
          <a:lstStyle/>
          <a:p>
            <a:pPr marL="285750" marR="0" lvl="0" indent="-285750" algn="l" defTabSz="914400" rtl="0" eaLnBrk="1" fontAlgn="auto" latinLnBrk="0" hangingPunct="1">
              <a:lnSpc>
                <a:spcPct val="100000"/>
              </a:lnSpc>
              <a:spcAft>
                <a:spcPts val="600"/>
              </a:spcAft>
              <a:buClrTx/>
              <a:buSzTx/>
              <a:buFont typeface="Arial" panose="020B0604020202020204" pitchFamily="34" charset="0"/>
              <a:buChar char="•"/>
              <a:tabLst/>
              <a:defRPr/>
            </a:pPr>
            <a:r>
              <a:rPr kumimoji="0" lang="en-US" altLang="ja-JP" i="0" u="none" strike="noStrike" kern="1200" cap="none" spc="0" normalizeH="0" baseline="0" noProof="0" dirty="0">
                <a:ln>
                  <a:noFill/>
                </a:ln>
                <a:solidFill>
                  <a:schemeClr val="tx1">
                    <a:lumMod val="75000"/>
                    <a:lumOff val="25000"/>
                  </a:schemeClr>
                </a:solidFill>
                <a:effectLst/>
                <a:uLnTx/>
                <a:uFillTx/>
                <a:latin typeface="Yu Gothic UI"/>
                <a:ea typeface="Yu Gothic UI"/>
                <a:cs typeface="Segoe UI"/>
              </a:rPr>
              <a:t>Java </a:t>
            </a:r>
            <a:r>
              <a:rPr kumimoji="0" lang="ja-JP" altLang="en-US" i="0" u="none" strike="noStrike" kern="1200" cap="none" spc="0" normalizeH="0" baseline="0" noProof="0">
                <a:ln>
                  <a:noFill/>
                </a:ln>
                <a:solidFill>
                  <a:schemeClr val="tx1">
                    <a:lumMod val="75000"/>
                    <a:lumOff val="25000"/>
                  </a:schemeClr>
                </a:solidFill>
                <a:effectLst/>
                <a:uLnTx/>
                <a:uFillTx/>
                <a:latin typeface="Yu Gothic UI"/>
                <a:ea typeface="Yu Gothic UI"/>
                <a:cs typeface="Segoe UI"/>
              </a:rPr>
              <a:t>または </a:t>
            </a:r>
            <a:r>
              <a:rPr kumimoji="0" lang="en-US" altLang="ja-JP" i="0" u="none" strike="noStrike" kern="1200" cap="none" spc="0" normalizeH="0" baseline="0" noProof="0" dirty="0">
                <a:ln>
                  <a:noFill/>
                </a:ln>
                <a:solidFill>
                  <a:schemeClr val="tx1">
                    <a:lumMod val="75000"/>
                    <a:lumOff val="25000"/>
                  </a:schemeClr>
                </a:solidFill>
                <a:effectLst/>
                <a:uLnTx/>
                <a:uFillTx/>
                <a:latin typeface="Yu Gothic UI"/>
                <a:ea typeface="Yu Gothic UI"/>
                <a:cs typeface="Segoe UI"/>
              </a:rPr>
              <a:t>.NET </a:t>
            </a:r>
            <a:r>
              <a:rPr kumimoji="0" lang="ja-JP" altLang="en-US" i="0" u="none" strike="noStrike" kern="1200" cap="none" spc="0" normalizeH="0" baseline="0" noProof="0">
                <a:ln>
                  <a:noFill/>
                </a:ln>
                <a:solidFill>
                  <a:schemeClr val="tx1">
                    <a:lumMod val="75000"/>
                    <a:lumOff val="25000"/>
                  </a:schemeClr>
                </a:solidFill>
                <a:effectLst/>
                <a:uLnTx/>
                <a:uFillTx/>
                <a:latin typeface="Yu Gothic UI"/>
                <a:ea typeface="Yu Gothic UI"/>
                <a:cs typeface="Segoe UI"/>
              </a:rPr>
              <a:t>のバージョンと関連フレームワークを迅速にアップグレード、</a:t>
            </a:r>
            <a:r>
              <a:rPr kumimoji="0" lang="en-US" altLang="ja-JP" i="0" u="none" strike="noStrike" kern="1200" cap="none" spc="0" normalizeH="0" baseline="0" noProof="0" dirty="0">
                <a:ln>
                  <a:noFill/>
                </a:ln>
                <a:solidFill>
                  <a:schemeClr val="tx1">
                    <a:lumMod val="75000"/>
                    <a:lumOff val="25000"/>
                  </a:schemeClr>
                </a:solidFill>
                <a:effectLst/>
                <a:uLnTx/>
                <a:uFillTx/>
                <a:latin typeface="Yu Gothic UI"/>
                <a:ea typeface="Yu Gothic UI"/>
                <a:cs typeface="Segoe UI"/>
              </a:rPr>
              <a:t>AI </a:t>
            </a:r>
            <a:r>
              <a:rPr kumimoji="0" lang="ja-JP" altLang="en-US" i="0" u="none" strike="noStrike" kern="1200" cap="none" spc="0" normalizeH="0" baseline="0" noProof="0">
                <a:ln>
                  <a:noFill/>
                </a:ln>
                <a:solidFill>
                  <a:schemeClr val="tx1">
                    <a:lumMod val="75000"/>
                    <a:lumOff val="25000"/>
                  </a:schemeClr>
                </a:solidFill>
                <a:effectLst/>
                <a:uLnTx/>
                <a:uFillTx/>
                <a:latin typeface="Yu Gothic UI"/>
                <a:ea typeface="Yu Gothic UI"/>
                <a:cs typeface="Segoe UI"/>
              </a:rPr>
              <a:t>エージェントを活用してアプリのパフォーマンスを向上</a:t>
            </a:r>
            <a:endParaRPr kumimoji="0" lang="en-US" altLang="ja-JP" i="0" u="none" strike="noStrike" kern="1200" cap="none" spc="0" normalizeH="0" baseline="0" noProof="0" dirty="0">
              <a:ln>
                <a:noFill/>
              </a:ln>
              <a:solidFill>
                <a:schemeClr val="tx1">
                  <a:lumMod val="75000"/>
                  <a:lumOff val="25000"/>
                </a:schemeClr>
              </a:solidFill>
              <a:effectLst/>
              <a:uLnTx/>
              <a:uFillTx/>
              <a:latin typeface="Yu Gothic UI"/>
              <a:ea typeface="Yu Gothic UI"/>
              <a:cs typeface="Segoe UI"/>
            </a:endParaRPr>
          </a:p>
          <a:p>
            <a:pPr marL="285750" indent="-285750" rtl="0">
              <a:spcAft>
                <a:spcPts val="600"/>
              </a:spcAft>
              <a:buFont typeface="Arial" panose="020B0604020202020204" pitchFamily="34" charset="0"/>
              <a:buChar char="•"/>
              <a:defRPr/>
            </a:pPr>
            <a:r>
              <a:rPr lang="ja-JP" altLang="en-US">
                <a:solidFill>
                  <a:schemeClr val="tx1">
                    <a:lumMod val="75000"/>
                    <a:lumOff val="25000"/>
                  </a:schemeClr>
                </a:solidFill>
                <a:latin typeface="Yu Gothic UI"/>
                <a:ea typeface="Yu Gothic UI"/>
                <a:cs typeface="Segoe UI"/>
              </a:rPr>
              <a:t>エンドツーエンドのコード評価と修正を実行、アプリを </a:t>
            </a:r>
            <a:r>
              <a:rPr lang="en-US" altLang="ja-JP" dirty="0">
                <a:solidFill>
                  <a:schemeClr val="tx1">
                    <a:lumMod val="75000"/>
                    <a:lumOff val="25000"/>
                  </a:schemeClr>
                </a:solidFill>
                <a:latin typeface="Yu Gothic UI"/>
                <a:ea typeface="Yu Gothic UI"/>
                <a:cs typeface="Segoe UI"/>
              </a:rPr>
              <a:t>Azure </a:t>
            </a:r>
            <a:r>
              <a:rPr lang="ja-JP" altLang="en-US">
                <a:solidFill>
                  <a:schemeClr val="tx1">
                    <a:lumMod val="75000"/>
                    <a:lumOff val="25000"/>
                  </a:schemeClr>
                </a:solidFill>
                <a:latin typeface="Yu Gothic UI"/>
                <a:ea typeface="Yu Gothic UI"/>
                <a:cs typeface="Segoe UI"/>
              </a:rPr>
              <a:t>に移行するためのコード評価と修正</a:t>
            </a:r>
            <a:endParaRPr lang="en-US" altLang="ja-JP" dirty="0">
              <a:solidFill>
                <a:schemeClr val="tx1">
                  <a:lumMod val="75000"/>
                  <a:lumOff val="25000"/>
                </a:schemeClr>
              </a:solidFill>
              <a:latin typeface="Yu Gothic UI"/>
              <a:ea typeface="Yu Gothic UI"/>
              <a:cs typeface="Segoe UI"/>
            </a:endParaRPr>
          </a:p>
          <a:p>
            <a:pPr marL="285750" indent="-285750" rtl="0">
              <a:spcAft>
                <a:spcPts val="600"/>
              </a:spcAft>
              <a:buFont typeface="Arial" panose="020B0604020202020204" pitchFamily="34" charset="0"/>
              <a:buChar char="•"/>
              <a:defRPr/>
            </a:pPr>
            <a:r>
              <a:rPr lang="en-US" altLang="ja-JP" dirty="0">
                <a:solidFill>
                  <a:schemeClr val="tx1">
                    <a:lumMod val="75000"/>
                    <a:lumOff val="25000"/>
                  </a:schemeClr>
                </a:solidFill>
                <a:latin typeface="Yu Gothic UI"/>
                <a:ea typeface="Yu Gothic UI"/>
                <a:cs typeface="Segoe UI"/>
              </a:rPr>
              <a:t>AI </a:t>
            </a:r>
            <a:r>
              <a:rPr lang="ja-JP" altLang="en-US">
                <a:solidFill>
                  <a:schemeClr val="tx1">
                    <a:lumMod val="75000"/>
                    <a:lumOff val="25000"/>
                  </a:schemeClr>
                </a:solidFill>
                <a:latin typeface="Yu Gothic UI"/>
                <a:ea typeface="Yu Gothic UI"/>
                <a:cs typeface="Segoe UI"/>
              </a:rPr>
              <a:t>エージェントを使用してコード変更とバグ修正を自動修正、</a:t>
            </a:r>
            <a:r>
              <a:rPr lang="en-US" altLang="ja-JP" dirty="0">
                <a:solidFill>
                  <a:schemeClr val="tx1">
                    <a:lumMod val="75000"/>
                    <a:lumOff val="25000"/>
                  </a:schemeClr>
                </a:solidFill>
                <a:latin typeface="Yu Gothic UI"/>
                <a:ea typeface="Yu Gothic UI"/>
                <a:cs typeface="Segoe UI"/>
              </a:rPr>
              <a:t>Azure </a:t>
            </a:r>
            <a:r>
              <a:rPr lang="ja-JP" altLang="en-US">
                <a:solidFill>
                  <a:schemeClr val="tx1">
                    <a:lumMod val="75000"/>
                    <a:lumOff val="25000"/>
                  </a:schemeClr>
                </a:solidFill>
                <a:latin typeface="Yu Gothic UI"/>
                <a:ea typeface="Yu Gothic UI"/>
                <a:cs typeface="Segoe UI"/>
              </a:rPr>
              <a:t>アプリプラットフォームサービスへの移行を支援</a:t>
            </a:r>
            <a:endParaRPr lang="en-US" altLang="ja-JP" dirty="0">
              <a:solidFill>
                <a:schemeClr val="tx1">
                  <a:lumMod val="75000"/>
                  <a:lumOff val="25000"/>
                </a:schemeClr>
              </a:solidFill>
              <a:latin typeface="Yu Gothic UI"/>
              <a:ea typeface="Yu Gothic UI"/>
              <a:cs typeface="Segoe UI"/>
            </a:endParaRPr>
          </a:p>
          <a:p>
            <a:pPr marL="285750" indent="-285750" rtl="0">
              <a:spcAft>
                <a:spcPts val="600"/>
              </a:spcAft>
              <a:buFont typeface="Arial" panose="020B0604020202020204" pitchFamily="34" charset="0"/>
              <a:buChar char="•"/>
              <a:defRPr/>
            </a:pPr>
            <a:r>
              <a:rPr lang="ja-JP" altLang="en-US">
                <a:solidFill>
                  <a:schemeClr val="tx1">
                    <a:lumMod val="75000"/>
                    <a:lumOff val="25000"/>
                  </a:schemeClr>
                </a:solidFill>
                <a:latin typeface="Yu Gothic UI"/>
                <a:ea typeface="Yu Gothic UI"/>
                <a:cs typeface="Segoe UI" panose="020B0502040204020203" pitchFamily="34" charset="0"/>
              </a:rPr>
              <a:t>開発者ガイダンスを活用し、組織の知識やベストプラクティスを活用して管理を維持、開発プロセスを検証</a:t>
            </a:r>
            <a:endParaRPr lang="en-US" altLang="ja-JP" dirty="0">
              <a:solidFill>
                <a:schemeClr val="tx1">
                  <a:lumMod val="75000"/>
                  <a:lumOff val="25000"/>
                </a:schemeClr>
              </a:solidFill>
              <a:latin typeface="Yu Gothic UI"/>
              <a:ea typeface="Yu Gothic UI"/>
              <a:cs typeface="Segoe UI"/>
            </a:endParaRPr>
          </a:p>
          <a:p>
            <a:pPr marL="285750" marR="0" lvl="0" indent="-285750" algn="l" defTabSz="914400" rtl="0" eaLnBrk="1" fontAlgn="auto" latinLnBrk="0" hangingPunct="1">
              <a:lnSpc>
                <a:spcPct val="100000"/>
              </a:lnSpc>
              <a:spcAft>
                <a:spcPts val="600"/>
              </a:spcAft>
              <a:buClrTx/>
              <a:buSzTx/>
              <a:buFont typeface="Arial" panose="020B0604020202020204" pitchFamily="34" charset="0"/>
              <a:buChar char="•"/>
              <a:tabLst/>
              <a:defRPr/>
            </a:pPr>
            <a:endParaRPr kumimoji="0" lang="en-US" i="0" u="none" strike="noStrike" kern="1200" cap="none" spc="0" normalizeH="0" baseline="0" noProof="0" dirty="0">
              <a:ln>
                <a:noFill/>
              </a:ln>
              <a:solidFill>
                <a:schemeClr val="tx1">
                  <a:lumMod val="75000"/>
                  <a:lumOff val="25000"/>
                </a:schemeClr>
              </a:solidFill>
              <a:effectLst/>
              <a:uLnTx/>
              <a:uFillTx/>
              <a:latin typeface="Yu Gothic UI"/>
              <a:ea typeface="Yu Gothic UI"/>
              <a:cs typeface="Segoe UI"/>
            </a:endParaRPr>
          </a:p>
        </p:txBody>
      </p:sp>
      <p:pic>
        <p:nvPicPr>
          <p:cNvPr id="21" name="Picture 17">
            <a:extLst>
              <a:ext uri="{FF2B5EF4-FFF2-40B4-BE49-F238E27FC236}">
                <a16:creationId xmlns:a16="http://schemas.microsoft.com/office/drawing/2014/main" id="{0409FA0D-1935-C316-A412-C0063AE1056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02175" y="2475740"/>
            <a:ext cx="8138331" cy="4232972"/>
          </a:xfrm>
          <a:prstGeom prst="rect">
            <a:avLst/>
          </a:prstGeom>
        </p:spPr>
      </p:pic>
    </p:spTree>
    <p:extLst>
      <p:ext uri="{BB962C8B-B14F-4D97-AF65-F5344CB8AC3E}">
        <p14:creationId xmlns:p14="http://schemas.microsoft.com/office/powerpoint/2010/main" val="2049357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9E3C9-C21F-A3FA-1C7F-67726D48832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FC95D8D7-930E-9E9F-9919-522F2E3DB3F8}"/>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en-US" altLang="ja-JP" sz="2000" b="1" dirty="0">
                <a:latin typeface="Yu Gothic UI" panose="020B0500000000000000" pitchFamily="50" charset="-128"/>
                <a:ea typeface="Yu Gothic UI" panose="020B0500000000000000" pitchFamily="50" charset="-128"/>
              </a:rPr>
              <a:t>GitHub </a:t>
            </a:r>
            <a:r>
              <a:rPr kumimoji="1" lang="ja-JP" altLang="en-US" sz="2000" b="1">
                <a:latin typeface="Yu Gothic UI" panose="020B0500000000000000" pitchFamily="50" charset="-128"/>
                <a:ea typeface="Yu Gothic UI" panose="020B0500000000000000" pitchFamily="50" charset="-128"/>
              </a:rPr>
              <a:t>で実現する</a:t>
            </a:r>
            <a:r>
              <a:rPr kumimoji="1" lang="en-US" altLang="ja-JP" sz="2000" b="1" dirty="0">
                <a:latin typeface="Yu Gothic UI" panose="020B0500000000000000" pitchFamily="50" charset="-128"/>
                <a:ea typeface="Yu Gothic UI" panose="020B0500000000000000" pitchFamily="50" charset="-128"/>
              </a:rPr>
              <a:t> Agentic DevOps</a:t>
            </a:r>
            <a:endParaRPr lang="en-US" altLang="ja-JP" sz="2000" b="1" dirty="0">
              <a:solidFill>
                <a:srgbClr val="1F2937"/>
              </a:solidFill>
              <a:latin typeface="Yu Gothic" pitchFamily="34" charset="0"/>
              <a:ea typeface="Yu Gothic" pitchFamily="34" charset="-122"/>
              <a:cs typeface="Yu Gothic" pitchFamily="34" charset="-120"/>
            </a:endParaRPr>
          </a:p>
        </p:txBody>
      </p:sp>
      <p:sp>
        <p:nvSpPr>
          <p:cNvPr id="2" name="正方形/長方形 1">
            <a:extLst>
              <a:ext uri="{FF2B5EF4-FFF2-40B4-BE49-F238E27FC236}">
                <a16:creationId xmlns:a16="http://schemas.microsoft.com/office/drawing/2014/main" id="{B9E1390D-BF25-64FD-E225-7C1915CC215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10</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C4AD06C7-44C4-5C4A-68E6-E79692D80EB5}"/>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字幕 1">
            <a:extLst>
              <a:ext uri="{FF2B5EF4-FFF2-40B4-BE49-F238E27FC236}">
                <a16:creationId xmlns:a16="http://schemas.microsoft.com/office/drawing/2014/main" id="{DF2ADA82-C3E9-7812-1489-00A06DF6E156}"/>
              </a:ext>
            </a:extLst>
          </p:cNvPr>
          <p:cNvSpPr txBox="1">
            <a:spLocks/>
          </p:cNvSpPr>
          <p:nvPr/>
        </p:nvSpPr>
        <p:spPr>
          <a:xfrm>
            <a:off x="604520" y="206502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grpSp>
        <p:nvGrpSpPr>
          <p:cNvPr id="137" name="グループ化 136">
            <a:extLst>
              <a:ext uri="{FF2B5EF4-FFF2-40B4-BE49-F238E27FC236}">
                <a16:creationId xmlns:a16="http://schemas.microsoft.com/office/drawing/2014/main" id="{2A7A5782-874F-D265-B17E-422B735F9D0D}"/>
              </a:ext>
            </a:extLst>
          </p:cNvPr>
          <p:cNvGrpSpPr/>
          <p:nvPr/>
        </p:nvGrpSpPr>
        <p:grpSpPr>
          <a:xfrm>
            <a:off x="2769033" y="1601004"/>
            <a:ext cx="6694573" cy="5643555"/>
            <a:chOff x="2755900" y="1083743"/>
            <a:chExt cx="6694573" cy="5643555"/>
          </a:xfrm>
          <a:gradFill flip="none" rotWithShape="1">
            <a:gsLst>
              <a:gs pos="0">
                <a:srgbClr val="101411"/>
              </a:gs>
              <a:gs pos="37000">
                <a:srgbClr val="0527FC"/>
              </a:gs>
              <a:gs pos="69000">
                <a:srgbClr val="8342FA"/>
              </a:gs>
              <a:gs pos="100000">
                <a:srgbClr val="101411"/>
              </a:gs>
            </a:gsLst>
            <a:lin ang="0" scaled="1"/>
            <a:tileRect/>
          </a:gradFill>
        </p:grpSpPr>
        <p:sp>
          <p:nvSpPr>
            <p:cNvPr id="138" name="フリーフォーム: 図形 4">
              <a:extLst>
                <a:ext uri="{FF2B5EF4-FFF2-40B4-BE49-F238E27FC236}">
                  <a16:creationId xmlns:a16="http://schemas.microsoft.com/office/drawing/2014/main" id="{391EF7EB-F1E2-36E9-E579-7A8DEB666F84}"/>
                </a:ext>
              </a:extLst>
            </p:cNvPr>
            <p:cNvSpPr/>
            <p:nvPr/>
          </p:nvSpPr>
          <p:spPr bwMode="auto">
            <a:xfrm rot="3117338" flipH="1">
              <a:off x="3274223" y="816575"/>
              <a:ext cx="5643555" cy="6177891"/>
            </a:xfrm>
            <a:custGeom>
              <a:avLst/>
              <a:gdLst>
                <a:gd name="connsiteX0" fmla="*/ 2700432 w 5643555"/>
                <a:gd name="connsiteY0" fmla="*/ 893198 h 6177891"/>
                <a:gd name="connsiteX1" fmla="*/ 2906287 w 5643555"/>
                <a:gd name="connsiteY1" fmla="*/ 1646673 h 6177891"/>
                <a:gd name="connsiteX2" fmla="*/ 2870766 w 5643555"/>
                <a:gd name="connsiteY2" fmla="*/ 1832497 h 6177891"/>
                <a:gd name="connsiteX3" fmla="*/ 2621767 w 5643555"/>
                <a:gd name="connsiteY3" fmla="*/ 2837806 h 6177891"/>
                <a:gd name="connsiteX4" fmla="*/ 1545960 w 5643555"/>
                <a:gd name="connsiteY4" fmla="*/ 2837805 h 6177891"/>
                <a:gd name="connsiteX5" fmla="*/ 1394578 w 5643555"/>
                <a:gd name="connsiteY5" fmla="*/ 2829636 h 6177891"/>
                <a:gd name="connsiteX6" fmla="*/ 516688 w 5643555"/>
                <a:gd name="connsiteY6" fmla="*/ 2012786 h 6177891"/>
                <a:gd name="connsiteX7" fmla="*/ 885248 w 5643555"/>
                <a:gd name="connsiteY7" fmla="*/ 911954 h 6177891"/>
                <a:gd name="connsiteX8" fmla="*/ 1019228 w 5643555"/>
                <a:gd name="connsiteY8" fmla="*/ 792587 h 6177891"/>
                <a:gd name="connsiteX9" fmla="*/ 1167305 w 5643555"/>
                <a:gd name="connsiteY9" fmla="*/ 691235 h 6177891"/>
                <a:gd name="connsiteX10" fmla="*/ 2324459 w 5643555"/>
                <a:gd name="connsiteY10" fmla="*/ 598146 h 6177891"/>
                <a:gd name="connsiteX11" fmla="*/ 2700432 w 5643555"/>
                <a:gd name="connsiteY11" fmla="*/ 893198 h 6177891"/>
                <a:gd name="connsiteX12" fmla="*/ 4944488 w 5643555"/>
                <a:gd name="connsiteY12" fmla="*/ 3746968 h 6177891"/>
                <a:gd name="connsiteX13" fmla="*/ 5126866 w 5643555"/>
                <a:gd name="connsiteY13" fmla="*/ 4165104 h 6177891"/>
                <a:gd name="connsiteX14" fmla="*/ 4758305 w 5643555"/>
                <a:gd name="connsiteY14" fmla="*/ 5265937 h 6177891"/>
                <a:gd name="connsiteX15" fmla="*/ 4624326 w 5643555"/>
                <a:gd name="connsiteY15" fmla="*/ 5385303 h 6177891"/>
                <a:gd name="connsiteX16" fmla="*/ 4476249 w 5643555"/>
                <a:gd name="connsiteY16" fmla="*/ 5486655 h 6177891"/>
                <a:gd name="connsiteX17" fmla="*/ 3319096 w 5643555"/>
                <a:gd name="connsiteY17" fmla="*/ 5579745 h 6177891"/>
                <a:gd name="connsiteX18" fmla="*/ 2774442 w 5643555"/>
                <a:gd name="connsiteY18" fmla="*/ 4336745 h 6177891"/>
                <a:gd name="connsiteX19" fmla="*/ 2760187 w 5643555"/>
                <a:gd name="connsiteY19" fmla="*/ 4334681 h 6177891"/>
                <a:gd name="connsiteX20" fmla="*/ 3008524 w 5643555"/>
                <a:gd name="connsiteY20" fmla="*/ 3332043 h 6177891"/>
                <a:gd name="connsiteX21" fmla="*/ 4051820 w 5643555"/>
                <a:gd name="connsiteY21" fmla="*/ 3332043 h 6177891"/>
                <a:gd name="connsiteX22" fmla="*/ 4051270 w 5643555"/>
                <a:gd name="connsiteY22" fmla="*/ 3337585 h 6177891"/>
                <a:gd name="connsiteX23" fmla="*/ 4944488 w 5643555"/>
                <a:gd name="connsiteY23" fmla="*/ 3746968 h 6177891"/>
                <a:gd name="connsiteX24" fmla="*/ 5339407 w 5643555"/>
                <a:gd name="connsiteY24" fmla="*/ 3442156 h 6177891"/>
                <a:gd name="connsiteX25" fmla="*/ 4238466 w 5643555"/>
                <a:gd name="connsiteY25" fmla="*/ 2845895 h 6177891"/>
                <a:gd name="connsiteX26" fmla="*/ 4168485 w 5643555"/>
                <a:gd name="connsiteY26" fmla="*/ 2842432 h 6177891"/>
                <a:gd name="connsiteX27" fmla="*/ 4168485 w 5643555"/>
                <a:gd name="connsiteY27" fmla="*/ 2837806 h 6177891"/>
                <a:gd name="connsiteX28" fmla="*/ 3130939 w 5643555"/>
                <a:gd name="connsiteY28" fmla="*/ 2837806 h 6177891"/>
                <a:gd name="connsiteX29" fmla="*/ 3360185 w 5643555"/>
                <a:gd name="connsiteY29" fmla="*/ 1912246 h 6177891"/>
                <a:gd name="connsiteX30" fmla="*/ 3364899 w 5643555"/>
                <a:gd name="connsiteY30" fmla="*/ 1912928 h 6177891"/>
                <a:gd name="connsiteX31" fmla="*/ 3077300 w 5643555"/>
                <a:gd name="connsiteY31" fmla="*/ 565649 h 6177891"/>
                <a:gd name="connsiteX32" fmla="*/ 2575192 w 5643555"/>
                <a:gd name="connsiteY32" fmla="*/ 165554 h 6177891"/>
                <a:gd name="connsiteX33" fmla="*/ 922877 w 5643555"/>
                <a:gd name="connsiteY33" fmla="*/ 256327 h 6177891"/>
                <a:gd name="connsiteX34" fmla="*/ 715466 w 5643555"/>
                <a:gd name="connsiteY34" fmla="*/ 397288 h 6177891"/>
                <a:gd name="connsiteX35" fmla="*/ 715102 w 5643555"/>
                <a:gd name="connsiteY35" fmla="*/ 396823 h 6177891"/>
                <a:gd name="connsiteX36" fmla="*/ 711828 w 5643555"/>
                <a:gd name="connsiteY36" fmla="*/ 399760 h 6177891"/>
                <a:gd name="connsiteX37" fmla="*/ 708190 w 5643555"/>
                <a:gd name="connsiteY37" fmla="*/ 402232 h 6177891"/>
                <a:gd name="connsiteX38" fmla="*/ 708554 w 5643555"/>
                <a:gd name="connsiteY38" fmla="*/ 402697 h 6177891"/>
                <a:gd name="connsiteX39" fmla="*/ 521862 w 5643555"/>
                <a:gd name="connsiteY39" fmla="*/ 570134 h 6177891"/>
                <a:gd name="connsiteX40" fmla="*/ 36503 w 5643555"/>
                <a:gd name="connsiteY40" fmla="*/ 2152162 h 6177891"/>
                <a:gd name="connsiteX41" fmla="*/ 1542765 w 5643555"/>
                <a:gd name="connsiteY41" fmla="*/ 3338808 h 6177891"/>
                <a:gd name="connsiteX42" fmla="*/ 1543437 w 5643555"/>
                <a:gd name="connsiteY42" fmla="*/ 3332043 h 6177891"/>
                <a:gd name="connsiteX43" fmla="*/ 2499352 w 5643555"/>
                <a:gd name="connsiteY43" fmla="*/ 3332043 h 6177891"/>
                <a:gd name="connsiteX44" fmla="*/ 2252424 w 5643555"/>
                <a:gd name="connsiteY44" fmla="*/ 4328994 h 6177891"/>
                <a:gd name="connsiteX45" fmla="*/ 2265485 w 5643555"/>
                <a:gd name="connsiteY45" fmla="*/ 4332228 h 6177891"/>
                <a:gd name="connsiteX46" fmla="*/ 2252168 w 5643555"/>
                <a:gd name="connsiteY46" fmla="*/ 4400239 h 6177891"/>
                <a:gd name="connsiteX47" fmla="*/ 3068362 w 5643555"/>
                <a:gd name="connsiteY47" fmla="*/ 6012336 h 6177891"/>
                <a:gd name="connsiteX48" fmla="*/ 4720677 w 5643555"/>
                <a:gd name="connsiteY48" fmla="*/ 5921563 h 6177891"/>
                <a:gd name="connsiteX49" fmla="*/ 4928089 w 5643555"/>
                <a:gd name="connsiteY49" fmla="*/ 5780603 h 6177891"/>
                <a:gd name="connsiteX50" fmla="*/ 4928452 w 5643555"/>
                <a:gd name="connsiteY50" fmla="*/ 5781067 h 6177891"/>
                <a:gd name="connsiteX51" fmla="*/ 4931725 w 5643555"/>
                <a:gd name="connsiteY51" fmla="*/ 5778132 h 6177891"/>
                <a:gd name="connsiteX52" fmla="*/ 4935364 w 5643555"/>
                <a:gd name="connsiteY52" fmla="*/ 5775658 h 6177891"/>
                <a:gd name="connsiteX53" fmla="*/ 4935001 w 5643555"/>
                <a:gd name="connsiteY53" fmla="*/ 5775194 h 6177891"/>
                <a:gd name="connsiteX54" fmla="*/ 5121692 w 5643555"/>
                <a:gd name="connsiteY54" fmla="*/ 5607755 h 6177891"/>
                <a:gd name="connsiteX55" fmla="*/ 5607051 w 5643555"/>
                <a:gd name="connsiteY55" fmla="*/ 4025728 h 6177891"/>
                <a:gd name="connsiteX56" fmla="*/ 5339407 w 5643555"/>
                <a:gd name="connsiteY56" fmla="*/ 3442156 h 6177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643555" h="6177891">
                  <a:moveTo>
                    <a:pt x="2700432" y="893198"/>
                  </a:moveTo>
                  <a:cubicBezTo>
                    <a:pt x="2860753" y="1099056"/>
                    <a:pt x="2936108" y="1365589"/>
                    <a:pt x="2906287" y="1646673"/>
                  </a:cubicBezTo>
                  <a:lnTo>
                    <a:pt x="2870766" y="1832497"/>
                  </a:lnTo>
                  <a:lnTo>
                    <a:pt x="2621767" y="2837806"/>
                  </a:lnTo>
                  <a:lnTo>
                    <a:pt x="1545960" y="2837805"/>
                  </a:lnTo>
                  <a:lnTo>
                    <a:pt x="1394578" y="2829636"/>
                  </a:lnTo>
                  <a:cubicBezTo>
                    <a:pt x="946565" y="2767825"/>
                    <a:pt x="599440" y="2453616"/>
                    <a:pt x="516688" y="2012786"/>
                  </a:cubicBezTo>
                  <a:cubicBezTo>
                    <a:pt x="444516" y="1628315"/>
                    <a:pt x="586863" y="1214233"/>
                    <a:pt x="885248" y="911954"/>
                  </a:cubicBezTo>
                  <a:lnTo>
                    <a:pt x="1019228" y="792587"/>
                  </a:lnTo>
                  <a:lnTo>
                    <a:pt x="1167305" y="691235"/>
                  </a:lnTo>
                  <a:cubicBezTo>
                    <a:pt x="1532456" y="474275"/>
                    <a:pt x="1968615" y="435656"/>
                    <a:pt x="2324459" y="598146"/>
                  </a:cubicBezTo>
                  <a:cubicBezTo>
                    <a:pt x="2477460" y="668012"/>
                    <a:pt x="2604240" y="769683"/>
                    <a:pt x="2700432" y="893198"/>
                  </a:cubicBezTo>
                  <a:close/>
                  <a:moveTo>
                    <a:pt x="4944488" y="3746968"/>
                  </a:moveTo>
                  <a:cubicBezTo>
                    <a:pt x="5034037" y="3866376"/>
                    <a:pt x="5097312" y="4007665"/>
                    <a:pt x="5126866" y="4165104"/>
                  </a:cubicBezTo>
                  <a:cubicBezTo>
                    <a:pt x="5199038" y="4549576"/>
                    <a:pt x="5056691" y="4963657"/>
                    <a:pt x="4758305" y="5265937"/>
                  </a:cubicBezTo>
                  <a:lnTo>
                    <a:pt x="4624326" y="5385303"/>
                  </a:lnTo>
                  <a:lnTo>
                    <a:pt x="4476249" y="5486655"/>
                  </a:lnTo>
                  <a:cubicBezTo>
                    <a:pt x="4111098" y="5703615"/>
                    <a:pt x="3674939" y="5742234"/>
                    <a:pt x="3319096" y="5579745"/>
                  </a:cubicBezTo>
                  <a:cubicBezTo>
                    <a:pt x="2852804" y="5366821"/>
                    <a:pt x="2630062" y="4858483"/>
                    <a:pt x="2774442" y="4336745"/>
                  </a:cubicBezTo>
                  <a:lnTo>
                    <a:pt x="2760187" y="4334681"/>
                  </a:lnTo>
                  <a:lnTo>
                    <a:pt x="3008524" y="3332043"/>
                  </a:lnTo>
                  <a:lnTo>
                    <a:pt x="4051820" y="3332043"/>
                  </a:lnTo>
                  <a:lnTo>
                    <a:pt x="4051270" y="3337585"/>
                  </a:lnTo>
                  <a:cubicBezTo>
                    <a:pt x="4423308" y="3327472"/>
                    <a:pt x="4747480" y="3484269"/>
                    <a:pt x="4944488" y="3746968"/>
                  </a:cubicBezTo>
                  <a:close/>
                  <a:moveTo>
                    <a:pt x="5339407" y="3442156"/>
                  </a:moveTo>
                  <a:cubicBezTo>
                    <a:pt x="5084966" y="3106171"/>
                    <a:pt x="4691664" y="2886681"/>
                    <a:pt x="4238466" y="2845895"/>
                  </a:cubicBezTo>
                  <a:lnTo>
                    <a:pt x="4168485" y="2842432"/>
                  </a:lnTo>
                  <a:lnTo>
                    <a:pt x="4168485" y="2837806"/>
                  </a:lnTo>
                  <a:lnTo>
                    <a:pt x="3130939" y="2837806"/>
                  </a:lnTo>
                  <a:lnTo>
                    <a:pt x="3360185" y="1912246"/>
                  </a:lnTo>
                  <a:lnTo>
                    <a:pt x="3364899" y="1912928"/>
                  </a:lnTo>
                  <a:cubicBezTo>
                    <a:pt x="3482988" y="1415914"/>
                    <a:pt x="3368754" y="926179"/>
                    <a:pt x="3077300" y="565649"/>
                  </a:cubicBezTo>
                  <a:cubicBezTo>
                    <a:pt x="2944822" y="401771"/>
                    <a:pt x="2775727" y="264590"/>
                    <a:pt x="2575192" y="165554"/>
                  </a:cubicBezTo>
                  <a:cubicBezTo>
                    <a:pt x="2065215" y="-86302"/>
                    <a:pt x="1440593" y="-46682"/>
                    <a:pt x="922877" y="256327"/>
                  </a:cubicBezTo>
                  <a:lnTo>
                    <a:pt x="715466" y="397288"/>
                  </a:lnTo>
                  <a:lnTo>
                    <a:pt x="715102" y="396823"/>
                  </a:lnTo>
                  <a:lnTo>
                    <a:pt x="711828" y="399760"/>
                  </a:lnTo>
                  <a:lnTo>
                    <a:pt x="708190" y="402232"/>
                  </a:lnTo>
                  <a:lnTo>
                    <a:pt x="708554" y="402697"/>
                  </a:lnTo>
                  <a:lnTo>
                    <a:pt x="521862" y="570134"/>
                  </a:lnTo>
                  <a:cubicBezTo>
                    <a:pt x="103271" y="999817"/>
                    <a:pt x="-85357" y="1596593"/>
                    <a:pt x="36503" y="2152162"/>
                  </a:cubicBezTo>
                  <a:cubicBezTo>
                    <a:pt x="189843" y="2851245"/>
                    <a:pt x="799745" y="3331731"/>
                    <a:pt x="1542765" y="3338808"/>
                  </a:cubicBezTo>
                  <a:lnTo>
                    <a:pt x="1543437" y="3332043"/>
                  </a:lnTo>
                  <a:lnTo>
                    <a:pt x="2499352" y="3332043"/>
                  </a:lnTo>
                  <a:lnTo>
                    <a:pt x="2252424" y="4328994"/>
                  </a:lnTo>
                  <a:lnTo>
                    <a:pt x="2265485" y="4332228"/>
                  </a:lnTo>
                  <a:lnTo>
                    <a:pt x="2252168" y="4400239"/>
                  </a:lnTo>
                  <a:cubicBezTo>
                    <a:pt x="2148117" y="5074807"/>
                    <a:pt x="2466757" y="5715229"/>
                    <a:pt x="3068362" y="6012336"/>
                  </a:cubicBezTo>
                  <a:cubicBezTo>
                    <a:pt x="3578339" y="6264193"/>
                    <a:pt x="4202961" y="6224573"/>
                    <a:pt x="4720677" y="5921563"/>
                  </a:cubicBezTo>
                  <a:lnTo>
                    <a:pt x="4928089" y="5780603"/>
                  </a:lnTo>
                  <a:lnTo>
                    <a:pt x="4928452" y="5781067"/>
                  </a:lnTo>
                  <a:lnTo>
                    <a:pt x="4931725" y="5778132"/>
                  </a:lnTo>
                  <a:lnTo>
                    <a:pt x="4935364" y="5775658"/>
                  </a:lnTo>
                  <a:lnTo>
                    <a:pt x="4935001" y="5775194"/>
                  </a:lnTo>
                  <a:lnTo>
                    <a:pt x="5121692" y="5607755"/>
                  </a:lnTo>
                  <a:cubicBezTo>
                    <a:pt x="5540283" y="5178073"/>
                    <a:pt x="5728912" y="4581298"/>
                    <a:pt x="5607051" y="4025728"/>
                  </a:cubicBezTo>
                  <a:cubicBezTo>
                    <a:pt x="5559132" y="3807265"/>
                    <a:pt x="5466627" y="3610149"/>
                    <a:pt x="5339407" y="3442156"/>
                  </a:cubicBezTo>
                  <a:close/>
                </a:path>
              </a:pathLst>
            </a:cu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endParaRPr kumimoji="1" lang="ja-JP" altLang="en-US" sz="2000" b="0" i="0" u="none" strike="noStrike" kern="0" cap="none" spc="0" normalizeH="0" baseline="0" noProof="0" err="1">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p:txBody>
        </p:sp>
        <p:sp>
          <p:nvSpPr>
            <p:cNvPr id="139" name="テキスト ボックス 138">
              <a:extLst>
                <a:ext uri="{FF2B5EF4-FFF2-40B4-BE49-F238E27FC236}">
                  <a16:creationId xmlns:a16="http://schemas.microsoft.com/office/drawing/2014/main" id="{BB440E46-D3B9-49E7-F857-87EC655ABB10}"/>
                </a:ext>
              </a:extLst>
            </p:cNvPr>
            <p:cNvSpPr txBox="1"/>
            <p:nvPr/>
          </p:nvSpPr>
          <p:spPr>
            <a:xfrm>
              <a:off x="3891280" y="2265681"/>
              <a:ext cx="1026160" cy="304800"/>
            </a:xfrm>
            <a:prstGeom prst="rect">
              <a:avLst/>
            </a:prstGeom>
            <a:grpFill/>
          </p:spPr>
          <p:txBody>
            <a:bodyPr wrap="square" lIns="0" tIns="0" rIns="0" bIns="0" rtlCol="0">
              <a:spAutoFit/>
            </a:bodyPr>
            <a:lstStyle/>
            <a:p>
              <a:pPr marL="0" marR="0" lvl="0" indent="0" defTabSz="914367" rtl="0" eaLnBrk="1" fontAlgn="auto" latinLnBrk="0" hangingPunct="1">
                <a:lnSpc>
                  <a:spcPct val="100000"/>
                </a:lnSpc>
                <a:spcBef>
                  <a:spcPts val="0"/>
                </a:spcBef>
                <a:spcAft>
                  <a:spcPts val="0"/>
                </a:spcAft>
                <a:buClrTx/>
                <a:buSzTx/>
                <a:buFontTx/>
                <a:buNone/>
                <a:tabLst/>
                <a:defRPr/>
              </a:pPr>
              <a:r>
                <a:rPr kumimoji="1" lang="en-US" altLang="ja-JP" sz="2000" b="1" i="0" u="none" strike="noStrike" kern="0" cap="none" spc="0" normalizeH="0" baseline="0" noProof="0" dirty="0">
                  <a:ln>
                    <a:noFill/>
                  </a:ln>
                  <a:solidFill>
                    <a:schemeClr val="bg1"/>
                  </a:solidFill>
                  <a:effectLst/>
                  <a:uLnTx/>
                  <a:uFillTx/>
                  <a:latin typeface="Yu Gothic UI" panose="020B0500000000000000" pitchFamily="50" charset="-128"/>
                  <a:ea typeface="Yu Gothic UI" panose="020B0500000000000000" pitchFamily="50" charset="-128"/>
                </a:rPr>
                <a:t>Plan</a:t>
              </a:r>
              <a:endParaRPr kumimoji="1" lang="ja-JP" altLang="en-US" sz="2000" b="1" i="0" u="none" strike="noStrike" kern="0" cap="none" spc="0" normalizeH="0" baseline="0" noProof="0" err="1">
                <a:ln>
                  <a:noFill/>
                </a:ln>
                <a:solidFill>
                  <a:schemeClr val="bg1"/>
                </a:solidFill>
                <a:effectLst/>
                <a:uLnTx/>
                <a:uFillTx/>
                <a:latin typeface="Yu Gothic UI" panose="020B0500000000000000" pitchFamily="50" charset="-128"/>
                <a:ea typeface="Yu Gothic UI" panose="020B0500000000000000" pitchFamily="50" charset="-128"/>
              </a:endParaRPr>
            </a:p>
          </p:txBody>
        </p:sp>
        <p:sp>
          <p:nvSpPr>
            <p:cNvPr id="140" name="テキスト ボックス 139">
              <a:extLst>
                <a:ext uri="{FF2B5EF4-FFF2-40B4-BE49-F238E27FC236}">
                  <a16:creationId xmlns:a16="http://schemas.microsoft.com/office/drawing/2014/main" id="{08AFC2E9-A289-5556-54AF-E98AE608F99C}"/>
                </a:ext>
              </a:extLst>
            </p:cNvPr>
            <p:cNvSpPr txBox="1"/>
            <p:nvPr/>
          </p:nvSpPr>
          <p:spPr>
            <a:xfrm>
              <a:off x="3577216" y="5171792"/>
              <a:ext cx="1026160" cy="304800"/>
            </a:xfrm>
            <a:prstGeom prst="rect">
              <a:avLst/>
            </a:prstGeom>
            <a:grpFill/>
          </p:spPr>
          <p:txBody>
            <a:bodyPr wrap="square" lIns="0" tIns="0" rIns="0" bIns="0" rtlCol="0">
              <a:spAutoFit/>
            </a:bodyPr>
            <a:lstStyle/>
            <a:p>
              <a:pPr marL="0" marR="0" lvl="0" indent="0" defTabSz="914367" rtl="0" eaLnBrk="1" fontAlgn="auto" latinLnBrk="0" hangingPunct="1">
                <a:lnSpc>
                  <a:spcPct val="100000"/>
                </a:lnSpc>
                <a:spcBef>
                  <a:spcPts val="0"/>
                </a:spcBef>
                <a:spcAft>
                  <a:spcPts val="0"/>
                </a:spcAft>
                <a:buClrTx/>
                <a:buSzTx/>
                <a:buFontTx/>
                <a:buNone/>
                <a:tabLst/>
                <a:defRPr/>
              </a:pPr>
              <a:r>
                <a:rPr kumimoji="1" lang="en-US" altLang="ja-JP" sz="2000" b="1" i="0" u="none" strike="noStrike" kern="0" cap="none" spc="0" normalizeH="0" baseline="0" noProof="0" dirty="0">
                  <a:ln>
                    <a:noFill/>
                  </a:ln>
                  <a:solidFill>
                    <a:schemeClr val="bg1"/>
                  </a:solidFill>
                  <a:effectLst/>
                  <a:uLnTx/>
                  <a:uFillTx/>
                  <a:latin typeface="Yu Gothic UI" panose="020B0500000000000000" pitchFamily="50" charset="-128"/>
                  <a:ea typeface="Yu Gothic UI" panose="020B0500000000000000" pitchFamily="50" charset="-128"/>
                </a:rPr>
                <a:t>Develop</a:t>
              </a:r>
              <a:endParaRPr kumimoji="1" lang="ja-JP" altLang="en-US" sz="2000" b="1" i="0" u="none" strike="noStrike" kern="0" cap="none" spc="0" normalizeH="0" baseline="0" noProof="0" err="1">
                <a:ln>
                  <a:noFill/>
                </a:ln>
                <a:solidFill>
                  <a:schemeClr val="bg1"/>
                </a:solidFill>
                <a:effectLst/>
                <a:uLnTx/>
                <a:uFillTx/>
                <a:latin typeface="Yu Gothic UI" panose="020B0500000000000000" pitchFamily="50" charset="-128"/>
                <a:ea typeface="Yu Gothic UI" panose="020B0500000000000000" pitchFamily="50" charset="-128"/>
              </a:endParaRPr>
            </a:p>
          </p:txBody>
        </p:sp>
        <p:sp>
          <p:nvSpPr>
            <p:cNvPr id="141" name="テキスト ボックス 140">
              <a:extLst>
                <a:ext uri="{FF2B5EF4-FFF2-40B4-BE49-F238E27FC236}">
                  <a16:creationId xmlns:a16="http://schemas.microsoft.com/office/drawing/2014/main" id="{5E99C59A-D8A9-D3D6-3502-7FBA9BCC4167}"/>
                </a:ext>
              </a:extLst>
            </p:cNvPr>
            <p:cNvSpPr txBox="1"/>
            <p:nvPr/>
          </p:nvSpPr>
          <p:spPr>
            <a:xfrm>
              <a:off x="7508240" y="5222242"/>
              <a:ext cx="1026160" cy="304800"/>
            </a:xfrm>
            <a:prstGeom prst="rect">
              <a:avLst/>
            </a:prstGeom>
            <a:grpFill/>
          </p:spPr>
          <p:txBody>
            <a:bodyPr wrap="square" lIns="0" tIns="0" rIns="0" bIns="0" rtlCol="0">
              <a:spAutoFit/>
            </a:bodyPr>
            <a:lstStyle/>
            <a:p>
              <a:pPr marL="0" marR="0" lvl="0" indent="0" defTabSz="914367" rtl="0" eaLnBrk="1" fontAlgn="auto" latinLnBrk="0" hangingPunct="1">
                <a:lnSpc>
                  <a:spcPct val="100000"/>
                </a:lnSpc>
                <a:spcBef>
                  <a:spcPts val="0"/>
                </a:spcBef>
                <a:spcAft>
                  <a:spcPts val="0"/>
                </a:spcAft>
                <a:buClrTx/>
                <a:buSzTx/>
                <a:buFontTx/>
                <a:buNone/>
                <a:tabLst/>
                <a:defRPr/>
              </a:pPr>
              <a:r>
                <a:rPr kumimoji="1" lang="en-US" altLang="ja-JP" sz="2000" b="1" i="0" u="none" strike="noStrike" kern="0" cap="none" spc="0" normalizeH="0" baseline="0" noProof="0">
                  <a:ln>
                    <a:noFill/>
                  </a:ln>
                  <a:solidFill>
                    <a:schemeClr val="bg1"/>
                  </a:solidFill>
                  <a:effectLst/>
                  <a:uLnTx/>
                  <a:uFillTx/>
                  <a:latin typeface="Yu Gothic UI" panose="020B0500000000000000" pitchFamily="50" charset="-128"/>
                  <a:ea typeface="Yu Gothic UI" panose="020B0500000000000000" pitchFamily="50" charset="-128"/>
                </a:rPr>
                <a:t>Operate</a:t>
              </a:r>
              <a:endParaRPr kumimoji="1" lang="ja-JP" altLang="en-US" sz="2000" b="1" i="0" u="none" strike="noStrike" kern="0" cap="none" spc="0" normalizeH="0" baseline="0" noProof="0" err="1">
                <a:ln>
                  <a:noFill/>
                </a:ln>
                <a:solidFill>
                  <a:schemeClr val="bg1"/>
                </a:solidFill>
                <a:effectLst/>
                <a:uLnTx/>
                <a:uFillTx/>
                <a:latin typeface="Yu Gothic UI" panose="020B0500000000000000" pitchFamily="50" charset="-128"/>
                <a:ea typeface="Yu Gothic UI" panose="020B0500000000000000" pitchFamily="50" charset="-128"/>
              </a:endParaRPr>
            </a:p>
          </p:txBody>
        </p:sp>
        <p:sp>
          <p:nvSpPr>
            <p:cNvPr id="142" name="テキスト ボックス 141">
              <a:extLst>
                <a:ext uri="{FF2B5EF4-FFF2-40B4-BE49-F238E27FC236}">
                  <a16:creationId xmlns:a16="http://schemas.microsoft.com/office/drawing/2014/main" id="{C50E265F-72BE-D648-A17B-0041A44B6F3C}"/>
                </a:ext>
              </a:extLst>
            </p:cNvPr>
            <p:cNvSpPr txBox="1"/>
            <p:nvPr/>
          </p:nvSpPr>
          <p:spPr>
            <a:xfrm>
              <a:off x="7416800" y="2265681"/>
              <a:ext cx="1026160" cy="304800"/>
            </a:xfrm>
            <a:prstGeom prst="rect">
              <a:avLst/>
            </a:prstGeom>
            <a:grpFill/>
          </p:spPr>
          <p:txBody>
            <a:bodyPr wrap="square" lIns="0" tIns="0" rIns="0" bIns="0" rtlCol="0">
              <a:spAutoFit/>
            </a:bodyPr>
            <a:lstStyle/>
            <a:p>
              <a:pPr marL="0" marR="0" lvl="0" indent="0" defTabSz="914367" rtl="0" eaLnBrk="1" fontAlgn="auto" latinLnBrk="0" hangingPunct="1">
                <a:lnSpc>
                  <a:spcPct val="100000"/>
                </a:lnSpc>
                <a:spcBef>
                  <a:spcPts val="0"/>
                </a:spcBef>
                <a:spcAft>
                  <a:spcPts val="0"/>
                </a:spcAft>
                <a:buClrTx/>
                <a:buSzTx/>
                <a:buFontTx/>
                <a:buNone/>
                <a:tabLst/>
                <a:defRPr/>
              </a:pPr>
              <a:r>
                <a:rPr kumimoji="1" lang="en-US" altLang="ja-JP" sz="2000" b="1" i="0" u="none" strike="noStrike" kern="0" cap="none" spc="0" normalizeH="0" baseline="0" noProof="0">
                  <a:ln>
                    <a:noFill/>
                  </a:ln>
                  <a:solidFill>
                    <a:schemeClr val="bg1"/>
                  </a:solidFill>
                  <a:effectLst/>
                  <a:uLnTx/>
                  <a:uFillTx/>
                  <a:latin typeface="Yu Gothic UI" panose="020B0500000000000000" pitchFamily="50" charset="-128"/>
                  <a:ea typeface="Yu Gothic UI" panose="020B0500000000000000" pitchFamily="50" charset="-128"/>
                </a:rPr>
                <a:t>Deliver</a:t>
              </a:r>
              <a:endParaRPr kumimoji="1" lang="ja-JP" altLang="en-US" sz="2000" b="1" i="0" u="none" strike="noStrike" kern="0" cap="none" spc="0" normalizeH="0" baseline="0" noProof="0" err="1">
                <a:ln>
                  <a:noFill/>
                </a:ln>
                <a:solidFill>
                  <a:schemeClr val="bg1"/>
                </a:solidFill>
                <a:effectLst/>
                <a:uLnTx/>
                <a:uFillTx/>
                <a:latin typeface="Yu Gothic UI" panose="020B0500000000000000" pitchFamily="50" charset="-128"/>
                <a:ea typeface="Yu Gothic UI" panose="020B0500000000000000" pitchFamily="50" charset="-128"/>
              </a:endParaRPr>
            </a:p>
          </p:txBody>
        </p:sp>
        <p:sp>
          <p:nvSpPr>
            <p:cNvPr id="143" name="矢印: 山形 9">
              <a:extLst>
                <a:ext uri="{FF2B5EF4-FFF2-40B4-BE49-F238E27FC236}">
                  <a16:creationId xmlns:a16="http://schemas.microsoft.com/office/drawing/2014/main" id="{92F8B52D-A219-9BEB-E643-F7AAC0CAEDE1}"/>
                </a:ext>
              </a:extLst>
            </p:cNvPr>
            <p:cNvSpPr/>
            <p:nvPr/>
          </p:nvSpPr>
          <p:spPr bwMode="auto">
            <a:xfrm rot="6896997">
              <a:off x="2763520" y="3527992"/>
              <a:ext cx="314960" cy="330200"/>
            </a:xfrm>
            <a:prstGeom prst="chevron">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endParaRPr kumimoji="1" lang="ja-JP" altLang="en-US" sz="2000" b="0" i="0" u="none" strike="noStrike" kern="0" cap="none" spc="0" normalizeH="0" baseline="0" noProof="0" err="1">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p:txBody>
        </p:sp>
        <p:sp>
          <p:nvSpPr>
            <p:cNvPr id="144" name="矢印: 山形 10">
              <a:extLst>
                <a:ext uri="{FF2B5EF4-FFF2-40B4-BE49-F238E27FC236}">
                  <a16:creationId xmlns:a16="http://schemas.microsoft.com/office/drawing/2014/main" id="{61082456-ADC7-DA0C-E77B-6A0CD6FABCBA}"/>
                </a:ext>
              </a:extLst>
            </p:cNvPr>
            <p:cNvSpPr/>
            <p:nvPr/>
          </p:nvSpPr>
          <p:spPr bwMode="auto">
            <a:xfrm rot="18587429">
              <a:off x="6559865" y="2954260"/>
              <a:ext cx="314960" cy="330200"/>
            </a:xfrm>
            <a:prstGeom prst="chevron">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endParaRPr kumimoji="1" lang="ja-JP" altLang="en-US" sz="2000" b="0" i="0" u="none" strike="noStrike" kern="0" cap="none" spc="0" normalizeH="0" baseline="0" noProof="0" err="1">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p:txBody>
        </p:sp>
        <p:sp>
          <p:nvSpPr>
            <p:cNvPr id="145" name="矢印: 山形 11">
              <a:extLst>
                <a:ext uri="{FF2B5EF4-FFF2-40B4-BE49-F238E27FC236}">
                  <a16:creationId xmlns:a16="http://schemas.microsoft.com/office/drawing/2014/main" id="{09904573-00B7-B7BE-E524-387CF912EB55}"/>
                </a:ext>
              </a:extLst>
            </p:cNvPr>
            <p:cNvSpPr/>
            <p:nvPr/>
          </p:nvSpPr>
          <p:spPr bwMode="auto">
            <a:xfrm rot="4451769">
              <a:off x="9127893" y="3543927"/>
              <a:ext cx="314960" cy="330200"/>
            </a:xfrm>
            <a:prstGeom prst="chevron">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endParaRPr kumimoji="1" lang="ja-JP" altLang="en-US" sz="2000" b="0" i="0" u="none" strike="noStrike" kern="0" cap="none" spc="0" normalizeH="0" baseline="0" noProof="0" err="1">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p:txBody>
        </p:sp>
        <p:sp>
          <p:nvSpPr>
            <p:cNvPr id="146" name="矢印: 山形 12">
              <a:extLst>
                <a:ext uri="{FF2B5EF4-FFF2-40B4-BE49-F238E27FC236}">
                  <a16:creationId xmlns:a16="http://schemas.microsoft.com/office/drawing/2014/main" id="{1EEC72DD-F183-CA07-FE7D-309C6CC78BC1}"/>
                </a:ext>
              </a:extLst>
            </p:cNvPr>
            <p:cNvSpPr/>
            <p:nvPr/>
          </p:nvSpPr>
          <p:spPr bwMode="auto">
            <a:xfrm rot="3012571" flipH="1">
              <a:off x="5283200" y="2877750"/>
              <a:ext cx="314960" cy="330200"/>
            </a:xfrm>
            <a:prstGeom prst="chevron">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endParaRPr kumimoji="1" lang="ja-JP" altLang="en-US" sz="2000" b="0" i="0" u="none" strike="noStrike" kern="0" cap="none" spc="0" normalizeH="0" baseline="0" noProof="0" err="1">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p:txBody>
        </p:sp>
      </p:grpSp>
      <p:sp>
        <p:nvSpPr>
          <p:cNvPr id="147" name="TextBox 24">
            <a:extLst>
              <a:ext uri="{FF2B5EF4-FFF2-40B4-BE49-F238E27FC236}">
                <a16:creationId xmlns:a16="http://schemas.microsoft.com/office/drawing/2014/main" id="{3F6FD72A-DD1F-5D0C-488D-16F9BE2A3A27}"/>
              </a:ext>
            </a:extLst>
          </p:cNvPr>
          <p:cNvSpPr txBox="1"/>
          <p:nvPr/>
        </p:nvSpPr>
        <p:spPr>
          <a:xfrm>
            <a:off x="3719849" y="2206789"/>
            <a:ext cx="1210724" cy="276999"/>
          </a:xfrm>
          <a:prstGeom prst="rect">
            <a:avLst/>
          </a:prstGeom>
          <a:noFill/>
        </p:spPr>
        <p:txBody>
          <a:bodyPr wrap="square" rtlCol="0">
            <a:spAutoFit/>
          </a:bodyPr>
          <a:lstStyle/>
          <a:p>
            <a:pPr defTabSz="914367" rtl="0">
              <a:defRPr/>
            </a:pPr>
            <a:r>
              <a:rPr lang="en-US" altLang="ja-JP" sz="1200" b="1" dirty="0">
                <a:solidFill>
                  <a:schemeClr val="tx1">
                    <a:lumMod val="75000"/>
                    <a:lumOff val="25000"/>
                  </a:schemeClr>
                </a:solidFill>
                <a:latin typeface="Yu Gothic UI" panose="020B0500000000000000" pitchFamily="50" charset="-128"/>
                <a:ea typeface="Yu Gothic UI" panose="020B0500000000000000" pitchFamily="50" charset="-128"/>
              </a:rPr>
              <a:t>GitHub Issues</a:t>
            </a:r>
          </a:p>
        </p:txBody>
      </p:sp>
      <p:sp>
        <p:nvSpPr>
          <p:cNvPr id="149" name="TextBox 27">
            <a:extLst>
              <a:ext uri="{FF2B5EF4-FFF2-40B4-BE49-F238E27FC236}">
                <a16:creationId xmlns:a16="http://schemas.microsoft.com/office/drawing/2014/main" id="{9F5346A2-4207-7E03-06D4-5C5544B08156}"/>
              </a:ext>
            </a:extLst>
          </p:cNvPr>
          <p:cNvSpPr txBox="1"/>
          <p:nvPr/>
        </p:nvSpPr>
        <p:spPr>
          <a:xfrm>
            <a:off x="2550583" y="2555163"/>
            <a:ext cx="1210724" cy="461665"/>
          </a:xfrm>
          <a:prstGeom prst="rect">
            <a:avLst/>
          </a:prstGeom>
          <a:noFill/>
        </p:spPr>
        <p:txBody>
          <a:bodyPr wrap="square" rtlCol="0">
            <a:spAutoFit/>
          </a:bodyPr>
          <a:lstStyle/>
          <a:p>
            <a:pPr defTabSz="914367" rtl="0">
              <a:defRPr/>
            </a:pPr>
            <a: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t>GitHub Projects</a:t>
            </a:r>
          </a:p>
        </p:txBody>
      </p:sp>
      <p:sp>
        <p:nvSpPr>
          <p:cNvPr id="151" name="TextBox 30">
            <a:extLst>
              <a:ext uri="{FF2B5EF4-FFF2-40B4-BE49-F238E27FC236}">
                <a16:creationId xmlns:a16="http://schemas.microsoft.com/office/drawing/2014/main" id="{C3E4C91A-7898-736A-E582-735E0549B435}"/>
              </a:ext>
            </a:extLst>
          </p:cNvPr>
          <p:cNvSpPr txBox="1"/>
          <p:nvPr/>
        </p:nvSpPr>
        <p:spPr>
          <a:xfrm>
            <a:off x="1974944" y="3299770"/>
            <a:ext cx="1518926" cy="461665"/>
          </a:xfrm>
          <a:prstGeom prst="rect">
            <a:avLst/>
          </a:prstGeom>
          <a:noFill/>
        </p:spPr>
        <p:txBody>
          <a:bodyPr wrap="square" rtlCol="0">
            <a:spAutoFit/>
          </a:bodyPr>
          <a:lstStyle/>
          <a:p>
            <a:pPr defTabSz="914367" rtl="0">
              <a:defRPr/>
            </a:pPr>
            <a: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t>GitHub </a:t>
            </a:r>
            <a:r>
              <a:rPr lang="en-US" altLang="ja-JP" sz="1200" b="1" err="1">
                <a:solidFill>
                  <a:schemeClr val="tx1">
                    <a:lumMod val="75000"/>
                    <a:lumOff val="25000"/>
                  </a:schemeClr>
                </a:solidFill>
                <a:latin typeface="Yu Gothic UI" panose="020B0500000000000000" pitchFamily="50" charset="-128"/>
                <a:ea typeface="Yu Gothic UI" panose="020B0500000000000000" pitchFamily="50" charset="-128"/>
              </a:rPr>
              <a:t>Codespaces</a:t>
            </a:r>
            <a:endParaRPr lang="en-US" altLang="ja-JP" sz="1200" b="1">
              <a:solidFill>
                <a:schemeClr val="tx1">
                  <a:lumMod val="75000"/>
                  <a:lumOff val="25000"/>
                </a:schemeClr>
              </a:solidFill>
              <a:latin typeface="Yu Gothic UI" panose="020B0500000000000000" pitchFamily="50" charset="-128"/>
              <a:ea typeface="Yu Gothic UI" panose="020B0500000000000000" pitchFamily="50" charset="-128"/>
            </a:endParaRPr>
          </a:p>
        </p:txBody>
      </p:sp>
      <p:sp>
        <p:nvSpPr>
          <p:cNvPr id="153" name="TextBox 33">
            <a:extLst>
              <a:ext uri="{FF2B5EF4-FFF2-40B4-BE49-F238E27FC236}">
                <a16:creationId xmlns:a16="http://schemas.microsoft.com/office/drawing/2014/main" id="{01C05E86-490C-E5FB-C1CE-83A083F8AC71}"/>
              </a:ext>
            </a:extLst>
          </p:cNvPr>
          <p:cNvSpPr txBox="1"/>
          <p:nvPr/>
        </p:nvSpPr>
        <p:spPr>
          <a:xfrm>
            <a:off x="1844234" y="4412067"/>
            <a:ext cx="1518926" cy="461665"/>
          </a:xfrm>
          <a:prstGeom prst="rect">
            <a:avLst/>
          </a:prstGeom>
          <a:noFill/>
        </p:spPr>
        <p:txBody>
          <a:bodyPr wrap="square" rtlCol="0">
            <a:spAutoFit/>
          </a:bodyPr>
          <a:lstStyle/>
          <a:p>
            <a:pPr defTabSz="914367" rtl="0">
              <a:defRPr/>
            </a:pPr>
            <a: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t>GitHub</a:t>
            </a:r>
            <a:b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br>
            <a: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t>Repository</a:t>
            </a:r>
          </a:p>
        </p:txBody>
      </p:sp>
      <p:sp>
        <p:nvSpPr>
          <p:cNvPr id="154" name="TextBox 36">
            <a:extLst>
              <a:ext uri="{FF2B5EF4-FFF2-40B4-BE49-F238E27FC236}">
                <a16:creationId xmlns:a16="http://schemas.microsoft.com/office/drawing/2014/main" id="{DE419B73-6872-E22C-684B-D0C1A9C923E0}"/>
              </a:ext>
            </a:extLst>
          </p:cNvPr>
          <p:cNvSpPr txBox="1"/>
          <p:nvPr/>
        </p:nvSpPr>
        <p:spPr>
          <a:xfrm>
            <a:off x="2177213" y="5237316"/>
            <a:ext cx="1518926" cy="461665"/>
          </a:xfrm>
          <a:prstGeom prst="rect">
            <a:avLst/>
          </a:prstGeom>
          <a:noFill/>
        </p:spPr>
        <p:txBody>
          <a:bodyPr wrap="square" rtlCol="0">
            <a:spAutoFit/>
          </a:bodyPr>
          <a:lstStyle/>
          <a:p>
            <a:pPr defTabSz="914367" rtl="0">
              <a:defRPr/>
            </a:pPr>
            <a: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t>GitHub</a:t>
            </a:r>
            <a:b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br>
            <a: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t>Packages</a:t>
            </a:r>
          </a:p>
        </p:txBody>
      </p:sp>
      <p:sp>
        <p:nvSpPr>
          <p:cNvPr id="155" name="TextBox 39">
            <a:extLst>
              <a:ext uri="{FF2B5EF4-FFF2-40B4-BE49-F238E27FC236}">
                <a16:creationId xmlns:a16="http://schemas.microsoft.com/office/drawing/2014/main" id="{E7551B28-3CC5-4732-83E9-20704A2C99A2}"/>
              </a:ext>
            </a:extLst>
          </p:cNvPr>
          <p:cNvSpPr txBox="1"/>
          <p:nvPr/>
        </p:nvSpPr>
        <p:spPr>
          <a:xfrm>
            <a:off x="2852994" y="5985940"/>
            <a:ext cx="2027859" cy="461665"/>
          </a:xfrm>
          <a:prstGeom prst="rect">
            <a:avLst/>
          </a:prstGeom>
          <a:noFill/>
        </p:spPr>
        <p:txBody>
          <a:bodyPr wrap="square" rtlCol="0">
            <a:spAutoFit/>
          </a:bodyPr>
          <a:lstStyle/>
          <a:p>
            <a:pPr defTabSz="914367" rtl="0">
              <a:defRPr/>
            </a:pPr>
            <a: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t>GitHub</a:t>
            </a:r>
            <a:b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br>
            <a: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t>Secret Protection</a:t>
            </a:r>
          </a:p>
        </p:txBody>
      </p:sp>
      <p:sp>
        <p:nvSpPr>
          <p:cNvPr id="156" name="TextBox 42">
            <a:extLst>
              <a:ext uri="{FF2B5EF4-FFF2-40B4-BE49-F238E27FC236}">
                <a16:creationId xmlns:a16="http://schemas.microsoft.com/office/drawing/2014/main" id="{DAB1B1E4-4831-3674-FC82-B0AB3B13EFBC}"/>
              </a:ext>
            </a:extLst>
          </p:cNvPr>
          <p:cNvSpPr txBox="1"/>
          <p:nvPr/>
        </p:nvSpPr>
        <p:spPr>
          <a:xfrm>
            <a:off x="8818669" y="6099348"/>
            <a:ext cx="1518926" cy="461665"/>
          </a:xfrm>
          <a:prstGeom prst="rect">
            <a:avLst/>
          </a:prstGeom>
          <a:noFill/>
        </p:spPr>
        <p:txBody>
          <a:bodyPr wrap="square" rtlCol="0">
            <a:spAutoFit/>
          </a:bodyPr>
          <a:lstStyle/>
          <a:p>
            <a:pPr defTabSz="914367" rtl="0">
              <a:defRPr/>
            </a:pPr>
            <a: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t>GitHub</a:t>
            </a:r>
            <a:b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br>
            <a: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t>Insights</a:t>
            </a:r>
          </a:p>
        </p:txBody>
      </p:sp>
      <p:sp>
        <p:nvSpPr>
          <p:cNvPr id="157" name="TextBox 45">
            <a:extLst>
              <a:ext uri="{FF2B5EF4-FFF2-40B4-BE49-F238E27FC236}">
                <a16:creationId xmlns:a16="http://schemas.microsoft.com/office/drawing/2014/main" id="{8F5FF5F5-A2AD-9B16-C4D9-C12F57775585}"/>
              </a:ext>
            </a:extLst>
          </p:cNvPr>
          <p:cNvSpPr txBox="1"/>
          <p:nvPr/>
        </p:nvSpPr>
        <p:spPr>
          <a:xfrm>
            <a:off x="10032143" y="4550700"/>
            <a:ext cx="980755" cy="461665"/>
          </a:xfrm>
          <a:prstGeom prst="rect">
            <a:avLst/>
          </a:prstGeom>
          <a:noFill/>
        </p:spPr>
        <p:txBody>
          <a:bodyPr wrap="square" rtlCol="0">
            <a:spAutoFit/>
          </a:bodyPr>
          <a:lstStyle/>
          <a:p>
            <a:pPr defTabSz="914367" rtl="0">
              <a:defRPr/>
            </a:pPr>
            <a: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t>GitHub</a:t>
            </a:r>
            <a:b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br>
            <a: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t>Apps</a:t>
            </a:r>
          </a:p>
        </p:txBody>
      </p:sp>
      <p:sp>
        <p:nvSpPr>
          <p:cNvPr id="158" name="TextBox 48">
            <a:extLst>
              <a:ext uri="{FF2B5EF4-FFF2-40B4-BE49-F238E27FC236}">
                <a16:creationId xmlns:a16="http://schemas.microsoft.com/office/drawing/2014/main" id="{FBBA0AE6-149D-4691-762D-F45B0A63A050}"/>
              </a:ext>
            </a:extLst>
          </p:cNvPr>
          <p:cNvSpPr txBox="1"/>
          <p:nvPr/>
        </p:nvSpPr>
        <p:spPr>
          <a:xfrm>
            <a:off x="7884898" y="2084961"/>
            <a:ext cx="1210724" cy="461665"/>
          </a:xfrm>
          <a:prstGeom prst="rect">
            <a:avLst/>
          </a:prstGeom>
          <a:noFill/>
        </p:spPr>
        <p:txBody>
          <a:bodyPr wrap="square" rtlCol="0">
            <a:spAutoFit/>
          </a:bodyPr>
          <a:lstStyle/>
          <a:p>
            <a:pPr defTabSz="914367" rtl="0">
              <a:defRPr/>
            </a:pPr>
            <a: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t>GitHub Actions</a:t>
            </a:r>
          </a:p>
        </p:txBody>
      </p:sp>
      <p:sp>
        <p:nvSpPr>
          <p:cNvPr id="159" name="TextBox 51">
            <a:extLst>
              <a:ext uri="{FF2B5EF4-FFF2-40B4-BE49-F238E27FC236}">
                <a16:creationId xmlns:a16="http://schemas.microsoft.com/office/drawing/2014/main" id="{0CA8D17F-B385-2D83-A1FA-9135BFA13B09}"/>
              </a:ext>
            </a:extLst>
          </p:cNvPr>
          <p:cNvSpPr txBox="1"/>
          <p:nvPr/>
        </p:nvSpPr>
        <p:spPr>
          <a:xfrm>
            <a:off x="5971014" y="5369616"/>
            <a:ext cx="1518926" cy="646331"/>
          </a:xfrm>
          <a:prstGeom prst="rect">
            <a:avLst/>
          </a:prstGeom>
          <a:noFill/>
        </p:spPr>
        <p:txBody>
          <a:bodyPr wrap="square" rtlCol="0">
            <a:spAutoFit/>
          </a:bodyPr>
          <a:lstStyle/>
          <a:p>
            <a:pPr defTabSz="914367" rtl="0">
              <a:defRPr/>
            </a:pPr>
            <a: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t>GitHub</a:t>
            </a:r>
            <a:b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br>
            <a: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t>Code</a:t>
            </a:r>
            <a:b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br>
            <a: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t>Security</a:t>
            </a:r>
          </a:p>
        </p:txBody>
      </p:sp>
      <p:sp>
        <p:nvSpPr>
          <p:cNvPr id="160" name="TextBox 54">
            <a:extLst>
              <a:ext uri="{FF2B5EF4-FFF2-40B4-BE49-F238E27FC236}">
                <a16:creationId xmlns:a16="http://schemas.microsoft.com/office/drawing/2014/main" id="{B8E8F90D-BCA5-00B0-382D-AC1F22258DBF}"/>
              </a:ext>
            </a:extLst>
          </p:cNvPr>
          <p:cNvSpPr txBox="1"/>
          <p:nvPr/>
        </p:nvSpPr>
        <p:spPr>
          <a:xfrm>
            <a:off x="5829689" y="2740388"/>
            <a:ext cx="1210724" cy="276999"/>
          </a:xfrm>
          <a:prstGeom prst="rect">
            <a:avLst/>
          </a:prstGeom>
          <a:noFill/>
        </p:spPr>
        <p:txBody>
          <a:bodyPr wrap="square" rtlCol="0">
            <a:spAutoFit/>
          </a:bodyPr>
          <a:lstStyle/>
          <a:p>
            <a:pPr defTabSz="914367" rtl="0">
              <a:defRPr/>
            </a:pPr>
            <a:r>
              <a:rPr lang="en-US" altLang="ja-JP" sz="1200" b="1">
                <a:solidFill>
                  <a:schemeClr val="tx1">
                    <a:lumMod val="75000"/>
                    <a:lumOff val="25000"/>
                  </a:schemeClr>
                </a:solidFill>
                <a:latin typeface="Yu Gothic UI" panose="020B0500000000000000" pitchFamily="50" charset="-128"/>
                <a:ea typeface="Yu Gothic UI" panose="020B0500000000000000" pitchFamily="50" charset="-128"/>
              </a:rPr>
              <a:t>GitHub Mobile</a:t>
            </a:r>
          </a:p>
        </p:txBody>
      </p:sp>
      <p:sp>
        <p:nvSpPr>
          <p:cNvPr id="161" name="テキスト ボックス 160">
            <a:extLst>
              <a:ext uri="{FF2B5EF4-FFF2-40B4-BE49-F238E27FC236}">
                <a16:creationId xmlns:a16="http://schemas.microsoft.com/office/drawing/2014/main" id="{DBFCDEE0-6EA9-B426-95AA-4418E72665F5}"/>
              </a:ext>
            </a:extLst>
          </p:cNvPr>
          <p:cNvSpPr txBox="1"/>
          <p:nvPr/>
        </p:nvSpPr>
        <p:spPr>
          <a:xfrm>
            <a:off x="3375572" y="4086926"/>
            <a:ext cx="2027859" cy="369332"/>
          </a:xfrm>
          <a:prstGeom prst="rect">
            <a:avLst/>
          </a:prstGeom>
          <a:noFill/>
        </p:spPr>
        <p:txBody>
          <a:bodyPr wrap="square" lIns="0" tIns="0" rIns="0" bIns="0" rtlCol="0">
            <a:spAutoFit/>
          </a:bodyPr>
          <a:lstStyle/>
          <a:p>
            <a:pPr algn="ctr" defTabSz="914367" rtl="0">
              <a:defRPr/>
            </a:pPr>
            <a:r>
              <a:rPr kumimoji="1" lang="en-US" altLang="ja-JP" sz="1200">
                <a:solidFill>
                  <a:schemeClr val="tx1">
                    <a:lumMod val="75000"/>
                    <a:lumOff val="25000"/>
                  </a:schemeClr>
                </a:solidFill>
                <a:latin typeface="Yu Gothic UI" panose="020B0500000000000000" pitchFamily="50" charset="-128"/>
                <a:ea typeface="Yu Gothic UI" panose="020B0500000000000000" pitchFamily="50" charset="-128"/>
              </a:rPr>
              <a:t>Continuous </a:t>
            </a:r>
          </a:p>
          <a:p>
            <a:pPr algn="ctr" defTabSz="914367" rtl="0">
              <a:defRPr/>
            </a:pPr>
            <a:r>
              <a:rPr kumimoji="1" lang="en-US" altLang="ja-JP" sz="1200">
                <a:solidFill>
                  <a:schemeClr val="tx1">
                    <a:lumMod val="75000"/>
                    <a:lumOff val="25000"/>
                  </a:schemeClr>
                </a:solidFill>
                <a:latin typeface="Yu Gothic UI" panose="020B0500000000000000" pitchFamily="50" charset="-128"/>
                <a:ea typeface="Yu Gothic UI" panose="020B0500000000000000" pitchFamily="50" charset="-128"/>
              </a:rPr>
              <a:t>Integration/Delivery</a:t>
            </a:r>
            <a:endParaRPr kumimoji="1" lang="ja-JP" altLang="en-US" sz="1200" err="1">
              <a:solidFill>
                <a:schemeClr val="tx1">
                  <a:lumMod val="75000"/>
                  <a:lumOff val="25000"/>
                </a:schemeClr>
              </a:solidFill>
              <a:latin typeface="Yu Gothic UI" panose="020B0500000000000000" pitchFamily="50" charset="-128"/>
              <a:ea typeface="Yu Gothic UI" panose="020B0500000000000000" pitchFamily="50" charset="-128"/>
            </a:endParaRPr>
          </a:p>
        </p:txBody>
      </p:sp>
      <p:sp>
        <p:nvSpPr>
          <p:cNvPr id="162" name="テキスト ボックス 161">
            <a:extLst>
              <a:ext uri="{FF2B5EF4-FFF2-40B4-BE49-F238E27FC236}">
                <a16:creationId xmlns:a16="http://schemas.microsoft.com/office/drawing/2014/main" id="{2D665F78-A7F4-59B4-9F3F-097087E3DA66}"/>
              </a:ext>
            </a:extLst>
          </p:cNvPr>
          <p:cNvSpPr txBox="1"/>
          <p:nvPr/>
        </p:nvSpPr>
        <p:spPr>
          <a:xfrm>
            <a:off x="6810571" y="4138321"/>
            <a:ext cx="2027859" cy="369332"/>
          </a:xfrm>
          <a:prstGeom prst="rect">
            <a:avLst/>
          </a:prstGeom>
          <a:noFill/>
        </p:spPr>
        <p:txBody>
          <a:bodyPr wrap="square" lIns="0" tIns="0" rIns="0" bIns="0" rtlCol="0">
            <a:spAutoFit/>
          </a:bodyPr>
          <a:lstStyle/>
          <a:p>
            <a:pPr algn="ctr" defTabSz="914367" rtl="0">
              <a:defRPr/>
            </a:pPr>
            <a:r>
              <a:rPr kumimoji="1" lang="en-US" altLang="ja-JP" sz="1200">
                <a:solidFill>
                  <a:schemeClr val="tx1">
                    <a:lumMod val="75000"/>
                    <a:lumOff val="25000"/>
                  </a:schemeClr>
                </a:solidFill>
                <a:latin typeface="Yu Gothic UI" panose="020B0500000000000000" pitchFamily="50" charset="-128"/>
                <a:ea typeface="Yu Gothic UI" panose="020B0500000000000000" pitchFamily="50" charset="-128"/>
              </a:rPr>
              <a:t>Continuous </a:t>
            </a:r>
          </a:p>
          <a:p>
            <a:pPr algn="ctr" defTabSz="914367" rtl="0">
              <a:defRPr/>
            </a:pPr>
            <a:r>
              <a:rPr kumimoji="1" lang="en-US" altLang="ja-JP" sz="1200">
                <a:solidFill>
                  <a:schemeClr val="tx1">
                    <a:lumMod val="75000"/>
                    <a:lumOff val="25000"/>
                  </a:schemeClr>
                </a:solidFill>
                <a:latin typeface="Yu Gothic UI" panose="020B0500000000000000" pitchFamily="50" charset="-128"/>
                <a:ea typeface="Yu Gothic UI" panose="020B0500000000000000" pitchFamily="50" charset="-128"/>
              </a:rPr>
              <a:t>Feedback</a:t>
            </a:r>
          </a:p>
        </p:txBody>
      </p:sp>
      <p:pic>
        <p:nvPicPr>
          <p:cNvPr id="163" name="Picture 2" descr="Visual Studio Code and VS Code icons and names usage guidelines">
            <a:extLst>
              <a:ext uri="{FF2B5EF4-FFF2-40B4-BE49-F238E27FC236}">
                <a16:creationId xmlns:a16="http://schemas.microsoft.com/office/drawing/2014/main" id="{9CD1AB89-5A98-5402-BFD2-B939BD1866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0349" y="4692311"/>
            <a:ext cx="428794" cy="428794"/>
          </a:xfrm>
          <a:prstGeom prst="rect">
            <a:avLst/>
          </a:prstGeom>
          <a:noFill/>
          <a:extLst>
            <a:ext uri="{909E8E84-426E-40DD-AFC4-6F175D3DCCD1}">
              <a14:hiddenFill xmlns:a14="http://schemas.microsoft.com/office/drawing/2010/main">
                <a:solidFill>
                  <a:srgbClr val="FFFFFF"/>
                </a:solidFill>
              </a14:hiddenFill>
            </a:ext>
          </a:extLst>
        </p:spPr>
      </p:pic>
      <p:pic>
        <p:nvPicPr>
          <p:cNvPr id="164" name="Picture 4">
            <a:extLst>
              <a:ext uri="{FF2B5EF4-FFF2-40B4-BE49-F238E27FC236}">
                <a16:creationId xmlns:a16="http://schemas.microsoft.com/office/drawing/2014/main" id="{FBC7B580-F5A3-B143-5413-C6420CF107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4233" y="4712411"/>
            <a:ext cx="411480" cy="411480"/>
          </a:xfrm>
          <a:prstGeom prst="rect">
            <a:avLst/>
          </a:prstGeom>
          <a:noFill/>
          <a:extLst>
            <a:ext uri="{909E8E84-426E-40DD-AFC4-6F175D3DCCD1}">
              <a14:hiddenFill xmlns:a14="http://schemas.microsoft.com/office/drawing/2010/main">
                <a:solidFill>
                  <a:srgbClr val="FFFFFF"/>
                </a:solidFill>
              </a14:hiddenFill>
            </a:ext>
          </a:extLst>
        </p:spPr>
      </p:pic>
      <p:pic>
        <p:nvPicPr>
          <p:cNvPr id="165" name="Picture 10" descr="GitHub Copilot Chat - Visual Studio Marketplace">
            <a:extLst>
              <a:ext uri="{FF2B5EF4-FFF2-40B4-BE49-F238E27FC236}">
                <a16:creationId xmlns:a16="http://schemas.microsoft.com/office/drawing/2014/main" id="{30FB3CC0-E8C8-324F-F9DF-EDD8BEFECE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89131" y="4712411"/>
            <a:ext cx="388594" cy="388594"/>
          </a:xfrm>
          <a:prstGeom prst="rect">
            <a:avLst/>
          </a:prstGeom>
          <a:noFill/>
          <a:extLst>
            <a:ext uri="{909E8E84-426E-40DD-AFC4-6F175D3DCCD1}">
              <a14:hiddenFill xmlns:a14="http://schemas.microsoft.com/office/drawing/2010/main">
                <a:solidFill>
                  <a:srgbClr val="FFFFFF"/>
                </a:solidFill>
              </a14:hiddenFill>
            </a:ext>
          </a:extLst>
        </p:spPr>
      </p:pic>
      <p:pic>
        <p:nvPicPr>
          <p:cNvPr id="166" name="Picture 12" descr="Home · Azure/Microsoft-Defender-for-Cloud Wiki · GitHub">
            <a:extLst>
              <a:ext uri="{FF2B5EF4-FFF2-40B4-BE49-F238E27FC236}">
                <a16:creationId xmlns:a16="http://schemas.microsoft.com/office/drawing/2014/main" id="{9D4AFE2E-6CBF-302C-87A6-ACA49C8518D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67055" y="4665806"/>
            <a:ext cx="466097" cy="466097"/>
          </a:xfrm>
          <a:prstGeom prst="rect">
            <a:avLst/>
          </a:prstGeom>
          <a:noFill/>
          <a:extLst>
            <a:ext uri="{909E8E84-426E-40DD-AFC4-6F175D3DCCD1}">
              <a14:hiddenFill xmlns:a14="http://schemas.microsoft.com/office/drawing/2010/main">
                <a:solidFill>
                  <a:srgbClr val="FFFFFF"/>
                </a:solidFill>
              </a14:hiddenFill>
            </a:ext>
          </a:extLst>
        </p:spPr>
      </p:pic>
      <p:pic>
        <p:nvPicPr>
          <p:cNvPr id="167" name="Picture 14" descr="Microsoft Azure Logo, symbol, meaning, history, PNG, brand">
            <a:extLst>
              <a:ext uri="{FF2B5EF4-FFF2-40B4-BE49-F238E27FC236}">
                <a16:creationId xmlns:a16="http://schemas.microsoft.com/office/drawing/2014/main" id="{EA201326-8B79-1979-91F0-C28E1D64C22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57157" y="4672037"/>
            <a:ext cx="755528" cy="424985"/>
          </a:xfrm>
          <a:prstGeom prst="rect">
            <a:avLst/>
          </a:prstGeom>
          <a:noFill/>
          <a:extLst>
            <a:ext uri="{909E8E84-426E-40DD-AFC4-6F175D3DCCD1}">
              <a14:hiddenFill xmlns:a14="http://schemas.microsoft.com/office/drawing/2010/main">
                <a:solidFill>
                  <a:srgbClr val="FFFFFF"/>
                </a:solidFill>
              </a14:hiddenFill>
            </a:ext>
          </a:extLst>
        </p:spPr>
      </p:pic>
      <p:sp>
        <p:nvSpPr>
          <p:cNvPr id="168" name="矢印: 山形 34">
            <a:extLst>
              <a:ext uri="{FF2B5EF4-FFF2-40B4-BE49-F238E27FC236}">
                <a16:creationId xmlns:a16="http://schemas.microsoft.com/office/drawing/2014/main" id="{016B9440-82D6-8F66-FF3D-908DD153F2C9}"/>
              </a:ext>
            </a:extLst>
          </p:cNvPr>
          <p:cNvSpPr/>
          <p:nvPr/>
        </p:nvSpPr>
        <p:spPr bwMode="auto">
          <a:xfrm rot="18587429">
            <a:off x="5470876" y="4882568"/>
            <a:ext cx="314960" cy="330200"/>
          </a:xfrm>
          <a:prstGeom prst="chevron">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endParaRPr kumimoji="1" lang="ja-JP" altLang="en-US" sz="2000" b="0" i="0" u="none" strike="noStrike" kern="0" cap="none" spc="0" normalizeH="0" baseline="0" noProof="0" err="1">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p:txBody>
      </p:sp>
      <p:sp>
        <p:nvSpPr>
          <p:cNvPr id="169" name="矢印: 山形 35">
            <a:extLst>
              <a:ext uri="{FF2B5EF4-FFF2-40B4-BE49-F238E27FC236}">
                <a16:creationId xmlns:a16="http://schemas.microsoft.com/office/drawing/2014/main" id="{6CEC47E5-5E53-1825-9B81-8A210D0C5D33}"/>
              </a:ext>
            </a:extLst>
          </p:cNvPr>
          <p:cNvSpPr/>
          <p:nvPr/>
        </p:nvSpPr>
        <p:spPr bwMode="auto">
          <a:xfrm rot="3012571" flipH="1">
            <a:off x="6443186" y="4882569"/>
            <a:ext cx="314960" cy="330200"/>
          </a:xfrm>
          <a:prstGeom prst="chevron">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endParaRPr kumimoji="1" lang="ja-JP" altLang="en-US" sz="2000" b="0" i="0" u="none" strike="noStrike" kern="0" cap="none" spc="0" normalizeH="0" baseline="0" noProof="0" err="1">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p:txBody>
      </p:sp>
      <p:pic>
        <p:nvPicPr>
          <p:cNvPr id="170" name="Picture 10" descr="GitHub Copilot Chat - Visual Studio Marketplace">
            <a:extLst>
              <a:ext uri="{FF2B5EF4-FFF2-40B4-BE49-F238E27FC236}">
                <a16:creationId xmlns:a16="http://schemas.microsoft.com/office/drawing/2014/main" id="{D22107AA-A007-97C7-6F63-5A66BF95BF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11657" y="4701809"/>
            <a:ext cx="388594" cy="388594"/>
          </a:xfrm>
          <a:prstGeom prst="rect">
            <a:avLst/>
          </a:prstGeom>
          <a:noFill/>
          <a:extLst>
            <a:ext uri="{909E8E84-426E-40DD-AFC4-6F175D3DCCD1}">
              <a14:hiddenFill xmlns:a14="http://schemas.microsoft.com/office/drawing/2010/main">
                <a:solidFill>
                  <a:srgbClr val="FFFFFF"/>
                </a:solidFill>
              </a14:hiddenFill>
            </a:ext>
          </a:extLst>
        </p:spPr>
      </p:pic>
      <p:sp>
        <p:nvSpPr>
          <p:cNvPr id="171" name="矢印: 山形 48">
            <a:extLst>
              <a:ext uri="{FF2B5EF4-FFF2-40B4-BE49-F238E27FC236}">
                <a16:creationId xmlns:a16="http://schemas.microsoft.com/office/drawing/2014/main" id="{7F9CFB7C-69B8-74AF-4BFD-83356705EEB0}"/>
              </a:ext>
            </a:extLst>
          </p:cNvPr>
          <p:cNvSpPr/>
          <p:nvPr/>
        </p:nvSpPr>
        <p:spPr bwMode="auto">
          <a:xfrm rot="18587429">
            <a:off x="6437650" y="3592170"/>
            <a:ext cx="314960" cy="330200"/>
          </a:xfrm>
          <a:prstGeom prst="chevron">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endParaRPr kumimoji="1" lang="ja-JP" altLang="en-US" sz="2000" b="0" i="0" u="none" strike="noStrike" kern="0" cap="none" spc="0" normalizeH="0" baseline="0" noProof="0" err="1">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p:txBody>
      </p:sp>
      <p:sp>
        <p:nvSpPr>
          <p:cNvPr id="172" name="矢印: 山形 49">
            <a:extLst>
              <a:ext uri="{FF2B5EF4-FFF2-40B4-BE49-F238E27FC236}">
                <a16:creationId xmlns:a16="http://schemas.microsoft.com/office/drawing/2014/main" id="{403CECD5-3058-0E72-38F7-17ABF91B0B6A}"/>
              </a:ext>
            </a:extLst>
          </p:cNvPr>
          <p:cNvSpPr/>
          <p:nvPr/>
        </p:nvSpPr>
        <p:spPr bwMode="auto">
          <a:xfrm rot="3012571" flipH="1">
            <a:off x="5431682" y="3638029"/>
            <a:ext cx="314960" cy="330200"/>
          </a:xfrm>
          <a:prstGeom prst="chevron">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endParaRPr kumimoji="1" lang="ja-JP" altLang="en-US" sz="2000" b="0" i="0" u="none" strike="noStrike" kern="0" cap="none" spc="0" normalizeH="0" baseline="0" noProof="0" err="1">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p:txBody>
      </p:sp>
      <p:sp>
        <p:nvSpPr>
          <p:cNvPr id="187" name="Google Shape;1673;p69">
            <a:extLst>
              <a:ext uri="{FF2B5EF4-FFF2-40B4-BE49-F238E27FC236}">
                <a16:creationId xmlns:a16="http://schemas.microsoft.com/office/drawing/2014/main" id="{696F36CB-AFAE-3FD3-1E08-4B511C0ED88F}"/>
              </a:ext>
              <a:ext uri="{C183D7F6-B498-43B3-948B-1728B52AA6E4}">
                <adec:decorative xmlns:adec="http://schemas.microsoft.com/office/drawing/2017/decorative" val="1"/>
              </a:ext>
            </a:extLst>
          </p:cNvPr>
          <p:cNvSpPr>
            <a:spLocks noChangeAspect="1"/>
          </p:cNvSpPr>
          <p:nvPr/>
        </p:nvSpPr>
        <p:spPr>
          <a:xfrm>
            <a:off x="3271243" y="2137820"/>
            <a:ext cx="420625" cy="414935"/>
          </a:xfrm>
          <a:custGeom>
            <a:avLst/>
            <a:gdLst/>
            <a:ahLst/>
            <a:cxnLst/>
            <a:rect l="l" t="t" r="r" b="b"/>
            <a:pathLst>
              <a:path w="212020" h="209153" extrusionOk="0">
                <a:moveTo>
                  <a:pt x="106010" y="0"/>
                </a:moveTo>
                <a:cubicBezTo>
                  <a:pt x="47387" y="0"/>
                  <a:pt x="0" y="47733"/>
                  <a:pt x="0" y="106781"/>
                </a:cubicBezTo>
                <a:cubicBezTo>
                  <a:pt x="0" y="154009"/>
                  <a:pt x="30361" y="193958"/>
                  <a:pt x="72488" y="208090"/>
                </a:cubicBezTo>
                <a:cubicBezTo>
                  <a:pt x="77748" y="209152"/>
                  <a:pt x="79687" y="205805"/>
                  <a:pt x="79687" y="202963"/>
                </a:cubicBezTo>
                <a:cubicBezTo>
                  <a:pt x="79687" y="200493"/>
                  <a:pt x="79501" y="192019"/>
                  <a:pt x="79501" y="183174"/>
                </a:cubicBezTo>
                <a:cubicBezTo>
                  <a:pt x="50017" y="189549"/>
                  <a:pt x="43881" y="170451"/>
                  <a:pt x="43881" y="170451"/>
                </a:cubicBezTo>
                <a:cubicBezTo>
                  <a:pt x="39126" y="158073"/>
                  <a:pt x="32114" y="154885"/>
                  <a:pt x="32114" y="154885"/>
                </a:cubicBezTo>
                <a:cubicBezTo>
                  <a:pt x="22472" y="148351"/>
                  <a:pt x="32831" y="148351"/>
                  <a:pt x="32831" y="148351"/>
                </a:cubicBezTo>
                <a:cubicBezTo>
                  <a:pt x="43535" y="149042"/>
                  <a:pt x="49140" y="159295"/>
                  <a:pt x="49140" y="159295"/>
                </a:cubicBezTo>
                <a:cubicBezTo>
                  <a:pt x="58623" y="175577"/>
                  <a:pt x="73896" y="170982"/>
                  <a:pt x="80032" y="168140"/>
                </a:cubicBezTo>
                <a:cubicBezTo>
                  <a:pt x="80908" y="161234"/>
                  <a:pt x="83724" y="156479"/>
                  <a:pt x="86699" y="153823"/>
                </a:cubicBezTo>
                <a:cubicBezTo>
                  <a:pt x="63191" y="151353"/>
                  <a:pt x="38436" y="142162"/>
                  <a:pt x="38436" y="101123"/>
                </a:cubicBezTo>
                <a:cubicBezTo>
                  <a:pt x="38436" y="89462"/>
                  <a:pt x="42659" y="79926"/>
                  <a:pt x="49326" y="72489"/>
                </a:cubicBezTo>
                <a:cubicBezTo>
                  <a:pt x="48264" y="69833"/>
                  <a:pt x="44571" y="58863"/>
                  <a:pt x="50362" y="44200"/>
                </a:cubicBezTo>
                <a:cubicBezTo>
                  <a:pt x="50362" y="44200"/>
                  <a:pt x="59313" y="41358"/>
                  <a:pt x="79501" y="55170"/>
                </a:cubicBezTo>
                <a:cubicBezTo>
                  <a:pt x="87921" y="52859"/>
                  <a:pt x="97058" y="51611"/>
                  <a:pt x="106010" y="51611"/>
                </a:cubicBezTo>
                <a:cubicBezTo>
                  <a:pt x="114961" y="51611"/>
                  <a:pt x="124072" y="52859"/>
                  <a:pt x="132519" y="55170"/>
                </a:cubicBezTo>
                <a:cubicBezTo>
                  <a:pt x="152680" y="41358"/>
                  <a:pt x="161631" y="44200"/>
                  <a:pt x="161631" y="44200"/>
                </a:cubicBezTo>
                <a:cubicBezTo>
                  <a:pt x="167422" y="58863"/>
                  <a:pt x="163756" y="69833"/>
                  <a:pt x="162693" y="72489"/>
                </a:cubicBezTo>
                <a:cubicBezTo>
                  <a:pt x="169547" y="79926"/>
                  <a:pt x="173584" y="89462"/>
                  <a:pt x="173584" y="101123"/>
                </a:cubicBezTo>
                <a:cubicBezTo>
                  <a:pt x="173584" y="142162"/>
                  <a:pt x="148828" y="151167"/>
                  <a:pt x="125135" y="153823"/>
                </a:cubicBezTo>
                <a:cubicBezTo>
                  <a:pt x="128986" y="157170"/>
                  <a:pt x="132333" y="163545"/>
                  <a:pt x="132333" y="173612"/>
                </a:cubicBezTo>
                <a:cubicBezTo>
                  <a:pt x="132333" y="187955"/>
                  <a:pt x="132147" y="199430"/>
                  <a:pt x="132147" y="202963"/>
                </a:cubicBezTo>
                <a:cubicBezTo>
                  <a:pt x="132147" y="205805"/>
                  <a:pt x="134086" y="209152"/>
                  <a:pt x="139345" y="208090"/>
                </a:cubicBezTo>
                <a:cubicBezTo>
                  <a:pt x="181473" y="193958"/>
                  <a:pt x="211834" y="154009"/>
                  <a:pt x="211834" y="106781"/>
                </a:cubicBezTo>
                <a:cubicBezTo>
                  <a:pt x="212019" y="47733"/>
                  <a:pt x="164447" y="0"/>
                  <a:pt x="106010" y="0"/>
                </a:cubicBezTo>
                <a:close/>
              </a:path>
            </a:pathLst>
          </a:custGeom>
          <a:solidFill>
            <a:schemeClr val="tx1"/>
          </a:solidFill>
          <a:ln>
            <a:noFill/>
          </a:ln>
          <a:effectLst/>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E"/>
              </a:solidFill>
              <a:effectLst/>
              <a:uLnTx/>
              <a:uFillTx/>
              <a:latin typeface="Yu Gothic UI" panose="020B0500000000000000" pitchFamily="34" charset="-128"/>
              <a:ea typeface="Yu Gothic UI" panose="020B0500000000000000" pitchFamily="34" charset="-128"/>
            </a:endParaRPr>
          </a:p>
        </p:txBody>
      </p:sp>
      <p:sp>
        <p:nvSpPr>
          <p:cNvPr id="189" name="Google Shape;1673;p69">
            <a:extLst>
              <a:ext uri="{FF2B5EF4-FFF2-40B4-BE49-F238E27FC236}">
                <a16:creationId xmlns:a16="http://schemas.microsoft.com/office/drawing/2014/main" id="{07D34990-F0F4-5A20-7647-197EA3A24189}"/>
              </a:ext>
              <a:ext uri="{C183D7F6-B498-43B3-948B-1728B52AA6E4}">
                <adec:decorative xmlns:adec="http://schemas.microsoft.com/office/drawing/2017/decorative" val="1"/>
              </a:ext>
            </a:extLst>
          </p:cNvPr>
          <p:cNvSpPr>
            <a:spLocks noChangeAspect="1"/>
          </p:cNvSpPr>
          <p:nvPr/>
        </p:nvSpPr>
        <p:spPr>
          <a:xfrm>
            <a:off x="5394949" y="2675490"/>
            <a:ext cx="420625" cy="414935"/>
          </a:xfrm>
          <a:custGeom>
            <a:avLst/>
            <a:gdLst/>
            <a:ahLst/>
            <a:cxnLst/>
            <a:rect l="l" t="t" r="r" b="b"/>
            <a:pathLst>
              <a:path w="212020" h="209153" extrusionOk="0">
                <a:moveTo>
                  <a:pt x="106010" y="0"/>
                </a:moveTo>
                <a:cubicBezTo>
                  <a:pt x="47387" y="0"/>
                  <a:pt x="0" y="47733"/>
                  <a:pt x="0" y="106781"/>
                </a:cubicBezTo>
                <a:cubicBezTo>
                  <a:pt x="0" y="154009"/>
                  <a:pt x="30361" y="193958"/>
                  <a:pt x="72488" y="208090"/>
                </a:cubicBezTo>
                <a:cubicBezTo>
                  <a:pt x="77748" y="209152"/>
                  <a:pt x="79687" y="205805"/>
                  <a:pt x="79687" y="202963"/>
                </a:cubicBezTo>
                <a:cubicBezTo>
                  <a:pt x="79687" y="200493"/>
                  <a:pt x="79501" y="192019"/>
                  <a:pt x="79501" y="183174"/>
                </a:cubicBezTo>
                <a:cubicBezTo>
                  <a:pt x="50017" y="189549"/>
                  <a:pt x="43881" y="170451"/>
                  <a:pt x="43881" y="170451"/>
                </a:cubicBezTo>
                <a:cubicBezTo>
                  <a:pt x="39126" y="158073"/>
                  <a:pt x="32114" y="154885"/>
                  <a:pt x="32114" y="154885"/>
                </a:cubicBezTo>
                <a:cubicBezTo>
                  <a:pt x="22472" y="148351"/>
                  <a:pt x="32831" y="148351"/>
                  <a:pt x="32831" y="148351"/>
                </a:cubicBezTo>
                <a:cubicBezTo>
                  <a:pt x="43535" y="149042"/>
                  <a:pt x="49140" y="159295"/>
                  <a:pt x="49140" y="159295"/>
                </a:cubicBezTo>
                <a:cubicBezTo>
                  <a:pt x="58623" y="175577"/>
                  <a:pt x="73896" y="170982"/>
                  <a:pt x="80032" y="168140"/>
                </a:cubicBezTo>
                <a:cubicBezTo>
                  <a:pt x="80908" y="161234"/>
                  <a:pt x="83724" y="156479"/>
                  <a:pt x="86699" y="153823"/>
                </a:cubicBezTo>
                <a:cubicBezTo>
                  <a:pt x="63191" y="151353"/>
                  <a:pt x="38436" y="142162"/>
                  <a:pt x="38436" y="101123"/>
                </a:cubicBezTo>
                <a:cubicBezTo>
                  <a:pt x="38436" y="89462"/>
                  <a:pt x="42659" y="79926"/>
                  <a:pt x="49326" y="72489"/>
                </a:cubicBezTo>
                <a:cubicBezTo>
                  <a:pt x="48264" y="69833"/>
                  <a:pt x="44571" y="58863"/>
                  <a:pt x="50362" y="44200"/>
                </a:cubicBezTo>
                <a:cubicBezTo>
                  <a:pt x="50362" y="44200"/>
                  <a:pt x="59313" y="41358"/>
                  <a:pt x="79501" y="55170"/>
                </a:cubicBezTo>
                <a:cubicBezTo>
                  <a:pt x="87921" y="52859"/>
                  <a:pt x="97058" y="51611"/>
                  <a:pt x="106010" y="51611"/>
                </a:cubicBezTo>
                <a:cubicBezTo>
                  <a:pt x="114961" y="51611"/>
                  <a:pt x="124072" y="52859"/>
                  <a:pt x="132519" y="55170"/>
                </a:cubicBezTo>
                <a:cubicBezTo>
                  <a:pt x="152680" y="41358"/>
                  <a:pt x="161631" y="44200"/>
                  <a:pt x="161631" y="44200"/>
                </a:cubicBezTo>
                <a:cubicBezTo>
                  <a:pt x="167422" y="58863"/>
                  <a:pt x="163756" y="69833"/>
                  <a:pt x="162693" y="72489"/>
                </a:cubicBezTo>
                <a:cubicBezTo>
                  <a:pt x="169547" y="79926"/>
                  <a:pt x="173584" y="89462"/>
                  <a:pt x="173584" y="101123"/>
                </a:cubicBezTo>
                <a:cubicBezTo>
                  <a:pt x="173584" y="142162"/>
                  <a:pt x="148828" y="151167"/>
                  <a:pt x="125135" y="153823"/>
                </a:cubicBezTo>
                <a:cubicBezTo>
                  <a:pt x="128986" y="157170"/>
                  <a:pt x="132333" y="163545"/>
                  <a:pt x="132333" y="173612"/>
                </a:cubicBezTo>
                <a:cubicBezTo>
                  <a:pt x="132333" y="187955"/>
                  <a:pt x="132147" y="199430"/>
                  <a:pt x="132147" y="202963"/>
                </a:cubicBezTo>
                <a:cubicBezTo>
                  <a:pt x="132147" y="205805"/>
                  <a:pt x="134086" y="209152"/>
                  <a:pt x="139345" y="208090"/>
                </a:cubicBezTo>
                <a:cubicBezTo>
                  <a:pt x="181473" y="193958"/>
                  <a:pt x="211834" y="154009"/>
                  <a:pt x="211834" y="106781"/>
                </a:cubicBezTo>
                <a:cubicBezTo>
                  <a:pt x="212019" y="47733"/>
                  <a:pt x="164447" y="0"/>
                  <a:pt x="106010" y="0"/>
                </a:cubicBezTo>
                <a:close/>
              </a:path>
            </a:pathLst>
          </a:custGeom>
          <a:solidFill>
            <a:schemeClr val="tx1"/>
          </a:solidFill>
          <a:ln>
            <a:noFill/>
          </a:ln>
          <a:effectLst/>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E"/>
              </a:solidFill>
              <a:effectLst/>
              <a:uLnTx/>
              <a:uFillTx/>
              <a:latin typeface="Yu Gothic UI" panose="020B0500000000000000" pitchFamily="34" charset="-128"/>
              <a:ea typeface="Yu Gothic UI" panose="020B0500000000000000" pitchFamily="34" charset="-128"/>
            </a:endParaRPr>
          </a:p>
        </p:txBody>
      </p:sp>
      <p:sp>
        <p:nvSpPr>
          <p:cNvPr id="190" name="Google Shape;1673;p69">
            <a:extLst>
              <a:ext uri="{FF2B5EF4-FFF2-40B4-BE49-F238E27FC236}">
                <a16:creationId xmlns:a16="http://schemas.microsoft.com/office/drawing/2014/main" id="{D22AEF49-79A3-0188-E204-43F9AAD7E826}"/>
              </a:ext>
              <a:ext uri="{C183D7F6-B498-43B3-948B-1728B52AA6E4}">
                <adec:decorative xmlns:adec="http://schemas.microsoft.com/office/drawing/2017/decorative" val="1"/>
              </a:ext>
            </a:extLst>
          </p:cNvPr>
          <p:cNvSpPr>
            <a:spLocks noChangeAspect="1"/>
          </p:cNvSpPr>
          <p:nvPr/>
        </p:nvSpPr>
        <p:spPr>
          <a:xfrm>
            <a:off x="7445982" y="2087755"/>
            <a:ext cx="420625" cy="414935"/>
          </a:xfrm>
          <a:custGeom>
            <a:avLst/>
            <a:gdLst/>
            <a:ahLst/>
            <a:cxnLst/>
            <a:rect l="l" t="t" r="r" b="b"/>
            <a:pathLst>
              <a:path w="212020" h="209153" extrusionOk="0">
                <a:moveTo>
                  <a:pt x="106010" y="0"/>
                </a:moveTo>
                <a:cubicBezTo>
                  <a:pt x="47387" y="0"/>
                  <a:pt x="0" y="47733"/>
                  <a:pt x="0" y="106781"/>
                </a:cubicBezTo>
                <a:cubicBezTo>
                  <a:pt x="0" y="154009"/>
                  <a:pt x="30361" y="193958"/>
                  <a:pt x="72488" y="208090"/>
                </a:cubicBezTo>
                <a:cubicBezTo>
                  <a:pt x="77748" y="209152"/>
                  <a:pt x="79687" y="205805"/>
                  <a:pt x="79687" y="202963"/>
                </a:cubicBezTo>
                <a:cubicBezTo>
                  <a:pt x="79687" y="200493"/>
                  <a:pt x="79501" y="192019"/>
                  <a:pt x="79501" y="183174"/>
                </a:cubicBezTo>
                <a:cubicBezTo>
                  <a:pt x="50017" y="189549"/>
                  <a:pt x="43881" y="170451"/>
                  <a:pt x="43881" y="170451"/>
                </a:cubicBezTo>
                <a:cubicBezTo>
                  <a:pt x="39126" y="158073"/>
                  <a:pt x="32114" y="154885"/>
                  <a:pt x="32114" y="154885"/>
                </a:cubicBezTo>
                <a:cubicBezTo>
                  <a:pt x="22472" y="148351"/>
                  <a:pt x="32831" y="148351"/>
                  <a:pt x="32831" y="148351"/>
                </a:cubicBezTo>
                <a:cubicBezTo>
                  <a:pt x="43535" y="149042"/>
                  <a:pt x="49140" y="159295"/>
                  <a:pt x="49140" y="159295"/>
                </a:cubicBezTo>
                <a:cubicBezTo>
                  <a:pt x="58623" y="175577"/>
                  <a:pt x="73896" y="170982"/>
                  <a:pt x="80032" y="168140"/>
                </a:cubicBezTo>
                <a:cubicBezTo>
                  <a:pt x="80908" y="161234"/>
                  <a:pt x="83724" y="156479"/>
                  <a:pt x="86699" y="153823"/>
                </a:cubicBezTo>
                <a:cubicBezTo>
                  <a:pt x="63191" y="151353"/>
                  <a:pt x="38436" y="142162"/>
                  <a:pt x="38436" y="101123"/>
                </a:cubicBezTo>
                <a:cubicBezTo>
                  <a:pt x="38436" y="89462"/>
                  <a:pt x="42659" y="79926"/>
                  <a:pt x="49326" y="72489"/>
                </a:cubicBezTo>
                <a:cubicBezTo>
                  <a:pt x="48264" y="69833"/>
                  <a:pt x="44571" y="58863"/>
                  <a:pt x="50362" y="44200"/>
                </a:cubicBezTo>
                <a:cubicBezTo>
                  <a:pt x="50362" y="44200"/>
                  <a:pt x="59313" y="41358"/>
                  <a:pt x="79501" y="55170"/>
                </a:cubicBezTo>
                <a:cubicBezTo>
                  <a:pt x="87921" y="52859"/>
                  <a:pt x="97058" y="51611"/>
                  <a:pt x="106010" y="51611"/>
                </a:cubicBezTo>
                <a:cubicBezTo>
                  <a:pt x="114961" y="51611"/>
                  <a:pt x="124072" y="52859"/>
                  <a:pt x="132519" y="55170"/>
                </a:cubicBezTo>
                <a:cubicBezTo>
                  <a:pt x="152680" y="41358"/>
                  <a:pt x="161631" y="44200"/>
                  <a:pt x="161631" y="44200"/>
                </a:cubicBezTo>
                <a:cubicBezTo>
                  <a:pt x="167422" y="58863"/>
                  <a:pt x="163756" y="69833"/>
                  <a:pt x="162693" y="72489"/>
                </a:cubicBezTo>
                <a:cubicBezTo>
                  <a:pt x="169547" y="79926"/>
                  <a:pt x="173584" y="89462"/>
                  <a:pt x="173584" y="101123"/>
                </a:cubicBezTo>
                <a:cubicBezTo>
                  <a:pt x="173584" y="142162"/>
                  <a:pt x="148828" y="151167"/>
                  <a:pt x="125135" y="153823"/>
                </a:cubicBezTo>
                <a:cubicBezTo>
                  <a:pt x="128986" y="157170"/>
                  <a:pt x="132333" y="163545"/>
                  <a:pt x="132333" y="173612"/>
                </a:cubicBezTo>
                <a:cubicBezTo>
                  <a:pt x="132333" y="187955"/>
                  <a:pt x="132147" y="199430"/>
                  <a:pt x="132147" y="202963"/>
                </a:cubicBezTo>
                <a:cubicBezTo>
                  <a:pt x="132147" y="205805"/>
                  <a:pt x="134086" y="209152"/>
                  <a:pt x="139345" y="208090"/>
                </a:cubicBezTo>
                <a:cubicBezTo>
                  <a:pt x="181473" y="193958"/>
                  <a:pt x="211834" y="154009"/>
                  <a:pt x="211834" y="106781"/>
                </a:cubicBezTo>
                <a:cubicBezTo>
                  <a:pt x="212019" y="47733"/>
                  <a:pt x="164447" y="0"/>
                  <a:pt x="106010" y="0"/>
                </a:cubicBezTo>
                <a:close/>
              </a:path>
            </a:pathLst>
          </a:custGeom>
          <a:solidFill>
            <a:schemeClr val="tx1"/>
          </a:solidFill>
          <a:ln>
            <a:noFill/>
          </a:ln>
          <a:effectLst/>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E"/>
              </a:solidFill>
              <a:effectLst/>
              <a:uLnTx/>
              <a:uFillTx/>
              <a:latin typeface="Yu Gothic UI" panose="020B0500000000000000" pitchFamily="34" charset="-128"/>
              <a:ea typeface="Yu Gothic UI" panose="020B0500000000000000" pitchFamily="34" charset="-128"/>
            </a:endParaRPr>
          </a:p>
        </p:txBody>
      </p:sp>
      <p:sp>
        <p:nvSpPr>
          <p:cNvPr id="191" name="Google Shape;1673;p69">
            <a:extLst>
              <a:ext uri="{FF2B5EF4-FFF2-40B4-BE49-F238E27FC236}">
                <a16:creationId xmlns:a16="http://schemas.microsoft.com/office/drawing/2014/main" id="{C5B9E10A-C91C-A1BA-A763-E1236994317E}"/>
              </a:ext>
              <a:ext uri="{C183D7F6-B498-43B3-948B-1728B52AA6E4}">
                <adec:decorative xmlns:adec="http://schemas.microsoft.com/office/drawing/2017/decorative" val="1"/>
              </a:ext>
            </a:extLst>
          </p:cNvPr>
          <p:cNvSpPr>
            <a:spLocks noChangeAspect="1"/>
          </p:cNvSpPr>
          <p:nvPr/>
        </p:nvSpPr>
        <p:spPr>
          <a:xfrm>
            <a:off x="9611518" y="4553168"/>
            <a:ext cx="420625" cy="414935"/>
          </a:xfrm>
          <a:custGeom>
            <a:avLst/>
            <a:gdLst/>
            <a:ahLst/>
            <a:cxnLst/>
            <a:rect l="l" t="t" r="r" b="b"/>
            <a:pathLst>
              <a:path w="212020" h="209153" extrusionOk="0">
                <a:moveTo>
                  <a:pt x="106010" y="0"/>
                </a:moveTo>
                <a:cubicBezTo>
                  <a:pt x="47387" y="0"/>
                  <a:pt x="0" y="47733"/>
                  <a:pt x="0" y="106781"/>
                </a:cubicBezTo>
                <a:cubicBezTo>
                  <a:pt x="0" y="154009"/>
                  <a:pt x="30361" y="193958"/>
                  <a:pt x="72488" y="208090"/>
                </a:cubicBezTo>
                <a:cubicBezTo>
                  <a:pt x="77748" y="209152"/>
                  <a:pt x="79687" y="205805"/>
                  <a:pt x="79687" y="202963"/>
                </a:cubicBezTo>
                <a:cubicBezTo>
                  <a:pt x="79687" y="200493"/>
                  <a:pt x="79501" y="192019"/>
                  <a:pt x="79501" y="183174"/>
                </a:cubicBezTo>
                <a:cubicBezTo>
                  <a:pt x="50017" y="189549"/>
                  <a:pt x="43881" y="170451"/>
                  <a:pt x="43881" y="170451"/>
                </a:cubicBezTo>
                <a:cubicBezTo>
                  <a:pt x="39126" y="158073"/>
                  <a:pt x="32114" y="154885"/>
                  <a:pt x="32114" y="154885"/>
                </a:cubicBezTo>
                <a:cubicBezTo>
                  <a:pt x="22472" y="148351"/>
                  <a:pt x="32831" y="148351"/>
                  <a:pt x="32831" y="148351"/>
                </a:cubicBezTo>
                <a:cubicBezTo>
                  <a:pt x="43535" y="149042"/>
                  <a:pt x="49140" y="159295"/>
                  <a:pt x="49140" y="159295"/>
                </a:cubicBezTo>
                <a:cubicBezTo>
                  <a:pt x="58623" y="175577"/>
                  <a:pt x="73896" y="170982"/>
                  <a:pt x="80032" y="168140"/>
                </a:cubicBezTo>
                <a:cubicBezTo>
                  <a:pt x="80908" y="161234"/>
                  <a:pt x="83724" y="156479"/>
                  <a:pt x="86699" y="153823"/>
                </a:cubicBezTo>
                <a:cubicBezTo>
                  <a:pt x="63191" y="151353"/>
                  <a:pt x="38436" y="142162"/>
                  <a:pt x="38436" y="101123"/>
                </a:cubicBezTo>
                <a:cubicBezTo>
                  <a:pt x="38436" y="89462"/>
                  <a:pt x="42659" y="79926"/>
                  <a:pt x="49326" y="72489"/>
                </a:cubicBezTo>
                <a:cubicBezTo>
                  <a:pt x="48264" y="69833"/>
                  <a:pt x="44571" y="58863"/>
                  <a:pt x="50362" y="44200"/>
                </a:cubicBezTo>
                <a:cubicBezTo>
                  <a:pt x="50362" y="44200"/>
                  <a:pt x="59313" y="41358"/>
                  <a:pt x="79501" y="55170"/>
                </a:cubicBezTo>
                <a:cubicBezTo>
                  <a:pt x="87921" y="52859"/>
                  <a:pt x="97058" y="51611"/>
                  <a:pt x="106010" y="51611"/>
                </a:cubicBezTo>
                <a:cubicBezTo>
                  <a:pt x="114961" y="51611"/>
                  <a:pt x="124072" y="52859"/>
                  <a:pt x="132519" y="55170"/>
                </a:cubicBezTo>
                <a:cubicBezTo>
                  <a:pt x="152680" y="41358"/>
                  <a:pt x="161631" y="44200"/>
                  <a:pt x="161631" y="44200"/>
                </a:cubicBezTo>
                <a:cubicBezTo>
                  <a:pt x="167422" y="58863"/>
                  <a:pt x="163756" y="69833"/>
                  <a:pt x="162693" y="72489"/>
                </a:cubicBezTo>
                <a:cubicBezTo>
                  <a:pt x="169547" y="79926"/>
                  <a:pt x="173584" y="89462"/>
                  <a:pt x="173584" y="101123"/>
                </a:cubicBezTo>
                <a:cubicBezTo>
                  <a:pt x="173584" y="142162"/>
                  <a:pt x="148828" y="151167"/>
                  <a:pt x="125135" y="153823"/>
                </a:cubicBezTo>
                <a:cubicBezTo>
                  <a:pt x="128986" y="157170"/>
                  <a:pt x="132333" y="163545"/>
                  <a:pt x="132333" y="173612"/>
                </a:cubicBezTo>
                <a:cubicBezTo>
                  <a:pt x="132333" y="187955"/>
                  <a:pt x="132147" y="199430"/>
                  <a:pt x="132147" y="202963"/>
                </a:cubicBezTo>
                <a:cubicBezTo>
                  <a:pt x="132147" y="205805"/>
                  <a:pt x="134086" y="209152"/>
                  <a:pt x="139345" y="208090"/>
                </a:cubicBezTo>
                <a:cubicBezTo>
                  <a:pt x="181473" y="193958"/>
                  <a:pt x="211834" y="154009"/>
                  <a:pt x="211834" y="106781"/>
                </a:cubicBezTo>
                <a:cubicBezTo>
                  <a:pt x="212019" y="47733"/>
                  <a:pt x="164447" y="0"/>
                  <a:pt x="106010" y="0"/>
                </a:cubicBezTo>
                <a:close/>
              </a:path>
            </a:pathLst>
          </a:custGeom>
          <a:solidFill>
            <a:schemeClr val="tx1"/>
          </a:solidFill>
          <a:ln>
            <a:noFill/>
          </a:ln>
          <a:effectLst/>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E"/>
              </a:solidFill>
              <a:effectLst/>
              <a:uLnTx/>
              <a:uFillTx/>
              <a:latin typeface="Yu Gothic UI" panose="020B0500000000000000" pitchFamily="34" charset="-128"/>
              <a:ea typeface="Yu Gothic UI" panose="020B0500000000000000" pitchFamily="34" charset="-128"/>
            </a:endParaRPr>
          </a:p>
        </p:txBody>
      </p:sp>
      <p:sp>
        <p:nvSpPr>
          <p:cNvPr id="192" name="Google Shape;1673;p69">
            <a:extLst>
              <a:ext uri="{FF2B5EF4-FFF2-40B4-BE49-F238E27FC236}">
                <a16:creationId xmlns:a16="http://schemas.microsoft.com/office/drawing/2014/main" id="{8D0D74F1-4ACF-38F5-B0C8-A3BEAC20307C}"/>
              </a:ext>
              <a:ext uri="{C183D7F6-B498-43B3-948B-1728B52AA6E4}">
                <adec:decorative xmlns:adec="http://schemas.microsoft.com/office/drawing/2017/decorative" val="1"/>
              </a:ext>
            </a:extLst>
          </p:cNvPr>
          <p:cNvSpPr>
            <a:spLocks noChangeAspect="1"/>
          </p:cNvSpPr>
          <p:nvPr/>
        </p:nvSpPr>
        <p:spPr>
          <a:xfrm>
            <a:off x="8411204" y="6110062"/>
            <a:ext cx="420625" cy="414935"/>
          </a:xfrm>
          <a:custGeom>
            <a:avLst/>
            <a:gdLst/>
            <a:ahLst/>
            <a:cxnLst/>
            <a:rect l="l" t="t" r="r" b="b"/>
            <a:pathLst>
              <a:path w="212020" h="209153" extrusionOk="0">
                <a:moveTo>
                  <a:pt x="106010" y="0"/>
                </a:moveTo>
                <a:cubicBezTo>
                  <a:pt x="47387" y="0"/>
                  <a:pt x="0" y="47733"/>
                  <a:pt x="0" y="106781"/>
                </a:cubicBezTo>
                <a:cubicBezTo>
                  <a:pt x="0" y="154009"/>
                  <a:pt x="30361" y="193958"/>
                  <a:pt x="72488" y="208090"/>
                </a:cubicBezTo>
                <a:cubicBezTo>
                  <a:pt x="77748" y="209152"/>
                  <a:pt x="79687" y="205805"/>
                  <a:pt x="79687" y="202963"/>
                </a:cubicBezTo>
                <a:cubicBezTo>
                  <a:pt x="79687" y="200493"/>
                  <a:pt x="79501" y="192019"/>
                  <a:pt x="79501" y="183174"/>
                </a:cubicBezTo>
                <a:cubicBezTo>
                  <a:pt x="50017" y="189549"/>
                  <a:pt x="43881" y="170451"/>
                  <a:pt x="43881" y="170451"/>
                </a:cubicBezTo>
                <a:cubicBezTo>
                  <a:pt x="39126" y="158073"/>
                  <a:pt x="32114" y="154885"/>
                  <a:pt x="32114" y="154885"/>
                </a:cubicBezTo>
                <a:cubicBezTo>
                  <a:pt x="22472" y="148351"/>
                  <a:pt x="32831" y="148351"/>
                  <a:pt x="32831" y="148351"/>
                </a:cubicBezTo>
                <a:cubicBezTo>
                  <a:pt x="43535" y="149042"/>
                  <a:pt x="49140" y="159295"/>
                  <a:pt x="49140" y="159295"/>
                </a:cubicBezTo>
                <a:cubicBezTo>
                  <a:pt x="58623" y="175577"/>
                  <a:pt x="73896" y="170982"/>
                  <a:pt x="80032" y="168140"/>
                </a:cubicBezTo>
                <a:cubicBezTo>
                  <a:pt x="80908" y="161234"/>
                  <a:pt x="83724" y="156479"/>
                  <a:pt x="86699" y="153823"/>
                </a:cubicBezTo>
                <a:cubicBezTo>
                  <a:pt x="63191" y="151353"/>
                  <a:pt x="38436" y="142162"/>
                  <a:pt x="38436" y="101123"/>
                </a:cubicBezTo>
                <a:cubicBezTo>
                  <a:pt x="38436" y="89462"/>
                  <a:pt x="42659" y="79926"/>
                  <a:pt x="49326" y="72489"/>
                </a:cubicBezTo>
                <a:cubicBezTo>
                  <a:pt x="48264" y="69833"/>
                  <a:pt x="44571" y="58863"/>
                  <a:pt x="50362" y="44200"/>
                </a:cubicBezTo>
                <a:cubicBezTo>
                  <a:pt x="50362" y="44200"/>
                  <a:pt x="59313" y="41358"/>
                  <a:pt x="79501" y="55170"/>
                </a:cubicBezTo>
                <a:cubicBezTo>
                  <a:pt x="87921" y="52859"/>
                  <a:pt x="97058" y="51611"/>
                  <a:pt x="106010" y="51611"/>
                </a:cubicBezTo>
                <a:cubicBezTo>
                  <a:pt x="114961" y="51611"/>
                  <a:pt x="124072" y="52859"/>
                  <a:pt x="132519" y="55170"/>
                </a:cubicBezTo>
                <a:cubicBezTo>
                  <a:pt x="152680" y="41358"/>
                  <a:pt x="161631" y="44200"/>
                  <a:pt x="161631" y="44200"/>
                </a:cubicBezTo>
                <a:cubicBezTo>
                  <a:pt x="167422" y="58863"/>
                  <a:pt x="163756" y="69833"/>
                  <a:pt x="162693" y="72489"/>
                </a:cubicBezTo>
                <a:cubicBezTo>
                  <a:pt x="169547" y="79926"/>
                  <a:pt x="173584" y="89462"/>
                  <a:pt x="173584" y="101123"/>
                </a:cubicBezTo>
                <a:cubicBezTo>
                  <a:pt x="173584" y="142162"/>
                  <a:pt x="148828" y="151167"/>
                  <a:pt x="125135" y="153823"/>
                </a:cubicBezTo>
                <a:cubicBezTo>
                  <a:pt x="128986" y="157170"/>
                  <a:pt x="132333" y="163545"/>
                  <a:pt x="132333" y="173612"/>
                </a:cubicBezTo>
                <a:cubicBezTo>
                  <a:pt x="132333" y="187955"/>
                  <a:pt x="132147" y="199430"/>
                  <a:pt x="132147" y="202963"/>
                </a:cubicBezTo>
                <a:cubicBezTo>
                  <a:pt x="132147" y="205805"/>
                  <a:pt x="134086" y="209152"/>
                  <a:pt x="139345" y="208090"/>
                </a:cubicBezTo>
                <a:cubicBezTo>
                  <a:pt x="181473" y="193958"/>
                  <a:pt x="211834" y="154009"/>
                  <a:pt x="211834" y="106781"/>
                </a:cubicBezTo>
                <a:cubicBezTo>
                  <a:pt x="212019" y="47733"/>
                  <a:pt x="164447" y="0"/>
                  <a:pt x="106010" y="0"/>
                </a:cubicBezTo>
                <a:close/>
              </a:path>
            </a:pathLst>
          </a:custGeom>
          <a:solidFill>
            <a:schemeClr val="tx1"/>
          </a:solidFill>
          <a:ln>
            <a:noFill/>
          </a:ln>
          <a:effectLst/>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E"/>
              </a:solidFill>
              <a:effectLst/>
              <a:uLnTx/>
              <a:uFillTx/>
              <a:latin typeface="Yu Gothic UI" panose="020B0500000000000000" pitchFamily="34" charset="-128"/>
              <a:ea typeface="Yu Gothic UI" panose="020B0500000000000000" pitchFamily="34" charset="-128"/>
            </a:endParaRPr>
          </a:p>
        </p:txBody>
      </p:sp>
      <p:sp>
        <p:nvSpPr>
          <p:cNvPr id="193" name="Google Shape;1673;p69">
            <a:extLst>
              <a:ext uri="{FF2B5EF4-FFF2-40B4-BE49-F238E27FC236}">
                <a16:creationId xmlns:a16="http://schemas.microsoft.com/office/drawing/2014/main" id="{9E522B85-6B17-B30D-4AED-6B0C66879C83}"/>
              </a:ext>
              <a:ext uri="{C183D7F6-B498-43B3-948B-1728B52AA6E4}">
                <adec:decorative xmlns:adec="http://schemas.microsoft.com/office/drawing/2017/decorative" val="1"/>
              </a:ext>
            </a:extLst>
          </p:cNvPr>
          <p:cNvSpPr>
            <a:spLocks noChangeAspect="1"/>
          </p:cNvSpPr>
          <p:nvPr/>
        </p:nvSpPr>
        <p:spPr>
          <a:xfrm>
            <a:off x="5550389" y="5451793"/>
            <a:ext cx="420625" cy="414935"/>
          </a:xfrm>
          <a:custGeom>
            <a:avLst/>
            <a:gdLst/>
            <a:ahLst/>
            <a:cxnLst/>
            <a:rect l="l" t="t" r="r" b="b"/>
            <a:pathLst>
              <a:path w="212020" h="209153" extrusionOk="0">
                <a:moveTo>
                  <a:pt x="106010" y="0"/>
                </a:moveTo>
                <a:cubicBezTo>
                  <a:pt x="47387" y="0"/>
                  <a:pt x="0" y="47733"/>
                  <a:pt x="0" y="106781"/>
                </a:cubicBezTo>
                <a:cubicBezTo>
                  <a:pt x="0" y="154009"/>
                  <a:pt x="30361" y="193958"/>
                  <a:pt x="72488" y="208090"/>
                </a:cubicBezTo>
                <a:cubicBezTo>
                  <a:pt x="77748" y="209152"/>
                  <a:pt x="79687" y="205805"/>
                  <a:pt x="79687" y="202963"/>
                </a:cubicBezTo>
                <a:cubicBezTo>
                  <a:pt x="79687" y="200493"/>
                  <a:pt x="79501" y="192019"/>
                  <a:pt x="79501" y="183174"/>
                </a:cubicBezTo>
                <a:cubicBezTo>
                  <a:pt x="50017" y="189549"/>
                  <a:pt x="43881" y="170451"/>
                  <a:pt x="43881" y="170451"/>
                </a:cubicBezTo>
                <a:cubicBezTo>
                  <a:pt x="39126" y="158073"/>
                  <a:pt x="32114" y="154885"/>
                  <a:pt x="32114" y="154885"/>
                </a:cubicBezTo>
                <a:cubicBezTo>
                  <a:pt x="22472" y="148351"/>
                  <a:pt x="32831" y="148351"/>
                  <a:pt x="32831" y="148351"/>
                </a:cubicBezTo>
                <a:cubicBezTo>
                  <a:pt x="43535" y="149042"/>
                  <a:pt x="49140" y="159295"/>
                  <a:pt x="49140" y="159295"/>
                </a:cubicBezTo>
                <a:cubicBezTo>
                  <a:pt x="58623" y="175577"/>
                  <a:pt x="73896" y="170982"/>
                  <a:pt x="80032" y="168140"/>
                </a:cubicBezTo>
                <a:cubicBezTo>
                  <a:pt x="80908" y="161234"/>
                  <a:pt x="83724" y="156479"/>
                  <a:pt x="86699" y="153823"/>
                </a:cubicBezTo>
                <a:cubicBezTo>
                  <a:pt x="63191" y="151353"/>
                  <a:pt x="38436" y="142162"/>
                  <a:pt x="38436" y="101123"/>
                </a:cubicBezTo>
                <a:cubicBezTo>
                  <a:pt x="38436" y="89462"/>
                  <a:pt x="42659" y="79926"/>
                  <a:pt x="49326" y="72489"/>
                </a:cubicBezTo>
                <a:cubicBezTo>
                  <a:pt x="48264" y="69833"/>
                  <a:pt x="44571" y="58863"/>
                  <a:pt x="50362" y="44200"/>
                </a:cubicBezTo>
                <a:cubicBezTo>
                  <a:pt x="50362" y="44200"/>
                  <a:pt x="59313" y="41358"/>
                  <a:pt x="79501" y="55170"/>
                </a:cubicBezTo>
                <a:cubicBezTo>
                  <a:pt x="87921" y="52859"/>
                  <a:pt x="97058" y="51611"/>
                  <a:pt x="106010" y="51611"/>
                </a:cubicBezTo>
                <a:cubicBezTo>
                  <a:pt x="114961" y="51611"/>
                  <a:pt x="124072" y="52859"/>
                  <a:pt x="132519" y="55170"/>
                </a:cubicBezTo>
                <a:cubicBezTo>
                  <a:pt x="152680" y="41358"/>
                  <a:pt x="161631" y="44200"/>
                  <a:pt x="161631" y="44200"/>
                </a:cubicBezTo>
                <a:cubicBezTo>
                  <a:pt x="167422" y="58863"/>
                  <a:pt x="163756" y="69833"/>
                  <a:pt x="162693" y="72489"/>
                </a:cubicBezTo>
                <a:cubicBezTo>
                  <a:pt x="169547" y="79926"/>
                  <a:pt x="173584" y="89462"/>
                  <a:pt x="173584" y="101123"/>
                </a:cubicBezTo>
                <a:cubicBezTo>
                  <a:pt x="173584" y="142162"/>
                  <a:pt x="148828" y="151167"/>
                  <a:pt x="125135" y="153823"/>
                </a:cubicBezTo>
                <a:cubicBezTo>
                  <a:pt x="128986" y="157170"/>
                  <a:pt x="132333" y="163545"/>
                  <a:pt x="132333" y="173612"/>
                </a:cubicBezTo>
                <a:cubicBezTo>
                  <a:pt x="132333" y="187955"/>
                  <a:pt x="132147" y="199430"/>
                  <a:pt x="132147" y="202963"/>
                </a:cubicBezTo>
                <a:cubicBezTo>
                  <a:pt x="132147" y="205805"/>
                  <a:pt x="134086" y="209152"/>
                  <a:pt x="139345" y="208090"/>
                </a:cubicBezTo>
                <a:cubicBezTo>
                  <a:pt x="181473" y="193958"/>
                  <a:pt x="211834" y="154009"/>
                  <a:pt x="211834" y="106781"/>
                </a:cubicBezTo>
                <a:cubicBezTo>
                  <a:pt x="212019" y="47733"/>
                  <a:pt x="164447" y="0"/>
                  <a:pt x="106010" y="0"/>
                </a:cubicBezTo>
                <a:close/>
              </a:path>
            </a:pathLst>
          </a:custGeom>
          <a:solidFill>
            <a:schemeClr val="tx1"/>
          </a:solidFill>
          <a:ln>
            <a:noFill/>
          </a:ln>
          <a:effectLst/>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E"/>
              </a:solidFill>
              <a:effectLst/>
              <a:uLnTx/>
              <a:uFillTx/>
              <a:latin typeface="Yu Gothic UI" panose="020B0500000000000000" pitchFamily="34" charset="-128"/>
              <a:ea typeface="Yu Gothic UI" panose="020B0500000000000000" pitchFamily="34" charset="-128"/>
            </a:endParaRPr>
          </a:p>
        </p:txBody>
      </p:sp>
      <p:sp>
        <p:nvSpPr>
          <p:cNvPr id="194" name="Google Shape;1673;p69">
            <a:extLst>
              <a:ext uri="{FF2B5EF4-FFF2-40B4-BE49-F238E27FC236}">
                <a16:creationId xmlns:a16="http://schemas.microsoft.com/office/drawing/2014/main" id="{B8B33D5E-EA1D-2FD6-7920-2EEDA53BD548}"/>
              </a:ext>
              <a:ext uri="{C183D7F6-B498-43B3-948B-1728B52AA6E4}">
                <adec:decorative xmlns:adec="http://schemas.microsoft.com/office/drawing/2017/decorative" val="1"/>
              </a:ext>
            </a:extLst>
          </p:cNvPr>
          <p:cNvSpPr>
            <a:spLocks noChangeAspect="1"/>
          </p:cNvSpPr>
          <p:nvPr/>
        </p:nvSpPr>
        <p:spPr>
          <a:xfrm>
            <a:off x="2432369" y="6009304"/>
            <a:ext cx="420625" cy="414935"/>
          </a:xfrm>
          <a:custGeom>
            <a:avLst/>
            <a:gdLst/>
            <a:ahLst/>
            <a:cxnLst/>
            <a:rect l="l" t="t" r="r" b="b"/>
            <a:pathLst>
              <a:path w="212020" h="209153" extrusionOk="0">
                <a:moveTo>
                  <a:pt x="106010" y="0"/>
                </a:moveTo>
                <a:cubicBezTo>
                  <a:pt x="47387" y="0"/>
                  <a:pt x="0" y="47733"/>
                  <a:pt x="0" y="106781"/>
                </a:cubicBezTo>
                <a:cubicBezTo>
                  <a:pt x="0" y="154009"/>
                  <a:pt x="30361" y="193958"/>
                  <a:pt x="72488" y="208090"/>
                </a:cubicBezTo>
                <a:cubicBezTo>
                  <a:pt x="77748" y="209152"/>
                  <a:pt x="79687" y="205805"/>
                  <a:pt x="79687" y="202963"/>
                </a:cubicBezTo>
                <a:cubicBezTo>
                  <a:pt x="79687" y="200493"/>
                  <a:pt x="79501" y="192019"/>
                  <a:pt x="79501" y="183174"/>
                </a:cubicBezTo>
                <a:cubicBezTo>
                  <a:pt x="50017" y="189549"/>
                  <a:pt x="43881" y="170451"/>
                  <a:pt x="43881" y="170451"/>
                </a:cubicBezTo>
                <a:cubicBezTo>
                  <a:pt x="39126" y="158073"/>
                  <a:pt x="32114" y="154885"/>
                  <a:pt x="32114" y="154885"/>
                </a:cubicBezTo>
                <a:cubicBezTo>
                  <a:pt x="22472" y="148351"/>
                  <a:pt x="32831" y="148351"/>
                  <a:pt x="32831" y="148351"/>
                </a:cubicBezTo>
                <a:cubicBezTo>
                  <a:pt x="43535" y="149042"/>
                  <a:pt x="49140" y="159295"/>
                  <a:pt x="49140" y="159295"/>
                </a:cubicBezTo>
                <a:cubicBezTo>
                  <a:pt x="58623" y="175577"/>
                  <a:pt x="73896" y="170982"/>
                  <a:pt x="80032" y="168140"/>
                </a:cubicBezTo>
                <a:cubicBezTo>
                  <a:pt x="80908" y="161234"/>
                  <a:pt x="83724" y="156479"/>
                  <a:pt x="86699" y="153823"/>
                </a:cubicBezTo>
                <a:cubicBezTo>
                  <a:pt x="63191" y="151353"/>
                  <a:pt x="38436" y="142162"/>
                  <a:pt x="38436" y="101123"/>
                </a:cubicBezTo>
                <a:cubicBezTo>
                  <a:pt x="38436" y="89462"/>
                  <a:pt x="42659" y="79926"/>
                  <a:pt x="49326" y="72489"/>
                </a:cubicBezTo>
                <a:cubicBezTo>
                  <a:pt x="48264" y="69833"/>
                  <a:pt x="44571" y="58863"/>
                  <a:pt x="50362" y="44200"/>
                </a:cubicBezTo>
                <a:cubicBezTo>
                  <a:pt x="50362" y="44200"/>
                  <a:pt x="59313" y="41358"/>
                  <a:pt x="79501" y="55170"/>
                </a:cubicBezTo>
                <a:cubicBezTo>
                  <a:pt x="87921" y="52859"/>
                  <a:pt x="97058" y="51611"/>
                  <a:pt x="106010" y="51611"/>
                </a:cubicBezTo>
                <a:cubicBezTo>
                  <a:pt x="114961" y="51611"/>
                  <a:pt x="124072" y="52859"/>
                  <a:pt x="132519" y="55170"/>
                </a:cubicBezTo>
                <a:cubicBezTo>
                  <a:pt x="152680" y="41358"/>
                  <a:pt x="161631" y="44200"/>
                  <a:pt x="161631" y="44200"/>
                </a:cubicBezTo>
                <a:cubicBezTo>
                  <a:pt x="167422" y="58863"/>
                  <a:pt x="163756" y="69833"/>
                  <a:pt x="162693" y="72489"/>
                </a:cubicBezTo>
                <a:cubicBezTo>
                  <a:pt x="169547" y="79926"/>
                  <a:pt x="173584" y="89462"/>
                  <a:pt x="173584" y="101123"/>
                </a:cubicBezTo>
                <a:cubicBezTo>
                  <a:pt x="173584" y="142162"/>
                  <a:pt x="148828" y="151167"/>
                  <a:pt x="125135" y="153823"/>
                </a:cubicBezTo>
                <a:cubicBezTo>
                  <a:pt x="128986" y="157170"/>
                  <a:pt x="132333" y="163545"/>
                  <a:pt x="132333" y="173612"/>
                </a:cubicBezTo>
                <a:cubicBezTo>
                  <a:pt x="132333" y="187955"/>
                  <a:pt x="132147" y="199430"/>
                  <a:pt x="132147" y="202963"/>
                </a:cubicBezTo>
                <a:cubicBezTo>
                  <a:pt x="132147" y="205805"/>
                  <a:pt x="134086" y="209152"/>
                  <a:pt x="139345" y="208090"/>
                </a:cubicBezTo>
                <a:cubicBezTo>
                  <a:pt x="181473" y="193958"/>
                  <a:pt x="211834" y="154009"/>
                  <a:pt x="211834" y="106781"/>
                </a:cubicBezTo>
                <a:cubicBezTo>
                  <a:pt x="212019" y="47733"/>
                  <a:pt x="164447" y="0"/>
                  <a:pt x="106010" y="0"/>
                </a:cubicBezTo>
                <a:close/>
              </a:path>
            </a:pathLst>
          </a:custGeom>
          <a:solidFill>
            <a:schemeClr val="tx1"/>
          </a:solidFill>
          <a:ln>
            <a:noFill/>
          </a:ln>
          <a:effectLst/>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E"/>
              </a:solidFill>
              <a:effectLst/>
              <a:uLnTx/>
              <a:uFillTx/>
              <a:latin typeface="Yu Gothic UI" panose="020B0500000000000000" pitchFamily="34" charset="-128"/>
              <a:ea typeface="Yu Gothic UI" panose="020B0500000000000000" pitchFamily="34" charset="-128"/>
            </a:endParaRPr>
          </a:p>
        </p:txBody>
      </p:sp>
      <p:sp>
        <p:nvSpPr>
          <p:cNvPr id="195" name="Google Shape;1673;p69">
            <a:extLst>
              <a:ext uri="{FF2B5EF4-FFF2-40B4-BE49-F238E27FC236}">
                <a16:creationId xmlns:a16="http://schemas.microsoft.com/office/drawing/2014/main" id="{7E85A374-790E-4B61-3E7E-BEB696C2F59C}"/>
              </a:ext>
              <a:ext uri="{C183D7F6-B498-43B3-948B-1728B52AA6E4}">
                <adec:decorative xmlns:adec="http://schemas.microsoft.com/office/drawing/2017/decorative" val="1"/>
              </a:ext>
            </a:extLst>
          </p:cNvPr>
          <p:cNvSpPr>
            <a:spLocks noChangeAspect="1"/>
          </p:cNvSpPr>
          <p:nvPr/>
        </p:nvSpPr>
        <p:spPr>
          <a:xfrm>
            <a:off x="1764631" y="5274336"/>
            <a:ext cx="420625" cy="414935"/>
          </a:xfrm>
          <a:custGeom>
            <a:avLst/>
            <a:gdLst/>
            <a:ahLst/>
            <a:cxnLst/>
            <a:rect l="l" t="t" r="r" b="b"/>
            <a:pathLst>
              <a:path w="212020" h="209153" extrusionOk="0">
                <a:moveTo>
                  <a:pt x="106010" y="0"/>
                </a:moveTo>
                <a:cubicBezTo>
                  <a:pt x="47387" y="0"/>
                  <a:pt x="0" y="47733"/>
                  <a:pt x="0" y="106781"/>
                </a:cubicBezTo>
                <a:cubicBezTo>
                  <a:pt x="0" y="154009"/>
                  <a:pt x="30361" y="193958"/>
                  <a:pt x="72488" y="208090"/>
                </a:cubicBezTo>
                <a:cubicBezTo>
                  <a:pt x="77748" y="209152"/>
                  <a:pt x="79687" y="205805"/>
                  <a:pt x="79687" y="202963"/>
                </a:cubicBezTo>
                <a:cubicBezTo>
                  <a:pt x="79687" y="200493"/>
                  <a:pt x="79501" y="192019"/>
                  <a:pt x="79501" y="183174"/>
                </a:cubicBezTo>
                <a:cubicBezTo>
                  <a:pt x="50017" y="189549"/>
                  <a:pt x="43881" y="170451"/>
                  <a:pt x="43881" y="170451"/>
                </a:cubicBezTo>
                <a:cubicBezTo>
                  <a:pt x="39126" y="158073"/>
                  <a:pt x="32114" y="154885"/>
                  <a:pt x="32114" y="154885"/>
                </a:cubicBezTo>
                <a:cubicBezTo>
                  <a:pt x="22472" y="148351"/>
                  <a:pt x="32831" y="148351"/>
                  <a:pt x="32831" y="148351"/>
                </a:cubicBezTo>
                <a:cubicBezTo>
                  <a:pt x="43535" y="149042"/>
                  <a:pt x="49140" y="159295"/>
                  <a:pt x="49140" y="159295"/>
                </a:cubicBezTo>
                <a:cubicBezTo>
                  <a:pt x="58623" y="175577"/>
                  <a:pt x="73896" y="170982"/>
                  <a:pt x="80032" y="168140"/>
                </a:cubicBezTo>
                <a:cubicBezTo>
                  <a:pt x="80908" y="161234"/>
                  <a:pt x="83724" y="156479"/>
                  <a:pt x="86699" y="153823"/>
                </a:cubicBezTo>
                <a:cubicBezTo>
                  <a:pt x="63191" y="151353"/>
                  <a:pt x="38436" y="142162"/>
                  <a:pt x="38436" y="101123"/>
                </a:cubicBezTo>
                <a:cubicBezTo>
                  <a:pt x="38436" y="89462"/>
                  <a:pt x="42659" y="79926"/>
                  <a:pt x="49326" y="72489"/>
                </a:cubicBezTo>
                <a:cubicBezTo>
                  <a:pt x="48264" y="69833"/>
                  <a:pt x="44571" y="58863"/>
                  <a:pt x="50362" y="44200"/>
                </a:cubicBezTo>
                <a:cubicBezTo>
                  <a:pt x="50362" y="44200"/>
                  <a:pt x="59313" y="41358"/>
                  <a:pt x="79501" y="55170"/>
                </a:cubicBezTo>
                <a:cubicBezTo>
                  <a:pt x="87921" y="52859"/>
                  <a:pt x="97058" y="51611"/>
                  <a:pt x="106010" y="51611"/>
                </a:cubicBezTo>
                <a:cubicBezTo>
                  <a:pt x="114961" y="51611"/>
                  <a:pt x="124072" y="52859"/>
                  <a:pt x="132519" y="55170"/>
                </a:cubicBezTo>
                <a:cubicBezTo>
                  <a:pt x="152680" y="41358"/>
                  <a:pt x="161631" y="44200"/>
                  <a:pt x="161631" y="44200"/>
                </a:cubicBezTo>
                <a:cubicBezTo>
                  <a:pt x="167422" y="58863"/>
                  <a:pt x="163756" y="69833"/>
                  <a:pt x="162693" y="72489"/>
                </a:cubicBezTo>
                <a:cubicBezTo>
                  <a:pt x="169547" y="79926"/>
                  <a:pt x="173584" y="89462"/>
                  <a:pt x="173584" y="101123"/>
                </a:cubicBezTo>
                <a:cubicBezTo>
                  <a:pt x="173584" y="142162"/>
                  <a:pt x="148828" y="151167"/>
                  <a:pt x="125135" y="153823"/>
                </a:cubicBezTo>
                <a:cubicBezTo>
                  <a:pt x="128986" y="157170"/>
                  <a:pt x="132333" y="163545"/>
                  <a:pt x="132333" y="173612"/>
                </a:cubicBezTo>
                <a:cubicBezTo>
                  <a:pt x="132333" y="187955"/>
                  <a:pt x="132147" y="199430"/>
                  <a:pt x="132147" y="202963"/>
                </a:cubicBezTo>
                <a:cubicBezTo>
                  <a:pt x="132147" y="205805"/>
                  <a:pt x="134086" y="209152"/>
                  <a:pt x="139345" y="208090"/>
                </a:cubicBezTo>
                <a:cubicBezTo>
                  <a:pt x="181473" y="193958"/>
                  <a:pt x="211834" y="154009"/>
                  <a:pt x="211834" y="106781"/>
                </a:cubicBezTo>
                <a:cubicBezTo>
                  <a:pt x="212019" y="47733"/>
                  <a:pt x="164447" y="0"/>
                  <a:pt x="106010" y="0"/>
                </a:cubicBezTo>
                <a:close/>
              </a:path>
            </a:pathLst>
          </a:custGeom>
          <a:solidFill>
            <a:schemeClr val="tx1"/>
          </a:solidFill>
          <a:ln>
            <a:noFill/>
          </a:ln>
          <a:effectLst/>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E"/>
              </a:solidFill>
              <a:effectLst/>
              <a:uLnTx/>
              <a:uFillTx/>
              <a:latin typeface="Yu Gothic UI" panose="020B0500000000000000" pitchFamily="34" charset="-128"/>
              <a:ea typeface="Yu Gothic UI" panose="020B0500000000000000" pitchFamily="34" charset="-128"/>
            </a:endParaRPr>
          </a:p>
        </p:txBody>
      </p:sp>
      <p:sp>
        <p:nvSpPr>
          <p:cNvPr id="196" name="Google Shape;1673;p69">
            <a:extLst>
              <a:ext uri="{FF2B5EF4-FFF2-40B4-BE49-F238E27FC236}">
                <a16:creationId xmlns:a16="http://schemas.microsoft.com/office/drawing/2014/main" id="{D8F43EDB-5AF7-2485-9440-327DA31C44EE}"/>
              </a:ext>
              <a:ext uri="{C183D7F6-B498-43B3-948B-1728B52AA6E4}">
                <adec:decorative xmlns:adec="http://schemas.microsoft.com/office/drawing/2017/decorative" val="1"/>
              </a:ext>
            </a:extLst>
          </p:cNvPr>
          <p:cNvSpPr>
            <a:spLocks noChangeAspect="1"/>
          </p:cNvSpPr>
          <p:nvPr/>
        </p:nvSpPr>
        <p:spPr>
          <a:xfrm>
            <a:off x="1420485" y="4462489"/>
            <a:ext cx="420625" cy="414935"/>
          </a:xfrm>
          <a:custGeom>
            <a:avLst/>
            <a:gdLst/>
            <a:ahLst/>
            <a:cxnLst/>
            <a:rect l="l" t="t" r="r" b="b"/>
            <a:pathLst>
              <a:path w="212020" h="209153" extrusionOk="0">
                <a:moveTo>
                  <a:pt x="106010" y="0"/>
                </a:moveTo>
                <a:cubicBezTo>
                  <a:pt x="47387" y="0"/>
                  <a:pt x="0" y="47733"/>
                  <a:pt x="0" y="106781"/>
                </a:cubicBezTo>
                <a:cubicBezTo>
                  <a:pt x="0" y="154009"/>
                  <a:pt x="30361" y="193958"/>
                  <a:pt x="72488" y="208090"/>
                </a:cubicBezTo>
                <a:cubicBezTo>
                  <a:pt x="77748" y="209152"/>
                  <a:pt x="79687" y="205805"/>
                  <a:pt x="79687" y="202963"/>
                </a:cubicBezTo>
                <a:cubicBezTo>
                  <a:pt x="79687" y="200493"/>
                  <a:pt x="79501" y="192019"/>
                  <a:pt x="79501" y="183174"/>
                </a:cubicBezTo>
                <a:cubicBezTo>
                  <a:pt x="50017" y="189549"/>
                  <a:pt x="43881" y="170451"/>
                  <a:pt x="43881" y="170451"/>
                </a:cubicBezTo>
                <a:cubicBezTo>
                  <a:pt x="39126" y="158073"/>
                  <a:pt x="32114" y="154885"/>
                  <a:pt x="32114" y="154885"/>
                </a:cubicBezTo>
                <a:cubicBezTo>
                  <a:pt x="22472" y="148351"/>
                  <a:pt x="32831" y="148351"/>
                  <a:pt x="32831" y="148351"/>
                </a:cubicBezTo>
                <a:cubicBezTo>
                  <a:pt x="43535" y="149042"/>
                  <a:pt x="49140" y="159295"/>
                  <a:pt x="49140" y="159295"/>
                </a:cubicBezTo>
                <a:cubicBezTo>
                  <a:pt x="58623" y="175577"/>
                  <a:pt x="73896" y="170982"/>
                  <a:pt x="80032" y="168140"/>
                </a:cubicBezTo>
                <a:cubicBezTo>
                  <a:pt x="80908" y="161234"/>
                  <a:pt x="83724" y="156479"/>
                  <a:pt x="86699" y="153823"/>
                </a:cubicBezTo>
                <a:cubicBezTo>
                  <a:pt x="63191" y="151353"/>
                  <a:pt x="38436" y="142162"/>
                  <a:pt x="38436" y="101123"/>
                </a:cubicBezTo>
                <a:cubicBezTo>
                  <a:pt x="38436" y="89462"/>
                  <a:pt x="42659" y="79926"/>
                  <a:pt x="49326" y="72489"/>
                </a:cubicBezTo>
                <a:cubicBezTo>
                  <a:pt x="48264" y="69833"/>
                  <a:pt x="44571" y="58863"/>
                  <a:pt x="50362" y="44200"/>
                </a:cubicBezTo>
                <a:cubicBezTo>
                  <a:pt x="50362" y="44200"/>
                  <a:pt x="59313" y="41358"/>
                  <a:pt x="79501" y="55170"/>
                </a:cubicBezTo>
                <a:cubicBezTo>
                  <a:pt x="87921" y="52859"/>
                  <a:pt x="97058" y="51611"/>
                  <a:pt x="106010" y="51611"/>
                </a:cubicBezTo>
                <a:cubicBezTo>
                  <a:pt x="114961" y="51611"/>
                  <a:pt x="124072" y="52859"/>
                  <a:pt x="132519" y="55170"/>
                </a:cubicBezTo>
                <a:cubicBezTo>
                  <a:pt x="152680" y="41358"/>
                  <a:pt x="161631" y="44200"/>
                  <a:pt x="161631" y="44200"/>
                </a:cubicBezTo>
                <a:cubicBezTo>
                  <a:pt x="167422" y="58863"/>
                  <a:pt x="163756" y="69833"/>
                  <a:pt x="162693" y="72489"/>
                </a:cubicBezTo>
                <a:cubicBezTo>
                  <a:pt x="169547" y="79926"/>
                  <a:pt x="173584" y="89462"/>
                  <a:pt x="173584" y="101123"/>
                </a:cubicBezTo>
                <a:cubicBezTo>
                  <a:pt x="173584" y="142162"/>
                  <a:pt x="148828" y="151167"/>
                  <a:pt x="125135" y="153823"/>
                </a:cubicBezTo>
                <a:cubicBezTo>
                  <a:pt x="128986" y="157170"/>
                  <a:pt x="132333" y="163545"/>
                  <a:pt x="132333" y="173612"/>
                </a:cubicBezTo>
                <a:cubicBezTo>
                  <a:pt x="132333" y="187955"/>
                  <a:pt x="132147" y="199430"/>
                  <a:pt x="132147" y="202963"/>
                </a:cubicBezTo>
                <a:cubicBezTo>
                  <a:pt x="132147" y="205805"/>
                  <a:pt x="134086" y="209152"/>
                  <a:pt x="139345" y="208090"/>
                </a:cubicBezTo>
                <a:cubicBezTo>
                  <a:pt x="181473" y="193958"/>
                  <a:pt x="211834" y="154009"/>
                  <a:pt x="211834" y="106781"/>
                </a:cubicBezTo>
                <a:cubicBezTo>
                  <a:pt x="212019" y="47733"/>
                  <a:pt x="164447" y="0"/>
                  <a:pt x="106010" y="0"/>
                </a:cubicBezTo>
                <a:close/>
              </a:path>
            </a:pathLst>
          </a:custGeom>
          <a:solidFill>
            <a:schemeClr val="tx1"/>
          </a:solidFill>
          <a:ln>
            <a:noFill/>
          </a:ln>
          <a:effectLst/>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E"/>
              </a:solidFill>
              <a:effectLst/>
              <a:uLnTx/>
              <a:uFillTx/>
              <a:latin typeface="Yu Gothic UI" panose="020B0500000000000000" pitchFamily="34" charset="-128"/>
              <a:ea typeface="Yu Gothic UI" panose="020B0500000000000000" pitchFamily="34" charset="-128"/>
            </a:endParaRPr>
          </a:p>
        </p:txBody>
      </p:sp>
      <p:sp>
        <p:nvSpPr>
          <p:cNvPr id="197" name="Google Shape;1673;p69">
            <a:extLst>
              <a:ext uri="{FF2B5EF4-FFF2-40B4-BE49-F238E27FC236}">
                <a16:creationId xmlns:a16="http://schemas.microsoft.com/office/drawing/2014/main" id="{988F1246-15C3-9279-08F4-F1EAD1110CCC}"/>
              </a:ext>
              <a:ext uri="{C183D7F6-B498-43B3-948B-1728B52AA6E4}">
                <adec:decorative xmlns:adec="http://schemas.microsoft.com/office/drawing/2017/decorative" val="1"/>
              </a:ext>
            </a:extLst>
          </p:cNvPr>
          <p:cNvSpPr>
            <a:spLocks noChangeAspect="1"/>
          </p:cNvSpPr>
          <p:nvPr/>
        </p:nvSpPr>
        <p:spPr>
          <a:xfrm>
            <a:off x="1553016" y="3333443"/>
            <a:ext cx="420625" cy="414935"/>
          </a:xfrm>
          <a:custGeom>
            <a:avLst/>
            <a:gdLst/>
            <a:ahLst/>
            <a:cxnLst/>
            <a:rect l="l" t="t" r="r" b="b"/>
            <a:pathLst>
              <a:path w="212020" h="209153" extrusionOk="0">
                <a:moveTo>
                  <a:pt x="106010" y="0"/>
                </a:moveTo>
                <a:cubicBezTo>
                  <a:pt x="47387" y="0"/>
                  <a:pt x="0" y="47733"/>
                  <a:pt x="0" y="106781"/>
                </a:cubicBezTo>
                <a:cubicBezTo>
                  <a:pt x="0" y="154009"/>
                  <a:pt x="30361" y="193958"/>
                  <a:pt x="72488" y="208090"/>
                </a:cubicBezTo>
                <a:cubicBezTo>
                  <a:pt x="77748" y="209152"/>
                  <a:pt x="79687" y="205805"/>
                  <a:pt x="79687" y="202963"/>
                </a:cubicBezTo>
                <a:cubicBezTo>
                  <a:pt x="79687" y="200493"/>
                  <a:pt x="79501" y="192019"/>
                  <a:pt x="79501" y="183174"/>
                </a:cubicBezTo>
                <a:cubicBezTo>
                  <a:pt x="50017" y="189549"/>
                  <a:pt x="43881" y="170451"/>
                  <a:pt x="43881" y="170451"/>
                </a:cubicBezTo>
                <a:cubicBezTo>
                  <a:pt x="39126" y="158073"/>
                  <a:pt x="32114" y="154885"/>
                  <a:pt x="32114" y="154885"/>
                </a:cubicBezTo>
                <a:cubicBezTo>
                  <a:pt x="22472" y="148351"/>
                  <a:pt x="32831" y="148351"/>
                  <a:pt x="32831" y="148351"/>
                </a:cubicBezTo>
                <a:cubicBezTo>
                  <a:pt x="43535" y="149042"/>
                  <a:pt x="49140" y="159295"/>
                  <a:pt x="49140" y="159295"/>
                </a:cubicBezTo>
                <a:cubicBezTo>
                  <a:pt x="58623" y="175577"/>
                  <a:pt x="73896" y="170982"/>
                  <a:pt x="80032" y="168140"/>
                </a:cubicBezTo>
                <a:cubicBezTo>
                  <a:pt x="80908" y="161234"/>
                  <a:pt x="83724" y="156479"/>
                  <a:pt x="86699" y="153823"/>
                </a:cubicBezTo>
                <a:cubicBezTo>
                  <a:pt x="63191" y="151353"/>
                  <a:pt x="38436" y="142162"/>
                  <a:pt x="38436" y="101123"/>
                </a:cubicBezTo>
                <a:cubicBezTo>
                  <a:pt x="38436" y="89462"/>
                  <a:pt x="42659" y="79926"/>
                  <a:pt x="49326" y="72489"/>
                </a:cubicBezTo>
                <a:cubicBezTo>
                  <a:pt x="48264" y="69833"/>
                  <a:pt x="44571" y="58863"/>
                  <a:pt x="50362" y="44200"/>
                </a:cubicBezTo>
                <a:cubicBezTo>
                  <a:pt x="50362" y="44200"/>
                  <a:pt x="59313" y="41358"/>
                  <a:pt x="79501" y="55170"/>
                </a:cubicBezTo>
                <a:cubicBezTo>
                  <a:pt x="87921" y="52859"/>
                  <a:pt x="97058" y="51611"/>
                  <a:pt x="106010" y="51611"/>
                </a:cubicBezTo>
                <a:cubicBezTo>
                  <a:pt x="114961" y="51611"/>
                  <a:pt x="124072" y="52859"/>
                  <a:pt x="132519" y="55170"/>
                </a:cubicBezTo>
                <a:cubicBezTo>
                  <a:pt x="152680" y="41358"/>
                  <a:pt x="161631" y="44200"/>
                  <a:pt x="161631" y="44200"/>
                </a:cubicBezTo>
                <a:cubicBezTo>
                  <a:pt x="167422" y="58863"/>
                  <a:pt x="163756" y="69833"/>
                  <a:pt x="162693" y="72489"/>
                </a:cubicBezTo>
                <a:cubicBezTo>
                  <a:pt x="169547" y="79926"/>
                  <a:pt x="173584" y="89462"/>
                  <a:pt x="173584" y="101123"/>
                </a:cubicBezTo>
                <a:cubicBezTo>
                  <a:pt x="173584" y="142162"/>
                  <a:pt x="148828" y="151167"/>
                  <a:pt x="125135" y="153823"/>
                </a:cubicBezTo>
                <a:cubicBezTo>
                  <a:pt x="128986" y="157170"/>
                  <a:pt x="132333" y="163545"/>
                  <a:pt x="132333" y="173612"/>
                </a:cubicBezTo>
                <a:cubicBezTo>
                  <a:pt x="132333" y="187955"/>
                  <a:pt x="132147" y="199430"/>
                  <a:pt x="132147" y="202963"/>
                </a:cubicBezTo>
                <a:cubicBezTo>
                  <a:pt x="132147" y="205805"/>
                  <a:pt x="134086" y="209152"/>
                  <a:pt x="139345" y="208090"/>
                </a:cubicBezTo>
                <a:cubicBezTo>
                  <a:pt x="181473" y="193958"/>
                  <a:pt x="211834" y="154009"/>
                  <a:pt x="211834" y="106781"/>
                </a:cubicBezTo>
                <a:cubicBezTo>
                  <a:pt x="212019" y="47733"/>
                  <a:pt x="164447" y="0"/>
                  <a:pt x="106010" y="0"/>
                </a:cubicBezTo>
                <a:close/>
              </a:path>
            </a:pathLst>
          </a:custGeom>
          <a:solidFill>
            <a:schemeClr val="tx1"/>
          </a:solidFill>
          <a:ln>
            <a:noFill/>
          </a:ln>
          <a:effectLst/>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E"/>
              </a:solidFill>
              <a:effectLst/>
              <a:uLnTx/>
              <a:uFillTx/>
              <a:latin typeface="Yu Gothic UI" panose="020B0500000000000000" pitchFamily="34" charset="-128"/>
              <a:ea typeface="Yu Gothic UI" panose="020B0500000000000000" pitchFamily="34" charset="-128"/>
            </a:endParaRPr>
          </a:p>
        </p:txBody>
      </p:sp>
      <p:sp>
        <p:nvSpPr>
          <p:cNvPr id="198" name="Google Shape;1673;p69">
            <a:extLst>
              <a:ext uri="{FF2B5EF4-FFF2-40B4-BE49-F238E27FC236}">
                <a16:creationId xmlns:a16="http://schemas.microsoft.com/office/drawing/2014/main" id="{A5747640-EEC9-BA1C-FFA7-5B1553DCB550}"/>
              </a:ext>
              <a:ext uri="{C183D7F6-B498-43B3-948B-1728B52AA6E4}">
                <adec:decorative xmlns:adec="http://schemas.microsoft.com/office/drawing/2017/decorative" val="1"/>
              </a:ext>
            </a:extLst>
          </p:cNvPr>
          <p:cNvSpPr>
            <a:spLocks noChangeAspect="1"/>
          </p:cNvSpPr>
          <p:nvPr/>
        </p:nvSpPr>
        <p:spPr>
          <a:xfrm>
            <a:off x="2141194" y="2550127"/>
            <a:ext cx="420625" cy="414935"/>
          </a:xfrm>
          <a:custGeom>
            <a:avLst/>
            <a:gdLst/>
            <a:ahLst/>
            <a:cxnLst/>
            <a:rect l="l" t="t" r="r" b="b"/>
            <a:pathLst>
              <a:path w="212020" h="209153" extrusionOk="0">
                <a:moveTo>
                  <a:pt x="106010" y="0"/>
                </a:moveTo>
                <a:cubicBezTo>
                  <a:pt x="47387" y="0"/>
                  <a:pt x="0" y="47733"/>
                  <a:pt x="0" y="106781"/>
                </a:cubicBezTo>
                <a:cubicBezTo>
                  <a:pt x="0" y="154009"/>
                  <a:pt x="30361" y="193958"/>
                  <a:pt x="72488" y="208090"/>
                </a:cubicBezTo>
                <a:cubicBezTo>
                  <a:pt x="77748" y="209152"/>
                  <a:pt x="79687" y="205805"/>
                  <a:pt x="79687" y="202963"/>
                </a:cubicBezTo>
                <a:cubicBezTo>
                  <a:pt x="79687" y="200493"/>
                  <a:pt x="79501" y="192019"/>
                  <a:pt x="79501" y="183174"/>
                </a:cubicBezTo>
                <a:cubicBezTo>
                  <a:pt x="50017" y="189549"/>
                  <a:pt x="43881" y="170451"/>
                  <a:pt x="43881" y="170451"/>
                </a:cubicBezTo>
                <a:cubicBezTo>
                  <a:pt x="39126" y="158073"/>
                  <a:pt x="32114" y="154885"/>
                  <a:pt x="32114" y="154885"/>
                </a:cubicBezTo>
                <a:cubicBezTo>
                  <a:pt x="22472" y="148351"/>
                  <a:pt x="32831" y="148351"/>
                  <a:pt x="32831" y="148351"/>
                </a:cubicBezTo>
                <a:cubicBezTo>
                  <a:pt x="43535" y="149042"/>
                  <a:pt x="49140" y="159295"/>
                  <a:pt x="49140" y="159295"/>
                </a:cubicBezTo>
                <a:cubicBezTo>
                  <a:pt x="58623" y="175577"/>
                  <a:pt x="73896" y="170982"/>
                  <a:pt x="80032" y="168140"/>
                </a:cubicBezTo>
                <a:cubicBezTo>
                  <a:pt x="80908" y="161234"/>
                  <a:pt x="83724" y="156479"/>
                  <a:pt x="86699" y="153823"/>
                </a:cubicBezTo>
                <a:cubicBezTo>
                  <a:pt x="63191" y="151353"/>
                  <a:pt x="38436" y="142162"/>
                  <a:pt x="38436" y="101123"/>
                </a:cubicBezTo>
                <a:cubicBezTo>
                  <a:pt x="38436" y="89462"/>
                  <a:pt x="42659" y="79926"/>
                  <a:pt x="49326" y="72489"/>
                </a:cubicBezTo>
                <a:cubicBezTo>
                  <a:pt x="48264" y="69833"/>
                  <a:pt x="44571" y="58863"/>
                  <a:pt x="50362" y="44200"/>
                </a:cubicBezTo>
                <a:cubicBezTo>
                  <a:pt x="50362" y="44200"/>
                  <a:pt x="59313" y="41358"/>
                  <a:pt x="79501" y="55170"/>
                </a:cubicBezTo>
                <a:cubicBezTo>
                  <a:pt x="87921" y="52859"/>
                  <a:pt x="97058" y="51611"/>
                  <a:pt x="106010" y="51611"/>
                </a:cubicBezTo>
                <a:cubicBezTo>
                  <a:pt x="114961" y="51611"/>
                  <a:pt x="124072" y="52859"/>
                  <a:pt x="132519" y="55170"/>
                </a:cubicBezTo>
                <a:cubicBezTo>
                  <a:pt x="152680" y="41358"/>
                  <a:pt x="161631" y="44200"/>
                  <a:pt x="161631" y="44200"/>
                </a:cubicBezTo>
                <a:cubicBezTo>
                  <a:pt x="167422" y="58863"/>
                  <a:pt x="163756" y="69833"/>
                  <a:pt x="162693" y="72489"/>
                </a:cubicBezTo>
                <a:cubicBezTo>
                  <a:pt x="169547" y="79926"/>
                  <a:pt x="173584" y="89462"/>
                  <a:pt x="173584" y="101123"/>
                </a:cubicBezTo>
                <a:cubicBezTo>
                  <a:pt x="173584" y="142162"/>
                  <a:pt x="148828" y="151167"/>
                  <a:pt x="125135" y="153823"/>
                </a:cubicBezTo>
                <a:cubicBezTo>
                  <a:pt x="128986" y="157170"/>
                  <a:pt x="132333" y="163545"/>
                  <a:pt x="132333" y="173612"/>
                </a:cubicBezTo>
                <a:cubicBezTo>
                  <a:pt x="132333" y="187955"/>
                  <a:pt x="132147" y="199430"/>
                  <a:pt x="132147" y="202963"/>
                </a:cubicBezTo>
                <a:cubicBezTo>
                  <a:pt x="132147" y="205805"/>
                  <a:pt x="134086" y="209152"/>
                  <a:pt x="139345" y="208090"/>
                </a:cubicBezTo>
                <a:cubicBezTo>
                  <a:pt x="181473" y="193958"/>
                  <a:pt x="211834" y="154009"/>
                  <a:pt x="211834" y="106781"/>
                </a:cubicBezTo>
                <a:cubicBezTo>
                  <a:pt x="212019" y="47733"/>
                  <a:pt x="164447" y="0"/>
                  <a:pt x="106010" y="0"/>
                </a:cubicBezTo>
                <a:close/>
              </a:path>
            </a:pathLst>
          </a:custGeom>
          <a:solidFill>
            <a:schemeClr val="tx1"/>
          </a:solidFill>
          <a:ln>
            <a:noFill/>
          </a:ln>
          <a:effectLst/>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E"/>
              </a:solidFill>
              <a:effectLst/>
              <a:uLnTx/>
              <a:uFillTx/>
              <a:latin typeface="Yu Gothic UI" panose="020B0500000000000000" pitchFamily="34" charset="-128"/>
              <a:ea typeface="Yu Gothic UI" panose="020B0500000000000000" pitchFamily="34" charset="-128"/>
            </a:endParaRPr>
          </a:p>
        </p:txBody>
      </p:sp>
      <p:sp>
        <p:nvSpPr>
          <p:cNvPr id="181" name="吹き出し: 線 (枠付き、強調線付き) 2">
            <a:extLst>
              <a:ext uri="{FF2B5EF4-FFF2-40B4-BE49-F238E27FC236}">
                <a16:creationId xmlns:a16="http://schemas.microsoft.com/office/drawing/2014/main" id="{DCD48910-788C-D266-1697-4494C982E74A}"/>
              </a:ext>
            </a:extLst>
          </p:cNvPr>
          <p:cNvSpPr/>
          <p:nvPr/>
        </p:nvSpPr>
        <p:spPr bwMode="auto">
          <a:xfrm flipH="1">
            <a:off x="324747" y="2150434"/>
            <a:ext cx="2100271" cy="1135048"/>
          </a:xfrm>
          <a:prstGeom prst="accentBorderCallout1">
            <a:avLst>
              <a:gd name="adj1" fmla="val 18750"/>
              <a:gd name="adj2" fmla="val -8333"/>
              <a:gd name="adj3" fmla="val 84840"/>
              <a:gd name="adj4" fmla="val -53282"/>
            </a:avLst>
          </a:prstGeom>
          <a:solidFill>
            <a:srgbClr val="D3FA37"/>
          </a:solidFill>
          <a:ln w="25400" cap="flat" cmpd="sng" algn="ctr">
            <a:solidFill>
              <a:srgbClr val="D3FA37">
                <a:shade val="15000"/>
              </a:srgbClr>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171450" marR="0" lvl="0" indent="-171450"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altLang="ja-JP" sz="12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Issue</a:t>
            </a:r>
            <a:r>
              <a:rPr kumimoji="1" lang="ja-JP" altLang="en-US"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の作成</a:t>
            </a:r>
            <a:endParaRPr kumimoji="1" lang="en-US" altLang="ja-JP" sz="12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a:p>
            <a:pPr marL="171450" marR="0" lvl="0" indent="-171450"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製品要件や受け入れ条件定義の支援</a:t>
            </a:r>
            <a:endParaRPr kumimoji="1" lang="en-US" altLang="ja-JP" sz="12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a:p>
            <a:pPr marL="171450" marR="0" lvl="0" indent="-171450"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設計</a:t>
            </a:r>
            <a:endParaRPr kumimoji="1" lang="en-US" altLang="ja-JP" sz="12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a:p>
            <a:pPr marL="171450" marR="0" lvl="0" indent="-171450"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画面プロトタイプの作成</a:t>
            </a:r>
            <a:endParaRPr kumimoji="1" lang="en-US" altLang="ja-JP" sz="12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a:p>
            <a:pPr marL="171450" marR="0" lvl="0" indent="-171450"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1" lang="en-US" altLang="ja-JP" sz="1200" b="0" i="0" u="none" strike="noStrike" kern="0" cap="none" spc="0" normalizeH="0" baseline="0" noProof="0" dirty="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p:txBody>
      </p:sp>
      <p:sp>
        <p:nvSpPr>
          <p:cNvPr id="182" name="吹き出し: 線 (枠付き、強調線付き) 37">
            <a:extLst>
              <a:ext uri="{FF2B5EF4-FFF2-40B4-BE49-F238E27FC236}">
                <a16:creationId xmlns:a16="http://schemas.microsoft.com/office/drawing/2014/main" id="{5E6D8B38-E2C1-2ED0-4382-E30DCA902656}"/>
              </a:ext>
            </a:extLst>
          </p:cNvPr>
          <p:cNvSpPr/>
          <p:nvPr/>
        </p:nvSpPr>
        <p:spPr bwMode="auto">
          <a:xfrm flipH="1">
            <a:off x="31400" y="4826159"/>
            <a:ext cx="2027860" cy="1655281"/>
          </a:xfrm>
          <a:prstGeom prst="accentBorderCallout1">
            <a:avLst>
              <a:gd name="adj1" fmla="val 18750"/>
              <a:gd name="adj2" fmla="val -8333"/>
              <a:gd name="adj3" fmla="val 55936"/>
              <a:gd name="adj4" fmla="val -67981"/>
            </a:avLst>
          </a:prstGeom>
          <a:solidFill>
            <a:srgbClr val="D3FA37"/>
          </a:solidFill>
          <a:ln w="25400" cap="flat" cmpd="sng" algn="ctr">
            <a:solidFill>
              <a:srgbClr val="D3FA37">
                <a:shade val="15000"/>
              </a:srgbClr>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171450" marR="0" lvl="0" indent="-171450"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既存コードの解説や要約</a:t>
            </a:r>
            <a:endParaRPr kumimoji="1" lang="en-US" altLang="ja-JP"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a:p>
            <a:pPr marL="171450" marR="0" lvl="0" indent="-171450"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コードの生成</a:t>
            </a:r>
            <a:r>
              <a:rPr kumimoji="1" lang="en-US" altLang="ja-JP"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a:t>
            </a:r>
            <a:r>
              <a:rPr kumimoji="1" lang="ja-JP" altLang="en-US"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補完</a:t>
            </a:r>
            <a:endParaRPr kumimoji="1" lang="en-US" altLang="ja-JP"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a:p>
            <a:pPr marL="171450" marR="0" lvl="0" indent="-171450"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テストコードの生成</a:t>
            </a:r>
            <a:endParaRPr kumimoji="1" lang="en-US" altLang="ja-JP"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a:p>
            <a:pPr marL="171450" marR="0" lvl="0" indent="-171450"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altLang="ja-JP" sz="1200" b="0" i="0" u="none" strike="noStrike" kern="0" cap="none" spc="0" normalizeH="0" baseline="0" noProof="0" err="1">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IaC</a:t>
            </a:r>
            <a:r>
              <a:rPr kumimoji="1" lang="ja-JP" altLang="en-US"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によるインフラ定義支援</a:t>
            </a:r>
            <a:endParaRPr kumimoji="1" lang="en-US" altLang="ja-JP"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a:p>
            <a:pPr marL="171450" marR="0" lvl="0" indent="-171450"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エージェントによるタスクの自立実行</a:t>
            </a:r>
            <a:r>
              <a:rPr kumimoji="1" lang="en-US" altLang="ja-JP"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a:t>
            </a:r>
            <a:r>
              <a:rPr kumimoji="1" lang="ja-JP" altLang="en-US"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マルチスレッド実行</a:t>
            </a:r>
            <a:endParaRPr kumimoji="1" lang="en-US" altLang="ja-JP"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a:p>
            <a:pPr marL="0" marR="0" lvl="0" indent="0" defTabSz="932472" rtl="0" eaLnBrk="1" fontAlgn="base" latinLnBrk="0" hangingPunct="1">
              <a:lnSpc>
                <a:spcPct val="100000"/>
              </a:lnSpc>
              <a:spcBef>
                <a:spcPct val="0"/>
              </a:spcBef>
              <a:spcAft>
                <a:spcPct val="0"/>
              </a:spcAft>
              <a:buClrTx/>
              <a:buSzTx/>
              <a:buFontTx/>
              <a:buNone/>
              <a:tabLst/>
              <a:defRPr/>
            </a:pPr>
            <a:endParaRPr kumimoji="1" lang="en-US" altLang="ja-JP"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p:txBody>
      </p:sp>
      <p:sp>
        <p:nvSpPr>
          <p:cNvPr id="183" name="正方形/長方形 182">
            <a:extLst>
              <a:ext uri="{FF2B5EF4-FFF2-40B4-BE49-F238E27FC236}">
                <a16:creationId xmlns:a16="http://schemas.microsoft.com/office/drawing/2014/main" id="{DCD00A7B-15CA-E395-8300-5204D2D14D25}"/>
              </a:ext>
            </a:extLst>
          </p:cNvPr>
          <p:cNvSpPr/>
          <p:nvPr/>
        </p:nvSpPr>
        <p:spPr bwMode="auto">
          <a:xfrm>
            <a:off x="4982578" y="5993853"/>
            <a:ext cx="2325982" cy="596508"/>
          </a:xfrm>
          <a:prstGeom prst="rect">
            <a:avLst/>
          </a:prstGeom>
          <a:solidFill>
            <a:srgbClr val="D3FA37"/>
          </a:solidFill>
          <a:ln w="25400" cap="flat" cmpd="sng" algn="ctr">
            <a:solidFill>
              <a:srgbClr val="D3FA37">
                <a:shade val="15000"/>
              </a:srgbClr>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171450" marR="0" lvl="0" indent="-171450"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コードレビュー</a:t>
            </a:r>
            <a:endParaRPr kumimoji="1" lang="en-US" altLang="ja-JP"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a:p>
            <a:pPr marL="171450" marR="0" lvl="0" indent="-171450"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プルリクエストのサマリー</a:t>
            </a:r>
            <a:endParaRPr kumimoji="1" lang="en-US" altLang="ja-JP"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p:txBody>
      </p:sp>
      <p:sp>
        <p:nvSpPr>
          <p:cNvPr id="184" name="吹き出し: 線 (枠付き、強調線付き) 39">
            <a:extLst>
              <a:ext uri="{FF2B5EF4-FFF2-40B4-BE49-F238E27FC236}">
                <a16:creationId xmlns:a16="http://schemas.microsoft.com/office/drawing/2014/main" id="{F6449974-E6D4-D1B5-AB5D-08FA31A411E5}"/>
              </a:ext>
            </a:extLst>
          </p:cNvPr>
          <p:cNvSpPr/>
          <p:nvPr/>
        </p:nvSpPr>
        <p:spPr bwMode="auto">
          <a:xfrm>
            <a:off x="9649699" y="5129439"/>
            <a:ext cx="2428185" cy="991662"/>
          </a:xfrm>
          <a:prstGeom prst="accentBorderCallout1">
            <a:avLst>
              <a:gd name="adj1" fmla="val 18750"/>
              <a:gd name="adj2" fmla="val -8333"/>
              <a:gd name="adj3" fmla="val 55882"/>
              <a:gd name="adj4" fmla="val -47758"/>
            </a:avLst>
          </a:prstGeom>
          <a:solidFill>
            <a:srgbClr val="D3FA37"/>
          </a:solidFill>
          <a:ln w="25400" cap="flat" cmpd="sng" algn="ctr">
            <a:solidFill>
              <a:srgbClr val="D3FA37">
                <a:shade val="15000"/>
              </a:srgbClr>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171450" marR="0" lvl="0" indent="-171450"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エラー原因の調査</a:t>
            </a:r>
            <a:endParaRPr kumimoji="1" lang="en-US" altLang="ja-JP"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a:p>
            <a:pPr marL="171450" marR="0" lvl="0" indent="-171450"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altLang="ja-JP"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App modernization</a:t>
            </a:r>
            <a:r>
              <a:rPr kumimoji="1" lang="ja-JP" altLang="en-US"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a:t>
            </a:r>
            <a:r>
              <a:rPr kumimoji="1" lang="en-US" altLang="ja-JP"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.NET, Java</a:t>
            </a:r>
            <a:r>
              <a:rPr kumimoji="1" lang="ja-JP" altLang="en-US"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のバージョンアップ）</a:t>
            </a:r>
            <a:endParaRPr kumimoji="1" lang="en-US" altLang="ja-JP"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a:p>
            <a:pPr marL="171450" marR="0" lvl="0" indent="-171450"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運用ドキュメントの更新</a:t>
            </a:r>
          </a:p>
        </p:txBody>
      </p:sp>
      <p:sp>
        <p:nvSpPr>
          <p:cNvPr id="185" name="吹き出し: 線 (枠付き、強調線付き) 40">
            <a:extLst>
              <a:ext uri="{FF2B5EF4-FFF2-40B4-BE49-F238E27FC236}">
                <a16:creationId xmlns:a16="http://schemas.microsoft.com/office/drawing/2014/main" id="{A11F1D7C-60CB-E4AA-AF76-57AB4A1FFB71}"/>
              </a:ext>
            </a:extLst>
          </p:cNvPr>
          <p:cNvSpPr/>
          <p:nvPr/>
        </p:nvSpPr>
        <p:spPr bwMode="auto">
          <a:xfrm>
            <a:off x="9561855" y="2463398"/>
            <a:ext cx="2229691" cy="620670"/>
          </a:xfrm>
          <a:prstGeom prst="accentBorderCallout1">
            <a:avLst>
              <a:gd name="adj1" fmla="val 18750"/>
              <a:gd name="adj2" fmla="val -8333"/>
              <a:gd name="adj3" fmla="val 112261"/>
              <a:gd name="adj4" fmla="val -52970"/>
            </a:avLst>
          </a:prstGeom>
          <a:solidFill>
            <a:srgbClr val="D3FA37"/>
          </a:solidFill>
          <a:ln w="25400" cap="flat" cmpd="sng" algn="ctr">
            <a:solidFill>
              <a:srgbClr val="D3FA37">
                <a:shade val="15000"/>
              </a:srgbClr>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171450" marR="0" lvl="0" indent="-171450"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altLang="ja-JP"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CI/CD</a:t>
            </a:r>
            <a:r>
              <a:rPr kumimoji="1" lang="ja-JP" altLang="en-US"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の</a:t>
            </a:r>
            <a:r>
              <a:rPr kumimoji="1" lang="en-US" altLang="ja-JP" sz="1200" b="0" i="0" u="none" strike="noStrike" kern="0" cap="none" spc="0" normalizeH="0" baseline="0" noProof="0" err="1">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yaml</a:t>
            </a:r>
            <a:r>
              <a:rPr kumimoji="1" lang="ja-JP" altLang="en-US"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ファイル作成</a:t>
            </a:r>
            <a:endParaRPr kumimoji="1" lang="en-US" altLang="ja-JP"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endParaRPr>
          </a:p>
          <a:p>
            <a:pPr marL="171450" marR="0" lvl="0" indent="-171450" defTabSz="932472"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落ちた </a:t>
            </a:r>
            <a:r>
              <a:rPr kumimoji="1" lang="en-US" altLang="ja-JP"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CI </a:t>
            </a:r>
            <a:r>
              <a:rPr kumimoji="1" lang="ja-JP" altLang="en-US" sz="1200" b="0" i="0" u="none" strike="noStrike" kern="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Segoe UI" pitchFamily="34" charset="0"/>
              </a:rPr>
              <a:t>の修正、再実行</a:t>
            </a:r>
          </a:p>
        </p:txBody>
      </p:sp>
      <p:sp>
        <p:nvSpPr>
          <p:cNvPr id="199" name="コンテンツ プレースホルダー 5">
            <a:extLst>
              <a:ext uri="{FF2B5EF4-FFF2-40B4-BE49-F238E27FC236}">
                <a16:creationId xmlns:a16="http://schemas.microsoft.com/office/drawing/2014/main" id="{C1E564FE-9450-1808-5793-22CA607EEB43}"/>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lvl="0" indent="0">
              <a:buNone/>
            </a:pPr>
            <a:r>
              <a:rPr lang="ja-JP" altLang="en-US" sz="2000">
                <a:latin typeface="Yu Gothic UI"/>
                <a:ea typeface="Yu Gothic UI"/>
                <a:cs typeface="Yu Gothic UI"/>
                <a:sym typeface="Yu Gothic UI"/>
              </a:rPr>
              <a:t>ソフトウェアの開発プロセス全てで</a:t>
            </a:r>
            <a:r>
              <a:rPr lang="en" altLang="ja-JP" sz="2000" dirty="0" err="1">
                <a:latin typeface="Yu Gothic UI"/>
                <a:ea typeface="Yu Gothic UI"/>
                <a:cs typeface="Yu Gothic UI"/>
                <a:sym typeface="Yu Gothic UI"/>
              </a:rPr>
              <a:t>GItHub</a:t>
            </a:r>
            <a:r>
              <a:rPr lang="en" altLang="ja-JP" sz="2000" dirty="0">
                <a:latin typeface="Yu Gothic UI"/>
                <a:ea typeface="Yu Gothic UI"/>
                <a:cs typeface="Yu Gothic UI"/>
                <a:sym typeface="Yu Gothic UI"/>
              </a:rPr>
              <a:t> Copilot </a:t>
            </a:r>
            <a:r>
              <a:rPr lang="ja-JP" altLang="en-US" sz="2000">
                <a:latin typeface="Yu Gothic UI"/>
                <a:ea typeface="Yu Gothic UI"/>
                <a:cs typeface="Yu Gothic UI"/>
                <a:sym typeface="Yu Gothic UI"/>
              </a:rPr>
              <a:t>を活用</a:t>
            </a:r>
            <a:r>
              <a:rPr lang="ja-JP" altLang="en-US" sz="2000">
                <a:sym typeface="Yu Gothic UI"/>
              </a:rPr>
              <a:t>でき、</a:t>
            </a:r>
            <a:r>
              <a:rPr lang="en-US" altLang="ja-JP" sz="2000" dirty="0">
                <a:sym typeface="Yu Gothic UI"/>
              </a:rPr>
              <a:t> </a:t>
            </a:r>
            <a:r>
              <a:rPr lang="ja-JP" altLang="en-US" sz="2000">
                <a:sym typeface="Yu Gothic UI"/>
              </a:rPr>
              <a:t>一気通貫な</a:t>
            </a:r>
            <a:r>
              <a:rPr lang="en-US" altLang="ja-JP" sz="2000" dirty="0">
                <a:sym typeface="Yu Gothic UI"/>
              </a:rPr>
              <a:t> Agentic DevOps </a:t>
            </a:r>
            <a:r>
              <a:rPr lang="ja-JP" altLang="en-US" sz="2000">
                <a:sym typeface="Yu Gothic UI"/>
              </a:rPr>
              <a:t>を実現することが可能です。</a:t>
            </a:r>
            <a:r>
              <a:rPr lang="en-US" altLang="ja-JP" sz="2000" dirty="0">
                <a:sym typeface="Yu Gothic UI"/>
              </a:rPr>
              <a:t> </a:t>
            </a:r>
            <a:endParaRPr lang="ja-JP" altLang="en-US" sz="2000">
              <a:latin typeface="Yu Gothic UI"/>
              <a:ea typeface="Yu Gothic UI"/>
              <a:cs typeface="Yu Gothic UI"/>
              <a:sym typeface="Yu Gothic UI"/>
            </a:endParaRPr>
          </a:p>
          <a:p>
            <a:pPr marL="0" lvl="0" indent="0">
              <a:buNone/>
            </a:pPr>
            <a:endParaRPr lang="ja-JP" altLang="en-US" sz="2000">
              <a:latin typeface="Yu Gothic UI"/>
              <a:ea typeface="Yu Gothic UI"/>
              <a:cs typeface="Yu Gothic UI"/>
              <a:sym typeface="Yu Gothic UI"/>
            </a:endParaRPr>
          </a:p>
        </p:txBody>
      </p:sp>
    </p:spTree>
    <p:extLst>
      <p:ext uri="{BB962C8B-B14F-4D97-AF65-F5344CB8AC3E}">
        <p14:creationId xmlns:p14="http://schemas.microsoft.com/office/powerpoint/2010/main" val="1082158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99755-FC97-765B-9392-8E0B5F4B4547}"/>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2B5469E2-F6BE-A60A-2D53-44AB1C08E268}"/>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en-US" altLang="ja-JP" sz="2000" b="1" dirty="0">
                <a:latin typeface="Yu Gothic UI" panose="020B0500000000000000" pitchFamily="50" charset="-128"/>
                <a:ea typeface="Yu Gothic UI" panose="020B0500000000000000" pitchFamily="50" charset="-128"/>
              </a:rPr>
              <a:t>Coding Agent </a:t>
            </a:r>
            <a:r>
              <a:rPr kumimoji="1" lang="ja-JP" altLang="en-US" sz="2000" b="1">
                <a:latin typeface="Yu Gothic UI" panose="020B0500000000000000" pitchFamily="50" charset="-128"/>
                <a:ea typeface="Yu Gothic UI" panose="020B0500000000000000" pitchFamily="50" charset="-128"/>
              </a:rPr>
              <a:t>とのコラボレーションによるマルチスレッド開発</a:t>
            </a:r>
            <a:endParaRPr lang="en-US" altLang="ja-JP" sz="2000" b="1" dirty="0">
              <a:solidFill>
                <a:srgbClr val="1F2937"/>
              </a:solidFill>
              <a:latin typeface="Yu Gothic" pitchFamily="34" charset="0"/>
              <a:ea typeface="Yu Gothic" pitchFamily="34" charset="-122"/>
              <a:cs typeface="Yu Gothic" pitchFamily="34" charset="-120"/>
            </a:endParaRPr>
          </a:p>
        </p:txBody>
      </p:sp>
      <p:sp>
        <p:nvSpPr>
          <p:cNvPr id="2" name="正方形/長方形 1">
            <a:extLst>
              <a:ext uri="{FF2B5EF4-FFF2-40B4-BE49-F238E27FC236}">
                <a16:creationId xmlns:a16="http://schemas.microsoft.com/office/drawing/2014/main" id="{350B08A0-C1E1-73F7-0178-BD91FFCF7D48}"/>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10</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B4A4B0B9-B077-024D-CE07-B9C737016C36}"/>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199" name="コンテンツ プレースホルダー 5">
            <a:extLst>
              <a:ext uri="{FF2B5EF4-FFF2-40B4-BE49-F238E27FC236}">
                <a16:creationId xmlns:a16="http://schemas.microsoft.com/office/drawing/2014/main" id="{66FFFCDA-3BC7-9201-8B7A-363EE0815A98}"/>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lvl="0" indent="0">
              <a:buNone/>
            </a:pPr>
            <a:r>
              <a:rPr lang="en-US" altLang="ja-JP" sz="2000" dirty="0">
                <a:latin typeface="Yu Gothic UI"/>
                <a:ea typeface="Yu Gothic UI"/>
                <a:cs typeface="Yu Gothic UI"/>
                <a:sym typeface="Yu Gothic UI"/>
              </a:rPr>
              <a:t>Coding Agent </a:t>
            </a:r>
            <a:r>
              <a:rPr lang="ja-JP" altLang="en-US" sz="2000">
                <a:latin typeface="Yu Gothic UI"/>
                <a:ea typeface="Yu Gothic UI"/>
                <a:cs typeface="Yu Gothic UI"/>
                <a:sym typeface="Yu Gothic UI"/>
              </a:rPr>
              <a:t>は</a:t>
            </a:r>
            <a:r>
              <a:rPr lang="en-US" altLang="ja-JP" sz="2000" dirty="0">
                <a:latin typeface="Yu Gothic UI"/>
                <a:ea typeface="Yu Gothic UI"/>
                <a:cs typeface="Yu Gothic UI"/>
                <a:sym typeface="Yu Gothic UI"/>
              </a:rPr>
              <a:t> Issue </a:t>
            </a:r>
            <a:r>
              <a:rPr lang="ja-JP" altLang="en-US" sz="2000">
                <a:latin typeface="Yu Gothic UI"/>
                <a:ea typeface="Yu Gothic UI"/>
                <a:cs typeface="Yu Gothic UI"/>
                <a:sym typeface="Yu Gothic UI"/>
              </a:rPr>
              <a:t>を分割してマルチスレッドに実行できるため、</a:t>
            </a:r>
            <a:r>
              <a:rPr lang="ja-JP" altLang="en-US" sz="2000">
                <a:sym typeface="Yu Gothic UI"/>
              </a:rPr>
              <a:t>並列化して効率的に開発を進めることが可能です。</a:t>
            </a:r>
            <a:endParaRPr lang="en-US" altLang="ja-JP" sz="2000" dirty="0">
              <a:latin typeface="Yu Gothic UI"/>
              <a:ea typeface="Yu Gothic UI"/>
              <a:cs typeface="Yu Gothic UI"/>
              <a:sym typeface="Yu Gothic UI"/>
            </a:endParaRPr>
          </a:p>
        </p:txBody>
      </p:sp>
      <p:pic>
        <p:nvPicPr>
          <p:cNvPr id="3" name="Picture 10" descr="GitHub Copilot Chat - Visual Studio Marketplace">
            <a:extLst>
              <a:ext uri="{FF2B5EF4-FFF2-40B4-BE49-F238E27FC236}">
                <a16:creationId xmlns:a16="http://schemas.microsoft.com/office/drawing/2014/main" id="{15510616-2618-0DA1-8471-DDFB05FCF7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6619" y="2435793"/>
            <a:ext cx="640757" cy="640757"/>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D9B83FEF-C32F-F6EE-293A-344B117C053C}"/>
              </a:ext>
            </a:extLst>
          </p:cNvPr>
          <p:cNvSpPr txBox="1"/>
          <p:nvPr/>
        </p:nvSpPr>
        <p:spPr>
          <a:xfrm>
            <a:off x="4722061" y="6074512"/>
            <a:ext cx="1362189" cy="215444"/>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開発者</a:t>
            </a:r>
          </a:p>
        </p:txBody>
      </p:sp>
      <p:cxnSp>
        <p:nvCxnSpPr>
          <p:cNvPr id="7" name="直線矢印コネクタ 6">
            <a:extLst>
              <a:ext uri="{FF2B5EF4-FFF2-40B4-BE49-F238E27FC236}">
                <a16:creationId xmlns:a16="http://schemas.microsoft.com/office/drawing/2014/main" id="{BB6238B4-3AD7-1FE5-61D1-FFBDCA70C206}"/>
              </a:ext>
            </a:extLst>
          </p:cNvPr>
          <p:cNvCxnSpPr>
            <a:cxnSpLocks/>
          </p:cNvCxnSpPr>
          <p:nvPr/>
        </p:nvCxnSpPr>
        <p:spPr>
          <a:xfrm>
            <a:off x="6287085" y="2744047"/>
            <a:ext cx="1217094" cy="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49ECF719-4AE1-5951-E186-03C9300C9599}"/>
              </a:ext>
            </a:extLst>
          </p:cNvPr>
          <p:cNvSpPr txBox="1"/>
          <p:nvPr/>
        </p:nvSpPr>
        <p:spPr>
          <a:xfrm>
            <a:off x="843542" y="3732690"/>
            <a:ext cx="2611395" cy="430887"/>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issue</a:t>
            </a:r>
            <a:r>
              <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を</a:t>
            </a:r>
            <a:r>
              <a:rPr kumimoji="1" lang="en-US" altLang="ja-JP"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sub-issue</a:t>
            </a:r>
            <a:r>
              <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に分割して</a:t>
            </a:r>
            <a:endParaRPr kumimoji="1" lang="en-US" altLang="ja-JP"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endParaRPr>
          </a:p>
          <a:p>
            <a:pPr marL="0" marR="0" lvl="0" indent="0" algn="ctr" defTabSz="914367"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Coding Agent</a:t>
            </a:r>
            <a:r>
              <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と分担して実行</a:t>
            </a:r>
            <a:endParaRPr kumimoji="1" lang="en-US" altLang="ja-JP"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endParaRPr>
          </a:p>
        </p:txBody>
      </p:sp>
      <p:pic>
        <p:nvPicPr>
          <p:cNvPr id="10" name="Picture 10" descr="GitHub Copilot Chat - Visual Studio Marketplace">
            <a:extLst>
              <a:ext uri="{FF2B5EF4-FFF2-40B4-BE49-F238E27FC236}">
                <a16:creationId xmlns:a16="http://schemas.microsoft.com/office/drawing/2014/main" id="{4C98B99F-A013-CFC8-8068-22997CD583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4427" y="2425267"/>
            <a:ext cx="640757" cy="640757"/>
          </a:xfrm>
          <a:prstGeom prst="rect">
            <a:avLst/>
          </a:prstGeom>
          <a:noFill/>
          <a:extLst>
            <a:ext uri="{909E8E84-426E-40DD-AFC4-6F175D3DCCD1}">
              <a14:hiddenFill xmlns:a14="http://schemas.microsoft.com/office/drawing/2010/main">
                <a:solidFill>
                  <a:srgbClr val="FFFFFF"/>
                </a:solidFill>
              </a14:hiddenFill>
            </a:ext>
          </a:extLst>
        </p:spPr>
      </p:pic>
      <p:sp>
        <p:nvSpPr>
          <p:cNvPr id="11" name="テキスト ボックス 10">
            <a:extLst>
              <a:ext uri="{FF2B5EF4-FFF2-40B4-BE49-F238E27FC236}">
                <a16:creationId xmlns:a16="http://schemas.microsoft.com/office/drawing/2014/main" id="{4ABA9FA6-5449-2FE0-03F7-DB17F9635AFD}"/>
              </a:ext>
            </a:extLst>
          </p:cNvPr>
          <p:cNvSpPr txBox="1"/>
          <p:nvPr/>
        </p:nvSpPr>
        <p:spPr>
          <a:xfrm>
            <a:off x="7383712" y="3101080"/>
            <a:ext cx="1362189" cy="215444"/>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Coding Agent</a:t>
            </a:r>
            <a:endParaRPr kumimoji="1" lang="ja-JP" altLang="en-US" sz="1400" b="1"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endParaRPr>
          </a:p>
        </p:txBody>
      </p:sp>
      <p:pic>
        <p:nvPicPr>
          <p:cNvPr id="12" name="グラフィックス 11" descr="ユーザー 単色塗りつぶし">
            <a:extLst>
              <a:ext uri="{FF2B5EF4-FFF2-40B4-BE49-F238E27FC236}">
                <a16:creationId xmlns:a16="http://schemas.microsoft.com/office/drawing/2014/main" id="{EFB5B347-681D-795F-A467-B7CCB66347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10791" y="2761089"/>
            <a:ext cx="584775" cy="584775"/>
          </a:xfrm>
          <a:prstGeom prst="rect">
            <a:avLst/>
          </a:prstGeom>
        </p:spPr>
      </p:pic>
      <p:pic>
        <p:nvPicPr>
          <p:cNvPr id="13" name="グラフィックス 12" descr="ユーザー 単色塗りつぶし">
            <a:extLst>
              <a:ext uri="{FF2B5EF4-FFF2-40B4-BE49-F238E27FC236}">
                <a16:creationId xmlns:a16="http://schemas.microsoft.com/office/drawing/2014/main" id="{6B44487D-364C-1C64-A659-E333312ADF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91448" y="5516787"/>
            <a:ext cx="584775" cy="584775"/>
          </a:xfrm>
          <a:prstGeom prst="rect">
            <a:avLst/>
          </a:prstGeom>
        </p:spPr>
      </p:pic>
      <p:sp>
        <p:nvSpPr>
          <p:cNvPr id="14" name="吹き出し: 角を丸めた四角形 14">
            <a:extLst>
              <a:ext uri="{FF2B5EF4-FFF2-40B4-BE49-F238E27FC236}">
                <a16:creationId xmlns:a16="http://schemas.microsoft.com/office/drawing/2014/main" id="{0A6D1AFA-ED6D-E195-9A60-844A85D6F0C9}"/>
              </a:ext>
            </a:extLst>
          </p:cNvPr>
          <p:cNvSpPr/>
          <p:nvPr/>
        </p:nvSpPr>
        <p:spPr>
          <a:xfrm>
            <a:off x="9124914" y="2420200"/>
            <a:ext cx="1921935" cy="647693"/>
          </a:xfrm>
          <a:prstGeom prst="wedgeRoundRectCallout">
            <a:avLst>
              <a:gd name="adj1" fmla="val -68410"/>
              <a:gd name="adj2" fmla="val -4839"/>
              <a:gd name="adj3" fmla="val 16667"/>
            </a:avLst>
          </a:prstGeom>
          <a:solidFill>
            <a:schemeClr val="bg1"/>
          </a:solidFill>
          <a:ln>
            <a:solidFill>
              <a:srgbClr val="000000"/>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終わりました！確認してください。</a:t>
            </a:r>
          </a:p>
        </p:txBody>
      </p:sp>
      <p:sp>
        <p:nvSpPr>
          <p:cNvPr id="15" name="テキスト ボックス 14">
            <a:extLst>
              <a:ext uri="{FF2B5EF4-FFF2-40B4-BE49-F238E27FC236}">
                <a16:creationId xmlns:a16="http://schemas.microsoft.com/office/drawing/2014/main" id="{1DD2E9AC-7EB6-7340-64ED-D1A927E4CDC7}"/>
              </a:ext>
            </a:extLst>
          </p:cNvPr>
          <p:cNvSpPr txBox="1"/>
          <p:nvPr/>
        </p:nvSpPr>
        <p:spPr>
          <a:xfrm>
            <a:off x="4924896" y="3133323"/>
            <a:ext cx="1362189" cy="215444"/>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Coding Agent</a:t>
            </a:r>
            <a:endParaRPr kumimoji="1" lang="ja-JP" altLang="en-US" sz="1400" b="1"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endParaRPr>
          </a:p>
        </p:txBody>
      </p:sp>
      <p:sp>
        <p:nvSpPr>
          <p:cNvPr id="16" name="テキスト ボックス 15">
            <a:extLst>
              <a:ext uri="{FF2B5EF4-FFF2-40B4-BE49-F238E27FC236}">
                <a16:creationId xmlns:a16="http://schemas.microsoft.com/office/drawing/2014/main" id="{AE37F9E8-25A4-41FF-9BF0-FEEDFBD3CB35}"/>
              </a:ext>
            </a:extLst>
          </p:cNvPr>
          <p:cNvSpPr txBox="1"/>
          <p:nvPr/>
        </p:nvSpPr>
        <p:spPr>
          <a:xfrm>
            <a:off x="4398361" y="3429439"/>
            <a:ext cx="2611395" cy="215444"/>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割り当てられた</a:t>
            </a:r>
            <a:r>
              <a:rPr kumimoji="1" lang="en-US" altLang="ja-JP"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issue</a:t>
            </a:r>
            <a:r>
              <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を実行</a:t>
            </a:r>
          </a:p>
        </p:txBody>
      </p:sp>
      <p:sp>
        <p:nvSpPr>
          <p:cNvPr id="17" name="正方形/長方形 16">
            <a:extLst>
              <a:ext uri="{FF2B5EF4-FFF2-40B4-BE49-F238E27FC236}">
                <a16:creationId xmlns:a16="http://schemas.microsoft.com/office/drawing/2014/main" id="{EE4707A2-6B52-94F7-504D-9F26D5E57CC3}"/>
              </a:ext>
            </a:extLst>
          </p:cNvPr>
          <p:cNvSpPr/>
          <p:nvPr/>
        </p:nvSpPr>
        <p:spPr>
          <a:xfrm>
            <a:off x="1149382" y="4352454"/>
            <a:ext cx="2107592" cy="59389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配送管理ダッシュボードの作成</a:t>
            </a:r>
          </a:p>
        </p:txBody>
      </p:sp>
      <p:cxnSp>
        <p:nvCxnSpPr>
          <p:cNvPr id="18" name="コネクタ: カギ線 18">
            <a:extLst>
              <a:ext uri="{FF2B5EF4-FFF2-40B4-BE49-F238E27FC236}">
                <a16:creationId xmlns:a16="http://schemas.microsoft.com/office/drawing/2014/main" id="{5AC328E1-F301-545A-0C75-B6C55C98C6A1}"/>
              </a:ext>
            </a:extLst>
          </p:cNvPr>
          <p:cNvCxnSpPr>
            <a:cxnSpLocks/>
            <a:stCxn id="17" idx="1"/>
            <a:endCxn id="19" idx="1"/>
          </p:cNvCxnSpPr>
          <p:nvPr/>
        </p:nvCxnSpPr>
        <p:spPr>
          <a:xfrm rot="10800000" flipH="1" flipV="1">
            <a:off x="1149382" y="4649399"/>
            <a:ext cx="506356" cy="678994"/>
          </a:xfrm>
          <a:prstGeom prst="bentConnector3">
            <a:avLst>
              <a:gd name="adj1" fmla="val -45146"/>
            </a:avLst>
          </a:prstGeom>
        </p:spPr>
        <p:style>
          <a:lnRef idx="1">
            <a:schemeClr val="dk1"/>
          </a:lnRef>
          <a:fillRef idx="0">
            <a:schemeClr val="dk1"/>
          </a:fillRef>
          <a:effectRef idx="0">
            <a:schemeClr val="dk1"/>
          </a:effectRef>
          <a:fontRef idx="minor">
            <a:schemeClr val="tx1"/>
          </a:fontRef>
        </p:style>
      </p:cxnSp>
      <p:sp>
        <p:nvSpPr>
          <p:cNvPr id="19" name="正方形/長方形 18">
            <a:extLst>
              <a:ext uri="{FF2B5EF4-FFF2-40B4-BE49-F238E27FC236}">
                <a16:creationId xmlns:a16="http://schemas.microsoft.com/office/drawing/2014/main" id="{09AE0167-A390-9B7D-35C4-498C10A4657C}"/>
              </a:ext>
            </a:extLst>
          </p:cNvPr>
          <p:cNvSpPr/>
          <p:nvPr/>
        </p:nvSpPr>
        <p:spPr>
          <a:xfrm>
            <a:off x="1655738" y="5135221"/>
            <a:ext cx="1601236" cy="38634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フロントエンド側の</a:t>
            </a:r>
            <a:endParaRPr kumimoji="1" lang="en-US" altLang="ja-JP"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endParaRPr>
          </a:p>
          <a:p>
            <a:pPr marL="0" marR="0" lvl="0" indent="0" algn="ctr" defTabSz="914367"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モック作成</a:t>
            </a:r>
          </a:p>
        </p:txBody>
      </p:sp>
      <p:sp>
        <p:nvSpPr>
          <p:cNvPr id="20" name="正方形/長方形 19">
            <a:extLst>
              <a:ext uri="{FF2B5EF4-FFF2-40B4-BE49-F238E27FC236}">
                <a16:creationId xmlns:a16="http://schemas.microsoft.com/office/drawing/2014/main" id="{17FB24E5-83EF-EC59-38BB-EC35B9BE6582}"/>
              </a:ext>
            </a:extLst>
          </p:cNvPr>
          <p:cNvSpPr/>
          <p:nvPr/>
        </p:nvSpPr>
        <p:spPr>
          <a:xfrm>
            <a:off x="1655738" y="5645697"/>
            <a:ext cx="1601236" cy="38634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ビジネスロジックの実装</a:t>
            </a:r>
          </a:p>
        </p:txBody>
      </p:sp>
      <p:cxnSp>
        <p:nvCxnSpPr>
          <p:cNvPr id="21" name="コネクタ: カギ線 21">
            <a:extLst>
              <a:ext uri="{FF2B5EF4-FFF2-40B4-BE49-F238E27FC236}">
                <a16:creationId xmlns:a16="http://schemas.microsoft.com/office/drawing/2014/main" id="{5704525E-D27D-3F06-7308-3C0E03BC783D}"/>
              </a:ext>
            </a:extLst>
          </p:cNvPr>
          <p:cNvCxnSpPr>
            <a:cxnSpLocks/>
            <a:stCxn id="17" idx="1"/>
            <a:endCxn id="20" idx="1"/>
          </p:cNvCxnSpPr>
          <p:nvPr/>
        </p:nvCxnSpPr>
        <p:spPr>
          <a:xfrm rot="10800000" flipH="1" flipV="1">
            <a:off x="1149382" y="4649399"/>
            <a:ext cx="506356" cy="1189470"/>
          </a:xfrm>
          <a:prstGeom prst="bentConnector3">
            <a:avLst>
              <a:gd name="adj1" fmla="val -45146"/>
            </a:avLst>
          </a:prstGeom>
        </p:spPr>
        <p:style>
          <a:lnRef idx="1">
            <a:schemeClr val="dk1"/>
          </a:lnRef>
          <a:fillRef idx="0">
            <a:schemeClr val="dk1"/>
          </a:fillRef>
          <a:effectRef idx="0">
            <a:schemeClr val="dk1"/>
          </a:effectRef>
          <a:fontRef idx="minor">
            <a:schemeClr val="tx1"/>
          </a:fontRef>
        </p:style>
      </p:cxnSp>
      <p:cxnSp>
        <p:nvCxnSpPr>
          <p:cNvPr id="22" name="コネクタ: カギ線 22">
            <a:extLst>
              <a:ext uri="{FF2B5EF4-FFF2-40B4-BE49-F238E27FC236}">
                <a16:creationId xmlns:a16="http://schemas.microsoft.com/office/drawing/2014/main" id="{AD7C55FA-4897-8D17-75A5-BB611EB46EEC}"/>
              </a:ext>
            </a:extLst>
          </p:cNvPr>
          <p:cNvCxnSpPr>
            <a:stCxn id="19" idx="3"/>
            <a:endCxn id="3" idx="1"/>
          </p:cNvCxnSpPr>
          <p:nvPr/>
        </p:nvCxnSpPr>
        <p:spPr>
          <a:xfrm flipV="1">
            <a:off x="3256974" y="2756172"/>
            <a:ext cx="1899645" cy="257222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23" name="テキスト ボックス 22">
            <a:extLst>
              <a:ext uri="{FF2B5EF4-FFF2-40B4-BE49-F238E27FC236}">
                <a16:creationId xmlns:a16="http://schemas.microsoft.com/office/drawing/2014/main" id="{BBD16BE4-1650-1C7A-08C3-ADCE8262F5E4}"/>
              </a:ext>
            </a:extLst>
          </p:cNvPr>
          <p:cNvSpPr txBox="1"/>
          <p:nvPr/>
        </p:nvSpPr>
        <p:spPr>
          <a:xfrm>
            <a:off x="4067369" y="2336576"/>
            <a:ext cx="1133700" cy="369332"/>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Coding Agent</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にアサイン</a:t>
            </a:r>
          </a:p>
        </p:txBody>
      </p:sp>
      <p:sp>
        <p:nvSpPr>
          <p:cNvPr id="24" name="四角形: メモ 24">
            <a:extLst>
              <a:ext uri="{FF2B5EF4-FFF2-40B4-BE49-F238E27FC236}">
                <a16:creationId xmlns:a16="http://schemas.microsoft.com/office/drawing/2014/main" id="{740AE5BC-B7DE-9433-CE7E-7F958C88AA3F}"/>
              </a:ext>
            </a:extLst>
          </p:cNvPr>
          <p:cNvSpPr/>
          <p:nvPr/>
        </p:nvSpPr>
        <p:spPr>
          <a:xfrm>
            <a:off x="4728064" y="4225151"/>
            <a:ext cx="2281691" cy="1262925"/>
          </a:xfrm>
          <a:prstGeom prst="foldedCorner">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現在の</a:t>
            </a:r>
            <a:r>
              <a:rPr kumimoji="1" lang="en-US" altLang="ja-JP"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Repos</a:t>
            </a: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構造をチェック</a:t>
            </a:r>
            <a:endParaRPr kumimoji="1" lang="en-US" altLang="ja-JP"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endParaRP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実装計画を作成</a:t>
            </a:r>
            <a:endParaRPr kumimoji="1" lang="en-US" altLang="ja-JP"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endParaRP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実装をスタート</a:t>
            </a:r>
            <a:endParaRPr kumimoji="1" lang="en-US" altLang="ja-JP"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endParaRP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UI</a:t>
            </a: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テストの実行</a:t>
            </a:r>
            <a:endParaRPr kumimoji="1" lang="en-US" altLang="ja-JP"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endParaRP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セキュリティスキャンの実行 </a:t>
            </a:r>
            <a:r>
              <a:rPr kumimoji="1" lang="en-US" altLang="ja-JP"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a:t>
            </a: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a:t>
            </a:r>
            <a:r>
              <a:rPr kumimoji="1" lang="en-US" altLang="ja-JP"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New!)</a:t>
            </a:r>
          </a:p>
        </p:txBody>
      </p:sp>
      <p:sp>
        <p:nvSpPr>
          <p:cNvPr id="25" name="正方形/長方形 24">
            <a:extLst>
              <a:ext uri="{FF2B5EF4-FFF2-40B4-BE49-F238E27FC236}">
                <a16:creationId xmlns:a16="http://schemas.microsoft.com/office/drawing/2014/main" id="{02092440-F303-B49A-1880-80B77126CB7D}"/>
              </a:ext>
            </a:extLst>
          </p:cNvPr>
          <p:cNvSpPr/>
          <p:nvPr/>
        </p:nvSpPr>
        <p:spPr>
          <a:xfrm>
            <a:off x="4753388" y="3732689"/>
            <a:ext cx="1601236" cy="38634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フロントエンド側の</a:t>
            </a:r>
            <a:endParaRPr kumimoji="1" lang="en-US" altLang="ja-JP"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endParaRPr>
          </a:p>
          <a:p>
            <a:pPr marL="0" marR="0" lvl="0" indent="0" algn="ctr" defTabSz="914367"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モック作成</a:t>
            </a:r>
          </a:p>
        </p:txBody>
      </p:sp>
      <p:sp>
        <p:nvSpPr>
          <p:cNvPr id="26" name="正方形/長方形 25">
            <a:extLst>
              <a:ext uri="{FF2B5EF4-FFF2-40B4-BE49-F238E27FC236}">
                <a16:creationId xmlns:a16="http://schemas.microsoft.com/office/drawing/2014/main" id="{D4160662-E50A-D8BC-189A-9F9A64598225}"/>
              </a:ext>
            </a:extLst>
          </p:cNvPr>
          <p:cNvSpPr/>
          <p:nvPr/>
        </p:nvSpPr>
        <p:spPr>
          <a:xfrm>
            <a:off x="4722061" y="6389173"/>
            <a:ext cx="1601236" cy="38634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ビジネスロジックの実装</a:t>
            </a:r>
          </a:p>
        </p:txBody>
      </p:sp>
      <p:cxnSp>
        <p:nvCxnSpPr>
          <p:cNvPr id="27" name="直線矢印コネクタ 26">
            <a:extLst>
              <a:ext uri="{FF2B5EF4-FFF2-40B4-BE49-F238E27FC236}">
                <a16:creationId xmlns:a16="http://schemas.microsoft.com/office/drawing/2014/main" id="{02461D6C-EED7-1439-9359-64905D8344A6}"/>
              </a:ext>
            </a:extLst>
          </p:cNvPr>
          <p:cNvCxnSpPr>
            <a:cxnSpLocks/>
            <a:stCxn id="20" idx="3"/>
            <a:endCxn id="13" idx="1"/>
          </p:cNvCxnSpPr>
          <p:nvPr/>
        </p:nvCxnSpPr>
        <p:spPr>
          <a:xfrm flipV="1">
            <a:off x="3256974" y="5809175"/>
            <a:ext cx="1834474" cy="29694"/>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40987B8A-F570-3D87-2F91-87BCE5949ED5}"/>
              </a:ext>
            </a:extLst>
          </p:cNvPr>
          <p:cNvSpPr txBox="1"/>
          <p:nvPr/>
        </p:nvSpPr>
        <p:spPr>
          <a:xfrm>
            <a:off x="3454937" y="5943452"/>
            <a:ext cx="1362189" cy="184666"/>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自分自身で実行</a:t>
            </a:r>
          </a:p>
        </p:txBody>
      </p:sp>
      <p:sp>
        <p:nvSpPr>
          <p:cNvPr id="29" name="四角形: メモ 29">
            <a:extLst>
              <a:ext uri="{FF2B5EF4-FFF2-40B4-BE49-F238E27FC236}">
                <a16:creationId xmlns:a16="http://schemas.microsoft.com/office/drawing/2014/main" id="{FD07AA3C-4834-9641-0C56-1781199C6E29}"/>
              </a:ext>
            </a:extLst>
          </p:cNvPr>
          <p:cNvSpPr/>
          <p:nvPr/>
        </p:nvSpPr>
        <p:spPr>
          <a:xfrm>
            <a:off x="7395972" y="4194364"/>
            <a:ext cx="2055114" cy="910070"/>
          </a:xfrm>
          <a:prstGeom prst="foldedCorner">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Pull Request: </a:t>
            </a:r>
          </a:p>
          <a:p>
            <a:pPr marL="0" marR="0" lvl="0" indent="0" algn="l" defTabSz="914367"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React, Material-UI</a:t>
            </a: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でフロントエンドの</a:t>
            </a:r>
            <a:r>
              <a:rPr kumimoji="1" lang="en-US" altLang="ja-JP"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Mock</a:t>
            </a: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を作成</a:t>
            </a:r>
            <a:endParaRPr kumimoji="1" lang="en-US" altLang="ja-JP"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endParaRPr>
          </a:p>
        </p:txBody>
      </p:sp>
      <p:sp>
        <p:nvSpPr>
          <p:cNvPr id="30" name="テキスト ボックス 29">
            <a:extLst>
              <a:ext uri="{FF2B5EF4-FFF2-40B4-BE49-F238E27FC236}">
                <a16:creationId xmlns:a16="http://schemas.microsoft.com/office/drawing/2014/main" id="{004C7AA0-E7E7-EDA3-420B-5B2E18B70321}"/>
              </a:ext>
            </a:extLst>
          </p:cNvPr>
          <p:cNvSpPr txBox="1"/>
          <p:nvPr/>
        </p:nvSpPr>
        <p:spPr>
          <a:xfrm>
            <a:off x="6945286" y="3476207"/>
            <a:ext cx="2611395" cy="215444"/>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PR</a:t>
            </a:r>
            <a:r>
              <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を作成しレビューを依頼</a:t>
            </a:r>
          </a:p>
        </p:txBody>
      </p:sp>
      <p:sp>
        <p:nvSpPr>
          <p:cNvPr id="31" name="テキスト ボックス 30">
            <a:extLst>
              <a:ext uri="{FF2B5EF4-FFF2-40B4-BE49-F238E27FC236}">
                <a16:creationId xmlns:a16="http://schemas.microsoft.com/office/drawing/2014/main" id="{B3271176-6E2B-64E7-DBFA-A35359F46E64}"/>
              </a:ext>
            </a:extLst>
          </p:cNvPr>
          <p:cNvSpPr txBox="1"/>
          <p:nvPr/>
        </p:nvSpPr>
        <p:spPr>
          <a:xfrm>
            <a:off x="1499745" y="3483844"/>
            <a:ext cx="1362189" cy="215444"/>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開発者</a:t>
            </a:r>
          </a:p>
        </p:txBody>
      </p:sp>
      <p:sp>
        <p:nvSpPr>
          <p:cNvPr id="32" name="テキスト ボックス 31">
            <a:extLst>
              <a:ext uri="{FF2B5EF4-FFF2-40B4-BE49-F238E27FC236}">
                <a16:creationId xmlns:a16="http://schemas.microsoft.com/office/drawing/2014/main" id="{20C6B87D-B3E1-B18B-5AFC-56DF3EE7AD11}"/>
              </a:ext>
            </a:extLst>
          </p:cNvPr>
          <p:cNvSpPr txBox="1"/>
          <p:nvPr/>
        </p:nvSpPr>
        <p:spPr>
          <a:xfrm>
            <a:off x="7591061" y="6004990"/>
            <a:ext cx="1362189" cy="215444"/>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開発者</a:t>
            </a:r>
          </a:p>
        </p:txBody>
      </p:sp>
      <p:pic>
        <p:nvPicPr>
          <p:cNvPr id="33" name="グラフィックス 32" descr="ユーザー 単色塗りつぶし">
            <a:extLst>
              <a:ext uri="{FF2B5EF4-FFF2-40B4-BE49-F238E27FC236}">
                <a16:creationId xmlns:a16="http://schemas.microsoft.com/office/drawing/2014/main" id="{75E07883-9CFD-81DD-2AB7-15768A4C40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60448" y="5447265"/>
            <a:ext cx="584775" cy="584775"/>
          </a:xfrm>
          <a:prstGeom prst="rect">
            <a:avLst/>
          </a:prstGeom>
        </p:spPr>
      </p:pic>
      <p:cxnSp>
        <p:nvCxnSpPr>
          <p:cNvPr id="34" name="コネクタ: カギ線 34">
            <a:extLst>
              <a:ext uri="{FF2B5EF4-FFF2-40B4-BE49-F238E27FC236}">
                <a16:creationId xmlns:a16="http://schemas.microsoft.com/office/drawing/2014/main" id="{EC127494-F666-5A4C-674A-E9FF2A85514D}"/>
              </a:ext>
            </a:extLst>
          </p:cNvPr>
          <p:cNvCxnSpPr>
            <a:cxnSpLocks/>
            <a:stCxn id="29" idx="3"/>
            <a:endCxn id="33" idx="3"/>
          </p:cNvCxnSpPr>
          <p:nvPr/>
        </p:nvCxnSpPr>
        <p:spPr>
          <a:xfrm flipH="1">
            <a:off x="8545223" y="4649399"/>
            <a:ext cx="905863" cy="1090254"/>
          </a:xfrm>
          <a:prstGeom prst="bentConnector3">
            <a:avLst>
              <a:gd name="adj1" fmla="val -25236"/>
            </a:avLst>
          </a:prstGeom>
          <a:ln>
            <a:tailEnd type="triangle"/>
          </a:ln>
        </p:spPr>
        <p:style>
          <a:lnRef idx="1">
            <a:schemeClr val="dk1"/>
          </a:lnRef>
          <a:fillRef idx="0">
            <a:schemeClr val="dk1"/>
          </a:fillRef>
          <a:effectRef idx="0">
            <a:schemeClr val="dk1"/>
          </a:effectRef>
          <a:fontRef idx="minor">
            <a:schemeClr val="tx1"/>
          </a:fontRef>
        </p:style>
      </p:cxnSp>
      <p:sp>
        <p:nvSpPr>
          <p:cNvPr id="35" name="テキスト ボックス 34">
            <a:extLst>
              <a:ext uri="{FF2B5EF4-FFF2-40B4-BE49-F238E27FC236}">
                <a16:creationId xmlns:a16="http://schemas.microsoft.com/office/drawing/2014/main" id="{48CBDB12-FD2C-30B9-7978-9A56EAB362B3}"/>
              </a:ext>
            </a:extLst>
          </p:cNvPr>
          <p:cNvSpPr txBox="1"/>
          <p:nvPr/>
        </p:nvSpPr>
        <p:spPr>
          <a:xfrm>
            <a:off x="9939855" y="5060819"/>
            <a:ext cx="1362189" cy="184666"/>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50" charset="-128"/>
                <a:ea typeface="Yu Gothic UI" panose="020B0500000000000000" pitchFamily="50" charset="-128"/>
                <a:cs typeface="+mn-cs"/>
              </a:rPr>
              <a:t>レビュー依頼依頼</a:t>
            </a:r>
          </a:p>
        </p:txBody>
      </p:sp>
      <p:cxnSp>
        <p:nvCxnSpPr>
          <p:cNvPr id="36" name="コネクタ: カギ線 36">
            <a:extLst>
              <a:ext uri="{FF2B5EF4-FFF2-40B4-BE49-F238E27FC236}">
                <a16:creationId xmlns:a16="http://schemas.microsoft.com/office/drawing/2014/main" id="{9BA355D3-1BAB-A423-6E6F-AC94F8E8E8C6}"/>
              </a:ext>
            </a:extLst>
          </p:cNvPr>
          <p:cNvCxnSpPr>
            <a:cxnSpLocks/>
            <a:stCxn id="29" idx="3"/>
            <a:endCxn id="33" idx="3"/>
          </p:cNvCxnSpPr>
          <p:nvPr/>
        </p:nvCxnSpPr>
        <p:spPr>
          <a:xfrm flipH="1">
            <a:off x="8545223" y="4649399"/>
            <a:ext cx="905863" cy="1090254"/>
          </a:xfrm>
          <a:prstGeom prst="bentConnector3">
            <a:avLst>
              <a:gd name="adj1" fmla="val -25236"/>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7" name="コネクタ: カギ線 37">
            <a:extLst>
              <a:ext uri="{FF2B5EF4-FFF2-40B4-BE49-F238E27FC236}">
                <a16:creationId xmlns:a16="http://schemas.microsoft.com/office/drawing/2014/main" id="{BCA6374A-1611-32A2-1FCA-3E54E50012FC}"/>
              </a:ext>
            </a:extLst>
          </p:cNvPr>
          <p:cNvCxnSpPr>
            <a:stCxn id="19" idx="3"/>
            <a:endCxn id="3" idx="1"/>
          </p:cNvCxnSpPr>
          <p:nvPr/>
        </p:nvCxnSpPr>
        <p:spPr>
          <a:xfrm flipV="1">
            <a:off x="3256974" y="2756172"/>
            <a:ext cx="1899645" cy="2572221"/>
          </a:xfrm>
          <a:prstGeom prst="bentConnector3">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60438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1542C-5C3B-1879-5ADE-6E25C10591F1}"/>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AA819131-D721-7050-B849-26673049D96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en-US" altLang="ja-JP" sz="2000" b="1" dirty="0">
                <a:latin typeface="Yu Gothic UI" panose="020B0500000000000000" pitchFamily="50" charset="-128"/>
                <a:ea typeface="Yu Gothic UI" panose="020B0500000000000000" pitchFamily="50" charset="-128"/>
              </a:rPr>
              <a:t>GitHub Copilot </a:t>
            </a:r>
            <a:r>
              <a:rPr kumimoji="1" lang="ja-JP" altLang="en-US" sz="2000" b="1">
                <a:latin typeface="Yu Gothic UI" panose="020B0500000000000000" pitchFamily="50" charset="-128"/>
                <a:ea typeface="Yu Gothic UI" panose="020B0500000000000000" pitchFamily="50" charset="-128"/>
              </a:rPr>
              <a:t>の主な利用シーン</a:t>
            </a:r>
            <a:endParaRPr lang="en-US" altLang="ja-JP" sz="2000" b="1" dirty="0">
              <a:solidFill>
                <a:srgbClr val="1F2937"/>
              </a:solidFill>
              <a:latin typeface="Yu Gothic" pitchFamily="34" charset="0"/>
              <a:ea typeface="Yu Gothic" pitchFamily="34" charset="-122"/>
              <a:cs typeface="Yu Gothic" pitchFamily="34" charset="-120"/>
            </a:endParaRPr>
          </a:p>
        </p:txBody>
      </p:sp>
      <p:sp>
        <p:nvSpPr>
          <p:cNvPr id="2" name="正方形/長方形 1">
            <a:extLst>
              <a:ext uri="{FF2B5EF4-FFF2-40B4-BE49-F238E27FC236}">
                <a16:creationId xmlns:a16="http://schemas.microsoft.com/office/drawing/2014/main" id="{BE57B372-CD31-1CDF-FF90-C12BD7389BEC}"/>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10</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221E96C0-0D33-4E1E-4BBB-A6BF67830F25}"/>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graphicFrame>
        <p:nvGraphicFramePr>
          <p:cNvPr id="38" name="表 37">
            <a:extLst>
              <a:ext uri="{FF2B5EF4-FFF2-40B4-BE49-F238E27FC236}">
                <a16:creationId xmlns:a16="http://schemas.microsoft.com/office/drawing/2014/main" id="{015C5633-B3EF-809D-9FDC-3A5D60E314B0}"/>
              </a:ext>
            </a:extLst>
          </p:cNvPr>
          <p:cNvGraphicFramePr>
            <a:graphicFrameLocks noGrp="1"/>
          </p:cNvGraphicFramePr>
          <p:nvPr>
            <p:extLst>
              <p:ext uri="{D42A27DB-BD31-4B8C-83A1-F6EECF244321}">
                <p14:modId xmlns:p14="http://schemas.microsoft.com/office/powerpoint/2010/main" val="4276121125"/>
              </p:ext>
            </p:extLst>
          </p:nvPr>
        </p:nvGraphicFramePr>
        <p:xfrm>
          <a:off x="685800" y="1400810"/>
          <a:ext cx="10820400" cy="4531360"/>
        </p:xfrm>
        <a:graphic>
          <a:graphicData uri="http://schemas.openxmlformats.org/drawingml/2006/table">
            <a:tbl>
              <a:tblPr firstRow="1" bandRow="1">
                <a:tableStyleId>{5C22544A-7EE6-4342-B048-85BDC9FD1C3A}</a:tableStyleId>
              </a:tblPr>
              <a:tblGrid>
                <a:gridCol w="3764280">
                  <a:extLst>
                    <a:ext uri="{9D8B030D-6E8A-4147-A177-3AD203B41FA5}">
                      <a16:colId xmlns:a16="http://schemas.microsoft.com/office/drawing/2014/main" val="794536137"/>
                    </a:ext>
                  </a:extLst>
                </a:gridCol>
                <a:gridCol w="7056120">
                  <a:extLst>
                    <a:ext uri="{9D8B030D-6E8A-4147-A177-3AD203B41FA5}">
                      <a16:colId xmlns:a16="http://schemas.microsoft.com/office/drawing/2014/main" val="1430496509"/>
                    </a:ext>
                  </a:extLst>
                </a:gridCol>
              </a:tblGrid>
              <a:tr h="370840">
                <a:tc>
                  <a:txBody>
                    <a:bodyPr/>
                    <a:lstStyle/>
                    <a:p>
                      <a:r>
                        <a:rPr kumimoji="1" lang="ja-JP" altLang="en-US" sz="1600"/>
                        <a:t>利用シーン</a:t>
                      </a:r>
                    </a:p>
                  </a:txBody>
                  <a:tcPr/>
                </a:tc>
                <a:tc>
                  <a:txBody>
                    <a:bodyPr/>
                    <a:lstStyle/>
                    <a:p>
                      <a:r>
                        <a:rPr kumimoji="1" lang="ja-JP" altLang="en-US" sz="1600"/>
                        <a:t>内容</a:t>
                      </a:r>
                    </a:p>
                  </a:txBody>
                  <a:tcPr/>
                </a:tc>
                <a:extLst>
                  <a:ext uri="{0D108BD9-81ED-4DB2-BD59-A6C34878D82A}">
                    <a16:rowId xmlns:a16="http://schemas.microsoft.com/office/drawing/2014/main" val="430954629"/>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ja-JP" altLang="en-US" sz="1600">
                          <a:latin typeface="Yu Gothic UI" panose="020B0500000000000000" pitchFamily="50" charset="-128"/>
                          <a:ea typeface="Yu Gothic UI" panose="020B0500000000000000" pitchFamily="50" charset="-128"/>
                        </a:rPr>
                        <a:t>熟練プログラマー </a:t>
                      </a:r>
                      <a:r>
                        <a:rPr lang="en-US" altLang="ja-JP" sz="1600" dirty="0">
                          <a:latin typeface="Yu Gothic UI" panose="020B0500000000000000" pitchFamily="50" charset="-128"/>
                          <a:ea typeface="Yu Gothic UI" panose="020B0500000000000000" pitchFamily="50" charset="-128"/>
                        </a:rPr>
                        <a:t>(AI) </a:t>
                      </a:r>
                      <a:r>
                        <a:rPr lang="ja-JP" altLang="en-US" sz="1600">
                          <a:latin typeface="Yu Gothic UI" panose="020B0500000000000000" pitchFamily="50" charset="-128"/>
                          <a:ea typeface="Yu Gothic UI" panose="020B0500000000000000" pitchFamily="50" charset="-128"/>
                        </a:rPr>
                        <a:t>とペアプログラミング</a:t>
                      </a:r>
                      <a:endParaRPr lang="en-US" altLang="ja-JP" sz="1600" dirty="0">
                        <a:latin typeface="Yu Gothic UI" panose="020B0500000000000000" pitchFamily="50" charset="-128"/>
                        <a:ea typeface="Yu Gothic UI" panose="020B0500000000000000" pitchFamily="50" charset="-128"/>
                      </a:endParaRPr>
                    </a:p>
                  </a:txBody>
                  <a:tcPr/>
                </a:tc>
                <a:tc>
                  <a:txBody>
                    <a:bodyPr/>
                    <a:lstStyle/>
                    <a:p>
                      <a:r>
                        <a:rPr lang="en-US" altLang="ja-JP" sz="1600" dirty="0">
                          <a:latin typeface="Yu Gothic UI" panose="020B0500000000000000" pitchFamily="50" charset="-128"/>
                          <a:ea typeface="Yu Gothic UI" panose="020B0500000000000000" pitchFamily="50" charset="-128"/>
                        </a:rPr>
                        <a:t>OSS </a:t>
                      </a:r>
                      <a:r>
                        <a:rPr lang="ja-JP" altLang="en-US" sz="1600">
                          <a:latin typeface="Yu Gothic UI" panose="020B0500000000000000" pitchFamily="50" charset="-128"/>
                          <a:ea typeface="Yu Gothic UI" panose="020B0500000000000000" pitchFamily="50" charset="-128"/>
                        </a:rPr>
                        <a:t>で公開された学習データのコードは多くの人にレビューされて比較的品質が良い</a:t>
                      </a:r>
                      <a:endParaRPr kumimoji="1" lang="ja-JP" altLang="en-US" sz="1600"/>
                    </a:p>
                  </a:txBody>
                  <a:tcPr/>
                </a:tc>
                <a:extLst>
                  <a:ext uri="{0D108BD9-81ED-4DB2-BD59-A6C34878D82A}">
                    <a16:rowId xmlns:a16="http://schemas.microsoft.com/office/drawing/2014/main" val="405871521"/>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ja-JP" altLang="en-US" sz="1600">
                          <a:latin typeface="Yu Gothic UI" panose="020B0500000000000000" pitchFamily="50" charset="-128"/>
                          <a:ea typeface="Yu Gothic UI" panose="020B0500000000000000" pitchFamily="50" charset="-128"/>
                        </a:rPr>
                        <a:t>未経験言語の習得やオンボーディング支援</a:t>
                      </a:r>
                      <a:endParaRPr lang="en-US" altLang="ja-JP" sz="1600" dirty="0">
                        <a:latin typeface="Yu Gothic UI" panose="020B0500000000000000" pitchFamily="50" charset="-128"/>
                        <a:ea typeface="Yu Gothic UI" panose="020B0500000000000000" pitchFamily="50" charset="-128"/>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altLang="ja-JP" sz="1600" dirty="0">
                          <a:latin typeface="Yu Gothic UI" panose="020B0500000000000000" pitchFamily="50" charset="-128"/>
                          <a:ea typeface="Yu Gothic UI" panose="020B0500000000000000" pitchFamily="50" charset="-128"/>
                        </a:rPr>
                        <a:t>OSS </a:t>
                      </a:r>
                      <a:r>
                        <a:rPr lang="ja-JP" altLang="en-US" sz="1600">
                          <a:latin typeface="Yu Gothic UI" panose="020B0500000000000000" pitchFamily="50" charset="-128"/>
                          <a:ea typeface="Yu Gothic UI" panose="020B0500000000000000" pitchFamily="50" charset="-128"/>
                        </a:rPr>
                        <a:t>で 一般的な言語なら何でも対応し、複雑なコードの説明で理解が進み、オンボーディング時にリポジトリや実装の把握が早くなる</a:t>
                      </a:r>
                      <a:endParaRPr lang="en-US" altLang="ja-JP" sz="1600" dirty="0">
                        <a:latin typeface="Yu Gothic UI" panose="020B0500000000000000" pitchFamily="50" charset="-128"/>
                        <a:ea typeface="Yu Gothic UI" panose="020B0500000000000000" pitchFamily="50" charset="-128"/>
                      </a:endParaRPr>
                    </a:p>
                  </a:txBody>
                  <a:tcPr/>
                </a:tc>
                <a:extLst>
                  <a:ext uri="{0D108BD9-81ED-4DB2-BD59-A6C34878D82A}">
                    <a16:rowId xmlns:a16="http://schemas.microsoft.com/office/drawing/2014/main" val="1367921989"/>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ja-JP" altLang="en-US" sz="1600">
                          <a:latin typeface="Yu Gothic UI" panose="020B0500000000000000" pitchFamily="50" charset="-128"/>
                          <a:ea typeface="Yu Gothic UI" panose="020B0500000000000000" pitchFamily="50" charset="-128"/>
                        </a:rPr>
                        <a:t>テスト実装</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ja-JP" altLang="en-US" sz="1600">
                          <a:latin typeface="Yu Gothic UI" panose="020B0500000000000000" pitchFamily="50" charset="-128"/>
                          <a:ea typeface="Yu Gothic UI" panose="020B0500000000000000" pitchFamily="50" charset="-128"/>
                        </a:rPr>
                        <a:t>ユニットテストコードの自動生成により、テストコードを省略する動機が減る</a:t>
                      </a:r>
                      <a:endParaRPr lang="en-US" altLang="ja-JP" sz="1600" dirty="0">
                        <a:latin typeface="Yu Gothic UI" panose="020B0500000000000000" pitchFamily="50" charset="-128"/>
                        <a:ea typeface="Yu Gothic UI" panose="020B0500000000000000" pitchFamily="50" charset="-128"/>
                      </a:endParaRPr>
                    </a:p>
                  </a:txBody>
                  <a:tcPr/>
                </a:tc>
                <a:extLst>
                  <a:ext uri="{0D108BD9-81ED-4DB2-BD59-A6C34878D82A}">
                    <a16:rowId xmlns:a16="http://schemas.microsoft.com/office/drawing/2014/main" val="4142027135"/>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ja-JP" altLang="en-US" sz="1600">
                          <a:latin typeface="Yu Gothic UI" panose="020B0500000000000000" pitchFamily="50" charset="-128"/>
                          <a:ea typeface="Yu Gothic UI" panose="020B0500000000000000" pitchFamily="50" charset="-128"/>
                        </a:rPr>
                        <a:t>リファクタリングの効率化</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altLang="ja-JP" sz="1600" dirty="0">
                          <a:latin typeface="Yu Gothic UI" panose="020B0500000000000000" pitchFamily="50" charset="-128"/>
                          <a:ea typeface="Yu Gothic UI" panose="020B0500000000000000" pitchFamily="50" charset="-128"/>
                        </a:rPr>
                        <a:t>Copilot </a:t>
                      </a:r>
                      <a:r>
                        <a:rPr lang="ja-JP" altLang="en-US" sz="1600">
                          <a:latin typeface="Yu Gothic UI" panose="020B0500000000000000" pitchFamily="50" charset="-128"/>
                          <a:ea typeface="Yu Gothic UI" panose="020B0500000000000000" pitchFamily="50" charset="-128"/>
                        </a:rPr>
                        <a:t>はコードを理解し最適なリファクタリング案を提示し、複雑なコードも理解しやすい</a:t>
                      </a:r>
                    </a:p>
                  </a:txBody>
                  <a:tcPr/>
                </a:tc>
                <a:extLst>
                  <a:ext uri="{0D108BD9-81ED-4DB2-BD59-A6C34878D82A}">
                    <a16:rowId xmlns:a16="http://schemas.microsoft.com/office/drawing/2014/main" val="1359801992"/>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ja-JP" altLang="en-US" sz="1600">
                          <a:latin typeface="Yu Gothic UI" panose="020B0500000000000000" pitchFamily="50" charset="-128"/>
                          <a:ea typeface="Yu Gothic UI" panose="020B0500000000000000" pitchFamily="50" charset="-128"/>
                        </a:rPr>
                        <a:t>レガシーコードの保守</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altLang="ja-JP" sz="1600" dirty="0">
                          <a:latin typeface="Yu Gothic UI" panose="020B0500000000000000" pitchFamily="50" charset="-128"/>
                          <a:ea typeface="Yu Gothic UI" panose="020B0500000000000000" pitchFamily="50" charset="-128"/>
                        </a:rPr>
                        <a:t>Copilot </a:t>
                      </a:r>
                      <a:r>
                        <a:rPr lang="ja-JP" altLang="en-US" sz="1600">
                          <a:latin typeface="Yu Gothic UI" panose="020B0500000000000000" pitchFamily="50" charset="-128"/>
                          <a:ea typeface="Yu Gothic UI" panose="020B0500000000000000" pitchFamily="50" charset="-128"/>
                        </a:rPr>
                        <a:t>はレガシーコードのバグを素早く見つけて修正案を出し、保守を円滑にする</a:t>
                      </a:r>
                      <a:endParaRPr lang="en-US" altLang="ja-JP" sz="1600" dirty="0">
                        <a:latin typeface="Yu Gothic UI" panose="020B0500000000000000" pitchFamily="50" charset="-128"/>
                        <a:ea typeface="Yu Gothic UI" panose="020B0500000000000000" pitchFamily="50" charset="-128"/>
                      </a:endParaRPr>
                    </a:p>
                  </a:txBody>
                  <a:tcPr/>
                </a:tc>
                <a:extLst>
                  <a:ext uri="{0D108BD9-81ED-4DB2-BD59-A6C34878D82A}">
                    <a16:rowId xmlns:a16="http://schemas.microsoft.com/office/drawing/2014/main" val="1921119169"/>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ja-JP" altLang="en-US" sz="1600">
                          <a:latin typeface="Yu Gothic UI" panose="020B0500000000000000" pitchFamily="50" charset="-128"/>
                          <a:ea typeface="Yu Gothic UI" panose="020B0500000000000000" pitchFamily="50" charset="-128"/>
                        </a:rPr>
                        <a:t>ドキュメント整備やドキュメント不足の補完</a:t>
                      </a:r>
                    </a:p>
                  </a:txBody>
                  <a:tcPr/>
                </a:tc>
                <a:tc>
                  <a:txBody>
                    <a:bodyPr/>
                    <a:lstStyle/>
                    <a:p>
                      <a:r>
                        <a:rPr lang="ja-JP" altLang="en-US" sz="1600">
                          <a:latin typeface="Yu Gothic UI" panose="020B0500000000000000" pitchFamily="50" charset="-128"/>
                          <a:ea typeface="Yu Gothic UI" panose="020B0500000000000000" pitchFamily="50" charset="-128"/>
                        </a:rPr>
                        <a:t>ドキュメントがなく有識者もいないレガシーコードを </a:t>
                      </a:r>
                      <a:r>
                        <a:rPr lang="en-US" altLang="ja-JP" sz="1600" dirty="0">
                          <a:latin typeface="Yu Gothic UI" panose="020B0500000000000000" pitchFamily="50" charset="-128"/>
                          <a:ea typeface="Yu Gothic UI" panose="020B0500000000000000" pitchFamily="50" charset="-128"/>
                        </a:rPr>
                        <a:t>Copilot </a:t>
                      </a:r>
                      <a:r>
                        <a:rPr lang="ja-JP" altLang="en-US" sz="1600">
                          <a:latin typeface="Yu Gothic UI" panose="020B0500000000000000" pitchFamily="50" charset="-128"/>
                          <a:ea typeface="Yu Gothic UI" panose="020B0500000000000000" pitchFamily="50" charset="-128"/>
                        </a:rPr>
                        <a:t>が分析してコメントやドキュメントを作成</a:t>
                      </a:r>
                      <a:br>
                        <a:rPr lang="en-US" altLang="ja-JP" sz="1600" dirty="0">
                          <a:latin typeface="Yu Gothic UI" panose="020B0500000000000000" pitchFamily="50" charset="-128"/>
                          <a:ea typeface="Yu Gothic UI" panose="020B0500000000000000" pitchFamily="50" charset="-128"/>
                        </a:rPr>
                      </a:br>
                      <a:r>
                        <a:rPr lang="ja-JP" altLang="en-US" sz="1600">
                          <a:latin typeface="Yu Gothic UI" panose="020B0500000000000000" pitchFamily="50" charset="-128"/>
                          <a:ea typeface="Yu Gothic UI" panose="020B0500000000000000" pitchFamily="50" charset="-128"/>
                        </a:rPr>
                        <a:t>移行中に </a:t>
                      </a:r>
                      <a:r>
                        <a:rPr lang="en-US" altLang="ja-JP" sz="1600" dirty="0">
                          <a:latin typeface="Yu Gothic UI" panose="020B0500000000000000" pitchFamily="50" charset="-128"/>
                          <a:ea typeface="Yu Gothic UI" panose="020B0500000000000000" pitchFamily="50" charset="-128"/>
                        </a:rPr>
                        <a:t>Copilot </a:t>
                      </a:r>
                      <a:r>
                        <a:rPr lang="ja-JP" altLang="en-US" sz="1600">
                          <a:latin typeface="Yu Gothic UI" panose="020B0500000000000000" pitchFamily="50" charset="-128"/>
                          <a:ea typeface="Yu Gothic UI" panose="020B0500000000000000" pitchFamily="50" charset="-128"/>
                        </a:rPr>
                        <a:t>がコードの意図を推測し、コメントやドキュメントを補完。保守や引継ぎが簡単に</a:t>
                      </a:r>
                      <a:endParaRPr kumimoji="1" lang="ja-JP" altLang="en-US" sz="1600"/>
                    </a:p>
                  </a:txBody>
                  <a:tcPr/>
                </a:tc>
                <a:extLst>
                  <a:ext uri="{0D108BD9-81ED-4DB2-BD59-A6C34878D82A}">
                    <a16:rowId xmlns:a16="http://schemas.microsoft.com/office/drawing/2014/main" val="795919985"/>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ja-JP" altLang="en-US" sz="1600">
                          <a:latin typeface="Yu Gothic UI" panose="020B0500000000000000" pitchFamily="50" charset="-128"/>
                          <a:ea typeface="Yu Gothic UI" panose="020B0500000000000000" pitchFamily="50" charset="-128"/>
                        </a:rPr>
                        <a:t>最新環境への対応</a:t>
                      </a:r>
                      <a:endParaRPr lang="en-US" altLang="ja-JP" sz="1600" dirty="0">
                        <a:latin typeface="Yu Gothic UI" panose="020B0500000000000000" pitchFamily="50" charset="-128"/>
                        <a:ea typeface="Yu Gothic UI" panose="020B0500000000000000" pitchFamily="50" charset="-128"/>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ja-JP" altLang="en-US" sz="1600">
                          <a:latin typeface="Yu Gothic UI" panose="020B0500000000000000" pitchFamily="50" charset="-128"/>
                          <a:ea typeface="Yu Gothic UI" panose="020B0500000000000000" pitchFamily="50" charset="-128"/>
                        </a:rPr>
                        <a:t>古いフレームワークから最新へ移行し、セキュリティやライブラリ管理が簡単に</a:t>
                      </a:r>
                      <a:br>
                        <a:rPr lang="en-US" altLang="ja-JP" sz="1600" dirty="0">
                          <a:latin typeface="Yu Gothic UI" panose="020B0500000000000000" pitchFamily="50" charset="-128"/>
                          <a:ea typeface="Yu Gothic UI" panose="020B0500000000000000" pitchFamily="50" charset="-128"/>
                        </a:rPr>
                      </a:br>
                      <a:r>
                        <a:rPr lang="en-US" altLang="ja-JP" sz="1600" dirty="0">
                          <a:latin typeface="Yu Gothic UI" panose="020B0500000000000000" pitchFamily="50" charset="-128"/>
                          <a:ea typeface="Yu Gothic UI" panose="020B0500000000000000" pitchFamily="50" charset="-128"/>
                        </a:rPr>
                        <a:t>Copilot </a:t>
                      </a:r>
                      <a:r>
                        <a:rPr lang="ja-JP" altLang="en-US" sz="1600">
                          <a:latin typeface="Yu Gothic UI" panose="020B0500000000000000" pitchFamily="50" charset="-128"/>
                          <a:ea typeface="Yu Gothic UI" panose="020B0500000000000000" pitchFamily="50" charset="-128"/>
                        </a:rPr>
                        <a:t>がコード変換を支援し、レガシー </a:t>
                      </a:r>
                      <a:r>
                        <a:rPr lang="en-US" altLang="ja-JP" sz="1600" dirty="0">
                          <a:latin typeface="Yu Gothic UI" panose="020B0500000000000000" pitchFamily="50" charset="-128"/>
                          <a:ea typeface="Yu Gothic UI" panose="020B0500000000000000" pitchFamily="50" charset="-128"/>
                        </a:rPr>
                        <a:t>API </a:t>
                      </a:r>
                      <a:r>
                        <a:rPr lang="ja-JP" altLang="en-US" sz="1600">
                          <a:latin typeface="Yu Gothic UI" panose="020B0500000000000000" pitchFamily="50" charset="-128"/>
                          <a:ea typeface="Yu Gothic UI" panose="020B0500000000000000" pitchFamily="50" charset="-128"/>
                        </a:rPr>
                        <a:t>から最新 </a:t>
                      </a:r>
                      <a:r>
                        <a:rPr lang="en-US" altLang="ja-JP" sz="1600" dirty="0">
                          <a:latin typeface="Yu Gothic UI" panose="020B0500000000000000" pitchFamily="50" charset="-128"/>
                          <a:ea typeface="Yu Gothic UI" panose="020B0500000000000000" pitchFamily="50" charset="-128"/>
                        </a:rPr>
                        <a:t>API </a:t>
                      </a:r>
                      <a:r>
                        <a:rPr lang="ja-JP" altLang="en-US" sz="1600">
                          <a:latin typeface="Yu Gothic UI" panose="020B0500000000000000" pitchFamily="50" charset="-128"/>
                          <a:ea typeface="Yu Gothic UI" panose="020B0500000000000000" pitchFamily="50" charset="-128"/>
                        </a:rPr>
                        <a:t>への移行を自動提案で短縮</a:t>
                      </a:r>
                    </a:p>
                  </a:txBody>
                  <a:tcPr/>
                </a:tc>
                <a:extLst>
                  <a:ext uri="{0D108BD9-81ED-4DB2-BD59-A6C34878D82A}">
                    <a16:rowId xmlns:a16="http://schemas.microsoft.com/office/drawing/2014/main" val="235719258"/>
                  </a:ext>
                </a:extLst>
              </a:tr>
            </a:tbl>
          </a:graphicData>
        </a:graphic>
      </p:graphicFrame>
    </p:spTree>
    <p:extLst>
      <p:ext uri="{BB962C8B-B14F-4D97-AF65-F5344CB8AC3E}">
        <p14:creationId xmlns:p14="http://schemas.microsoft.com/office/powerpoint/2010/main" val="3791916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C83B8-934A-FECD-8742-DC201470228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37BD128-D98E-3DD5-23F2-E0895BD5FB4F}"/>
              </a:ext>
            </a:extLst>
          </p:cNvPr>
          <p:cNvSpPr>
            <a:spLocks noGrp="1"/>
          </p:cNvSpPr>
          <p:nvPr>
            <p:ph type="body" sz="quarter" idx="13"/>
          </p:nvPr>
        </p:nvSpPr>
        <p:spPr>
          <a:xfrm>
            <a:off x="838200" y="2716213"/>
            <a:ext cx="10374313" cy="2262187"/>
          </a:xfrm>
        </p:spPr>
        <p:txBody>
          <a:bodyPr/>
          <a:lstStyle/>
          <a:p>
            <a:pPr marL="0" indent="0">
              <a:spcAft>
                <a:spcPts val="600"/>
              </a:spcAft>
              <a:buNone/>
            </a:pPr>
            <a:r>
              <a:rPr lang="en" sz="1800" b="1" i="0" dirty="0">
                <a:solidFill>
                  <a:srgbClr val="4472C4"/>
                </a:solidFill>
                <a:latin typeface="Yu Gothic UI"/>
                <a:ea typeface="Yu Gothic UI"/>
                <a:cs typeface="Yu Gothic UI"/>
              </a:rPr>
              <a:t>SECTION 3</a:t>
            </a:r>
          </a:p>
          <a:p>
            <a:pPr marL="0" indent="0">
              <a:buNone/>
            </a:pPr>
            <a:r>
              <a:rPr lang="en" altLang="ja-JP" sz="3200" dirty="0">
                <a:solidFill>
                  <a:schemeClr val="tx1">
                    <a:lumMod val="75000"/>
                    <a:lumOff val="25000"/>
                  </a:schemeClr>
                </a:solidFill>
              </a:rPr>
              <a:t>SRE Agent</a:t>
            </a:r>
            <a:endParaRPr lang="ja-JP" altLang="en-US" sz="3200">
              <a:solidFill>
                <a:schemeClr val="tx1">
                  <a:lumMod val="75000"/>
                  <a:lumOff val="25000"/>
                </a:schemeClr>
              </a:solidFill>
            </a:endParaRPr>
          </a:p>
        </p:txBody>
      </p:sp>
    </p:spTree>
    <p:extLst>
      <p:ext uri="{BB962C8B-B14F-4D97-AF65-F5344CB8AC3E}">
        <p14:creationId xmlns:p14="http://schemas.microsoft.com/office/powerpoint/2010/main" val="3472070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B0181-F01C-0B9B-2F04-D7FADA8C1840}"/>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6AE4BE7-0867-708E-6F05-881FB268B871}"/>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SRE Agent</a:t>
            </a:r>
            <a:endParaRPr lang="en-US" altLang="ja-JP" sz="2000" dirty="0"/>
          </a:p>
        </p:txBody>
      </p:sp>
      <p:sp>
        <p:nvSpPr>
          <p:cNvPr id="2" name="正方形/長方形 1">
            <a:extLst>
              <a:ext uri="{FF2B5EF4-FFF2-40B4-BE49-F238E27FC236}">
                <a16:creationId xmlns:a16="http://schemas.microsoft.com/office/drawing/2014/main" id="{EAFD93CA-615D-520A-1A5C-22E93DCB6B78}"/>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10</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A9BF5C72-412D-8316-FA00-8CAF71D59DB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C088A674-449E-CACF-2124-D9E19E091D1D}"/>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buNone/>
            </a:pPr>
            <a:r>
              <a:rPr lang="ja-JP" altLang="en-US" sz="2000">
                <a:solidFill>
                  <a:srgbClr val="404040"/>
                </a:solidFill>
              </a:rPr>
              <a:t>Azure SRE Agent は、本番障害の診断・緩和を自動化し、運用の手間（トイル）と MTTR（平均復旧時間）を削減する AI 駆動の運用アシスタントです。</a:t>
            </a:r>
            <a:r>
              <a:rPr lang="ja-JP" altLang="en-US" sz="2000" b="1">
                <a:solidFill>
                  <a:srgbClr val="262626"/>
                </a:solidFill>
              </a:rPr>
              <a:t>対応は権限と実行モードで制御され、承認なしに変更は適用されません。</a:t>
            </a:r>
          </a:p>
        </p:txBody>
      </p:sp>
      <p:sp>
        <p:nvSpPr>
          <p:cNvPr id="6" name="字幕 1">
            <a:extLst>
              <a:ext uri="{FF2B5EF4-FFF2-40B4-BE49-F238E27FC236}">
                <a16:creationId xmlns:a16="http://schemas.microsoft.com/office/drawing/2014/main" id="{0B7859F1-2C24-DE43-067E-E53F757CC2F6}"/>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None/>
            </a:pPr>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8" name="Card41">
            <a:extLst>
              <a:ext uri="{FF2B5EF4-FFF2-40B4-BE49-F238E27FC236}">
                <a16:creationId xmlns:a16="http://schemas.microsoft.com/office/drawing/2014/main" id="{23FE1D23-BB79-E7D8-7C34-A3EA33AE733B}"/>
              </a:ext>
            </a:extLst>
          </p:cNvPr>
          <p:cNvSpPr/>
          <p:nvPr/>
        </p:nvSpPr>
        <p:spPr>
          <a:xfrm>
            <a:off x="6574410" y="2493552"/>
            <a:ext cx="4740098" cy="1268360"/>
          </a:xfrm>
          <a:prstGeom prst="roundRect">
            <a:avLst>
              <a:gd name="adj" fmla="val 4000"/>
            </a:avLst>
          </a:prstGeom>
          <a:noFill/>
          <a:ln w="9525">
            <a:noFill/>
          </a:ln>
        </p:spPr>
        <p:txBody>
          <a:bodyPr wrap="square" lIns="118872" tIns="82296" rIns="109728" bIns="64008" anchor="t">
            <a:normAutofit/>
          </a:bodyPr>
          <a:lstStyle/>
          <a:p>
            <a:pPr>
              <a:spcAft>
                <a:spcPts val="500"/>
              </a:spcAft>
            </a:pPr>
            <a:r>
              <a:rPr lang="ja-JP" altLang="en-US" sz="1600" b="1">
                <a:solidFill>
                  <a:srgbClr val="262626"/>
                </a:solidFill>
                <a:latin typeface="Yu Gothic UI"/>
                <a:ea typeface="Yu Gothic UI"/>
              </a:rPr>
              <a:t>自律的なインシデント対応</a:t>
            </a:r>
          </a:p>
          <a:p>
            <a:pPr marL="171450" indent="-171450">
              <a:spcBef>
                <a:spcPts val="400"/>
              </a:spcBef>
              <a:buFont typeface="Arial"/>
              <a:buChar char="•"/>
            </a:pPr>
            <a:r>
              <a:rPr lang="ja-JP" altLang="en-US" sz="1200">
                <a:solidFill>
                  <a:srgbClr val="404040"/>
                </a:solidFill>
                <a:latin typeface="Yu Gothic UI"/>
                <a:ea typeface="Yu Gothic UI"/>
              </a:rPr>
              <a:t>Azure Monitor や PagerDuty 等のアラートを起点に対応</a:t>
            </a:r>
          </a:p>
          <a:p>
            <a:pPr marL="171450" indent="-171450">
              <a:spcBef>
                <a:spcPts val="400"/>
              </a:spcBef>
              <a:buFont typeface="Arial"/>
              <a:buChar char="•"/>
            </a:pPr>
            <a:r>
              <a:rPr lang="ja-JP" altLang="en-US" sz="1200">
                <a:solidFill>
                  <a:srgbClr val="404040"/>
                </a:solidFill>
                <a:latin typeface="Yu Gothic UI"/>
                <a:ea typeface="Yu Gothic UI"/>
              </a:rPr>
              <a:t>24時間365日の監視で異常を早期に検知・緩和</a:t>
            </a:r>
          </a:p>
          <a:p>
            <a:pPr marL="171450" indent="-171450">
              <a:spcBef>
                <a:spcPts val="400"/>
              </a:spcBef>
              <a:buFont typeface="Arial"/>
              <a:buChar char="•"/>
            </a:pPr>
            <a:r>
              <a:rPr lang="ja-JP" altLang="en-US" sz="1200">
                <a:solidFill>
                  <a:srgbClr val="404040"/>
                </a:solidFill>
                <a:latin typeface="Yu Gothic UI"/>
                <a:ea typeface="Yu Gothic UI"/>
              </a:rPr>
              <a:t>承認（Review）／自律（Autonomous）の実行モード</a:t>
            </a:r>
          </a:p>
        </p:txBody>
      </p:sp>
      <p:sp>
        <p:nvSpPr>
          <p:cNvPr id="11" name="Card42">
            <a:extLst>
              <a:ext uri="{FF2B5EF4-FFF2-40B4-BE49-F238E27FC236}">
                <a16:creationId xmlns:a16="http://schemas.microsoft.com/office/drawing/2014/main" id="{8B391296-DF2E-4BDD-456E-1EA897431C9C}"/>
              </a:ext>
            </a:extLst>
          </p:cNvPr>
          <p:cNvSpPr/>
          <p:nvPr/>
        </p:nvSpPr>
        <p:spPr>
          <a:xfrm>
            <a:off x="6574410" y="3869452"/>
            <a:ext cx="4740098" cy="1268360"/>
          </a:xfrm>
          <a:prstGeom prst="roundRect">
            <a:avLst>
              <a:gd name="adj" fmla="val 4000"/>
            </a:avLst>
          </a:prstGeom>
          <a:noFill/>
          <a:ln w="9525">
            <a:noFill/>
          </a:ln>
        </p:spPr>
        <p:txBody>
          <a:bodyPr wrap="square" lIns="118872" tIns="82296" rIns="109728" bIns="64008" anchor="t">
            <a:normAutofit/>
          </a:bodyPr>
          <a:lstStyle/>
          <a:p>
            <a:pPr>
              <a:spcAft>
                <a:spcPts val="500"/>
              </a:spcAft>
            </a:pPr>
            <a:r>
              <a:rPr lang="ja-JP" altLang="en-US" sz="1600" b="1">
                <a:solidFill>
                  <a:srgbClr val="262626"/>
                </a:solidFill>
                <a:latin typeface="Yu Gothic UI"/>
                <a:ea typeface="Yu Gothic UI"/>
              </a:rPr>
              <a:t>高速な根本原因分析（RCA）</a:t>
            </a:r>
          </a:p>
          <a:p>
            <a:pPr marL="171450" indent="-171450">
              <a:spcBef>
                <a:spcPts val="400"/>
              </a:spcBef>
              <a:buFont typeface="Arial"/>
              <a:buChar char="•"/>
            </a:pPr>
            <a:r>
              <a:rPr lang="ja-JP" altLang="en-US" sz="1200">
                <a:solidFill>
                  <a:srgbClr val="404040"/>
                </a:solidFill>
                <a:latin typeface="Yu Gothic UI"/>
                <a:ea typeface="Yu Gothic UI"/>
              </a:rPr>
              <a:t>ログ・メトリック・トレースを横断で相関分析</a:t>
            </a:r>
          </a:p>
          <a:p>
            <a:pPr marL="171450" indent="-171450">
              <a:spcBef>
                <a:spcPts val="400"/>
              </a:spcBef>
              <a:buFont typeface="Arial"/>
              <a:buChar char="•"/>
            </a:pPr>
            <a:r>
              <a:rPr lang="ja-JP" altLang="en-US" sz="1200">
                <a:solidFill>
                  <a:srgbClr val="404040"/>
                </a:solidFill>
                <a:latin typeface="Yu Gothic UI"/>
                <a:ea typeface="Yu Gothic UI"/>
              </a:rPr>
              <a:t>デプロイや変更と突き合わせ原因を特定</a:t>
            </a:r>
          </a:p>
          <a:p>
            <a:pPr marL="171450" indent="-171450">
              <a:spcBef>
                <a:spcPts val="400"/>
              </a:spcBef>
              <a:buFont typeface="Arial"/>
              <a:buChar char="•"/>
            </a:pPr>
            <a:r>
              <a:rPr lang="ja-JP" altLang="en-US" sz="1200">
                <a:solidFill>
                  <a:srgbClr val="404040"/>
                </a:solidFill>
                <a:latin typeface="Yu Gothic UI"/>
                <a:ea typeface="Yu Gothic UI"/>
              </a:rPr>
              <a:t>具体的な緩和策を提示し復旧を短時間化</a:t>
            </a:r>
          </a:p>
        </p:txBody>
      </p:sp>
      <p:sp>
        <p:nvSpPr>
          <p:cNvPr id="12" name="Card43">
            <a:extLst>
              <a:ext uri="{FF2B5EF4-FFF2-40B4-BE49-F238E27FC236}">
                <a16:creationId xmlns:a16="http://schemas.microsoft.com/office/drawing/2014/main" id="{F8B0F328-D0ED-62CD-546A-87BD38F692E4}"/>
              </a:ext>
            </a:extLst>
          </p:cNvPr>
          <p:cNvSpPr/>
          <p:nvPr/>
        </p:nvSpPr>
        <p:spPr>
          <a:xfrm>
            <a:off x="6574410" y="5245352"/>
            <a:ext cx="4740098" cy="1268360"/>
          </a:xfrm>
          <a:prstGeom prst="roundRect">
            <a:avLst>
              <a:gd name="adj" fmla="val 4000"/>
            </a:avLst>
          </a:prstGeom>
          <a:noFill/>
          <a:ln w="9525">
            <a:noFill/>
          </a:ln>
        </p:spPr>
        <p:txBody>
          <a:bodyPr wrap="square" lIns="118872" tIns="82296" rIns="109728" bIns="64008" anchor="t">
            <a:normAutofit/>
          </a:bodyPr>
          <a:lstStyle/>
          <a:p>
            <a:pPr>
              <a:spcAft>
                <a:spcPts val="500"/>
              </a:spcAft>
            </a:pPr>
            <a:r>
              <a:rPr lang="ja-JP" altLang="en-US" sz="1600" b="1">
                <a:solidFill>
                  <a:srgbClr val="262626"/>
                </a:solidFill>
                <a:latin typeface="Yu Gothic UI"/>
                <a:ea typeface="Yu Gothic UI"/>
              </a:rPr>
              <a:t>Azure 連携とガバナンス</a:t>
            </a:r>
          </a:p>
          <a:p>
            <a:pPr marL="171450" indent="-171450">
              <a:spcBef>
                <a:spcPts val="400"/>
              </a:spcBef>
              <a:buFont typeface="Arial"/>
              <a:buChar char="•"/>
            </a:pPr>
            <a:r>
              <a:rPr lang="ja-JP" altLang="en-US" sz="1200">
                <a:solidFill>
                  <a:srgbClr val="404040"/>
                </a:solidFill>
                <a:latin typeface="Yu Gothic UI"/>
                <a:ea typeface="Yu Gothic UI"/>
              </a:rPr>
              <a:t>AKS 診断・Resource Graph 等の機能を内蔵</a:t>
            </a:r>
          </a:p>
          <a:p>
            <a:pPr marL="171450" indent="-171450">
              <a:spcBef>
                <a:spcPts val="400"/>
              </a:spcBef>
              <a:buFont typeface="Arial"/>
              <a:buChar char="•"/>
            </a:pPr>
            <a:r>
              <a:rPr lang="ja-JP" altLang="en-US" sz="1200">
                <a:solidFill>
                  <a:srgbClr val="404040"/>
                </a:solidFill>
                <a:latin typeface="Yu Gothic UI"/>
                <a:ea typeface="Yu Gothic UI"/>
              </a:rPr>
              <a:t>GitHub／Azure DevOps／Teams などと連携</a:t>
            </a:r>
          </a:p>
          <a:p>
            <a:pPr marL="171450" indent="-171450">
              <a:spcBef>
                <a:spcPts val="400"/>
              </a:spcBef>
              <a:buFont typeface="Arial"/>
              <a:buChar char="•"/>
            </a:pPr>
            <a:r>
              <a:rPr lang="ja-JP" altLang="en-US" sz="1200">
                <a:solidFill>
                  <a:srgbClr val="404040"/>
                </a:solidFill>
                <a:latin typeface="Yu Gothic UI"/>
                <a:ea typeface="Yu Gothic UI"/>
              </a:rPr>
              <a:t>対応を記録し Issue 化、権限は RBAC で制御</a:t>
            </a:r>
          </a:p>
        </p:txBody>
      </p:sp>
      <p:sp>
        <p:nvSpPr>
          <p:cNvPr id="13" name="テキスト ボックス 12">
            <a:extLst>
              <a:ext uri="{FF2B5EF4-FFF2-40B4-BE49-F238E27FC236}">
                <a16:creationId xmlns:a16="http://schemas.microsoft.com/office/drawing/2014/main" id="{EA6D3082-8A34-331A-0D76-B1EC2BE95AB5}"/>
              </a:ext>
            </a:extLst>
          </p:cNvPr>
          <p:cNvSpPr txBox="1"/>
          <p:nvPr/>
        </p:nvSpPr>
        <p:spPr>
          <a:xfrm>
            <a:off x="1791511" y="4675415"/>
            <a:ext cx="3125755" cy="523220"/>
          </a:xfrm>
          <a:prstGeom prst="rect">
            <a:avLst/>
          </a:prstGeom>
          <a:noFill/>
        </p:spPr>
        <p:txBody>
          <a:bodyPr wrap="square" rtlCol="0">
            <a:spAutoFit/>
          </a:bodyPr>
          <a:lstStyle/>
          <a:p>
            <a:pPr algn="ctr"/>
            <a:r>
              <a:rPr kumimoji="1" lang="en-US" altLang="ja-JP" sz="2800" b="1" dirty="0">
                <a:solidFill>
                  <a:srgbClr val="000000"/>
                </a:solidFill>
                <a:latin typeface="Yu Gothic UI" panose="020B0500000000000000" pitchFamily="34" charset="-128"/>
                <a:ea typeface="Yu Gothic UI" panose="020B0500000000000000" pitchFamily="34" charset="-128"/>
              </a:rPr>
              <a:t>SRE Agent</a:t>
            </a:r>
            <a:endParaRPr kumimoji="1" lang="ja-JP" altLang="en-US" sz="2800" b="1" dirty="0" err="1">
              <a:solidFill>
                <a:srgbClr val="000000"/>
              </a:solidFill>
              <a:latin typeface="Yu Gothic UI" panose="020B0500000000000000" pitchFamily="34" charset="-128"/>
              <a:ea typeface="Yu Gothic UI" panose="020B0500000000000000" pitchFamily="34" charset="-128"/>
            </a:endParaRPr>
          </a:p>
        </p:txBody>
      </p:sp>
      <p:pic>
        <p:nvPicPr>
          <p:cNvPr id="14" name="Picture 118" descr="A logo of a chain link AI-generated content may be incorrect.">
            <a:extLst>
              <a:ext uri="{FF2B5EF4-FFF2-40B4-BE49-F238E27FC236}">
                <a16:creationId xmlns:a16="http://schemas.microsoft.com/office/drawing/2014/main" id="{1284D97A-C260-46CB-34A2-97D09684C610}"/>
              </a:ext>
            </a:extLst>
          </p:cNvPr>
          <p:cNvPicPr>
            <a:picLocks noChangeAspect="1"/>
          </p:cNvPicPr>
          <p:nvPr/>
        </p:nvPicPr>
        <p:blipFill>
          <a:blip r:embed="rId3"/>
          <a:stretch>
            <a:fillRect/>
          </a:stretch>
        </p:blipFill>
        <p:spPr>
          <a:xfrm>
            <a:off x="2909315" y="3427876"/>
            <a:ext cx="883151" cy="883151"/>
          </a:xfrm>
          <a:prstGeom prst="rect">
            <a:avLst/>
          </a:prstGeom>
        </p:spPr>
      </p:pic>
    </p:spTree>
    <p:extLst>
      <p:ext uri="{BB962C8B-B14F-4D97-AF65-F5344CB8AC3E}">
        <p14:creationId xmlns:p14="http://schemas.microsoft.com/office/powerpoint/2010/main" val="16038239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A2D46-57F2-13DC-2C8A-551614526E6B}"/>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BD24EFB-E070-6BAF-880C-D5DD3E1662A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SRE Agent </a:t>
            </a:r>
            <a:r>
              <a:rPr lang="ja-JP" altLang="en-US" sz="2000" b="1">
                <a:solidFill>
                  <a:srgbClr val="1F2937"/>
                </a:solidFill>
                <a:latin typeface="Yu Gothic" pitchFamily="34" charset="0"/>
                <a:ea typeface="Yu Gothic" pitchFamily="34" charset="-122"/>
                <a:cs typeface="Yu Gothic" pitchFamily="34" charset="-120"/>
              </a:rPr>
              <a:t>の主な機能</a:t>
            </a:r>
            <a:endParaRPr lang="en-US" altLang="ja-JP" sz="2000" dirty="0"/>
          </a:p>
        </p:txBody>
      </p:sp>
      <p:sp>
        <p:nvSpPr>
          <p:cNvPr id="2" name="正方形/長方形 1">
            <a:extLst>
              <a:ext uri="{FF2B5EF4-FFF2-40B4-BE49-F238E27FC236}">
                <a16:creationId xmlns:a16="http://schemas.microsoft.com/office/drawing/2014/main" id="{65F4117D-950F-EEBF-FBF1-281DE08F009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10</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82BB8741-8AD9-753D-B83A-33AEC71A7B9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10" name="Title 1">
            <a:extLst>
              <a:ext uri="{FF2B5EF4-FFF2-40B4-BE49-F238E27FC236}">
                <a16:creationId xmlns:a16="http://schemas.microsoft.com/office/drawing/2014/main" id="{5D2AA2C2-F75E-8DDC-4EE7-D9ACC1D4BEFC}"/>
              </a:ext>
            </a:extLst>
          </p:cNvPr>
          <p:cNvSpPr txBox="1">
            <a:spLocks/>
          </p:cNvSpPr>
          <p:nvPr/>
        </p:nvSpPr>
        <p:spPr>
          <a:xfrm>
            <a:off x="763246" y="1344447"/>
            <a:ext cx="4710113" cy="709412"/>
          </a:xfrm>
          <a:prstGeom prst="rect">
            <a:avLst/>
          </a:prstGeom>
        </p:spPr>
        <p:txBody>
          <a:bodyPr vert="horz" wrap="square" lIns="0" tIns="0" rIns="0" bIns="0" rtlCol="0" anchor="t">
            <a:normAutofit/>
          </a:bodyPr>
          <a:lstStyle>
            <a:lvl1pPr algn="l" defTabSz="932742" rtl="0" eaLnBrk="1" latinLnBrk="0" hangingPunct="1">
              <a:lnSpc>
                <a:spcPct val="100000"/>
              </a:lnSpc>
              <a:spcBef>
                <a:spcPct val="0"/>
              </a:spcBef>
              <a:buNone/>
              <a:defRPr lang="en-US" sz="3600" b="1"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r>
              <a:rPr lang="en-US" altLang="ja-JP" sz="2000" b="0" dirty="0">
                <a:solidFill>
                  <a:srgbClr val="002060"/>
                </a:solidFill>
                <a:latin typeface="Yu Gothic UI" panose="020B0500000000000000" pitchFamily="50" charset="-128"/>
                <a:ea typeface="Yu Gothic UI" panose="020B0500000000000000" pitchFamily="50" charset="-128"/>
              </a:rPr>
              <a:t>Azure </a:t>
            </a:r>
            <a:r>
              <a:rPr lang="ja-JP" altLang="en-US" sz="2000" b="0">
                <a:solidFill>
                  <a:srgbClr val="002060"/>
                </a:solidFill>
                <a:latin typeface="Yu Gothic UI" panose="020B0500000000000000" pitchFamily="50" charset="-128"/>
                <a:ea typeface="Yu Gothic UI" panose="020B0500000000000000" pitchFamily="50" charset="-128"/>
              </a:rPr>
              <a:t>リソース、アプリのコード、関連ドキュメントを理解して診断</a:t>
            </a:r>
          </a:p>
        </p:txBody>
      </p:sp>
      <p:sp>
        <p:nvSpPr>
          <p:cNvPr id="15" name="Rectangle 3">
            <a:extLst>
              <a:ext uri="{FF2B5EF4-FFF2-40B4-BE49-F238E27FC236}">
                <a16:creationId xmlns:a16="http://schemas.microsoft.com/office/drawing/2014/main" id="{F8AB9CCA-34E9-2A46-E747-0BAF0E3E396F}"/>
              </a:ext>
            </a:extLst>
          </p:cNvPr>
          <p:cNvSpPr/>
          <p:nvPr/>
        </p:nvSpPr>
        <p:spPr>
          <a:xfrm>
            <a:off x="1075603" y="2081291"/>
            <a:ext cx="4710113" cy="33561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base" latinLnBrk="0" hangingPunct="1">
              <a:lnSpc>
                <a:spcPct val="100000"/>
              </a:lnSpc>
              <a:spcBef>
                <a:spcPts val="750"/>
              </a:spcBef>
              <a:spcAft>
                <a:spcPts val="900"/>
              </a:spcAft>
              <a:buClr>
                <a:srgbClr val="000000"/>
              </a:buClr>
              <a:buSzTx/>
              <a:buFontTx/>
              <a:buNone/>
              <a:tabLst/>
              <a:defRPr/>
            </a:pPr>
            <a:r>
              <a:rPr kumimoji="0" 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AZ CLI</a:t>
            </a:r>
            <a:r>
              <a:rPr kumimoji="0" lang="ja-JP" alt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 </a:t>
            </a:r>
            <a:r>
              <a:rPr kumimoji="0" lang="en-US" altLang="ja-JP"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a:t>
            </a:r>
            <a:r>
              <a:rPr kumimoji="0" lang="ja-JP" alt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 </a:t>
            </a:r>
            <a:r>
              <a:rPr kumimoji="0" lang="en-US" altLang="ja-JP"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REST API</a:t>
            </a:r>
            <a:r>
              <a:rPr kumimoji="0" lang="ja-JP" alt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 </a:t>
            </a:r>
            <a:r>
              <a:rPr kumimoji="0" lang="en-US" altLang="ja-JP"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a:t>
            </a:r>
            <a:r>
              <a:rPr kumimoji="0" 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 </a:t>
            </a:r>
            <a:r>
              <a:rPr kumimoji="0" lang="en-US" sz="16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a:rPr>
              <a:t>kubectl</a:t>
            </a:r>
            <a:r>
              <a:rPr kumimoji="0" 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 </a:t>
            </a:r>
            <a:r>
              <a:rPr kumimoji="0" lang="ja-JP" alt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サポート</a:t>
            </a:r>
            <a:r>
              <a:rPr kumimoji="0" 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 </a:t>
            </a:r>
          </a:p>
        </p:txBody>
      </p:sp>
      <p:grpSp>
        <p:nvGrpSpPr>
          <p:cNvPr id="16" name="Group 4">
            <a:extLst>
              <a:ext uri="{FF2B5EF4-FFF2-40B4-BE49-F238E27FC236}">
                <a16:creationId xmlns:a16="http://schemas.microsoft.com/office/drawing/2014/main" id="{D5FA7B2A-092B-9771-78A4-1F62BB472387}"/>
              </a:ext>
            </a:extLst>
          </p:cNvPr>
          <p:cNvGrpSpPr/>
          <p:nvPr/>
        </p:nvGrpSpPr>
        <p:grpSpPr>
          <a:xfrm>
            <a:off x="751960" y="2144035"/>
            <a:ext cx="246742" cy="246742"/>
            <a:chOff x="566793" y="2850594"/>
            <a:chExt cx="246742" cy="246742"/>
          </a:xfrm>
        </p:grpSpPr>
        <p:sp>
          <p:nvSpPr>
            <p:cNvPr id="17" name="Oval 5">
              <a:extLst>
                <a:ext uri="{FF2B5EF4-FFF2-40B4-BE49-F238E27FC236}">
                  <a16:creationId xmlns:a16="http://schemas.microsoft.com/office/drawing/2014/main" id="{2C19D286-B8C1-7249-C2ED-B3331500EC48}"/>
                </a:ext>
              </a:extLst>
            </p:cNvPr>
            <p:cNvSpPr/>
            <p:nvPr/>
          </p:nvSpPr>
          <p:spPr bwMode="auto">
            <a:xfrm>
              <a:off x="566793" y="2850594"/>
              <a:ext cx="246742" cy="246742"/>
            </a:xfrm>
            <a:prstGeom prst="ellipse">
              <a:avLst/>
            </a:prstGeom>
            <a:gradFill flip="none" rotWithShape="1">
              <a:gsLst>
                <a:gs pos="0">
                  <a:schemeClr val="accent6"/>
                </a:gs>
                <a:gs pos="100000">
                  <a:schemeClr val="accent3"/>
                </a:gs>
                <a:gs pos="71000">
                  <a:srgbClr val="0078D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err="1">
                <a:ln>
                  <a:noFill/>
                </a:ln>
                <a:solidFill>
                  <a:srgbClr val="000000"/>
                </a:solidFill>
                <a:effectLst/>
                <a:uLnTx/>
                <a:uFillTx/>
                <a:latin typeface="Yu Gothic UI" panose="020B0500000000000000" pitchFamily="50" charset="-128"/>
                <a:ea typeface="Yu Gothic UI" panose="020B0500000000000000" pitchFamily="50" charset="-128"/>
                <a:cs typeface="+mn-cs"/>
              </a:endParaRPr>
            </a:p>
          </p:txBody>
        </p:sp>
        <p:sp>
          <p:nvSpPr>
            <p:cNvPr id="18" name="Half Frame 5">
              <a:extLst>
                <a:ext uri="{FF2B5EF4-FFF2-40B4-BE49-F238E27FC236}">
                  <a16:creationId xmlns:a16="http://schemas.microsoft.com/office/drawing/2014/main" id="{5BF1FDC7-1D1B-DDCA-A0AE-EFE76B9A3180}"/>
                </a:ext>
              </a:extLst>
            </p:cNvPr>
            <p:cNvSpPr/>
            <p:nvPr/>
          </p:nvSpPr>
          <p:spPr bwMode="auto">
            <a:xfrm rot="8100000">
              <a:off x="600879" y="2918924"/>
              <a:ext cx="110085" cy="110085"/>
            </a:xfrm>
            <a:prstGeom prst="halfFrame">
              <a:avLst>
                <a:gd name="adj1" fmla="val 18749"/>
                <a:gd name="adj2" fmla="val 18747"/>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Yu Gothic UI" panose="020B0500000000000000" pitchFamily="50" charset="-128"/>
                <a:ea typeface="Yu Gothic UI" panose="020B0500000000000000" pitchFamily="50" charset="-128"/>
                <a:cs typeface="Segoe UI" pitchFamily="34" charset="0"/>
              </a:endParaRPr>
            </a:p>
          </p:txBody>
        </p:sp>
      </p:grpSp>
      <p:sp>
        <p:nvSpPr>
          <p:cNvPr id="19" name="Rectangle 7">
            <a:extLst>
              <a:ext uri="{FF2B5EF4-FFF2-40B4-BE49-F238E27FC236}">
                <a16:creationId xmlns:a16="http://schemas.microsoft.com/office/drawing/2014/main" id="{32097194-90DC-DD28-BE6C-3CBFC4658EA0}"/>
              </a:ext>
            </a:extLst>
          </p:cNvPr>
          <p:cNvSpPr/>
          <p:nvPr/>
        </p:nvSpPr>
        <p:spPr>
          <a:xfrm>
            <a:off x="1075603" y="2374024"/>
            <a:ext cx="5087905" cy="8648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base" latinLnBrk="0" hangingPunct="1">
              <a:lnSpc>
                <a:spcPct val="100000"/>
              </a:lnSpc>
              <a:spcBef>
                <a:spcPts val="750"/>
              </a:spcBef>
              <a:spcAft>
                <a:spcPts val="900"/>
              </a:spcAft>
              <a:buClr>
                <a:srgbClr val="000000"/>
              </a:buClr>
              <a:buSzTx/>
              <a:buFontTx/>
              <a:buNone/>
              <a:tabLst/>
              <a:defRPr/>
            </a:pPr>
            <a:r>
              <a:rPr kumimoji="0" lang="en-US" altLang="ja-JP"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Azure VM</a:t>
            </a:r>
            <a:r>
              <a:rPr kumimoji="0" lang="ja-JP" alt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a:t>
            </a:r>
            <a:r>
              <a:rPr kumimoji="0" lang="en-US" altLang="ja-JP"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Container Apps</a:t>
            </a:r>
            <a:r>
              <a:rPr kumimoji="0" lang="ja-JP" alt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a:t>
            </a:r>
            <a:r>
              <a:rPr kumimoji="0" lang="en-US" altLang="ja-JP"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Function Apps</a:t>
            </a:r>
            <a:r>
              <a:rPr kumimoji="0" lang="ja-JP" alt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a:t>
            </a:r>
            <a:r>
              <a:rPr kumimoji="0" lang="en-US" altLang="ja-JP"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AKS</a:t>
            </a:r>
            <a:r>
              <a:rPr kumimoji="0" lang="ja-JP" alt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a:t>
            </a:r>
            <a:r>
              <a:rPr kumimoji="0" lang="en-US" altLang="ja-JP"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API Management</a:t>
            </a:r>
            <a:r>
              <a:rPr kumimoji="0" lang="ja-JP" alt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a:t>
            </a:r>
            <a:r>
              <a:rPr kumimoji="0" lang="en-US" altLang="ja-JP"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Azure VM</a:t>
            </a:r>
            <a:r>
              <a:rPr kumimoji="0" lang="ja-JP" altLang="en-US" sz="16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a:rPr>
              <a:t>、</a:t>
            </a:r>
            <a:r>
              <a:rPr kumimoji="0" lang="en-US" altLang="ja-JP"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Cosmos DB</a:t>
            </a:r>
            <a:r>
              <a:rPr kumimoji="0" lang="ja-JP" alt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a:t>
            </a:r>
            <a:r>
              <a:rPr kumimoji="0" lang="en-US" altLang="ja-JP"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PostgreSQL </a:t>
            </a:r>
            <a:r>
              <a:rPr kumimoji="0" lang="ja-JP" alt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などの診断や軽減のための指示やツールをサポート</a:t>
            </a:r>
            <a:endParaRPr kumimoji="0" 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endParaRPr>
          </a:p>
        </p:txBody>
      </p:sp>
      <p:grpSp>
        <p:nvGrpSpPr>
          <p:cNvPr id="20" name="Group 8">
            <a:extLst>
              <a:ext uri="{FF2B5EF4-FFF2-40B4-BE49-F238E27FC236}">
                <a16:creationId xmlns:a16="http://schemas.microsoft.com/office/drawing/2014/main" id="{545EEC56-AFC1-3D93-D0C6-96B7EBE1DE79}"/>
              </a:ext>
            </a:extLst>
          </p:cNvPr>
          <p:cNvGrpSpPr/>
          <p:nvPr/>
        </p:nvGrpSpPr>
        <p:grpSpPr>
          <a:xfrm>
            <a:off x="751960" y="2532317"/>
            <a:ext cx="246742" cy="246742"/>
            <a:chOff x="566793" y="2850594"/>
            <a:chExt cx="246742" cy="246742"/>
          </a:xfrm>
        </p:grpSpPr>
        <p:sp>
          <p:nvSpPr>
            <p:cNvPr id="21" name="Oval 9">
              <a:extLst>
                <a:ext uri="{FF2B5EF4-FFF2-40B4-BE49-F238E27FC236}">
                  <a16:creationId xmlns:a16="http://schemas.microsoft.com/office/drawing/2014/main" id="{6864A9D1-62E1-C92D-2EFC-1A27124801D2}"/>
                </a:ext>
              </a:extLst>
            </p:cNvPr>
            <p:cNvSpPr/>
            <p:nvPr/>
          </p:nvSpPr>
          <p:spPr bwMode="auto">
            <a:xfrm>
              <a:off x="566793" y="2850594"/>
              <a:ext cx="246742" cy="246742"/>
            </a:xfrm>
            <a:prstGeom prst="ellipse">
              <a:avLst/>
            </a:prstGeom>
            <a:gradFill flip="none" rotWithShape="1">
              <a:gsLst>
                <a:gs pos="0">
                  <a:schemeClr val="accent6"/>
                </a:gs>
                <a:gs pos="100000">
                  <a:schemeClr val="accent3"/>
                </a:gs>
                <a:gs pos="71000">
                  <a:srgbClr val="0078D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err="1">
                <a:ln>
                  <a:noFill/>
                </a:ln>
                <a:solidFill>
                  <a:srgbClr val="000000"/>
                </a:solidFill>
                <a:effectLst/>
                <a:uLnTx/>
                <a:uFillTx/>
                <a:latin typeface="Yu Gothic UI" panose="020B0500000000000000" pitchFamily="50" charset="-128"/>
                <a:ea typeface="Yu Gothic UI" panose="020B0500000000000000" pitchFamily="50" charset="-128"/>
                <a:cs typeface="+mn-cs"/>
              </a:endParaRPr>
            </a:p>
          </p:txBody>
        </p:sp>
        <p:sp>
          <p:nvSpPr>
            <p:cNvPr id="22" name="Half Frame 5">
              <a:extLst>
                <a:ext uri="{FF2B5EF4-FFF2-40B4-BE49-F238E27FC236}">
                  <a16:creationId xmlns:a16="http://schemas.microsoft.com/office/drawing/2014/main" id="{881394A4-CE6F-8776-C109-084832CC1BFC}"/>
                </a:ext>
              </a:extLst>
            </p:cNvPr>
            <p:cNvSpPr/>
            <p:nvPr/>
          </p:nvSpPr>
          <p:spPr bwMode="auto">
            <a:xfrm rot="8100000">
              <a:off x="600879" y="2918924"/>
              <a:ext cx="110085" cy="110085"/>
            </a:xfrm>
            <a:prstGeom prst="halfFrame">
              <a:avLst>
                <a:gd name="adj1" fmla="val 18749"/>
                <a:gd name="adj2" fmla="val 18747"/>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Yu Gothic UI" panose="020B0500000000000000" pitchFamily="50" charset="-128"/>
                <a:ea typeface="Yu Gothic UI" panose="020B0500000000000000" pitchFamily="50" charset="-128"/>
                <a:cs typeface="Segoe UI" pitchFamily="34" charset="0"/>
              </a:endParaRPr>
            </a:p>
          </p:txBody>
        </p:sp>
      </p:grpSp>
      <p:pic>
        <p:nvPicPr>
          <p:cNvPr id="23" name="Content Placeholder 3" descr="A screenshot of a chat  AI-generated content may be incorrect.">
            <a:extLst>
              <a:ext uri="{FF2B5EF4-FFF2-40B4-BE49-F238E27FC236}">
                <a16:creationId xmlns:a16="http://schemas.microsoft.com/office/drawing/2014/main" id="{D3E0749A-F9FB-0DC6-1DC9-4702EF2C1EA6}"/>
              </a:ext>
            </a:extLst>
          </p:cNvPr>
          <p:cNvPicPr>
            <a:picLocks noChangeAspect="1"/>
          </p:cNvPicPr>
          <p:nvPr/>
        </p:nvPicPr>
        <p:blipFill>
          <a:blip r:embed="rId3"/>
          <a:stretch/>
        </p:blipFill>
        <p:spPr>
          <a:xfrm>
            <a:off x="1075603" y="4128366"/>
            <a:ext cx="4573766" cy="2612511"/>
          </a:xfrm>
          <a:prstGeom prst="rect">
            <a:avLst/>
          </a:prstGeom>
          <a:effectLst>
            <a:outerShdw blurRad="127000" dist="50800" dir="2700000" algn="tl" rotWithShape="0">
              <a:prstClr val="black">
                <a:alpha val="34000"/>
              </a:prstClr>
            </a:outerShdw>
          </a:effectLst>
        </p:spPr>
      </p:pic>
      <p:pic>
        <p:nvPicPr>
          <p:cNvPr id="26" name="Content Placeholder 3">
            <a:extLst>
              <a:ext uri="{FF2B5EF4-FFF2-40B4-BE49-F238E27FC236}">
                <a16:creationId xmlns:a16="http://schemas.microsoft.com/office/drawing/2014/main" id="{A9CEF882-2412-8587-22CC-471FE6E908AE}"/>
              </a:ext>
            </a:extLst>
          </p:cNvPr>
          <p:cNvPicPr>
            <a:picLocks noChangeAspect="1"/>
          </p:cNvPicPr>
          <p:nvPr/>
        </p:nvPicPr>
        <p:blipFill>
          <a:blip r:embed="rId4"/>
          <a:srcRect t="2478" b="2478"/>
          <a:stretch/>
        </p:blipFill>
        <p:spPr>
          <a:xfrm>
            <a:off x="7142427" y="4128366"/>
            <a:ext cx="4564190" cy="2607041"/>
          </a:xfrm>
          <a:prstGeom prst="rect">
            <a:avLst/>
          </a:prstGeom>
          <a:effectLst>
            <a:outerShdw blurRad="127000" dist="50800" dir="2700000" algn="tl" rotWithShape="0">
              <a:prstClr val="black">
                <a:alpha val="35000"/>
              </a:prstClr>
            </a:outerShdw>
          </a:effectLst>
        </p:spPr>
      </p:pic>
      <p:sp>
        <p:nvSpPr>
          <p:cNvPr id="27" name="Title 1">
            <a:extLst>
              <a:ext uri="{FF2B5EF4-FFF2-40B4-BE49-F238E27FC236}">
                <a16:creationId xmlns:a16="http://schemas.microsoft.com/office/drawing/2014/main" id="{5C335FA5-CFC9-8AB0-0532-3CF5AECBFD60}"/>
              </a:ext>
            </a:extLst>
          </p:cNvPr>
          <p:cNvSpPr txBox="1">
            <a:spLocks/>
          </p:cNvSpPr>
          <p:nvPr/>
        </p:nvSpPr>
        <p:spPr>
          <a:xfrm>
            <a:off x="6934826" y="1376234"/>
            <a:ext cx="4710113" cy="369332"/>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kumimoji="1" lang="en-US" sz="3600" b="0" kern="1200" cap="none" spc="-50" baseline="0" dirty="0" smtClean="0">
                <a:ln w="3175">
                  <a:noFill/>
                </a:ln>
                <a:solidFill>
                  <a:schemeClr val="accent2"/>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1" lang="ja-JP" altLang="en-US" sz="2400" b="0" i="0" u="none" strike="noStrike" kern="1200" cap="none" spc="-50" normalizeH="0" baseline="0" noProof="0" dirty="0">
                <a:ln w="3175">
                  <a:noFill/>
                </a:ln>
                <a:solidFill>
                  <a:srgbClr val="002060"/>
                </a:solidFill>
                <a:effectLst/>
                <a:uLnTx/>
                <a:uFillTx/>
                <a:latin typeface="Yu Gothic UI" panose="020B0500000000000000" pitchFamily="50" charset="-128"/>
                <a:ea typeface="Yu Gothic UI" panose="020B0500000000000000" pitchFamily="50" charset="-128"/>
                <a:cs typeface="Segoe UI" pitchFamily="34" charset="0"/>
              </a:rPr>
              <a:t>根本原因の分析と軽減策</a:t>
            </a:r>
            <a:endParaRPr kumimoji="1" lang="en-US" altLang="ja-JP" sz="2400" b="0" i="0" u="none" strike="noStrike" kern="1200" cap="none" spc="-50" normalizeH="0" baseline="0" noProof="0" dirty="0">
              <a:ln w="3175">
                <a:noFill/>
              </a:ln>
              <a:solidFill>
                <a:srgbClr val="002060"/>
              </a:solidFill>
              <a:effectLst/>
              <a:uLnTx/>
              <a:uFillTx/>
              <a:latin typeface="Yu Gothic UI" panose="020B0500000000000000" pitchFamily="50" charset="-128"/>
              <a:ea typeface="Yu Gothic UI" panose="020B0500000000000000" pitchFamily="50" charset="-128"/>
              <a:cs typeface="Segoe UI" pitchFamily="34" charset="0"/>
            </a:endParaRPr>
          </a:p>
        </p:txBody>
      </p:sp>
      <p:grpSp>
        <p:nvGrpSpPr>
          <p:cNvPr id="29" name="Group 9">
            <a:extLst>
              <a:ext uri="{FF2B5EF4-FFF2-40B4-BE49-F238E27FC236}">
                <a16:creationId xmlns:a16="http://schemas.microsoft.com/office/drawing/2014/main" id="{CE5ACF35-4EC4-1E08-0FFF-7C34796C4E3F}"/>
              </a:ext>
            </a:extLst>
          </p:cNvPr>
          <p:cNvGrpSpPr/>
          <p:nvPr/>
        </p:nvGrpSpPr>
        <p:grpSpPr>
          <a:xfrm>
            <a:off x="6859676" y="2125413"/>
            <a:ext cx="246742" cy="246742"/>
            <a:chOff x="566793" y="2850594"/>
            <a:chExt cx="246742" cy="246742"/>
          </a:xfrm>
        </p:grpSpPr>
        <p:sp>
          <p:nvSpPr>
            <p:cNvPr id="30" name="Oval 10">
              <a:extLst>
                <a:ext uri="{FF2B5EF4-FFF2-40B4-BE49-F238E27FC236}">
                  <a16:creationId xmlns:a16="http://schemas.microsoft.com/office/drawing/2014/main" id="{1AA6475A-9A86-2D77-4328-0D7239AC9BD8}"/>
                </a:ext>
              </a:extLst>
            </p:cNvPr>
            <p:cNvSpPr/>
            <p:nvPr/>
          </p:nvSpPr>
          <p:spPr bwMode="auto">
            <a:xfrm>
              <a:off x="566793" y="2850594"/>
              <a:ext cx="246742" cy="246742"/>
            </a:xfrm>
            <a:prstGeom prst="ellipse">
              <a:avLst/>
            </a:prstGeom>
            <a:gradFill flip="none" rotWithShape="1">
              <a:gsLst>
                <a:gs pos="0">
                  <a:schemeClr val="accent6"/>
                </a:gs>
                <a:gs pos="100000">
                  <a:schemeClr val="accent3"/>
                </a:gs>
                <a:gs pos="71000">
                  <a:srgbClr val="0078D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err="1">
                <a:ln>
                  <a:noFill/>
                </a:ln>
                <a:solidFill>
                  <a:srgbClr val="000000"/>
                </a:solidFill>
                <a:effectLst/>
                <a:uLnTx/>
                <a:uFillTx/>
                <a:latin typeface="Yu Gothic UI" panose="020B0500000000000000" pitchFamily="50" charset="-128"/>
                <a:ea typeface="Yu Gothic UI" panose="020B0500000000000000" pitchFamily="50" charset="-128"/>
                <a:cs typeface="+mn-cs"/>
              </a:endParaRPr>
            </a:p>
          </p:txBody>
        </p:sp>
        <p:sp>
          <p:nvSpPr>
            <p:cNvPr id="31" name="Half Frame 5">
              <a:extLst>
                <a:ext uri="{FF2B5EF4-FFF2-40B4-BE49-F238E27FC236}">
                  <a16:creationId xmlns:a16="http://schemas.microsoft.com/office/drawing/2014/main" id="{4C15F4D2-5C0B-194F-A208-079DF85C80C3}"/>
                </a:ext>
              </a:extLst>
            </p:cNvPr>
            <p:cNvSpPr/>
            <p:nvPr/>
          </p:nvSpPr>
          <p:spPr bwMode="auto">
            <a:xfrm rot="8100000">
              <a:off x="600879" y="2918924"/>
              <a:ext cx="110085" cy="110085"/>
            </a:xfrm>
            <a:prstGeom prst="halfFrame">
              <a:avLst>
                <a:gd name="adj1" fmla="val 18749"/>
                <a:gd name="adj2" fmla="val 18747"/>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Yu Gothic UI" panose="020B0500000000000000" pitchFamily="50" charset="-128"/>
                <a:ea typeface="Yu Gothic UI" panose="020B0500000000000000" pitchFamily="50" charset="-128"/>
                <a:cs typeface="Segoe UI" pitchFamily="34" charset="0"/>
              </a:endParaRPr>
            </a:p>
          </p:txBody>
        </p:sp>
      </p:grpSp>
      <p:grpSp>
        <p:nvGrpSpPr>
          <p:cNvPr id="33" name="Group 9">
            <a:extLst>
              <a:ext uri="{FF2B5EF4-FFF2-40B4-BE49-F238E27FC236}">
                <a16:creationId xmlns:a16="http://schemas.microsoft.com/office/drawing/2014/main" id="{00876786-C13B-1F8E-02B3-4812BAA26510}"/>
              </a:ext>
            </a:extLst>
          </p:cNvPr>
          <p:cNvGrpSpPr/>
          <p:nvPr/>
        </p:nvGrpSpPr>
        <p:grpSpPr>
          <a:xfrm>
            <a:off x="6852300" y="2513887"/>
            <a:ext cx="246742" cy="246742"/>
            <a:chOff x="566793" y="2850594"/>
            <a:chExt cx="246742" cy="246742"/>
          </a:xfrm>
        </p:grpSpPr>
        <p:sp>
          <p:nvSpPr>
            <p:cNvPr id="34" name="Oval 10">
              <a:extLst>
                <a:ext uri="{FF2B5EF4-FFF2-40B4-BE49-F238E27FC236}">
                  <a16:creationId xmlns:a16="http://schemas.microsoft.com/office/drawing/2014/main" id="{68C2D21D-1CD5-A373-AB8F-514C04BEA5B0}"/>
                </a:ext>
              </a:extLst>
            </p:cNvPr>
            <p:cNvSpPr/>
            <p:nvPr/>
          </p:nvSpPr>
          <p:spPr bwMode="auto">
            <a:xfrm>
              <a:off x="566793" y="2850594"/>
              <a:ext cx="246742" cy="246742"/>
            </a:xfrm>
            <a:prstGeom prst="ellipse">
              <a:avLst/>
            </a:prstGeom>
            <a:gradFill flip="none" rotWithShape="1">
              <a:gsLst>
                <a:gs pos="0">
                  <a:schemeClr val="accent6"/>
                </a:gs>
                <a:gs pos="100000">
                  <a:schemeClr val="accent3"/>
                </a:gs>
                <a:gs pos="71000">
                  <a:srgbClr val="0078D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err="1">
                <a:ln>
                  <a:noFill/>
                </a:ln>
                <a:solidFill>
                  <a:srgbClr val="000000"/>
                </a:solidFill>
                <a:effectLst/>
                <a:uLnTx/>
                <a:uFillTx/>
                <a:latin typeface="Yu Gothic UI" panose="020B0500000000000000" pitchFamily="50" charset="-128"/>
                <a:ea typeface="Yu Gothic UI" panose="020B0500000000000000" pitchFamily="50" charset="-128"/>
                <a:cs typeface="+mn-cs"/>
              </a:endParaRPr>
            </a:p>
          </p:txBody>
        </p:sp>
        <p:sp>
          <p:nvSpPr>
            <p:cNvPr id="35" name="Half Frame 5">
              <a:extLst>
                <a:ext uri="{FF2B5EF4-FFF2-40B4-BE49-F238E27FC236}">
                  <a16:creationId xmlns:a16="http://schemas.microsoft.com/office/drawing/2014/main" id="{518919DB-08AF-AB56-8ADB-0E6527C65364}"/>
                </a:ext>
              </a:extLst>
            </p:cNvPr>
            <p:cNvSpPr/>
            <p:nvPr/>
          </p:nvSpPr>
          <p:spPr bwMode="auto">
            <a:xfrm rot="8100000">
              <a:off x="600879" y="2918924"/>
              <a:ext cx="110085" cy="110085"/>
            </a:xfrm>
            <a:prstGeom prst="halfFrame">
              <a:avLst>
                <a:gd name="adj1" fmla="val 18749"/>
                <a:gd name="adj2" fmla="val 18747"/>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Yu Gothic UI" panose="020B0500000000000000" pitchFamily="50" charset="-128"/>
                <a:ea typeface="Yu Gothic UI" panose="020B0500000000000000" pitchFamily="50" charset="-128"/>
                <a:cs typeface="Segoe UI" pitchFamily="34" charset="0"/>
              </a:endParaRPr>
            </a:p>
          </p:txBody>
        </p:sp>
      </p:grpSp>
      <p:grpSp>
        <p:nvGrpSpPr>
          <p:cNvPr id="36" name="Group 9">
            <a:extLst>
              <a:ext uri="{FF2B5EF4-FFF2-40B4-BE49-F238E27FC236}">
                <a16:creationId xmlns:a16="http://schemas.microsoft.com/office/drawing/2014/main" id="{93B027F5-ABCC-6AEE-A196-6DF2A86D7600}"/>
              </a:ext>
            </a:extLst>
          </p:cNvPr>
          <p:cNvGrpSpPr/>
          <p:nvPr/>
        </p:nvGrpSpPr>
        <p:grpSpPr>
          <a:xfrm>
            <a:off x="6859676" y="2875083"/>
            <a:ext cx="246742" cy="246742"/>
            <a:chOff x="566793" y="2850594"/>
            <a:chExt cx="246742" cy="246742"/>
          </a:xfrm>
        </p:grpSpPr>
        <p:sp>
          <p:nvSpPr>
            <p:cNvPr id="37" name="Oval 10">
              <a:extLst>
                <a:ext uri="{FF2B5EF4-FFF2-40B4-BE49-F238E27FC236}">
                  <a16:creationId xmlns:a16="http://schemas.microsoft.com/office/drawing/2014/main" id="{142EF631-41CE-C08F-8568-1015A4BEF35D}"/>
                </a:ext>
              </a:extLst>
            </p:cNvPr>
            <p:cNvSpPr/>
            <p:nvPr/>
          </p:nvSpPr>
          <p:spPr bwMode="auto">
            <a:xfrm>
              <a:off x="566793" y="2850594"/>
              <a:ext cx="246742" cy="246742"/>
            </a:xfrm>
            <a:prstGeom prst="ellipse">
              <a:avLst/>
            </a:prstGeom>
            <a:gradFill flip="none" rotWithShape="1">
              <a:gsLst>
                <a:gs pos="0">
                  <a:schemeClr val="accent6"/>
                </a:gs>
                <a:gs pos="100000">
                  <a:schemeClr val="accent3"/>
                </a:gs>
                <a:gs pos="71000">
                  <a:srgbClr val="0078D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err="1">
                <a:ln>
                  <a:noFill/>
                </a:ln>
                <a:solidFill>
                  <a:srgbClr val="000000"/>
                </a:solidFill>
                <a:effectLst/>
                <a:uLnTx/>
                <a:uFillTx/>
                <a:latin typeface="Yu Gothic UI" panose="020B0500000000000000" pitchFamily="50" charset="-128"/>
                <a:ea typeface="Yu Gothic UI" panose="020B0500000000000000" pitchFamily="50" charset="-128"/>
                <a:cs typeface="+mn-cs"/>
              </a:endParaRPr>
            </a:p>
          </p:txBody>
        </p:sp>
        <p:sp>
          <p:nvSpPr>
            <p:cNvPr id="38" name="Half Frame 5">
              <a:extLst>
                <a:ext uri="{FF2B5EF4-FFF2-40B4-BE49-F238E27FC236}">
                  <a16:creationId xmlns:a16="http://schemas.microsoft.com/office/drawing/2014/main" id="{676FB478-B918-0A5F-346E-8F6C58EC546D}"/>
                </a:ext>
              </a:extLst>
            </p:cNvPr>
            <p:cNvSpPr/>
            <p:nvPr/>
          </p:nvSpPr>
          <p:spPr bwMode="auto">
            <a:xfrm rot="8100000">
              <a:off x="600879" y="2918924"/>
              <a:ext cx="110085" cy="110085"/>
            </a:xfrm>
            <a:prstGeom prst="halfFrame">
              <a:avLst>
                <a:gd name="adj1" fmla="val 18749"/>
                <a:gd name="adj2" fmla="val 18747"/>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Yu Gothic UI" panose="020B0500000000000000" pitchFamily="50" charset="-128"/>
                <a:ea typeface="Yu Gothic UI" panose="020B0500000000000000" pitchFamily="50" charset="-128"/>
                <a:cs typeface="Segoe UI" pitchFamily="34" charset="0"/>
              </a:endParaRPr>
            </a:p>
          </p:txBody>
        </p:sp>
      </p:grpSp>
      <p:grpSp>
        <p:nvGrpSpPr>
          <p:cNvPr id="40" name="Group 9">
            <a:extLst>
              <a:ext uri="{FF2B5EF4-FFF2-40B4-BE49-F238E27FC236}">
                <a16:creationId xmlns:a16="http://schemas.microsoft.com/office/drawing/2014/main" id="{B5707A0E-7502-323A-17E5-E3EE8FA1E3AD}"/>
              </a:ext>
            </a:extLst>
          </p:cNvPr>
          <p:cNvGrpSpPr/>
          <p:nvPr/>
        </p:nvGrpSpPr>
        <p:grpSpPr>
          <a:xfrm>
            <a:off x="6852300" y="3240346"/>
            <a:ext cx="246742" cy="246742"/>
            <a:chOff x="566793" y="2850594"/>
            <a:chExt cx="246742" cy="246742"/>
          </a:xfrm>
        </p:grpSpPr>
        <p:sp>
          <p:nvSpPr>
            <p:cNvPr id="41" name="Oval 10">
              <a:extLst>
                <a:ext uri="{FF2B5EF4-FFF2-40B4-BE49-F238E27FC236}">
                  <a16:creationId xmlns:a16="http://schemas.microsoft.com/office/drawing/2014/main" id="{11E86A03-A46F-C012-5086-8612169E4037}"/>
                </a:ext>
              </a:extLst>
            </p:cNvPr>
            <p:cNvSpPr/>
            <p:nvPr/>
          </p:nvSpPr>
          <p:spPr bwMode="auto">
            <a:xfrm>
              <a:off x="566793" y="2850594"/>
              <a:ext cx="246742" cy="246742"/>
            </a:xfrm>
            <a:prstGeom prst="ellipse">
              <a:avLst/>
            </a:prstGeom>
            <a:gradFill flip="none" rotWithShape="1">
              <a:gsLst>
                <a:gs pos="0">
                  <a:schemeClr val="accent6"/>
                </a:gs>
                <a:gs pos="100000">
                  <a:schemeClr val="accent3"/>
                </a:gs>
                <a:gs pos="71000">
                  <a:srgbClr val="0078D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err="1">
                <a:ln>
                  <a:noFill/>
                </a:ln>
                <a:solidFill>
                  <a:srgbClr val="000000"/>
                </a:solidFill>
                <a:effectLst/>
                <a:uLnTx/>
                <a:uFillTx/>
                <a:latin typeface="Yu Gothic UI" panose="020B0500000000000000" pitchFamily="50" charset="-128"/>
                <a:ea typeface="Yu Gothic UI" panose="020B0500000000000000" pitchFamily="50" charset="-128"/>
                <a:cs typeface="+mn-cs"/>
              </a:endParaRPr>
            </a:p>
          </p:txBody>
        </p:sp>
        <p:sp>
          <p:nvSpPr>
            <p:cNvPr id="42" name="Half Frame 5">
              <a:extLst>
                <a:ext uri="{FF2B5EF4-FFF2-40B4-BE49-F238E27FC236}">
                  <a16:creationId xmlns:a16="http://schemas.microsoft.com/office/drawing/2014/main" id="{C4B7C6A8-1009-A786-FC9E-E7AE36BB86E2}"/>
                </a:ext>
              </a:extLst>
            </p:cNvPr>
            <p:cNvSpPr/>
            <p:nvPr/>
          </p:nvSpPr>
          <p:spPr bwMode="auto">
            <a:xfrm rot="8100000">
              <a:off x="600879" y="2918924"/>
              <a:ext cx="110085" cy="110085"/>
            </a:xfrm>
            <a:prstGeom prst="halfFrame">
              <a:avLst>
                <a:gd name="adj1" fmla="val 18749"/>
                <a:gd name="adj2" fmla="val 18747"/>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Yu Gothic UI" panose="020B0500000000000000" pitchFamily="50" charset="-128"/>
                <a:ea typeface="Yu Gothic UI" panose="020B0500000000000000" pitchFamily="50" charset="-128"/>
                <a:cs typeface="Segoe UI" pitchFamily="34" charset="0"/>
              </a:endParaRPr>
            </a:p>
          </p:txBody>
        </p:sp>
      </p:grpSp>
      <p:sp>
        <p:nvSpPr>
          <p:cNvPr id="43" name="Rectangle 7">
            <a:extLst>
              <a:ext uri="{FF2B5EF4-FFF2-40B4-BE49-F238E27FC236}">
                <a16:creationId xmlns:a16="http://schemas.microsoft.com/office/drawing/2014/main" id="{EE55E25E-7548-399A-8682-B10EFFB6C554}"/>
              </a:ext>
            </a:extLst>
          </p:cNvPr>
          <p:cNvSpPr/>
          <p:nvPr/>
        </p:nvSpPr>
        <p:spPr>
          <a:xfrm>
            <a:off x="7142427" y="2081291"/>
            <a:ext cx="3505254" cy="4101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base" latinLnBrk="0" hangingPunct="1">
              <a:lnSpc>
                <a:spcPct val="100000"/>
              </a:lnSpc>
              <a:spcBef>
                <a:spcPts val="0"/>
              </a:spcBef>
              <a:spcAft>
                <a:spcPts val="900"/>
              </a:spcAft>
              <a:buClr>
                <a:srgbClr val="000000"/>
              </a:buClr>
              <a:buSzTx/>
              <a:buFontTx/>
              <a:buNone/>
              <a:tabLst/>
              <a:defRPr/>
            </a:pPr>
            <a:r>
              <a:rPr kumimoji="0" lang="ja-JP" alt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ログ、メトリック、コンテキストデータの分析</a:t>
            </a:r>
            <a:endParaRPr kumimoji="0" lang="en-US" altLang="ja-JP"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endParaRPr>
          </a:p>
        </p:txBody>
      </p:sp>
      <p:sp>
        <p:nvSpPr>
          <p:cNvPr id="44" name="Rectangle 7">
            <a:extLst>
              <a:ext uri="{FF2B5EF4-FFF2-40B4-BE49-F238E27FC236}">
                <a16:creationId xmlns:a16="http://schemas.microsoft.com/office/drawing/2014/main" id="{CB0D711C-0AF3-D476-97ED-EE6B93B7C8FF}"/>
              </a:ext>
            </a:extLst>
          </p:cNvPr>
          <p:cNvSpPr/>
          <p:nvPr/>
        </p:nvSpPr>
        <p:spPr>
          <a:xfrm>
            <a:off x="7135051" y="2469765"/>
            <a:ext cx="3505254" cy="4101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base" latinLnBrk="0" hangingPunct="1">
              <a:lnSpc>
                <a:spcPct val="100000"/>
              </a:lnSpc>
              <a:spcBef>
                <a:spcPts val="0"/>
              </a:spcBef>
              <a:spcAft>
                <a:spcPts val="900"/>
              </a:spcAft>
              <a:buClr>
                <a:srgbClr val="000000"/>
              </a:buClr>
              <a:buSzTx/>
              <a:buFontTx/>
              <a:buNone/>
              <a:tabLst/>
              <a:defRPr/>
            </a:pPr>
            <a:r>
              <a:rPr kumimoji="0" lang="ja-JP" alt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根本原因に関する仮説の生成</a:t>
            </a:r>
            <a:r>
              <a:rPr kumimoji="0" lang="en-US" altLang="ja-JP"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a:t>
            </a:r>
            <a:r>
              <a:rPr kumimoji="0" lang="ja-JP" alt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複数</a:t>
            </a:r>
            <a:r>
              <a:rPr kumimoji="0" lang="en-US" altLang="ja-JP"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a:t>
            </a:r>
          </a:p>
        </p:txBody>
      </p:sp>
      <p:sp>
        <p:nvSpPr>
          <p:cNvPr id="45" name="Rectangle 7">
            <a:extLst>
              <a:ext uri="{FF2B5EF4-FFF2-40B4-BE49-F238E27FC236}">
                <a16:creationId xmlns:a16="http://schemas.microsoft.com/office/drawing/2014/main" id="{AAEC9F00-8602-92AF-6C12-C6F8E57BDF5F}"/>
              </a:ext>
            </a:extLst>
          </p:cNvPr>
          <p:cNvSpPr/>
          <p:nvPr/>
        </p:nvSpPr>
        <p:spPr>
          <a:xfrm>
            <a:off x="7142427" y="2830961"/>
            <a:ext cx="3505254" cy="4101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base" latinLnBrk="0" hangingPunct="1">
              <a:lnSpc>
                <a:spcPct val="100000"/>
              </a:lnSpc>
              <a:spcBef>
                <a:spcPts val="0"/>
              </a:spcBef>
              <a:spcAft>
                <a:spcPts val="900"/>
              </a:spcAft>
              <a:buClr>
                <a:srgbClr val="000000"/>
              </a:buClr>
              <a:buSzTx/>
              <a:buFontTx/>
              <a:buNone/>
              <a:tabLst/>
              <a:defRPr/>
            </a:pPr>
            <a:r>
              <a:rPr kumimoji="0" lang="ja-JP" alt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各仮説の検証</a:t>
            </a:r>
            <a:endParaRPr kumimoji="0" lang="en-US" altLang="ja-JP"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endParaRPr>
          </a:p>
        </p:txBody>
      </p:sp>
      <p:sp>
        <p:nvSpPr>
          <p:cNvPr id="46" name="Rectangle 7">
            <a:extLst>
              <a:ext uri="{FF2B5EF4-FFF2-40B4-BE49-F238E27FC236}">
                <a16:creationId xmlns:a16="http://schemas.microsoft.com/office/drawing/2014/main" id="{2A27285E-C216-45BC-BD68-7AC3C501B8C4}"/>
              </a:ext>
            </a:extLst>
          </p:cNvPr>
          <p:cNvSpPr/>
          <p:nvPr/>
        </p:nvSpPr>
        <p:spPr>
          <a:xfrm>
            <a:off x="7135051" y="3196224"/>
            <a:ext cx="3505254" cy="4101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base" latinLnBrk="0" hangingPunct="1">
              <a:lnSpc>
                <a:spcPct val="100000"/>
              </a:lnSpc>
              <a:spcBef>
                <a:spcPts val="0"/>
              </a:spcBef>
              <a:spcAft>
                <a:spcPts val="900"/>
              </a:spcAft>
              <a:buClr>
                <a:srgbClr val="000000"/>
              </a:buClr>
              <a:buSzTx/>
              <a:buFontTx/>
              <a:buNone/>
              <a:tabLst/>
              <a:defRPr/>
            </a:pPr>
            <a:r>
              <a:rPr kumimoji="0" lang="ja-JP" alt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軽減策の提案</a:t>
            </a:r>
            <a:endParaRPr kumimoji="0" lang="en-US" altLang="ja-JP"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endParaRPr>
          </a:p>
        </p:txBody>
      </p:sp>
      <p:grpSp>
        <p:nvGrpSpPr>
          <p:cNvPr id="47" name="Group 8">
            <a:extLst>
              <a:ext uri="{FF2B5EF4-FFF2-40B4-BE49-F238E27FC236}">
                <a16:creationId xmlns:a16="http://schemas.microsoft.com/office/drawing/2014/main" id="{33D60F94-5DA9-F4C0-6C20-567F72343925}"/>
              </a:ext>
            </a:extLst>
          </p:cNvPr>
          <p:cNvGrpSpPr/>
          <p:nvPr/>
        </p:nvGrpSpPr>
        <p:grpSpPr>
          <a:xfrm>
            <a:off x="749090" y="3231071"/>
            <a:ext cx="246742" cy="246742"/>
            <a:chOff x="566793" y="2850594"/>
            <a:chExt cx="246742" cy="246742"/>
          </a:xfrm>
        </p:grpSpPr>
        <p:sp>
          <p:nvSpPr>
            <p:cNvPr id="48" name="Oval 9">
              <a:extLst>
                <a:ext uri="{FF2B5EF4-FFF2-40B4-BE49-F238E27FC236}">
                  <a16:creationId xmlns:a16="http://schemas.microsoft.com/office/drawing/2014/main" id="{C6983CD3-5F8A-0834-974E-614A9E3CAB82}"/>
                </a:ext>
              </a:extLst>
            </p:cNvPr>
            <p:cNvSpPr/>
            <p:nvPr/>
          </p:nvSpPr>
          <p:spPr bwMode="auto">
            <a:xfrm>
              <a:off x="566793" y="2850594"/>
              <a:ext cx="246742" cy="246742"/>
            </a:xfrm>
            <a:prstGeom prst="ellipse">
              <a:avLst/>
            </a:prstGeom>
            <a:gradFill flip="none" rotWithShape="1">
              <a:gsLst>
                <a:gs pos="0">
                  <a:schemeClr val="accent6"/>
                </a:gs>
                <a:gs pos="100000">
                  <a:schemeClr val="accent3"/>
                </a:gs>
                <a:gs pos="71000">
                  <a:srgbClr val="0078D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err="1">
                <a:ln>
                  <a:noFill/>
                </a:ln>
                <a:solidFill>
                  <a:srgbClr val="000000"/>
                </a:solidFill>
                <a:effectLst/>
                <a:uLnTx/>
                <a:uFillTx/>
                <a:latin typeface="Yu Gothic UI" panose="020B0500000000000000" pitchFamily="50" charset="-128"/>
                <a:ea typeface="Yu Gothic UI" panose="020B0500000000000000" pitchFamily="50" charset="-128"/>
                <a:cs typeface="+mn-cs"/>
              </a:endParaRPr>
            </a:p>
          </p:txBody>
        </p:sp>
        <p:sp>
          <p:nvSpPr>
            <p:cNvPr id="49" name="Half Frame 5">
              <a:extLst>
                <a:ext uri="{FF2B5EF4-FFF2-40B4-BE49-F238E27FC236}">
                  <a16:creationId xmlns:a16="http://schemas.microsoft.com/office/drawing/2014/main" id="{05BC79B6-A479-483D-A830-2A928675E36B}"/>
                </a:ext>
              </a:extLst>
            </p:cNvPr>
            <p:cNvSpPr/>
            <p:nvPr/>
          </p:nvSpPr>
          <p:spPr bwMode="auto">
            <a:xfrm rot="8100000">
              <a:off x="600879" y="2918924"/>
              <a:ext cx="110085" cy="110085"/>
            </a:xfrm>
            <a:prstGeom prst="halfFrame">
              <a:avLst>
                <a:gd name="adj1" fmla="val 18749"/>
                <a:gd name="adj2" fmla="val 18747"/>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Yu Gothic UI" panose="020B0500000000000000" pitchFamily="50" charset="-128"/>
                <a:ea typeface="Yu Gothic UI" panose="020B0500000000000000" pitchFamily="50" charset="-128"/>
                <a:cs typeface="Segoe UI" pitchFamily="34" charset="0"/>
              </a:endParaRPr>
            </a:p>
          </p:txBody>
        </p:sp>
      </p:grpSp>
      <p:sp>
        <p:nvSpPr>
          <p:cNvPr id="50" name="Rectangle 3">
            <a:extLst>
              <a:ext uri="{FF2B5EF4-FFF2-40B4-BE49-F238E27FC236}">
                <a16:creationId xmlns:a16="http://schemas.microsoft.com/office/drawing/2014/main" id="{EF3DCFB4-A07E-7389-A936-1DD7F0E7EF28}"/>
              </a:ext>
            </a:extLst>
          </p:cNvPr>
          <p:cNvSpPr/>
          <p:nvPr/>
        </p:nvSpPr>
        <p:spPr>
          <a:xfrm>
            <a:off x="1075603" y="3196224"/>
            <a:ext cx="4710113" cy="33561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base" latinLnBrk="0" hangingPunct="1">
              <a:lnSpc>
                <a:spcPct val="100000"/>
              </a:lnSpc>
              <a:spcBef>
                <a:spcPts val="750"/>
              </a:spcBef>
              <a:spcAft>
                <a:spcPts val="900"/>
              </a:spcAft>
              <a:buClr>
                <a:srgbClr val="000000"/>
              </a:buClr>
              <a:buSzTx/>
              <a:buFontTx/>
              <a:buNone/>
              <a:tabLst/>
              <a:defRPr/>
            </a:pPr>
            <a:r>
              <a:rPr kumimoji="0" 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GitHub </a:t>
            </a:r>
            <a:r>
              <a:rPr kumimoji="0" lang="en-US" sz="16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a:rPr>
              <a:t>のリポジトリと連携することでアプリのコードも把握</a:t>
            </a:r>
            <a:r>
              <a:rPr lang="en-US" sz="1600" kern="0" dirty="0">
                <a:solidFill>
                  <a:srgbClr val="000000"/>
                </a:solidFill>
                <a:latin typeface="Yu Gothic UI" panose="020B0500000000000000" pitchFamily="50" charset="-128"/>
                <a:ea typeface="Yu Gothic UI" panose="020B0500000000000000" pitchFamily="50" charset="-128"/>
                <a:cs typeface="Segoe UI"/>
              </a:rPr>
              <a:t>。</a:t>
            </a:r>
            <a:r>
              <a:rPr lang="en-US" sz="1600" kern="0">
                <a:solidFill>
                  <a:srgbClr val="000000"/>
                </a:solidFill>
                <a:latin typeface="Yu Gothic UI" panose="020B0500000000000000" pitchFamily="50" charset="-128"/>
                <a:ea typeface="Yu Gothic UI" panose="020B0500000000000000" pitchFamily="50" charset="-128"/>
                <a:cs typeface="Segoe UI"/>
              </a:rPr>
              <a:t>ナレッジファイルをアップロードすることで設計書なども理解</a:t>
            </a:r>
            <a:r>
              <a:rPr lang="en-US" sz="1600" kern="0" dirty="0">
                <a:solidFill>
                  <a:srgbClr val="000000"/>
                </a:solidFill>
                <a:latin typeface="Yu Gothic UI" panose="020B0500000000000000" pitchFamily="50" charset="-128"/>
                <a:ea typeface="Yu Gothic UI" panose="020B0500000000000000" pitchFamily="50" charset="-128"/>
                <a:cs typeface="Segoe UI"/>
              </a:rPr>
              <a:t>。</a:t>
            </a:r>
            <a:endParaRPr kumimoji="0" 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endParaRPr>
          </a:p>
        </p:txBody>
      </p:sp>
    </p:spTree>
    <p:extLst>
      <p:ext uri="{BB962C8B-B14F-4D97-AF65-F5344CB8AC3E}">
        <p14:creationId xmlns:p14="http://schemas.microsoft.com/office/powerpoint/2010/main" val="825355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A8C4B-1DDB-5E87-8131-80476887D818}"/>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2E942324-B814-C3A4-002F-4AE53A4DB75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SRE Agent </a:t>
            </a:r>
            <a:r>
              <a:rPr lang="ja-JP" altLang="en-US" sz="2000" b="1">
                <a:solidFill>
                  <a:srgbClr val="1F2937"/>
                </a:solidFill>
                <a:latin typeface="Yu Gothic" pitchFamily="34" charset="0"/>
                <a:ea typeface="Yu Gothic" pitchFamily="34" charset="-122"/>
                <a:cs typeface="Yu Gothic" pitchFamily="34" charset="-120"/>
              </a:rPr>
              <a:t>の主な機能</a:t>
            </a:r>
            <a:endParaRPr lang="en-US" altLang="ja-JP" sz="2000" dirty="0"/>
          </a:p>
        </p:txBody>
      </p:sp>
      <p:sp>
        <p:nvSpPr>
          <p:cNvPr id="2" name="正方形/長方形 1">
            <a:extLst>
              <a:ext uri="{FF2B5EF4-FFF2-40B4-BE49-F238E27FC236}">
                <a16:creationId xmlns:a16="http://schemas.microsoft.com/office/drawing/2014/main" id="{CD197709-D079-9651-F0B6-A38D81D7EDB2}"/>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10</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FB52899-5051-71CA-4EE0-1966A87241E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pic>
        <p:nvPicPr>
          <p:cNvPr id="3" name="Picture 12" descr="A screenshot of a computer error message&#10;&#10;AI-generated content may be incorrect.">
            <a:extLst>
              <a:ext uri="{FF2B5EF4-FFF2-40B4-BE49-F238E27FC236}">
                <a16:creationId xmlns:a16="http://schemas.microsoft.com/office/drawing/2014/main" id="{92BD7BEE-8C6D-FF20-9128-4E85A7035190}"/>
              </a:ext>
            </a:extLst>
          </p:cNvPr>
          <p:cNvPicPr>
            <a:picLocks noChangeAspect="1"/>
          </p:cNvPicPr>
          <p:nvPr/>
        </p:nvPicPr>
        <p:blipFill>
          <a:blip r:embed="rId3"/>
          <a:stretch>
            <a:fillRect/>
          </a:stretch>
        </p:blipFill>
        <p:spPr>
          <a:xfrm>
            <a:off x="6665889" y="2764129"/>
            <a:ext cx="5368305" cy="2898883"/>
          </a:xfrm>
          <a:prstGeom prst="rect">
            <a:avLst/>
          </a:prstGeom>
          <a:effectLst>
            <a:outerShdw blurRad="127000" dist="50800" dir="2700000" algn="tl" rotWithShape="0">
              <a:prstClr val="black">
                <a:alpha val="35000"/>
              </a:prstClr>
            </a:outerShdw>
          </a:effectLst>
        </p:spPr>
      </p:pic>
      <p:sp>
        <p:nvSpPr>
          <p:cNvPr id="5" name="Title 1">
            <a:extLst>
              <a:ext uri="{FF2B5EF4-FFF2-40B4-BE49-F238E27FC236}">
                <a16:creationId xmlns:a16="http://schemas.microsoft.com/office/drawing/2014/main" id="{6487A38D-4F6D-13A4-5631-83B00F56E7CE}"/>
              </a:ext>
            </a:extLst>
          </p:cNvPr>
          <p:cNvSpPr txBox="1">
            <a:spLocks/>
          </p:cNvSpPr>
          <p:nvPr/>
        </p:nvSpPr>
        <p:spPr>
          <a:xfrm>
            <a:off x="6583363" y="1390650"/>
            <a:ext cx="4710113" cy="443499"/>
          </a:xfrm>
          <a:prstGeom prst="rect">
            <a:avLst/>
          </a:prstGeom>
        </p:spPr>
        <p:txBody>
          <a:bodyPr vert="horz" wrap="square" lIns="0" tIns="0" rIns="0" bIns="0" rtlCol="0" anchor="t">
            <a:normAutofit/>
          </a:bodyPr>
          <a:lstStyle>
            <a:lvl1pPr algn="l" defTabSz="932742" rtl="0" eaLnBrk="1" latinLnBrk="0" hangingPunct="1">
              <a:lnSpc>
                <a:spcPct val="100000"/>
              </a:lnSpc>
              <a:spcBef>
                <a:spcPct val="0"/>
              </a:spcBef>
              <a:buNone/>
              <a:defRPr kumimoji="1" lang="en-US" sz="3600" b="0" kern="1200" cap="none" spc="-50" baseline="0" dirty="0" smtClean="0">
                <a:ln w="3175">
                  <a:noFill/>
                </a:ln>
                <a:solidFill>
                  <a:schemeClr val="accent2"/>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1" lang="ja-JP" altLang="en-US" sz="2000" b="0" i="0" u="none" strike="noStrike" kern="1200" cap="none" spc="-50" normalizeH="0" baseline="0" noProof="0" dirty="0">
                <a:ln w="3175">
                  <a:noFill/>
                </a:ln>
                <a:solidFill>
                  <a:srgbClr val="2A446F"/>
                </a:solidFill>
                <a:effectLst/>
                <a:uLnTx/>
                <a:uFillTx/>
                <a:latin typeface="Yu Gothic UI" panose="020B0500000000000000" pitchFamily="50" charset="-128"/>
                <a:ea typeface="Yu Gothic UI" panose="020B0500000000000000" pitchFamily="50" charset="-128"/>
                <a:cs typeface="Segoe UI" pitchFamily="34" charset="0"/>
              </a:rPr>
              <a:t>レポート生成と通知</a:t>
            </a:r>
          </a:p>
        </p:txBody>
      </p:sp>
      <p:sp>
        <p:nvSpPr>
          <p:cNvPr id="6" name="Rectangle 22">
            <a:extLst>
              <a:ext uri="{FF2B5EF4-FFF2-40B4-BE49-F238E27FC236}">
                <a16:creationId xmlns:a16="http://schemas.microsoft.com/office/drawing/2014/main" id="{D4EBDE1C-CCE8-9CA9-05FD-AF47A1CE0279}"/>
              </a:ext>
            </a:extLst>
          </p:cNvPr>
          <p:cNvSpPr/>
          <p:nvPr/>
        </p:nvSpPr>
        <p:spPr>
          <a:xfrm>
            <a:off x="6978246" y="1861581"/>
            <a:ext cx="4710113" cy="33561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base" latinLnBrk="0" hangingPunct="1">
              <a:lnSpc>
                <a:spcPct val="100000"/>
              </a:lnSpc>
              <a:spcBef>
                <a:spcPts val="750"/>
              </a:spcBef>
              <a:spcAft>
                <a:spcPts val="900"/>
              </a:spcAft>
              <a:buClr>
                <a:srgbClr val="000000"/>
              </a:buClr>
              <a:buSzTx/>
              <a:buFontTx/>
              <a:buNone/>
              <a:tabLst/>
              <a:defRPr/>
            </a:pPr>
            <a:r>
              <a:rPr kumimoji="0" lang="ja-JP" alt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インシデント分析や推奨事項を含むチケットを作成</a:t>
            </a:r>
            <a:endParaRPr kumimoji="0" 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endParaRPr>
          </a:p>
        </p:txBody>
      </p:sp>
      <p:grpSp>
        <p:nvGrpSpPr>
          <p:cNvPr id="7" name="Group 67">
            <a:extLst>
              <a:ext uri="{FF2B5EF4-FFF2-40B4-BE49-F238E27FC236}">
                <a16:creationId xmlns:a16="http://schemas.microsoft.com/office/drawing/2014/main" id="{26F3EF9B-D978-DA6E-8BDD-2091D9346266}"/>
              </a:ext>
            </a:extLst>
          </p:cNvPr>
          <p:cNvGrpSpPr/>
          <p:nvPr/>
        </p:nvGrpSpPr>
        <p:grpSpPr>
          <a:xfrm>
            <a:off x="6654603" y="1924325"/>
            <a:ext cx="246742" cy="246742"/>
            <a:chOff x="566793" y="2850594"/>
            <a:chExt cx="246742" cy="246742"/>
          </a:xfrm>
        </p:grpSpPr>
        <p:sp>
          <p:nvSpPr>
            <p:cNvPr id="8" name="Oval 77">
              <a:extLst>
                <a:ext uri="{FF2B5EF4-FFF2-40B4-BE49-F238E27FC236}">
                  <a16:creationId xmlns:a16="http://schemas.microsoft.com/office/drawing/2014/main" id="{7E3A8BB5-4DEB-199C-A2B7-CE6524FC5239}"/>
                </a:ext>
              </a:extLst>
            </p:cNvPr>
            <p:cNvSpPr/>
            <p:nvPr/>
          </p:nvSpPr>
          <p:spPr bwMode="auto">
            <a:xfrm>
              <a:off x="566793" y="2850594"/>
              <a:ext cx="246742" cy="246742"/>
            </a:xfrm>
            <a:prstGeom prst="ellipse">
              <a:avLst/>
            </a:prstGeom>
            <a:gradFill flip="none" rotWithShape="1">
              <a:gsLst>
                <a:gs pos="0">
                  <a:schemeClr val="accent6"/>
                </a:gs>
                <a:gs pos="100000">
                  <a:schemeClr val="accent3"/>
                </a:gs>
                <a:gs pos="71000">
                  <a:srgbClr val="0078D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err="1">
                <a:ln>
                  <a:noFill/>
                </a:ln>
                <a:solidFill>
                  <a:srgbClr val="000000"/>
                </a:solidFill>
                <a:effectLst/>
                <a:uLnTx/>
                <a:uFillTx/>
                <a:latin typeface="Yu Gothic UI" panose="020B0500000000000000" pitchFamily="50" charset="-128"/>
                <a:ea typeface="Yu Gothic UI" panose="020B0500000000000000" pitchFamily="50" charset="-128"/>
                <a:cs typeface="+mn-cs"/>
              </a:endParaRPr>
            </a:p>
          </p:txBody>
        </p:sp>
        <p:sp>
          <p:nvSpPr>
            <p:cNvPr id="11" name="Half Frame 5">
              <a:extLst>
                <a:ext uri="{FF2B5EF4-FFF2-40B4-BE49-F238E27FC236}">
                  <a16:creationId xmlns:a16="http://schemas.microsoft.com/office/drawing/2014/main" id="{4AC69C50-5EB5-64BE-0C2B-6848F58CCB97}"/>
                </a:ext>
              </a:extLst>
            </p:cNvPr>
            <p:cNvSpPr/>
            <p:nvPr/>
          </p:nvSpPr>
          <p:spPr bwMode="auto">
            <a:xfrm rot="8100000">
              <a:off x="600879" y="2918924"/>
              <a:ext cx="110085" cy="110085"/>
            </a:xfrm>
            <a:prstGeom prst="halfFrame">
              <a:avLst>
                <a:gd name="adj1" fmla="val 18749"/>
                <a:gd name="adj2" fmla="val 18747"/>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Yu Gothic UI" panose="020B0500000000000000" pitchFamily="50" charset="-128"/>
                <a:ea typeface="Yu Gothic UI" panose="020B0500000000000000" pitchFamily="50" charset="-128"/>
                <a:cs typeface="Segoe UI" pitchFamily="34" charset="0"/>
              </a:endParaRPr>
            </a:p>
          </p:txBody>
        </p:sp>
      </p:grpSp>
      <p:sp>
        <p:nvSpPr>
          <p:cNvPr id="12" name="Rectangle 7">
            <a:extLst>
              <a:ext uri="{FF2B5EF4-FFF2-40B4-BE49-F238E27FC236}">
                <a16:creationId xmlns:a16="http://schemas.microsoft.com/office/drawing/2014/main" id="{0121F94D-3702-97B7-F9D5-88509297541E}"/>
              </a:ext>
            </a:extLst>
          </p:cNvPr>
          <p:cNvSpPr/>
          <p:nvPr/>
        </p:nvSpPr>
        <p:spPr>
          <a:xfrm>
            <a:off x="6978246" y="2285406"/>
            <a:ext cx="5087905" cy="4101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base" latinLnBrk="0" hangingPunct="1">
              <a:lnSpc>
                <a:spcPct val="100000"/>
              </a:lnSpc>
              <a:spcBef>
                <a:spcPts val="750"/>
              </a:spcBef>
              <a:spcAft>
                <a:spcPts val="900"/>
              </a:spcAft>
              <a:buClr>
                <a:srgbClr val="000000"/>
              </a:buClr>
              <a:buSzTx/>
              <a:buFontTx/>
              <a:buNone/>
              <a:tabLst/>
              <a:defRPr/>
            </a:pPr>
            <a:r>
              <a:rPr kumimoji="0" lang="ja-JP" alt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コーディングエージェントにハンドオフ</a:t>
            </a:r>
            <a:endParaRPr kumimoji="0" lang="en-US" altLang="ja-JP"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endParaRPr>
          </a:p>
        </p:txBody>
      </p:sp>
      <p:grpSp>
        <p:nvGrpSpPr>
          <p:cNvPr id="13" name="Group 9">
            <a:extLst>
              <a:ext uri="{FF2B5EF4-FFF2-40B4-BE49-F238E27FC236}">
                <a16:creationId xmlns:a16="http://schemas.microsoft.com/office/drawing/2014/main" id="{4D38D090-6260-7000-22C8-470EE5E425C3}"/>
              </a:ext>
            </a:extLst>
          </p:cNvPr>
          <p:cNvGrpSpPr/>
          <p:nvPr/>
        </p:nvGrpSpPr>
        <p:grpSpPr>
          <a:xfrm>
            <a:off x="6654603" y="2359879"/>
            <a:ext cx="246742" cy="246742"/>
            <a:chOff x="566793" y="2850594"/>
            <a:chExt cx="246742" cy="246742"/>
          </a:xfrm>
        </p:grpSpPr>
        <p:sp>
          <p:nvSpPr>
            <p:cNvPr id="14" name="Oval 10">
              <a:extLst>
                <a:ext uri="{FF2B5EF4-FFF2-40B4-BE49-F238E27FC236}">
                  <a16:creationId xmlns:a16="http://schemas.microsoft.com/office/drawing/2014/main" id="{4F022E8C-4624-43FF-7EA7-F5463DA2C33E}"/>
                </a:ext>
              </a:extLst>
            </p:cNvPr>
            <p:cNvSpPr/>
            <p:nvPr/>
          </p:nvSpPr>
          <p:spPr bwMode="auto">
            <a:xfrm>
              <a:off x="566793" y="2850594"/>
              <a:ext cx="246742" cy="246742"/>
            </a:xfrm>
            <a:prstGeom prst="ellipse">
              <a:avLst/>
            </a:prstGeom>
            <a:gradFill flip="none" rotWithShape="1">
              <a:gsLst>
                <a:gs pos="0">
                  <a:schemeClr val="accent6"/>
                </a:gs>
                <a:gs pos="100000">
                  <a:schemeClr val="accent3"/>
                </a:gs>
                <a:gs pos="71000">
                  <a:srgbClr val="0078D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err="1">
                <a:ln>
                  <a:noFill/>
                </a:ln>
                <a:solidFill>
                  <a:srgbClr val="000000"/>
                </a:solidFill>
                <a:effectLst/>
                <a:uLnTx/>
                <a:uFillTx/>
                <a:latin typeface="Yu Gothic UI" panose="020B0500000000000000" pitchFamily="50" charset="-128"/>
                <a:ea typeface="Yu Gothic UI" panose="020B0500000000000000" pitchFamily="50" charset="-128"/>
                <a:cs typeface="+mn-cs"/>
              </a:endParaRPr>
            </a:p>
          </p:txBody>
        </p:sp>
        <p:sp>
          <p:nvSpPr>
            <p:cNvPr id="24" name="Half Frame 5">
              <a:extLst>
                <a:ext uri="{FF2B5EF4-FFF2-40B4-BE49-F238E27FC236}">
                  <a16:creationId xmlns:a16="http://schemas.microsoft.com/office/drawing/2014/main" id="{F75C64D9-6EE1-4082-E91E-9816B2DC04DA}"/>
                </a:ext>
              </a:extLst>
            </p:cNvPr>
            <p:cNvSpPr/>
            <p:nvPr/>
          </p:nvSpPr>
          <p:spPr bwMode="auto">
            <a:xfrm rot="8100000">
              <a:off x="600879" y="2918924"/>
              <a:ext cx="110085" cy="110085"/>
            </a:xfrm>
            <a:prstGeom prst="halfFrame">
              <a:avLst>
                <a:gd name="adj1" fmla="val 18749"/>
                <a:gd name="adj2" fmla="val 18747"/>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Yu Gothic UI" panose="020B0500000000000000" pitchFamily="50" charset="-128"/>
                <a:ea typeface="Yu Gothic UI" panose="020B0500000000000000" pitchFamily="50" charset="-128"/>
                <a:cs typeface="Segoe UI" pitchFamily="34" charset="0"/>
              </a:endParaRPr>
            </a:p>
          </p:txBody>
        </p:sp>
      </p:grpSp>
      <p:sp>
        <p:nvSpPr>
          <p:cNvPr id="25" name="Title 1">
            <a:extLst>
              <a:ext uri="{FF2B5EF4-FFF2-40B4-BE49-F238E27FC236}">
                <a16:creationId xmlns:a16="http://schemas.microsoft.com/office/drawing/2014/main" id="{C1B5960D-5BF8-072C-1A1B-F3691F392123}"/>
              </a:ext>
            </a:extLst>
          </p:cNvPr>
          <p:cNvSpPr txBox="1">
            <a:spLocks/>
          </p:cNvSpPr>
          <p:nvPr/>
        </p:nvSpPr>
        <p:spPr>
          <a:xfrm>
            <a:off x="685800" y="1390650"/>
            <a:ext cx="5414393" cy="443499"/>
          </a:xfrm>
          <a:prstGeom prst="rect">
            <a:avLst/>
          </a:prstGeom>
        </p:spPr>
        <p:txBody>
          <a:bodyPr vert="horz" wrap="square" lIns="0" tIns="0" rIns="0" bIns="0" rtlCol="0" anchor="t">
            <a:normAutofit/>
          </a:bodyPr>
          <a:lstStyle>
            <a:lvl1pPr algn="l" defTabSz="932742" rtl="0" eaLnBrk="1" latinLnBrk="0" hangingPunct="1">
              <a:lnSpc>
                <a:spcPct val="100000"/>
              </a:lnSpc>
              <a:spcBef>
                <a:spcPct val="0"/>
              </a:spcBef>
              <a:buNone/>
              <a:defRPr kumimoji="1" lang="en-US" sz="3600" b="0" kern="1200" cap="none" spc="-50" baseline="0" dirty="0" smtClean="0">
                <a:ln w="3175">
                  <a:noFill/>
                </a:ln>
                <a:solidFill>
                  <a:schemeClr val="accent2"/>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1" lang="ja-JP" altLang="en-US" sz="2000" b="0" i="0" u="none" strike="noStrike" kern="1200" cap="none" spc="-50" normalizeH="0" baseline="0" noProof="0" dirty="0">
                <a:ln w="3175">
                  <a:noFill/>
                </a:ln>
                <a:solidFill>
                  <a:srgbClr val="2A446F"/>
                </a:solidFill>
                <a:effectLst/>
                <a:uLnTx/>
                <a:uFillTx/>
                <a:latin typeface="Yu Gothic UI" panose="020B0500000000000000" pitchFamily="50" charset="-128"/>
                <a:ea typeface="Yu Gothic UI" panose="020B0500000000000000" pitchFamily="50" charset="-128"/>
                <a:cs typeface="Segoe UI" pitchFamily="34" charset="0"/>
              </a:rPr>
              <a:t>インシデント管理の自動化と拡張</a:t>
            </a:r>
          </a:p>
        </p:txBody>
      </p:sp>
      <p:pic>
        <p:nvPicPr>
          <p:cNvPr id="28" name="Picture Placeholder 4" descr="A screenshot of a computer&#10;&#10;AI-generated content may be incorrect.">
            <a:extLst>
              <a:ext uri="{FF2B5EF4-FFF2-40B4-BE49-F238E27FC236}">
                <a16:creationId xmlns:a16="http://schemas.microsoft.com/office/drawing/2014/main" id="{10198BC6-6C16-F31D-6EE6-8B58916BD36B}"/>
              </a:ext>
            </a:extLst>
          </p:cNvPr>
          <p:cNvPicPr>
            <a:picLocks noChangeAspect="1"/>
          </p:cNvPicPr>
          <p:nvPr/>
        </p:nvPicPr>
        <p:blipFill>
          <a:blip r:embed="rId4"/>
          <a:stretch/>
        </p:blipFill>
        <p:spPr>
          <a:xfrm>
            <a:off x="741447" y="2746858"/>
            <a:ext cx="5380037" cy="2406456"/>
          </a:xfrm>
          <a:prstGeom prst="rect">
            <a:avLst/>
          </a:prstGeom>
          <a:effectLst>
            <a:outerShdw blurRad="127000" dist="50800" dir="2700000" algn="tl" rotWithShape="0">
              <a:prstClr val="black">
                <a:alpha val="34000"/>
              </a:prstClr>
            </a:outerShdw>
          </a:effectLst>
        </p:spPr>
      </p:pic>
      <p:sp>
        <p:nvSpPr>
          <p:cNvPr id="32" name="Rectangle 22">
            <a:extLst>
              <a:ext uri="{FF2B5EF4-FFF2-40B4-BE49-F238E27FC236}">
                <a16:creationId xmlns:a16="http://schemas.microsoft.com/office/drawing/2014/main" id="{A64DB091-2427-D77E-6812-23D6110DE3AE}"/>
              </a:ext>
            </a:extLst>
          </p:cNvPr>
          <p:cNvSpPr/>
          <p:nvPr/>
        </p:nvSpPr>
        <p:spPr>
          <a:xfrm>
            <a:off x="1162414" y="1861581"/>
            <a:ext cx="4710113" cy="33561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base" latinLnBrk="0" hangingPunct="1">
              <a:lnSpc>
                <a:spcPct val="100000"/>
              </a:lnSpc>
              <a:spcBef>
                <a:spcPts val="750"/>
              </a:spcBef>
              <a:spcAft>
                <a:spcPts val="900"/>
              </a:spcAft>
              <a:buClr>
                <a:srgbClr val="000000"/>
              </a:buClr>
              <a:buSzTx/>
              <a:buFontTx/>
              <a:buNone/>
              <a:tabLst/>
              <a:defRPr/>
            </a:pPr>
            <a:r>
              <a:rPr kumimoji="0" lang="en-US" altLang="ja-JP"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Azure Monitor </a:t>
            </a:r>
            <a:r>
              <a:rPr kumimoji="0" lang="ja-JP" alt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アラートはデフォルトで接続</a:t>
            </a:r>
            <a:endParaRPr kumimoji="0" 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endParaRPr>
          </a:p>
        </p:txBody>
      </p:sp>
      <p:grpSp>
        <p:nvGrpSpPr>
          <p:cNvPr id="39" name="Group 67">
            <a:extLst>
              <a:ext uri="{FF2B5EF4-FFF2-40B4-BE49-F238E27FC236}">
                <a16:creationId xmlns:a16="http://schemas.microsoft.com/office/drawing/2014/main" id="{4473353F-8B94-E273-81FB-61D0F288DBFD}"/>
              </a:ext>
            </a:extLst>
          </p:cNvPr>
          <p:cNvGrpSpPr/>
          <p:nvPr/>
        </p:nvGrpSpPr>
        <p:grpSpPr>
          <a:xfrm>
            <a:off x="838771" y="1924325"/>
            <a:ext cx="246742" cy="246742"/>
            <a:chOff x="566793" y="2850594"/>
            <a:chExt cx="246742" cy="246742"/>
          </a:xfrm>
        </p:grpSpPr>
        <p:sp>
          <p:nvSpPr>
            <p:cNvPr id="51" name="Oval 77">
              <a:extLst>
                <a:ext uri="{FF2B5EF4-FFF2-40B4-BE49-F238E27FC236}">
                  <a16:creationId xmlns:a16="http://schemas.microsoft.com/office/drawing/2014/main" id="{59A4F8DF-56F5-6CD7-01F2-36BF51BC2D98}"/>
                </a:ext>
              </a:extLst>
            </p:cNvPr>
            <p:cNvSpPr/>
            <p:nvPr/>
          </p:nvSpPr>
          <p:spPr bwMode="auto">
            <a:xfrm>
              <a:off x="566793" y="2850594"/>
              <a:ext cx="246742" cy="246742"/>
            </a:xfrm>
            <a:prstGeom prst="ellipse">
              <a:avLst/>
            </a:prstGeom>
            <a:gradFill flip="none" rotWithShape="1">
              <a:gsLst>
                <a:gs pos="0">
                  <a:schemeClr val="accent6"/>
                </a:gs>
                <a:gs pos="100000">
                  <a:schemeClr val="accent3"/>
                </a:gs>
                <a:gs pos="71000">
                  <a:srgbClr val="0078D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err="1">
                <a:ln>
                  <a:noFill/>
                </a:ln>
                <a:solidFill>
                  <a:srgbClr val="000000"/>
                </a:solidFill>
                <a:effectLst/>
                <a:uLnTx/>
                <a:uFillTx/>
                <a:latin typeface="Yu Gothic UI" panose="020B0500000000000000" pitchFamily="50" charset="-128"/>
                <a:ea typeface="Yu Gothic UI" panose="020B0500000000000000" pitchFamily="50" charset="-128"/>
                <a:cs typeface="+mn-cs"/>
              </a:endParaRPr>
            </a:p>
          </p:txBody>
        </p:sp>
        <p:sp>
          <p:nvSpPr>
            <p:cNvPr id="52" name="Half Frame 5">
              <a:extLst>
                <a:ext uri="{FF2B5EF4-FFF2-40B4-BE49-F238E27FC236}">
                  <a16:creationId xmlns:a16="http://schemas.microsoft.com/office/drawing/2014/main" id="{ABAB864C-AB1B-F0B6-6DB9-14061143F5EC}"/>
                </a:ext>
              </a:extLst>
            </p:cNvPr>
            <p:cNvSpPr/>
            <p:nvPr/>
          </p:nvSpPr>
          <p:spPr bwMode="auto">
            <a:xfrm rot="8100000">
              <a:off x="600879" y="2918924"/>
              <a:ext cx="110085" cy="110085"/>
            </a:xfrm>
            <a:prstGeom prst="halfFrame">
              <a:avLst>
                <a:gd name="adj1" fmla="val 18749"/>
                <a:gd name="adj2" fmla="val 18747"/>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Yu Gothic UI" panose="020B0500000000000000" pitchFamily="50" charset="-128"/>
                <a:ea typeface="Yu Gothic UI" panose="020B0500000000000000" pitchFamily="50" charset="-128"/>
                <a:cs typeface="Segoe UI" pitchFamily="34" charset="0"/>
              </a:endParaRPr>
            </a:p>
          </p:txBody>
        </p:sp>
      </p:grpSp>
      <p:sp>
        <p:nvSpPr>
          <p:cNvPr id="53" name="Rectangle 7">
            <a:extLst>
              <a:ext uri="{FF2B5EF4-FFF2-40B4-BE49-F238E27FC236}">
                <a16:creationId xmlns:a16="http://schemas.microsoft.com/office/drawing/2014/main" id="{8F901133-07EB-65B8-8B15-2E185A7EE3A3}"/>
              </a:ext>
            </a:extLst>
          </p:cNvPr>
          <p:cNvSpPr/>
          <p:nvPr/>
        </p:nvSpPr>
        <p:spPr>
          <a:xfrm>
            <a:off x="1162414" y="2276234"/>
            <a:ext cx="5087905" cy="8648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base" latinLnBrk="0" hangingPunct="1">
              <a:lnSpc>
                <a:spcPct val="100000"/>
              </a:lnSpc>
              <a:spcBef>
                <a:spcPts val="750"/>
              </a:spcBef>
              <a:spcAft>
                <a:spcPts val="900"/>
              </a:spcAft>
              <a:buClr>
                <a:srgbClr val="000000"/>
              </a:buClr>
              <a:buSzTx/>
              <a:buFontTx/>
              <a:buNone/>
              <a:tabLst/>
              <a:defRPr/>
            </a:pPr>
            <a:r>
              <a:rPr kumimoji="0" lang="ja-JP" alt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フィルター付きのインシデントハンドラ</a:t>
            </a:r>
            <a:endParaRPr kumimoji="0" 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endParaRPr>
          </a:p>
        </p:txBody>
      </p:sp>
      <p:grpSp>
        <p:nvGrpSpPr>
          <p:cNvPr id="54" name="Group 9">
            <a:extLst>
              <a:ext uri="{FF2B5EF4-FFF2-40B4-BE49-F238E27FC236}">
                <a16:creationId xmlns:a16="http://schemas.microsoft.com/office/drawing/2014/main" id="{36368BEC-31F8-A85E-5A44-1BD9DF271A2F}"/>
              </a:ext>
            </a:extLst>
          </p:cNvPr>
          <p:cNvGrpSpPr/>
          <p:nvPr/>
        </p:nvGrpSpPr>
        <p:grpSpPr>
          <a:xfrm>
            <a:off x="838771" y="2327847"/>
            <a:ext cx="246742" cy="246742"/>
            <a:chOff x="566793" y="2850594"/>
            <a:chExt cx="246742" cy="246742"/>
          </a:xfrm>
        </p:grpSpPr>
        <p:sp>
          <p:nvSpPr>
            <p:cNvPr id="55" name="Oval 10">
              <a:extLst>
                <a:ext uri="{FF2B5EF4-FFF2-40B4-BE49-F238E27FC236}">
                  <a16:creationId xmlns:a16="http://schemas.microsoft.com/office/drawing/2014/main" id="{5456F4CA-4494-1EF8-40B5-EE0C3750560F}"/>
                </a:ext>
              </a:extLst>
            </p:cNvPr>
            <p:cNvSpPr/>
            <p:nvPr/>
          </p:nvSpPr>
          <p:spPr bwMode="auto">
            <a:xfrm>
              <a:off x="566793" y="2850594"/>
              <a:ext cx="246742" cy="246742"/>
            </a:xfrm>
            <a:prstGeom prst="ellipse">
              <a:avLst/>
            </a:prstGeom>
            <a:gradFill flip="none" rotWithShape="1">
              <a:gsLst>
                <a:gs pos="0">
                  <a:schemeClr val="accent6"/>
                </a:gs>
                <a:gs pos="100000">
                  <a:schemeClr val="accent3"/>
                </a:gs>
                <a:gs pos="71000">
                  <a:srgbClr val="0078D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err="1">
                <a:ln>
                  <a:noFill/>
                </a:ln>
                <a:solidFill>
                  <a:srgbClr val="000000"/>
                </a:solidFill>
                <a:effectLst/>
                <a:uLnTx/>
                <a:uFillTx/>
                <a:latin typeface="Yu Gothic UI" panose="020B0500000000000000" pitchFamily="50" charset="-128"/>
                <a:ea typeface="Yu Gothic UI" panose="020B0500000000000000" pitchFamily="50" charset="-128"/>
                <a:cs typeface="+mn-cs"/>
              </a:endParaRPr>
            </a:p>
          </p:txBody>
        </p:sp>
        <p:sp>
          <p:nvSpPr>
            <p:cNvPr id="56" name="Half Frame 5">
              <a:extLst>
                <a:ext uri="{FF2B5EF4-FFF2-40B4-BE49-F238E27FC236}">
                  <a16:creationId xmlns:a16="http://schemas.microsoft.com/office/drawing/2014/main" id="{56A0116B-8CDF-97A7-213E-C4DAA9C06A5A}"/>
                </a:ext>
              </a:extLst>
            </p:cNvPr>
            <p:cNvSpPr/>
            <p:nvPr/>
          </p:nvSpPr>
          <p:spPr bwMode="auto">
            <a:xfrm rot="8100000">
              <a:off x="600879" y="2918924"/>
              <a:ext cx="110085" cy="110085"/>
            </a:xfrm>
            <a:prstGeom prst="halfFrame">
              <a:avLst>
                <a:gd name="adj1" fmla="val 18749"/>
                <a:gd name="adj2" fmla="val 18747"/>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Yu Gothic UI" panose="020B0500000000000000" pitchFamily="50" charset="-128"/>
                <a:ea typeface="Yu Gothic UI" panose="020B0500000000000000" pitchFamily="50" charset="-128"/>
                <a:cs typeface="Segoe UI" pitchFamily="34" charset="0"/>
              </a:endParaRPr>
            </a:p>
          </p:txBody>
        </p:sp>
      </p:grpSp>
      <p:sp>
        <p:nvSpPr>
          <p:cNvPr id="57" name="テキスト ボックス 47">
            <a:extLst>
              <a:ext uri="{FF2B5EF4-FFF2-40B4-BE49-F238E27FC236}">
                <a16:creationId xmlns:a16="http://schemas.microsoft.com/office/drawing/2014/main" id="{51760410-BA87-B3A3-ABD9-6A72373014EB}"/>
              </a:ext>
            </a:extLst>
          </p:cNvPr>
          <p:cNvSpPr txBox="1"/>
          <p:nvPr/>
        </p:nvSpPr>
        <p:spPr>
          <a:xfrm>
            <a:off x="976404" y="5582235"/>
            <a:ext cx="5380038" cy="907171"/>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1" lang="en-US" altLang="ja-JP" sz="1765"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mn-cs"/>
              </a:rPr>
              <a:t>Pager Duty, Service Now</a:t>
            </a:r>
            <a:r>
              <a:rPr kumimoji="1" lang="ja-JP" altLang="en-US" sz="1765"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mn-cs"/>
              </a:rPr>
              <a:t> のインシデントをトリガーとして利用可能</a:t>
            </a:r>
            <a:r>
              <a:rPr kumimoji="1" lang="ja-JP" altLang="en-US" sz="1765"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rPr>
              <a:t>に。</a:t>
            </a:r>
            <a:r>
              <a:rPr kumimoji="1" lang="en-US" altLang="ja-JP" dirty="0">
                <a:solidFill>
                  <a:srgbClr val="000000"/>
                </a:solidFill>
                <a:latin typeface="Yu Gothic UI" panose="020B0500000000000000" pitchFamily="50" charset="-128"/>
                <a:ea typeface="Yu Gothic UI" panose="020B0500000000000000" pitchFamily="50" charset="-128"/>
              </a:rPr>
              <a:t> </a:t>
            </a:r>
            <a:r>
              <a:rPr kumimoji="1" lang="en-US" altLang="ja-JP" sz="1765"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mn-cs"/>
              </a:rPr>
              <a:t>MCP</a:t>
            </a:r>
            <a:r>
              <a:rPr kumimoji="1" lang="ja-JP" altLang="en-US" sz="1765"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rPr>
              <a:t> </a:t>
            </a:r>
            <a:r>
              <a:rPr kumimoji="1" lang="en-US" altLang="ja-JP" sz="1765"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mn-cs"/>
              </a:rPr>
              <a:t>Server</a:t>
            </a:r>
            <a:r>
              <a:rPr kumimoji="1" lang="ja-JP" altLang="en-US" sz="1765"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mn-cs"/>
              </a:rPr>
              <a:t> を介して</a:t>
            </a:r>
            <a:r>
              <a:rPr kumimoji="1" lang="ja-JP" altLang="en-US" sz="1765"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rPr>
              <a:t>外部サービス のテレメトリデータや専用のツールの利用可能</a:t>
            </a:r>
            <a:r>
              <a:rPr kumimoji="1" lang="ja-JP" altLang="en-US" sz="1765"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mn-cs"/>
              </a:rPr>
              <a:t>。</a:t>
            </a:r>
          </a:p>
        </p:txBody>
      </p:sp>
      <p:sp>
        <p:nvSpPr>
          <p:cNvPr id="58" name="Rectangle 22">
            <a:extLst>
              <a:ext uri="{FF2B5EF4-FFF2-40B4-BE49-F238E27FC236}">
                <a16:creationId xmlns:a16="http://schemas.microsoft.com/office/drawing/2014/main" id="{F4FE5F6D-ED94-0D9D-1FB3-413BA92497A6}"/>
              </a:ext>
            </a:extLst>
          </p:cNvPr>
          <p:cNvSpPr/>
          <p:nvPr/>
        </p:nvSpPr>
        <p:spPr>
          <a:xfrm>
            <a:off x="1162414" y="5246622"/>
            <a:ext cx="4710113" cy="33561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base" latinLnBrk="0" hangingPunct="1">
              <a:lnSpc>
                <a:spcPct val="100000"/>
              </a:lnSpc>
              <a:spcBef>
                <a:spcPts val="750"/>
              </a:spcBef>
              <a:spcAft>
                <a:spcPts val="900"/>
              </a:spcAft>
              <a:buClr>
                <a:srgbClr val="000000"/>
              </a:buClr>
              <a:buSzTx/>
              <a:buFontTx/>
              <a:buNone/>
              <a:tabLst/>
              <a:defRPr/>
            </a:pPr>
            <a:r>
              <a:rPr kumimoji="0" lang="ja-JP" alt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rPr>
              <a:t>サブエージェントによる拡張</a:t>
            </a:r>
            <a:endParaRPr kumimoji="0" lang="en-US" sz="16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a:endParaRPr>
          </a:p>
        </p:txBody>
      </p:sp>
      <p:grpSp>
        <p:nvGrpSpPr>
          <p:cNvPr id="59" name="Group 67">
            <a:extLst>
              <a:ext uri="{FF2B5EF4-FFF2-40B4-BE49-F238E27FC236}">
                <a16:creationId xmlns:a16="http://schemas.microsoft.com/office/drawing/2014/main" id="{44415415-2F8F-86C9-830F-8599559EAE98}"/>
              </a:ext>
            </a:extLst>
          </p:cNvPr>
          <p:cNvGrpSpPr/>
          <p:nvPr/>
        </p:nvGrpSpPr>
        <p:grpSpPr>
          <a:xfrm>
            <a:off x="838771" y="5309366"/>
            <a:ext cx="246742" cy="246742"/>
            <a:chOff x="566793" y="2850594"/>
            <a:chExt cx="246742" cy="246742"/>
          </a:xfrm>
        </p:grpSpPr>
        <p:sp>
          <p:nvSpPr>
            <p:cNvPr id="60" name="Oval 77">
              <a:extLst>
                <a:ext uri="{FF2B5EF4-FFF2-40B4-BE49-F238E27FC236}">
                  <a16:creationId xmlns:a16="http://schemas.microsoft.com/office/drawing/2014/main" id="{2078C2ED-614A-0EBB-1661-E3E6EEAD7BE4}"/>
                </a:ext>
              </a:extLst>
            </p:cNvPr>
            <p:cNvSpPr/>
            <p:nvPr/>
          </p:nvSpPr>
          <p:spPr bwMode="auto">
            <a:xfrm>
              <a:off x="566793" y="2850594"/>
              <a:ext cx="246742" cy="246742"/>
            </a:xfrm>
            <a:prstGeom prst="ellipse">
              <a:avLst/>
            </a:prstGeom>
            <a:gradFill flip="none" rotWithShape="1">
              <a:gsLst>
                <a:gs pos="0">
                  <a:schemeClr val="accent6"/>
                </a:gs>
                <a:gs pos="100000">
                  <a:schemeClr val="accent3"/>
                </a:gs>
                <a:gs pos="71000">
                  <a:srgbClr val="0078D4"/>
                </a:gs>
              </a:gsLst>
              <a:path path="circle">
                <a:fillToRect l="100000" t="100000"/>
              </a:path>
              <a:tileRect r="-100000" b="-100000"/>
            </a:gradFill>
            <a:ln w="52388"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err="1">
                <a:ln>
                  <a:noFill/>
                </a:ln>
                <a:solidFill>
                  <a:srgbClr val="000000"/>
                </a:solidFill>
                <a:effectLst/>
                <a:uLnTx/>
                <a:uFillTx/>
                <a:latin typeface="Yu Gothic UI" panose="020B0500000000000000" pitchFamily="50" charset="-128"/>
                <a:ea typeface="Yu Gothic UI" panose="020B0500000000000000" pitchFamily="50" charset="-128"/>
                <a:cs typeface="+mn-cs"/>
              </a:endParaRPr>
            </a:p>
          </p:txBody>
        </p:sp>
        <p:sp>
          <p:nvSpPr>
            <p:cNvPr id="61" name="Half Frame 5">
              <a:extLst>
                <a:ext uri="{FF2B5EF4-FFF2-40B4-BE49-F238E27FC236}">
                  <a16:creationId xmlns:a16="http://schemas.microsoft.com/office/drawing/2014/main" id="{175A1147-FCAE-C66B-963B-9A64FBA03847}"/>
                </a:ext>
              </a:extLst>
            </p:cNvPr>
            <p:cNvSpPr/>
            <p:nvPr/>
          </p:nvSpPr>
          <p:spPr bwMode="auto">
            <a:xfrm rot="8100000">
              <a:off x="600879" y="2918924"/>
              <a:ext cx="110085" cy="110085"/>
            </a:xfrm>
            <a:prstGeom prst="halfFrame">
              <a:avLst>
                <a:gd name="adj1" fmla="val 18749"/>
                <a:gd name="adj2" fmla="val 18747"/>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Yu Gothic UI" panose="020B0500000000000000" pitchFamily="50" charset="-128"/>
                <a:ea typeface="Yu Gothic UI" panose="020B0500000000000000" pitchFamily="50" charset="-128"/>
                <a:cs typeface="Segoe UI" pitchFamily="34" charset="0"/>
              </a:endParaRPr>
            </a:p>
          </p:txBody>
        </p:sp>
      </p:grpSp>
    </p:spTree>
    <p:extLst>
      <p:ext uri="{BB962C8B-B14F-4D97-AF65-F5344CB8AC3E}">
        <p14:creationId xmlns:p14="http://schemas.microsoft.com/office/powerpoint/2010/main" val="5844119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30579-7D5C-FD65-784B-DE9CAF82EF10}"/>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48C0942C-D46A-BBCA-853F-2C6B453F2CE4}"/>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SRE Agent </a:t>
            </a:r>
            <a:r>
              <a:rPr lang="ja-JP" altLang="en-US" sz="2000" b="1">
                <a:solidFill>
                  <a:srgbClr val="1F2937"/>
                </a:solidFill>
                <a:latin typeface="Yu Gothic" pitchFamily="34" charset="0"/>
                <a:ea typeface="Yu Gothic" pitchFamily="34" charset="-122"/>
                <a:cs typeface="Yu Gothic" pitchFamily="34" charset="-120"/>
              </a:rPr>
              <a:t>の拡張性</a:t>
            </a:r>
            <a:endParaRPr lang="en-US" altLang="ja-JP" sz="2000" dirty="0"/>
          </a:p>
        </p:txBody>
      </p:sp>
      <p:sp>
        <p:nvSpPr>
          <p:cNvPr id="2" name="正方形/長方形 1">
            <a:extLst>
              <a:ext uri="{FF2B5EF4-FFF2-40B4-BE49-F238E27FC236}">
                <a16:creationId xmlns:a16="http://schemas.microsoft.com/office/drawing/2014/main" id="{E6077775-8C01-2086-677D-C4C8A3CB859A}"/>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10</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D889DE1F-DA67-08CE-6D91-64DC064BA88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3" name="Text Placeholder 2">
            <a:extLst>
              <a:ext uri="{FF2B5EF4-FFF2-40B4-BE49-F238E27FC236}">
                <a16:creationId xmlns:a16="http://schemas.microsoft.com/office/drawing/2014/main" id="{CF35C940-6FDE-6B45-BAC4-3F1BA9654D84}"/>
              </a:ext>
            </a:extLst>
          </p:cNvPr>
          <p:cNvSpPr txBox="1">
            <a:spLocks/>
          </p:cNvSpPr>
          <p:nvPr/>
        </p:nvSpPr>
        <p:spPr>
          <a:xfrm>
            <a:off x="658127" y="1459700"/>
            <a:ext cx="6007460" cy="738664"/>
          </a:xfrm>
          <a:prstGeom prst="rect">
            <a:avLst/>
          </a:prstGeom>
        </p:spPr>
        <p:txBody>
          <a:bodyPr lIns="0" tIns="0" rIns="0" bIns="0" anchor="t" anchorCtr="0">
            <a:noAutofit/>
          </a:bodyPr>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Mona-Sans Regular"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Mona-Sans Regular"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Mona-Sans Regular"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Mona-Sans Regular"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Mona-Sans Regular"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1A1A1A"/>
                </a:solidFill>
                <a:latin typeface="Segoe UI"/>
                <a:ea typeface="Yu Gothic UI" panose="020B0500000000000000" pitchFamily="34" charset="-128"/>
              </a:rPr>
              <a:t>AI</a:t>
            </a:r>
            <a:r>
              <a:rPr lang="en-US" dirty="0">
                <a:solidFill>
                  <a:srgbClr val="1A1A1A"/>
                </a:solidFill>
                <a:latin typeface="Yu Gothic UI" panose="020B0500000000000000" pitchFamily="34" charset="-128"/>
                <a:ea typeface="Yu Gothic UI" panose="020B0500000000000000" pitchFamily="34" charset="-128"/>
              </a:rPr>
              <a:t> </a:t>
            </a:r>
            <a:r>
              <a:rPr lang="ja-JP" altLang="en-US">
                <a:solidFill>
                  <a:srgbClr val="1A1A1A"/>
                </a:solidFill>
                <a:latin typeface="Yu Gothic UI" panose="020B0500000000000000" pitchFamily="34" charset="-128"/>
                <a:ea typeface="Yu Gothic UI" panose="020B0500000000000000" pitchFamily="34" charset="-128"/>
              </a:rPr>
              <a:t>を活用したインシデント管理とリソース最適化</a:t>
            </a:r>
          </a:p>
        </p:txBody>
      </p:sp>
      <p:sp>
        <p:nvSpPr>
          <p:cNvPr id="34" name="Rectangle: Rounded Corners 21">
            <a:extLst>
              <a:ext uri="{FF2B5EF4-FFF2-40B4-BE49-F238E27FC236}">
                <a16:creationId xmlns:a16="http://schemas.microsoft.com/office/drawing/2014/main" id="{9A5D05EE-D643-D262-DF74-B7BA53FDE39E}"/>
              </a:ext>
              <a:ext uri="{C183D7F6-B498-43B3-948B-1728B52AA6E4}">
                <adec:decorative xmlns:adec="http://schemas.microsoft.com/office/drawing/2017/decorative" val="1"/>
              </a:ext>
            </a:extLst>
          </p:cNvPr>
          <p:cNvSpPr>
            <a:spLocks/>
          </p:cNvSpPr>
          <p:nvPr/>
        </p:nvSpPr>
        <p:spPr bwMode="auto">
          <a:xfrm>
            <a:off x="657427" y="2174725"/>
            <a:ext cx="6008160" cy="3377804"/>
          </a:xfrm>
          <a:prstGeom prst="roundRect">
            <a:avLst>
              <a:gd name="adj" fmla="val 4667"/>
            </a:avLst>
          </a:prstGeom>
          <a:solidFill>
            <a:srgbClr val="D73B01">
              <a:lumMod val="20000"/>
              <a:lumOff val="80000"/>
            </a:srgbClr>
          </a:solidFill>
          <a:ln w="12700" cap="rnd" cmpd="sng" algn="ctr">
            <a:noFill/>
            <a:prstDash val="solid"/>
            <a:headEnd type="none" w="lg" len="sm"/>
            <a:tailEnd type="none" w="lg" len="sm"/>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endParaRPr kumimoji="0" lang="en-IE" sz="1000" b="0" i="0" u="none" strike="noStrike" kern="0" cap="none" spc="0" normalizeH="0" baseline="0" noProof="0">
              <a:ln>
                <a:noFill/>
              </a:ln>
              <a:solidFill>
                <a:srgbClr val="1A1A1A"/>
              </a:solidFill>
              <a:effectLst/>
              <a:uLnTx/>
              <a:uFillTx/>
              <a:latin typeface="Segoe Sans Text" pitchFamily="2" charset="0"/>
              <a:ea typeface="+mn-ea"/>
              <a:cs typeface="Segoe Sans Text" pitchFamily="2" charset="0"/>
            </a:endParaRPr>
          </a:p>
        </p:txBody>
      </p:sp>
      <p:sp>
        <p:nvSpPr>
          <p:cNvPr id="35" name="Rectangle: Rounded Corners 17">
            <a:extLst>
              <a:ext uri="{FF2B5EF4-FFF2-40B4-BE49-F238E27FC236}">
                <a16:creationId xmlns:a16="http://schemas.microsoft.com/office/drawing/2014/main" id="{CB8E30F0-D93C-5E5D-0B16-AF08FA0D1D62}"/>
              </a:ext>
            </a:extLst>
          </p:cNvPr>
          <p:cNvSpPr/>
          <p:nvPr/>
        </p:nvSpPr>
        <p:spPr bwMode="auto">
          <a:xfrm>
            <a:off x="6999459" y="876300"/>
            <a:ext cx="4827587" cy="5875909"/>
          </a:xfrm>
          <a:prstGeom prst="roundRect">
            <a:avLst>
              <a:gd name="adj" fmla="val 3015"/>
            </a:avLst>
          </a:prstGeom>
          <a:noFill/>
          <a:ln w="6350" cap="flat" cmpd="sng" algn="ctr">
            <a:solidFill>
              <a:srgbClr val="465761"/>
            </a:solidFill>
            <a:prstDash val="solid"/>
          </a:ln>
          <a:effectLst/>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1A1A1A"/>
              </a:solidFill>
              <a:effectLst/>
              <a:uLnTx/>
              <a:uFillTx/>
              <a:latin typeface="Segoe UI"/>
              <a:ea typeface="+mn-ea"/>
              <a:cs typeface="+mn-cs"/>
            </a:endParaRPr>
          </a:p>
        </p:txBody>
      </p:sp>
      <p:pic>
        <p:nvPicPr>
          <p:cNvPr id="36" name="Picture 1">
            <a:extLst>
              <a:ext uri="{FF2B5EF4-FFF2-40B4-BE49-F238E27FC236}">
                <a16:creationId xmlns:a16="http://schemas.microsoft.com/office/drawing/2014/main" id="{8151E99B-68C9-32F3-A617-EF984388AA08}"/>
              </a:ext>
            </a:extLst>
          </p:cNvPr>
          <p:cNvPicPr>
            <a:picLocks noChangeAspect="1"/>
          </p:cNvPicPr>
          <p:nvPr/>
        </p:nvPicPr>
        <p:blipFill rotWithShape="1">
          <a:blip r:embed="rId3"/>
          <a:stretch>
            <a:fillRect/>
          </a:stretch>
        </p:blipFill>
        <p:spPr>
          <a:xfrm>
            <a:off x="7125908" y="2637185"/>
            <a:ext cx="4608131" cy="2367067"/>
          </a:xfrm>
          <a:prstGeom prst="roundRect">
            <a:avLst>
              <a:gd name="adj" fmla="val 2270"/>
            </a:avLst>
          </a:prstGeom>
          <a:solidFill>
            <a:srgbClr val="D73B01">
              <a:lumMod val="20000"/>
              <a:lumOff val="80000"/>
            </a:srgbClr>
          </a:solidFill>
        </p:spPr>
      </p:pic>
      <p:grpSp>
        <p:nvGrpSpPr>
          <p:cNvPr id="37" name="Group 24">
            <a:extLst>
              <a:ext uri="{FF2B5EF4-FFF2-40B4-BE49-F238E27FC236}">
                <a16:creationId xmlns:a16="http://schemas.microsoft.com/office/drawing/2014/main" id="{60A26274-FAA3-575B-3EA4-37CFBDCD200C}"/>
              </a:ext>
            </a:extLst>
          </p:cNvPr>
          <p:cNvGrpSpPr/>
          <p:nvPr/>
        </p:nvGrpSpPr>
        <p:grpSpPr>
          <a:xfrm>
            <a:off x="870126" y="2427758"/>
            <a:ext cx="307974" cy="307974"/>
            <a:chOff x="698219" y="3624263"/>
            <a:chExt cx="457200" cy="457200"/>
          </a:xfrm>
        </p:grpSpPr>
        <p:sp>
          <p:nvSpPr>
            <p:cNvPr id="38" name="Oval 25">
              <a:extLst>
                <a:ext uri="{FF2B5EF4-FFF2-40B4-BE49-F238E27FC236}">
                  <a16:creationId xmlns:a16="http://schemas.microsoft.com/office/drawing/2014/main" id="{0ACE6199-E8EA-C316-94E8-39AB8FEBAEC3}"/>
                </a:ext>
                <a:ext uri="{C183D7F6-B498-43B3-948B-1728B52AA6E4}">
                  <adec:decorative xmlns:adec="http://schemas.microsoft.com/office/drawing/2017/decorative" val="1"/>
                </a:ext>
              </a:extLst>
            </p:cNvPr>
            <p:cNvSpPr/>
            <p:nvPr/>
          </p:nvSpPr>
          <p:spPr bwMode="auto">
            <a:xfrm>
              <a:off x="698219" y="3624263"/>
              <a:ext cx="457200" cy="457200"/>
            </a:xfrm>
            <a:prstGeom prst="ellipse">
              <a:avLst/>
            </a:prstGeom>
            <a:solidFill>
              <a:srgbClr val="FFFFFF">
                <a:alpha val="84048"/>
              </a:srgbClr>
            </a:solidFill>
            <a:ln w="19050" cap="flat" cmpd="sng" algn="ctr">
              <a:noFill/>
              <a:prstDash val="solid"/>
              <a:headEnd type="none" w="med" len="med"/>
              <a:tailEnd type="none" w="med" len="med"/>
            </a:ln>
            <a:effectLst>
              <a:outerShdw blurRad="269739" dist="38100" dir="2700000" algn="tl" rotWithShape="0">
                <a:srgbClr val="1A1A1A">
                  <a:lumMod val="95000"/>
                  <a:lumOff val="5000"/>
                  <a:alpha val="12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gradFill>
                  <a:gsLst>
                    <a:gs pos="0">
                      <a:srgbClr val="49C5B1"/>
                    </a:gs>
                    <a:gs pos="28000">
                      <a:srgbClr val="0078D4"/>
                    </a:gs>
                    <a:gs pos="100000">
                      <a:srgbClr val="C03BC4"/>
                    </a:gs>
                  </a:gsLst>
                  <a:lin ang="5400000" scaled="1"/>
                </a:gradFill>
                <a:effectLst/>
                <a:uLnTx/>
                <a:uFillTx/>
                <a:latin typeface="Segoe Sans Text"/>
                <a:ea typeface="+mn-ea"/>
                <a:cs typeface="Segoe UI" pitchFamily="34" charset="0"/>
              </a:endParaRPr>
            </a:p>
          </p:txBody>
        </p:sp>
        <p:sp>
          <p:nvSpPr>
            <p:cNvPr id="40" name="Graphic 220" descr="Right arrow head">
              <a:extLst>
                <a:ext uri="{FF2B5EF4-FFF2-40B4-BE49-F238E27FC236}">
                  <a16:creationId xmlns:a16="http://schemas.microsoft.com/office/drawing/2014/main" id="{ED8A8A31-CE41-61FC-B7A4-584D9ED4298C}"/>
                </a:ext>
              </a:extLst>
            </p:cNvPr>
            <p:cNvSpPr>
              <a:spLocks noChangeAspect="1"/>
            </p:cNvSpPr>
            <p:nvPr/>
          </p:nvSpPr>
          <p:spPr>
            <a:xfrm>
              <a:off x="889287" y="3747706"/>
              <a:ext cx="110413" cy="210313"/>
            </a:xfrm>
            <a:custGeom>
              <a:avLst/>
              <a:gdLst>
                <a:gd name="connsiteX0" fmla="*/ 82964 w 100065"/>
                <a:gd name="connsiteY0" fmla="*/ 95305 h 190609"/>
                <a:gd name="connsiteX1" fmla="*/ 2078 w 100065"/>
                <a:gd name="connsiteY1" fmla="*/ 12180 h 190609"/>
                <a:gd name="connsiteX2" fmla="*/ 2107 w 100065"/>
                <a:gd name="connsiteY2" fmla="*/ 2077 h 190609"/>
                <a:gd name="connsiteX3" fmla="*/ 12210 w 100065"/>
                <a:gd name="connsiteY3" fmla="*/ 2107 h 190609"/>
                <a:gd name="connsiteX4" fmla="*/ 12317 w 100065"/>
                <a:gd name="connsiteY4" fmla="*/ 2217 h 190609"/>
                <a:gd name="connsiteX5" fmla="*/ 98042 w 100065"/>
                <a:gd name="connsiteY5" fmla="*/ 90323 h 190609"/>
                <a:gd name="connsiteX6" fmla="*/ 98042 w 100065"/>
                <a:gd name="connsiteY6" fmla="*/ 100287 h 190609"/>
                <a:gd name="connsiteX7" fmla="*/ 12317 w 100065"/>
                <a:gd name="connsiteY7" fmla="*/ 188393 h 190609"/>
                <a:gd name="connsiteX8" fmla="*/ 2218 w 100065"/>
                <a:gd name="connsiteY8" fmla="*/ 188639 h 190609"/>
                <a:gd name="connsiteX9" fmla="*/ 1971 w 100065"/>
                <a:gd name="connsiteY9" fmla="*/ 178539 h 190609"/>
                <a:gd name="connsiteX10" fmla="*/ 2078 w 100065"/>
                <a:gd name="connsiteY10" fmla="*/ 178430 h 190609"/>
                <a:gd name="connsiteX11" fmla="*/ 82973 w 100065"/>
                <a:gd name="connsiteY11" fmla="*/ 95305 h 190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065" h="190609">
                  <a:moveTo>
                    <a:pt x="82964" y="95305"/>
                  </a:moveTo>
                  <a:lnTo>
                    <a:pt x="2078" y="12180"/>
                  </a:lnTo>
                  <a:cubicBezTo>
                    <a:pt x="-704" y="9382"/>
                    <a:pt x="-690" y="4859"/>
                    <a:pt x="2107" y="2077"/>
                  </a:cubicBezTo>
                  <a:cubicBezTo>
                    <a:pt x="4905" y="-704"/>
                    <a:pt x="9428" y="-691"/>
                    <a:pt x="12210" y="2107"/>
                  </a:cubicBezTo>
                  <a:cubicBezTo>
                    <a:pt x="12246" y="2144"/>
                    <a:pt x="12282" y="2180"/>
                    <a:pt x="12317" y="2217"/>
                  </a:cubicBezTo>
                  <a:lnTo>
                    <a:pt x="98042" y="90323"/>
                  </a:lnTo>
                  <a:cubicBezTo>
                    <a:pt x="100740" y="93096"/>
                    <a:pt x="100740" y="97514"/>
                    <a:pt x="98042" y="100287"/>
                  </a:cubicBezTo>
                  <a:lnTo>
                    <a:pt x="12317" y="188393"/>
                  </a:lnTo>
                  <a:cubicBezTo>
                    <a:pt x="9596" y="191250"/>
                    <a:pt x="5074" y="191360"/>
                    <a:pt x="2218" y="188639"/>
                  </a:cubicBezTo>
                  <a:cubicBezTo>
                    <a:pt x="-640" y="185918"/>
                    <a:pt x="-750" y="181397"/>
                    <a:pt x="1971" y="178539"/>
                  </a:cubicBezTo>
                  <a:cubicBezTo>
                    <a:pt x="2006" y="178502"/>
                    <a:pt x="2041" y="178466"/>
                    <a:pt x="2078" y="178430"/>
                  </a:cubicBezTo>
                  <a:lnTo>
                    <a:pt x="82973" y="95305"/>
                  </a:lnTo>
                  <a:close/>
                </a:path>
              </a:pathLst>
            </a:custGeom>
            <a:solidFill>
              <a:srgbClr val="1A1A1A"/>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latin typeface="Segoe UI"/>
              </a:endParaRPr>
            </a:p>
          </p:txBody>
        </p:sp>
      </p:grpSp>
      <p:grpSp>
        <p:nvGrpSpPr>
          <p:cNvPr id="41" name="Group 27">
            <a:extLst>
              <a:ext uri="{FF2B5EF4-FFF2-40B4-BE49-F238E27FC236}">
                <a16:creationId xmlns:a16="http://schemas.microsoft.com/office/drawing/2014/main" id="{BF9F04CA-E997-3B9D-D8E6-EC48293F3668}"/>
              </a:ext>
            </a:extLst>
          </p:cNvPr>
          <p:cNvGrpSpPr/>
          <p:nvPr/>
        </p:nvGrpSpPr>
        <p:grpSpPr>
          <a:xfrm>
            <a:off x="882031" y="3519714"/>
            <a:ext cx="307974" cy="307974"/>
            <a:chOff x="698219" y="3624263"/>
            <a:chExt cx="457200" cy="457200"/>
          </a:xfrm>
        </p:grpSpPr>
        <p:sp>
          <p:nvSpPr>
            <p:cNvPr id="42" name="Oval 28">
              <a:extLst>
                <a:ext uri="{FF2B5EF4-FFF2-40B4-BE49-F238E27FC236}">
                  <a16:creationId xmlns:a16="http://schemas.microsoft.com/office/drawing/2014/main" id="{DF9AAA06-9F98-8802-3A48-CBB0469805A2}"/>
                </a:ext>
                <a:ext uri="{C183D7F6-B498-43B3-948B-1728B52AA6E4}">
                  <adec:decorative xmlns:adec="http://schemas.microsoft.com/office/drawing/2017/decorative" val="1"/>
                </a:ext>
              </a:extLst>
            </p:cNvPr>
            <p:cNvSpPr/>
            <p:nvPr/>
          </p:nvSpPr>
          <p:spPr bwMode="auto">
            <a:xfrm>
              <a:off x="698219" y="3624263"/>
              <a:ext cx="457200" cy="457200"/>
            </a:xfrm>
            <a:prstGeom prst="ellipse">
              <a:avLst/>
            </a:prstGeom>
            <a:solidFill>
              <a:srgbClr val="FFFFFF">
                <a:alpha val="84048"/>
              </a:srgbClr>
            </a:solidFill>
            <a:ln w="19050" cap="flat" cmpd="sng" algn="ctr">
              <a:noFill/>
              <a:prstDash val="solid"/>
              <a:headEnd type="none" w="med" len="med"/>
              <a:tailEnd type="none" w="med" len="med"/>
            </a:ln>
            <a:effectLst>
              <a:outerShdw blurRad="269739" dist="38100" dir="2700000" algn="tl" rotWithShape="0">
                <a:srgbClr val="1A1A1A">
                  <a:lumMod val="95000"/>
                  <a:lumOff val="5000"/>
                  <a:alpha val="12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gradFill>
                  <a:gsLst>
                    <a:gs pos="0">
                      <a:srgbClr val="49C5B1"/>
                    </a:gs>
                    <a:gs pos="28000">
                      <a:srgbClr val="0078D4"/>
                    </a:gs>
                    <a:gs pos="100000">
                      <a:srgbClr val="C03BC4"/>
                    </a:gs>
                  </a:gsLst>
                  <a:lin ang="5400000" scaled="1"/>
                </a:gradFill>
                <a:effectLst/>
                <a:uLnTx/>
                <a:uFillTx/>
                <a:latin typeface="Segoe Sans Text"/>
                <a:ea typeface="+mn-ea"/>
                <a:cs typeface="Segoe UI" pitchFamily="34" charset="0"/>
              </a:endParaRPr>
            </a:p>
          </p:txBody>
        </p:sp>
        <p:sp>
          <p:nvSpPr>
            <p:cNvPr id="43" name="Graphic 220" descr="Right arrow head">
              <a:extLst>
                <a:ext uri="{FF2B5EF4-FFF2-40B4-BE49-F238E27FC236}">
                  <a16:creationId xmlns:a16="http://schemas.microsoft.com/office/drawing/2014/main" id="{B22E00C1-5238-D741-8CE1-FA7FB732491A}"/>
                </a:ext>
              </a:extLst>
            </p:cNvPr>
            <p:cNvSpPr>
              <a:spLocks noChangeAspect="1"/>
            </p:cNvSpPr>
            <p:nvPr/>
          </p:nvSpPr>
          <p:spPr>
            <a:xfrm>
              <a:off x="889287" y="3747706"/>
              <a:ext cx="110413" cy="210313"/>
            </a:xfrm>
            <a:custGeom>
              <a:avLst/>
              <a:gdLst>
                <a:gd name="connsiteX0" fmla="*/ 82964 w 100065"/>
                <a:gd name="connsiteY0" fmla="*/ 95305 h 190609"/>
                <a:gd name="connsiteX1" fmla="*/ 2078 w 100065"/>
                <a:gd name="connsiteY1" fmla="*/ 12180 h 190609"/>
                <a:gd name="connsiteX2" fmla="*/ 2107 w 100065"/>
                <a:gd name="connsiteY2" fmla="*/ 2077 h 190609"/>
                <a:gd name="connsiteX3" fmla="*/ 12210 w 100065"/>
                <a:gd name="connsiteY3" fmla="*/ 2107 h 190609"/>
                <a:gd name="connsiteX4" fmla="*/ 12317 w 100065"/>
                <a:gd name="connsiteY4" fmla="*/ 2217 h 190609"/>
                <a:gd name="connsiteX5" fmla="*/ 98042 w 100065"/>
                <a:gd name="connsiteY5" fmla="*/ 90323 h 190609"/>
                <a:gd name="connsiteX6" fmla="*/ 98042 w 100065"/>
                <a:gd name="connsiteY6" fmla="*/ 100287 h 190609"/>
                <a:gd name="connsiteX7" fmla="*/ 12317 w 100065"/>
                <a:gd name="connsiteY7" fmla="*/ 188393 h 190609"/>
                <a:gd name="connsiteX8" fmla="*/ 2218 w 100065"/>
                <a:gd name="connsiteY8" fmla="*/ 188639 h 190609"/>
                <a:gd name="connsiteX9" fmla="*/ 1971 w 100065"/>
                <a:gd name="connsiteY9" fmla="*/ 178539 h 190609"/>
                <a:gd name="connsiteX10" fmla="*/ 2078 w 100065"/>
                <a:gd name="connsiteY10" fmla="*/ 178430 h 190609"/>
                <a:gd name="connsiteX11" fmla="*/ 82973 w 100065"/>
                <a:gd name="connsiteY11" fmla="*/ 95305 h 190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065" h="190609">
                  <a:moveTo>
                    <a:pt x="82964" y="95305"/>
                  </a:moveTo>
                  <a:lnTo>
                    <a:pt x="2078" y="12180"/>
                  </a:lnTo>
                  <a:cubicBezTo>
                    <a:pt x="-704" y="9382"/>
                    <a:pt x="-690" y="4859"/>
                    <a:pt x="2107" y="2077"/>
                  </a:cubicBezTo>
                  <a:cubicBezTo>
                    <a:pt x="4905" y="-704"/>
                    <a:pt x="9428" y="-691"/>
                    <a:pt x="12210" y="2107"/>
                  </a:cubicBezTo>
                  <a:cubicBezTo>
                    <a:pt x="12246" y="2144"/>
                    <a:pt x="12282" y="2180"/>
                    <a:pt x="12317" y="2217"/>
                  </a:cubicBezTo>
                  <a:lnTo>
                    <a:pt x="98042" y="90323"/>
                  </a:lnTo>
                  <a:cubicBezTo>
                    <a:pt x="100740" y="93096"/>
                    <a:pt x="100740" y="97514"/>
                    <a:pt x="98042" y="100287"/>
                  </a:cubicBezTo>
                  <a:lnTo>
                    <a:pt x="12317" y="188393"/>
                  </a:lnTo>
                  <a:cubicBezTo>
                    <a:pt x="9596" y="191250"/>
                    <a:pt x="5074" y="191360"/>
                    <a:pt x="2218" y="188639"/>
                  </a:cubicBezTo>
                  <a:cubicBezTo>
                    <a:pt x="-640" y="185918"/>
                    <a:pt x="-750" y="181397"/>
                    <a:pt x="1971" y="178539"/>
                  </a:cubicBezTo>
                  <a:cubicBezTo>
                    <a:pt x="2006" y="178502"/>
                    <a:pt x="2041" y="178466"/>
                    <a:pt x="2078" y="178430"/>
                  </a:cubicBezTo>
                  <a:lnTo>
                    <a:pt x="82973" y="95305"/>
                  </a:lnTo>
                  <a:close/>
                </a:path>
              </a:pathLst>
            </a:custGeom>
            <a:solidFill>
              <a:srgbClr val="1A1A1A"/>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latin typeface="Segoe UI"/>
              </a:endParaRPr>
            </a:p>
          </p:txBody>
        </p:sp>
      </p:grpSp>
      <p:grpSp>
        <p:nvGrpSpPr>
          <p:cNvPr id="44" name="Group 30">
            <a:extLst>
              <a:ext uri="{FF2B5EF4-FFF2-40B4-BE49-F238E27FC236}">
                <a16:creationId xmlns:a16="http://schemas.microsoft.com/office/drawing/2014/main" id="{3A237E34-5FA1-AEBA-49B4-FEAE3FB7EDB0}"/>
              </a:ext>
            </a:extLst>
          </p:cNvPr>
          <p:cNvGrpSpPr/>
          <p:nvPr/>
        </p:nvGrpSpPr>
        <p:grpSpPr>
          <a:xfrm>
            <a:off x="888333" y="4605461"/>
            <a:ext cx="307974" cy="307974"/>
            <a:chOff x="698219" y="3624263"/>
            <a:chExt cx="457200" cy="457200"/>
          </a:xfrm>
        </p:grpSpPr>
        <p:sp>
          <p:nvSpPr>
            <p:cNvPr id="45" name="Oval 31">
              <a:extLst>
                <a:ext uri="{FF2B5EF4-FFF2-40B4-BE49-F238E27FC236}">
                  <a16:creationId xmlns:a16="http://schemas.microsoft.com/office/drawing/2014/main" id="{D5FEA64C-74FA-6964-ACC8-DDAD91DDB742}"/>
                </a:ext>
                <a:ext uri="{C183D7F6-B498-43B3-948B-1728B52AA6E4}">
                  <adec:decorative xmlns:adec="http://schemas.microsoft.com/office/drawing/2017/decorative" val="1"/>
                </a:ext>
              </a:extLst>
            </p:cNvPr>
            <p:cNvSpPr/>
            <p:nvPr/>
          </p:nvSpPr>
          <p:spPr bwMode="auto">
            <a:xfrm>
              <a:off x="698219" y="3624263"/>
              <a:ext cx="457200" cy="457200"/>
            </a:xfrm>
            <a:prstGeom prst="ellipse">
              <a:avLst/>
            </a:prstGeom>
            <a:solidFill>
              <a:srgbClr val="FFFFFF">
                <a:alpha val="84048"/>
              </a:srgbClr>
            </a:solidFill>
            <a:ln w="19050" cap="flat" cmpd="sng" algn="ctr">
              <a:noFill/>
              <a:prstDash val="solid"/>
              <a:headEnd type="none" w="med" len="med"/>
              <a:tailEnd type="none" w="med" len="med"/>
            </a:ln>
            <a:effectLst>
              <a:outerShdw blurRad="269739" dist="38100" dir="2700000" algn="tl" rotWithShape="0">
                <a:srgbClr val="1A1A1A">
                  <a:lumMod val="95000"/>
                  <a:lumOff val="5000"/>
                  <a:alpha val="12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gradFill>
                  <a:gsLst>
                    <a:gs pos="0">
                      <a:srgbClr val="49C5B1"/>
                    </a:gs>
                    <a:gs pos="28000">
                      <a:srgbClr val="0078D4"/>
                    </a:gs>
                    <a:gs pos="100000">
                      <a:srgbClr val="C03BC4"/>
                    </a:gs>
                  </a:gsLst>
                  <a:lin ang="5400000" scaled="1"/>
                </a:gradFill>
                <a:effectLst/>
                <a:uLnTx/>
                <a:uFillTx/>
                <a:latin typeface="Segoe Sans Text"/>
                <a:ea typeface="+mn-ea"/>
                <a:cs typeface="Segoe UI" pitchFamily="34" charset="0"/>
              </a:endParaRPr>
            </a:p>
          </p:txBody>
        </p:sp>
        <p:sp>
          <p:nvSpPr>
            <p:cNvPr id="46" name="Graphic 220" descr="Right arrow head">
              <a:extLst>
                <a:ext uri="{FF2B5EF4-FFF2-40B4-BE49-F238E27FC236}">
                  <a16:creationId xmlns:a16="http://schemas.microsoft.com/office/drawing/2014/main" id="{909EE3D7-B549-B147-BE29-73D2F6FC31D9}"/>
                </a:ext>
              </a:extLst>
            </p:cNvPr>
            <p:cNvSpPr>
              <a:spLocks noChangeAspect="1"/>
            </p:cNvSpPr>
            <p:nvPr/>
          </p:nvSpPr>
          <p:spPr>
            <a:xfrm>
              <a:off x="889287" y="3747706"/>
              <a:ext cx="110413" cy="210313"/>
            </a:xfrm>
            <a:custGeom>
              <a:avLst/>
              <a:gdLst>
                <a:gd name="connsiteX0" fmla="*/ 82964 w 100065"/>
                <a:gd name="connsiteY0" fmla="*/ 95305 h 190609"/>
                <a:gd name="connsiteX1" fmla="*/ 2078 w 100065"/>
                <a:gd name="connsiteY1" fmla="*/ 12180 h 190609"/>
                <a:gd name="connsiteX2" fmla="*/ 2107 w 100065"/>
                <a:gd name="connsiteY2" fmla="*/ 2077 h 190609"/>
                <a:gd name="connsiteX3" fmla="*/ 12210 w 100065"/>
                <a:gd name="connsiteY3" fmla="*/ 2107 h 190609"/>
                <a:gd name="connsiteX4" fmla="*/ 12317 w 100065"/>
                <a:gd name="connsiteY4" fmla="*/ 2217 h 190609"/>
                <a:gd name="connsiteX5" fmla="*/ 98042 w 100065"/>
                <a:gd name="connsiteY5" fmla="*/ 90323 h 190609"/>
                <a:gd name="connsiteX6" fmla="*/ 98042 w 100065"/>
                <a:gd name="connsiteY6" fmla="*/ 100287 h 190609"/>
                <a:gd name="connsiteX7" fmla="*/ 12317 w 100065"/>
                <a:gd name="connsiteY7" fmla="*/ 188393 h 190609"/>
                <a:gd name="connsiteX8" fmla="*/ 2218 w 100065"/>
                <a:gd name="connsiteY8" fmla="*/ 188639 h 190609"/>
                <a:gd name="connsiteX9" fmla="*/ 1971 w 100065"/>
                <a:gd name="connsiteY9" fmla="*/ 178539 h 190609"/>
                <a:gd name="connsiteX10" fmla="*/ 2078 w 100065"/>
                <a:gd name="connsiteY10" fmla="*/ 178430 h 190609"/>
                <a:gd name="connsiteX11" fmla="*/ 82973 w 100065"/>
                <a:gd name="connsiteY11" fmla="*/ 95305 h 190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065" h="190609">
                  <a:moveTo>
                    <a:pt x="82964" y="95305"/>
                  </a:moveTo>
                  <a:lnTo>
                    <a:pt x="2078" y="12180"/>
                  </a:lnTo>
                  <a:cubicBezTo>
                    <a:pt x="-704" y="9382"/>
                    <a:pt x="-690" y="4859"/>
                    <a:pt x="2107" y="2077"/>
                  </a:cubicBezTo>
                  <a:cubicBezTo>
                    <a:pt x="4905" y="-704"/>
                    <a:pt x="9428" y="-691"/>
                    <a:pt x="12210" y="2107"/>
                  </a:cubicBezTo>
                  <a:cubicBezTo>
                    <a:pt x="12246" y="2144"/>
                    <a:pt x="12282" y="2180"/>
                    <a:pt x="12317" y="2217"/>
                  </a:cubicBezTo>
                  <a:lnTo>
                    <a:pt x="98042" y="90323"/>
                  </a:lnTo>
                  <a:cubicBezTo>
                    <a:pt x="100740" y="93096"/>
                    <a:pt x="100740" y="97514"/>
                    <a:pt x="98042" y="100287"/>
                  </a:cubicBezTo>
                  <a:lnTo>
                    <a:pt x="12317" y="188393"/>
                  </a:lnTo>
                  <a:cubicBezTo>
                    <a:pt x="9596" y="191250"/>
                    <a:pt x="5074" y="191360"/>
                    <a:pt x="2218" y="188639"/>
                  </a:cubicBezTo>
                  <a:cubicBezTo>
                    <a:pt x="-640" y="185918"/>
                    <a:pt x="-750" y="181397"/>
                    <a:pt x="1971" y="178539"/>
                  </a:cubicBezTo>
                  <a:cubicBezTo>
                    <a:pt x="2006" y="178502"/>
                    <a:pt x="2041" y="178466"/>
                    <a:pt x="2078" y="178430"/>
                  </a:cubicBezTo>
                  <a:lnTo>
                    <a:pt x="82973" y="95305"/>
                  </a:lnTo>
                  <a:close/>
                </a:path>
              </a:pathLst>
            </a:custGeom>
            <a:solidFill>
              <a:srgbClr val="1A1A1A"/>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latin typeface="Segoe UI"/>
              </a:endParaRPr>
            </a:p>
          </p:txBody>
        </p:sp>
      </p:grpSp>
      <p:sp>
        <p:nvSpPr>
          <p:cNvPr id="47" name="Rectangle 34">
            <a:extLst>
              <a:ext uri="{FF2B5EF4-FFF2-40B4-BE49-F238E27FC236}">
                <a16:creationId xmlns:a16="http://schemas.microsoft.com/office/drawing/2014/main" id="{9946AF36-2AB3-8BD7-41CC-AC47B34E62C5}"/>
              </a:ext>
            </a:extLst>
          </p:cNvPr>
          <p:cNvSpPr/>
          <p:nvPr/>
        </p:nvSpPr>
        <p:spPr>
          <a:xfrm>
            <a:off x="1438954" y="2401016"/>
            <a:ext cx="4986402" cy="2123658"/>
          </a:xfrm>
          <a:prstGeom prst="rect">
            <a:avLst/>
          </a:prstGeom>
          <a:noFill/>
          <a:ln w="10795" cap="flat" cmpd="sng" algn="ctr">
            <a:noFill/>
            <a:prstDash val="solid"/>
          </a:ln>
          <a:effectLst/>
        </p:spPr>
        <p:txBody>
          <a:bodyPr lIns="0" tIns="0" rIns="0" bIns="0" rtlCol="0" anchor="t">
            <a:noAutofit/>
          </a:bodyPr>
          <a:lstStyle/>
          <a:p>
            <a:pPr marL="0" marR="0" lvl="0" indent="0" defTabSz="914367" rtl="0" eaLnBrk="1" fontAlgn="t" latinLnBrk="0" hangingPunct="1">
              <a:lnSpc>
                <a:spcPct val="100000"/>
              </a:lnSpc>
              <a:spcBef>
                <a:spcPts val="0"/>
              </a:spcBef>
              <a:spcAft>
                <a:spcPts val="1800"/>
              </a:spcAft>
              <a:buClrTx/>
              <a:buSzTx/>
              <a:buFontTx/>
              <a:buNone/>
              <a:tabLst/>
              <a:defRPr/>
            </a:pPr>
            <a:r>
              <a:rPr kumimoji="0" lang="en-US" sz="1800" b="0" i="0" u="none" strike="noStrike" kern="0" cap="none" spc="0" normalizeH="0" baseline="0" noProof="0" dirty="0">
                <a:ln>
                  <a:noFill/>
                </a:ln>
                <a:solidFill>
                  <a:srgbClr val="1A1A1A"/>
                </a:solidFill>
                <a:effectLst/>
                <a:uLnTx/>
                <a:uFillTx/>
                <a:latin typeface="Yu Gothic UI" panose="020B0500000000000000" pitchFamily="34" charset="-128"/>
                <a:ea typeface="Yu Gothic UI" panose="020B0500000000000000" pitchFamily="34" charset="-128"/>
                <a:cs typeface="+mn-cs"/>
              </a:rPr>
              <a:t>Sub Agent Builder</a:t>
            </a:r>
          </a:p>
          <a:p>
            <a:pPr marL="0" marR="0" lvl="0" indent="0" defTabSz="914367" rtl="0" eaLnBrk="1" fontAlgn="t" latinLnBrk="0" hangingPunct="1">
              <a:lnSpc>
                <a:spcPct val="100000"/>
              </a:lnSpc>
              <a:spcBef>
                <a:spcPts val="0"/>
              </a:spcBef>
              <a:spcAft>
                <a:spcPts val="1800"/>
              </a:spcAft>
              <a:buClrTx/>
              <a:buSzTx/>
              <a:buFontTx/>
              <a:buNone/>
              <a:tabLst/>
              <a:defRPr/>
            </a:pPr>
            <a:r>
              <a:rPr kumimoji="0" lang="ja-JP" altLang="en-US" sz="1200" b="0" i="0" u="none" strike="noStrike" kern="0" cap="none" spc="0" normalizeH="0" baseline="0" noProof="0">
                <a:ln>
                  <a:noFill/>
                </a:ln>
                <a:solidFill>
                  <a:srgbClr val="1A1A1A"/>
                </a:solidFill>
                <a:effectLst/>
                <a:uLnTx/>
                <a:uFillTx/>
                <a:latin typeface="Yu Gothic UI" panose="020B0500000000000000" pitchFamily="34" charset="-128"/>
                <a:ea typeface="Yu Gothic UI" panose="020B0500000000000000" pitchFamily="34" charset="-128"/>
                <a:cs typeface="+mn-cs"/>
              </a:rPr>
              <a:t>カテゴリによって</a:t>
            </a:r>
            <a:r>
              <a:rPr kumimoji="0" lang="en-US" sz="1200" b="0" i="0" u="none" strike="noStrike" kern="0" cap="none" spc="0" normalizeH="0" baseline="0" noProof="0" dirty="0">
                <a:ln>
                  <a:noFill/>
                </a:ln>
                <a:solidFill>
                  <a:srgbClr val="1A1A1A"/>
                </a:solidFill>
                <a:effectLst/>
                <a:uLnTx/>
                <a:uFillTx/>
                <a:latin typeface="Yu Gothic UI" panose="020B0500000000000000" pitchFamily="34" charset="-128"/>
                <a:ea typeface="Yu Gothic UI" panose="020B0500000000000000" pitchFamily="34" charset="-128"/>
                <a:cs typeface="+mn-cs"/>
              </a:rPr>
              <a:t>SRE</a:t>
            </a:r>
            <a:r>
              <a:rPr kumimoji="0" lang="ja-JP" altLang="en-US" sz="1200" b="0" i="0" u="none" strike="noStrike" kern="0" cap="none" spc="0" normalizeH="0" baseline="0" noProof="0">
                <a:ln>
                  <a:noFill/>
                </a:ln>
                <a:solidFill>
                  <a:srgbClr val="1A1A1A"/>
                </a:solidFill>
                <a:effectLst/>
                <a:uLnTx/>
                <a:uFillTx/>
                <a:latin typeface="Yu Gothic UI" panose="020B0500000000000000" pitchFamily="34" charset="-128"/>
                <a:ea typeface="Yu Gothic UI" panose="020B0500000000000000" pitchFamily="34" charset="-128"/>
                <a:cs typeface="+mn-cs"/>
              </a:rPr>
              <a:t>の動き方・運用方法を変えることができる 例</a:t>
            </a:r>
            <a:r>
              <a:rPr kumimoji="0" lang="en-US" altLang="ja-JP" sz="1200" b="0" i="0" u="none" strike="noStrike" kern="0" cap="none" spc="0" normalizeH="0" baseline="0" noProof="0" dirty="0">
                <a:ln>
                  <a:noFill/>
                </a:ln>
                <a:solidFill>
                  <a:srgbClr val="1A1A1A"/>
                </a:solidFill>
                <a:effectLst/>
                <a:uLnTx/>
                <a:uFillTx/>
                <a:latin typeface="Yu Gothic UI" panose="020B0500000000000000" pitchFamily="34" charset="-128"/>
                <a:ea typeface="Yu Gothic UI" panose="020B0500000000000000" pitchFamily="34" charset="-128"/>
                <a:cs typeface="+mn-cs"/>
              </a:rPr>
              <a:t>: </a:t>
            </a:r>
            <a:r>
              <a:rPr kumimoji="0" lang="en-US" sz="1200" b="0" i="0" u="none" strike="noStrike" kern="0" cap="none" spc="0" normalizeH="0" baseline="0" noProof="0" dirty="0">
                <a:ln>
                  <a:noFill/>
                </a:ln>
                <a:solidFill>
                  <a:srgbClr val="1A1A1A"/>
                </a:solidFill>
                <a:effectLst/>
                <a:uLnTx/>
                <a:uFillTx/>
                <a:latin typeface="Yu Gothic UI" panose="020B0500000000000000" pitchFamily="34" charset="-128"/>
                <a:ea typeface="Yu Gothic UI" panose="020B0500000000000000" pitchFamily="34" charset="-128"/>
                <a:cs typeface="+mn-cs"/>
              </a:rPr>
              <a:t>DB</a:t>
            </a:r>
            <a:r>
              <a:rPr kumimoji="0" lang="ja-JP" altLang="en-US" sz="1200" b="0" i="0" u="none" strike="noStrike" kern="0" cap="none" spc="0" normalizeH="0" baseline="0" noProof="0">
                <a:ln>
                  <a:noFill/>
                </a:ln>
                <a:solidFill>
                  <a:srgbClr val="1A1A1A"/>
                </a:solidFill>
                <a:effectLst/>
                <a:uLnTx/>
                <a:uFillTx/>
                <a:latin typeface="Yu Gothic UI" panose="020B0500000000000000" pitchFamily="34" charset="-128"/>
                <a:ea typeface="Yu Gothic UI" panose="020B0500000000000000" pitchFamily="34" charset="-128"/>
                <a:cs typeface="+mn-cs"/>
              </a:rPr>
              <a:t>パフォーマンス、アプリ監視、セキュリティチェッカー </a:t>
            </a:r>
            <a:r>
              <a:rPr kumimoji="0" lang="en-US" sz="1200" b="0" i="0" u="none" strike="noStrike" kern="0" cap="none" spc="0" normalizeH="0" baseline="0" noProof="0" dirty="0">
                <a:ln>
                  <a:noFill/>
                </a:ln>
                <a:solidFill>
                  <a:srgbClr val="1A1A1A"/>
                </a:solidFill>
                <a:effectLst/>
                <a:uLnTx/>
                <a:uFillTx/>
                <a:latin typeface="Yu Gothic UI" panose="020B0500000000000000" pitchFamily="34" charset="-128"/>
                <a:ea typeface="Yu Gothic UI" panose="020B0500000000000000" pitchFamily="34" charset="-128"/>
                <a:cs typeface="+mn-cs"/>
              </a:rPr>
              <a:t>etc.</a:t>
            </a:r>
          </a:p>
          <a:p>
            <a:pPr marL="0" marR="0" lvl="0" indent="0" defTabSz="914367" rtl="0" eaLnBrk="1" fontAlgn="t" latinLnBrk="0" hangingPunct="1">
              <a:lnSpc>
                <a:spcPct val="100000"/>
              </a:lnSpc>
              <a:spcBef>
                <a:spcPts val="0"/>
              </a:spcBef>
              <a:spcAft>
                <a:spcPts val="1800"/>
              </a:spcAft>
              <a:buClrTx/>
              <a:buSzTx/>
              <a:buFontTx/>
              <a:buNone/>
              <a:tabLst/>
              <a:defRPr/>
            </a:pPr>
            <a:r>
              <a:rPr kumimoji="0" lang="en-US" altLang="ja-JP" sz="1765" b="0" i="0" u="none" strike="noStrike" kern="0" cap="none" spc="0" normalizeH="0" baseline="0" noProof="0" dirty="0">
                <a:ln>
                  <a:noFill/>
                </a:ln>
                <a:solidFill>
                  <a:srgbClr val="1A1A1A"/>
                </a:solidFill>
                <a:effectLst/>
                <a:uLnTx/>
                <a:uFillTx/>
                <a:latin typeface="Yu Gothic UI" panose="020B0500000000000000" pitchFamily="34" charset="-128"/>
                <a:ea typeface="Yu Gothic UI" panose="020B0500000000000000" pitchFamily="34" charset="-128"/>
                <a:cs typeface="+mn-cs"/>
              </a:rPr>
              <a:t>Custom MCP Connectors</a:t>
            </a:r>
          </a:p>
          <a:p>
            <a:pPr marL="0" marR="0" lvl="0" indent="0" defTabSz="914367" rtl="0" eaLnBrk="1" fontAlgn="t" latinLnBrk="0" hangingPunct="1">
              <a:lnSpc>
                <a:spcPct val="100000"/>
              </a:lnSpc>
              <a:spcBef>
                <a:spcPts val="0"/>
              </a:spcBef>
              <a:spcAft>
                <a:spcPts val="1800"/>
              </a:spcAft>
              <a:buClrTx/>
              <a:buSzTx/>
              <a:buFontTx/>
              <a:buNone/>
              <a:tabLst/>
              <a:defRPr/>
            </a:pPr>
            <a:r>
              <a:rPr kumimoji="0" lang="en-US" altLang="ja-JP" sz="1200" b="0" i="0" u="none" strike="noStrike" kern="0" cap="none" spc="0" normalizeH="0" baseline="0" noProof="0" dirty="0">
                <a:ln>
                  <a:noFill/>
                </a:ln>
                <a:solidFill>
                  <a:srgbClr val="1A1A1A"/>
                </a:solidFill>
                <a:effectLst/>
                <a:uLnTx/>
                <a:uFillTx/>
                <a:latin typeface="Yu Gothic UI" panose="020B0500000000000000" pitchFamily="34" charset="-128"/>
                <a:ea typeface="Yu Gothic UI" panose="020B0500000000000000" pitchFamily="34" charset="-128"/>
                <a:cs typeface="+mn-cs"/>
              </a:rPr>
              <a:t>Azure</a:t>
            </a:r>
            <a:r>
              <a:rPr kumimoji="0" lang="ja-JP" altLang="en-US" sz="1200" b="0" i="0" u="none" strike="noStrike" kern="0" cap="none" spc="0" normalizeH="0" baseline="0" noProof="0">
                <a:ln>
                  <a:noFill/>
                </a:ln>
                <a:solidFill>
                  <a:srgbClr val="1A1A1A"/>
                </a:solidFill>
                <a:effectLst/>
                <a:uLnTx/>
                <a:uFillTx/>
                <a:latin typeface="Yu Gothic UI" panose="020B0500000000000000" pitchFamily="34" charset="-128"/>
                <a:ea typeface="Yu Gothic UI" panose="020B0500000000000000" pitchFamily="34" charset="-128"/>
                <a:cs typeface="+mn-cs"/>
              </a:rPr>
              <a:t>以外のデータソースの利用が可能</a:t>
            </a:r>
            <a:r>
              <a:rPr kumimoji="0" lang="en-US" altLang="ja-JP" sz="1200" b="0" i="0" u="none" strike="noStrike" kern="0" cap="none" spc="0" normalizeH="0" baseline="0" noProof="0" dirty="0">
                <a:ln>
                  <a:noFill/>
                </a:ln>
                <a:solidFill>
                  <a:srgbClr val="1A1A1A"/>
                </a:solidFill>
                <a:effectLst/>
                <a:uLnTx/>
                <a:uFillTx/>
                <a:latin typeface="Yu Gothic UI" panose="020B0500000000000000" pitchFamily="34" charset="-128"/>
                <a:ea typeface="Yu Gothic UI" panose="020B0500000000000000" pitchFamily="34" charset="-128"/>
                <a:cs typeface="+mn-cs"/>
              </a:rPr>
              <a:t> AWS, Datadog</a:t>
            </a:r>
            <a:r>
              <a:rPr kumimoji="0" lang="ja-JP" altLang="en-US" sz="1200" b="0" i="0" u="none" strike="noStrike" kern="0" cap="none" spc="0" normalizeH="0" baseline="0" noProof="0">
                <a:ln>
                  <a:noFill/>
                </a:ln>
                <a:solidFill>
                  <a:srgbClr val="1A1A1A"/>
                </a:solidFill>
                <a:effectLst/>
                <a:uLnTx/>
                <a:uFillTx/>
                <a:latin typeface="Yu Gothic UI" panose="020B0500000000000000" pitchFamily="34" charset="-128"/>
                <a:ea typeface="Yu Gothic UI" panose="020B0500000000000000" pitchFamily="34" charset="-128"/>
                <a:cs typeface="+mn-cs"/>
              </a:rPr>
              <a:t>、</a:t>
            </a:r>
            <a:r>
              <a:rPr kumimoji="0" lang="en-US" altLang="ja-JP" sz="1200" b="0" i="0" u="none" strike="noStrike" kern="0" cap="none" spc="0" normalizeH="0" baseline="0" noProof="0" dirty="0">
                <a:ln>
                  <a:noFill/>
                </a:ln>
                <a:solidFill>
                  <a:srgbClr val="1A1A1A"/>
                </a:solidFill>
                <a:effectLst/>
                <a:uLnTx/>
                <a:uFillTx/>
                <a:latin typeface="Yu Gothic UI" panose="020B0500000000000000" pitchFamily="34" charset="-128"/>
                <a:ea typeface="Yu Gothic UI" panose="020B0500000000000000" pitchFamily="34" charset="-128"/>
                <a:cs typeface="+mn-cs"/>
              </a:rPr>
              <a:t>New Relic</a:t>
            </a:r>
            <a:r>
              <a:rPr kumimoji="0" lang="ja-JP" altLang="en-US" sz="1200" b="0" i="0" u="none" strike="noStrike" kern="0" cap="none" spc="0" normalizeH="0" baseline="0" noProof="0">
                <a:ln>
                  <a:noFill/>
                </a:ln>
                <a:solidFill>
                  <a:srgbClr val="1A1A1A"/>
                </a:solidFill>
                <a:effectLst/>
                <a:uLnTx/>
                <a:uFillTx/>
                <a:latin typeface="Yu Gothic UI" panose="020B0500000000000000" pitchFamily="34" charset="-128"/>
                <a:ea typeface="Yu Gothic UI" panose="020B0500000000000000" pitchFamily="34" charset="-128"/>
                <a:cs typeface="+mn-cs"/>
              </a:rPr>
              <a:t>、</a:t>
            </a:r>
            <a:r>
              <a:rPr kumimoji="0" lang="en-US" altLang="ja-JP" sz="1200" b="0" i="0" u="none" strike="noStrike" kern="0" cap="none" spc="0" normalizeH="0" baseline="0" noProof="0" dirty="0">
                <a:ln>
                  <a:noFill/>
                </a:ln>
                <a:solidFill>
                  <a:srgbClr val="1A1A1A"/>
                </a:solidFill>
                <a:effectLst/>
                <a:uLnTx/>
                <a:uFillTx/>
                <a:latin typeface="Yu Gothic UI" panose="020B0500000000000000" pitchFamily="34" charset="-128"/>
                <a:ea typeface="Yu Gothic UI" panose="020B0500000000000000" pitchFamily="34" charset="-128"/>
                <a:cs typeface="+mn-cs"/>
              </a:rPr>
              <a:t>Slack</a:t>
            </a:r>
            <a:r>
              <a:rPr kumimoji="0" lang="ja-JP" altLang="en-US" sz="1200" b="0" i="0" u="none" strike="noStrike" kern="0" cap="none" spc="0" normalizeH="0" baseline="0" noProof="0">
                <a:ln>
                  <a:noFill/>
                </a:ln>
                <a:solidFill>
                  <a:srgbClr val="1A1A1A"/>
                </a:solidFill>
                <a:effectLst/>
                <a:uLnTx/>
                <a:uFillTx/>
                <a:latin typeface="Yu Gothic UI" panose="020B0500000000000000" pitchFamily="34" charset="-128"/>
                <a:ea typeface="Yu Gothic UI" panose="020B0500000000000000" pitchFamily="34" charset="-128"/>
                <a:cs typeface="+mn-cs"/>
              </a:rPr>
              <a:t>、</a:t>
            </a:r>
            <a:r>
              <a:rPr kumimoji="0" lang="en-US" altLang="ja-JP" sz="1200" b="0" i="0" u="none" strike="noStrike" kern="0" cap="none" spc="0" normalizeH="0" baseline="0" noProof="0" dirty="0">
                <a:ln>
                  <a:noFill/>
                </a:ln>
                <a:solidFill>
                  <a:srgbClr val="1A1A1A"/>
                </a:solidFill>
                <a:effectLst/>
                <a:uLnTx/>
                <a:uFillTx/>
                <a:latin typeface="Yu Gothic UI" panose="020B0500000000000000" pitchFamily="34" charset="-128"/>
                <a:ea typeface="Yu Gothic UI" panose="020B0500000000000000" pitchFamily="34" charset="-128"/>
                <a:cs typeface="+mn-cs"/>
              </a:rPr>
              <a:t>ServiceNow</a:t>
            </a:r>
            <a:r>
              <a:rPr kumimoji="0" lang="ja-JP" altLang="en-US" sz="1200" b="0" i="0" u="none" strike="noStrike" kern="0" cap="none" spc="0" normalizeH="0" baseline="0" noProof="0">
                <a:ln>
                  <a:noFill/>
                </a:ln>
                <a:solidFill>
                  <a:srgbClr val="1A1A1A"/>
                </a:solidFill>
                <a:effectLst/>
                <a:uLnTx/>
                <a:uFillTx/>
                <a:latin typeface="Yu Gothic UI" panose="020B0500000000000000" pitchFamily="34" charset="-128"/>
                <a:ea typeface="Yu Gothic UI" panose="020B0500000000000000" pitchFamily="34" charset="-128"/>
                <a:cs typeface="+mn-cs"/>
              </a:rPr>
              <a:t>、</a:t>
            </a:r>
            <a:r>
              <a:rPr kumimoji="0" lang="en-US" altLang="ja-JP" sz="1200" b="0" i="0" u="none" strike="noStrike" kern="0" cap="none" spc="0" normalizeH="0" baseline="0" noProof="0" dirty="0">
                <a:ln>
                  <a:noFill/>
                </a:ln>
                <a:solidFill>
                  <a:srgbClr val="1A1A1A"/>
                </a:solidFill>
                <a:effectLst/>
                <a:uLnTx/>
                <a:uFillTx/>
                <a:latin typeface="Yu Gothic UI" panose="020B0500000000000000" pitchFamily="34" charset="-128"/>
                <a:ea typeface="Yu Gothic UI" panose="020B0500000000000000" pitchFamily="34" charset="-128"/>
                <a:cs typeface="+mn-cs"/>
              </a:rPr>
              <a:t>Grafana</a:t>
            </a:r>
            <a:r>
              <a:rPr kumimoji="0" lang="ja-JP" altLang="en-US" sz="1200" b="0" i="0" u="none" strike="noStrike" kern="0" cap="none" spc="0" normalizeH="0" baseline="0" noProof="0">
                <a:ln>
                  <a:noFill/>
                </a:ln>
                <a:solidFill>
                  <a:srgbClr val="1A1A1A"/>
                </a:solidFill>
                <a:effectLst/>
                <a:uLnTx/>
                <a:uFillTx/>
                <a:latin typeface="Yu Gothic UI" panose="020B0500000000000000" pitchFamily="34" charset="-128"/>
                <a:ea typeface="Yu Gothic UI" panose="020B0500000000000000" pitchFamily="34" charset="-128"/>
                <a:cs typeface="+mn-cs"/>
              </a:rPr>
              <a:t>、</a:t>
            </a:r>
            <a:r>
              <a:rPr kumimoji="0" lang="en-US" altLang="ja-JP" sz="1200" b="0" i="0" u="none" strike="noStrike" kern="0" cap="none" spc="0" normalizeH="0" baseline="0" noProof="0" dirty="0">
                <a:ln>
                  <a:noFill/>
                </a:ln>
                <a:solidFill>
                  <a:srgbClr val="1A1A1A"/>
                </a:solidFill>
                <a:effectLst/>
                <a:uLnTx/>
                <a:uFillTx/>
                <a:latin typeface="Yu Gothic UI" panose="020B0500000000000000" pitchFamily="34" charset="-128"/>
                <a:ea typeface="Yu Gothic UI" panose="020B0500000000000000" pitchFamily="34" charset="-128"/>
                <a:cs typeface="+mn-cs"/>
              </a:rPr>
              <a:t>Prometheus etc.</a:t>
            </a:r>
          </a:p>
          <a:p>
            <a:pPr marL="0" marR="0" lvl="0" indent="0" defTabSz="914367" rtl="0" eaLnBrk="1" fontAlgn="t" latinLnBrk="0" hangingPunct="1">
              <a:lnSpc>
                <a:spcPct val="100000"/>
              </a:lnSpc>
              <a:spcBef>
                <a:spcPts val="0"/>
              </a:spcBef>
              <a:spcAft>
                <a:spcPts val="1800"/>
              </a:spcAft>
              <a:buClrTx/>
              <a:buSzTx/>
              <a:buFontTx/>
              <a:buNone/>
              <a:tabLst/>
              <a:defRPr/>
            </a:pPr>
            <a:r>
              <a:rPr kumimoji="0" lang="en-US" altLang="ja-JP" sz="1765" b="0" i="0" u="none" strike="noStrike" kern="0" cap="none" spc="0" normalizeH="0" baseline="0" noProof="0" dirty="0">
                <a:ln>
                  <a:noFill/>
                </a:ln>
                <a:solidFill>
                  <a:srgbClr val="1A1A1A"/>
                </a:solidFill>
                <a:effectLst/>
                <a:uLnTx/>
                <a:uFillTx/>
                <a:latin typeface="Yu Gothic UI" panose="020B0500000000000000" pitchFamily="34" charset="-128"/>
                <a:ea typeface="Yu Gothic UI" panose="020B0500000000000000" pitchFamily="34" charset="-128"/>
                <a:cs typeface="+mn-cs"/>
              </a:rPr>
              <a:t>Scheduled Tasks</a:t>
            </a:r>
          </a:p>
          <a:p>
            <a:pPr marL="0" marR="0" lvl="0" indent="0" defTabSz="914367" rtl="0" eaLnBrk="1" fontAlgn="t" latinLnBrk="0" hangingPunct="1">
              <a:lnSpc>
                <a:spcPct val="100000"/>
              </a:lnSpc>
              <a:spcBef>
                <a:spcPts val="0"/>
              </a:spcBef>
              <a:spcAft>
                <a:spcPts val="1800"/>
              </a:spcAft>
              <a:buClrTx/>
              <a:buSzTx/>
              <a:buFontTx/>
              <a:buNone/>
              <a:tabLst/>
              <a:defRPr/>
            </a:pPr>
            <a:r>
              <a:rPr kumimoji="0" lang="ja-JP" altLang="en-US" sz="1200" b="0" i="0" u="none" strike="noStrike" kern="0" cap="none" spc="0" normalizeH="0" baseline="0" noProof="0">
                <a:ln>
                  <a:noFill/>
                </a:ln>
                <a:solidFill>
                  <a:srgbClr val="1A1A1A"/>
                </a:solidFill>
                <a:effectLst/>
                <a:uLnTx/>
                <a:uFillTx/>
                <a:latin typeface="Yu Gothic UI" panose="020B0500000000000000" pitchFamily="34" charset="-128"/>
                <a:ea typeface="Yu Gothic UI" panose="020B0500000000000000" pitchFamily="34" charset="-128"/>
                <a:cs typeface="+mn-cs"/>
              </a:rPr>
              <a:t>チャット作業不要な定型ワークフローの自動化・統合が可能</a:t>
            </a:r>
            <a:r>
              <a:rPr kumimoji="0" lang="en-US" altLang="ja-JP" sz="1200" b="0" i="0" u="none" strike="noStrike" kern="0" cap="none" spc="0" normalizeH="0" baseline="0" noProof="0" dirty="0">
                <a:ln>
                  <a:noFill/>
                </a:ln>
                <a:solidFill>
                  <a:srgbClr val="1A1A1A"/>
                </a:solidFill>
                <a:effectLst/>
                <a:uLnTx/>
                <a:uFillTx/>
                <a:latin typeface="Yu Gothic UI" panose="020B0500000000000000" pitchFamily="34" charset="-128"/>
                <a:ea typeface="Yu Gothic UI" panose="020B0500000000000000" pitchFamily="34" charset="-128"/>
                <a:cs typeface="+mn-cs"/>
              </a:rPr>
              <a:t> </a:t>
            </a:r>
            <a:r>
              <a:rPr kumimoji="0" lang="ja-JP" altLang="en-US" sz="1200" b="0" i="0" u="none" strike="noStrike" kern="0" cap="none" spc="0" normalizeH="0" baseline="0" noProof="0">
                <a:ln>
                  <a:noFill/>
                </a:ln>
                <a:solidFill>
                  <a:srgbClr val="1A1A1A"/>
                </a:solidFill>
                <a:effectLst/>
                <a:uLnTx/>
                <a:uFillTx/>
                <a:latin typeface="Yu Gothic UI" panose="020B0500000000000000" pitchFamily="34" charset="-128"/>
                <a:ea typeface="Yu Gothic UI" panose="020B0500000000000000" pitchFamily="34" charset="-128"/>
                <a:cs typeface="+mn-cs"/>
              </a:rPr>
              <a:t>システムヘルスチェック、パフォーマンスチェック </a:t>
            </a:r>
            <a:r>
              <a:rPr kumimoji="0" lang="en-US" altLang="ja-JP" sz="1200" b="0" i="0" u="none" strike="noStrike" kern="0" cap="none" spc="0" normalizeH="0" baseline="0" noProof="0" dirty="0">
                <a:ln>
                  <a:noFill/>
                </a:ln>
                <a:solidFill>
                  <a:srgbClr val="1A1A1A"/>
                </a:solidFill>
                <a:effectLst/>
                <a:uLnTx/>
                <a:uFillTx/>
                <a:latin typeface="Yu Gothic UI" panose="020B0500000000000000" pitchFamily="34" charset="-128"/>
                <a:ea typeface="Yu Gothic UI" panose="020B0500000000000000" pitchFamily="34" charset="-128"/>
                <a:cs typeface="+mn-cs"/>
              </a:rPr>
              <a:t>etc.</a:t>
            </a:r>
          </a:p>
        </p:txBody>
      </p:sp>
      <p:pic>
        <p:nvPicPr>
          <p:cNvPr id="48" name="Picture 2">
            <a:extLst>
              <a:ext uri="{FF2B5EF4-FFF2-40B4-BE49-F238E27FC236}">
                <a16:creationId xmlns:a16="http://schemas.microsoft.com/office/drawing/2014/main" id="{D9717DBE-12E4-5CC9-A511-BA3AB9D8A046}"/>
              </a:ext>
            </a:extLst>
          </p:cNvPr>
          <p:cNvPicPr>
            <a:picLocks noChangeAspect="1"/>
          </p:cNvPicPr>
          <p:nvPr/>
        </p:nvPicPr>
        <p:blipFill>
          <a:blip r:embed="rId4"/>
          <a:stretch>
            <a:fillRect/>
          </a:stretch>
        </p:blipFill>
        <p:spPr>
          <a:xfrm>
            <a:off x="7146001" y="3716800"/>
            <a:ext cx="4567943" cy="2666340"/>
          </a:xfrm>
          <a:prstGeom prst="rect">
            <a:avLst/>
          </a:prstGeom>
        </p:spPr>
      </p:pic>
    </p:spTree>
    <p:extLst>
      <p:ext uri="{BB962C8B-B14F-4D97-AF65-F5344CB8AC3E}">
        <p14:creationId xmlns:p14="http://schemas.microsoft.com/office/powerpoint/2010/main" val="33670726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CBA04-74EC-6607-E117-C9F821D93A44}"/>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1D84A75-EAD0-9282-BDAE-11C4267BDCE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SRE Agent </a:t>
            </a:r>
            <a:r>
              <a:rPr lang="ja-JP" altLang="en-US" sz="2000" b="1">
                <a:solidFill>
                  <a:srgbClr val="1F2937"/>
                </a:solidFill>
                <a:latin typeface="Yu Gothic" pitchFamily="34" charset="0"/>
                <a:ea typeface="Yu Gothic" pitchFamily="34" charset="-122"/>
                <a:cs typeface="Yu Gothic" pitchFamily="34" charset="-120"/>
              </a:rPr>
              <a:t>の拡張性</a:t>
            </a:r>
            <a:endParaRPr lang="en-US" altLang="ja-JP" sz="2000" dirty="0"/>
          </a:p>
        </p:txBody>
      </p:sp>
      <p:sp>
        <p:nvSpPr>
          <p:cNvPr id="2" name="正方形/長方形 1">
            <a:extLst>
              <a:ext uri="{FF2B5EF4-FFF2-40B4-BE49-F238E27FC236}">
                <a16:creationId xmlns:a16="http://schemas.microsoft.com/office/drawing/2014/main" id="{4D9ADDD5-8E7E-A08F-C605-3038620D886F}"/>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10</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4E5FFFB6-5C01-5FD9-508A-9B7F1116420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3" name="Text Placeholder 2">
            <a:extLst>
              <a:ext uri="{FF2B5EF4-FFF2-40B4-BE49-F238E27FC236}">
                <a16:creationId xmlns:a16="http://schemas.microsoft.com/office/drawing/2014/main" id="{2D3FCDEC-238E-E9EA-3CC0-BB8D37AAD19B}"/>
              </a:ext>
            </a:extLst>
          </p:cNvPr>
          <p:cNvSpPr txBox="1">
            <a:spLocks/>
          </p:cNvSpPr>
          <p:nvPr/>
        </p:nvSpPr>
        <p:spPr>
          <a:xfrm>
            <a:off x="658127" y="1459700"/>
            <a:ext cx="3954513" cy="738664"/>
          </a:xfrm>
          <a:prstGeom prst="rect">
            <a:avLst/>
          </a:prstGeom>
        </p:spPr>
        <p:txBody>
          <a:bodyPr lIns="0" tIns="0" rIns="0" bIns="0" anchor="t" anchorCtr="0">
            <a:noAutofit/>
          </a:bodyPr>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Mona-Sans Regular"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Mona-Sans Regular"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Mona-Sans Regular"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Mona-Sans Regular"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Mona-Sans Regular"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ja-JP" altLang="en-US">
                <a:solidFill>
                  <a:srgbClr val="1A1A1A"/>
                </a:solidFill>
                <a:latin typeface="Segoe UI"/>
                <a:ea typeface="Yu Gothic UI" panose="020B0500000000000000" pitchFamily="34" charset="-128"/>
              </a:rPr>
              <a:t>エージェントプラットフォームコネクターをつかって、様々なエコシステムに接続可能</a:t>
            </a:r>
            <a:endParaRPr lang="ja-JP" altLang="en-US">
              <a:solidFill>
                <a:srgbClr val="1A1A1A"/>
              </a:solidFill>
              <a:latin typeface="Yu Gothic UI" panose="020B0500000000000000" pitchFamily="34" charset="-128"/>
              <a:ea typeface="Yu Gothic UI" panose="020B0500000000000000" pitchFamily="34" charset="-128"/>
            </a:endParaRPr>
          </a:p>
        </p:txBody>
      </p:sp>
      <p:sp>
        <p:nvSpPr>
          <p:cNvPr id="53" name="Graphic 48">
            <a:extLst>
              <a:ext uri="{FF2B5EF4-FFF2-40B4-BE49-F238E27FC236}">
                <a16:creationId xmlns:a16="http://schemas.microsoft.com/office/drawing/2014/main" id="{FF62D951-B052-58B1-C676-88C016E733B8}"/>
              </a:ext>
              <a:ext uri="{C183D7F6-B498-43B3-948B-1728B52AA6E4}">
                <adec:decorative xmlns:adec="http://schemas.microsoft.com/office/drawing/2017/decorative" val="1"/>
              </a:ext>
            </a:extLst>
          </p:cNvPr>
          <p:cNvSpPr/>
          <p:nvPr/>
        </p:nvSpPr>
        <p:spPr>
          <a:xfrm>
            <a:off x="5382365" y="829399"/>
            <a:ext cx="6660832" cy="5790067"/>
          </a:xfrm>
          <a:prstGeom prst="roundRect">
            <a:avLst>
              <a:gd name="adj" fmla="val 2554"/>
            </a:avLst>
          </a:prstGeom>
          <a:solidFill>
            <a:srgbClr val="D73B01">
              <a:lumMod val="20000"/>
              <a:lumOff val="80000"/>
            </a:srgbClr>
          </a:solidFill>
          <a:ln w="6350" cap="flat" cmpd="sng" algn="ctr">
            <a:noFill/>
            <a:prstDash val="solid"/>
          </a:ln>
          <a:effectLst/>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1A1A1A"/>
              </a:solidFill>
              <a:effectLst/>
              <a:uLnTx/>
              <a:uFillTx/>
              <a:latin typeface="Segoe UI Semibold"/>
              <a:ea typeface="+mn-ea"/>
              <a:cs typeface="+mn-cs"/>
            </a:endParaRPr>
          </a:p>
        </p:txBody>
      </p:sp>
      <p:sp>
        <p:nvSpPr>
          <p:cNvPr id="54" name="Oval 12">
            <a:extLst>
              <a:ext uri="{FF2B5EF4-FFF2-40B4-BE49-F238E27FC236}">
                <a16:creationId xmlns:a16="http://schemas.microsoft.com/office/drawing/2014/main" id="{786C11DC-F9CF-EAF7-ECA2-85F8164FBF02}"/>
              </a:ext>
              <a:ext uri="{C183D7F6-B498-43B3-948B-1728B52AA6E4}">
                <adec:decorative xmlns:adec="http://schemas.microsoft.com/office/drawing/2017/decorative" val="1"/>
              </a:ext>
            </a:extLst>
          </p:cNvPr>
          <p:cNvSpPr/>
          <p:nvPr/>
        </p:nvSpPr>
        <p:spPr bwMode="auto">
          <a:xfrm>
            <a:off x="4720878" y="3050766"/>
            <a:ext cx="1347334" cy="1347334"/>
          </a:xfrm>
          <a:prstGeom prst="ellipse">
            <a:avLst/>
          </a:prstGeom>
          <a:solidFill>
            <a:srgbClr val="FFFFFF">
              <a:alpha val="84048"/>
            </a:srgbClr>
          </a:solidFill>
          <a:ln w="19050" cap="flat" cmpd="sng" algn="ctr">
            <a:noFill/>
            <a:prstDash val="solid"/>
            <a:headEnd type="none" w="med" len="med"/>
            <a:tailEnd type="none" w="med" len="med"/>
          </a:ln>
          <a:effectLst>
            <a:outerShdw blurRad="269739" dist="38100" dir="2700000" algn="tl" rotWithShape="0">
              <a:srgbClr val="1A1A1A">
                <a:lumMod val="95000"/>
                <a:lumOff val="5000"/>
                <a:alpha val="12000"/>
              </a:srgbClr>
            </a:outerShdw>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gradFill>
                <a:gsLst>
                  <a:gs pos="0">
                    <a:srgbClr val="49C5B1"/>
                  </a:gs>
                  <a:gs pos="28000">
                    <a:srgbClr val="0078D4"/>
                  </a:gs>
                  <a:gs pos="100000">
                    <a:srgbClr val="C03BC4"/>
                  </a:gs>
                </a:gsLst>
                <a:lin ang="5400000" scaled="1"/>
              </a:gradFill>
              <a:effectLst/>
              <a:uLnTx/>
              <a:uFillTx/>
              <a:latin typeface="Segoe Sans Text"/>
              <a:ea typeface="+mn-ea"/>
              <a:cs typeface="Segoe UI" pitchFamily="34" charset="0"/>
            </a:endParaRPr>
          </a:p>
        </p:txBody>
      </p:sp>
      <p:pic>
        <p:nvPicPr>
          <p:cNvPr id="55" name="Graphic 33">
            <a:extLst>
              <a:ext uri="{FF2B5EF4-FFF2-40B4-BE49-F238E27FC236}">
                <a16:creationId xmlns:a16="http://schemas.microsoft.com/office/drawing/2014/main" id="{0C7C31B5-23F9-7F78-788D-39D65EC7B4E6}"/>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108819" y="3438707"/>
            <a:ext cx="571452" cy="571452"/>
          </a:xfrm>
          <a:prstGeom prst="rect">
            <a:avLst/>
          </a:prstGeom>
        </p:spPr>
      </p:pic>
      <p:sp>
        <p:nvSpPr>
          <p:cNvPr id="56" name="Rounded Rectangle 25 - 1">
            <a:extLst>
              <a:ext uri="{FF2B5EF4-FFF2-40B4-BE49-F238E27FC236}">
                <a16:creationId xmlns:a16="http://schemas.microsoft.com/office/drawing/2014/main" id="{7AEF6452-2650-4B6B-606C-000E0844752B}"/>
              </a:ext>
            </a:extLst>
          </p:cNvPr>
          <p:cNvSpPr>
            <a:spLocks/>
          </p:cNvSpPr>
          <p:nvPr/>
        </p:nvSpPr>
        <p:spPr>
          <a:xfrm>
            <a:off x="7171613" y="939126"/>
            <a:ext cx="4761855" cy="867475"/>
          </a:xfrm>
          <a:prstGeom prst="roundRect">
            <a:avLst>
              <a:gd name="adj" fmla="val 11558"/>
            </a:avLst>
          </a:prstGeom>
          <a:solidFill>
            <a:srgbClr val="E6E6E6">
              <a:lumMod val="60000"/>
              <a:lumOff val="40000"/>
            </a:srgbClr>
          </a:solidFill>
          <a:ln w="12700" cap="flat" cmpd="sng" algn="ctr">
            <a:noFill/>
            <a:prstDash val="solid"/>
          </a:ln>
          <a:effectLst/>
        </p:spPr>
        <p:txBody>
          <a:bodyPr lIns="91440" tIns="1005840" rIns="91440" bIns="45720" rtlCol="0" anchor="ctr"/>
          <a:lstStyle/>
          <a:p>
            <a:pPr marL="0" marR="0" lvl="0" indent="0" algn="ctr" defTabSz="717626"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1A"/>
              </a:solidFill>
              <a:effectLst/>
              <a:uLnTx/>
              <a:uFillTx/>
              <a:latin typeface="Segoe UI"/>
              <a:ea typeface="+mn-ea"/>
              <a:cs typeface="+mn-cs"/>
            </a:endParaRPr>
          </a:p>
        </p:txBody>
      </p:sp>
      <p:sp>
        <p:nvSpPr>
          <p:cNvPr id="57" name="Rounded Rectangle 25 - 1">
            <a:extLst>
              <a:ext uri="{FF2B5EF4-FFF2-40B4-BE49-F238E27FC236}">
                <a16:creationId xmlns:a16="http://schemas.microsoft.com/office/drawing/2014/main" id="{662BF09B-D869-F9AB-DD63-FF2A0E51513C}"/>
              </a:ext>
            </a:extLst>
          </p:cNvPr>
          <p:cNvSpPr>
            <a:spLocks/>
          </p:cNvSpPr>
          <p:nvPr/>
        </p:nvSpPr>
        <p:spPr>
          <a:xfrm>
            <a:off x="7171613" y="1879753"/>
            <a:ext cx="4761855" cy="867475"/>
          </a:xfrm>
          <a:prstGeom prst="roundRect">
            <a:avLst>
              <a:gd name="adj" fmla="val 11558"/>
            </a:avLst>
          </a:prstGeom>
          <a:solidFill>
            <a:srgbClr val="E6E6E6">
              <a:lumMod val="60000"/>
              <a:lumOff val="40000"/>
            </a:srgbClr>
          </a:solidFill>
          <a:ln w="12700" cap="flat" cmpd="sng" algn="ctr">
            <a:noFill/>
            <a:prstDash val="solid"/>
          </a:ln>
          <a:effectLst/>
        </p:spPr>
        <p:txBody>
          <a:bodyPr lIns="91440" tIns="1005840" rIns="91440" bIns="45720" rtlCol="0" anchor="ctr"/>
          <a:lstStyle/>
          <a:p>
            <a:pPr marL="0" marR="0" lvl="0" indent="0" algn="ctr" defTabSz="717626"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1A"/>
              </a:solidFill>
              <a:effectLst/>
              <a:uLnTx/>
              <a:uFillTx/>
              <a:latin typeface="Segoe UI"/>
              <a:ea typeface="+mn-ea"/>
              <a:cs typeface="+mn-cs"/>
            </a:endParaRPr>
          </a:p>
        </p:txBody>
      </p:sp>
      <p:sp>
        <p:nvSpPr>
          <p:cNvPr id="58" name="Rounded Rectangle 25 - 1">
            <a:extLst>
              <a:ext uri="{FF2B5EF4-FFF2-40B4-BE49-F238E27FC236}">
                <a16:creationId xmlns:a16="http://schemas.microsoft.com/office/drawing/2014/main" id="{6B0906DD-9DEE-0102-1EC7-074DBD9AB68D}"/>
              </a:ext>
            </a:extLst>
          </p:cNvPr>
          <p:cNvSpPr>
            <a:spLocks/>
          </p:cNvSpPr>
          <p:nvPr/>
        </p:nvSpPr>
        <p:spPr>
          <a:xfrm>
            <a:off x="7171613" y="2820380"/>
            <a:ext cx="4761855" cy="867475"/>
          </a:xfrm>
          <a:prstGeom prst="roundRect">
            <a:avLst>
              <a:gd name="adj" fmla="val 11558"/>
            </a:avLst>
          </a:prstGeom>
          <a:solidFill>
            <a:srgbClr val="E6E6E6">
              <a:lumMod val="60000"/>
              <a:lumOff val="40000"/>
            </a:srgbClr>
          </a:solidFill>
          <a:ln w="12700" cap="flat" cmpd="sng" algn="ctr">
            <a:noFill/>
            <a:prstDash val="solid"/>
          </a:ln>
          <a:effectLst/>
        </p:spPr>
        <p:txBody>
          <a:bodyPr lIns="91440" tIns="1005840" rIns="91440" bIns="45720" rtlCol="0" anchor="ctr"/>
          <a:lstStyle/>
          <a:p>
            <a:pPr marL="0" marR="0" lvl="0" indent="0" algn="ctr" defTabSz="717626"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1A"/>
              </a:solidFill>
              <a:effectLst/>
              <a:uLnTx/>
              <a:uFillTx/>
              <a:latin typeface="Segoe UI"/>
              <a:ea typeface="+mn-ea"/>
              <a:cs typeface="+mn-cs"/>
            </a:endParaRPr>
          </a:p>
        </p:txBody>
      </p:sp>
      <p:sp>
        <p:nvSpPr>
          <p:cNvPr id="59" name="Rounded Rectangle 25 - 1">
            <a:extLst>
              <a:ext uri="{FF2B5EF4-FFF2-40B4-BE49-F238E27FC236}">
                <a16:creationId xmlns:a16="http://schemas.microsoft.com/office/drawing/2014/main" id="{9EC7A223-6CBA-70D5-10CA-B6BACA4B81B3}"/>
              </a:ext>
            </a:extLst>
          </p:cNvPr>
          <p:cNvSpPr>
            <a:spLocks/>
          </p:cNvSpPr>
          <p:nvPr/>
        </p:nvSpPr>
        <p:spPr>
          <a:xfrm>
            <a:off x="7171613" y="3761007"/>
            <a:ext cx="4761855" cy="867475"/>
          </a:xfrm>
          <a:prstGeom prst="roundRect">
            <a:avLst>
              <a:gd name="adj" fmla="val 11558"/>
            </a:avLst>
          </a:prstGeom>
          <a:solidFill>
            <a:srgbClr val="E6E6E6">
              <a:lumMod val="60000"/>
              <a:lumOff val="40000"/>
            </a:srgbClr>
          </a:solidFill>
          <a:ln w="12700" cap="flat" cmpd="sng" algn="ctr">
            <a:noFill/>
            <a:prstDash val="solid"/>
          </a:ln>
          <a:effectLst/>
        </p:spPr>
        <p:txBody>
          <a:bodyPr lIns="91440" tIns="1005840" rIns="91440" bIns="45720" rtlCol="0" anchor="ctr"/>
          <a:lstStyle/>
          <a:p>
            <a:pPr marL="0" marR="0" lvl="0" indent="0" algn="ctr" defTabSz="717626"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1A"/>
              </a:solidFill>
              <a:effectLst/>
              <a:uLnTx/>
              <a:uFillTx/>
              <a:latin typeface="Segoe UI"/>
              <a:ea typeface="+mn-ea"/>
              <a:cs typeface="+mn-cs"/>
            </a:endParaRPr>
          </a:p>
        </p:txBody>
      </p:sp>
      <p:sp>
        <p:nvSpPr>
          <p:cNvPr id="60" name="Rounded Rectangle 25 - 1">
            <a:extLst>
              <a:ext uri="{FF2B5EF4-FFF2-40B4-BE49-F238E27FC236}">
                <a16:creationId xmlns:a16="http://schemas.microsoft.com/office/drawing/2014/main" id="{428F1187-B784-DDD9-B884-36B503A0F7CA}"/>
              </a:ext>
            </a:extLst>
          </p:cNvPr>
          <p:cNvSpPr>
            <a:spLocks/>
          </p:cNvSpPr>
          <p:nvPr/>
        </p:nvSpPr>
        <p:spPr>
          <a:xfrm>
            <a:off x="7171613" y="4701634"/>
            <a:ext cx="4761855" cy="867475"/>
          </a:xfrm>
          <a:prstGeom prst="roundRect">
            <a:avLst>
              <a:gd name="adj" fmla="val 11558"/>
            </a:avLst>
          </a:prstGeom>
          <a:solidFill>
            <a:srgbClr val="E6E6E6">
              <a:lumMod val="60000"/>
              <a:lumOff val="40000"/>
            </a:srgbClr>
          </a:solidFill>
          <a:ln w="12700" cap="flat" cmpd="sng" algn="ctr">
            <a:noFill/>
            <a:prstDash val="solid"/>
          </a:ln>
          <a:effectLst/>
        </p:spPr>
        <p:txBody>
          <a:bodyPr lIns="91440" tIns="1005840" rIns="91440" bIns="45720" rtlCol="0" anchor="ctr"/>
          <a:lstStyle/>
          <a:p>
            <a:pPr marL="0" marR="0" lvl="0" indent="0" algn="ctr" defTabSz="717626"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1A"/>
              </a:solidFill>
              <a:effectLst/>
              <a:uLnTx/>
              <a:uFillTx/>
              <a:latin typeface="Segoe UI"/>
              <a:ea typeface="+mn-ea"/>
              <a:cs typeface="+mn-cs"/>
            </a:endParaRPr>
          </a:p>
        </p:txBody>
      </p:sp>
      <p:sp>
        <p:nvSpPr>
          <p:cNvPr id="61" name="Rounded Rectangle 25 - 1">
            <a:extLst>
              <a:ext uri="{FF2B5EF4-FFF2-40B4-BE49-F238E27FC236}">
                <a16:creationId xmlns:a16="http://schemas.microsoft.com/office/drawing/2014/main" id="{A9A97370-446B-6F5C-5AD4-664E3248EB12}"/>
              </a:ext>
            </a:extLst>
          </p:cNvPr>
          <p:cNvSpPr>
            <a:spLocks/>
          </p:cNvSpPr>
          <p:nvPr/>
        </p:nvSpPr>
        <p:spPr>
          <a:xfrm>
            <a:off x="7171613" y="5642261"/>
            <a:ext cx="4761855" cy="867475"/>
          </a:xfrm>
          <a:prstGeom prst="roundRect">
            <a:avLst>
              <a:gd name="adj" fmla="val 11558"/>
            </a:avLst>
          </a:prstGeom>
          <a:solidFill>
            <a:srgbClr val="E6E6E6">
              <a:lumMod val="60000"/>
              <a:lumOff val="40000"/>
            </a:srgbClr>
          </a:solidFill>
          <a:ln w="12700" cap="flat" cmpd="sng" algn="ctr">
            <a:noFill/>
            <a:prstDash val="solid"/>
          </a:ln>
          <a:effectLst/>
        </p:spPr>
        <p:txBody>
          <a:bodyPr lIns="91440" tIns="1005840" rIns="91440" bIns="45720" rtlCol="0" anchor="ctr"/>
          <a:lstStyle/>
          <a:p>
            <a:pPr marL="0" marR="0" lvl="0" indent="0" algn="ctr" defTabSz="717626"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1A"/>
              </a:solidFill>
              <a:effectLst/>
              <a:uLnTx/>
              <a:uFillTx/>
              <a:latin typeface="Segoe UI"/>
              <a:ea typeface="+mn-ea"/>
              <a:cs typeface="+mn-cs"/>
            </a:endParaRPr>
          </a:p>
        </p:txBody>
      </p:sp>
      <p:sp>
        <p:nvSpPr>
          <p:cNvPr id="62" name="TextBox 77">
            <a:extLst>
              <a:ext uri="{FF2B5EF4-FFF2-40B4-BE49-F238E27FC236}">
                <a16:creationId xmlns:a16="http://schemas.microsoft.com/office/drawing/2014/main" id="{E1B200E1-63A9-8F07-1B3D-C895655509F7}"/>
              </a:ext>
            </a:extLst>
          </p:cNvPr>
          <p:cNvSpPr txBox="1"/>
          <p:nvPr/>
        </p:nvSpPr>
        <p:spPr>
          <a:xfrm>
            <a:off x="7369733" y="1157420"/>
            <a:ext cx="1249227" cy="430887"/>
          </a:xfrm>
          <a:prstGeom prst="rect">
            <a:avLst/>
          </a:prstGeom>
          <a:noFill/>
        </p:spPr>
        <p:txBody>
          <a:bodyPr wrap="square" lIns="0" tIns="0" rIns="0" bIns="0" anchor="ctr">
            <a:spAutoFit/>
          </a:bodyPr>
          <a:lstStyle/>
          <a:p>
            <a:pPr defTabSz="914367" rtl="0"/>
            <a:r>
              <a:rPr lang="en-IN" sz="1400">
                <a:solidFill>
                  <a:srgbClr val="1A1A1A"/>
                </a:solidFill>
                <a:latin typeface="Segoe UI Semibold"/>
              </a:rPr>
              <a:t>Observability Data Sources</a:t>
            </a:r>
          </a:p>
        </p:txBody>
      </p:sp>
      <p:sp>
        <p:nvSpPr>
          <p:cNvPr id="63" name="TextBox 78">
            <a:extLst>
              <a:ext uri="{FF2B5EF4-FFF2-40B4-BE49-F238E27FC236}">
                <a16:creationId xmlns:a16="http://schemas.microsoft.com/office/drawing/2014/main" id="{83F9000A-C99E-B238-A954-27228273A4D5}"/>
              </a:ext>
            </a:extLst>
          </p:cNvPr>
          <p:cNvSpPr txBox="1"/>
          <p:nvPr/>
        </p:nvSpPr>
        <p:spPr>
          <a:xfrm>
            <a:off x="7369733" y="2098047"/>
            <a:ext cx="1249227" cy="430887"/>
          </a:xfrm>
          <a:prstGeom prst="rect">
            <a:avLst/>
          </a:prstGeom>
          <a:noFill/>
        </p:spPr>
        <p:txBody>
          <a:bodyPr wrap="square" lIns="0" tIns="0" rIns="0" bIns="0" anchor="ctr">
            <a:spAutoFit/>
          </a:bodyPr>
          <a:lstStyle/>
          <a:p>
            <a:pPr defTabSz="914367" rtl="0"/>
            <a:r>
              <a:rPr lang="en-IN" sz="1400">
                <a:solidFill>
                  <a:srgbClr val="1A1A1A"/>
                </a:solidFill>
                <a:latin typeface="Segoe UI Semibold"/>
              </a:rPr>
              <a:t>Knowledge Base Sources</a:t>
            </a:r>
          </a:p>
        </p:txBody>
      </p:sp>
      <p:sp>
        <p:nvSpPr>
          <p:cNvPr id="64" name="TextBox 79">
            <a:extLst>
              <a:ext uri="{FF2B5EF4-FFF2-40B4-BE49-F238E27FC236}">
                <a16:creationId xmlns:a16="http://schemas.microsoft.com/office/drawing/2014/main" id="{250BAD8F-BD79-1E82-FF6D-FDBF515EFD2C}"/>
              </a:ext>
            </a:extLst>
          </p:cNvPr>
          <p:cNvSpPr txBox="1"/>
          <p:nvPr/>
        </p:nvSpPr>
        <p:spPr>
          <a:xfrm>
            <a:off x="7369733" y="3146395"/>
            <a:ext cx="1249227" cy="215444"/>
          </a:xfrm>
          <a:prstGeom prst="rect">
            <a:avLst/>
          </a:prstGeom>
          <a:noFill/>
        </p:spPr>
        <p:txBody>
          <a:bodyPr wrap="square" lIns="0" tIns="0" rIns="0" bIns="0" anchor="ctr">
            <a:spAutoFit/>
          </a:bodyPr>
          <a:lstStyle/>
          <a:p>
            <a:pPr defTabSz="914367" rtl="0"/>
            <a:r>
              <a:rPr lang="en-IN" sz="1400">
                <a:solidFill>
                  <a:srgbClr val="1A1A1A"/>
                </a:solidFill>
                <a:latin typeface="Segoe UI Semibold"/>
              </a:rPr>
              <a:t>DevOps</a:t>
            </a:r>
          </a:p>
        </p:txBody>
      </p:sp>
      <p:sp>
        <p:nvSpPr>
          <p:cNvPr id="65" name="TextBox 80">
            <a:extLst>
              <a:ext uri="{FF2B5EF4-FFF2-40B4-BE49-F238E27FC236}">
                <a16:creationId xmlns:a16="http://schemas.microsoft.com/office/drawing/2014/main" id="{147A32F2-3292-68D1-333B-C5B650ABF08A}"/>
              </a:ext>
            </a:extLst>
          </p:cNvPr>
          <p:cNvSpPr txBox="1"/>
          <p:nvPr/>
        </p:nvSpPr>
        <p:spPr>
          <a:xfrm>
            <a:off x="7369733" y="3979301"/>
            <a:ext cx="1249227" cy="430887"/>
          </a:xfrm>
          <a:prstGeom prst="rect">
            <a:avLst/>
          </a:prstGeom>
          <a:noFill/>
        </p:spPr>
        <p:txBody>
          <a:bodyPr wrap="square" lIns="0" tIns="0" rIns="0" bIns="0" anchor="ctr">
            <a:spAutoFit/>
          </a:bodyPr>
          <a:lstStyle/>
          <a:p>
            <a:pPr defTabSz="914367" rtl="0"/>
            <a:r>
              <a:rPr lang="en-IN" sz="1400">
                <a:solidFill>
                  <a:srgbClr val="1A1A1A"/>
                </a:solidFill>
                <a:latin typeface="Segoe UI Semibold"/>
              </a:rPr>
              <a:t>Incident Management</a:t>
            </a:r>
          </a:p>
        </p:txBody>
      </p:sp>
      <p:sp>
        <p:nvSpPr>
          <p:cNvPr id="66" name="TextBox 81">
            <a:extLst>
              <a:ext uri="{FF2B5EF4-FFF2-40B4-BE49-F238E27FC236}">
                <a16:creationId xmlns:a16="http://schemas.microsoft.com/office/drawing/2014/main" id="{9BC720E0-D3C2-ACE2-CC1A-B39020567F16}"/>
              </a:ext>
            </a:extLst>
          </p:cNvPr>
          <p:cNvSpPr txBox="1"/>
          <p:nvPr/>
        </p:nvSpPr>
        <p:spPr>
          <a:xfrm>
            <a:off x="7369733" y="4919928"/>
            <a:ext cx="1249227" cy="430887"/>
          </a:xfrm>
          <a:prstGeom prst="rect">
            <a:avLst/>
          </a:prstGeom>
          <a:noFill/>
        </p:spPr>
        <p:txBody>
          <a:bodyPr wrap="square" lIns="0" tIns="0" rIns="0" bIns="0" anchor="ctr">
            <a:spAutoFit/>
          </a:bodyPr>
          <a:lstStyle/>
          <a:p>
            <a:pPr defTabSz="914367" rtl="0"/>
            <a:r>
              <a:rPr lang="en-IN" sz="1400">
                <a:solidFill>
                  <a:srgbClr val="1A1A1A"/>
                </a:solidFill>
                <a:latin typeface="Segoe UI Semibold"/>
              </a:rPr>
              <a:t>A2A </a:t>
            </a:r>
            <a:br>
              <a:rPr lang="en-IN" sz="1400">
                <a:solidFill>
                  <a:srgbClr val="1A1A1A"/>
                </a:solidFill>
                <a:latin typeface="Segoe UI Semibold"/>
              </a:rPr>
            </a:br>
            <a:r>
              <a:rPr lang="en-IN" sz="1400">
                <a:solidFill>
                  <a:srgbClr val="1A1A1A"/>
                </a:solidFill>
                <a:latin typeface="Segoe UI Semibold"/>
              </a:rPr>
              <a:t>integration</a:t>
            </a:r>
          </a:p>
        </p:txBody>
      </p:sp>
      <p:sp>
        <p:nvSpPr>
          <p:cNvPr id="67" name="TextBox 82">
            <a:extLst>
              <a:ext uri="{FF2B5EF4-FFF2-40B4-BE49-F238E27FC236}">
                <a16:creationId xmlns:a16="http://schemas.microsoft.com/office/drawing/2014/main" id="{EF532F1C-7CCF-40A9-F3F3-7CE973760F12}"/>
              </a:ext>
            </a:extLst>
          </p:cNvPr>
          <p:cNvSpPr txBox="1"/>
          <p:nvPr/>
        </p:nvSpPr>
        <p:spPr>
          <a:xfrm>
            <a:off x="7369733" y="5860555"/>
            <a:ext cx="1249227" cy="430887"/>
          </a:xfrm>
          <a:prstGeom prst="rect">
            <a:avLst/>
          </a:prstGeom>
          <a:noFill/>
        </p:spPr>
        <p:txBody>
          <a:bodyPr wrap="square" lIns="0" tIns="0" rIns="0" bIns="0" anchor="ctr">
            <a:spAutoFit/>
          </a:bodyPr>
          <a:lstStyle/>
          <a:p>
            <a:pPr defTabSz="914367" rtl="0"/>
            <a:r>
              <a:rPr lang="en-IN" sz="1400">
                <a:solidFill>
                  <a:srgbClr val="1A1A1A"/>
                </a:solidFill>
                <a:latin typeface="Segoe UI Semibold"/>
              </a:rPr>
              <a:t>Built-in connectors</a:t>
            </a:r>
          </a:p>
        </p:txBody>
      </p:sp>
      <p:sp>
        <p:nvSpPr>
          <p:cNvPr id="68" name="TextBox 84">
            <a:extLst>
              <a:ext uri="{FF2B5EF4-FFF2-40B4-BE49-F238E27FC236}">
                <a16:creationId xmlns:a16="http://schemas.microsoft.com/office/drawing/2014/main" id="{C4ED3054-2DE3-6CAA-5272-BB13A4AB70EF}"/>
              </a:ext>
            </a:extLst>
          </p:cNvPr>
          <p:cNvSpPr txBox="1"/>
          <p:nvPr/>
        </p:nvSpPr>
        <p:spPr>
          <a:xfrm>
            <a:off x="8980341" y="1041904"/>
            <a:ext cx="2454924" cy="446276"/>
          </a:xfrm>
          <a:prstGeom prst="rect">
            <a:avLst/>
          </a:prstGeom>
          <a:noFill/>
        </p:spPr>
        <p:txBody>
          <a:bodyPr wrap="square" lIns="0" tIns="0" rIns="0" bIns="0" numCol="2" spcCol="182880">
            <a:noAutofit/>
          </a:bodyPr>
          <a:lstStyle/>
          <a:p>
            <a:pPr marL="160338" indent="-160338" defTabSz="914367" rtl="0">
              <a:spcAft>
                <a:spcPts val="600"/>
              </a:spcAft>
              <a:buFont typeface="Arial" panose="020B0604020202020204" pitchFamily="34" charset="0"/>
              <a:buChar char="•"/>
            </a:pPr>
            <a:r>
              <a:rPr lang="en-US" sz="1200" dirty="0">
                <a:solidFill>
                  <a:srgbClr val="1A1A1A"/>
                </a:solidFill>
                <a:latin typeface="Segoe UI"/>
              </a:rPr>
              <a:t>Datadog</a:t>
            </a:r>
          </a:p>
          <a:p>
            <a:pPr marL="160338" indent="-160338" defTabSz="914367" rtl="0">
              <a:spcAft>
                <a:spcPts val="600"/>
              </a:spcAft>
              <a:buFont typeface="Arial" panose="020B0604020202020204" pitchFamily="34" charset="0"/>
              <a:buChar char="•"/>
            </a:pPr>
            <a:r>
              <a:rPr lang="en-US" sz="1200" dirty="0">
                <a:solidFill>
                  <a:srgbClr val="1A1A1A"/>
                </a:solidFill>
                <a:latin typeface="Segoe UI"/>
              </a:rPr>
              <a:t>New Relic</a:t>
            </a:r>
          </a:p>
          <a:p>
            <a:pPr marL="160338" indent="-160338" defTabSz="914367" rtl="0">
              <a:spcAft>
                <a:spcPts val="600"/>
              </a:spcAft>
              <a:buFont typeface="Arial" panose="020B0604020202020204" pitchFamily="34" charset="0"/>
              <a:buChar char="•"/>
            </a:pPr>
            <a:r>
              <a:rPr lang="en-US" sz="1200" dirty="0">
                <a:solidFill>
                  <a:srgbClr val="1A1A1A"/>
                </a:solidFill>
                <a:latin typeface="Segoe UI"/>
              </a:rPr>
              <a:t>Dynatrace</a:t>
            </a:r>
          </a:p>
          <a:p>
            <a:pPr marL="160338" indent="-160338" defTabSz="914367" rtl="0">
              <a:spcAft>
                <a:spcPts val="600"/>
              </a:spcAft>
              <a:buFont typeface="Arial" panose="020B0604020202020204" pitchFamily="34" charset="0"/>
              <a:buChar char="•"/>
            </a:pPr>
            <a:r>
              <a:rPr lang="en-US" sz="1200" dirty="0">
                <a:solidFill>
                  <a:srgbClr val="1A1A1A"/>
                </a:solidFill>
                <a:latin typeface="Segoe UI"/>
              </a:rPr>
              <a:t>Atlassian</a:t>
            </a:r>
          </a:p>
          <a:p>
            <a:pPr marL="160338" indent="-160338" defTabSz="914367" rtl="0">
              <a:spcAft>
                <a:spcPts val="600"/>
              </a:spcAft>
              <a:buFont typeface="Arial" panose="020B0604020202020204" pitchFamily="34" charset="0"/>
              <a:buChar char="•"/>
            </a:pPr>
            <a:r>
              <a:rPr lang="en-US" sz="1200" dirty="0">
                <a:solidFill>
                  <a:srgbClr val="1A1A1A"/>
                </a:solidFill>
                <a:latin typeface="Segoe UI"/>
              </a:rPr>
              <a:t>Elasticsearch</a:t>
            </a:r>
          </a:p>
          <a:p>
            <a:pPr marL="160338" indent="-160338" defTabSz="914367" rtl="0">
              <a:spcAft>
                <a:spcPts val="600"/>
              </a:spcAft>
              <a:buFont typeface="Arial" panose="020B0604020202020204" pitchFamily="34" charset="0"/>
              <a:buChar char="•"/>
            </a:pPr>
            <a:r>
              <a:rPr lang="en-US" sz="1200" dirty="0">
                <a:solidFill>
                  <a:srgbClr val="1A1A1A"/>
                </a:solidFill>
                <a:latin typeface="Segoe UI"/>
              </a:rPr>
              <a:t>Splunk</a:t>
            </a:r>
          </a:p>
        </p:txBody>
      </p:sp>
      <p:cxnSp>
        <p:nvCxnSpPr>
          <p:cNvPr id="69" name="Straight Connector 86">
            <a:extLst>
              <a:ext uri="{FF2B5EF4-FFF2-40B4-BE49-F238E27FC236}">
                <a16:creationId xmlns:a16="http://schemas.microsoft.com/office/drawing/2014/main" id="{A0CB06D3-E559-8BE3-F7E8-A0086B65EAB3}"/>
              </a:ext>
            </a:extLst>
          </p:cNvPr>
          <p:cNvCxnSpPr/>
          <p:nvPr/>
        </p:nvCxnSpPr>
        <p:spPr>
          <a:xfrm>
            <a:off x="8723693" y="1098543"/>
            <a:ext cx="0" cy="548640"/>
          </a:xfrm>
          <a:prstGeom prst="line">
            <a:avLst/>
          </a:prstGeom>
          <a:noFill/>
          <a:ln w="9525" cap="flat" cmpd="sng" algn="ctr">
            <a:solidFill>
              <a:srgbClr val="1A1A1A">
                <a:alpha val="25000"/>
              </a:srgbClr>
            </a:solidFill>
            <a:prstDash val="solid"/>
            <a:headEnd type="none" w="lg" len="med"/>
            <a:tailEnd type="none" w="lg" len="med"/>
          </a:ln>
          <a:effectLst/>
        </p:spPr>
      </p:cxnSp>
      <p:cxnSp>
        <p:nvCxnSpPr>
          <p:cNvPr id="70" name="Straight Connector 87">
            <a:extLst>
              <a:ext uri="{FF2B5EF4-FFF2-40B4-BE49-F238E27FC236}">
                <a16:creationId xmlns:a16="http://schemas.microsoft.com/office/drawing/2014/main" id="{4708778D-92E4-5AE2-597E-02BFAEF1F98E}"/>
              </a:ext>
            </a:extLst>
          </p:cNvPr>
          <p:cNvCxnSpPr/>
          <p:nvPr/>
        </p:nvCxnSpPr>
        <p:spPr>
          <a:xfrm>
            <a:off x="8723693" y="2039170"/>
            <a:ext cx="0" cy="548640"/>
          </a:xfrm>
          <a:prstGeom prst="line">
            <a:avLst/>
          </a:prstGeom>
          <a:noFill/>
          <a:ln w="9525" cap="flat" cmpd="sng" algn="ctr">
            <a:solidFill>
              <a:srgbClr val="1A1A1A">
                <a:alpha val="25000"/>
              </a:srgbClr>
            </a:solidFill>
            <a:prstDash val="solid"/>
            <a:headEnd type="none" w="lg" len="med"/>
            <a:tailEnd type="none" w="lg" len="med"/>
          </a:ln>
          <a:effectLst/>
        </p:spPr>
      </p:cxnSp>
      <p:cxnSp>
        <p:nvCxnSpPr>
          <p:cNvPr id="71" name="Straight Connector 88">
            <a:extLst>
              <a:ext uri="{FF2B5EF4-FFF2-40B4-BE49-F238E27FC236}">
                <a16:creationId xmlns:a16="http://schemas.microsoft.com/office/drawing/2014/main" id="{2C28BF8A-971C-3430-30A3-FB7B81DB0584}"/>
              </a:ext>
            </a:extLst>
          </p:cNvPr>
          <p:cNvCxnSpPr/>
          <p:nvPr/>
        </p:nvCxnSpPr>
        <p:spPr>
          <a:xfrm>
            <a:off x="8723693" y="2979797"/>
            <a:ext cx="0" cy="548640"/>
          </a:xfrm>
          <a:prstGeom prst="line">
            <a:avLst/>
          </a:prstGeom>
          <a:noFill/>
          <a:ln w="9525" cap="flat" cmpd="sng" algn="ctr">
            <a:solidFill>
              <a:srgbClr val="1A1A1A">
                <a:alpha val="25000"/>
              </a:srgbClr>
            </a:solidFill>
            <a:prstDash val="solid"/>
            <a:headEnd type="none" w="lg" len="med"/>
            <a:tailEnd type="none" w="lg" len="med"/>
          </a:ln>
          <a:effectLst/>
        </p:spPr>
      </p:cxnSp>
      <p:cxnSp>
        <p:nvCxnSpPr>
          <p:cNvPr id="72" name="Straight Connector 89">
            <a:extLst>
              <a:ext uri="{FF2B5EF4-FFF2-40B4-BE49-F238E27FC236}">
                <a16:creationId xmlns:a16="http://schemas.microsoft.com/office/drawing/2014/main" id="{D487B86A-709E-D8C8-AC6C-936F48AA2F25}"/>
              </a:ext>
            </a:extLst>
          </p:cNvPr>
          <p:cNvCxnSpPr/>
          <p:nvPr/>
        </p:nvCxnSpPr>
        <p:spPr>
          <a:xfrm>
            <a:off x="8723693" y="3920424"/>
            <a:ext cx="0" cy="548640"/>
          </a:xfrm>
          <a:prstGeom prst="line">
            <a:avLst/>
          </a:prstGeom>
          <a:noFill/>
          <a:ln w="9525" cap="flat" cmpd="sng" algn="ctr">
            <a:solidFill>
              <a:srgbClr val="1A1A1A">
                <a:alpha val="25000"/>
              </a:srgbClr>
            </a:solidFill>
            <a:prstDash val="solid"/>
            <a:headEnd type="none" w="lg" len="med"/>
            <a:tailEnd type="none" w="lg" len="med"/>
          </a:ln>
          <a:effectLst/>
        </p:spPr>
      </p:cxnSp>
      <p:cxnSp>
        <p:nvCxnSpPr>
          <p:cNvPr id="73" name="Straight Connector 90">
            <a:extLst>
              <a:ext uri="{FF2B5EF4-FFF2-40B4-BE49-F238E27FC236}">
                <a16:creationId xmlns:a16="http://schemas.microsoft.com/office/drawing/2014/main" id="{F987043A-CEA1-DAA3-A021-050863F32FFF}"/>
              </a:ext>
            </a:extLst>
          </p:cNvPr>
          <p:cNvCxnSpPr/>
          <p:nvPr/>
        </p:nvCxnSpPr>
        <p:spPr>
          <a:xfrm>
            <a:off x="8723693" y="4861052"/>
            <a:ext cx="0" cy="548640"/>
          </a:xfrm>
          <a:prstGeom prst="line">
            <a:avLst/>
          </a:prstGeom>
          <a:noFill/>
          <a:ln w="9525" cap="flat" cmpd="sng" algn="ctr">
            <a:solidFill>
              <a:srgbClr val="1A1A1A">
                <a:alpha val="25000"/>
              </a:srgbClr>
            </a:solidFill>
            <a:prstDash val="solid"/>
            <a:headEnd type="none" w="lg" len="med"/>
            <a:tailEnd type="none" w="lg" len="med"/>
          </a:ln>
          <a:effectLst/>
        </p:spPr>
      </p:cxnSp>
      <p:cxnSp>
        <p:nvCxnSpPr>
          <p:cNvPr id="74" name="Straight Connector 91">
            <a:extLst>
              <a:ext uri="{FF2B5EF4-FFF2-40B4-BE49-F238E27FC236}">
                <a16:creationId xmlns:a16="http://schemas.microsoft.com/office/drawing/2014/main" id="{FDC24F4E-A11B-487D-7E82-59A309BC85D8}"/>
              </a:ext>
            </a:extLst>
          </p:cNvPr>
          <p:cNvCxnSpPr/>
          <p:nvPr/>
        </p:nvCxnSpPr>
        <p:spPr>
          <a:xfrm>
            <a:off x="8723693" y="5801678"/>
            <a:ext cx="0" cy="548640"/>
          </a:xfrm>
          <a:prstGeom prst="line">
            <a:avLst/>
          </a:prstGeom>
          <a:noFill/>
          <a:ln w="9525" cap="flat" cmpd="sng" algn="ctr">
            <a:solidFill>
              <a:srgbClr val="1A1A1A">
                <a:alpha val="25000"/>
              </a:srgbClr>
            </a:solidFill>
            <a:prstDash val="solid"/>
            <a:headEnd type="none" w="lg" len="med"/>
            <a:tailEnd type="none" w="lg" len="med"/>
          </a:ln>
          <a:effectLst/>
        </p:spPr>
      </p:cxnSp>
      <p:sp>
        <p:nvSpPr>
          <p:cNvPr id="75" name="TextBox 92">
            <a:extLst>
              <a:ext uri="{FF2B5EF4-FFF2-40B4-BE49-F238E27FC236}">
                <a16:creationId xmlns:a16="http://schemas.microsoft.com/office/drawing/2014/main" id="{344239A5-CD13-135A-5B5F-0C927F8F4347}"/>
              </a:ext>
            </a:extLst>
          </p:cNvPr>
          <p:cNvSpPr txBox="1"/>
          <p:nvPr/>
        </p:nvSpPr>
        <p:spPr>
          <a:xfrm>
            <a:off x="8980341" y="2182685"/>
            <a:ext cx="2454924" cy="261610"/>
          </a:xfrm>
          <a:prstGeom prst="rect">
            <a:avLst/>
          </a:prstGeom>
          <a:noFill/>
        </p:spPr>
        <p:txBody>
          <a:bodyPr wrap="square" lIns="0" tIns="0" rIns="0" bIns="0" numCol="2" spcCol="182880">
            <a:noAutofit/>
          </a:bodyPr>
          <a:lstStyle/>
          <a:p>
            <a:pPr marL="160338" indent="-160338" defTabSz="914367" rtl="0">
              <a:spcAft>
                <a:spcPts val="600"/>
              </a:spcAft>
              <a:buFont typeface="Arial" panose="020B0604020202020204" pitchFamily="34" charset="0"/>
              <a:buChar char="•"/>
            </a:pPr>
            <a:r>
              <a:rPr lang="en-US" sz="1200">
                <a:solidFill>
                  <a:srgbClr val="1A1A1A"/>
                </a:solidFill>
                <a:latin typeface="Segoe UI"/>
              </a:rPr>
              <a:t>Atlassian</a:t>
            </a:r>
          </a:p>
          <a:p>
            <a:pPr marL="160338" indent="-160338" defTabSz="914367" rtl="0">
              <a:spcAft>
                <a:spcPts val="600"/>
              </a:spcAft>
              <a:buFont typeface="Arial" panose="020B0604020202020204" pitchFamily="34" charset="0"/>
              <a:buChar char="•"/>
            </a:pPr>
            <a:r>
              <a:rPr lang="en-US" sz="1200">
                <a:solidFill>
                  <a:srgbClr val="1A1A1A"/>
                </a:solidFill>
                <a:latin typeface="Segoe UI"/>
              </a:rPr>
              <a:t>PagerDuty</a:t>
            </a:r>
          </a:p>
        </p:txBody>
      </p:sp>
      <p:sp>
        <p:nvSpPr>
          <p:cNvPr id="76" name="TextBox 93">
            <a:extLst>
              <a:ext uri="{FF2B5EF4-FFF2-40B4-BE49-F238E27FC236}">
                <a16:creationId xmlns:a16="http://schemas.microsoft.com/office/drawing/2014/main" id="{5A40D1D5-BBD1-AF6B-D51D-C196F5B2C299}"/>
              </a:ext>
            </a:extLst>
          </p:cNvPr>
          <p:cNvSpPr txBox="1"/>
          <p:nvPr/>
        </p:nvSpPr>
        <p:spPr>
          <a:xfrm>
            <a:off x="8980341" y="3123312"/>
            <a:ext cx="2454924" cy="261610"/>
          </a:xfrm>
          <a:prstGeom prst="rect">
            <a:avLst/>
          </a:prstGeom>
          <a:noFill/>
        </p:spPr>
        <p:txBody>
          <a:bodyPr wrap="square" lIns="0" tIns="0" rIns="0" bIns="0" numCol="2" spcCol="182880">
            <a:noAutofit/>
          </a:bodyPr>
          <a:lstStyle/>
          <a:p>
            <a:pPr marL="160338" indent="-160338" defTabSz="914367" rtl="0">
              <a:spcAft>
                <a:spcPts val="600"/>
              </a:spcAft>
              <a:buFont typeface="Arial" panose="020B0604020202020204" pitchFamily="34" charset="0"/>
              <a:buChar char="•"/>
            </a:pPr>
            <a:r>
              <a:rPr lang="en-US" sz="1200" dirty="0">
                <a:solidFill>
                  <a:srgbClr val="1A1A1A"/>
                </a:solidFill>
                <a:latin typeface="Segoe UI"/>
              </a:rPr>
              <a:t>GitHub</a:t>
            </a:r>
          </a:p>
          <a:p>
            <a:pPr marL="160338" indent="-160338" defTabSz="914367" rtl="0">
              <a:spcAft>
                <a:spcPts val="600"/>
              </a:spcAft>
              <a:buFont typeface="Arial" panose="020B0604020202020204" pitchFamily="34" charset="0"/>
              <a:buChar char="•"/>
            </a:pPr>
            <a:r>
              <a:rPr lang="en-US" sz="1200" dirty="0">
                <a:solidFill>
                  <a:srgbClr val="1A1A1A"/>
                </a:solidFill>
                <a:latin typeface="Segoe UI"/>
              </a:rPr>
              <a:t>Azure DevOps</a:t>
            </a:r>
          </a:p>
        </p:txBody>
      </p:sp>
      <p:sp>
        <p:nvSpPr>
          <p:cNvPr id="77" name="TextBox 94">
            <a:extLst>
              <a:ext uri="{FF2B5EF4-FFF2-40B4-BE49-F238E27FC236}">
                <a16:creationId xmlns:a16="http://schemas.microsoft.com/office/drawing/2014/main" id="{D8E7B66E-BBD8-8C37-30FB-ECB8771BCF8F}"/>
              </a:ext>
            </a:extLst>
          </p:cNvPr>
          <p:cNvSpPr txBox="1"/>
          <p:nvPr/>
        </p:nvSpPr>
        <p:spPr>
          <a:xfrm>
            <a:off x="8980341" y="4063939"/>
            <a:ext cx="2454924" cy="261610"/>
          </a:xfrm>
          <a:prstGeom prst="rect">
            <a:avLst/>
          </a:prstGeom>
          <a:noFill/>
        </p:spPr>
        <p:txBody>
          <a:bodyPr wrap="square" lIns="0" tIns="0" rIns="0" bIns="0" numCol="2" spcCol="182880">
            <a:noAutofit/>
          </a:bodyPr>
          <a:lstStyle/>
          <a:p>
            <a:pPr marL="160338" indent="-160338" defTabSz="914367" rtl="0">
              <a:spcAft>
                <a:spcPts val="600"/>
              </a:spcAft>
              <a:buFont typeface="Arial" panose="020B0604020202020204" pitchFamily="34" charset="0"/>
              <a:buChar char="•"/>
            </a:pPr>
            <a:r>
              <a:rPr lang="en-US" sz="1200">
                <a:solidFill>
                  <a:srgbClr val="1A1A1A"/>
                </a:solidFill>
                <a:latin typeface="Segoe UI"/>
              </a:rPr>
              <a:t>PagerDuty</a:t>
            </a:r>
          </a:p>
          <a:p>
            <a:pPr marL="160338" indent="-160338" defTabSz="914367" rtl="0">
              <a:spcAft>
                <a:spcPts val="600"/>
              </a:spcAft>
              <a:buFont typeface="Arial" panose="020B0604020202020204" pitchFamily="34" charset="0"/>
              <a:buChar char="•"/>
            </a:pPr>
            <a:r>
              <a:rPr lang="en-US" sz="1200">
                <a:solidFill>
                  <a:srgbClr val="1A1A1A"/>
                </a:solidFill>
                <a:latin typeface="Segoe UI"/>
              </a:rPr>
              <a:t>Service Now</a:t>
            </a:r>
          </a:p>
        </p:txBody>
      </p:sp>
      <p:sp>
        <p:nvSpPr>
          <p:cNvPr id="78" name="TextBox 95">
            <a:extLst>
              <a:ext uri="{FF2B5EF4-FFF2-40B4-BE49-F238E27FC236}">
                <a16:creationId xmlns:a16="http://schemas.microsoft.com/office/drawing/2014/main" id="{47FB7716-ABA7-D7F5-9068-737EAE12BDD2}"/>
              </a:ext>
            </a:extLst>
          </p:cNvPr>
          <p:cNvSpPr txBox="1"/>
          <p:nvPr/>
        </p:nvSpPr>
        <p:spPr>
          <a:xfrm>
            <a:off x="8980341" y="5004566"/>
            <a:ext cx="2454924" cy="261610"/>
          </a:xfrm>
          <a:prstGeom prst="rect">
            <a:avLst/>
          </a:prstGeom>
          <a:noFill/>
        </p:spPr>
        <p:txBody>
          <a:bodyPr wrap="square" lIns="0" tIns="0" rIns="0" bIns="0" numCol="2" spcCol="182880">
            <a:noAutofit/>
          </a:bodyPr>
          <a:lstStyle/>
          <a:p>
            <a:pPr marL="160338" indent="-160338" defTabSz="914367" rtl="0">
              <a:spcAft>
                <a:spcPts val="600"/>
              </a:spcAft>
              <a:buFont typeface="Arial" panose="020B0604020202020204" pitchFamily="34" charset="0"/>
              <a:buChar char="•"/>
            </a:pPr>
            <a:r>
              <a:rPr lang="en-US" sz="1200">
                <a:solidFill>
                  <a:srgbClr val="1A1A1A"/>
                </a:solidFill>
                <a:latin typeface="Segoe UI"/>
              </a:rPr>
              <a:t>PagerDuty</a:t>
            </a:r>
          </a:p>
          <a:p>
            <a:pPr marL="160338" indent="-160338" defTabSz="914367" rtl="0">
              <a:spcAft>
                <a:spcPts val="600"/>
              </a:spcAft>
              <a:buFont typeface="Arial" panose="020B0604020202020204" pitchFamily="34" charset="0"/>
              <a:buChar char="•"/>
            </a:pPr>
            <a:r>
              <a:rPr lang="en-US" sz="1200" err="1">
                <a:solidFill>
                  <a:srgbClr val="1A1A1A"/>
                </a:solidFill>
                <a:latin typeface="Segoe UI"/>
              </a:rPr>
              <a:t>Neubird </a:t>
            </a:r>
          </a:p>
        </p:txBody>
      </p:sp>
      <p:sp>
        <p:nvSpPr>
          <p:cNvPr id="79" name="TextBox 98">
            <a:extLst>
              <a:ext uri="{FF2B5EF4-FFF2-40B4-BE49-F238E27FC236}">
                <a16:creationId xmlns:a16="http://schemas.microsoft.com/office/drawing/2014/main" id="{1629E5F1-0FAF-9BCA-92AC-09BC426E27AC}"/>
              </a:ext>
            </a:extLst>
          </p:cNvPr>
          <p:cNvSpPr txBox="1"/>
          <p:nvPr/>
        </p:nvSpPr>
        <p:spPr>
          <a:xfrm>
            <a:off x="8980341" y="5858183"/>
            <a:ext cx="2454924" cy="435631"/>
          </a:xfrm>
          <a:prstGeom prst="rect">
            <a:avLst/>
          </a:prstGeom>
          <a:noFill/>
        </p:spPr>
        <p:txBody>
          <a:bodyPr wrap="square" lIns="0" tIns="0" rIns="0" bIns="0" numCol="2" spcCol="182880">
            <a:noAutofit/>
          </a:bodyPr>
          <a:lstStyle/>
          <a:p>
            <a:pPr marL="160338" indent="-160338" defTabSz="914367" rtl="0">
              <a:spcAft>
                <a:spcPts val="600"/>
              </a:spcAft>
              <a:buFont typeface="Arial" panose="020B0604020202020204" pitchFamily="34" charset="0"/>
              <a:buChar char="•"/>
            </a:pPr>
            <a:r>
              <a:rPr lang="en-US" sz="1200">
                <a:solidFill>
                  <a:srgbClr val="1A1A1A"/>
                </a:solidFill>
                <a:latin typeface="Segoe UI"/>
              </a:rPr>
              <a:t>Microsoft Outlook</a:t>
            </a:r>
          </a:p>
          <a:p>
            <a:pPr marL="160338" indent="-160338" defTabSz="914367" rtl="0">
              <a:spcAft>
                <a:spcPts val="600"/>
              </a:spcAft>
              <a:buFont typeface="Arial" panose="020B0604020202020204" pitchFamily="34" charset="0"/>
              <a:buChar char="•"/>
            </a:pPr>
            <a:r>
              <a:rPr lang="en-US" sz="1200">
                <a:solidFill>
                  <a:srgbClr val="1A1A1A"/>
                </a:solidFill>
                <a:latin typeface="Segoe UI"/>
              </a:rPr>
              <a:t>Microsoft Teams</a:t>
            </a:r>
          </a:p>
        </p:txBody>
      </p:sp>
      <p:cxnSp>
        <p:nvCxnSpPr>
          <p:cNvPr id="80" name="Connector: Elbow 100">
            <a:extLst>
              <a:ext uri="{FF2B5EF4-FFF2-40B4-BE49-F238E27FC236}">
                <a16:creationId xmlns:a16="http://schemas.microsoft.com/office/drawing/2014/main" id="{2E807913-7338-9EA3-5ED3-0E56D9772456}"/>
              </a:ext>
            </a:extLst>
          </p:cNvPr>
          <p:cNvCxnSpPr>
            <a:cxnSpLocks/>
            <a:stCxn id="56" idx="1"/>
            <a:endCxn id="54" idx="6"/>
          </p:cNvCxnSpPr>
          <p:nvPr/>
        </p:nvCxnSpPr>
        <p:spPr>
          <a:xfrm rot="10800000" flipV="1">
            <a:off x="6068213" y="1372863"/>
            <a:ext cx="1103401" cy="2351569"/>
          </a:xfrm>
          <a:prstGeom prst="bentConnector3">
            <a:avLst>
              <a:gd name="adj1" fmla="val 50000"/>
            </a:avLst>
          </a:prstGeom>
          <a:noFill/>
          <a:ln w="6350" cap="flat" cmpd="sng" algn="ctr">
            <a:solidFill>
              <a:srgbClr val="1A1A1A">
                <a:alpha val="25000"/>
              </a:srgbClr>
            </a:solidFill>
            <a:prstDash val="solid"/>
            <a:headEnd type="none" w="lg" len="med"/>
            <a:tailEnd type="none" w="lg" len="med"/>
          </a:ln>
          <a:effectLst/>
        </p:spPr>
      </p:cxnSp>
      <p:cxnSp>
        <p:nvCxnSpPr>
          <p:cNvPr id="81" name="Connector: Elbow 103">
            <a:extLst>
              <a:ext uri="{FF2B5EF4-FFF2-40B4-BE49-F238E27FC236}">
                <a16:creationId xmlns:a16="http://schemas.microsoft.com/office/drawing/2014/main" id="{2DAA4506-C866-8C5F-BBFA-54F9E212A991}"/>
              </a:ext>
            </a:extLst>
          </p:cNvPr>
          <p:cNvCxnSpPr>
            <a:cxnSpLocks/>
            <a:stCxn id="57" idx="1"/>
            <a:endCxn id="54" idx="6"/>
          </p:cNvCxnSpPr>
          <p:nvPr/>
        </p:nvCxnSpPr>
        <p:spPr>
          <a:xfrm rot="10800000" flipV="1">
            <a:off x="6068213" y="2313491"/>
            <a:ext cx="1103401" cy="1410942"/>
          </a:xfrm>
          <a:prstGeom prst="bentConnector3">
            <a:avLst>
              <a:gd name="adj1" fmla="val 50000"/>
            </a:avLst>
          </a:prstGeom>
          <a:noFill/>
          <a:ln w="6350" cap="flat" cmpd="sng" algn="ctr">
            <a:solidFill>
              <a:srgbClr val="1A1A1A">
                <a:alpha val="25000"/>
              </a:srgbClr>
            </a:solidFill>
            <a:prstDash val="solid"/>
            <a:headEnd type="none" w="lg" len="med"/>
            <a:tailEnd type="none" w="lg" len="med"/>
          </a:ln>
          <a:effectLst/>
        </p:spPr>
      </p:cxnSp>
      <p:cxnSp>
        <p:nvCxnSpPr>
          <p:cNvPr id="82" name="Connector: Elbow 104">
            <a:extLst>
              <a:ext uri="{FF2B5EF4-FFF2-40B4-BE49-F238E27FC236}">
                <a16:creationId xmlns:a16="http://schemas.microsoft.com/office/drawing/2014/main" id="{9E3673B0-D508-8AFB-DC91-FA7E9C3F04BF}"/>
              </a:ext>
            </a:extLst>
          </p:cNvPr>
          <p:cNvCxnSpPr>
            <a:cxnSpLocks/>
            <a:stCxn id="59" idx="1"/>
            <a:endCxn id="54" idx="6"/>
          </p:cNvCxnSpPr>
          <p:nvPr/>
        </p:nvCxnSpPr>
        <p:spPr>
          <a:xfrm rot="10800000">
            <a:off x="6068213" y="3724433"/>
            <a:ext cx="1103401" cy="470312"/>
          </a:xfrm>
          <a:prstGeom prst="bentConnector3">
            <a:avLst>
              <a:gd name="adj1" fmla="val 50000"/>
            </a:avLst>
          </a:prstGeom>
          <a:noFill/>
          <a:ln w="6350" cap="flat" cmpd="sng" algn="ctr">
            <a:solidFill>
              <a:srgbClr val="1A1A1A">
                <a:alpha val="25000"/>
              </a:srgbClr>
            </a:solidFill>
            <a:prstDash val="solid"/>
            <a:headEnd type="none" w="lg" len="med"/>
            <a:tailEnd type="none" w="lg" len="med"/>
          </a:ln>
          <a:effectLst/>
        </p:spPr>
      </p:cxnSp>
      <p:cxnSp>
        <p:nvCxnSpPr>
          <p:cNvPr id="83" name="Connector: Elbow 105">
            <a:extLst>
              <a:ext uri="{FF2B5EF4-FFF2-40B4-BE49-F238E27FC236}">
                <a16:creationId xmlns:a16="http://schemas.microsoft.com/office/drawing/2014/main" id="{BCDD4BEE-E047-3602-BA6F-7F2028F2398F}"/>
              </a:ext>
            </a:extLst>
          </p:cNvPr>
          <p:cNvCxnSpPr>
            <a:cxnSpLocks/>
            <a:stCxn id="60" idx="1"/>
            <a:endCxn id="54" idx="6"/>
          </p:cNvCxnSpPr>
          <p:nvPr/>
        </p:nvCxnSpPr>
        <p:spPr>
          <a:xfrm rot="10800000">
            <a:off x="6068213" y="3724434"/>
            <a:ext cx="1103401" cy="1410939"/>
          </a:xfrm>
          <a:prstGeom prst="bentConnector3">
            <a:avLst>
              <a:gd name="adj1" fmla="val 50000"/>
            </a:avLst>
          </a:prstGeom>
          <a:noFill/>
          <a:ln w="6350" cap="flat" cmpd="sng" algn="ctr">
            <a:solidFill>
              <a:srgbClr val="1A1A1A">
                <a:alpha val="25000"/>
              </a:srgbClr>
            </a:solidFill>
            <a:prstDash val="solid"/>
            <a:headEnd type="none" w="lg" len="med"/>
            <a:tailEnd type="none" w="lg" len="med"/>
          </a:ln>
          <a:effectLst/>
        </p:spPr>
      </p:cxnSp>
      <p:cxnSp>
        <p:nvCxnSpPr>
          <p:cNvPr id="84" name="Connector: Elbow 106">
            <a:extLst>
              <a:ext uri="{FF2B5EF4-FFF2-40B4-BE49-F238E27FC236}">
                <a16:creationId xmlns:a16="http://schemas.microsoft.com/office/drawing/2014/main" id="{B84AE1B9-D19A-4B4B-E269-BC7787E4142C}"/>
              </a:ext>
            </a:extLst>
          </p:cNvPr>
          <p:cNvCxnSpPr>
            <a:cxnSpLocks/>
            <a:stCxn id="61" idx="1"/>
            <a:endCxn id="54" idx="6"/>
          </p:cNvCxnSpPr>
          <p:nvPr/>
        </p:nvCxnSpPr>
        <p:spPr>
          <a:xfrm rot="10800000">
            <a:off x="6068213" y="3724433"/>
            <a:ext cx="1103401" cy="2351566"/>
          </a:xfrm>
          <a:prstGeom prst="bentConnector3">
            <a:avLst>
              <a:gd name="adj1" fmla="val 50000"/>
            </a:avLst>
          </a:prstGeom>
          <a:noFill/>
          <a:ln w="6350" cap="flat" cmpd="sng" algn="ctr">
            <a:solidFill>
              <a:srgbClr val="1A1A1A">
                <a:alpha val="25000"/>
              </a:srgbClr>
            </a:solidFill>
            <a:prstDash val="solid"/>
            <a:headEnd type="none" w="lg" len="med"/>
            <a:tailEnd type="none" w="lg" len="med"/>
          </a:ln>
          <a:effectLst/>
        </p:spPr>
      </p:cxnSp>
      <p:cxnSp>
        <p:nvCxnSpPr>
          <p:cNvPr id="85" name="Connector: Elbow 115">
            <a:extLst>
              <a:ext uri="{FF2B5EF4-FFF2-40B4-BE49-F238E27FC236}">
                <a16:creationId xmlns:a16="http://schemas.microsoft.com/office/drawing/2014/main" id="{03FD50D5-EC29-5770-D4C8-60C09633EF84}"/>
              </a:ext>
            </a:extLst>
          </p:cNvPr>
          <p:cNvCxnSpPr>
            <a:cxnSpLocks/>
            <a:stCxn id="58" idx="1"/>
            <a:endCxn id="54" idx="6"/>
          </p:cNvCxnSpPr>
          <p:nvPr/>
        </p:nvCxnSpPr>
        <p:spPr>
          <a:xfrm rot="10800000" flipV="1">
            <a:off x="6068213" y="3254117"/>
            <a:ext cx="1103401" cy="470315"/>
          </a:xfrm>
          <a:prstGeom prst="bentConnector3">
            <a:avLst>
              <a:gd name="adj1" fmla="val 50000"/>
            </a:avLst>
          </a:prstGeom>
          <a:noFill/>
          <a:ln w="6350" cap="flat" cmpd="sng" algn="ctr">
            <a:solidFill>
              <a:srgbClr val="1A1A1A">
                <a:alpha val="25000"/>
              </a:srgbClr>
            </a:solidFill>
            <a:prstDash val="solid"/>
            <a:headEnd type="none" w="lg" len="med"/>
            <a:tailEnd type="none" w="lg" len="med"/>
          </a:ln>
          <a:effectLst/>
        </p:spPr>
      </p:cxnSp>
      <p:sp>
        <p:nvSpPr>
          <p:cNvPr id="86" name="Graphic 48">
            <a:extLst>
              <a:ext uri="{FF2B5EF4-FFF2-40B4-BE49-F238E27FC236}">
                <a16:creationId xmlns:a16="http://schemas.microsoft.com/office/drawing/2014/main" id="{09C94C1B-0969-5C7F-EA60-5865F680FA11}"/>
              </a:ext>
              <a:ext uri="{C183D7F6-B498-43B3-948B-1728B52AA6E4}">
                <adec:decorative xmlns:adec="http://schemas.microsoft.com/office/drawing/2017/decorative" val="1"/>
              </a:ext>
            </a:extLst>
          </p:cNvPr>
          <p:cNvSpPr/>
          <p:nvPr/>
        </p:nvSpPr>
        <p:spPr>
          <a:xfrm>
            <a:off x="679173" y="3489274"/>
            <a:ext cx="3836960" cy="3109984"/>
          </a:xfrm>
          <a:prstGeom prst="roundRect">
            <a:avLst>
              <a:gd name="adj" fmla="val 2554"/>
            </a:avLst>
          </a:prstGeom>
          <a:solidFill>
            <a:srgbClr val="D73B01">
              <a:lumMod val="20000"/>
              <a:lumOff val="80000"/>
            </a:srgbClr>
          </a:solidFill>
          <a:ln w="6350" cap="flat" cmpd="sng" algn="ctr">
            <a:noFill/>
            <a:prstDash val="solid"/>
          </a:ln>
          <a:effectLst/>
        </p:spPr>
        <p:txBody>
          <a:bodyPr rtlCol="0" anchor="ctr"/>
          <a:lstStyle/>
          <a:p>
            <a:pPr fontAlgn="t">
              <a:spcAft>
                <a:spcPts val="2400"/>
              </a:spcAft>
            </a:pPr>
            <a:r>
              <a:rPr lang="en-US" altLang="ja-JP" sz="1400" dirty="0">
                <a:latin typeface="Yu Gothic UI" panose="020B0500000000000000" pitchFamily="34" charset="-128"/>
                <a:ea typeface="Yu Gothic UI" panose="020B0500000000000000" pitchFamily="34" charset="-128"/>
              </a:rPr>
              <a:t>Knowledge Source </a:t>
            </a:r>
          </a:p>
          <a:p>
            <a:pPr fontAlgn="t">
              <a:spcAft>
                <a:spcPts val="2400"/>
              </a:spcAft>
            </a:pPr>
            <a:r>
              <a:rPr lang="en-US" altLang="ja-JP" sz="1400" dirty="0">
                <a:latin typeface="Yu Gothic UI" panose="020B0500000000000000" pitchFamily="34" charset="-128"/>
                <a:ea typeface="Yu Gothic UI" panose="020B0500000000000000" pitchFamily="34" charset="-128"/>
              </a:rPr>
              <a:t>Skill</a:t>
            </a:r>
          </a:p>
          <a:p>
            <a:pPr fontAlgn="t">
              <a:spcAft>
                <a:spcPts val="2400"/>
              </a:spcAft>
            </a:pPr>
            <a:r>
              <a:rPr lang="en-US" altLang="ja-JP" sz="1400" dirty="0">
                <a:latin typeface="Yu Gothic UI" panose="020B0500000000000000" pitchFamily="34" charset="-128"/>
                <a:ea typeface="Yu Gothic UI" panose="020B0500000000000000" pitchFamily="34" charset="-128"/>
              </a:rPr>
              <a:t>Python Tool</a:t>
            </a:r>
          </a:p>
          <a:p>
            <a:pPr fontAlgn="t">
              <a:spcAft>
                <a:spcPts val="2400"/>
              </a:spcAft>
            </a:pPr>
            <a:r>
              <a:rPr lang="ja-JP" altLang="en-US" sz="1400">
                <a:latin typeface="Yu Gothic UI" panose="020B0500000000000000" pitchFamily="34" charset="-128"/>
                <a:ea typeface="Yu Gothic UI" panose="020B0500000000000000" pitchFamily="34" charset="-128"/>
              </a:rPr>
              <a:t>外部のモデルコンテキストプロトコル（</a:t>
            </a:r>
            <a:r>
              <a:rPr lang="en-US" altLang="ja-JP" sz="1400" dirty="0">
                <a:ea typeface="Yu Gothic UI" panose="020B0500000000000000" pitchFamily="34" charset="-128"/>
              </a:rPr>
              <a:t>MCP</a:t>
            </a:r>
            <a:r>
              <a:rPr lang="en-US" altLang="ja-JP" sz="1400" dirty="0">
                <a:latin typeface="Yu Gothic UI" panose="020B0500000000000000" pitchFamily="34" charset="-128"/>
                <a:ea typeface="Yu Gothic UI" panose="020B0500000000000000" pitchFamily="34" charset="-128"/>
              </a:rPr>
              <a:t>）</a:t>
            </a:r>
            <a:r>
              <a:rPr lang="ja-JP" altLang="en-US" sz="1400">
                <a:latin typeface="Yu Gothic UI" panose="020B0500000000000000" pitchFamily="34" charset="-128"/>
                <a:ea typeface="Yu Gothic UI" panose="020B0500000000000000" pitchFamily="34" charset="-128"/>
              </a:rPr>
              <a:t>サーバーに接続することで、エージェントの機能を拡張</a:t>
            </a:r>
            <a:endParaRPr lang="en-US" altLang="ja-JP" sz="1400" dirty="0">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9819644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EDD0B-23A5-F9E2-BE1A-491EE134D85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FF19667D-E2A9-C5DE-F490-88CE06994A1F}"/>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solidFill>
                  <a:srgbClr val="1F2937"/>
                </a:solidFill>
                <a:latin typeface="Yu Gothic" pitchFamily="34" charset="0"/>
                <a:ea typeface="Yu Gothic" pitchFamily="34" charset="-122"/>
                <a:cs typeface="Yu Gothic" pitchFamily="34" charset="-120"/>
              </a:rPr>
              <a:t>SRE Agent </a:t>
            </a:r>
            <a:r>
              <a:rPr lang="ja-JP" altLang="en-US" sz="2000" b="1">
                <a:solidFill>
                  <a:srgbClr val="1F2937"/>
                </a:solidFill>
                <a:latin typeface="Yu Gothic" pitchFamily="34" charset="0"/>
                <a:ea typeface="Yu Gothic" pitchFamily="34" charset="-122"/>
                <a:cs typeface="Yu Gothic" pitchFamily="34" charset="-120"/>
              </a:rPr>
              <a:t>による暗黙知の形式知化</a:t>
            </a:r>
            <a:endParaRPr lang="en-US" altLang="ja-JP" sz="2000" dirty="0"/>
          </a:p>
        </p:txBody>
      </p:sp>
      <p:sp>
        <p:nvSpPr>
          <p:cNvPr id="2" name="正方形/長方形 1">
            <a:extLst>
              <a:ext uri="{FF2B5EF4-FFF2-40B4-BE49-F238E27FC236}">
                <a16:creationId xmlns:a16="http://schemas.microsoft.com/office/drawing/2014/main" id="{9A19135A-F5BD-2857-070B-84897C8A692A}"/>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10</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E1A0E402-1E6A-7B23-BD81-7060469FA6E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179EDAEA-AC5B-3272-9BE8-4967E56B5D80}"/>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nSpc>
                <a:spcPct val="114000"/>
              </a:lnSpc>
              <a:buNone/>
            </a:pPr>
            <a:r>
              <a:rPr lang="en-US" altLang="ja-JP" sz="1400" dirty="0">
                <a:solidFill>
                  <a:srgbClr val="404040"/>
                </a:solidFill>
              </a:rPr>
              <a:t>SRE Agent </a:t>
            </a:r>
            <a:r>
              <a:rPr lang="ja-JP" altLang="en-US" sz="1400">
                <a:solidFill>
                  <a:srgbClr val="404040"/>
                </a:solidFill>
              </a:rPr>
              <a:t>はサービスを安定的に提供するためのシステム運用を支援する</a:t>
            </a:r>
            <a:r>
              <a:rPr lang="en-US" altLang="ja-JP" sz="1400" dirty="0">
                <a:solidFill>
                  <a:srgbClr val="404040"/>
                </a:solidFill>
              </a:rPr>
              <a:t> AI </a:t>
            </a:r>
            <a:r>
              <a:rPr lang="ja-JP" altLang="en-US" sz="1400">
                <a:solidFill>
                  <a:srgbClr val="404040"/>
                </a:solidFill>
              </a:rPr>
              <a:t>エージェントサービスです。</a:t>
            </a:r>
            <a:r>
              <a:rPr lang="en-US" altLang="ja-JP" sz="1400" dirty="0">
                <a:solidFill>
                  <a:srgbClr val="404040"/>
                </a:solidFill>
              </a:rPr>
              <a:t>Azure Monitor </a:t>
            </a:r>
            <a:r>
              <a:rPr lang="ja-JP" altLang="en-US" sz="1400">
                <a:solidFill>
                  <a:srgbClr val="404040"/>
                </a:solidFill>
              </a:rPr>
              <a:t>や</a:t>
            </a:r>
            <a:r>
              <a:rPr lang="en-US" altLang="ja-JP" sz="1400" dirty="0">
                <a:solidFill>
                  <a:srgbClr val="404040"/>
                </a:solidFill>
              </a:rPr>
              <a:t> 3rd Party </a:t>
            </a:r>
            <a:r>
              <a:rPr lang="ja-JP" altLang="en-US" sz="1400">
                <a:solidFill>
                  <a:srgbClr val="404040"/>
                </a:solidFill>
              </a:rPr>
              <a:t>の監視ツールからのアラートをトリガーに、連携している</a:t>
            </a:r>
            <a:r>
              <a:rPr lang="en-US" altLang="ja-JP" sz="1400" dirty="0">
                <a:solidFill>
                  <a:srgbClr val="404040"/>
                </a:solidFill>
              </a:rPr>
              <a:t> GitHub </a:t>
            </a:r>
            <a:r>
              <a:rPr lang="ja-JP" altLang="en-US" sz="1400">
                <a:solidFill>
                  <a:srgbClr val="404040"/>
                </a:solidFill>
              </a:rPr>
              <a:t>リポジトリに格納されたアプリケーションのコード、ストレージに格納された設計書などのドキュメント、</a:t>
            </a:r>
            <a:r>
              <a:rPr lang="en-US" altLang="ja-JP" sz="1400" dirty="0">
                <a:solidFill>
                  <a:srgbClr val="404040"/>
                </a:solidFill>
              </a:rPr>
              <a:t>Azure </a:t>
            </a:r>
            <a:r>
              <a:rPr lang="ja-JP" altLang="en-US" sz="1400">
                <a:solidFill>
                  <a:srgbClr val="404040"/>
                </a:solidFill>
              </a:rPr>
              <a:t>のリソースのステータスを自律的に確認し、インシデントの解決を行います。インシデント解決のプロセスで発生した事象や解決策とその実行結果が記録され、レビューを行うことができるので</a:t>
            </a:r>
            <a:r>
              <a:rPr lang="en-US" altLang="ja-JP" sz="1400" dirty="0">
                <a:solidFill>
                  <a:srgbClr val="404040"/>
                </a:solidFill>
              </a:rPr>
              <a:t> AI </a:t>
            </a:r>
            <a:r>
              <a:rPr lang="ja-JP" altLang="en-US" sz="1400">
                <a:solidFill>
                  <a:srgbClr val="404040"/>
                </a:solidFill>
              </a:rPr>
              <a:t>の案をベテランにレビューしてもらうことで、暗黙知を形式知化することが可能です</a:t>
            </a:r>
            <a:endParaRPr lang="ja-JP" altLang="en-US" sz="1400" b="1">
              <a:solidFill>
                <a:srgbClr val="262626"/>
              </a:solidFill>
            </a:endParaRPr>
          </a:p>
        </p:txBody>
      </p:sp>
      <p:sp>
        <p:nvSpPr>
          <p:cNvPr id="6" name="字幕 1">
            <a:extLst>
              <a:ext uri="{FF2B5EF4-FFF2-40B4-BE49-F238E27FC236}">
                <a16:creationId xmlns:a16="http://schemas.microsoft.com/office/drawing/2014/main" id="{8A0F8E03-9D5E-F3D2-BC0C-AC379E64CDEA}"/>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None/>
            </a:pPr>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TextBox 117">
            <a:extLst>
              <a:ext uri="{FF2B5EF4-FFF2-40B4-BE49-F238E27FC236}">
                <a16:creationId xmlns:a16="http://schemas.microsoft.com/office/drawing/2014/main" id="{68D79100-5A4D-2054-F309-DABA701125EC}"/>
              </a:ext>
            </a:extLst>
          </p:cNvPr>
          <p:cNvSpPr txBox="1"/>
          <p:nvPr/>
        </p:nvSpPr>
        <p:spPr>
          <a:xfrm>
            <a:off x="4280265" y="4442211"/>
            <a:ext cx="883520" cy="215444"/>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ja-JP" sz="1400" b="1" i="0" u="none" strike="noStrike" kern="1200" cap="none" spc="0" normalizeH="0" baseline="0" noProof="0">
                <a:ln w="3175">
                  <a:noFill/>
                </a:ln>
                <a:effectLst/>
                <a:uLnTx/>
                <a:uFillTx/>
                <a:latin typeface="Yu Gothic UI" panose="020B0500000000000000" pitchFamily="34" charset="-128"/>
                <a:ea typeface="Yu Gothic UI" panose="020B0500000000000000" pitchFamily="34" charset="-128"/>
                <a:cs typeface="Yu Gothic UI" pitchFamily="2" charset="0"/>
              </a:rPr>
              <a:t>SRE Agent</a:t>
            </a:r>
          </a:p>
        </p:txBody>
      </p:sp>
      <p:pic>
        <p:nvPicPr>
          <p:cNvPr id="7" name="Picture 118" descr="A logo of a chain link AI-generated content may be incorrect.">
            <a:extLst>
              <a:ext uri="{FF2B5EF4-FFF2-40B4-BE49-F238E27FC236}">
                <a16:creationId xmlns:a16="http://schemas.microsoft.com/office/drawing/2014/main" id="{22E323BA-DD07-AB52-E784-D8F3F25DEFE8}"/>
              </a:ext>
            </a:extLst>
          </p:cNvPr>
          <p:cNvPicPr>
            <a:picLocks noChangeAspect="1"/>
          </p:cNvPicPr>
          <p:nvPr/>
        </p:nvPicPr>
        <p:blipFill>
          <a:blip r:embed="rId3"/>
          <a:stretch>
            <a:fillRect/>
          </a:stretch>
        </p:blipFill>
        <p:spPr>
          <a:xfrm>
            <a:off x="4475926" y="3777965"/>
            <a:ext cx="492198" cy="492198"/>
          </a:xfrm>
          <a:prstGeom prst="rect">
            <a:avLst/>
          </a:prstGeom>
        </p:spPr>
      </p:pic>
      <p:sp>
        <p:nvSpPr>
          <p:cNvPr id="10" name="Google Shape;1673;p69">
            <a:extLst>
              <a:ext uri="{FF2B5EF4-FFF2-40B4-BE49-F238E27FC236}">
                <a16:creationId xmlns:a16="http://schemas.microsoft.com/office/drawing/2014/main" id="{0968C322-82A4-7B05-A1E9-B5300163641E}"/>
              </a:ext>
              <a:ext uri="{C183D7F6-B498-43B3-948B-1728B52AA6E4}">
                <adec:decorative xmlns:adec="http://schemas.microsoft.com/office/drawing/2017/decorative" val="1"/>
              </a:ext>
            </a:extLst>
          </p:cNvPr>
          <p:cNvSpPr>
            <a:spLocks noChangeAspect="1"/>
          </p:cNvSpPr>
          <p:nvPr/>
        </p:nvSpPr>
        <p:spPr>
          <a:xfrm>
            <a:off x="6852095" y="2647490"/>
            <a:ext cx="496635" cy="489917"/>
          </a:xfrm>
          <a:custGeom>
            <a:avLst/>
            <a:gdLst/>
            <a:ahLst/>
            <a:cxnLst/>
            <a:rect l="l" t="t" r="r" b="b"/>
            <a:pathLst>
              <a:path w="212020" h="209153" extrusionOk="0">
                <a:moveTo>
                  <a:pt x="106010" y="0"/>
                </a:moveTo>
                <a:cubicBezTo>
                  <a:pt x="47387" y="0"/>
                  <a:pt x="0" y="47733"/>
                  <a:pt x="0" y="106781"/>
                </a:cubicBezTo>
                <a:cubicBezTo>
                  <a:pt x="0" y="154009"/>
                  <a:pt x="30361" y="193958"/>
                  <a:pt x="72488" y="208090"/>
                </a:cubicBezTo>
                <a:cubicBezTo>
                  <a:pt x="77748" y="209152"/>
                  <a:pt x="79687" y="205805"/>
                  <a:pt x="79687" y="202963"/>
                </a:cubicBezTo>
                <a:cubicBezTo>
                  <a:pt x="79687" y="200493"/>
                  <a:pt x="79501" y="192019"/>
                  <a:pt x="79501" y="183174"/>
                </a:cubicBezTo>
                <a:cubicBezTo>
                  <a:pt x="50017" y="189549"/>
                  <a:pt x="43881" y="170451"/>
                  <a:pt x="43881" y="170451"/>
                </a:cubicBezTo>
                <a:cubicBezTo>
                  <a:pt x="39126" y="158073"/>
                  <a:pt x="32114" y="154885"/>
                  <a:pt x="32114" y="154885"/>
                </a:cubicBezTo>
                <a:cubicBezTo>
                  <a:pt x="22472" y="148351"/>
                  <a:pt x="32831" y="148351"/>
                  <a:pt x="32831" y="148351"/>
                </a:cubicBezTo>
                <a:cubicBezTo>
                  <a:pt x="43535" y="149042"/>
                  <a:pt x="49140" y="159295"/>
                  <a:pt x="49140" y="159295"/>
                </a:cubicBezTo>
                <a:cubicBezTo>
                  <a:pt x="58623" y="175577"/>
                  <a:pt x="73896" y="170982"/>
                  <a:pt x="80032" y="168140"/>
                </a:cubicBezTo>
                <a:cubicBezTo>
                  <a:pt x="80908" y="161234"/>
                  <a:pt x="83724" y="156479"/>
                  <a:pt x="86699" y="153823"/>
                </a:cubicBezTo>
                <a:cubicBezTo>
                  <a:pt x="63191" y="151353"/>
                  <a:pt x="38436" y="142162"/>
                  <a:pt x="38436" y="101123"/>
                </a:cubicBezTo>
                <a:cubicBezTo>
                  <a:pt x="38436" y="89462"/>
                  <a:pt x="42659" y="79926"/>
                  <a:pt x="49326" y="72489"/>
                </a:cubicBezTo>
                <a:cubicBezTo>
                  <a:pt x="48264" y="69833"/>
                  <a:pt x="44571" y="58863"/>
                  <a:pt x="50362" y="44200"/>
                </a:cubicBezTo>
                <a:cubicBezTo>
                  <a:pt x="50362" y="44200"/>
                  <a:pt x="59313" y="41358"/>
                  <a:pt x="79501" y="55170"/>
                </a:cubicBezTo>
                <a:cubicBezTo>
                  <a:pt x="87921" y="52859"/>
                  <a:pt x="97058" y="51611"/>
                  <a:pt x="106010" y="51611"/>
                </a:cubicBezTo>
                <a:cubicBezTo>
                  <a:pt x="114961" y="51611"/>
                  <a:pt x="124072" y="52859"/>
                  <a:pt x="132519" y="55170"/>
                </a:cubicBezTo>
                <a:cubicBezTo>
                  <a:pt x="152680" y="41358"/>
                  <a:pt x="161631" y="44200"/>
                  <a:pt x="161631" y="44200"/>
                </a:cubicBezTo>
                <a:cubicBezTo>
                  <a:pt x="167422" y="58863"/>
                  <a:pt x="163756" y="69833"/>
                  <a:pt x="162693" y="72489"/>
                </a:cubicBezTo>
                <a:cubicBezTo>
                  <a:pt x="169547" y="79926"/>
                  <a:pt x="173584" y="89462"/>
                  <a:pt x="173584" y="101123"/>
                </a:cubicBezTo>
                <a:cubicBezTo>
                  <a:pt x="173584" y="142162"/>
                  <a:pt x="148828" y="151167"/>
                  <a:pt x="125135" y="153823"/>
                </a:cubicBezTo>
                <a:cubicBezTo>
                  <a:pt x="128986" y="157170"/>
                  <a:pt x="132333" y="163545"/>
                  <a:pt x="132333" y="173612"/>
                </a:cubicBezTo>
                <a:cubicBezTo>
                  <a:pt x="132333" y="187955"/>
                  <a:pt x="132147" y="199430"/>
                  <a:pt x="132147" y="202963"/>
                </a:cubicBezTo>
                <a:cubicBezTo>
                  <a:pt x="132147" y="205805"/>
                  <a:pt x="134086" y="209152"/>
                  <a:pt x="139345" y="208090"/>
                </a:cubicBezTo>
                <a:cubicBezTo>
                  <a:pt x="181473" y="193958"/>
                  <a:pt x="211834" y="154009"/>
                  <a:pt x="211834" y="106781"/>
                </a:cubicBezTo>
                <a:cubicBezTo>
                  <a:pt x="212019" y="47733"/>
                  <a:pt x="164447" y="0"/>
                  <a:pt x="106010" y="0"/>
                </a:cubicBezTo>
                <a:close/>
              </a:path>
            </a:pathLst>
          </a:custGeom>
          <a:solidFill>
            <a:schemeClr val="tx1"/>
          </a:solidFill>
          <a:ln>
            <a:noFill/>
          </a:ln>
          <a:effectLst/>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effectLst/>
              <a:uLnTx/>
              <a:uFillTx/>
              <a:latin typeface="Yu Gothic UI" panose="020B0500000000000000" pitchFamily="34" charset="-128"/>
              <a:ea typeface="Yu Gothic UI" panose="020B0500000000000000" pitchFamily="34" charset="-128"/>
            </a:endParaRPr>
          </a:p>
        </p:txBody>
      </p:sp>
      <p:sp>
        <p:nvSpPr>
          <p:cNvPr id="15" name="TextBox 100">
            <a:extLst>
              <a:ext uri="{FF2B5EF4-FFF2-40B4-BE49-F238E27FC236}">
                <a16:creationId xmlns:a16="http://schemas.microsoft.com/office/drawing/2014/main" id="{D84E94EA-FDA6-FC58-2CBB-1D7EBA1E26E1}"/>
              </a:ext>
            </a:extLst>
          </p:cNvPr>
          <p:cNvSpPr txBox="1"/>
          <p:nvPr/>
        </p:nvSpPr>
        <p:spPr>
          <a:xfrm>
            <a:off x="6355176" y="3308603"/>
            <a:ext cx="1490472" cy="184666"/>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lang="ja-JP" sz="1200" b="1">
                <a:ln w="3175">
                  <a:noFill/>
                </a:ln>
                <a:latin typeface="Yu Gothic UI" panose="020B0500000000000000" pitchFamily="34" charset="-128"/>
                <a:ea typeface="Yu Gothic UI" panose="020B0500000000000000" pitchFamily="34" charset="-128"/>
                <a:cs typeface="Yu Gothic UI" pitchFamily="2" charset="0"/>
              </a:rPr>
              <a:t> GitHub Repos</a:t>
            </a:r>
          </a:p>
        </p:txBody>
      </p:sp>
      <p:sp>
        <p:nvSpPr>
          <p:cNvPr id="16" name="爆発 1 15">
            <a:extLst>
              <a:ext uri="{FF2B5EF4-FFF2-40B4-BE49-F238E27FC236}">
                <a16:creationId xmlns:a16="http://schemas.microsoft.com/office/drawing/2014/main" id="{5E1CFBB8-889D-6D46-F98B-4CFF4819CE7A}"/>
              </a:ext>
            </a:extLst>
          </p:cNvPr>
          <p:cNvSpPr/>
          <p:nvPr/>
        </p:nvSpPr>
        <p:spPr>
          <a:xfrm>
            <a:off x="654069" y="3730379"/>
            <a:ext cx="1632857" cy="1347940"/>
          </a:xfrm>
          <a:prstGeom prst="irregularSeal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solidFill>
                <a:latin typeface="Yu Gothic UI" panose="020B0500000000000000" pitchFamily="34" charset="-128"/>
                <a:ea typeface="Yu Gothic UI" panose="020B0500000000000000" pitchFamily="34" charset="-128"/>
              </a:rPr>
              <a:t>インシデント発生</a:t>
            </a:r>
          </a:p>
        </p:txBody>
      </p:sp>
      <p:pic>
        <p:nvPicPr>
          <p:cNvPr id="17" name="グラフィックス 16">
            <a:extLst>
              <a:ext uri="{FF2B5EF4-FFF2-40B4-BE49-F238E27FC236}">
                <a16:creationId xmlns:a16="http://schemas.microsoft.com/office/drawing/2014/main" id="{CA4D3F87-AF33-B9A8-0677-B153A6CDCB9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9894" y="3730379"/>
            <a:ext cx="551742" cy="551742"/>
          </a:xfrm>
          <a:prstGeom prst="rect">
            <a:avLst/>
          </a:prstGeom>
        </p:spPr>
      </p:pic>
      <p:sp>
        <p:nvSpPr>
          <p:cNvPr id="18" name="TextBox 117">
            <a:extLst>
              <a:ext uri="{FF2B5EF4-FFF2-40B4-BE49-F238E27FC236}">
                <a16:creationId xmlns:a16="http://schemas.microsoft.com/office/drawing/2014/main" id="{68459C2C-ED03-6F7E-83CD-C557DED0D177}"/>
              </a:ext>
            </a:extLst>
          </p:cNvPr>
          <p:cNvSpPr txBox="1"/>
          <p:nvPr/>
        </p:nvSpPr>
        <p:spPr>
          <a:xfrm>
            <a:off x="2744005" y="4394625"/>
            <a:ext cx="883520" cy="430887"/>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altLang="ja-JP" sz="1400" b="1" i="0" u="none" strike="noStrike" kern="1200" cap="none" spc="0" normalizeH="0" baseline="0" noProof="0" dirty="0">
                <a:ln w="3175">
                  <a:noFill/>
                </a:ln>
                <a:effectLst/>
                <a:uLnTx/>
                <a:uFillTx/>
                <a:latin typeface="Yu Gothic UI" panose="020B0500000000000000" pitchFamily="34" charset="-128"/>
                <a:ea typeface="Yu Gothic UI" panose="020B0500000000000000" pitchFamily="34" charset="-128"/>
                <a:cs typeface="Yu Gothic UI" pitchFamily="2" charset="0"/>
              </a:rPr>
              <a:t>Azure Monitor</a:t>
            </a:r>
            <a:endParaRPr kumimoji="0" lang="ja-JP" sz="1400" b="1" i="0" u="none" strike="noStrike" kern="1200" cap="none" spc="0" normalizeH="0" baseline="0" noProof="0">
              <a:ln w="3175">
                <a:noFill/>
              </a:ln>
              <a:effectLst/>
              <a:uLnTx/>
              <a:uFillTx/>
              <a:latin typeface="Yu Gothic UI" panose="020B0500000000000000" pitchFamily="34" charset="-128"/>
              <a:ea typeface="Yu Gothic UI" panose="020B0500000000000000" pitchFamily="34" charset="-128"/>
              <a:cs typeface="Yu Gothic UI" pitchFamily="2" charset="0"/>
            </a:endParaRPr>
          </a:p>
        </p:txBody>
      </p:sp>
      <p:cxnSp>
        <p:nvCxnSpPr>
          <p:cNvPr id="19" name="直線矢印コネクタ 18">
            <a:extLst>
              <a:ext uri="{FF2B5EF4-FFF2-40B4-BE49-F238E27FC236}">
                <a16:creationId xmlns:a16="http://schemas.microsoft.com/office/drawing/2014/main" id="{419EB9E4-4B66-2745-1556-77473AFF0B98}"/>
              </a:ext>
            </a:extLst>
          </p:cNvPr>
          <p:cNvCxnSpPr/>
          <p:nvPr/>
        </p:nvCxnSpPr>
        <p:spPr>
          <a:xfrm>
            <a:off x="2379306" y="4282121"/>
            <a:ext cx="3646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EAAC2448-5A0D-BFCB-A654-1E4E3CDF4714}"/>
              </a:ext>
            </a:extLst>
          </p:cNvPr>
          <p:cNvCxnSpPr>
            <a:cxnSpLocks/>
          </p:cNvCxnSpPr>
          <p:nvPr/>
        </p:nvCxnSpPr>
        <p:spPr>
          <a:xfrm>
            <a:off x="3732245" y="4282121"/>
            <a:ext cx="5480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8DFC7B9A-92B8-9C91-A701-960E9F7DB8A2}"/>
              </a:ext>
            </a:extLst>
          </p:cNvPr>
          <p:cNvSpPr txBox="1"/>
          <p:nvPr/>
        </p:nvSpPr>
        <p:spPr>
          <a:xfrm>
            <a:off x="2192694" y="3901017"/>
            <a:ext cx="680445" cy="276999"/>
          </a:xfrm>
          <a:prstGeom prst="rect">
            <a:avLst/>
          </a:prstGeom>
          <a:noFill/>
        </p:spPr>
        <p:txBody>
          <a:bodyPr wrap="square" rtlCol="0">
            <a:spAutoFit/>
          </a:bodyPr>
          <a:lstStyle/>
          <a:p>
            <a:pPr algn="ctr"/>
            <a:r>
              <a:rPr lang="en-US" altLang="ja-JP" sz="1200" dirty="0">
                <a:solidFill>
                  <a:srgbClr val="000000"/>
                </a:solidFill>
                <a:latin typeface="Yu Gothic UI" panose="020B0500000000000000" pitchFamily="34" charset="-128"/>
                <a:ea typeface="Yu Gothic UI" panose="020B0500000000000000" pitchFamily="34" charset="-128"/>
              </a:rPr>
              <a:t>1. </a:t>
            </a:r>
            <a:r>
              <a:rPr lang="ja-JP" altLang="en-US" sz="1200">
                <a:solidFill>
                  <a:srgbClr val="000000"/>
                </a:solidFill>
                <a:latin typeface="Yu Gothic UI" panose="020B0500000000000000" pitchFamily="34" charset="-128"/>
                <a:ea typeface="Yu Gothic UI" panose="020B0500000000000000" pitchFamily="34" charset="-128"/>
              </a:rPr>
              <a:t>検知</a:t>
            </a:r>
            <a:endParaRPr kumimoji="1" lang="ja-JP" altLang="en-US" sz="1200" dirty="0" err="1">
              <a:solidFill>
                <a:srgbClr val="000000"/>
              </a:solidFill>
              <a:latin typeface="Yu Gothic UI" panose="020B0500000000000000" pitchFamily="34" charset="-128"/>
              <a:ea typeface="Yu Gothic UI" panose="020B0500000000000000" pitchFamily="34" charset="-128"/>
            </a:endParaRPr>
          </a:p>
        </p:txBody>
      </p:sp>
      <p:sp>
        <p:nvSpPr>
          <p:cNvPr id="22" name="テキスト ボックス 21">
            <a:extLst>
              <a:ext uri="{FF2B5EF4-FFF2-40B4-BE49-F238E27FC236}">
                <a16:creationId xmlns:a16="http://schemas.microsoft.com/office/drawing/2014/main" id="{DDAA591A-83F6-A0EA-4921-6E51379F65F6}"/>
              </a:ext>
            </a:extLst>
          </p:cNvPr>
          <p:cNvSpPr txBox="1"/>
          <p:nvPr/>
        </p:nvSpPr>
        <p:spPr>
          <a:xfrm>
            <a:off x="3694771" y="3901017"/>
            <a:ext cx="622968" cy="276999"/>
          </a:xfrm>
          <a:prstGeom prst="rect">
            <a:avLst/>
          </a:prstGeom>
          <a:noFill/>
        </p:spPr>
        <p:txBody>
          <a:bodyPr wrap="square" rtlCol="0">
            <a:spAutoFit/>
          </a:bodyPr>
          <a:lstStyle/>
          <a:p>
            <a:pPr algn="ctr"/>
            <a:r>
              <a:rPr lang="ja-JP" altLang="en-US" sz="1200">
                <a:solidFill>
                  <a:srgbClr val="000000"/>
                </a:solidFill>
                <a:latin typeface="Yu Gothic UI" panose="020B0500000000000000" pitchFamily="34" charset="-128"/>
                <a:ea typeface="Yu Gothic UI" panose="020B0500000000000000" pitchFamily="34" charset="-128"/>
              </a:rPr>
              <a:t>アラート</a:t>
            </a:r>
            <a:endParaRPr kumimoji="1" lang="ja-JP" altLang="en-US" sz="1200" dirty="0" err="1">
              <a:solidFill>
                <a:srgbClr val="000000"/>
              </a:solidFill>
              <a:latin typeface="Yu Gothic UI" panose="020B0500000000000000" pitchFamily="34" charset="-128"/>
              <a:ea typeface="Yu Gothic UI" panose="020B0500000000000000" pitchFamily="34" charset="-128"/>
            </a:endParaRPr>
          </a:p>
        </p:txBody>
      </p:sp>
      <p:pic>
        <p:nvPicPr>
          <p:cNvPr id="23" name="グラフィックス 22">
            <a:extLst>
              <a:ext uri="{FF2B5EF4-FFF2-40B4-BE49-F238E27FC236}">
                <a16:creationId xmlns:a16="http://schemas.microsoft.com/office/drawing/2014/main" id="{76436607-707C-58A4-4C28-A4C21B21E01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33657" y="2606227"/>
            <a:ext cx="570852" cy="570852"/>
          </a:xfrm>
          <a:prstGeom prst="rect">
            <a:avLst/>
          </a:prstGeom>
        </p:spPr>
      </p:pic>
      <p:sp>
        <p:nvSpPr>
          <p:cNvPr id="24" name="TextBox 100">
            <a:extLst>
              <a:ext uri="{FF2B5EF4-FFF2-40B4-BE49-F238E27FC236}">
                <a16:creationId xmlns:a16="http://schemas.microsoft.com/office/drawing/2014/main" id="{EFB0F9B1-DA8B-2C74-3B66-F1606F7291B6}"/>
              </a:ext>
            </a:extLst>
          </p:cNvPr>
          <p:cNvSpPr txBox="1"/>
          <p:nvPr/>
        </p:nvSpPr>
        <p:spPr>
          <a:xfrm>
            <a:off x="7491796" y="3320871"/>
            <a:ext cx="1490472" cy="184666"/>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lang="ja-JP" sz="1200" b="1">
                <a:ln w="3175">
                  <a:noFill/>
                </a:ln>
                <a:latin typeface="Yu Gothic UI" panose="020B0500000000000000" pitchFamily="34" charset="-128"/>
                <a:ea typeface="Yu Gothic UI" panose="020B0500000000000000" pitchFamily="34" charset="-128"/>
                <a:cs typeface="Yu Gothic UI" pitchFamily="2" charset="0"/>
              </a:rPr>
              <a:t> </a:t>
            </a:r>
            <a:r>
              <a:rPr lang="en-US" altLang="ja-JP" sz="1200" b="1" dirty="0">
                <a:ln w="3175">
                  <a:noFill/>
                </a:ln>
                <a:latin typeface="Yu Gothic UI" panose="020B0500000000000000" pitchFamily="34" charset="-128"/>
                <a:ea typeface="Yu Gothic UI" panose="020B0500000000000000" pitchFamily="34" charset="-128"/>
                <a:cs typeface="Yu Gothic UI" pitchFamily="2" charset="0"/>
              </a:rPr>
              <a:t>Log Analytics</a:t>
            </a:r>
            <a:endParaRPr lang="ja-JP" sz="1200" b="1">
              <a:ln w="3175">
                <a:noFill/>
              </a:ln>
              <a:latin typeface="Yu Gothic UI" panose="020B0500000000000000" pitchFamily="34" charset="-128"/>
              <a:ea typeface="Yu Gothic UI" panose="020B0500000000000000" pitchFamily="34" charset="-128"/>
              <a:cs typeface="Yu Gothic UI" pitchFamily="2" charset="0"/>
            </a:endParaRPr>
          </a:p>
        </p:txBody>
      </p:sp>
      <p:pic>
        <p:nvPicPr>
          <p:cNvPr id="25" name="グラフィックス 24">
            <a:extLst>
              <a:ext uri="{FF2B5EF4-FFF2-40B4-BE49-F238E27FC236}">
                <a16:creationId xmlns:a16="http://schemas.microsoft.com/office/drawing/2014/main" id="{1E5972F3-6C28-22DE-CB0A-9E016881F32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87288" y="2749957"/>
            <a:ext cx="424443" cy="424443"/>
          </a:xfrm>
          <a:prstGeom prst="rect">
            <a:avLst/>
          </a:prstGeom>
        </p:spPr>
      </p:pic>
      <p:sp>
        <p:nvSpPr>
          <p:cNvPr id="26" name="TextBox 100">
            <a:extLst>
              <a:ext uri="{FF2B5EF4-FFF2-40B4-BE49-F238E27FC236}">
                <a16:creationId xmlns:a16="http://schemas.microsoft.com/office/drawing/2014/main" id="{7725BB43-0B73-DDD7-1B5E-A2A685B13382}"/>
              </a:ext>
            </a:extLst>
          </p:cNvPr>
          <p:cNvSpPr txBox="1"/>
          <p:nvPr/>
        </p:nvSpPr>
        <p:spPr>
          <a:xfrm>
            <a:off x="8654273" y="3332188"/>
            <a:ext cx="1490472" cy="369332"/>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lang="ja-JP" sz="1200" b="1">
                <a:ln w="3175">
                  <a:noFill/>
                </a:ln>
                <a:latin typeface="Yu Gothic UI" panose="020B0500000000000000" pitchFamily="34" charset="-128"/>
                <a:ea typeface="Yu Gothic UI" panose="020B0500000000000000" pitchFamily="34" charset="-128"/>
                <a:cs typeface="Yu Gothic UI" pitchFamily="2" charset="0"/>
              </a:rPr>
              <a:t> </a:t>
            </a:r>
            <a:r>
              <a:rPr lang="en-US" altLang="ja-JP" sz="1200" b="1" dirty="0">
                <a:ln w="3175">
                  <a:noFill/>
                </a:ln>
                <a:latin typeface="Yu Gothic UI" panose="020B0500000000000000" pitchFamily="34" charset="-128"/>
                <a:ea typeface="Yu Gothic UI" panose="020B0500000000000000" pitchFamily="34" charset="-128"/>
                <a:cs typeface="Yu Gothic UI" pitchFamily="2" charset="0"/>
              </a:rPr>
              <a:t>Azure </a:t>
            </a:r>
            <a:r>
              <a:rPr lang="ja-JP" altLang="en-US" sz="1200" b="1">
                <a:ln w="3175">
                  <a:noFill/>
                </a:ln>
                <a:latin typeface="Yu Gothic UI" panose="020B0500000000000000" pitchFamily="34" charset="-128"/>
                <a:ea typeface="Yu Gothic UI" panose="020B0500000000000000" pitchFamily="34" charset="-128"/>
                <a:cs typeface="Yu Gothic UI" pitchFamily="2" charset="0"/>
              </a:rPr>
              <a:t>各種</a:t>
            </a:r>
            <a:endParaRPr lang="en-US" altLang="ja-JP" sz="1200" b="1" dirty="0">
              <a:ln w="3175">
                <a:noFill/>
              </a:ln>
              <a:latin typeface="Yu Gothic UI" panose="020B0500000000000000" pitchFamily="34" charset="-128"/>
              <a:ea typeface="Yu Gothic UI" panose="020B0500000000000000" pitchFamily="34" charset="-128"/>
              <a:cs typeface="Yu Gothic UI" pitchFamily="2" charset="0"/>
            </a:endParaRPr>
          </a:p>
          <a:p>
            <a:pPr marL="0" marR="0" lvl="0" indent="0" algn="ctr" defTabSz="914367" rtl="0" eaLnBrk="1" fontAlgn="auto" latinLnBrk="0" hangingPunct="1">
              <a:lnSpc>
                <a:spcPct val="100000"/>
              </a:lnSpc>
              <a:spcBef>
                <a:spcPts val="0"/>
              </a:spcBef>
              <a:spcAft>
                <a:spcPts val="0"/>
              </a:spcAft>
              <a:buClrTx/>
              <a:buSzTx/>
              <a:buFontTx/>
              <a:buNone/>
              <a:tabLst/>
              <a:defRPr/>
            </a:pPr>
            <a:r>
              <a:rPr lang="ja-JP" altLang="en-US" sz="1200" b="1">
                <a:ln w="3175">
                  <a:noFill/>
                </a:ln>
                <a:latin typeface="Yu Gothic UI" panose="020B0500000000000000" pitchFamily="34" charset="-128"/>
                <a:ea typeface="Yu Gothic UI" panose="020B0500000000000000" pitchFamily="34" charset="-128"/>
                <a:cs typeface="Yu Gothic UI" pitchFamily="2" charset="0"/>
              </a:rPr>
              <a:t>リソースステータス</a:t>
            </a:r>
            <a:endParaRPr lang="ja-JP" sz="1200" b="1">
              <a:ln w="3175">
                <a:noFill/>
              </a:ln>
              <a:latin typeface="Yu Gothic UI" panose="020B0500000000000000" pitchFamily="34" charset="-128"/>
              <a:ea typeface="Yu Gothic UI" panose="020B0500000000000000" pitchFamily="34" charset="-128"/>
              <a:cs typeface="Yu Gothic UI" pitchFamily="2" charset="0"/>
            </a:endParaRPr>
          </a:p>
        </p:txBody>
      </p:sp>
      <p:cxnSp>
        <p:nvCxnSpPr>
          <p:cNvPr id="27" name="カギ線コネクタ 26">
            <a:extLst>
              <a:ext uri="{FF2B5EF4-FFF2-40B4-BE49-F238E27FC236}">
                <a16:creationId xmlns:a16="http://schemas.microsoft.com/office/drawing/2014/main" id="{A559906C-28CB-7DED-C37F-85A56D04AA3A}"/>
              </a:ext>
            </a:extLst>
          </p:cNvPr>
          <p:cNvCxnSpPr>
            <a:cxnSpLocks/>
            <a:stCxn id="28" idx="0"/>
            <a:endCxn id="29" idx="1"/>
          </p:cNvCxnSpPr>
          <p:nvPr/>
        </p:nvCxnSpPr>
        <p:spPr>
          <a:xfrm rot="5400000" flipH="1" flipV="1">
            <a:off x="5246037" y="2376395"/>
            <a:ext cx="660406" cy="174722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正方形/長方形 27">
            <a:extLst>
              <a:ext uri="{FF2B5EF4-FFF2-40B4-BE49-F238E27FC236}">
                <a16:creationId xmlns:a16="http://schemas.microsoft.com/office/drawing/2014/main" id="{83DC2F5A-C0DD-3858-E24F-E687CA763C75}"/>
              </a:ext>
            </a:extLst>
          </p:cNvPr>
          <p:cNvSpPr/>
          <p:nvPr/>
        </p:nvSpPr>
        <p:spPr>
          <a:xfrm>
            <a:off x="4572000" y="3580209"/>
            <a:ext cx="261257" cy="1501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Yu Gothic UI" panose="020B0500000000000000" pitchFamily="34" charset="-128"/>
              <a:ea typeface="Yu Gothic UI" panose="020B0500000000000000" pitchFamily="34" charset="-128"/>
            </a:endParaRPr>
          </a:p>
        </p:txBody>
      </p:sp>
      <p:sp>
        <p:nvSpPr>
          <p:cNvPr id="29" name="正方形/長方形 28">
            <a:extLst>
              <a:ext uri="{FF2B5EF4-FFF2-40B4-BE49-F238E27FC236}">
                <a16:creationId xmlns:a16="http://schemas.microsoft.com/office/drawing/2014/main" id="{36BC67D2-103A-1722-465B-68B3CFE4B358}"/>
              </a:ext>
            </a:extLst>
          </p:cNvPr>
          <p:cNvSpPr/>
          <p:nvPr/>
        </p:nvSpPr>
        <p:spPr>
          <a:xfrm>
            <a:off x="6449852" y="2844718"/>
            <a:ext cx="261257" cy="1501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Yu Gothic UI" panose="020B0500000000000000" pitchFamily="34" charset="-128"/>
              <a:ea typeface="Yu Gothic UI" panose="020B0500000000000000" pitchFamily="34" charset="-128"/>
            </a:endParaRPr>
          </a:p>
        </p:txBody>
      </p:sp>
      <p:sp>
        <p:nvSpPr>
          <p:cNvPr id="30" name="テキスト ボックス 29">
            <a:extLst>
              <a:ext uri="{FF2B5EF4-FFF2-40B4-BE49-F238E27FC236}">
                <a16:creationId xmlns:a16="http://schemas.microsoft.com/office/drawing/2014/main" id="{36F8D544-F2E6-0A5E-6B81-5A77840EECB3}"/>
              </a:ext>
            </a:extLst>
          </p:cNvPr>
          <p:cNvSpPr txBox="1"/>
          <p:nvPr/>
        </p:nvSpPr>
        <p:spPr>
          <a:xfrm>
            <a:off x="4515843" y="2424054"/>
            <a:ext cx="1973140" cy="461665"/>
          </a:xfrm>
          <a:prstGeom prst="rect">
            <a:avLst/>
          </a:prstGeom>
          <a:noFill/>
        </p:spPr>
        <p:txBody>
          <a:bodyPr wrap="square" rtlCol="0">
            <a:spAutoFit/>
          </a:bodyPr>
          <a:lstStyle/>
          <a:p>
            <a:pPr algn="ctr"/>
            <a:r>
              <a:rPr lang="en-US" altLang="ja-JP" sz="1200" dirty="0">
                <a:solidFill>
                  <a:srgbClr val="000000"/>
                </a:solidFill>
                <a:latin typeface="Yu Gothic UI" panose="020B0500000000000000" pitchFamily="34" charset="-128"/>
                <a:ea typeface="Yu Gothic UI" panose="020B0500000000000000" pitchFamily="34" charset="-128"/>
              </a:rPr>
              <a:t>2. </a:t>
            </a:r>
            <a:r>
              <a:rPr lang="ja-JP" altLang="en-US" sz="1200">
                <a:solidFill>
                  <a:srgbClr val="000000"/>
                </a:solidFill>
                <a:latin typeface="Yu Gothic UI" panose="020B0500000000000000" pitchFamily="34" charset="-128"/>
                <a:ea typeface="Yu Gothic UI" panose="020B0500000000000000" pitchFamily="34" charset="-128"/>
              </a:rPr>
              <a:t>コード、ドキュメント、ログ、</a:t>
            </a:r>
            <a:endParaRPr lang="en-US" altLang="ja-JP" sz="1200" dirty="0">
              <a:solidFill>
                <a:srgbClr val="000000"/>
              </a:solidFill>
              <a:latin typeface="Yu Gothic UI" panose="020B0500000000000000" pitchFamily="34" charset="-128"/>
              <a:ea typeface="Yu Gothic UI" panose="020B0500000000000000" pitchFamily="34" charset="-128"/>
            </a:endParaRPr>
          </a:p>
          <a:p>
            <a:pPr algn="ctr"/>
            <a:r>
              <a:rPr lang="ja-JP" altLang="en-US" sz="1200">
                <a:solidFill>
                  <a:srgbClr val="000000"/>
                </a:solidFill>
                <a:latin typeface="Yu Gothic UI" panose="020B0500000000000000" pitchFamily="34" charset="-128"/>
                <a:ea typeface="Yu Gothic UI" panose="020B0500000000000000" pitchFamily="34" charset="-128"/>
              </a:rPr>
              <a:t>リソースステータスをチェック</a:t>
            </a:r>
            <a:endParaRPr kumimoji="1" lang="ja-JP" altLang="en-US" sz="1200" dirty="0" err="1">
              <a:solidFill>
                <a:srgbClr val="000000"/>
              </a:solidFill>
              <a:latin typeface="Yu Gothic UI" panose="020B0500000000000000" pitchFamily="34" charset="-128"/>
              <a:ea typeface="Yu Gothic UI" panose="020B0500000000000000" pitchFamily="34" charset="-128"/>
            </a:endParaRPr>
          </a:p>
        </p:txBody>
      </p:sp>
      <p:sp>
        <p:nvSpPr>
          <p:cNvPr id="31" name="Google Shape;1673;p69">
            <a:extLst>
              <a:ext uri="{FF2B5EF4-FFF2-40B4-BE49-F238E27FC236}">
                <a16:creationId xmlns:a16="http://schemas.microsoft.com/office/drawing/2014/main" id="{A48B10F7-2B63-65AC-F351-E9457B0605F2}"/>
              </a:ext>
              <a:ext uri="{C183D7F6-B498-43B3-948B-1728B52AA6E4}">
                <adec:decorative xmlns:adec="http://schemas.microsoft.com/office/drawing/2017/decorative" val="1"/>
              </a:ext>
            </a:extLst>
          </p:cNvPr>
          <p:cNvSpPr>
            <a:spLocks noChangeAspect="1"/>
          </p:cNvSpPr>
          <p:nvPr/>
        </p:nvSpPr>
        <p:spPr>
          <a:xfrm>
            <a:off x="7963253" y="3976601"/>
            <a:ext cx="496635" cy="489917"/>
          </a:xfrm>
          <a:custGeom>
            <a:avLst/>
            <a:gdLst/>
            <a:ahLst/>
            <a:cxnLst/>
            <a:rect l="l" t="t" r="r" b="b"/>
            <a:pathLst>
              <a:path w="212020" h="209153" extrusionOk="0">
                <a:moveTo>
                  <a:pt x="106010" y="0"/>
                </a:moveTo>
                <a:cubicBezTo>
                  <a:pt x="47387" y="0"/>
                  <a:pt x="0" y="47733"/>
                  <a:pt x="0" y="106781"/>
                </a:cubicBezTo>
                <a:cubicBezTo>
                  <a:pt x="0" y="154009"/>
                  <a:pt x="30361" y="193958"/>
                  <a:pt x="72488" y="208090"/>
                </a:cubicBezTo>
                <a:cubicBezTo>
                  <a:pt x="77748" y="209152"/>
                  <a:pt x="79687" y="205805"/>
                  <a:pt x="79687" y="202963"/>
                </a:cubicBezTo>
                <a:cubicBezTo>
                  <a:pt x="79687" y="200493"/>
                  <a:pt x="79501" y="192019"/>
                  <a:pt x="79501" y="183174"/>
                </a:cubicBezTo>
                <a:cubicBezTo>
                  <a:pt x="50017" y="189549"/>
                  <a:pt x="43881" y="170451"/>
                  <a:pt x="43881" y="170451"/>
                </a:cubicBezTo>
                <a:cubicBezTo>
                  <a:pt x="39126" y="158073"/>
                  <a:pt x="32114" y="154885"/>
                  <a:pt x="32114" y="154885"/>
                </a:cubicBezTo>
                <a:cubicBezTo>
                  <a:pt x="22472" y="148351"/>
                  <a:pt x="32831" y="148351"/>
                  <a:pt x="32831" y="148351"/>
                </a:cubicBezTo>
                <a:cubicBezTo>
                  <a:pt x="43535" y="149042"/>
                  <a:pt x="49140" y="159295"/>
                  <a:pt x="49140" y="159295"/>
                </a:cubicBezTo>
                <a:cubicBezTo>
                  <a:pt x="58623" y="175577"/>
                  <a:pt x="73896" y="170982"/>
                  <a:pt x="80032" y="168140"/>
                </a:cubicBezTo>
                <a:cubicBezTo>
                  <a:pt x="80908" y="161234"/>
                  <a:pt x="83724" y="156479"/>
                  <a:pt x="86699" y="153823"/>
                </a:cubicBezTo>
                <a:cubicBezTo>
                  <a:pt x="63191" y="151353"/>
                  <a:pt x="38436" y="142162"/>
                  <a:pt x="38436" y="101123"/>
                </a:cubicBezTo>
                <a:cubicBezTo>
                  <a:pt x="38436" y="89462"/>
                  <a:pt x="42659" y="79926"/>
                  <a:pt x="49326" y="72489"/>
                </a:cubicBezTo>
                <a:cubicBezTo>
                  <a:pt x="48264" y="69833"/>
                  <a:pt x="44571" y="58863"/>
                  <a:pt x="50362" y="44200"/>
                </a:cubicBezTo>
                <a:cubicBezTo>
                  <a:pt x="50362" y="44200"/>
                  <a:pt x="59313" y="41358"/>
                  <a:pt x="79501" y="55170"/>
                </a:cubicBezTo>
                <a:cubicBezTo>
                  <a:pt x="87921" y="52859"/>
                  <a:pt x="97058" y="51611"/>
                  <a:pt x="106010" y="51611"/>
                </a:cubicBezTo>
                <a:cubicBezTo>
                  <a:pt x="114961" y="51611"/>
                  <a:pt x="124072" y="52859"/>
                  <a:pt x="132519" y="55170"/>
                </a:cubicBezTo>
                <a:cubicBezTo>
                  <a:pt x="152680" y="41358"/>
                  <a:pt x="161631" y="44200"/>
                  <a:pt x="161631" y="44200"/>
                </a:cubicBezTo>
                <a:cubicBezTo>
                  <a:pt x="167422" y="58863"/>
                  <a:pt x="163756" y="69833"/>
                  <a:pt x="162693" y="72489"/>
                </a:cubicBezTo>
                <a:cubicBezTo>
                  <a:pt x="169547" y="79926"/>
                  <a:pt x="173584" y="89462"/>
                  <a:pt x="173584" y="101123"/>
                </a:cubicBezTo>
                <a:cubicBezTo>
                  <a:pt x="173584" y="142162"/>
                  <a:pt x="148828" y="151167"/>
                  <a:pt x="125135" y="153823"/>
                </a:cubicBezTo>
                <a:cubicBezTo>
                  <a:pt x="128986" y="157170"/>
                  <a:pt x="132333" y="163545"/>
                  <a:pt x="132333" y="173612"/>
                </a:cubicBezTo>
                <a:cubicBezTo>
                  <a:pt x="132333" y="187955"/>
                  <a:pt x="132147" y="199430"/>
                  <a:pt x="132147" y="202963"/>
                </a:cubicBezTo>
                <a:cubicBezTo>
                  <a:pt x="132147" y="205805"/>
                  <a:pt x="134086" y="209152"/>
                  <a:pt x="139345" y="208090"/>
                </a:cubicBezTo>
                <a:cubicBezTo>
                  <a:pt x="181473" y="193958"/>
                  <a:pt x="211834" y="154009"/>
                  <a:pt x="211834" y="106781"/>
                </a:cubicBezTo>
                <a:cubicBezTo>
                  <a:pt x="212019" y="47733"/>
                  <a:pt x="164447" y="0"/>
                  <a:pt x="106010" y="0"/>
                </a:cubicBezTo>
                <a:close/>
              </a:path>
            </a:pathLst>
          </a:custGeom>
          <a:solidFill>
            <a:schemeClr val="tx1"/>
          </a:solidFill>
          <a:ln>
            <a:noFill/>
          </a:ln>
          <a:effectLst/>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E"/>
              </a:solidFill>
              <a:effectLst/>
              <a:uLnTx/>
              <a:uFillTx/>
              <a:latin typeface="Yu Gothic UI" panose="020B0500000000000000" pitchFamily="34" charset="-128"/>
              <a:ea typeface="Yu Gothic UI" panose="020B0500000000000000" pitchFamily="34" charset="-128"/>
            </a:endParaRPr>
          </a:p>
        </p:txBody>
      </p:sp>
      <p:sp>
        <p:nvSpPr>
          <p:cNvPr id="32" name="TextBox 98">
            <a:extLst>
              <a:ext uri="{FF2B5EF4-FFF2-40B4-BE49-F238E27FC236}">
                <a16:creationId xmlns:a16="http://schemas.microsoft.com/office/drawing/2014/main" id="{7192823D-48D2-0B9E-2907-D9D29646757D}"/>
              </a:ext>
            </a:extLst>
          </p:cNvPr>
          <p:cNvSpPr txBox="1"/>
          <p:nvPr/>
        </p:nvSpPr>
        <p:spPr>
          <a:xfrm>
            <a:off x="7466334" y="4553165"/>
            <a:ext cx="1490472" cy="184666"/>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ja-JP" sz="1200" b="0" i="0" u="none" strike="noStrike" kern="1200" cap="none" spc="0" normalizeH="0" baseline="0" noProof="0">
                <a:ln>
                  <a:noFill/>
                </a:ln>
                <a:effectLst/>
                <a:uLnTx/>
                <a:uFillTx/>
                <a:latin typeface="Yu Gothic UI" panose="020B0500000000000000" pitchFamily="34" charset="-128"/>
                <a:ea typeface="Yu Gothic UI" panose="020B0500000000000000" pitchFamily="34" charset="-128"/>
              </a:rPr>
              <a:t> </a:t>
            </a:r>
            <a:r>
              <a:rPr kumimoji="0" lang="ja-JP" sz="1200" b="1" i="0" u="none" strike="noStrike" kern="1200" cap="none" spc="0" normalizeH="0" baseline="0" noProof="0">
                <a:ln w="3175">
                  <a:noFill/>
                </a:ln>
                <a:effectLst/>
                <a:uLnTx/>
                <a:uFillTx/>
                <a:latin typeface="Yu Gothic UI" panose="020B0500000000000000" pitchFamily="34" charset="-128"/>
                <a:ea typeface="Yu Gothic UI" panose="020B0500000000000000" pitchFamily="34" charset="-128"/>
                <a:cs typeface="Yu Gothic UI" pitchFamily="2" charset="0"/>
              </a:rPr>
              <a:t>GitHub Issues</a:t>
            </a:r>
          </a:p>
        </p:txBody>
      </p:sp>
      <p:pic>
        <p:nvPicPr>
          <p:cNvPr id="33" name="グラフィックス 32" descr="ユーザー 単色塗りつぶし">
            <a:extLst>
              <a:ext uri="{FF2B5EF4-FFF2-40B4-BE49-F238E27FC236}">
                <a16:creationId xmlns:a16="http://schemas.microsoft.com/office/drawing/2014/main" id="{A0F9AB1C-2BE7-250B-8F82-4E895855D6B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77535" y="4553165"/>
            <a:ext cx="914400" cy="914400"/>
          </a:xfrm>
          <a:prstGeom prst="rect">
            <a:avLst/>
          </a:prstGeom>
        </p:spPr>
      </p:pic>
      <p:sp>
        <p:nvSpPr>
          <p:cNvPr id="34" name="TextBox 98">
            <a:extLst>
              <a:ext uri="{FF2B5EF4-FFF2-40B4-BE49-F238E27FC236}">
                <a16:creationId xmlns:a16="http://schemas.microsoft.com/office/drawing/2014/main" id="{81985BAE-9308-396F-233B-D9C03F722694}"/>
              </a:ext>
            </a:extLst>
          </p:cNvPr>
          <p:cNvSpPr txBox="1"/>
          <p:nvPr/>
        </p:nvSpPr>
        <p:spPr>
          <a:xfrm>
            <a:off x="9689499" y="5467565"/>
            <a:ext cx="1490472" cy="184666"/>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ja-JP" sz="1200" b="0" i="0" u="none" strike="noStrike" kern="1200" cap="none" spc="0" normalizeH="0" baseline="0" noProof="0">
                <a:ln>
                  <a:noFill/>
                </a:ln>
                <a:effectLst/>
                <a:uLnTx/>
                <a:uFillTx/>
                <a:latin typeface="Yu Gothic UI" panose="020B0500000000000000" pitchFamily="34" charset="-128"/>
                <a:ea typeface="Yu Gothic UI" panose="020B0500000000000000" pitchFamily="34" charset="-128"/>
              </a:rPr>
              <a:t> </a:t>
            </a:r>
            <a:r>
              <a:rPr kumimoji="0" lang="ja-JP" altLang="en-US" sz="1200" b="1" i="0" u="none" strike="noStrike" kern="1200" cap="none" spc="0" normalizeH="0" baseline="0" noProof="0">
                <a:ln w="3175">
                  <a:noFill/>
                </a:ln>
                <a:effectLst/>
                <a:uLnTx/>
                <a:uFillTx/>
                <a:latin typeface="Yu Gothic UI" panose="020B0500000000000000" pitchFamily="34" charset="-128"/>
                <a:ea typeface="Yu Gothic UI" panose="020B0500000000000000" pitchFamily="34" charset="-128"/>
                <a:cs typeface="Yu Gothic UI" pitchFamily="2" charset="0"/>
              </a:rPr>
              <a:t>ベテラン</a:t>
            </a:r>
            <a:endParaRPr kumimoji="0" lang="ja-JP" sz="1200" b="1" i="0" u="none" strike="noStrike" kern="1200" cap="none" spc="0" normalizeH="0" baseline="0" noProof="0">
              <a:ln w="3175">
                <a:noFill/>
              </a:ln>
              <a:effectLst/>
              <a:uLnTx/>
              <a:uFillTx/>
              <a:latin typeface="Yu Gothic UI" panose="020B0500000000000000" pitchFamily="34" charset="-128"/>
              <a:ea typeface="Yu Gothic UI" panose="020B0500000000000000" pitchFamily="34" charset="-128"/>
              <a:cs typeface="Yu Gothic UI" pitchFamily="2" charset="0"/>
            </a:endParaRPr>
          </a:p>
        </p:txBody>
      </p:sp>
      <p:sp>
        <p:nvSpPr>
          <p:cNvPr id="35" name="テキスト ボックス 34">
            <a:extLst>
              <a:ext uri="{FF2B5EF4-FFF2-40B4-BE49-F238E27FC236}">
                <a16:creationId xmlns:a16="http://schemas.microsoft.com/office/drawing/2014/main" id="{399B733A-8679-686B-11A7-79828E5E445B}"/>
              </a:ext>
            </a:extLst>
          </p:cNvPr>
          <p:cNvSpPr txBox="1"/>
          <p:nvPr/>
        </p:nvSpPr>
        <p:spPr>
          <a:xfrm>
            <a:off x="5422894" y="3789942"/>
            <a:ext cx="1973140" cy="461665"/>
          </a:xfrm>
          <a:prstGeom prst="rect">
            <a:avLst/>
          </a:prstGeom>
          <a:noFill/>
        </p:spPr>
        <p:txBody>
          <a:bodyPr wrap="square" rtlCol="0">
            <a:spAutoFit/>
          </a:bodyPr>
          <a:lstStyle/>
          <a:p>
            <a:pPr algn="ctr"/>
            <a:r>
              <a:rPr lang="en-US" altLang="ja-JP" sz="1200" dirty="0">
                <a:solidFill>
                  <a:srgbClr val="000000"/>
                </a:solidFill>
                <a:latin typeface="Yu Gothic UI" panose="020B0500000000000000" pitchFamily="34" charset="-128"/>
                <a:ea typeface="Yu Gothic UI" panose="020B0500000000000000" pitchFamily="34" charset="-128"/>
              </a:rPr>
              <a:t>3. </a:t>
            </a:r>
            <a:r>
              <a:rPr lang="ja-JP" altLang="en-US" sz="1200">
                <a:solidFill>
                  <a:srgbClr val="000000"/>
                </a:solidFill>
                <a:latin typeface="Yu Gothic UI" panose="020B0500000000000000" pitchFamily="34" charset="-128"/>
                <a:ea typeface="Yu Gothic UI" panose="020B0500000000000000" pitchFamily="34" charset="-128"/>
              </a:rPr>
              <a:t>事象や周辺情報を</a:t>
            </a:r>
            <a:r>
              <a:rPr lang="en-US" altLang="ja-JP" sz="1200" dirty="0">
                <a:solidFill>
                  <a:srgbClr val="000000"/>
                </a:solidFill>
                <a:latin typeface="Yu Gothic UI" panose="020B0500000000000000" pitchFamily="34" charset="-128"/>
                <a:ea typeface="Yu Gothic UI" panose="020B0500000000000000" pitchFamily="34" charset="-128"/>
              </a:rPr>
              <a:t> Issue </a:t>
            </a:r>
            <a:r>
              <a:rPr lang="ja-JP" altLang="en-US" sz="1200">
                <a:solidFill>
                  <a:srgbClr val="000000"/>
                </a:solidFill>
                <a:latin typeface="Yu Gothic UI" panose="020B0500000000000000" pitchFamily="34" charset="-128"/>
                <a:ea typeface="Yu Gothic UI" panose="020B0500000000000000" pitchFamily="34" charset="-128"/>
              </a:rPr>
              <a:t>に起票</a:t>
            </a:r>
            <a:endParaRPr kumimoji="1" lang="ja-JP" altLang="en-US" sz="1200" dirty="0" err="1">
              <a:solidFill>
                <a:srgbClr val="000000"/>
              </a:solidFill>
              <a:latin typeface="Yu Gothic UI" panose="020B0500000000000000" pitchFamily="34" charset="-128"/>
              <a:ea typeface="Yu Gothic UI" panose="020B0500000000000000" pitchFamily="34" charset="-128"/>
            </a:endParaRPr>
          </a:p>
        </p:txBody>
      </p:sp>
      <p:cxnSp>
        <p:nvCxnSpPr>
          <p:cNvPr id="36" name="直線矢印コネクタ 35">
            <a:extLst>
              <a:ext uri="{FF2B5EF4-FFF2-40B4-BE49-F238E27FC236}">
                <a16:creationId xmlns:a16="http://schemas.microsoft.com/office/drawing/2014/main" id="{3B37176B-4657-F270-EB0F-36464C009730}"/>
              </a:ext>
            </a:extLst>
          </p:cNvPr>
          <p:cNvCxnSpPr>
            <a:cxnSpLocks/>
          </p:cNvCxnSpPr>
          <p:nvPr/>
        </p:nvCxnSpPr>
        <p:spPr>
          <a:xfrm>
            <a:off x="5125304" y="4270163"/>
            <a:ext cx="2469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正方形/長方形 36">
            <a:extLst>
              <a:ext uri="{FF2B5EF4-FFF2-40B4-BE49-F238E27FC236}">
                <a16:creationId xmlns:a16="http://schemas.microsoft.com/office/drawing/2014/main" id="{B1C7D21E-6CCD-FFF2-7E47-2BCC75683994}"/>
              </a:ext>
            </a:extLst>
          </p:cNvPr>
          <p:cNvSpPr/>
          <p:nvPr/>
        </p:nvSpPr>
        <p:spPr>
          <a:xfrm>
            <a:off x="8566766" y="4186410"/>
            <a:ext cx="261257" cy="1501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Yu Gothic UI" panose="020B0500000000000000" pitchFamily="34" charset="-128"/>
              <a:ea typeface="Yu Gothic UI" panose="020B0500000000000000" pitchFamily="34" charset="-128"/>
            </a:endParaRPr>
          </a:p>
        </p:txBody>
      </p:sp>
      <p:sp>
        <p:nvSpPr>
          <p:cNvPr id="38" name="正方形/長方形 37">
            <a:extLst>
              <a:ext uri="{FF2B5EF4-FFF2-40B4-BE49-F238E27FC236}">
                <a16:creationId xmlns:a16="http://schemas.microsoft.com/office/drawing/2014/main" id="{1AD908B0-8E3D-8027-D788-26C9E4C35AB4}"/>
              </a:ext>
            </a:extLst>
          </p:cNvPr>
          <p:cNvSpPr/>
          <p:nvPr/>
        </p:nvSpPr>
        <p:spPr>
          <a:xfrm>
            <a:off x="10304106" y="4466518"/>
            <a:ext cx="261257" cy="1501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Yu Gothic UI" panose="020B0500000000000000" pitchFamily="34" charset="-128"/>
              <a:ea typeface="Yu Gothic UI" panose="020B0500000000000000" pitchFamily="34" charset="-128"/>
            </a:endParaRPr>
          </a:p>
        </p:txBody>
      </p:sp>
      <p:cxnSp>
        <p:nvCxnSpPr>
          <p:cNvPr id="39" name="カギ線コネクタ 38">
            <a:extLst>
              <a:ext uri="{FF2B5EF4-FFF2-40B4-BE49-F238E27FC236}">
                <a16:creationId xmlns:a16="http://schemas.microsoft.com/office/drawing/2014/main" id="{55173279-C048-0778-047C-9942DCBAEBFE}"/>
              </a:ext>
            </a:extLst>
          </p:cNvPr>
          <p:cNvCxnSpPr>
            <a:cxnSpLocks/>
            <a:stCxn id="38" idx="0"/>
            <a:endCxn id="37" idx="3"/>
          </p:cNvCxnSpPr>
          <p:nvPr/>
        </p:nvCxnSpPr>
        <p:spPr>
          <a:xfrm rot="16200000" flipV="1">
            <a:off x="9528868" y="3560651"/>
            <a:ext cx="205023" cy="160671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90333250-BD22-9AF8-0F1B-271C9A594A1C}"/>
              </a:ext>
            </a:extLst>
          </p:cNvPr>
          <p:cNvSpPr txBox="1"/>
          <p:nvPr/>
        </p:nvSpPr>
        <p:spPr>
          <a:xfrm>
            <a:off x="8828023" y="3933438"/>
            <a:ext cx="1973140" cy="276999"/>
          </a:xfrm>
          <a:prstGeom prst="rect">
            <a:avLst/>
          </a:prstGeom>
          <a:noFill/>
        </p:spPr>
        <p:txBody>
          <a:bodyPr wrap="square" rtlCol="0">
            <a:spAutoFit/>
          </a:bodyPr>
          <a:lstStyle/>
          <a:p>
            <a:pPr algn="ctr"/>
            <a:r>
              <a:rPr lang="en-US" altLang="ja-JP" sz="1200" dirty="0">
                <a:solidFill>
                  <a:srgbClr val="000000"/>
                </a:solidFill>
                <a:latin typeface="Yu Gothic UI" panose="020B0500000000000000" pitchFamily="34" charset="-128"/>
                <a:ea typeface="Yu Gothic UI" panose="020B0500000000000000" pitchFamily="34" charset="-128"/>
              </a:rPr>
              <a:t>4. Issue </a:t>
            </a:r>
            <a:r>
              <a:rPr lang="ja-JP" altLang="en-US" sz="1200">
                <a:solidFill>
                  <a:srgbClr val="000000"/>
                </a:solidFill>
                <a:latin typeface="Yu Gothic UI" panose="020B0500000000000000" pitchFamily="34" charset="-128"/>
                <a:ea typeface="Yu Gothic UI" panose="020B0500000000000000" pitchFamily="34" charset="-128"/>
              </a:rPr>
              <a:t>を確認</a:t>
            </a:r>
            <a:endParaRPr kumimoji="1" lang="ja-JP" altLang="en-US" sz="1200" dirty="0" err="1">
              <a:solidFill>
                <a:srgbClr val="000000"/>
              </a:solidFill>
              <a:latin typeface="Yu Gothic UI" panose="020B0500000000000000" pitchFamily="34" charset="-128"/>
              <a:ea typeface="Yu Gothic UI" panose="020B0500000000000000" pitchFamily="34" charset="-128"/>
            </a:endParaRPr>
          </a:p>
        </p:txBody>
      </p:sp>
      <p:sp>
        <p:nvSpPr>
          <p:cNvPr id="41" name="Google Shape;1673;p69">
            <a:extLst>
              <a:ext uri="{FF2B5EF4-FFF2-40B4-BE49-F238E27FC236}">
                <a16:creationId xmlns:a16="http://schemas.microsoft.com/office/drawing/2014/main" id="{185A0D03-482E-1BA6-123A-7B3FE07D669E}"/>
              </a:ext>
              <a:ext uri="{C183D7F6-B498-43B3-948B-1728B52AA6E4}">
                <adec:decorative xmlns:adec="http://schemas.microsoft.com/office/drawing/2017/decorative" val="1"/>
              </a:ext>
            </a:extLst>
          </p:cNvPr>
          <p:cNvSpPr>
            <a:spLocks noChangeAspect="1"/>
          </p:cNvSpPr>
          <p:nvPr/>
        </p:nvSpPr>
        <p:spPr>
          <a:xfrm>
            <a:off x="7988715" y="5015971"/>
            <a:ext cx="496635" cy="489917"/>
          </a:xfrm>
          <a:custGeom>
            <a:avLst/>
            <a:gdLst/>
            <a:ahLst/>
            <a:cxnLst/>
            <a:rect l="l" t="t" r="r" b="b"/>
            <a:pathLst>
              <a:path w="212020" h="209153" extrusionOk="0">
                <a:moveTo>
                  <a:pt x="106010" y="0"/>
                </a:moveTo>
                <a:cubicBezTo>
                  <a:pt x="47387" y="0"/>
                  <a:pt x="0" y="47733"/>
                  <a:pt x="0" y="106781"/>
                </a:cubicBezTo>
                <a:cubicBezTo>
                  <a:pt x="0" y="154009"/>
                  <a:pt x="30361" y="193958"/>
                  <a:pt x="72488" y="208090"/>
                </a:cubicBezTo>
                <a:cubicBezTo>
                  <a:pt x="77748" y="209152"/>
                  <a:pt x="79687" y="205805"/>
                  <a:pt x="79687" y="202963"/>
                </a:cubicBezTo>
                <a:cubicBezTo>
                  <a:pt x="79687" y="200493"/>
                  <a:pt x="79501" y="192019"/>
                  <a:pt x="79501" y="183174"/>
                </a:cubicBezTo>
                <a:cubicBezTo>
                  <a:pt x="50017" y="189549"/>
                  <a:pt x="43881" y="170451"/>
                  <a:pt x="43881" y="170451"/>
                </a:cubicBezTo>
                <a:cubicBezTo>
                  <a:pt x="39126" y="158073"/>
                  <a:pt x="32114" y="154885"/>
                  <a:pt x="32114" y="154885"/>
                </a:cubicBezTo>
                <a:cubicBezTo>
                  <a:pt x="22472" y="148351"/>
                  <a:pt x="32831" y="148351"/>
                  <a:pt x="32831" y="148351"/>
                </a:cubicBezTo>
                <a:cubicBezTo>
                  <a:pt x="43535" y="149042"/>
                  <a:pt x="49140" y="159295"/>
                  <a:pt x="49140" y="159295"/>
                </a:cubicBezTo>
                <a:cubicBezTo>
                  <a:pt x="58623" y="175577"/>
                  <a:pt x="73896" y="170982"/>
                  <a:pt x="80032" y="168140"/>
                </a:cubicBezTo>
                <a:cubicBezTo>
                  <a:pt x="80908" y="161234"/>
                  <a:pt x="83724" y="156479"/>
                  <a:pt x="86699" y="153823"/>
                </a:cubicBezTo>
                <a:cubicBezTo>
                  <a:pt x="63191" y="151353"/>
                  <a:pt x="38436" y="142162"/>
                  <a:pt x="38436" y="101123"/>
                </a:cubicBezTo>
                <a:cubicBezTo>
                  <a:pt x="38436" y="89462"/>
                  <a:pt x="42659" y="79926"/>
                  <a:pt x="49326" y="72489"/>
                </a:cubicBezTo>
                <a:cubicBezTo>
                  <a:pt x="48264" y="69833"/>
                  <a:pt x="44571" y="58863"/>
                  <a:pt x="50362" y="44200"/>
                </a:cubicBezTo>
                <a:cubicBezTo>
                  <a:pt x="50362" y="44200"/>
                  <a:pt x="59313" y="41358"/>
                  <a:pt x="79501" y="55170"/>
                </a:cubicBezTo>
                <a:cubicBezTo>
                  <a:pt x="87921" y="52859"/>
                  <a:pt x="97058" y="51611"/>
                  <a:pt x="106010" y="51611"/>
                </a:cubicBezTo>
                <a:cubicBezTo>
                  <a:pt x="114961" y="51611"/>
                  <a:pt x="124072" y="52859"/>
                  <a:pt x="132519" y="55170"/>
                </a:cubicBezTo>
                <a:cubicBezTo>
                  <a:pt x="152680" y="41358"/>
                  <a:pt x="161631" y="44200"/>
                  <a:pt x="161631" y="44200"/>
                </a:cubicBezTo>
                <a:cubicBezTo>
                  <a:pt x="167422" y="58863"/>
                  <a:pt x="163756" y="69833"/>
                  <a:pt x="162693" y="72489"/>
                </a:cubicBezTo>
                <a:cubicBezTo>
                  <a:pt x="169547" y="79926"/>
                  <a:pt x="173584" y="89462"/>
                  <a:pt x="173584" y="101123"/>
                </a:cubicBezTo>
                <a:cubicBezTo>
                  <a:pt x="173584" y="142162"/>
                  <a:pt x="148828" y="151167"/>
                  <a:pt x="125135" y="153823"/>
                </a:cubicBezTo>
                <a:cubicBezTo>
                  <a:pt x="128986" y="157170"/>
                  <a:pt x="132333" y="163545"/>
                  <a:pt x="132333" y="173612"/>
                </a:cubicBezTo>
                <a:cubicBezTo>
                  <a:pt x="132333" y="187955"/>
                  <a:pt x="132147" y="199430"/>
                  <a:pt x="132147" y="202963"/>
                </a:cubicBezTo>
                <a:cubicBezTo>
                  <a:pt x="132147" y="205805"/>
                  <a:pt x="134086" y="209152"/>
                  <a:pt x="139345" y="208090"/>
                </a:cubicBezTo>
                <a:cubicBezTo>
                  <a:pt x="181473" y="193958"/>
                  <a:pt x="211834" y="154009"/>
                  <a:pt x="211834" y="106781"/>
                </a:cubicBezTo>
                <a:cubicBezTo>
                  <a:pt x="212019" y="47733"/>
                  <a:pt x="164447" y="0"/>
                  <a:pt x="106010" y="0"/>
                </a:cubicBezTo>
                <a:close/>
              </a:path>
            </a:pathLst>
          </a:custGeom>
          <a:solidFill>
            <a:schemeClr val="tx1"/>
          </a:solidFill>
          <a:ln>
            <a:noFill/>
          </a:ln>
          <a:effectLst/>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effectLst/>
              <a:uLnTx/>
              <a:uFillTx/>
              <a:latin typeface="Yu Gothic UI" panose="020B0500000000000000" pitchFamily="34" charset="-128"/>
              <a:ea typeface="Yu Gothic UI" panose="020B0500000000000000" pitchFamily="34" charset="-128"/>
            </a:endParaRPr>
          </a:p>
        </p:txBody>
      </p:sp>
      <p:sp>
        <p:nvSpPr>
          <p:cNvPr id="42" name="TextBox 100">
            <a:extLst>
              <a:ext uri="{FF2B5EF4-FFF2-40B4-BE49-F238E27FC236}">
                <a16:creationId xmlns:a16="http://schemas.microsoft.com/office/drawing/2014/main" id="{8DE32624-4D9C-E09B-BBBD-8E7DFBA94684}"/>
              </a:ext>
            </a:extLst>
          </p:cNvPr>
          <p:cNvSpPr txBox="1"/>
          <p:nvPr/>
        </p:nvSpPr>
        <p:spPr>
          <a:xfrm>
            <a:off x="7491796" y="5677084"/>
            <a:ext cx="1490472" cy="184666"/>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lang="ja-JP" sz="1200" b="1">
                <a:ln w="3175">
                  <a:noFill/>
                </a:ln>
                <a:latin typeface="Yu Gothic UI" panose="020B0500000000000000" pitchFamily="34" charset="-128"/>
                <a:ea typeface="Yu Gothic UI" panose="020B0500000000000000" pitchFamily="34" charset="-128"/>
                <a:cs typeface="Yu Gothic UI" pitchFamily="2" charset="0"/>
              </a:rPr>
              <a:t> </a:t>
            </a:r>
            <a:r>
              <a:rPr lang="en-US" altLang="ja-JP" sz="1200" b="1" dirty="0">
                <a:ln w="3175">
                  <a:noFill/>
                </a:ln>
                <a:latin typeface="Yu Gothic UI" panose="020B0500000000000000" pitchFamily="34" charset="-128"/>
                <a:ea typeface="Yu Gothic UI" panose="020B0500000000000000" pitchFamily="34" charset="-128"/>
                <a:cs typeface="Yu Gothic UI" pitchFamily="2" charset="0"/>
              </a:rPr>
              <a:t>Pull Request</a:t>
            </a:r>
          </a:p>
        </p:txBody>
      </p:sp>
      <p:sp>
        <p:nvSpPr>
          <p:cNvPr id="43" name="正方形/長方形 42">
            <a:extLst>
              <a:ext uri="{FF2B5EF4-FFF2-40B4-BE49-F238E27FC236}">
                <a16:creationId xmlns:a16="http://schemas.microsoft.com/office/drawing/2014/main" id="{79732501-F64B-4CDB-85A1-6922B5D8E89E}"/>
              </a:ext>
            </a:extLst>
          </p:cNvPr>
          <p:cNvSpPr/>
          <p:nvPr/>
        </p:nvSpPr>
        <p:spPr>
          <a:xfrm>
            <a:off x="7566444" y="5181152"/>
            <a:ext cx="261257" cy="1501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Yu Gothic UI" panose="020B0500000000000000" pitchFamily="34" charset="-128"/>
              <a:ea typeface="Yu Gothic UI" panose="020B0500000000000000" pitchFamily="34" charset="-128"/>
            </a:endParaRPr>
          </a:p>
        </p:txBody>
      </p:sp>
      <p:cxnSp>
        <p:nvCxnSpPr>
          <p:cNvPr id="44" name="カギ線コネクタ 43">
            <a:extLst>
              <a:ext uri="{FF2B5EF4-FFF2-40B4-BE49-F238E27FC236}">
                <a16:creationId xmlns:a16="http://schemas.microsoft.com/office/drawing/2014/main" id="{D8813080-1F17-A43F-D9EE-618605CC4418}"/>
              </a:ext>
            </a:extLst>
          </p:cNvPr>
          <p:cNvCxnSpPr>
            <a:cxnSpLocks/>
            <a:stCxn id="5" idx="2"/>
            <a:endCxn id="43" idx="1"/>
          </p:cNvCxnSpPr>
          <p:nvPr/>
        </p:nvCxnSpPr>
        <p:spPr>
          <a:xfrm rot="16200000" flipH="1">
            <a:off x="5844943" y="3534736"/>
            <a:ext cx="598582" cy="284441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テキスト ボックス 44">
            <a:extLst>
              <a:ext uri="{FF2B5EF4-FFF2-40B4-BE49-F238E27FC236}">
                <a16:creationId xmlns:a16="http://schemas.microsoft.com/office/drawing/2014/main" id="{4F8FE7C6-10E3-42B3-24B4-92C2EE1831E7}"/>
              </a:ext>
            </a:extLst>
          </p:cNvPr>
          <p:cNvSpPr txBox="1"/>
          <p:nvPr/>
        </p:nvSpPr>
        <p:spPr>
          <a:xfrm>
            <a:off x="5422894" y="4774163"/>
            <a:ext cx="1973140" cy="461665"/>
          </a:xfrm>
          <a:prstGeom prst="rect">
            <a:avLst/>
          </a:prstGeom>
          <a:noFill/>
        </p:spPr>
        <p:txBody>
          <a:bodyPr wrap="square" rtlCol="0">
            <a:spAutoFit/>
          </a:bodyPr>
          <a:lstStyle/>
          <a:p>
            <a:pPr algn="ctr"/>
            <a:r>
              <a:rPr kumimoji="1" lang="en-US" altLang="ja-JP" sz="1200" dirty="0">
                <a:solidFill>
                  <a:srgbClr val="000000"/>
                </a:solidFill>
                <a:latin typeface="Yu Gothic UI" panose="020B0500000000000000" pitchFamily="34" charset="-128"/>
                <a:ea typeface="Yu Gothic UI" panose="020B0500000000000000" pitchFamily="34" charset="-128"/>
              </a:rPr>
              <a:t>5. </a:t>
            </a:r>
            <a:r>
              <a:rPr kumimoji="1" lang="ja-JP" altLang="en-US" sz="1200">
                <a:solidFill>
                  <a:srgbClr val="000000"/>
                </a:solidFill>
                <a:latin typeface="Yu Gothic UI" panose="020B0500000000000000" pitchFamily="34" charset="-128"/>
                <a:ea typeface="Yu Gothic UI" panose="020B0500000000000000" pitchFamily="34" charset="-128"/>
              </a:rPr>
              <a:t>解決のための変更案を</a:t>
            </a:r>
            <a:r>
              <a:rPr kumimoji="1" lang="en-US" altLang="ja-JP" sz="1200" dirty="0">
                <a:solidFill>
                  <a:srgbClr val="000000"/>
                </a:solidFill>
                <a:latin typeface="Yu Gothic UI" panose="020B0500000000000000" pitchFamily="34" charset="-128"/>
                <a:ea typeface="Yu Gothic UI" panose="020B0500000000000000" pitchFamily="34" charset="-128"/>
              </a:rPr>
              <a:t> Pull Request </a:t>
            </a:r>
            <a:r>
              <a:rPr kumimoji="1" lang="ja-JP" altLang="en-US" sz="1200">
                <a:solidFill>
                  <a:srgbClr val="000000"/>
                </a:solidFill>
                <a:latin typeface="Yu Gothic UI" panose="020B0500000000000000" pitchFamily="34" charset="-128"/>
                <a:ea typeface="Yu Gothic UI" panose="020B0500000000000000" pitchFamily="34" charset="-128"/>
              </a:rPr>
              <a:t>に起票</a:t>
            </a:r>
            <a:endParaRPr kumimoji="1" lang="ja-JP" altLang="en-US" sz="1200" dirty="0" err="1">
              <a:solidFill>
                <a:srgbClr val="000000"/>
              </a:solidFill>
              <a:latin typeface="Yu Gothic UI" panose="020B0500000000000000" pitchFamily="34" charset="-128"/>
              <a:ea typeface="Yu Gothic UI" panose="020B0500000000000000" pitchFamily="34" charset="-128"/>
            </a:endParaRPr>
          </a:p>
        </p:txBody>
      </p:sp>
      <p:grpSp>
        <p:nvGrpSpPr>
          <p:cNvPr id="46" name="Google Shape;1328;p65">
            <a:extLst>
              <a:ext uri="{FF2B5EF4-FFF2-40B4-BE49-F238E27FC236}">
                <a16:creationId xmlns:a16="http://schemas.microsoft.com/office/drawing/2014/main" id="{F6C21060-B554-D109-9EC1-9EBA00CAED52}"/>
              </a:ext>
              <a:ext uri="{C183D7F6-B498-43B3-948B-1728B52AA6E4}">
                <adec:decorative xmlns:adec="http://schemas.microsoft.com/office/drawing/2017/decorative" val="1"/>
              </a:ext>
            </a:extLst>
          </p:cNvPr>
          <p:cNvGrpSpPr>
            <a:grpSpLocks noChangeAspect="1"/>
          </p:cNvGrpSpPr>
          <p:nvPr/>
        </p:nvGrpSpPr>
        <p:grpSpPr>
          <a:xfrm>
            <a:off x="7969971" y="6032853"/>
            <a:ext cx="489917" cy="489917"/>
            <a:chOff x="4364775" y="4768275"/>
            <a:chExt cx="58000" cy="58000"/>
          </a:xfrm>
          <a:solidFill>
            <a:schemeClr val="tx1"/>
          </a:solidFill>
          <a:effectLst/>
        </p:grpSpPr>
        <p:sp>
          <p:nvSpPr>
            <p:cNvPr id="47" name="Google Shape;1329;p65">
              <a:extLst>
                <a:ext uri="{FF2B5EF4-FFF2-40B4-BE49-F238E27FC236}">
                  <a16:creationId xmlns:a16="http://schemas.microsoft.com/office/drawing/2014/main" id="{D6C773EE-4C25-FE8C-C049-7B30BE2A148B}"/>
                </a:ext>
              </a:extLst>
            </p:cNvPr>
            <p:cNvSpPr/>
            <p:nvPr/>
          </p:nvSpPr>
          <p:spPr>
            <a:xfrm>
              <a:off x="4387125" y="4786375"/>
              <a:ext cx="17525" cy="21600"/>
            </a:xfrm>
            <a:custGeom>
              <a:avLst/>
              <a:gdLst/>
              <a:ahLst/>
              <a:cxnLst/>
              <a:rect l="l" t="t" r="r" b="b"/>
              <a:pathLst>
                <a:path w="701" h="864" extrusionOk="0">
                  <a:moveTo>
                    <a:pt x="54" y="0"/>
                  </a:moveTo>
                  <a:cubicBezTo>
                    <a:pt x="27" y="0"/>
                    <a:pt x="0" y="22"/>
                    <a:pt x="0" y="53"/>
                  </a:cubicBezTo>
                  <a:lnTo>
                    <a:pt x="0" y="812"/>
                  </a:lnTo>
                  <a:cubicBezTo>
                    <a:pt x="0" y="842"/>
                    <a:pt x="27" y="864"/>
                    <a:pt x="54" y="864"/>
                  </a:cubicBezTo>
                  <a:cubicBezTo>
                    <a:pt x="65" y="864"/>
                    <a:pt x="75" y="861"/>
                    <a:pt x="84" y="854"/>
                  </a:cubicBezTo>
                  <a:lnTo>
                    <a:pt x="675" y="474"/>
                  </a:lnTo>
                  <a:cubicBezTo>
                    <a:pt x="700" y="458"/>
                    <a:pt x="700" y="407"/>
                    <a:pt x="675" y="390"/>
                  </a:cubicBezTo>
                  <a:lnTo>
                    <a:pt x="84" y="11"/>
                  </a:lnTo>
                  <a:cubicBezTo>
                    <a:pt x="75" y="4"/>
                    <a:pt x="65" y="0"/>
                    <a:pt x="54" y="0"/>
                  </a:cubicBezTo>
                  <a:close/>
                </a:path>
              </a:pathLst>
            </a:custGeom>
            <a:grp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cs typeface="Yu Gothic UI"/>
                <a:sym typeface="Yu Gothic UI"/>
              </a:endParaRPr>
            </a:p>
          </p:txBody>
        </p:sp>
        <p:sp>
          <p:nvSpPr>
            <p:cNvPr id="48" name="Google Shape;1330;p65">
              <a:extLst>
                <a:ext uri="{FF2B5EF4-FFF2-40B4-BE49-F238E27FC236}">
                  <a16:creationId xmlns:a16="http://schemas.microsoft.com/office/drawing/2014/main" id="{064FB47E-FA90-62E3-8B26-FB93C456B5F0}"/>
                </a:ext>
              </a:extLst>
            </p:cNvPr>
            <p:cNvSpPr/>
            <p:nvPr/>
          </p:nvSpPr>
          <p:spPr>
            <a:xfrm>
              <a:off x="4364775" y="4768275"/>
              <a:ext cx="58000" cy="58000"/>
            </a:xfrm>
            <a:custGeom>
              <a:avLst/>
              <a:gdLst/>
              <a:ahLst/>
              <a:cxnLst/>
              <a:rect l="l" t="t" r="r" b="b"/>
              <a:pathLst>
                <a:path w="2320" h="2320" extrusionOk="0">
                  <a:moveTo>
                    <a:pt x="1164" y="153"/>
                  </a:moveTo>
                  <a:cubicBezTo>
                    <a:pt x="607" y="153"/>
                    <a:pt x="160" y="600"/>
                    <a:pt x="160" y="1156"/>
                  </a:cubicBezTo>
                  <a:cubicBezTo>
                    <a:pt x="160" y="1713"/>
                    <a:pt x="607" y="2160"/>
                    <a:pt x="1164" y="2160"/>
                  </a:cubicBezTo>
                  <a:cubicBezTo>
                    <a:pt x="1712" y="2160"/>
                    <a:pt x="2159" y="1713"/>
                    <a:pt x="2159" y="1156"/>
                  </a:cubicBezTo>
                  <a:cubicBezTo>
                    <a:pt x="2159" y="600"/>
                    <a:pt x="1712" y="153"/>
                    <a:pt x="1164" y="153"/>
                  </a:cubicBezTo>
                  <a:close/>
                  <a:moveTo>
                    <a:pt x="0" y="1156"/>
                  </a:moveTo>
                  <a:cubicBezTo>
                    <a:pt x="0" y="515"/>
                    <a:pt x="523" y="1"/>
                    <a:pt x="1164" y="1"/>
                  </a:cubicBezTo>
                  <a:cubicBezTo>
                    <a:pt x="1796" y="1"/>
                    <a:pt x="2319" y="515"/>
                    <a:pt x="2319" y="1156"/>
                  </a:cubicBezTo>
                  <a:cubicBezTo>
                    <a:pt x="2319" y="1797"/>
                    <a:pt x="1796" y="2320"/>
                    <a:pt x="1164" y="2320"/>
                  </a:cubicBezTo>
                  <a:cubicBezTo>
                    <a:pt x="523" y="2320"/>
                    <a:pt x="0" y="1797"/>
                    <a:pt x="0" y="1156"/>
                  </a:cubicBezTo>
                  <a:close/>
                </a:path>
              </a:pathLst>
            </a:custGeom>
            <a:grp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cs typeface="Yu Gothic UI"/>
                <a:sym typeface="Yu Gothic UI"/>
              </a:endParaRPr>
            </a:p>
          </p:txBody>
        </p:sp>
      </p:grpSp>
      <p:sp>
        <p:nvSpPr>
          <p:cNvPr id="49" name="TextBox 98">
            <a:extLst>
              <a:ext uri="{FF2B5EF4-FFF2-40B4-BE49-F238E27FC236}">
                <a16:creationId xmlns:a16="http://schemas.microsoft.com/office/drawing/2014/main" id="{091F502E-89EC-BDCF-0E3E-FC23E06FC753}"/>
              </a:ext>
            </a:extLst>
          </p:cNvPr>
          <p:cNvSpPr txBox="1"/>
          <p:nvPr/>
        </p:nvSpPr>
        <p:spPr>
          <a:xfrm>
            <a:off x="7415959" y="6583325"/>
            <a:ext cx="1490472" cy="184666"/>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ja-JP" sz="1200" b="0" i="0" u="none" strike="noStrike" kern="1200" cap="none" spc="0" normalizeH="0" baseline="0" noProof="0">
                <a:ln>
                  <a:noFill/>
                </a:ln>
                <a:effectLst/>
                <a:uLnTx/>
                <a:uFillTx/>
                <a:latin typeface="Yu Gothic UI" panose="020B0500000000000000" pitchFamily="34" charset="-128"/>
                <a:ea typeface="Yu Gothic UI" panose="020B0500000000000000" pitchFamily="34" charset="-128"/>
              </a:rPr>
              <a:t> </a:t>
            </a:r>
            <a:r>
              <a:rPr kumimoji="0" lang="ja-JP" sz="1200" b="1" i="0" u="none" strike="noStrike" kern="1200" cap="none" spc="0" normalizeH="0" baseline="0" noProof="0">
                <a:ln w="3175">
                  <a:noFill/>
                </a:ln>
                <a:effectLst/>
                <a:uLnTx/>
                <a:uFillTx/>
                <a:latin typeface="Yu Gothic UI" panose="020B0500000000000000" pitchFamily="34" charset="-128"/>
                <a:ea typeface="Yu Gothic UI" panose="020B0500000000000000" pitchFamily="34" charset="-128"/>
                <a:cs typeface="Yu Gothic UI" pitchFamily="2" charset="0"/>
              </a:rPr>
              <a:t>GitHub </a:t>
            </a:r>
            <a:r>
              <a:rPr kumimoji="0" lang="en-US" altLang="ja-JP" sz="1200" b="1" i="0" u="none" strike="noStrike" kern="1200" cap="none" spc="0" normalizeH="0" baseline="0" noProof="0" dirty="0">
                <a:ln w="3175">
                  <a:noFill/>
                </a:ln>
                <a:effectLst/>
                <a:uLnTx/>
                <a:uFillTx/>
                <a:latin typeface="Yu Gothic UI" panose="020B0500000000000000" pitchFamily="34" charset="-128"/>
                <a:ea typeface="Yu Gothic UI" panose="020B0500000000000000" pitchFamily="34" charset="-128"/>
                <a:cs typeface="Yu Gothic UI" pitchFamily="2" charset="0"/>
              </a:rPr>
              <a:t>Actions</a:t>
            </a:r>
            <a:endParaRPr kumimoji="0" lang="ja-JP" sz="1200" b="1" i="0" u="none" strike="noStrike" kern="1200" cap="none" spc="0" normalizeH="0" baseline="0" noProof="0">
              <a:ln w="3175">
                <a:noFill/>
              </a:ln>
              <a:effectLst/>
              <a:uLnTx/>
              <a:uFillTx/>
              <a:latin typeface="Yu Gothic UI" panose="020B0500000000000000" pitchFamily="34" charset="-128"/>
              <a:ea typeface="Yu Gothic UI" panose="020B0500000000000000" pitchFamily="34" charset="-128"/>
              <a:cs typeface="Yu Gothic UI" pitchFamily="2" charset="0"/>
            </a:endParaRPr>
          </a:p>
        </p:txBody>
      </p:sp>
      <p:sp>
        <p:nvSpPr>
          <p:cNvPr id="50" name="正方形/長方形 49">
            <a:extLst>
              <a:ext uri="{FF2B5EF4-FFF2-40B4-BE49-F238E27FC236}">
                <a16:creationId xmlns:a16="http://schemas.microsoft.com/office/drawing/2014/main" id="{851F9399-F737-6104-4280-56DE0588117A}"/>
              </a:ext>
            </a:extLst>
          </p:cNvPr>
          <p:cNvSpPr/>
          <p:nvPr/>
        </p:nvSpPr>
        <p:spPr>
          <a:xfrm>
            <a:off x="8566766" y="4932106"/>
            <a:ext cx="261257" cy="1501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Yu Gothic UI" panose="020B0500000000000000" pitchFamily="34" charset="-128"/>
              <a:ea typeface="Yu Gothic UI" panose="020B0500000000000000" pitchFamily="34" charset="-128"/>
            </a:endParaRPr>
          </a:p>
        </p:txBody>
      </p:sp>
      <p:sp>
        <p:nvSpPr>
          <p:cNvPr id="51" name="正方形/長方形 50">
            <a:extLst>
              <a:ext uri="{FF2B5EF4-FFF2-40B4-BE49-F238E27FC236}">
                <a16:creationId xmlns:a16="http://schemas.microsoft.com/office/drawing/2014/main" id="{F6690530-61A9-A9E8-1326-0BE874F193C4}"/>
              </a:ext>
            </a:extLst>
          </p:cNvPr>
          <p:cNvSpPr/>
          <p:nvPr/>
        </p:nvSpPr>
        <p:spPr>
          <a:xfrm>
            <a:off x="8566766" y="5330687"/>
            <a:ext cx="261257" cy="1501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Yu Gothic UI" panose="020B0500000000000000" pitchFamily="34" charset="-128"/>
              <a:ea typeface="Yu Gothic UI" panose="020B0500000000000000" pitchFamily="34" charset="-128"/>
            </a:endParaRPr>
          </a:p>
        </p:txBody>
      </p:sp>
      <p:cxnSp>
        <p:nvCxnSpPr>
          <p:cNvPr id="52" name="カギ線コネクタ 51">
            <a:extLst>
              <a:ext uri="{FF2B5EF4-FFF2-40B4-BE49-F238E27FC236}">
                <a16:creationId xmlns:a16="http://schemas.microsoft.com/office/drawing/2014/main" id="{17DDE875-7447-E48A-205C-9DE30A43FCB5}"/>
              </a:ext>
            </a:extLst>
          </p:cNvPr>
          <p:cNvCxnSpPr>
            <a:cxnSpLocks/>
            <a:endCxn id="50" idx="3"/>
          </p:cNvCxnSpPr>
          <p:nvPr/>
        </p:nvCxnSpPr>
        <p:spPr>
          <a:xfrm rot="10800000">
            <a:off x="8828023" y="5007192"/>
            <a:ext cx="1239708" cy="15239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03CAE2CE-420B-A36F-954C-8C9829935512}"/>
              </a:ext>
            </a:extLst>
          </p:cNvPr>
          <p:cNvSpPr txBox="1"/>
          <p:nvPr/>
        </p:nvSpPr>
        <p:spPr>
          <a:xfrm>
            <a:off x="8545546" y="4551875"/>
            <a:ext cx="1973140" cy="461665"/>
          </a:xfrm>
          <a:prstGeom prst="rect">
            <a:avLst/>
          </a:prstGeom>
          <a:noFill/>
        </p:spPr>
        <p:txBody>
          <a:bodyPr wrap="square" rtlCol="0">
            <a:spAutoFit/>
          </a:bodyPr>
          <a:lstStyle/>
          <a:p>
            <a:pPr algn="ctr"/>
            <a:r>
              <a:rPr lang="en-US" altLang="ja-JP" sz="1200" dirty="0">
                <a:solidFill>
                  <a:srgbClr val="000000"/>
                </a:solidFill>
                <a:latin typeface="Yu Gothic UI" panose="020B0500000000000000" pitchFamily="34" charset="-128"/>
                <a:ea typeface="Yu Gothic UI" panose="020B0500000000000000" pitchFamily="34" charset="-128"/>
              </a:rPr>
              <a:t>6. Pull Request </a:t>
            </a:r>
            <a:r>
              <a:rPr lang="ja-JP" altLang="en-US" sz="1200">
                <a:solidFill>
                  <a:srgbClr val="000000"/>
                </a:solidFill>
                <a:latin typeface="Yu Gothic UI" panose="020B0500000000000000" pitchFamily="34" charset="-128"/>
                <a:ea typeface="Yu Gothic UI" panose="020B0500000000000000" pitchFamily="34" charset="-128"/>
              </a:rPr>
              <a:t>を</a:t>
            </a:r>
            <a:endParaRPr lang="en-US" altLang="ja-JP" sz="1200" dirty="0">
              <a:solidFill>
                <a:srgbClr val="000000"/>
              </a:solidFill>
              <a:latin typeface="Yu Gothic UI" panose="020B0500000000000000" pitchFamily="34" charset="-128"/>
              <a:ea typeface="Yu Gothic UI" panose="020B0500000000000000" pitchFamily="34" charset="-128"/>
            </a:endParaRPr>
          </a:p>
          <a:p>
            <a:pPr algn="ctr"/>
            <a:r>
              <a:rPr lang="ja-JP" altLang="en-US" sz="1200">
                <a:solidFill>
                  <a:srgbClr val="000000"/>
                </a:solidFill>
                <a:latin typeface="Yu Gothic UI" panose="020B0500000000000000" pitchFamily="34" charset="-128"/>
                <a:ea typeface="Yu Gothic UI" panose="020B0500000000000000" pitchFamily="34" charset="-128"/>
              </a:rPr>
              <a:t>レビュー、承認</a:t>
            </a:r>
            <a:endParaRPr kumimoji="1" lang="ja-JP" altLang="en-US" sz="1200" dirty="0" err="1">
              <a:solidFill>
                <a:srgbClr val="000000"/>
              </a:solidFill>
              <a:latin typeface="Yu Gothic UI" panose="020B0500000000000000" pitchFamily="34" charset="-128"/>
              <a:ea typeface="Yu Gothic UI" panose="020B0500000000000000" pitchFamily="34" charset="-128"/>
            </a:endParaRPr>
          </a:p>
        </p:txBody>
      </p:sp>
      <p:sp>
        <p:nvSpPr>
          <p:cNvPr id="54" name="正方形/長方形 53">
            <a:extLst>
              <a:ext uri="{FF2B5EF4-FFF2-40B4-BE49-F238E27FC236}">
                <a16:creationId xmlns:a16="http://schemas.microsoft.com/office/drawing/2014/main" id="{6147BA52-28AF-AB9A-2172-BBED4F0AD9F9}"/>
              </a:ext>
            </a:extLst>
          </p:cNvPr>
          <p:cNvSpPr/>
          <p:nvPr/>
        </p:nvSpPr>
        <p:spPr>
          <a:xfrm>
            <a:off x="8566766" y="6151612"/>
            <a:ext cx="261257" cy="1501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Yu Gothic UI" panose="020B0500000000000000" pitchFamily="34" charset="-128"/>
              <a:ea typeface="Yu Gothic UI" panose="020B0500000000000000" pitchFamily="34" charset="-128"/>
            </a:endParaRPr>
          </a:p>
        </p:txBody>
      </p:sp>
      <p:cxnSp>
        <p:nvCxnSpPr>
          <p:cNvPr id="55" name="カギ線コネクタ 54">
            <a:extLst>
              <a:ext uri="{FF2B5EF4-FFF2-40B4-BE49-F238E27FC236}">
                <a16:creationId xmlns:a16="http://schemas.microsoft.com/office/drawing/2014/main" id="{651C78EC-1EFD-CE14-0F47-86B03F2E02BD}"/>
              </a:ext>
            </a:extLst>
          </p:cNvPr>
          <p:cNvCxnSpPr>
            <a:cxnSpLocks/>
            <a:stCxn id="51" idx="3"/>
            <a:endCxn id="54" idx="3"/>
          </p:cNvCxnSpPr>
          <p:nvPr/>
        </p:nvCxnSpPr>
        <p:spPr>
          <a:xfrm>
            <a:off x="8828023" y="5405772"/>
            <a:ext cx="12700" cy="820925"/>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FBC141A1-ADFC-FCDC-6F3A-D5463D87025C}"/>
              </a:ext>
            </a:extLst>
          </p:cNvPr>
          <p:cNvSpPr txBox="1"/>
          <p:nvPr/>
        </p:nvSpPr>
        <p:spPr>
          <a:xfrm>
            <a:off x="8934901" y="5767653"/>
            <a:ext cx="1973140" cy="461665"/>
          </a:xfrm>
          <a:prstGeom prst="rect">
            <a:avLst/>
          </a:prstGeom>
          <a:noFill/>
        </p:spPr>
        <p:txBody>
          <a:bodyPr wrap="square" rtlCol="0">
            <a:spAutoFit/>
          </a:bodyPr>
          <a:lstStyle/>
          <a:p>
            <a:pPr algn="ctr"/>
            <a:r>
              <a:rPr lang="en-US" altLang="ja-JP" sz="1200" dirty="0">
                <a:solidFill>
                  <a:srgbClr val="000000"/>
                </a:solidFill>
                <a:latin typeface="Yu Gothic UI" panose="020B0500000000000000" pitchFamily="34" charset="-128"/>
                <a:ea typeface="Yu Gothic UI" panose="020B0500000000000000" pitchFamily="34" charset="-128"/>
              </a:rPr>
              <a:t>7. </a:t>
            </a:r>
            <a:r>
              <a:rPr lang="ja-JP" altLang="en-US" sz="1200">
                <a:solidFill>
                  <a:srgbClr val="000000"/>
                </a:solidFill>
                <a:latin typeface="Yu Gothic UI" panose="020B0500000000000000" pitchFamily="34" charset="-128"/>
                <a:ea typeface="Yu Gothic UI" panose="020B0500000000000000" pitchFamily="34" charset="-128"/>
              </a:rPr>
              <a:t>変更案がマージされ、</a:t>
            </a:r>
            <a:r>
              <a:rPr lang="en-US" altLang="ja-JP" sz="1200" dirty="0">
                <a:solidFill>
                  <a:srgbClr val="000000"/>
                </a:solidFill>
                <a:latin typeface="Yu Gothic UI" panose="020B0500000000000000" pitchFamily="34" charset="-128"/>
                <a:ea typeface="Yu Gothic UI" panose="020B0500000000000000" pitchFamily="34" charset="-128"/>
              </a:rPr>
              <a:t>Actions </a:t>
            </a:r>
            <a:r>
              <a:rPr lang="ja-JP" altLang="en-US" sz="1200">
                <a:solidFill>
                  <a:srgbClr val="000000"/>
                </a:solidFill>
                <a:latin typeface="Yu Gothic UI" panose="020B0500000000000000" pitchFamily="34" charset="-128"/>
                <a:ea typeface="Yu Gothic UI" panose="020B0500000000000000" pitchFamily="34" charset="-128"/>
              </a:rPr>
              <a:t>が起動</a:t>
            </a:r>
            <a:endParaRPr kumimoji="1" lang="ja-JP" altLang="en-US" sz="1200" dirty="0" err="1">
              <a:solidFill>
                <a:srgbClr val="000000"/>
              </a:solidFill>
              <a:latin typeface="Yu Gothic UI" panose="020B0500000000000000" pitchFamily="34" charset="-128"/>
              <a:ea typeface="Yu Gothic UI" panose="020B0500000000000000" pitchFamily="34" charset="-128"/>
            </a:endParaRPr>
          </a:p>
        </p:txBody>
      </p:sp>
      <p:sp>
        <p:nvSpPr>
          <p:cNvPr id="57" name="正方形/長方形 56">
            <a:extLst>
              <a:ext uri="{FF2B5EF4-FFF2-40B4-BE49-F238E27FC236}">
                <a16:creationId xmlns:a16="http://schemas.microsoft.com/office/drawing/2014/main" id="{0FE4D41D-CAA8-1654-607B-333212746307}"/>
              </a:ext>
            </a:extLst>
          </p:cNvPr>
          <p:cNvSpPr/>
          <p:nvPr/>
        </p:nvSpPr>
        <p:spPr>
          <a:xfrm>
            <a:off x="7537377" y="6151612"/>
            <a:ext cx="261257" cy="1501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Yu Gothic UI" panose="020B0500000000000000" pitchFamily="34" charset="-128"/>
              <a:ea typeface="Yu Gothic UI" panose="020B0500000000000000" pitchFamily="34" charset="-128"/>
            </a:endParaRPr>
          </a:p>
        </p:txBody>
      </p:sp>
      <p:cxnSp>
        <p:nvCxnSpPr>
          <p:cNvPr id="58" name="カギ線コネクタ 57">
            <a:extLst>
              <a:ext uri="{FF2B5EF4-FFF2-40B4-BE49-F238E27FC236}">
                <a16:creationId xmlns:a16="http://schemas.microsoft.com/office/drawing/2014/main" id="{AB5A45A4-14FE-9AA3-5335-3EAA01D2AF5F}"/>
              </a:ext>
            </a:extLst>
          </p:cNvPr>
          <p:cNvCxnSpPr>
            <a:cxnSpLocks/>
            <a:stCxn id="57" idx="1"/>
            <a:endCxn id="16" idx="2"/>
          </p:cNvCxnSpPr>
          <p:nvPr/>
        </p:nvCxnSpPr>
        <p:spPr>
          <a:xfrm rot="10800000">
            <a:off x="1295495" y="5078319"/>
            <a:ext cx="6241882" cy="114837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テキスト ボックス 58">
            <a:extLst>
              <a:ext uri="{FF2B5EF4-FFF2-40B4-BE49-F238E27FC236}">
                <a16:creationId xmlns:a16="http://schemas.microsoft.com/office/drawing/2014/main" id="{0FF67AC1-90CA-A16C-48D9-FF17B062240E}"/>
              </a:ext>
            </a:extLst>
          </p:cNvPr>
          <p:cNvSpPr txBox="1"/>
          <p:nvPr/>
        </p:nvSpPr>
        <p:spPr>
          <a:xfrm>
            <a:off x="2045327" y="5735269"/>
            <a:ext cx="1973140" cy="461665"/>
          </a:xfrm>
          <a:prstGeom prst="rect">
            <a:avLst/>
          </a:prstGeom>
          <a:noFill/>
        </p:spPr>
        <p:txBody>
          <a:bodyPr wrap="square" rtlCol="0">
            <a:spAutoFit/>
          </a:bodyPr>
          <a:lstStyle/>
          <a:p>
            <a:pPr algn="ctr"/>
            <a:r>
              <a:rPr lang="en-US" altLang="ja-JP" sz="1200" dirty="0">
                <a:solidFill>
                  <a:srgbClr val="000000"/>
                </a:solidFill>
                <a:latin typeface="Yu Gothic UI" panose="020B0500000000000000" pitchFamily="34" charset="-128"/>
                <a:ea typeface="Yu Gothic UI" panose="020B0500000000000000" pitchFamily="34" charset="-128"/>
              </a:rPr>
              <a:t>8. </a:t>
            </a:r>
            <a:r>
              <a:rPr lang="ja-JP" altLang="en-US" sz="1200">
                <a:solidFill>
                  <a:srgbClr val="000000"/>
                </a:solidFill>
                <a:latin typeface="Yu Gothic UI" panose="020B0500000000000000" pitchFamily="34" charset="-128"/>
                <a:ea typeface="Yu Gothic UI" panose="020B0500000000000000" pitchFamily="34" charset="-128"/>
              </a:rPr>
              <a:t>解決策がデプロイされ、</a:t>
            </a:r>
            <a:endParaRPr lang="en-US" altLang="ja-JP" sz="1200" dirty="0">
              <a:solidFill>
                <a:srgbClr val="000000"/>
              </a:solidFill>
              <a:latin typeface="Yu Gothic UI" panose="020B0500000000000000" pitchFamily="34" charset="-128"/>
              <a:ea typeface="Yu Gothic UI" panose="020B0500000000000000" pitchFamily="34" charset="-128"/>
            </a:endParaRPr>
          </a:p>
          <a:p>
            <a:pPr algn="ctr"/>
            <a:r>
              <a:rPr lang="ja-JP" altLang="en-US" sz="1200">
                <a:solidFill>
                  <a:srgbClr val="000000"/>
                </a:solidFill>
                <a:latin typeface="Yu Gothic UI" panose="020B0500000000000000" pitchFamily="34" charset="-128"/>
                <a:ea typeface="Yu Gothic UI" panose="020B0500000000000000" pitchFamily="34" charset="-128"/>
              </a:rPr>
              <a:t>インシデントが解消する</a:t>
            </a:r>
            <a:endParaRPr kumimoji="1" lang="ja-JP" altLang="en-US" sz="1200" dirty="0" err="1">
              <a:solidFill>
                <a:srgbClr val="000000"/>
              </a:solidFill>
              <a:latin typeface="Yu Gothic UI" panose="020B0500000000000000" pitchFamily="34" charset="-128"/>
              <a:ea typeface="Yu Gothic UI" panose="020B0500000000000000" pitchFamily="34" charset="-128"/>
            </a:endParaRPr>
          </a:p>
        </p:txBody>
      </p:sp>
      <p:sp>
        <p:nvSpPr>
          <p:cNvPr id="60" name="正方形/長方形 59">
            <a:extLst>
              <a:ext uri="{FF2B5EF4-FFF2-40B4-BE49-F238E27FC236}">
                <a16:creationId xmlns:a16="http://schemas.microsoft.com/office/drawing/2014/main" id="{AABFFD52-9E92-DB3E-EBA5-03101C44E578}"/>
              </a:ext>
            </a:extLst>
          </p:cNvPr>
          <p:cNvSpPr/>
          <p:nvPr/>
        </p:nvSpPr>
        <p:spPr>
          <a:xfrm>
            <a:off x="5299788" y="3580209"/>
            <a:ext cx="2096246" cy="1979689"/>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Yu Gothic UI" panose="020B0500000000000000" pitchFamily="34" charset="-128"/>
              <a:ea typeface="Yu Gothic UI" panose="020B0500000000000000" pitchFamily="34" charset="-128"/>
            </a:endParaRPr>
          </a:p>
        </p:txBody>
      </p:sp>
      <p:sp>
        <p:nvSpPr>
          <p:cNvPr id="61" name="四角形吹き出し 60">
            <a:extLst>
              <a:ext uri="{FF2B5EF4-FFF2-40B4-BE49-F238E27FC236}">
                <a16:creationId xmlns:a16="http://schemas.microsoft.com/office/drawing/2014/main" id="{64167A60-E899-66AF-35F5-A34ECC71ACC3}"/>
              </a:ext>
            </a:extLst>
          </p:cNvPr>
          <p:cNvSpPr/>
          <p:nvPr/>
        </p:nvSpPr>
        <p:spPr>
          <a:xfrm>
            <a:off x="1623527" y="2524195"/>
            <a:ext cx="2694212" cy="904805"/>
          </a:xfrm>
          <a:prstGeom prst="wedgeRectCallout">
            <a:avLst>
              <a:gd name="adj1" fmla="val 86903"/>
              <a:gd name="adj2" fmla="val 76964"/>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solidFill>
                  <a:schemeClr val="tx1"/>
                </a:solidFill>
                <a:latin typeface="Yu Gothic UI" panose="020B0500000000000000" pitchFamily="34" charset="-128"/>
                <a:ea typeface="Yu Gothic UI" panose="020B0500000000000000" pitchFamily="34" charset="-128"/>
              </a:rPr>
              <a:t>人間には品質の均質化や、可能な限りの情報の詰め込みが難しかったドキュメンテーションの部分が</a:t>
            </a:r>
            <a:r>
              <a:rPr lang="en-US" altLang="ja-JP" sz="1200" dirty="0">
                <a:solidFill>
                  <a:schemeClr val="tx1"/>
                </a:solidFill>
                <a:latin typeface="Yu Gothic UI" panose="020B0500000000000000" pitchFamily="34" charset="-128"/>
                <a:ea typeface="Yu Gothic UI" panose="020B0500000000000000" pitchFamily="34" charset="-128"/>
              </a:rPr>
              <a:t> AI </a:t>
            </a:r>
            <a:r>
              <a:rPr lang="ja-JP" altLang="en-US" sz="1200">
                <a:solidFill>
                  <a:schemeClr val="tx1"/>
                </a:solidFill>
                <a:latin typeface="Yu Gothic UI" panose="020B0500000000000000" pitchFamily="34" charset="-128"/>
                <a:ea typeface="Yu Gothic UI" panose="020B0500000000000000" pitchFamily="34" charset="-128"/>
              </a:rPr>
              <a:t>により代替され、形式知化を促進できるようになる</a:t>
            </a:r>
            <a:endParaRPr kumimoji="1" lang="ja-JP" altLang="en-US" sz="1200">
              <a:solidFill>
                <a:schemeClr val="tx1"/>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4250544099"/>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spAutoFit/>
      </a:bodyPr>
      <a:lstStyle>
        <a:defPPr marL="0" marR="0" indent="0" algn="l" defTabSz="931757" rtl="0" eaLnBrk="1" fontAlgn="base" latinLnBrk="0" hangingPunct="1">
          <a:lnSpc>
            <a:spcPct val="90000"/>
          </a:lnSpc>
          <a:spcBef>
            <a:spcPct val="0"/>
          </a:spcBef>
          <a:spcAft>
            <a:spcPct val="0"/>
          </a:spcAft>
          <a:buClrTx/>
          <a:buSzTx/>
          <a:buFontTx/>
          <a:buNone/>
          <a:tabLst/>
          <a:defRPr kumimoji="0" sz="1600" b="0" i="0" u="none" strike="noStrike" kern="1200" cap="none" spc="0" normalizeH="0" baseline="0" noProof="0" smtClean="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defRPr>
        </a:defPPr>
      </a:lstStyle>
    </a:tx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20575</TotalTime>
  <Words>2957</Words>
  <Application>Microsoft Macintosh PowerPoint</Application>
  <DocSecurity>0</DocSecurity>
  <PresentationFormat>ワイド画面</PresentationFormat>
  <Paragraphs>348</Paragraphs>
  <Slides>25</Slides>
  <Notes>23</Notes>
  <HiddenSlides>0</HiddenSlides>
  <MMClips>0</MMClips>
  <ScaleCrop>false</ScaleCrop>
  <HeadingPairs>
    <vt:vector size="6" baseType="variant">
      <vt:variant>
        <vt:lpstr>使用されているフォント</vt:lpstr>
      </vt:variant>
      <vt:variant>
        <vt:i4>11</vt:i4>
      </vt:variant>
      <vt:variant>
        <vt:lpstr>テーマ</vt:lpstr>
      </vt:variant>
      <vt:variant>
        <vt:i4>1</vt:i4>
      </vt:variant>
      <vt:variant>
        <vt:lpstr>スライド タイトル</vt:lpstr>
      </vt:variant>
      <vt:variant>
        <vt:i4>25</vt:i4>
      </vt:variant>
    </vt:vector>
  </HeadingPairs>
  <TitlesOfParts>
    <vt:vector size="37" baseType="lpstr">
      <vt:lpstr>Meiryo UI</vt:lpstr>
      <vt:lpstr>Yu Gothic UI</vt:lpstr>
      <vt:lpstr>Meiryo</vt:lpstr>
      <vt:lpstr>Yu Gothic</vt:lpstr>
      <vt:lpstr>Yu Gothic</vt:lpstr>
      <vt:lpstr>游ゴシック Light</vt:lpstr>
      <vt:lpstr>Arial</vt:lpstr>
      <vt:lpstr>Segoe Sans Text</vt:lpstr>
      <vt:lpstr>Segoe UI</vt:lpstr>
      <vt:lpstr>Segoe UI Semibold</vt:lpstr>
      <vt:lpstr>Wingdings</vt:lpstr>
      <vt:lpstr>Office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hiyam_external_tenant_992867</cp:lastModifiedBy>
  <cp:revision>9</cp:revision>
  <dcterms:created xsi:type="dcterms:W3CDTF">2026-05-27T01:15:34Z</dcterms:created>
  <dcterms:modified xsi:type="dcterms:W3CDTF">2026-07-31T07:17:14Z</dcterms:modified>
</cp:coreProperties>
</file>