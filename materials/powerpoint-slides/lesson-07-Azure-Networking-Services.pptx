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ink/ink11.xml" ContentType="application/inkml+xml"/>
  <Override PartName="/ppt/ink/ink12.xml" ContentType="application/inkml+xml"/>
  <Override PartName="/ppt/ink/ink13.xml" ContentType="application/inkml+xml"/>
  <Override PartName="/ppt/ink/ink14.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6"/>
  </p:notesMasterIdLst>
  <p:sldIdLst>
    <p:sldId id="256" r:id="rId2"/>
    <p:sldId id="262" r:id="rId3"/>
    <p:sldId id="257" r:id="rId4"/>
    <p:sldId id="2076138975" r:id="rId5"/>
    <p:sldId id="259" r:id="rId6"/>
    <p:sldId id="2076138987" r:id="rId7"/>
    <p:sldId id="260" r:id="rId8"/>
    <p:sldId id="2076138976" r:id="rId9"/>
    <p:sldId id="2076138977" r:id="rId10"/>
    <p:sldId id="2076138978" r:id="rId11"/>
    <p:sldId id="2076138979" r:id="rId12"/>
    <p:sldId id="2076138980" r:id="rId13"/>
    <p:sldId id="2076138981" r:id="rId14"/>
    <p:sldId id="2076138982" r:id="rId15"/>
    <p:sldId id="2076138983" r:id="rId16"/>
    <p:sldId id="2076139028" r:id="rId17"/>
    <p:sldId id="2076138984" r:id="rId18"/>
    <p:sldId id="2076138985" r:id="rId19"/>
    <p:sldId id="2076138986" r:id="rId20"/>
    <p:sldId id="2076138988" r:id="rId21"/>
    <p:sldId id="2076138989" r:id="rId22"/>
    <p:sldId id="2076138990" r:id="rId23"/>
    <p:sldId id="2076138991" r:id="rId24"/>
    <p:sldId id="2076138992" r:id="rId25"/>
    <p:sldId id="2076138993" r:id="rId26"/>
    <p:sldId id="2076139029" r:id="rId27"/>
    <p:sldId id="2076138994" r:id="rId28"/>
    <p:sldId id="2076138995" r:id="rId29"/>
    <p:sldId id="2076138996" r:id="rId30"/>
    <p:sldId id="2076139031" r:id="rId31"/>
    <p:sldId id="2076139030" r:id="rId32"/>
    <p:sldId id="2076138997" r:id="rId33"/>
    <p:sldId id="2076138998" r:id="rId34"/>
    <p:sldId id="2076138999" r:id="rId35"/>
    <p:sldId id="2076139000" r:id="rId36"/>
    <p:sldId id="2076139032" r:id="rId37"/>
    <p:sldId id="2076139033" r:id="rId38"/>
    <p:sldId id="2076139001" r:id="rId39"/>
    <p:sldId id="2076139034" r:id="rId40"/>
    <p:sldId id="2076139002" r:id="rId41"/>
    <p:sldId id="2076139035" r:id="rId42"/>
    <p:sldId id="2076139003" r:id="rId43"/>
    <p:sldId id="2076139004" r:id="rId44"/>
    <p:sldId id="2076139005" r:id="rId45"/>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278CA2B2-9711-034F-A366-FB669B9845B9}">
          <p14:sldIdLst>
            <p14:sldId id="256"/>
            <p14:sldId id="262"/>
            <p14:sldId id="257"/>
          </p14:sldIdLst>
        </p14:section>
        <p14:section name="Section 1" id="{B8EAF6B5-498F-D04D-A0FC-6F269AF9709F}">
          <p14:sldIdLst>
            <p14:sldId id="2076138975"/>
            <p14:sldId id="259"/>
            <p14:sldId id="2076138987"/>
            <p14:sldId id="260"/>
            <p14:sldId id="2076138976"/>
            <p14:sldId id="2076138977"/>
            <p14:sldId id="2076138978"/>
            <p14:sldId id="2076138979"/>
            <p14:sldId id="2076138980"/>
            <p14:sldId id="2076138981"/>
            <p14:sldId id="2076138982"/>
            <p14:sldId id="2076138983"/>
            <p14:sldId id="2076139028"/>
            <p14:sldId id="2076138984"/>
            <p14:sldId id="2076138985"/>
            <p14:sldId id="2076138986"/>
            <p14:sldId id="2076138988"/>
            <p14:sldId id="2076138989"/>
            <p14:sldId id="2076138990"/>
            <p14:sldId id="2076138991"/>
            <p14:sldId id="2076138992"/>
            <p14:sldId id="2076138993"/>
            <p14:sldId id="2076139029"/>
            <p14:sldId id="2076138994"/>
            <p14:sldId id="2076138995"/>
            <p14:sldId id="2076138996"/>
            <p14:sldId id="2076139031"/>
          </p14:sldIdLst>
        </p14:section>
        <p14:section name="Section 2" id="{CD15DF56-14BE-F040-AC45-0A3E37AD338D}">
          <p14:sldIdLst>
            <p14:sldId id="2076139030"/>
            <p14:sldId id="2076138997"/>
            <p14:sldId id="2076138998"/>
            <p14:sldId id="2076138999"/>
            <p14:sldId id="2076139000"/>
            <p14:sldId id="2076139032"/>
            <p14:sldId id="2076139033"/>
            <p14:sldId id="2076139001"/>
          </p14:sldIdLst>
        </p14:section>
        <p14:section name="Section 3" id="{AF8A8B4B-FAAA-354A-AA8D-37AE8FE58BF6}">
          <p14:sldIdLst>
            <p14:sldId id="2076139034"/>
            <p14:sldId id="2076139002"/>
            <p14:sldId id="2076139035"/>
            <p14:sldId id="2076139003"/>
            <p14:sldId id="2076139004"/>
            <p14:sldId id="207613900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472C4"/>
    <a:srgbClr val="70AD47"/>
    <a:srgbClr val="3D746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BAFE31-E7B8-2B4C-A7E7-175C5D31F1AE}" v="178" dt="2026-06-19T13:50:51.225"/>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827"/>
    <p:restoredTop sz="84889"/>
  </p:normalViewPr>
  <p:slideViewPr>
    <p:cSldViewPr snapToGrid="0">
      <p:cViewPr varScale="1">
        <p:scale>
          <a:sx n="116" d="100"/>
          <a:sy n="116" d="100"/>
        </p:scale>
        <p:origin x="269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ironari Yamada" userId="e57621f8-ec3c-449e-bb19-001fffcc008e" providerId="ADAL" clId="{BC0BD879-F267-5CCA-8DEA-E3B2DD07DA4E}"/>
    <pc:docChg chg="undo custSel addSld delSld modSld sldOrd addSection modSection">
      <pc:chgData name="Hironari Yamada" userId="e57621f8-ec3c-449e-bb19-001fffcc008e" providerId="ADAL" clId="{BC0BD879-F267-5CCA-8DEA-E3B2DD07DA4E}" dt="2026-06-19T14:02:21.505" v="32083" actId="17846"/>
      <pc:docMkLst>
        <pc:docMk/>
      </pc:docMkLst>
      <pc:sldChg chg="delSp modSp mod modNotesTx">
        <pc:chgData name="Hironari Yamada" userId="e57621f8-ec3c-449e-bb19-001fffcc008e" providerId="ADAL" clId="{BC0BD879-F267-5CCA-8DEA-E3B2DD07DA4E}" dt="2026-06-18T08:05:42.468" v="26369" actId="20577"/>
        <pc:sldMkLst>
          <pc:docMk/>
          <pc:sldMk cId="188169028" sldId="256"/>
        </pc:sldMkLst>
        <pc:spChg chg="mod">
          <ac:chgData name="Hironari Yamada" userId="e57621f8-ec3c-449e-bb19-001fffcc008e" providerId="ADAL" clId="{BC0BD879-F267-5CCA-8DEA-E3B2DD07DA4E}" dt="2026-06-18T08:05:42.468" v="26369" actId="20577"/>
          <ac:spMkLst>
            <pc:docMk/>
            <pc:sldMk cId="188169028" sldId="256"/>
            <ac:spMk id="5" creationId="{9DBD5B95-C9F5-4638-96D9-A8CE4A155095}"/>
          </ac:spMkLst>
        </pc:spChg>
        <pc:spChg chg="mod">
          <ac:chgData name="Hironari Yamada" userId="e57621f8-ec3c-449e-bb19-001fffcc008e" providerId="ADAL" clId="{BC0BD879-F267-5CCA-8DEA-E3B2DD07DA4E}" dt="2026-06-18T08:04:41.023" v="26308" actId="20577"/>
          <ac:spMkLst>
            <pc:docMk/>
            <pc:sldMk cId="188169028" sldId="256"/>
            <ac:spMk id="6" creationId="{2769FC6D-0B0A-4C37-8C6D-9B70639859DC}"/>
          </ac:spMkLst>
        </pc:spChg>
        <pc:spChg chg="mod">
          <ac:chgData name="Hironari Yamada" userId="e57621f8-ec3c-449e-bb19-001fffcc008e" providerId="ADAL" clId="{BC0BD879-F267-5CCA-8DEA-E3B2DD07DA4E}" dt="2026-06-02T11:37:44.168" v="6021" actId="20577"/>
          <ac:spMkLst>
            <pc:docMk/>
            <pc:sldMk cId="188169028" sldId="256"/>
            <ac:spMk id="7" creationId="{DFE36B7A-5E3C-45E7-B5C6-DD919C94A7E7}"/>
          </ac:spMkLst>
        </pc:spChg>
        <pc:spChg chg="mod">
          <ac:chgData name="Hironari Yamada" userId="e57621f8-ec3c-449e-bb19-001fffcc008e" providerId="ADAL" clId="{BC0BD879-F267-5CCA-8DEA-E3B2DD07DA4E}" dt="2026-06-09T06:43:59.838" v="20205" actId="20577"/>
          <ac:spMkLst>
            <pc:docMk/>
            <pc:sldMk cId="188169028" sldId="256"/>
            <ac:spMk id="10" creationId="{E22E1A59-BBE7-499C-B63A-23D32A401642}"/>
          </ac:spMkLst>
        </pc:spChg>
      </pc:sldChg>
      <pc:sldChg chg="addSp delSp modSp mod modNotesTx">
        <pc:chgData name="Hironari Yamada" userId="e57621f8-ec3c-449e-bb19-001fffcc008e" providerId="ADAL" clId="{BC0BD879-F267-5CCA-8DEA-E3B2DD07DA4E}" dt="2026-06-19T00:58:56.840" v="27693" actId="207"/>
        <pc:sldMkLst>
          <pc:docMk/>
          <pc:sldMk cId="1186077149" sldId="257"/>
        </pc:sldMkLst>
        <pc:spChg chg="mod">
          <ac:chgData name="Hironari Yamada" userId="e57621f8-ec3c-449e-bb19-001fffcc008e" providerId="ADAL" clId="{BC0BD879-F267-5CCA-8DEA-E3B2DD07DA4E}" dt="2026-06-18T08:06:07.343" v="26370"/>
          <ac:spMkLst>
            <pc:docMk/>
            <pc:sldMk cId="1186077149" sldId="257"/>
            <ac:spMk id="2" creationId="{09603FD4-D301-438E-8486-12311D034221}"/>
          </ac:spMkLst>
        </pc:spChg>
        <pc:spChg chg="del mod">
          <ac:chgData name="Hironari Yamada" userId="e57621f8-ec3c-449e-bb19-001fffcc008e" providerId="ADAL" clId="{BC0BD879-F267-5CCA-8DEA-E3B2DD07DA4E}" dt="2026-06-19T00:57:41.910" v="27682" actId="478"/>
          <ac:spMkLst>
            <pc:docMk/>
            <pc:sldMk cId="1186077149" sldId="257"/>
            <ac:spMk id="5" creationId="{197161D9-5697-427A-A34A-5CD11A5A6657}"/>
          </ac:spMkLst>
        </pc:spChg>
        <pc:spChg chg="add mod">
          <ac:chgData name="Hironari Yamada" userId="e57621f8-ec3c-449e-bb19-001fffcc008e" providerId="ADAL" clId="{BC0BD879-F267-5CCA-8DEA-E3B2DD07DA4E}" dt="2026-06-19T00:58:56.840" v="27693" actId="207"/>
          <ac:spMkLst>
            <pc:docMk/>
            <pc:sldMk cId="1186077149" sldId="257"/>
            <ac:spMk id="6" creationId="{BA5730E2-5407-A714-1228-8D8DE092CA2A}"/>
          </ac:spMkLst>
        </pc:spChg>
        <pc:spChg chg="del mod">
          <ac:chgData name="Hironari Yamada" userId="e57621f8-ec3c-449e-bb19-001fffcc008e" providerId="ADAL" clId="{BC0BD879-F267-5CCA-8DEA-E3B2DD07DA4E}" dt="2026-06-19T00:57:41.910" v="27682" actId="478"/>
          <ac:spMkLst>
            <pc:docMk/>
            <pc:sldMk cId="1186077149" sldId="257"/>
            <ac:spMk id="8" creationId="{59D2B922-0021-8F48-DAD1-BA6A1C836F74}"/>
          </ac:spMkLst>
        </pc:spChg>
        <pc:spChg chg="add del mod">
          <ac:chgData name="Hironari Yamada" userId="e57621f8-ec3c-449e-bb19-001fffcc008e" providerId="ADAL" clId="{BC0BD879-F267-5CCA-8DEA-E3B2DD07DA4E}" dt="2026-06-19T00:57:41.910" v="27682" actId="478"/>
          <ac:spMkLst>
            <pc:docMk/>
            <pc:sldMk cId="1186077149" sldId="257"/>
            <ac:spMk id="10" creationId="{5A000D35-880E-DA2C-0F55-535AA70DB468}"/>
          </ac:spMkLst>
        </pc:spChg>
        <pc:spChg chg="mod">
          <ac:chgData name="Hironari Yamada" userId="e57621f8-ec3c-449e-bb19-001fffcc008e" providerId="ADAL" clId="{BC0BD879-F267-5CCA-8DEA-E3B2DD07DA4E}" dt="2026-06-19T00:35:18.037" v="26653" actId="20577"/>
          <ac:spMkLst>
            <pc:docMk/>
            <pc:sldMk cId="1186077149" sldId="257"/>
            <ac:spMk id="11" creationId="{59D15100-2B3E-D76B-A75F-975C0850074F}"/>
          </ac:spMkLst>
        </pc:spChg>
        <pc:spChg chg="del">
          <ac:chgData name="Hironari Yamada" userId="e57621f8-ec3c-449e-bb19-001fffcc008e" providerId="ADAL" clId="{BC0BD879-F267-5CCA-8DEA-E3B2DD07DA4E}" dt="2026-06-19T00:57:41.910" v="27682" actId="478"/>
          <ac:spMkLst>
            <pc:docMk/>
            <pc:sldMk cId="1186077149" sldId="257"/>
            <ac:spMk id="12" creationId="{8CA164CB-27AE-C85D-A3B9-BC0246961991}"/>
          </ac:spMkLst>
        </pc:spChg>
        <pc:spChg chg="del">
          <ac:chgData name="Hironari Yamada" userId="e57621f8-ec3c-449e-bb19-001fffcc008e" providerId="ADAL" clId="{BC0BD879-F267-5CCA-8DEA-E3B2DD07DA4E}" dt="2026-06-19T00:57:41.910" v="27682" actId="478"/>
          <ac:spMkLst>
            <pc:docMk/>
            <pc:sldMk cId="1186077149" sldId="257"/>
            <ac:spMk id="13" creationId="{D1830EAD-CA4D-EF13-2C77-E05986271290}"/>
          </ac:spMkLst>
        </pc:spChg>
        <pc:spChg chg="del mod">
          <ac:chgData name="Hironari Yamada" userId="e57621f8-ec3c-449e-bb19-001fffcc008e" providerId="ADAL" clId="{BC0BD879-F267-5CCA-8DEA-E3B2DD07DA4E}" dt="2026-06-19T00:57:41.910" v="27682" actId="478"/>
          <ac:spMkLst>
            <pc:docMk/>
            <pc:sldMk cId="1186077149" sldId="257"/>
            <ac:spMk id="14" creationId="{E766275E-AE64-6EE4-94A2-0F42DB17EB22}"/>
          </ac:spMkLst>
        </pc:spChg>
        <pc:spChg chg="add mod">
          <ac:chgData name="Hironari Yamada" userId="e57621f8-ec3c-449e-bb19-001fffcc008e" providerId="ADAL" clId="{BC0BD879-F267-5CCA-8DEA-E3B2DD07DA4E}" dt="2026-06-19T00:35:50.548" v="26736" actId="20577"/>
          <ac:spMkLst>
            <pc:docMk/>
            <pc:sldMk cId="1186077149" sldId="257"/>
            <ac:spMk id="15" creationId="{58A0C133-AA37-4CB8-71FC-829264814E1B}"/>
          </ac:spMkLst>
        </pc:spChg>
        <pc:spChg chg="add del mod">
          <ac:chgData name="Hironari Yamada" userId="e57621f8-ec3c-449e-bb19-001fffcc008e" providerId="ADAL" clId="{BC0BD879-F267-5CCA-8DEA-E3B2DD07DA4E}" dt="2026-06-19T00:57:41.910" v="27682" actId="478"/>
          <ac:spMkLst>
            <pc:docMk/>
            <pc:sldMk cId="1186077149" sldId="257"/>
            <ac:spMk id="16" creationId="{2E920776-BF7C-5874-F27E-7BEC0B67D3F2}"/>
          </ac:spMkLst>
        </pc:spChg>
        <pc:spChg chg="add del mod">
          <ac:chgData name="Hironari Yamada" userId="e57621f8-ec3c-449e-bb19-001fffcc008e" providerId="ADAL" clId="{BC0BD879-F267-5CCA-8DEA-E3B2DD07DA4E}" dt="2026-06-19T00:57:41.910" v="27682" actId="478"/>
          <ac:spMkLst>
            <pc:docMk/>
            <pc:sldMk cId="1186077149" sldId="257"/>
            <ac:spMk id="17" creationId="{0E9C0F30-AFAA-3A7E-939A-51646CE60B24}"/>
          </ac:spMkLst>
        </pc:spChg>
        <pc:spChg chg="del mod">
          <ac:chgData name="Hironari Yamada" userId="e57621f8-ec3c-449e-bb19-001fffcc008e" providerId="ADAL" clId="{BC0BD879-F267-5CCA-8DEA-E3B2DD07DA4E}" dt="2026-06-19T00:57:41.910" v="27682" actId="478"/>
          <ac:spMkLst>
            <pc:docMk/>
            <pc:sldMk cId="1186077149" sldId="257"/>
            <ac:spMk id="19" creationId="{A7C52EFC-73D5-286E-4B8E-8170947F7854}"/>
          </ac:spMkLst>
        </pc:spChg>
        <pc:spChg chg="mod">
          <ac:chgData name="Hironari Yamada" userId="e57621f8-ec3c-449e-bb19-001fffcc008e" providerId="ADAL" clId="{BC0BD879-F267-5CCA-8DEA-E3B2DD07DA4E}" dt="2026-06-19T00:39:08.598" v="27556" actId="6549"/>
          <ac:spMkLst>
            <pc:docMk/>
            <pc:sldMk cId="1186077149" sldId="257"/>
            <ac:spMk id="20" creationId="{062FE2C4-AD2A-1546-20E3-5F5EB12C4302}"/>
          </ac:spMkLst>
        </pc:spChg>
        <pc:spChg chg="del mod">
          <ac:chgData name="Hironari Yamada" userId="e57621f8-ec3c-449e-bb19-001fffcc008e" providerId="ADAL" clId="{BC0BD879-F267-5CCA-8DEA-E3B2DD07DA4E}" dt="2026-06-19T00:57:41.910" v="27682" actId="478"/>
          <ac:spMkLst>
            <pc:docMk/>
            <pc:sldMk cId="1186077149" sldId="257"/>
            <ac:spMk id="21" creationId="{D663B096-C082-72F5-FB5E-5091626679AD}"/>
          </ac:spMkLst>
        </pc:spChg>
        <pc:spChg chg="add del mod">
          <ac:chgData name="Hironari Yamada" userId="e57621f8-ec3c-449e-bb19-001fffcc008e" providerId="ADAL" clId="{BC0BD879-F267-5CCA-8DEA-E3B2DD07DA4E}" dt="2026-06-19T00:37:39.240" v="27208" actId="478"/>
          <ac:spMkLst>
            <pc:docMk/>
            <pc:sldMk cId="1186077149" sldId="257"/>
            <ac:spMk id="22" creationId="{3B3D6044-9DD0-10DD-E152-A6C35D38A440}"/>
          </ac:spMkLst>
        </pc:spChg>
        <pc:spChg chg="add del mod">
          <ac:chgData name="Hironari Yamada" userId="e57621f8-ec3c-449e-bb19-001fffcc008e" providerId="ADAL" clId="{BC0BD879-F267-5CCA-8DEA-E3B2DD07DA4E}" dt="2026-06-19T00:37:39.240" v="27208" actId="478"/>
          <ac:spMkLst>
            <pc:docMk/>
            <pc:sldMk cId="1186077149" sldId="257"/>
            <ac:spMk id="23" creationId="{89D8B656-4DBD-9065-D5D7-99270063E194}"/>
          </ac:spMkLst>
        </pc:spChg>
        <pc:spChg chg="del mod">
          <ac:chgData name="Hironari Yamada" userId="e57621f8-ec3c-449e-bb19-001fffcc008e" providerId="ADAL" clId="{BC0BD879-F267-5CCA-8DEA-E3B2DD07DA4E}" dt="2026-06-19T00:37:36.267" v="27207" actId="478"/>
          <ac:spMkLst>
            <pc:docMk/>
            <pc:sldMk cId="1186077149" sldId="257"/>
            <ac:spMk id="24" creationId="{9B566873-F1D4-1901-58C4-EFB407791D26}"/>
          </ac:spMkLst>
        </pc:spChg>
        <pc:spChg chg="add del mod">
          <ac:chgData name="Hironari Yamada" userId="e57621f8-ec3c-449e-bb19-001fffcc008e" providerId="ADAL" clId="{BC0BD879-F267-5CCA-8DEA-E3B2DD07DA4E}" dt="2026-06-19T00:37:36.267" v="27207" actId="478"/>
          <ac:spMkLst>
            <pc:docMk/>
            <pc:sldMk cId="1186077149" sldId="257"/>
            <ac:spMk id="25" creationId="{F7BCAA9E-1C07-A9E3-46A3-32AE3FFA10B1}"/>
          </ac:spMkLst>
        </pc:spChg>
        <pc:spChg chg="del mod">
          <ac:chgData name="Hironari Yamada" userId="e57621f8-ec3c-449e-bb19-001fffcc008e" providerId="ADAL" clId="{BC0BD879-F267-5CCA-8DEA-E3B2DD07DA4E}" dt="2026-06-19T00:37:36.267" v="27207" actId="478"/>
          <ac:spMkLst>
            <pc:docMk/>
            <pc:sldMk cId="1186077149" sldId="257"/>
            <ac:spMk id="26" creationId="{6FD26045-C6A5-27C9-19E2-F69981563EFA}"/>
          </ac:spMkLst>
        </pc:spChg>
        <pc:spChg chg="add mod">
          <ac:chgData name="Hironari Yamada" userId="e57621f8-ec3c-449e-bb19-001fffcc008e" providerId="ADAL" clId="{BC0BD879-F267-5CCA-8DEA-E3B2DD07DA4E}" dt="2026-06-19T00:58:01.267" v="27685" actId="207"/>
          <ac:spMkLst>
            <pc:docMk/>
            <pc:sldMk cId="1186077149" sldId="257"/>
            <ac:spMk id="28" creationId="{082875FD-CF84-716A-40A8-E0A372A2C1FE}"/>
          </ac:spMkLst>
        </pc:spChg>
        <pc:spChg chg="add mod">
          <ac:chgData name="Hironari Yamada" userId="e57621f8-ec3c-449e-bb19-001fffcc008e" providerId="ADAL" clId="{BC0BD879-F267-5CCA-8DEA-E3B2DD07DA4E}" dt="2026-06-19T00:58:34.856" v="27690" actId="2085"/>
          <ac:spMkLst>
            <pc:docMk/>
            <pc:sldMk cId="1186077149" sldId="257"/>
            <ac:spMk id="29" creationId="{25136D54-1636-2C61-D384-49635E274342}"/>
          </ac:spMkLst>
        </pc:spChg>
        <pc:spChg chg="add mod">
          <ac:chgData name="Hironari Yamada" userId="e57621f8-ec3c-449e-bb19-001fffcc008e" providerId="ADAL" clId="{BC0BD879-F267-5CCA-8DEA-E3B2DD07DA4E}" dt="2026-06-19T00:58:34.856" v="27690" actId="2085"/>
          <ac:spMkLst>
            <pc:docMk/>
            <pc:sldMk cId="1186077149" sldId="257"/>
            <ac:spMk id="30" creationId="{3D88EB2E-1DC2-BE81-A7E2-E03882EA2F0B}"/>
          </ac:spMkLst>
        </pc:spChg>
        <pc:spChg chg="add mod">
          <ac:chgData name="Hironari Yamada" userId="e57621f8-ec3c-449e-bb19-001fffcc008e" providerId="ADAL" clId="{BC0BD879-F267-5CCA-8DEA-E3B2DD07DA4E}" dt="2026-06-19T00:57:50.286" v="27684" actId="1076"/>
          <ac:spMkLst>
            <pc:docMk/>
            <pc:sldMk cId="1186077149" sldId="257"/>
            <ac:spMk id="33" creationId="{66E67F6F-023C-8800-9467-425F0C89E80E}"/>
          </ac:spMkLst>
        </pc:spChg>
        <pc:spChg chg="add mod">
          <ac:chgData name="Hironari Yamada" userId="e57621f8-ec3c-449e-bb19-001fffcc008e" providerId="ADAL" clId="{BC0BD879-F267-5CCA-8DEA-E3B2DD07DA4E}" dt="2026-06-19T00:58:22.171" v="27687" actId="207"/>
          <ac:spMkLst>
            <pc:docMk/>
            <pc:sldMk cId="1186077149" sldId="257"/>
            <ac:spMk id="35" creationId="{AF0BDF94-2D29-CDB1-A74E-24DA95D2F601}"/>
          </ac:spMkLst>
        </pc:spChg>
        <pc:spChg chg="add mod">
          <ac:chgData name="Hironari Yamada" userId="e57621f8-ec3c-449e-bb19-001fffcc008e" providerId="ADAL" clId="{BC0BD879-F267-5CCA-8DEA-E3B2DD07DA4E}" dt="2026-06-19T00:58:01.267" v="27685" actId="207"/>
          <ac:spMkLst>
            <pc:docMk/>
            <pc:sldMk cId="1186077149" sldId="257"/>
            <ac:spMk id="39" creationId="{932EDA98-2A38-55D5-D84C-A30225B633CC}"/>
          </ac:spMkLst>
        </pc:spChg>
        <pc:spChg chg="add mod">
          <ac:chgData name="Hironari Yamada" userId="e57621f8-ec3c-449e-bb19-001fffcc008e" providerId="ADAL" clId="{BC0BD879-F267-5CCA-8DEA-E3B2DD07DA4E}" dt="2026-06-19T00:57:50.286" v="27684" actId="1076"/>
          <ac:spMkLst>
            <pc:docMk/>
            <pc:sldMk cId="1186077149" sldId="257"/>
            <ac:spMk id="51" creationId="{37E98CB0-4BC4-8BD6-6097-3B83455C1882}"/>
          </ac:spMkLst>
        </pc:spChg>
        <pc:picChg chg="mod">
          <ac:chgData name="Hironari Yamada" userId="e57621f8-ec3c-449e-bb19-001fffcc008e" providerId="ADAL" clId="{BC0BD879-F267-5CCA-8DEA-E3B2DD07DA4E}" dt="2026-06-19T00:58:11.029" v="27686"/>
          <ac:picMkLst>
            <pc:docMk/>
            <pc:sldMk cId="1186077149" sldId="257"/>
            <ac:picMk id="27" creationId="{ACC9E7DC-257D-06C4-AB28-C55416FA2948}"/>
          </ac:picMkLst>
        </pc:picChg>
        <pc:picChg chg="add mod">
          <ac:chgData name="Hironari Yamada" userId="e57621f8-ec3c-449e-bb19-001fffcc008e" providerId="ADAL" clId="{BC0BD879-F267-5CCA-8DEA-E3B2DD07DA4E}" dt="2026-06-19T00:57:50.286" v="27684" actId="1076"/>
          <ac:picMkLst>
            <pc:docMk/>
            <pc:sldMk cId="1186077149" sldId="257"/>
            <ac:picMk id="43" creationId="{4D215CBF-345E-8380-02F7-E758DA92412B}"/>
          </ac:picMkLst>
        </pc:picChg>
        <pc:picChg chg="add mod">
          <ac:chgData name="Hironari Yamada" userId="e57621f8-ec3c-449e-bb19-001fffcc008e" providerId="ADAL" clId="{BC0BD879-F267-5CCA-8DEA-E3B2DD07DA4E}" dt="2026-06-19T00:57:50.286" v="27684" actId="1076"/>
          <ac:picMkLst>
            <pc:docMk/>
            <pc:sldMk cId="1186077149" sldId="257"/>
            <ac:picMk id="49" creationId="{95762C3B-6F99-572E-A3C6-B73143F3B6EC}"/>
          </ac:picMkLst>
        </pc:picChg>
        <pc:picChg chg="add mod">
          <ac:chgData name="Hironari Yamada" userId="e57621f8-ec3c-449e-bb19-001fffcc008e" providerId="ADAL" clId="{BC0BD879-F267-5CCA-8DEA-E3B2DD07DA4E}" dt="2026-06-19T00:58:53.404" v="27692" actId="167"/>
          <ac:picMkLst>
            <pc:docMk/>
            <pc:sldMk cId="1186077149" sldId="257"/>
            <ac:picMk id="52" creationId="{8D227CB0-1A1B-121F-9B45-665BC1659E99}"/>
          </ac:picMkLst>
        </pc:picChg>
        <pc:cxnChg chg="mod">
          <ac:chgData name="Hironari Yamada" userId="e57621f8-ec3c-449e-bb19-001fffcc008e" providerId="ADAL" clId="{BC0BD879-F267-5CCA-8DEA-E3B2DD07DA4E}" dt="2026-06-19T00:58:28.964" v="27689" actId="692"/>
          <ac:cxnSpMkLst>
            <pc:docMk/>
            <pc:sldMk cId="1186077149" sldId="257"/>
            <ac:cxnSpMk id="31" creationId="{496F3FB4-A3B6-096A-3AF4-829A032F5946}"/>
          </ac:cxnSpMkLst>
        </pc:cxnChg>
        <pc:cxnChg chg="mod">
          <ac:chgData name="Hironari Yamada" userId="e57621f8-ec3c-449e-bb19-001fffcc008e" providerId="ADAL" clId="{BC0BD879-F267-5CCA-8DEA-E3B2DD07DA4E}" dt="2026-06-19T00:58:28.964" v="27689" actId="692"/>
          <ac:cxnSpMkLst>
            <pc:docMk/>
            <pc:sldMk cId="1186077149" sldId="257"/>
            <ac:cxnSpMk id="32" creationId="{CE336EC1-A352-4BDF-E13E-DD8AAC806FE9}"/>
          </ac:cxnSpMkLst>
        </pc:cxnChg>
        <pc:cxnChg chg="mod">
          <ac:chgData name="Hironari Yamada" userId="e57621f8-ec3c-449e-bb19-001fffcc008e" providerId="ADAL" clId="{BC0BD879-F267-5CCA-8DEA-E3B2DD07DA4E}" dt="2026-06-19T00:58:28.964" v="27689" actId="692"/>
          <ac:cxnSpMkLst>
            <pc:docMk/>
            <pc:sldMk cId="1186077149" sldId="257"/>
            <ac:cxnSpMk id="34" creationId="{B9B0FC84-E59A-574C-72B9-4C3720D43D40}"/>
          </ac:cxnSpMkLst>
        </pc:cxnChg>
        <pc:cxnChg chg="mod">
          <ac:chgData name="Hironari Yamada" userId="e57621f8-ec3c-449e-bb19-001fffcc008e" providerId="ADAL" clId="{BC0BD879-F267-5CCA-8DEA-E3B2DD07DA4E}" dt="2026-06-19T00:58:28.964" v="27689" actId="692"/>
          <ac:cxnSpMkLst>
            <pc:docMk/>
            <pc:sldMk cId="1186077149" sldId="257"/>
            <ac:cxnSpMk id="36" creationId="{AD1C068D-2632-12F6-CE62-EDB9287F6330}"/>
          </ac:cxnSpMkLst>
        </pc:cxnChg>
        <pc:cxnChg chg="mod">
          <ac:chgData name="Hironari Yamada" userId="e57621f8-ec3c-449e-bb19-001fffcc008e" providerId="ADAL" clId="{BC0BD879-F267-5CCA-8DEA-E3B2DD07DA4E}" dt="2026-06-19T00:58:28.964" v="27689" actId="692"/>
          <ac:cxnSpMkLst>
            <pc:docMk/>
            <pc:sldMk cId="1186077149" sldId="257"/>
            <ac:cxnSpMk id="37" creationId="{816CBA37-8645-1AA8-CC48-F328D9431E51}"/>
          </ac:cxnSpMkLst>
        </pc:cxnChg>
        <pc:cxnChg chg="mod">
          <ac:chgData name="Hironari Yamada" userId="e57621f8-ec3c-449e-bb19-001fffcc008e" providerId="ADAL" clId="{BC0BD879-F267-5CCA-8DEA-E3B2DD07DA4E}" dt="2026-06-19T00:58:28.964" v="27689" actId="692"/>
          <ac:cxnSpMkLst>
            <pc:docMk/>
            <pc:sldMk cId="1186077149" sldId="257"/>
            <ac:cxnSpMk id="38" creationId="{F85B5139-100C-9E32-060D-6EF736B4FB7A}"/>
          </ac:cxnSpMkLst>
        </pc:cxnChg>
      </pc:sldChg>
      <pc:sldChg chg="addSp delSp modSp add del mod modNotesTx">
        <pc:chgData name="Hironari Yamada" userId="e57621f8-ec3c-449e-bb19-001fffcc008e" providerId="ADAL" clId="{BC0BD879-F267-5CCA-8DEA-E3B2DD07DA4E}" dt="2026-06-18T08:06:15.720" v="26372" actId="2696"/>
        <pc:sldMkLst>
          <pc:docMk/>
          <pc:sldMk cId="4224747020" sldId="258"/>
        </pc:sldMkLst>
        <pc:spChg chg="mod">
          <ac:chgData name="Hironari Yamada" userId="e57621f8-ec3c-449e-bb19-001fffcc008e" providerId="ADAL" clId="{BC0BD879-F267-5CCA-8DEA-E3B2DD07DA4E}" dt="2026-06-18T08:06:07.343" v="26370"/>
          <ac:spMkLst>
            <pc:docMk/>
            <pc:sldMk cId="4224747020" sldId="258"/>
            <ac:spMk id="2" creationId="{1005CF27-108E-2387-65B6-7F33F5C28E23}"/>
          </ac:spMkLst>
        </pc:spChg>
        <pc:spChg chg="mod">
          <ac:chgData name="Hironari Yamada" userId="e57621f8-ec3c-449e-bb19-001fffcc008e" providerId="ADAL" clId="{BC0BD879-F267-5CCA-8DEA-E3B2DD07DA4E}" dt="2026-06-18T08:06:11.354" v="26371" actId="20577"/>
          <ac:spMkLst>
            <pc:docMk/>
            <pc:sldMk cId="4224747020" sldId="258"/>
            <ac:spMk id="9" creationId="{2B772637-E583-BDD6-D2DA-B8015780D89C}"/>
          </ac:spMkLst>
        </pc:spChg>
      </pc:sldChg>
      <pc:sldChg chg="addSp delSp modSp add mod modNotesTx">
        <pc:chgData name="Hironari Yamada" userId="e57621f8-ec3c-449e-bb19-001fffcc008e" providerId="ADAL" clId="{BC0BD879-F267-5CCA-8DEA-E3B2DD07DA4E}" dt="2026-06-19T06:20:49.752" v="27780" actId="207"/>
        <pc:sldMkLst>
          <pc:docMk/>
          <pc:sldMk cId="2223946476" sldId="259"/>
        </pc:sldMkLst>
        <pc:spChg chg="mod">
          <ac:chgData name="Hironari Yamada" userId="e57621f8-ec3c-449e-bb19-001fffcc008e" providerId="ADAL" clId="{BC0BD879-F267-5CCA-8DEA-E3B2DD07DA4E}" dt="2026-06-18T08:06:07.343" v="26370"/>
          <ac:spMkLst>
            <pc:docMk/>
            <pc:sldMk cId="2223946476" sldId="259"/>
            <ac:spMk id="2" creationId="{280D0AA5-FDAC-CF32-6571-64D3E3FF3E4C}"/>
          </ac:spMkLst>
        </pc:spChg>
        <pc:spChg chg="del mod">
          <ac:chgData name="Hironari Yamada" userId="e57621f8-ec3c-449e-bb19-001fffcc008e" providerId="ADAL" clId="{BC0BD879-F267-5CCA-8DEA-E3B2DD07DA4E}" dt="2026-06-19T06:20:44.214" v="27778" actId="478"/>
          <ac:spMkLst>
            <pc:docMk/>
            <pc:sldMk cId="2223946476" sldId="259"/>
            <ac:spMk id="5" creationId="{3D42F9CE-B715-7AFC-78A1-1E991CB4A145}"/>
          </ac:spMkLst>
        </pc:spChg>
        <pc:spChg chg="mod">
          <ac:chgData name="Hironari Yamada" userId="e57621f8-ec3c-449e-bb19-001fffcc008e" providerId="ADAL" clId="{BC0BD879-F267-5CCA-8DEA-E3B2DD07DA4E}" dt="2026-06-19T06:20:42.911" v="27777"/>
          <ac:spMkLst>
            <pc:docMk/>
            <pc:sldMk cId="2223946476" sldId="259"/>
            <ac:spMk id="9" creationId="{667CD011-3D21-C42B-1EC6-54A3CCB078E9}"/>
          </ac:spMkLst>
        </pc:spChg>
        <pc:spChg chg="del">
          <ac:chgData name="Hironari Yamada" userId="e57621f8-ec3c-449e-bb19-001fffcc008e" providerId="ADAL" clId="{BC0BD879-F267-5CCA-8DEA-E3B2DD07DA4E}" dt="2026-06-19T00:52:08.709" v="27681" actId="478"/>
          <ac:spMkLst>
            <pc:docMk/>
            <pc:sldMk cId="2223946476" sldId="259"/>
            <ac:spMk id="30" creationId="{D55F2005-A0C8-94DB-4D16-71C5563FD87B}"/>
          </ac:spMkLst>
        </pc:spChg>
        <pc:spChg chg="add del mod">
          <ac:chgData name="Hironari Yamada" userId="e57621f8-ec3c-449e-bb19-001fffcc008e" providerId="ADAL" clId="{BC0BD879-F267-5CCA-8DEA-E3B2DD07DA4E}" dt="2026-06-19T00:52:08.709" v="27681" actId="478"/>
          <ac:spMkLst>
            <pc:docMk/>
            <pc:sldMk cId="2223946476" sldId="259"/>
            <ac:spMk id="32" creationId="{F95D47B7-4F39-AD7D-4F7C-4A55DAFC644A}"/>
          </ac:spMkLst>
        </pc:spChg>
        <pc:spChg chg="add del mod">
          <ac:chgData name="Hironari Yamada" userId="e57621f8-ec3c-449e-bb19-001fffcc008e" providerId="ADAL" clId="{BC0BD879-F267-5CCA-8DEA-E3B2DD07DA4E}" dt="2026-06-19T00:52:08.709" v="27681" actId="478"/>
          <ac:spMkLst>
            <pc:docMk/>
            <pc:sldMk cId="2223946476" sldId="259"/>
            <ac:spMk id="39" creationId="{495B3080-C676-9EB5-AF8B-EBD945C135B8}"/>
          </ac:spMkLst>
        </pc:spChg>
        <pc:spChg chg="add del mod">
          <ac:chgData name="Hironari Yamada" userId="e57621f8-ec3c-449e-bb19-001fffcc008e" providerId="ADAL" clId="{BC0BD879-F267-5CCA-8DEA-E3B2DD07DA4E}" dt="2026-06-19T00:52:08.709" v="27681" actId="478"/>
          <ac:spMkLst>
            <pc:docMk/>
            <pc:sldMk cId="2223946476" sldId="259"/>
            <ac:spMk id="42" creationId="{9AF5A3D8-6B52-2653-D4EF-D05788BA12A7}"/>
          </ac:spMkLst>
        </pc:spChg>
        <pc:spChg chg="del">
          <ac:chgData name="Hironari Yamada" userId="e57621f8-ec3c-449e-bb19-001fffcc008e" providerId="ADAL" clId="{BC0BD879-F267-5CCA-8DEA-E3B2DD07DA4E}" dt="2026-06-19T00:52:08.709" v="27681" actId="478"/>
          <ac:spMkLst>
            <pc:docMk/>
            <pc:sldMk cId="2223946476" sldId="259"/>
            <ac:spMk id="50" creationId="{C0C4C41A-715C-C138-0516-EBF214D7CDDD}"/>
          </ac:spMkLst>
        </pc:spChg>
        <pc:spChg chg="add del mod">
          <ac:chgData name="Hironari Yamada" userId="e57621f8-ec3c-449e-bb19-001fffcc008e" providerId="ADAL" clId="{BC0BD879-F267-5CCA-8DEA-E3B2DD07DA4E}" dt="2026-06-19T00:52:08.709" v="27681" actId="478"/>
          <ac:spMkLst>
            <pc:docMk/>
            <pc:sldMk cId="2223946476" sldId="259"/>
            <ac:spMk id="52" creationId="{E6B292BC-971A-9274-9579-C3DC6D971C03}"/>
          </ac:spMkLst>
        </pc:spChg>
        <pc:spChg chg="add del mod">
          <ac:chgData name="Hironari Yamada" userId="e57621f8-ec3c-449e-bb19-001fffcc008e" providerId="ADAL" clId="{BC0BD879-F267-5CCA-8DEA-E3B2DD07DA4E}" dt="2026-06-19T00:52:08.709" v="27681" actId="478"/>
          <ac:spMkLst>
            <pc:docMk/>
            <pc:sldMk cId="2223946476" sldId="259"/>
            <ac:spMk id="53" creationId="{7B6A5D23-1035-5998-1517-EBB654B417A6}"/>
          </ac:spMkLst>
        </pc:spChg>
        <pc:spChg chg="add del mod">
          <ac:chgData name="Hironari Yamada" userId="e57621f8-ec3c-449e-bb19-001fffcc008e" providerId="ADAL" clId="{BC0BD879-F267-5CCA-8DEA-E3B2DD07DA4E}" dt="2026-06-19T00:52:08.709" v="27681" actId="478"/>
          <ac:spMkLst>
            <pc:docMk/>
            <pc:sldMk cId="2223946476" sldId="259"/>
            <ac:spMk id="58" creationId="{5A9BF735-30D6-4EDA-5E50-A98234921BF8}"/>
          </ac:spMkLst>
        </pc:spChg>
        <pc:spChg chg="add del mod">
          <ac:chgData name="Hironari Yamada" userId="e57621f8-ec3c-449e-bb19-001fffcc008e" providerId="ADAL" clId="{BC0BD879-F267-5CCA-8DEA-E3B2DD07DA4E}" dt="2026-06-19T00:52:08.709" v="27681" actId="478"/>
          <ac:spMkLst>
            <pc:docMk/>
            <pc:sldMk cId="2223946476" sldId="259"/>
            <ac:spMk id="59" creationId="{48723F98-B811-6032-86EC-AC7A5CA34CDE}"/>
          </ac:spMkLst>
        </pc:spChg>
        <pc:spChg chg="add del mod">
          <ac:chgData name="Hironari Yamada" userId="e57621f8-ec3c-449e-bb19-001fffcc008e" providerId="ADAL" clId="{BC0BD879-F267-5CCA-8DEA-E3B2DD07DA4E}" dt="2026-06-19T00:52:08.709" v="27681" actId="478"/>
          <ac:spMkLst>
            <pc:docMk/>
            <pc:sldMk cId="2223946476" sldId="259"/>
            <ac:spMk id="60" creationId="{762AD4CC-BAF3-2F32-8F22-D8558F34582E}"/>
          </ac:spMkLst>
        </pc:spChg>
        <pc:spChg chg="add mod">
          <ac:chgData name="Hironari Yamada" userId="e57621f8-ec3c-449e-bb19-001fffcc008e" providerId="ADAL" clId="{BC0BD879-F267-5CCA-8DEA-E3B2DD07DA4E}" dt="2026-06-19T01:19:47.120" v="27756" actId="207"/>
          <ac:spMkLst>
            <pc:docMk/>
            <pc:sldMk cId="2223946476" sldId="259"/>
            <ac:spMk id="69" creationId="{468BA369-C5B2-9913-A773-2A1060FFF1DE}"/>
          </ac:spMkLst>
        </pc:spChg>
        <pc:spChg chg="add mod">
          <ac:chgData name="Hironari Yamada" userId="e57621f8-ec3c-449e-bb19-001fffcc008e" providerId="ADAL" clId="{BC0BD879-F267-5CCA-8DEA-E3B2DD07DA4E}" dt="2026-06-19T01:19:47.120" v="27756" actId="207"/>
          <ac:spMkLst>
            <pc:docMk/>
            <pc:sldMk cId="2223946476" sldId="259"/>
            <ac:spMk id="70" creationId="{0FEA3F22-F707-A4E5-5BBA-2DF535FAA927}"/>
          </ac:spMkLst>
        </pc:spChg>
        <pc:spChg chg="add mod">
          <ac:chgData name="Hironari Yamada" userId="e57621f8-ec3c-449e-bb19-001fffcc008e" providerId="ADAL" clId="{BC0BD879-F267-5CCA-8DEA-E3B2DD07DA4E}" dt="2026-06-19T01:19:47.120" v="27756" actId="207"/>
          <ac:spMkLst>
            <pc:docMk/>
            <pc:sldMk cId="2223946476" sldId="259"/>
            <ac:spMk id="71" creationId="{4BFA8304-3303-A3D1-D61F-8BF0FC2F0890}"/>
          </ac:spMkLst>
        </pc:spChg>
        <pc:spChg chg="add mod">
          <ac:chgData name="Hironari Yamada" userId="e57621f8-ec3c-449e-bb19-001fffcc008e" providerId="ADAL" clId="{BC0BD879-F267-5CCA-8DEA-E3B2DD07DA4E}" dt="2026-06-19T01:19:47.120" v="27756" actId="207"/>
          <ac:spMkLst>
            <pc:docMk/>
            <pc:sldMk cId="2223946476" sldId="259"/>
            <ac:spMk id="91" creationId="{B57E1E13-49DA-B5E8-AA05-81593D8E2459}"/>
          </ac:spMkLst>
        </pc:spChg>
        <pc:spChg chg="add mod">
          <ac:chgData name="Hironari Yamada" userId="e57621f8-ec3c-449e-bb19-001fffcc008e" providerId="ADAL" clId="{BC0BD879-F267-5CCA-8DEA-E3B2DD07DA4E}" dt="2026-06-19T01:19:47.120" v="27756" actId="207"/>
          <ac:spMkLst>
            <pc:docMk/>
            <pc:sldMk cId="2223946476" sldId="259"/>
            <ac:spMk id="92" creationId="{2B4DADE5-B4EA-10A5-1AD6-BECD3D44E351}"/>
          </ac:spMkLst>
        </pc:spChg>
        <pc:spChg chg="add mod">
          <ac:chgData name="Hironari Yamada" userId="e57621f8-ec3c-449e-bb19-001fffcc008e" providerId="ADAL" clId="{BC0BD879-F267-5CCA-8DEA-E3B2DD07DA4E}" dt="2026-06-19T01:19:47.120" v="27756" actId="207"/>
          <ac:spMkLst>
            <pc:docMk/>
            <pc:sldMk cId="2223946476" sldId="259"/>
            <ac:spMk id="95" creationId="{945C2CC7-419D-24EE-5EF7-40B87AEFD8B7}"/>
          </ac:spMkLst>
        </pc:spChg>
        <pc:spChg chg="add mod">
          <ac:chgData name="Hironari Yamada" userId="e57621f8-ec3c-449e-bb19-001fffcc008e" providerId="ADAL" clId="{BC0BD879-F267-5CCA-8DEA-E3B2DD07DA4E}" dt="2026-06-19T01:19:47.120" v="27756" actId="207"/>
          <ac:spMkLst>
            <pc:docMk/>
            <pc:sldMk cId="2223946476" sldId="259"/>
            <ac:spMk id="96" creationId="{346532FF-7A4A-ABFC-41F1-66889EA70D59}"/>
          </ac:spMkLst>
        </pc:spChg>
        <pc:spChg chg="add mod">
          <ac:chgData name="Hironari Yamada" userId="e57621f8-ec3c-449e-bb19-001fffcc008e" providerId="ADAL" clId="{BC0BD879-F267-5CCA-8DEA-E3B2DD07DA4E}" dt="2026-06-19T01:19:47.120" v="27756" actId="207"/>
          <ac:spMkLst>
            <pc:docMk/>
            <pc:sldMk cId="2223946476" sldId="259"/>
            <ac:spMk id="102" creationId="{AC7335D7-D755-3D8A-3F41-2B4E945706F7}"/>
          </ac:spMkLst>
        </pc:spChg>
        <pc:spChg chg="add mod">
          <ac:chgData name="Hironari Yamada" userId="e57621f8-ec3c-449e-bb19-001fffcc008e" providerId="ADAL" clId="{BC0BD879-F267-5CCA-8DEA-E3B2DD07DA4E}" dt="2026-06-19T01:19:47.120" v="27756" actId="207"/>
          <ac:spMkLst>
            <pc:docMk/>
            <pc:sldMk cId="2223946476" sldId="259"/>
            <ac:spMk id="103" creationId="{73F50CB9-E047-1C8A-64A9-44BE1393F785}"/>
          </ac:spMkLst>
        </pc:spChg>
        <pc:spChg chg="add mod">
          <ac:chgData name="Hironari Yamada" userId="e57621f8-ec3c-449e-bb19-001fffcc008e" providerId="ADAL" clId="{BC0BD879-F267-5CCA-8DEA-E3B2DD07DA4E}" dt="2026-06-19T01:19:47.120" v="27756" actId="207"/>
          <ac:spMkLst>
            <pc:docMk/>
            <pc:sldMk cId="2223946476" sldId="259"/>
            <ac:spMk id="114" creationId="{3E3D4E21-0563-12B6-1A05-AE0DB5ECC625}"/>
          </ac:spMkLst>
        </pc:spChg>
        <pc:spChg chg="add mod">
          <ac:chgData name="Hironari Yamada" userId="e57621f8-ec3c-449e-bb19-001fffcc008e" providerId="ADAL" clId="{BC0BD879-F267-5CCA-8DEA-E3B2DD07DA4E}" dt="2026-06-19T06:20:49.752" v="27780" actId="207"/>
          <ac:spMkLst>
            <pc:docMk/>
            <pc:sldMk cId="2223946476" sldId="259"/>
            <ac:spMk id="126" creationId="{07087414-9D64-1078-AA5F-57009FB30240}"/>
          </ac:spMkLst>
        </pc:spChg>
        <pc:spChg chg="mod">
          <ac:chgData name="Hironari Yamada" userId="e57621f8-ec3c-449e-bb19-001fffcc008e" providerId="ADAL" clId="{BC0BD879-F267-5CCA-8DEA-E3B2DD07DA4E}" dt="2026-06-19T06:20:49.752" v="27780" actId="207"/>
          <ac:spMkLst>
            <pc:docMk/>
            <pc:sldMk cId="2223946476" sldId="259"/>
            <ac:spMk id="162" creationId="{C92ABFC4-D94B-9180-AD0E-217C5696AF19}"/>
          </ac:spMkLst>
        </pc:spChg>
        <pc:spChg chg="add mod">
          <ac:chgData name="Hironari Yamada" userId="e57621f8-ec3c-449e-bb19-001fffcc008e" providerId="ADAL" clId="{BC0BD879-F267-5CCA-8DEA-E3B2DD07DA4E}" dt="2026-06-19T06:20:49.752" v="27780" actId="207"/>
          <ac:spMkLst>
            <pc:docMk/>
            <pc:sldMk cId="2223946476" sldId="259"/>
            <ac:spMk id="163" creationId="{6D12D973-E57B-58A3-6BFD-62653ABA1B9A}"/>
          </ac:spMkLst>
        </pc:spChg>
        <pc:spChg chg="add mod">
          <ac:chgData name="Hironari Yamada" userId="e57621f8-ec3c-449e-bb19-001fffcc008e" providerId="ADAL" clId="{BC0BD879-F267-5CCA-8DEA-E3B2DD07DA4E}" dt="2026-06-19T06:20:49.752" v="27780" actId="207"/>
          <ac:spMkLst>
            <pc:docMk/>
            <pc:sldMk cId="2223946476" sldId="259"/>
            <ac:spMk id="166" creationId="{6E5F8245-1992-AC9D-ED5F-88752F2EE3BF}"/>
          </ac:spMkLst>
        </pc:spChg>
        <pc:spChg chg="add mod">
          <ac:chgData name="Hironari Yamada" userId="e57621f8-ec3c-449e-bb19-001fffcc008e" providerId="ADAL" clId="{BC0BD879-F267-5CCA-8DEA-E3B2DD07DA4E}" dt="2026-06-19T06:20:49.752" v="27780" actId="207"/>
          <ac:spMkLst>
            <pc:docMk/>
            <pc:sldMk cId="2223946476" sldId="259"/>
            <ac:spMk id="168" creationId="{3C4BA107-A1A5-AEE7-B463-D56AF1D64EBB}"/>
          </ac:spMkLst>
        </pc:spChg>
        <pc:spChg chg="add mod">
          <ac:chgData name="Hironari Yamada" userId="e57621f8-ec3c-449e-bb19-001fffcc008e" providerId="ADAL" clId="{BC0BD879-F267-5CCA-8DEA-E3B2DD07DA4E}" dt="2026-06-19T06:20:49.752" v="27780" actId="207"/>
          <ac:spMkLst>
            <pc:docMk/>
            <pc:sldMk cId="2223946476" sldId="259"/>
            <ac:spMk id="175" creationId="{B65D8F63-9AA3-544B-DD11-A9DDE95BED08}"/>
          </ac:spMkLst>
        </pc:spChg>
        <pc:spChg chg="add mod">
          <ac:chgData name="Hironari Yamada" userId="e57621f8-ec3c-449e-bb19-001fffcc008e" providerId="ADAL" clId="{BC0BD879-F267-5CCA-8DEA-E3B2DD07DA4E}" dt="2026-06-19T06:20:49.752" v="27780" actId="207"/>
          <ac:spMkLst>
            <pc:docMk/>
            <pc:sldMk cId="2223946476" sldId="259"/>
            <ac:spMk id="190" creationId="{5C26F80D-D25E-95B9-0B36-EC23C077BB1A}"/>
          </ac:spMkLst>
        </pc:spChg>
        <pc:spChg chg="add mod">
          <ac:chgData name="Hironari Yamada" userId="e57621f8-ec3c-449e-bb19-001fffcc008e" providerId="ADAL" clId="{BC0BD879-F267-5CCA-8DEA-E3B2DD07DA4E}" dt="2026-06-19T06:20:49.752" v="27780" actId="207"/>
          <ac:spMkLst>
            <pc:docMk/>
            <pc:sldMk cId="2223946476" sldId="259"/>
            <ac:spMk id="195" creationId="{E9678D32-632D-B020-7A9C-591F16498A19}"/>
          </ac:spMkLst>
        </pc:spChg>
        <pc:spChg chg="add mod">
          <ac:chgData name="Hironari Yamada" userId="e57621f8-ec3c-449e-bb19-001fffcc008e" providerId="ADAL" clId="{BC0BD879-F267-5CCA-8DEA-E3B2DD07DA4E}" dt="2026-06-19T06:20:49.752" v="27780" actId="207"/>
          <ac:spMkLst>
            <pc:docMk/>
            <pc:sldMk cId="2223946476" sldId="259"/>
            <ac:spMk id="196" creationId="{7A2EE690-2708-5E7A-64B0-AA0EB0EB1DA9}"/>
          </ac:spMkLst>
        </pc:spChg>
        <pc:spChg chg="add mod">
          <ac:chgData name="Hironari Yamada" userId="e57621f8-ec3c-449e-bb19-001fffcc008e" providerId="ADAL" clId="{BC0BD879-F267-5CCA-8DEA-E3B2DD07DA4E}" dt="2026-06-19T06:20:49.752" v="27780" actId="207"/>
          <ac:spMkLst>
            <pc:docMk/>
            <pc:sldMk cId="2223946476" sldId="259"/>
            <ac:spMk id="199" creationId="{7FFC713B-7CA4-6A60-0E11-1FCF0D41A31B}"/>
          </ac:spMkLst>
        </pc:spChg>
      </pc:sldChg>
      <pc:sldChg chg="addSp delSp modSp add mod ord modNotesTx">
        <pc:chgData name="Hironari Yamada" userId="e57621f8-ec3c-449e-bb19-001fffcc008e" providerId="ADAL" clId="{BC0BD879-F267-5CCA-8DEA-E3B2DD07DA4E}" dt="2026-06-19T06:21:39.360" v="27805" actId="1076"/>
        <pc:sldMkLst>
          <pc:docMk/>
          <pc:sldMk cId="4102893385" sldId="260"/>
        </pc:sldMkLst>
        <pc:spChg chg="mod">
          <ac:chgData name="Hironari Yamada" userId="e57621f8-ec3c-449e-bb19-001fffcc008e" providerId="ADAL" clId="{BC0BD879-F267-5CCA-8DEA-E3B2DD07DA4E}" dt="2026-06-18T08:06:07.343" v="26370"/>
          <ac:spMkLst>
            <pc:docMk/>
            <pc:sldMk cId="4102893385" sldId="260"/>
            <ac:spMk id="2" creationId="{87280CEB-5198-62BF-36FB-E7BEF5741433}"/>
          </ac:spMkLst>
        </pc:spChg>
        <pc:spChg chg="mod">
          <ac:chgData name="Hironari Yamada" userId="e57621f8-ec3c-449e-bb19-001fffcc008e" providerId="ADAL" clId="{BC0BD879-F267-5CCA-8DEA-E3B2DD07DA4E}" dt="2026-06-19T06:21:39.360" v="27805" actId="1076"/>
          <ac:spMkLst>
            <pc:docMk/>
            <pc:sldMk cId="4102893385" sldId="260"/>
            <ac:spMk id="3" creationId="{A0B73EED-343B-10A2-811E-FF1CC7E1E0F7}"/>
          </ac:spMkLst>
        </pc:spChg>
        <pc:spChg chg="del mod">
          <ac:chgData name="Hironari Yamada" userId="e57621f8-ec3c-449e-bb19-001fffcc008e" providerId="ADAL" clId="{BC0BD879-F267-5CCA-8DEA-E3B2DD07DA4E}" dt="2026-06-19T06:20:14.115" v="27757" actId="478"/>
          <ac:spMkLst>
            <pc:docMk/>
            <pc:sldMk cId="4102893385" sldId="260"/>
            <ac:spMk id="5" creationId="{FCBA067F-B402-5553-E017-26B79DB20E8F}"/>
          </ac:spMkLst>
        </pc:spChg>
        <pc:spChg chg="add mod">
          <ac:chgData name="Hironari Yamada" userId="e57621f8-ec3c-449e-bb19-001fffcc008e" providerId="ADAL" clId="{BC0BD879-F267-5CCA-8DEA-E3B2DD07DA4E}" dt="2026-06-19T06:21:32.759" v="27804" actId="207"/>
          <ac:spMkLst>
            <pc:docMk/>
            <pc:sldMk cId="4102893385" sldId="260"/>
            <ac:spMk id="6" creationId="{4E40B0A2-2FFF-B949-A87B-E7E9EE577B83}"/>
          </ac:spMkLst>
        </pc:spChg>
        <pc:spChg chg="mod">
          <ac:chgData name="Hironari Yamada" userId="e57621f8-ec3c-449e-bb19-001fffcc008e" providerId="ADAL" clId="{BC0BD879-F267-5CCA-8DEA-E3B2DD07DA4E}" dt="2026-06-19T06:21:26.483" v="27802"/>
          <ac:spMkLst>
            <pc:docMk/>
            <pc:sldMk cId="4102893385" sldId="260"/>
            <ac:spMk id="9" creationId="{D5E0A10A-6CAC-072C-ADF4-1B13862AF756}"/>
          </ac:spMkLst>
        </pc:spChg>
        <pc:spChg chg="mod">
          <ac:chgData name="Hironari Yamada" userId="e57621f8-ec3c-449e-bb19-001fffcc008e" providerId="ADAL" clId="{BC0BD879-F267-5CCA-8DEA-E3B2DD07DA4E}" dt="2026-06-19T06:21:30.123" v="27803"/>
          <ac:spMkLst>
            <pc:docMk/>
            <pc:sldMk cId="4102893385" sldId="260"/>
            <ac:spMk id="11" creationId="{D9238CA8-27B2-16A4-8177-FB8305F759CE}"/>
          </ac:spMkLst>
        </pc:spChg>
        <pc:spChg chg="mod">
          <ac:chgData name="Hironari Yamada" userId="e57621f8-ec3c-449e-bb19-001fffcc008e" providerId="ADAL" clId="{BC0BD879-F267-5CCA-8DEA-E3B2DD07DA4E}" dt="2026-06-19T06:21:30.123" v="27803"/>
          <ac:spMkLst>
            <pc:docMk/>
            <pc:sldMk cId="4102893385" sldId="260"/>
            <ac:spMk id="12" creationId="{1B23618D-6D46-A1E2-4125-6A1A3AC9BE6C}"/>
          </ac:spMkLst>
        </pc:spChg>
        <pc:spChg chg="mod">
          <ac:chgData name="Hironari Yamada" userId="e57621f8-ec3c-449e-bb19-001fffcc008e" providerId="ADAL" clId="{BC0BD879-F267-5CCA-8DEA-E3B2DD07DA4E}" dt="2026-06-19T06:21:30.123" v="27803"/>
          <ac:spMkLst>
            <pc:docMk/>
            <pc:sldMk cId="4102893385" sldId="260"/>
            <ac:spMk id="14" creationId="{5D4A1542-07F7-AB8C-7D19-E4343DEEEA07}"/>
          </ac:spMkLst>
        </pc:spChg>
        <pc:spChg chg="mod">
          <ac:chgData name="Hironari Yamada" userId="e57621f8-ec3c-449e-bb19-001fffcc008e" providerId="ADAL" clId="{BC0BD879-F267-5CCA-8DEA-E3B2DD07DA4E}" dt="2026-06-19T06:21:30.123" v="27803"/>
          <ac:spMkLst>
            <pc:docMk/>
            <pc:sldMk cId="4102893385" sldId="260"/>
            <ac:spMk id="17" creationId="{026CBA33-C082-BD8A-45C3-1BBDB6DA67D7}"/>
          </ac:spMkLst>
        </pc:spChg>
        <pc:spChg chg="mod">
          <ac:chgData name="Hironari Yamada" userId="e57621f8-ec3c-449e-bb19-001fffcc008e" providerId="ADAL" clId="{BC0BD879-F267-5CCA-8DEA-E3B2DD07DA4E}" dt="2026-06-19T06:21:30.123" v="27803"/>
          <ac:spMkLst>
            <pc:docMk/>
            <pc:sldMk cId="4102893385" sldId="260"/>
            <ac:spMk id="18" creationId="{907B2C16-D549-C43B-EBA9-834BD0A2B594}"/>
          </ac:spMkLst>
        </pc:spChg>
        <pc:spChg chg="mod">
          <ac:chgData name="Hironari Yamada" userId="e57621f8-ec3c-449e-bb19-001fffcc008e" providerId="ADAL" clId="{BC0BD879-F267-5CCA-8DEA-E3B2DD07DA4E}" dt="2026-06-19T06:21:30.123" v="27803"/>
          <ac:spMkLst>
            <pc:docMk/>
            <pc:sldMk cId="4102893385" sldId="260"/>
            <ac:spMk id="19" creationId="{7A4D38C2-FFF0-929A-ED15-E266FCF26081}"/>
          </ac:spMkLst>
        </pc:spChg>
        <pc:spChg chg="mod">
          <ac:chgData name="Hironari Yamada" userId="e57621f8-ec3c-449e-bb19-001fffcc008e" providerId="ADAL" clId="{BC0BD879-F267-5CCA-8DEA-E3B2DD07DA4E}" dt="2026-06-19T06:21:30.123" v="27803"/>
          <ac:spMkLst>
            <pc:docMk/>
            <pc:sldMk cId="4102893385" sldId="260"/>
            <ac:spMk id="20" creationId="{D5F36C03-0313-8119-AF44-381CE41A42CE}"/>
          </ac:spMkLst>
        </pc:spChg>
        <pc:spChg chg="mod">
          <ac:chgData name="Hironari Yamada" userId="e57621f8-ec3c-449e-bb19-001fffcc008e" providerId="ADAL" clId="{BC0BD879-F267-5CCA-8DEA-E3B2DD07DA4E}" dt="2026-06-19T06:21:30.123" v="27803"/>
          <ac:spMkLst>
            <pc:docMk/>
            <pc:sldMk cId="4102893385" sldId="260"/>
            <ac:spMk id="21" creationId="{1C029444-7CD7-690E-5F23-94DFF0719497}"/>
          </ac:spMkLst>
        </pc:spChg>
        <pc:spChg chg="mod">
          <ac:chgData name="Hironari Yamada" userId="e57621f8-ec3c-449e-bb19-001fffcc008e" providerId="ADAL" clId="{BC0BD879-F267-5CCA-8DEA-E3B2DD07DA4E}" dt="2026-06-19T06:21:30.123" v="27803"/>
          <ac:spMkLst>
            <pc:docMk/>
            <pc:sldMk cId="4102893385" sldId="260"/>
            <ac:spMk id="27" creationId="{D4170929-FD05-327B-2B69-AF475064AD16}"/>
          </ac:spMkLst>
        </pc:spChg>
        <pc:spChg chg="mod">
          <ac:chgData name="Hironari Yamada" userId="e57621f8-ec3c-449e-bb19-001fffcc008e" providerId="ADAL" clId="{BC0BD879-F267-5CCA-8DEA-E3B2DD07DA4E}" dt="2026-06-19T06:21:32.759" v="27804" actId="207"/>
          <ac:spMkLst>
            <pc:docMk/>
            <pc:sldMk cId="4102893385" sldId="260"/>
            <ac:spMk id="31" creationId="{5CA0C2EB-8C67-186C-1D38-2B7139D70E99}"/>
          </ac:spMkLst>
        </pc:spChg>
        <pc:grpChg chg="mod">
          <ac:chgData name="Hironari Yamada" userId="e57621f8-ec3c-449e-bb19-001fffcc008e" providerId="ADAL" clId="{BC0BD879-F267-5CCA-8DEA-E3B2DD07DA4E}" dt="2026-06-19T06:21:32.759" v="27804" actId="207"/>
          <ac:grpSpMkLst>
            <pc:docMk/>
            <pc:sldMk cId="4102893385" sldId="260"/>
            <ac:grpSpMk id="8" creationId="{80C25B9F-5221-0406-69A2-842FE80D21CE}"/>
          </ac:grpSpMkLst>
        </pc:grpChg>
        <pc:picChg chg="add del mod">
          <ac:chgData name="Hironari Yamada" userId="e57621f8-ec3c-449e-bb19-001fffcc008e" providerId="ADAL" clId="{BC0BD879-F267-5CCA-8DEA-E3B2DD07DA4E}" dt="2026-06-19T06:20:14.115" v="27757" actId="478"/>
          <ac:picMkLst>
            <pc:docMk/>
            <pc:sldMk cId="4102893385" sldId="260"/>
            <ac:picMk id="7" creationId="{DA80FDF9-68F3-47F7-8749-84E33F0D2DF1}"/>
          </ac:picMkLst>
        </pc:picChg>
      </pc:sldChg>
      <pc:sldChg chg="addSp delSp modSp add del mod ord modNotesTx">
        <pc:chgData name="Hironari Yamada" userId="e57621f8-ec3c-449e-bb19-001fffcc008e" providerId="ADAL" clId="{BC0BD879-F267-5CCA-8DEA-E3B2DD07DA4E}" dt="2026-06-19T06:20:22.798" v="27769" actId="2696"/>
        <pc:sldMkLst>
          <pc:docMk/>
          <pc:sldMk cId="2778762935" sldId="261"/>
        </pc:sldMkLst>
        <pc:spChg chg="mod">
          <ac:chgData name="Hironari Yamada" userId="e57621f8-ec3c-449e-bb19-001fffcc008e" providerId="ADAL" clId="{BC0BD879-F267-5CCA-8DEA-E3B2DD07DA4E}" dt="2026-06-18T08:06:07.343" v="26370"/>
          <ac:spMkLst>
            <pc:docMk/>
            <pc:sldMk cId="2778762935" sldId="261"/>
            <ac:spMk id="2" creationId="{E52E35EF-46A6-B750-3D0A-4D1EA85FCD69}"/>
          </ac:spMkLst>
        </pc:spChg>
      </pc:sldChg>
      <pc:sldChg chg="addSp delSp modSp add mod ord">
        <pc:chgData name="Hironari Yamada" userId="e57621f8-ec3c-449e-bb19-001fffcc008e" providerId="ADAL" clId="{BC0BD879-F267-5CCA-8DEA-E3B2DD07DA4E}" dt="2026-06-19T13:35:13.161" v="30683" actId="20577"/>
        <pc:sldMkLst>
          <pc:docMk/>
          <pc:sldMk cId="355900499" sldId="262"/>
        </pc:sldMkLst>
        <pc:spChg chg="add mod">
          <ac:chgData name="Hironari Yamada" userId="e57621f8-ec3c-449e-bb19-001fffcc008e" providerId="ADAL" clId="{BC0BD879-F267-5CCA-8DEA-E3B2DD07DA4E}" dt="2026-06-19T13:35:13.161" v="30683" actId="20577"/>
          <ac:spMkLst>
            <pc:docMk/>
            <pc:sldMk cId="355900499" sldId="262"/>
            <ac:spMk id="6" creationId="{3CD4F1C1-B153-1649-DE13-A602B7064ABE}"/>
          </ac:spMkLst>
        </pc:spChg>
        <pc:spChg chg="mod">
          <ac:chgData name="Hironari Yamada" userId="e57621f8-ec3c-449e-bb19-001fffcc008e" providerId="ADAL" clId="{BC0BD879-F267-5CCA-8DEA-E3B2DD07DA4E}" dt="2026-06-19T00:23:07.872" v="26387" actId="20577"/>
          <ac:spMkLst>
            <pc:docMk/>
            <pc:sldMk cId="355900499" sldId="262"/>
            <ac:spMk id="9" creationId="{B34E484A-AE77-E3F2-306D-943F87A95909}"/>
          </ac:spMkLst>
        </pc:spChg>
        <pc:spChg chg="del">
          <ac:chgData name="Hironari Yamada" userId="e57621f8-ec3c-449e-bb19-001fffcc008e" providerId="ADAL" clId="{BC0BD879-F267-5CCA-8DEA-E3B2DD07DA4E}" dt="2026-06-19T00:23:16.735" v="26389" actId="478"/>
          <ac:spMkLst>
            <pc:docMk/>
            <pc:sldMk cId="355900499" sldId="262"/>
            <ac:spMk id="10" creationId="{1438AE59-8587-C7D1-0739-978932DAAC65}"/>
          </ac:spMkLst>
        </pc:spChg>
        <pc:spChg chg="del">
          <ac:chgData name="Hironari Yamada" userId="e57621f8-ec3c-449e-bb19-001fffcc008e" providerId="ADAL" clId="{BC0BD879-F267-5CCA-8DEA-E3B2DD07DA4E}" dt="2026-06-19T00:23:16.735" v="26389" actId="478"/>
          <ac:spMkLst>
            <pc:docMk/>
            <pc:sldMk cId="355900499" sldId="262"/>
            <ac:spMk id="11" creationId="{5EC6D6DD-ACE2-B96D-A991-CFD3235845FA}"/>
          </ac:spMkLst>
        </pc:spChg>
        <pc:spChg chg="del">
          <ac:chgData name="Hironari Yamada" userId="e57621f8-ec3c-449e-bb19-001fffcc008e" providerId="ADAL" clId="{BC0BD879-F267-5CCA-8DEA-E3B2DD07DA4E}" dt="2026-06-19T00:23:16.735" v="26389" actId="478"/>
          <ac:spMkLst>
            <pc:docMk/>
            <pc:sldMk cId="355900499" sldId="262"/>
            <ac:spMk id="12" creationId="{2C0136ED-8307-CE66-72A7-311303E30103}"/>
          </ac:spMkLst>
        </pc:spChg>
        <pc:spChg chg="del">
          <ac:chgData name="Hironari Yamada" userId="e57621f8-ec3c-449e-bb19-001fffcc008e" providerId="ADAL" clId="{BC0BD879-F267-5CCA-8DEA-E3B2DD07DA4E}" dt="2026-06-19T00:23:16.735" v="26389" actId="478"/>
          <ac:spMkLst>
            <pc:docMk/>
            <pc:sldMk cId="355900499" sldId="262"/>
            <ac:spMk id="16" creationId="{3D2E48E0-F6C1-3CAB-00F9-A0861863F516}"/>
          </ac:spMkLst>
        </pc:spChg>
        <pc:spChg chg="del">
          <ac:chgData name="Hironari Yamada" userId="e57621f8-ec3c-449e-bb19-001fffcc008e" providerId="ADAL" clId="{BC0BD879-F267-5CCA-8DEA-E3B2DD07DA4E}" dt="2026-06-19T00:23:16.735" v="26389" actId="478"/>
          <ac:spMkLst>
            <pc:docMk/>
            <pc:sldMk cId="355900499" sldId="262"/>
            <ac:spMk id="17" creationId="{CB946B65-E2F8-7526-3773-59693F68DBBD}"/>
          </ac:spMkLst>
        </pc:spChg>
        <pc:spChg chg="del">
          <ac:chgData name="Hironari Yamada" userId="e57621f8-ec3c-449e-bb19-001fffcc008e" providerId="ADAL" clId="{BC0BD879-F267-5CCA-8DEA-E3B2DD07DA4E}" dt="2026-06-19T00:23:16.735" v="26389" actId="478"/>
          <ac:spMkLst>
            <pc:docMk/>
            <pc:sldMk cId="355900499" sldId="262"/>
            <ac:spMk id="19" creationId="{F27F8412-CCD3-2044-EEB4-CC1ABDB5F616}"/>
          </ac:spMkLst>
        </pc:spChg>
        <pc:spChg chg="del">
          <ac:chgData name="Hironari Yamada" userId="e57621f8-ec3c-449e-bb19-001fffcc008e" providerId="ADAL" clId="{BC0BD879-F267-5CCA-8DEA-E3B2DD07DA4E}" dt="2026-06-19T00:23:16.735" v="26389" actId="478"/>
          <ac:spMkLst>
            <pc:docMk/>
            <pc:sldMk cId="355900499" sldId="262"/>
            <ac:spMk id="20" creationId="{3D58949F-9B7D-157E-3FA0-0F37D36DE2BB}"/>
          </ac:spMkLst>
        </pc:spChg>
        <pc:spChg chg="del">
          <ac:chgData name="Hironari Yamada" userId="e57621f8-ec3c-449e-bb19-001fffcc008e" providerId="ADAL" clId="{BC0BD879-F267-5CCA-8DEA-E3B2DD07DA4E}" dt="2026-06-19T00:23:16.735" v="26389" actId="478"/>
          <ac:spMkLst>
            <pc:docMk/>
            <pc:sldMk cId="355900499" sldId="262"/>
            <ac:spMk id="21" creationId="{4FB5342A-9A2E-6217-5597-1DEED4BA1DD0}"/>
          </ac:spMkLst>
        </pc:spChg>
        <pc:spChg chg="del">
          <ac:chgData name="Hironari Yamada" userId="e57621f8-ec3c-449e-bb19-001fffcc008e" providerId="ADAL" clId="{BC0BD879-F267-5CCA-8DEA-E3B2DD07DA4E}" dt="2026-06-19T00:23:16.735" v="26389" actId="478"/>
          <ac:spMkLst>
            <pc:docMk/>
            <pc:sldMk cId="355900499" sldId="262"/>
            <ac:spMk id="24" creationId="{8D179EDB-AEB2-F317-C7E0-B7FFB814A8BE}"/>
          </ac:spMkLst>
        </pc:spChg>
        <pc:spChg chg="del">
          <ac:chgData name="Hironari Yamada" userId="e57621f8-ec3c-449e-bb19-001fffcc008e" providerId="ADAL" clId="{BC0BD879-F267-5CCA-8DEA-E3B2DD07DA4E}" dt="2026-06-19T00:23:16.735" v="26389" actId="478"/>
          <ac:spMkLst>
            <pc:docMk/>
            <pc:sldMk cId="355900499" sldId="262"/>
            <ac:spMk id="26" creationId="{9D3B9F1F-FCD6-FD8A-C602-5930D1F50492}"/>
          </ac:spMkLst>
        </pc:spChg>
      </pc:sldChg>
      <pc:sldChg chg="addSp delSp modSp add del mod modNotesTx">
        <pc:chgData name="Hironari Yamada" userId="e57621f8-ec3c-449e-bb19-001fffcc008e" providerId="ADAL" clId="{BC0BD879-F267-5CCA-8DEA-E3B2DD07DA4E}" dt="2026-06-18T08:04:57.715" v="26312" actId="2696"/>
        <pc:sldMkLst>
          <pc:docMk/>
          <pc:sldMk cId="3915100109" sldId="306"/>
        </pc:sldMkLst>
      </pc:sldChg>
      <pc:sldChg chg="addSp delSp modSp add del mod ord">
        <pc:chgData name="Hironari Yamada" userId="e57621f8-ec3c-449e-bb19-001fffcc008e" providerId="ADAL" clId="{BC0BD879-F267-5CCA-8DEA-E3B2DD07DA4E}" dt="2026-06-18T08:04:57.730" v="26322" actId="2696"/>
        <pc:sldMkLst>
          <pc:docMk/>
          <pc:sldMk cId="3323513965" sldId="322"/>
        </pc:sldMkLst>
      </pc:sldChg>
      <pc:sldChg chg="addSp delSp modSp add del mod ord">
        <pc:chgData name="Hironari Yamada" userId="e57621f8-ec3c-449e-bb19-001fffcc008e" providerId="ADAL" clId="{BC0BD879-F267-5CCA-8DEA-E3B2DD07DA4E}" dt="2026-06-18T08:04:57.707" v="26309" actId="2696"/>
        <pc:sldMkLst>
          <pc:docMk/>
          <pc:sldMk cId="2082489936" sldId="323"/>
        </pc:sldMkLst>
      </pc:sldChg>
      <pc:sldChg chg="addSp delSp modSp add del mod ord">
        <pc:chgData name="Hironari Yamada" userId="e57621f8-ec3c-449e-bb19-001fffcc008e" providerId="ADAL" clId="{BC0BD879-F267-5CCA-8DEA-E3B2DD07DA4E}" dt="2026-06-18T08:04:57.733" v="26326" actId="2696"/>
        <pc:sldMkLst>
          <pc:docMk/>
          <pc:sldMk cId="1715892012" sldId="324"/>
        </pc:sldMkLst>
      </pc:sldChg>
      <pc:sldChg chg="addSp delSp modSp add del mod ord">
        <pc:chgData name="Hironari Yamada" userId="e57621f8-ec3c-449e-bb19-001fffcc008e" providerId="ADAL" clId="{BC0BD879-F267-5CCA-8DEA-E3B2DD07DA4E}" dt="2026-06-18T08:04:57.727" v="26319" actId="2696"/>
        <pc:sldMkLst>
          <pc:docMk/>
          <pc:sldMk cId="3756741499" sldId="356"/>
        </pc:sldMkLst>
      </pc:sldChg>
      <pc:sldChg chg="addSp delSp modSp add del mod">
        <pc:chgData name="Hironari Yamada" userId="e57621f8-ec3c-449e-bb19-001fffcc008e" providerId="ADAL" clId="{BC0BD879-F267-5CCA-8DEA-E3B2DD07DA4E}" dt="2026-06-18T08:04:57.710" v="26311" actId="2696"/>
        <pc:sldMkLst>
          <pc:docMk/>
          <pc:sldMk cId="869821592" sldId="377"/>
        </pc:sldMkLst>
      </pc:sldChg>
      <pc:sldChg chg="addSp modSp add del mod">
        <pc:chgData name="Hironari Yamada" userId="e57621f8-ec3c-449e-bb19-001fffcc008e" providerId="ADAL" clId="{BC0BD879-F267-5CCA-8DEA-E3B2DD07DA4E}" dt="2026-06-18T08:04:57.739" v="26329" actId="2696"/>
        <pc:sldMkLst>
          <pc:docMk/>
          <pc:sldMk cId="2133621799" sldId="378"/>
        </pc:sldMkLst>
      </pc:sldChg>
      <pc:sldChg chg="modSp add del">
        <pc:chgData name="Hironari Yamada" userId="e57621f8-ec3c-449e-bb19-001fffcc008e" providerId="ADAL" clId="{BC0BD879-F267-5CCA-8DEA-E3B2DD07DA4E}" dt="2026-06-18T08:04:57.716" v="26313" actId="2696"/>
        <pc:sldMkLst>
          <pc:docMk/>
          <pc:sldMk cId="2552306723" sldId="379"/>
        </pc:sldMkLst>
      </pc:sldChg>
      <pc:sldChg chg="addSp delSp modSp add del mod">
        <pc:chgData name="Hironari Yamada" userId="e57621f8-ec3c-449e-bb19-001fffcc008e" providerId="ADAL" clId="{BC0BD879-F267-5CCA-8DEA-E3B2DD07DA4E}" dt="2026-06-18T08:04:57.735" v="26328" actId="2696"/>
        <pc:sldMkLst>
          <pc:docMk/>
          <pc:sldMk cId="3317847226" sldId="380"/>
        </pc:sldMkLst>
      </pc:sldChg>
      <pc:sldChg chg="addSp delSp modSp add del mod">
        <pc:chgData name="Hironari Yamada" userId="e57621f8-ec3c-449e-bb19-001fffcc008e" providerId="ADAL" clId="{BC0BD879-F267-5CCA-8DEA-E3B2DD07DA4E}" dt="2026-06-18T08:04:57.731" v="26323" actId="2696"/>
        <pc:sldMkLst>
          <pc:docMk/>
          <pc:sldMk cId="1982739910" sldId="381"/>
        </pc:sldMkLst>
      </pc:sldChg>
      <pc:sldChg chg="addSp delSp modSp add del mod">
        <pc:chgData name="Hironari Yamada" userId="e57621f8-ec3c-449e-bb19-001fffcc008e" providerId="ADAL" clId="{BC0BD879-F267-5CCA-8DEA-E3B2DD07DA4E}" dt="2026-06-18T08:04:57.734" v="26327" actId="2696"/>
        <pc:sldMkLst>
          <pc:docMk/>
          <pc:sldMk cId="3954149654" sldId="382"/>
        </pc:sldMkLst>
      </pc:sldChg>
      <pc:sldChg chg="addSp delSp modSp add del mod">
        <pc:chgData name="Hironari Yamada" userId="e57621f8-ec3c-449e-bb19-001fffcc008e" providerId="ADAL" clId="{BC0BD879-F267-5CCA-8DEA-E3B2DD07DA4E}" dt="2026-06-18T08:04:57.718" v="26315" actId="2696"/>
        <pc:sldMkLst>
          <pc:docMk/>
          <pc:sldMk cId="901318871" sldId="383"/>
        </pc:sldMkLst>
      </pc:sldChg>
      <pc:sldChg chg="addSp delSp modSp add del mod">
        <pc:chgData name="Hironari Yamada" userId="e57621f8-ec3c-449e-bb19-001fffcc008e" providerId="ADAL" clId="{BC0BD879-F267-5CCA-8DEA-E3B2DD07DA4E}" dt="2026-06-18T08:04:57.708" v="26310" actId="2696"/>
        <pc:sldMkLst>
          <pc:docMk/>
          <pc:sldMk cId="2732706191" sldId="384"/>
        </pc:sldMkLst>
      </pc:sldChg>
      <pc:sldChg chg="addSp delSp modSp add del mod">
        <pc:chgData name="Hironari Yamada" userId="e57621f8-ec3c-449e-bb19-001fffcc008e" providerId="ADAL" clId="{BC0BD879-F267-5CCA-8DEA-E3B2DD07DA4E}" dt="2026-06-18T08:04:57.744" v="26330" actId="2696"/>
        <pc:sldMkLst>
          <pc:docMk/>
          <pc:sldMk cId="4123935741" sldId="385"/>
        </pc:sldMkLst>
      </pc:sldChg>
      <pc:sldChg chg="addSp delSp modSp add del mod">
        <pc:chgData name="Hironari Yamada" userId="e57621f8-ec3c-449e-bb19-001fffcc008e" providerId="ADAL" clId="{BC0BD879-F267-5CCA-8DEA-E3B2DD07DA4E}" dt="2026-06-18T08:04:57.732" v="26324" actId="2696"/>
        <pc:sldMkLst>
          <pc:docMk/>
          <pc:sldMk cId="821805723" sldId="386"/>
        </pc:sldMkLst>
      </pc:sldChg>
      <pc:sldChg chg="addSp delSp modSp add del mod">
        <pc:chgData name="Hironari Yamada" userId="e57621f8-ec3c-449e-bb19-001fffcc008e" providerId="ADAL" clId="{BC0BD879-F267-5CCA-8DEA-E3B2DD07DA4E}" dt="2026-06-18T08:04:57.719" v="26316" actId="2696"/>
        <pc:sldMkLst>
          <pc:docMk/>
          <pc:sldMk cId="612414634" sldId="387"/>
        </pc:sldMkLst>
      </pc:sldChg>
      <pc:sldChg chg="addSp delSp modSp add del mod">
        <pc:chgData name="Hironari Yamada" userId="e57621f8-ec3c-449e-bb19-001fffcc008e" providerId="ADAL" clId="{BC0BD879-F267-5CCA-8DEA-E3B2DD07DA4E}" dt="2026-06-18T08:04:57.720" v="26317" actId="2696"/>
        <pc:sldMkLst>
          <pc:docMk/>
          <pc:sldMk cId="250012811" sldId="388"/>
        </pc:sldMkLst>
      </pc:sldChg>
      <pc:sldChg chg="addSp delSp modSp add del mod">
        <pc:chgData name="Hironari Yamada" userId="e57621f8-ec3c-449e-bb19-001fffcc008e" providerId="ADAL" clId="{BC0BD879-F267-5CCA-8DEA-E3B2DD07DA4E}" dt="2026-06-18T08:04:57.732" v="26325" actId="2696"/>
        <pc:sldMkLst>
          <pc:docMk/>
          <pc:sldMk cId="1106191159" sldId="389"/>
        </pc:sldMkLst>
      </pc:sldChg>
      <pc:sldChg chg="addSp delSp modSp add del mod">
        <pc:chgData name="Hironari Yamada" userId="e57621f8-ec3c-449e-bb19-001fffcc008e" providerId="ADAL" clId="{BC0BD879-F267-5CCA-8DEA-E3B2DD07DA4E}" dt="2026-06-18T08:04:57.717" v="26314" actId="2696"/>
        <pc:sldMkLst>
          <pc:docMk/>
          <pc:sldMk cId="1712752058" sldId="390"/>
        </pc:sldMkLst>
      </pc:sldChg>
      <pc:sldChg chg="modSp add del">
        <pc:chgData name="Hironari Yamada" userId="e57621f8-ec3c-449e-bb19-001fffcc008e" providerId="ADAL" clId="{BC0BD879-F267-5CCA-8DEA-E3B2DD07DA4E}" dt="2026-06-18T08:04:57.721" v="26318" actId="2696"/>
        <pc:sldMkLst>
          <pc:docMk/>
          <pc:sldMk cId="2812349212" sldId="391"/>
        </pc:sldMkLst>
      </pc:sldChg>
      <pc:sldChg chg="addSp delSp modSp add del mod">
        <pc:chgData name="Hironari Yamada" userId="e57621f8-ec3c-449e-bb19-001fffcc008e" providerId="ADAL" clId="{BC0BD879-F267-5CCA-8DEA-E3B2DD07DA4E}" dt="2026-06-18T08:04:57.728" v="26320" actId="2696"/>
        <pc:sldMkLst>
          <pc:docMk/>
          <pc:sldMk cId="3400104679" sldId="392"/>
        </pc:sldMkLst>
      </pc:sldChg>
      <pc:sldChg chg="addSp delSp modSp add del mod">
        <pc:chgData name="Hironari Yamada" userId="e57621f8-ec3c-449e-bb19-001fffcc008e" providerId="ADAL" clId="{BC0BD879-F267-5CCA-8DEA-E3B2DD07DA4E}" dt="2026-06-18T08:04:57.729" v="26321" actId="2696"/>
        <pc:sldMkLst>
          <pc:docMk/>
          <pc:sldMk cId="1191669612" sldId="393"/>
        </pc:sldMkLst>
      </pc:sldChg>
      <pc:sldChg chg="modSp add mod">
        <pc:chgData name="Hironari Yamada" userId="e57621f8-ec3c-449e-bb19-001fffcc008e" providerId="ADAL" clId="{BC0BD879-F267-5CCA-8DEA-E3B2DD07DA4E}" dt="2026-06-19T01:00:58.371" v="27751" actId="20577"/>
        <pc:sldMkLst>
          <pc:docMk/>
          <pc:sldMk cId="0" sldId="2076138975"/>
        </pc:sldMkLst>
        <pc:spChg chg="mod">
          <ac:chgData name="Hironari Yamada" userId="e57621f8-ec3c-449e-bb19-001fffcc008e" providerId="ADAL" clId="{BC0BD879-F267-5CCA-8DEA-E3B2DD07DA4E}" dt="2026-06-19T01:00:58.371" v="27751" actId="20577"/>
          <ac:spMkLst>
            <pc:docMk/>
            <pc:sldMk cId="0" sldId="2076138975"/>
            <ac:spMk id="2" creationId="{00000000-0000-0000-0000-000000000000}"/>
          </ac:spMkLst>
        </pc:spChg>
      </pc:sldChg>
      <pc:sldChg chg="addSp modSp add mod">
        <pc:chgData name="Hironari Yamada" userId="e57621f8-ec3c-449e-bb19-001fffcc008e" providerId="ADAL" clId="{BC0BD879-F267-5CCA-8DEA-E3B2DD07DA4E}" dt="2026-06-19T06:22:38.760" v="27810" actId="692"/>
        <pc:sldMkLst>
          <pc:docMk/>
          <pc:sldMk cId="986757313" sldId="2076138976"/>
        </pc:sldMkLst>
        <pc:spChg chg="mod">
          <ac:chgData name="Hironari Yamada" userId="e57621f8-ec3c-449e-bb19-001fffcc008e" providerId="ADAL" clId="{BC0BD879-F267-5CCA-8DEA-E3B2DD07DA4E}" dt="2026-06-19T06:22:04.948" v="27809" actId="1076"/>
          <ac:spMkLst>
            <pc:docMk/>
            <pc:sldMk cId="986757313" sldId="2076138976"/>
            <ac:spMk id="3" creationId="{39503342-5019-FE09-3E92-5FE38D01CFD3}"/>
          </ac:spMkLst>
        </pc:spChg>
        <pc:spChg chg="add mod">
          <ac:chgData name="Hironari Yamada" userId="e57621f8-ec3c-449e-bb19-001fffcc008e" providerId="ADAL" clId="{BC0BD879-F267-5CCA-8DEA-E3B2DD07DA4E}" dt="2026-06-19T06:21:59.858" v="27808" actId="207"/>
          <ac:spMkLst>
            <pc:docMk/>
            <pc:sldMk cId="986757313" sldId="2076138976"/>
            <ac:spMk id="5" creationId="{B1BC982F-8A74-57D8-474A-97C2FA307A01}"/>
          </ac:spMkLst>
        </pc:spChg>
        <pc:spChg chg="mod">
          <ac:chgData name="Hironari Yamada" userId="e57621f8-ec3c-449e-bb19-001fffcc008e" providerId="ADAL" clId="{BC0BD879-F267-5CCA-8DEA-E3B2DD07DA4E}" dt="2026-06-19T06:21:49.224" v="27806"/>
          <ac:spMkLst>
            <pc:docMk/>
            <pc:sldMk cId="986757313" sldId="2076138976"/>
            <ac:spMk id="9" creationId="{4D6CB77C-BCBA-A11D-D44B-A8F9BFA5A1C1}"/>
          </ac:spMkLst>
        </pc:spChg>
        <pc:spChg chg="add mod">
          <ac:chgData name="Hironari Yamada" userId="e57621f8-ec3c-449e-bb19-001fffcc008e" providerId="ADAL" clId="{BC0BD879-F267-5CCA-8DEA-E3B2DD07DA4E}" dt="2026-06-19T06:21:59.858" v="27808" actId="207"/>
          <ac:spMkLst>
            <pc:docMk/>
            <pc:sldMk cId="986757313" sldId="2076138976"/>
            <ac:spMk id="15" creationId="{60B063DE-9275-AC8B-7092-21767DF67D7D}"/>
          </ac:spMkLst>
        </pc:spChg>
        <pc:spChg chg="add mod">
          <ac:chgData name="Hironari Yamada" userId="e57621f8-ec3c-449e-bb19-001fffcc008e" providerId="ADAL" clId="{BC0BD879-F267-5CCA-8DEA-E3B2DD07DA4E}" dt="2026-06-19T06:21:59.858" v="27808" actId="207"/>
          <ac:spMkLst>
            <pc:docMk/>
            <pc:sldMk cId="986757313" sldId="2076138976"/>
            <ac:spMk id="23" creationId="{49C99FE0-B03D-DE27-0A13-0E50771CCB9C}"/>
          </ac:spMkLst>
        </pc:spChg>
        <pc:spChg chg="add mod">
          <ac:chgData name="Hironari Yamada" userId="e57621f8-ec3c-449e-bb19-001fffcc008e" providerId="ADAL" clId="{BC0BD879-F267-5CCA-8DEA-E3B2DD07DA4E}" dt="2026-06-19T06:22:38.760" v="27810" actId="692"/>
          <ac:spMkLst>
            <pc:docMk/>
            <pc:sldMk cId="986757313" sldId="2076138976"/>
            <ac:spMk id="30" creationId="{A3E41B76-0DE4-6650-4ABF-BA7E24608275}"/>
          </ac:spMkLst>
        </pc:spChg>
        <pc:spChg chg="mod">
          <ac:chgData name="Hironari Yamada" userId="e57621f8-ec3c-449e-bb19-001fffcc008e" providerId="ADAL" clId="{BC0BD879-F267-5CCA-8DEA-E3B2DD07DA4E}" dt="2026-06-19T06:22:38.760" v="27810" actId="692"/>
          <ac:spMkLst>
            <pc:docMk/>
            <pc:sldMk cId="986757313" sldId="2076138976"/>
            <ac:spMk id="31" creationId="{4C758D61-A610-C45D-3071-CDF25C0670EA}"/>
          </ac:spMkLst>
        </pc:spChg>
        <pc:spChg chg="mod">
          <ac:chgData name="Hironari Yamada" userId="e57621f8-ec3c-449e-bb19-001fffcc008e" providerId="ADAL" clId="{BC0BD879-F267-5CCA-8DEA-E3B2DD07DA4E}" dt="2026-06-19T06:22:38.760" v="27810" actId="692"/>
          <ac:spMkLst>
            <pc:docMk/>
            <pc:sldMk cId="986757313" sldId="2076138976"/>
            <ac:spMk id="32" creationId="{78E1AA4E-AE26-75D7-09B8-0EB010551EFB}"/>
          </ac:spMkLst>
        </pc:spChg>
        <pc:spChg chg="mod">
          <ac:chgData name="Hironari Yamada" userId="e57621f8-ec3c-449e-bb19-001fffcc008e" providerId="ADAL" clId="{BC0BD879-F267-5CCA-8DEA-E3B2DD07DA4E}" dt="2026-06-19T06:22:38.760" v="27810" actId="692"/>
          <ac:spMkLst>
            <pc:docMk/>
            <pc:sldMk cId="986757313" sldId="2076138976"/>
            <ac:spMk id="33" creationId="{97B6D6FC-B930-49AE-3DAC-A2ABB686FFF0}"/>
          </ac:spMkLst>
        </pc:spChg>
        <pc:spChg chg="mod">
          <ac:chgData name="Hironari Yamada" userId="e57621f8-ec3c-449e-bb19-001fffcc008e" providerId="ADAL" clId="{BC0BD879-F267-5CCA-8DEA-E3B2DD07DA4E}" dt="2026-06-19T06:22:38.760" v="27810" actId="692"/>
          <ac:spMkLst>
            <pc:docMk/>
            <pc:sldMk cId="986757313" sldId="2076138976"/>
            <ac:spMk id="34" creationId="{B2FC5395-990A-3434-3CF5-634D40EA4068}"/>
          </ac:spMkLst>
        </pc:spChg>
        <pc:spChg chg="add mod">
          <ac:chgData name="Hironari Yamada" userId="e57621f8-ec3c-449e-bb19-001fffcc008e" providerId="ADAL" clId="{BC0BD879-F267-5CCA-8DEA-E3B2DD07DA4E}" dt="2026-06-19T06:22:38.760" v="27810" actId="692"/>
          <ac:spMkLst>
            <pc:docMk/>
            <pc:sldMk cId="986757313" sldId="2076138976"/>
            <ac:spMk id="35" creationId="{BE3D78CD-B0A8-9F84-CD98-2008D190BE98}"/>
          </ac:spMkLst>
        </pc:spChg>
        <pc:spChg chg="add mod">
          <ac:chgData name="Hironari Yamada" userId="e57621f8-ec3c-449e-bb19-001fffcc008e" providerId="ADAL" clId="{BC0BD879-F267-5CCA-8DEA-E3B2DD07DA4E}" dt="2026-06-19T06:21:59.858" v="27808" actId="207"/>
          <ac:spMkLst>
            <pc:docMk/>
            <pc:sldMk cId="986757313" sldId="2076138976"/>
            <ac:spMk id="40" creationId="{73A6E643-27A1-FC08-6CF4-0AC5A5A481DA}"/>
          </ac:spMkLst>
        </pc:spChg>
        <pc:spChg chg="add mod">
          <ac:chgData name="Hironari Yamada" userId="e57621f8-ec3c-449e-bb19-001fffcc008e" providerId="ADAL" clId="{BC0BD879-F267-5CCA-8DEA-E3B2DD07DA4E}" dt="2026-06-19T06:21:59.858" v="27808" actId="207"/>
          <ac:spMkLst>
            <pc:docMk/>
            <pc:sldMk cId="986757313" sldId="2076138976"/>
            <ac:spMk id="42" creationId="{06643653-0095-6D6B-3B5D-1D630CE570DB}"/>
          </ac:spMkLst>
        </pc:spChg>
        <pc:spChg chg="add mod">
          <ac:chgData name="Hironari Yamada" userId="e57621f8-ec3c-449e-bb19-001fffcc008e" providerId="ADAL" clId="{BC0BD879-F267-5CCA-8DEA-E3B2DD07DA4E}" dt="2026-06-19T06:21:59.858" v="27808" actId="207"/>
          <ac:spMkLst>
            <pc:docMk/>
            <pc:sldMk cId="986757313" sldId="2076138976"/>
            <ac:spMk id="43" creationId="{7A36D91B-867B-B968-50FD-3FD4D0FBCB0F}"/>
          </ac:spMkLst>
        </pc:spChg>
        <pc:spChg chg="mod">
          <ac:chgData name="Hironari Yamada" userId="e57621f8-ec3c-449e-bb19-001fffcc008e" providerId="ADAL" clId="{BC0BD879-F267-5CCA-8DEA-E3B2DD07DA4E}" dt="2026-06-19T06:22:38.760" v="27810" actId="692"/>
          <ac:spMkLst>
            <pc:docMk/>
            <pc:sldMk cId="986757313" sldId="2076138976"/>
            <ac:spMk id="44" creationId="{835420E5-D576-EAC1-51A8-D1676947A2AF}"/>
          </ac:spMkLst>
        </pc:spChg>
        <pc:spChg chg="add mod">
          <ac:chgData name="Hironari Yamada" userId="e57621f8-ec3c-449e-bb19-001fffcc008e" providerId="ADAL" clId="{BC0BD879-F267-5CCA-8DEA-E3B2DD07DA4E}" dt="2026-06-19T06:22:38.760" v="27810" actId="692"/>
          <ac:spMkLst>
            <pc:docMk/>
            <pc:sldMk cId="986757313" sldId="2076138976"/>
            <ac:spMk id="45" creationId="{323ED6D1-8349-59DE-1153-4601D500664E}"/>
          </ac:spMkLst>
        </pc:spChg>
        <pc:spChg chg="mod">
          <ac:chgData name="Hironari Yamada" userId="e57621f8-ec3c-449e-bb19-001fffcc008e" providerId="ADAL" clId="{BC0BD879-F267-5CCA-8DEA-E3B2DD07DA4E}" dt="2026-06-19T06:22:38.760" v="27810" actId="692"/>
          <ac:spMkLst>
            <pc:docMk/>
            <pc:sldMk cId="986757313" sldId="2076138976"/>
            <ac:spMk id="46" creationId="{486C3B81-A53F-6913-ABE2-BD1B46AB91A9}"/>
          </ac:spMkLst>
        </pc:spChg>
        <pc:spChg chg="add mod">
          <ac:chgData name="Hironari Yamada" userId="e57621f8-ec3c-449e-bb19-001fffcc008e" providerId="ADAL" clId="{BC0BD879-F267-5CCA-8DEA-E3B2DD07DA4E}" dt="2026-06-19T06:21:59.858" v="27808" actId="207"/>
          <ac:spMkLst>
            <pc:docMk/>
            <pc:sldMk cId="986757313" sldId="2076138976"/>
            <ac:spMk id="49" creationId="{7EE69073-AFC1-BC5C-3C15-7BBBAB582ADC}"/>
          </ac:spMkLst>
        </pc:spChg>
      </pc:sldChg>
      <pc:sldChg chg="addSp modSp add mod">
        <pc:chgData name="Hironari Yamada" userId="e57621f8-ec3c-449e-bb19-001fffcc008e" providerId="ADAL" clId="{BC0BD879-F267-5CCA-8DEA-E3B2DD07DA4E}" dt="2026-06-19T06:25:04.495" v="27817" actId="692"/>
        <pc:sldMkLst>
          <pc:docMk/>
          <pc:sldMk cId="1250833960" sldId="2076138977"/>
        </pc:sldMkLst>
        <pc:spChg chg="add mod">
          <ac:chgData name="Hironari Yamada" userId="e57621f8-ec3c-449e-bb19-001fffcc008e" providerId="ADAL" clId="{BC0BD879-F267-5CCA-8DEA-E3B2DD07DA4E}" dt="2026-06-19T06:25:04.495" v="27817" actId="692"/>
          <ac:spMkLst>
            <pc:docMk/>
            <pc:sldMk cId="1250833960" sldId="2076138977"/>
            <ac:spMk id="3" creationId="{E3B5E308-219C-8AEF-2C3A-A7E8EEB00D26}"/>
          </ac:spMkLst>
        </pc:spChg>
        <pc:spChg chg="add mod">
          <ac:chgData name="Hironari Yamada" userId="e57621f8-ec3c-449e-bb19-001fffcc008e" providerId="ADAL" clId="{BC0BD879-F267-5CCA-8DEA-E3B2DD07DA4E}" dt="2026-06-19T06:24:34.543" v="27814" actId="207"/>
          <ac:spMkLst>
            <pc:docMk/>
            <pc:sldMk cId="1250833960" sldId="2076138977"/>
            <ac:spMk id="8" creationId="{6853617A-3B0B-1AB5-AF9A-09086CA44227}"/>
          </ac:spMkLst>
        </pc:spChg>
        <pc:spChg chg="mod">
          <ac:chgData name="Hironari Yamada" userId="e57621f8-ec3c-449e-bb19-001fffcc008e" providerId="ADAL" clId="{BC0BD879-F267-5CCA-8DEA-E3B2DD07DA4E}" dt="2026-06-19T06:24:28.207" v="27812"/>
          <ac:spMkLst>
            <pc:docMk/>
            <pc:sldMk cId="1250833960" sldId="2076138977"/>
            <ac:spMk id="9" creationId="{7E3A28D0-B7F5-3490-05CB-11F6286B3B6A}"/>
          </ac:spMkLst>
        </pc:spChg>
        <pc:spChg chg="add mod">
          <ac:chgData name="Hironari Yamada" userId="e57621f8-ec3c-449e-bb19-001fffcc008e" providerId="ADAL" clId="{BC0BD879-F267-5CCA-8DEA-E3B2DD07DA4E}" dt="2026-06-19T06:24:34.543" v="27814" actId="207"/>
          <ac:spMkLst>
            <pc:docMk/>
            <pc:sldMk cId="1250833960" sldId="2076138977"/>
            <ac:spMk id="13" creationId="{8D193E15-D8EF-C527-7CA4-275B1EAE789E}"/>
          </ac:spMkLst>
        </pc:spChg>
        <pc:spChg chg="add mod">
          <ac:chgData name="Hironari Yamada" userId="e57621f8-ec3c-449e-bb19-001fffcc008e" providerId="ADAL" clId="{BC0BD879-F267-5CCA-8DEA-E3B2DD07DA4E}" dt="2026-06-19T06:25:04.495" v="27817" actId="692"/>
          <ac:spMkLst>
            <pc:docMk/>
            <pc:sldMk cId="1250833960" sldId="2076138977"/>
            <ac:spMk id="14" creationId="{BABBACDF-5D36-5BF3-26F9-8E5C38C2FC47}"/>
          </ac:spMkLst>
        </pc:spChg>
        <pc:spChg chg="add mod">
          <ac:chgData name="Hironari Yamada" userId="e57621f8-ec3c-449e-bb19-001fffcc008e" providerId="ADAL" clId="{BC0BD879-F267-5CCA-8DEA-E3B2DD07DA4E}" dt="2026-06-19T06:24:34.543" v="27814" actId="207"/>
          <ac:spMkLst>
            <pc:docMk/>
            <pc:sldMk cId="1250833960" sldId="2076138977"/>
            <ac:spMk id="16" creationId="{CDA07365-3A13-3483-D640-FF305A9BDB70}"/>
          </ac:spMkLst>
        </pc:spChg>
        <pc:spChg chg="add mod">
          <ac:chgData name="Hironari Yamada" userId="e57621f8-ec3c-449e-bb19-001fffcc008e" providerId="ADAL" clId="{BC0BD879-F267-5CCA-8DEA-E3B2DD07DA4E}" dt="2026-06-19T06:24:34.543" v="27814" actId="207"/>
          <ac:spMkLst>
            <pc:docMk/>
            <pc:sldMk cId="1250833960" sldId="2076138977"/>
            <ac:spMk id="17" creationId="{73F167EB-487D-D1CD-2E75-AF412828A50F}"/>
          </ac:spMkLst>
        </pc:spChg>
        <pc:spChg chg="add mod">
          <ac:chgData name="Hironari Yamada" userId="e57621f8-ec3c-449e-bb19-001fffcc008e" providerId="ADAL" clId="{BC0BD879-F267-5CCA-8DEA-E3B2DD07DA4E}" dt="2026-06-19T06:24:34.543" v="27814" actId="207"/>
          <ac:spMkLst>
            <pc:docMk/>
            <pc:sldMk cId="1250833960" sldId="2076138977"/>
            <ac:spMk id="21" creationId="{1C152BD2-BAFE-492E-7E6B-0B85F8BA2B9F}"/>
          </ac:spMkLst>
        </pc:spChg>
        <pc:spChg chg="add mod">
          <ac:chgData name="Hironari Yamada" userId="e57621f8-ec3c-449e-bb19-001fffcc008e" providerId="ADAL" clId="{BC0BD879-F267-5CCA-8DEA-E3B2DD07DA4E}" dt="2026-06-19T06:24:34.543" v="27814" actId="207"/>
          <ac:spMkLst>
            <pc:docMk/>
            <pc:sldMk cId="1250833960" sldId="2076138977"/>
            <ac:spMk id="22" creationId="{E34F864B-B245-CB5C-A95B-2860A6AB436E}"/>
          </ac:spMkLst>
        </pc:spChg>
        <pc:spChg chg="add mod">
          <ac:chgData name="Hironari Yamada" userId="e57621f8-ec3c-449e-bb19-001fffcc008e" providerId="ADAL" clId="{BC0BD879-F267-5CCA-8DEA-E3B2DD07DA4E}" dt="2026-06-19T06:24:34.543" v="27814" actId="207"/>
          <ac:spMkLst>
            <pc:docMk/>
            <pc:sldMk cId="1250833960" sldId="2076138977"/>
            <ac:spMk id="27" creationId="{3F15DC37-7B6E-FDCA-7618-3234E3FCC22E}"/>
          </ac:spMkLst>
        </pc:spChg>
        <pc:spChg chg="add mod">
          <ac:chgData name="Hironari Yamada" userId="e57621f8-ec3c-449e-bb19-001fffcc008e" providerId="ADAL" clId="{BC0BD879-F267-5CCA-8DEA-E3B2DD07DA4E}" dt="2026-06-19T06:24:34.543" v="27814" actId="207"/>
          <ac:spMkLst>
            <pc:docMk/>
            <pc:sldMk cId="1250833960" sldId="2076138977"/>
            <ac:spMk id="34" creationId="{023C38EB-A905-23F5-BC89-F69C396F8E0B}"/>
          </ac:spMkLst>
        </pc:spChg>
        <pc:spChg chg="add mod">
          <ac:chgData name="Hironari Yamada" userId="e57621f8-ec3c-449e-bb19-001fffcc008e" providerId="ADAL" clId="{BC0BD879-F267-5CCA-8DEA-E3B2DD07DA4E}" dt="2026-06-19T06:24:39.939" v="27816" actId="207"/>
          <ac:spMkLst>
            <pc:docMk/>
            <pc:sldMk cId="1250833960" sldId="2076138977"/>
            <ac:spMk id="35" creationId="{2B7E4A71-4666-7CC8-97FC-159AA70DCCE8}"/>
          </ac:spMkLst>
        </pc:spChg>
        <pc:cxnChg chg="mod">
          <ac:chgData name="Hironari Yamada" userId="e57621f8-ec3c-449e-bb19-001fffcc008e" providerId="ADAL" clId="{BC0BD879-F267-5CCA-8DEA-E3B2DD07DA4E}" dt="2026-06-19T06:25:04.495" v="27817" actId="692"/>
          <ac:cxnSpMkLst>
            <pc:docMk/>
            <pc:sldMk cId="1250833960" sldId="2076138977"/>
            <ac:cxnSpMk id="10" creationId="{F4BEFCAE-4A5C-4CD5-94AA-E537794F462B}"/>
          </ac:cxnSpMkLst>
        </pc:cxnChg>
        <pc:cxnChg chg="mod">
          <ac:chgData name="Hironari Yamada" userId="e57621f8-ec3c-449e-bb19-001fffcc008e" providerId="ADAL" clId="{BC0BD879-F267-5CCA-8DEA-E3B2DD07DA4E}" dt="2026-06-19T06:25:04.495" v="27817" actId="692"/>
          <ac:cxnSpMkLst>
            <pc:docMk/>
            <pc:sldMk cId="1250833960" sldId="2076138977"/>
            <ac:cxnSpMk id="11" creationId="{8B6503D8-FFE6-AE05-D9FA-F4C5386077B6}"/>
          </ac:cxnSpMkLst>
        </pc:cxnChg>
        <pc:cxnChg chg="mod">
          <ac:chgData name="Hironari Yamada" userId="e57621f8-ec3c-449e-bb19-001fffcc008e" providerId="ADAL" clId="{BC0BD879-F267-5CCA-8DEA-E3B2DD07DA4E}" dt="2026-06-19T06:25:04.495" v="27817" actId="692"/>
          <ac:cxnSpMkLst>
            <pc:docMk/>
            <pc:sldMk cId="1250833960" sldId="2076138977"/>
            <ac:cxnSpMk id="12" creationId="{3AFD6DA0-5A26-3686-38DC-352C7AE4A86B}"/>
          </ac:cxnSpMkLst>
        </pc:cxnChg>
        <pc:cxnChg chg="mod">
          <ac:chgData name="Hironari Yamada" userId="e57621f8-ec3c-449e-bb19-001fffcc008e" providerId="ADAL" clId="{BC0BD879-F267-5CCA-8DEA-E3B2DD07DA4E}" dt="2026-06-19T06:25:04.495" v="27817" actId="692"/>
          <ac:cxnSpMkLst>
            <pc:docMk/>
            <pc:sldMk cId="1250833960" sldId="2076138977"/>
            <ac:cxnSpMk id="15" creationId="{FB3CB2F9-E95A-0F8C-061B-26EF465ADDB3}"/>
          </ac:cxnSpMkLst>
        </pc:cxnChg>
      </pc:sldChg>
      <pc:sldChg chg="addSp modSp add mod">
        <pc:chgData name="Hironari Yamada" userId="e57621f8-ec3c-449e-bb19-001fffcc008e" providerId="ADAL" clId="{BC0BD879-F267-5CCA-8DEA-E3B2DD07DA4E}" dt="2026-06-19T06:26:02.908" v="27837" actId="1076"/>
        <pc:sldMkLst>
          <pc:docMk/>
          <pc:sldMk cId="3283365380" sldId="2076138978"/>
        </pc:sldMkLst>
        <pc:spChg chg="add mod">
          <ac:chgData name="Hironari Yamada" userId="e57621f8-ec3c-449e-bb19-001fffcc008e" providerId="ADAL" clId="{BC0BD879-F267-5CCA-8DEA-E3B2DD07DA4E}" dt="2026-06-19T06:25:37.550" v="27827" actId="1036"/>
          <ac:spMkLst>
            <pc:docMk/>
            <pc:sldMk cId="3283365380" sldId="2076138978"/>
            <ac:spMk id="3" creationId="{47326CF0-2F3C-05D7-F0CE-9626978F92FC}"/>
          </ac:spMkLst>
        </pc:spChg>
        <pc:spChg chg="mod">
          <ac:chgData name="Hironari Yamada" userId="e57621f8-ec3c-449e-bb19-001fffcc008e" providerId="ADAL" clId="{BC0BD879-F267-5CCA-8DEA-E3B2DD07DA4E}" dt="2026-06-19T06:25:57.389" v="27835" actId="692"/>
          <ac:spMkLst>
            <pc:docMk/>
            <pc:sldMk cId="3283365380" sldId="2076138978"/>
            <ac:spMk id="5" creationId="{7FB9ED6E-296D-B13B-4295-4F99D1A56B1C}"/>
          </ac:spMkLst>
        </pc:spChg>
        <pc:spChg chg="add mod">
          <ac:chgData name="Hironari Yamada" userId="e57621f8-ec3c-449e-bb19-001fffcc008e" providerId="ADAL" clId="{BC0BD879-F267-5CCA-8DEA-E3B2DD07DA4E}" dt="2026-06-19T06:25:43.111" v="27833" actId="1036"/>
          <ac:spMkLst>
            <pc:docMk/>
            <pc:sldMk cId="3283365380" sldId="2076138978"/>
            <ac:spMk id="8" creationId="{65E6BE22-F0A9-E251-729D-F460F40A6B10}"/>
          </ac:spMkLst>
        </pc:spChg>
        <pc:spChg chg="mod">
          <ac:chgData name="Hironari Yamada" userId="e57621f8-ec3c-449e-bb19-001fffcc008e" providerId="ADAL" clId="{BC0BD879-F267-5CCA-8DEA-E3B2DD07DA4E}" dt="2026-06-19T06:25:20.860" v="27818"/>
          <ac:spMkLst>
            <pc:docMk/>
            <pc:sldMk cId="3283365380" sldId="2076138978"/>
            <ac:spMk id="9" creationId="{E13CA1E2-C08E-9195-7323-258D0B3B3D55}"/>
          </ac:spMkLst>
        </pc:spChg>
        <pc:spChg chg="add mod">
          <ac:chgData name="Hironari Yamada" userId="e57621f8-ec3c-449e-bb19-001fffcc008e" providerId="ADAL" clId="{BC0BD879-F267-5CCA-8DEA-E3B2DD07DA4E}" dt="2026-06-19T06:25:43.111" v="27833" actId="1036"/>
          <ac:spMkLst>
            <pc:docMk/>
            <pc:sldMk cId="3283365380" sldId="2076138978"/>
            <ac:spMk id="16" creationId="{FED678BE-732B-59E3-1A94-C43947266504}"/>
          </ac:spMkLst>
        </pc:spChg>
        <pc:spChg chg="add mod">
          <ac:chgData name="Hironari Yamada" userId="e57621f8-ec3c-449e-bb19-001fffcc008e" providerId="ADAL" clId="{BC0BD879-F267-5CCA-8DEA-E3B2DD07DA4E}" dt="2026-06-19T06:25:43.111" v="27833" actId="1036"/>
          <ac:spMkLst>
            <pc:docMk/>
            <pc:sldMk cId="3283365380" sldId="2076138978"/>
            <ac:spMk id="18" creationId="{FB5E27C2-67B0-49D8-82DC-43DC6C90BF71}"/>
          </ac:spMkLst>
        </pc:spChg>
        <pc:spChg chg="add mod">
          <ac:chgData name="Hironari Yamada" userId="e57621f8-ec3c-449e-bb19-001fffcc008e" providerId="ADAL" clId="{BC0BD879-F267-5CCA-8DEA-E3B2DD07DA4E}" dt="2026-06-19T06:25:43.111" v="27833" actId="1036"/>
          <ac:spMkLst>
            <pc:docMk/>
            <pc:sldMk cId="3283365380" sldId="2076138978"/>
            <ac:spMk id="19" creationId="{15299D50-CC83-0E48-ED71-B23CFD1F2554}"/>
          </ac:spMkLst>
        </pc:spChg>
        <pc:spChg chg="add mod">
          <ac:chgData name="Hironari Yamada" userId="e57621f8-ec3c-449e-bb19-001fffcc008e" providerId="ADAL" clId="{BC0BD879-F267-5CCA-8DEA-E3B2DD07DA4E}" dt="2026-06-19T06:25:43.111" v="27833" actId="1036"/>
          <ac:spMkLst>
            <pc:docMk/>
            <pc:sldMk cId="3283365380" sldId="2076138978"/>
            <ac:spMk id="21" creationId="{3DC36467-9CF6-7B84-1C95-4DE3A9AA32A6}"/>
          </ac:spMkLst>
        </pc:spChg>
        <pc:spChg chg="mod">
          <ac:chgData name="Hironari Yamada" userId="e57621f8-ec3c-449e-bb19-001fffcc008e" providerId="ADAL" clId="{BC0BD879-F267-5CCA-8DEA-E3B2DD07DA4E}" dt="2026-06-19T06:25:43.111" v="27833" actId="1036"/>
          <ac:spMkLst>
            <pc:docMk/>
            <pc:sldMk cId="3283365380" sldId="2076138978"/>
            <ac:spMk id="23" creationId="{422A510D-189B-4812-35A4-9E91B9F129D7}"/>
          </ac:spMkLst>
        </pc:spChg>
        <pc:spChg chg="add mod">
          <ac:chgData name="Hironari Yamada" userId="e57621f8-ec3c-449e-bb19-001fffcc008e" providerId="ADAL" clId="{BC0BD879-F267-5CCA-8DEA-E3B2DD07DA4E}" dt="2026-06-19T06:25:49.492" v="27834" actId="692"/>
          <ac:spMkLst>
            <pc:docMk/>
            <pc:sldMk cId="3283365380" sldId="2076138978"/>
            <ac:spMk id="26" creationId="{7294B4F4-C376-790F-7384-9E6F877964DE}"/>
          </ac:spMkLst>
        </pc:spChg>
        <pc:spChg chg="add mod">
          <ac:chgData name="Hironari Yamada" userId="e57621f8-ec3c-449e-bb19-001fffcc008e" providerId="ADAL" clId="{BC0BD879-F267-5CCA-8DEA-E3B2DD07DA4E}" dt="2026-06-19T06:25:43.111" v="27833" actId="1036"/>
          <ac:spMkLst>
            <pc:docMk/>
            <pc:sldMk cId="3283365380" sldId="2076138978"/>
            <ac:spMk id="27" creationId="{EF3AA59D-BC2D-7BB9-5337-811FAFA3BCF1}"/>
          </ac:spMkLst>
        </pc:spChg>
        <pc:spChg chg="add mod">
          <ac:chgData name="Hironari Yamada" userId="e57621f8-ec3c-449e-bb19-001fffcc008e" providerId="ADAL" clId="{BC0BD879-F267-5CCA-8DEA-E3B2DD07DA4E}" dt="2026-06-19T06:25:43.111" v="27833" actId="1036"/>
          <ac:spMkLst>
            <pc:docMk/>
            <pc:sldMk cId="3283365380" sldId="2076138978"/>
            <ac:spMk id="33" creationId="{1A9FD8BC-A9C7-2DBB-67A1-D764B980B585}"/>
          </ac:spMkLst>
        </pc:spChg>
        <pc:spChg chg="add mod">
          <ac:chgData name="Hironari Yamada" userId="e57621f8-ec3c-449e-bb19-001fffcc008e" providerId="ADAL" clId="{BC0BD879-F267-5CCA-8DEA-E3B2DD07DA4E}" dt="2026-06-19T06:25:43.111" v="27833" actId="1036"/>
          <ac:spMkLst>
            <pc:docMk/>
            <pc:sldMk cId="3283365380" sldId="2076138978"/>
            <ac:spMk id="36" creationId="{0D5504D8-62D2-9BA3-9245-E64120B6651B}"/>
          </ac:spMkLst>
        </pc:spChg>
        <pc:cxnChg chg="mod">
          <ac:chgData name="Hironari Yamada" userId="e57621f8-ec3c-449e-bb19-001fffcc008e" providerId="ADAL" clId="{BC0BD879-F267-5CCA-8DEA-E3B2DD07DA4E}" dt="2026-06-19T06:25:57.389" v="27835" actId="692"/>
          <ac:cxnSpMkLst>
            <pc:docMk/>
            <pc:sldMk cId="3283365380" sldId="2076138978"/>
            <ac:cxnSpMk id="11" creationId="{121F5516-9D50-0265-4C6B-45FE3E137E72}"/>
          </ac:cxnSpMkLst>
        </pc:cxnChg>
        <pc:cxnChg chg="mod">
          <ac:chgData name="Hironari Yamada" userId="e57621f8-ec3c-449e-bb19-001fffcc008e" providerId="ADAL" clId="{BC0BD879-F267-5CCA-8DEA-E3B2DD07DA4E}" dt="2026-06-19T06:25:57.389" v="27835" actId="692"/>
          <ac:cxnSpMkLst>
            <pc:docMk/>
            <pc:sldMk cId="3283365380" sldId="2076138978"/>
            <ac:cxnSpMk id="12" creationId="{51D3271F-4742-3D1C-A921-92E3CA1FEF73}"/>
          </ac:cxnSpMkLst>
        </pc:cxnChg>
        <pc:cxnChg chg="mod">
          <ac:chgData name="Hironari Yamada" userId="e57621f8-ec3c-449e-bb19-001fffcc008e" providerId="ADAL" clId="{BC0BD879-F267-5CCA-8DEA-E3B2DD07DA4E}" dt="2026-06-19T06:25:49.492" v="27834" actId="692"/>
          <ac:cxnSpMkLst>
            <pc:docMk/>
            <pc:sldMk cId="3283365380" sldId="2076138978"/>
            <ac:cxnSpMk id="31" creationId="{CBE36740-807F-0C64-FE51-3C1E309E7C41}"/>
          </ac:cxnSpMkLst>
        </pc:cxnChg>
        <pc:cxnChg chg="mod">
          <ac:chgData name="Hironari Yamada" userId="e57621f8-ec3c-449e-bb19-001fffcc008e" providerId="ADAL" clId="{BC0BD879-F267-5CCA-8DEA-E3B2DD07DA4E}" dt="2026-06-19T06:25:49.492" v="27834" actId="692"/>
          <ac:cxnSpMkLst>
            <pc:docMk/>
            <pc:sldMk cId="3283365380" sldId="2076138978"/>
            <ac:cxnSpMk id="32" creationId="{38313D97-3A9E-424A-B2ED-47D6DFC5C3D4}"/>
          </ac:cxnSpMkLst>
        </pc:cxnChg>
        <pc:cxnChg chg="add mod">
          <ac:chgData name="Hironari Yamada" userId="e57621f8-ec3c-449e-bb19-001fffcc008e" providerId="ADAL" clId="{BC0BD879-F267-5CCA-8DEA-E3B2DD07DA4E}" dt="2026-06-19T06:26:02.908" v="27837" actId="1076"/>
          <ac:cxnSpMkLst>
            <pc:docMk/>
            <pc:sldMk cId="3283365380" sldId="2076138978"/>
            <ac:cxnSpMk id="44" creationId="{A60B453F-548A-6031-5C96-36D3F4BEE638}"/>
          </ac:cxnSpMkLst>
        </pc:cxnChg>
      </pc:sldChg>
      <pc:sldChg chg="addSp modSp add mod">
        <pc:chgData name="Hironari Yamada" userId="e57621f8-ec3c-449e-bb19-001fffcc008e" providerId="ADAL" clId="{BC0BD879-F267-5CCA-8DEA-E3B2DD07DA4E}" dt="2026-06-19T06:27:11.050" v="27841" actId="207"/>
        <pc:sldMkLst>
          <pc:docMk/>
          <pc:sldMk cId="3455889371" sldId="2076138979"/>
        </pc:sldMkLst>
        <pc:spChg chg="add mod">
          <ac:chgData name="Hironari Yamada" userId="e57621f8-ec3c-449e-bb19-001fffcc008e" providerId="ADAL" clId="{BC0BD879-F267-5CCA-8DEA-E3B2DD07DA4E}" dt="2026-06-19T06:27:11.050" v="27841" actId="207"/>
          <ac:spMkLst>
            <pc:docMk/>
            <pc:sldMk cId="3455889371" sldId="2076138979"/>
            <ac:spMk id="3" creationId="{588F9E79-CE2F-FF9B-7A07-F9D11B66D943}"/>
          </ac:spMkLst>
        </pc:spChg>
        <pc:spChg chg="mod">
          <ac:chgData name="Hironari Yamada" userId="e57621f8-ec3c-449e-bb19-001fffcc008e" providerId="ADAL" clId="{BC0BD879-F267-5CCA-8DEA-E3B2DD07DA4E}" dt="2026-06-19T06:27:03.320" v="27839"/>
          <ac:spMkLst>
            <pc:docMk/>
            <pc:sldMk cId="3455889371" sldId="2076138979"/>
            <ac:spMk id="9" creationId="{E636684F-93C6-CC99-0051-EDC73A03BF33}"/>
          </ac:spMkLst>
        </pc:spChg>
      </pc:sldChg>
      <pc:sldChg chg="addSp modSp add mod">
        <pc:chgData name="Hironari Yamada" userId="e57621f8-ec3c-449e-bb19-001fffcc008e" providerId="ADAL" clId="{BC0BD879-F267-5CCA-8DEA-E3B2DD07DA4E}" dt="2026-06-19T06:27:49.319" v="27847" actId="692"/>
        <pc:sldMkLst>
          <pc:docMk/>
          <pc:sldMk cId="1841242208" sldId="2076138980"/>
        </pc:sldMkLst>
        <pc:spChg chg="add mod">
          <ac:chgData name="Hironari Yamada" userId="e57621f8-ec3c-449e-bb19-001fffcc008e" providerId="ADAL" clId="{BC0BD879-F267-5CCA-8DEA-E3B2DD07DA4E}" dt="2026-06-19T06:27:33.951" v="27845" actId="207"/>
          <ac:spMkLst>
            <pc:docMk/>
            <pc:sldMk cId="1841242208" sldId="2076138980"/>
            <ac:spMk id="3" creationId="{68848202-0DA3-1A09-C227-BA2A9E67C64C}"/>
          </ac:spMkLst>
        </pc:spChg>
        <pc:spChg chg="add mod">
          <ac:chgData name="Hironari Yamada" userId="e57621f8-ec3c-449e-bb19-001fffcc008e" providerId="ADAL" clId="{BC0BD879-F267-5CCA-8DEA-E3B2DD07DA4E}" dt="2026-06-19T06:27:33.951" v="27845" actId="207"/>
          <ac:spMkLst>
            <pc:docMk/>
            <pc:sldMk cId="1841242208" sldId="2076138980"/>
            <ac:spMk id="7" creationId="{DA47393E-E8E3-E7D3-BE35-54418CED934D}"/>
          </ac:spMkLst>
        </pc:spChg>
        <pc:spChg chg="add mod">
          <ac:chgData name="Hironari Yamada" userId="e57621f8-ec3c-449e-bb19-001fffcc008e" providerId="ADAL" clId="{BC0BD879-F267-5CCA-8DEA-E3B2DD07DA4E}" dt="2026-06-19T06:27:33.951" v="27845" actId="207"/>
          <ac:spMkLst>
            <pc:docMk/>
            <pc:sldMk cId="1841242208" sldId="2076138980"/>
            <ac:spMk id="8" creationId="{F44A74DA-1F3A-BD6A-BA23-6DECFDFA234D}"/>
          </ac:spMkLst>
        </pc:spChg>
        <pc:spChg chg="mod">
          <ac:chgData name="Hironari Yamada" userId="e57621f8-ec3c-449e-bb19-001fffcc008e" providerId="ADAL" clId="{BC0BD879-F267-5CCA-8DEA-E3B2DD07DA4E}" dt="2026-06-19T06:27:27.923" v="27843"/>
          <ac:spMkLst>
            <pc:docMk/>
            <pc:sldMk cId="1841242208" sldId="2076138980"/>
            <ac:spMk id="9" creationId="{7C8A141C-C758-3505-11F4-E6A14ABACC73}"/>
          </ac:spMkLst>
        </pc:spChg>
        <pc:picChg chg="add mod">
          <ac:chgData name="Hironari Yamada" userId="e57621f8-ec3c-449e-bb19-001fffcc008e" providerId="ADAL" clId="{BC0BD879-F267-5CCA-8DEA-E3B2DD07DA4E}" dt="2026-06-19T06:27:49.319" v="27847" actId="692"/>
          <ac:picMkLst>
            <pc:docMk/>
            <pc:sldMk cId="1841242208" sldId="2076138980"/>
            <ac:picMk id="5" creationId="{64605FC3-E526-FDF2-BAC3-64C7C5473EC2}"/>
          </ac:picMkLst>
        </pc:picChg>
        <pc:picChg chg="add mod">
          <ac:chgData name="Hironari Yamada" userId="e57621f8-ec3c-449e-bb19-001fffcc008e" providerId="ADAL" clId="{BC0BD879-F267-5CCA-8DEA-E3B2DD07DA4E}" dt="2026-06-19T06:27:49.319" v="27847" actId="692"/>
          <ac:picMkLst>
            <pc:docMk/>
            <pc:sldMk cId="1841242208" sldId="2076138980"/>
            <ac:picMk id="6" creationId="{A764B1DA-8331-067A-FC46-3ADF25BFE10A}"/>
          </ac:picMkLst>
        </pc:picChg>
      </pc:sldChg>
      <pc:sldChg chg="addSp modSp add mod">
        <pc:chgData name="Hironari Yamada" userId="e57621f8-ec3c-449e-bb19-001fffcc008e" providerId="ADAL" clId="{BC0BD879-F267-5CCA-8DEA-E3B2DD07DA4E}" dt="2026-06-19T06:31:41.521" v="27851" actId="207"/>
        <pc:sldMkLst>
          <pc:docMk/>
          <pc:sldMk cId="2610514691" sldId="2076138981"/>
        </pc:sldMkLst>
        <pc:spChg chg="add mod">
          <ac:chgData name="Hironari Yamada" userId="e57621f8-ec3c-449e-bb19-001fffcc008e" providerId="ADAL" clId="{BC0BD879-F267-5CCA-8DEA-E3B2DD07DA4E}" dt="2026-06-19T06:31:41.521" v="27851" actId="207"/>
          <ac:spMkLst>
            <pc:docMk/>
            <pc:sldMk cId="2610514691" sldId="2076138981"/>
            <ac:spMk id="3" creationId="{F588F639-B2AA-BCB4-D946-66D63871DB36}"/>
          </ac:spMkLst>
        </pc:spChg>
        <pc:spChg chg="add mod">
          <ac:chgData name="Hironari Yamada" userId="e57621f8-ec3c-449e-bb19-001fffcc008e" providerId="ADAL" clId="{BC0BD879-F267-5CCA-8DEA-E3B2DD07DA4E}" dt="2026-06-19T06:31:41.521" v="27851" actId="207"/>
          <ac:spMkLst>
            <pc:docMk/>
            <pc:sldMk cId="2610514691" sldId="2076138981"/>
            <ac:spMk id="7" creationId="{A5D1BD6D-4E5D-FC4A-866D-AFACF238DCF1}"/>
          </ac:spMkLst>
        </pc:spChg>
        <pc:spChg chg="add mod">
          <ac:chgData name="Hironari Yamada" userId="e57621f8-ec3c-449e-bb19-001fffcc008e" providerId="ADAL" clId="{BC0BD879-F267-5CCA-8DEA-E3B2DD07DA4E}" dt="2026-06-19T06:31:41.521" v="27851" actId="207"/>
          <ac:spMkLst>
            <pc:docMk/>
            <pc:sldMk cId="2610514691" sldId="2076138981"/>
            <ac:spMk id="8" creationId="{E2A9BF6A-6A6F-C427-040C-64E7ABDB64C0}"/>
          </ac:spMkLst>
        </pc:spChg>
        <pc:spChg chg="mod">
          <ac:chgData name="Hironari Yamada" userId="e57621f8-ec3c-449e-bb19-001fffcc008e" providerId="ADAL" clId="{BC0BD879-F267-5CCA-8DEA-E3B2DD07DA4E}" dt="2026-06-19T06:31:35.322" v="27849"/>
          <ac:spMkLst>
            <pc:docMk/>
            <pc:sldMk cId="2610514691" sldId="2076138981"/>
            <ac:spMk id="9" creationId="{C67C7764-0507-C710-01F8-D120456C3AF1}"/>
          </ac:spMkLst>
        </pc:spChg>
        <pc:picChg chg="add mod">
          <ac:chgData name="Hironari Yamada" userId="e57621f8-ec3c-449e-bb19-001fffcc008e" providerId="ADAL" clId="{BC0BD879-F267-5CCA-8DEA-E3B2DD07DA4E}" dt="2026-06-19T06:31:41.521" v="27851" actId="207"/>
          <ac:picMkLst>
            <pc:docMk/>
            <pc:sldMk cId="2610514691" sldId="2076138981"/>
            <ac:picMk id="5" creationId="{6348F736-4740-1AD6-00E3-F2A714D37738}"/>
          </ac:picMkLst>
        </pc:picChg>
        <pc:picChg chg="add mod">
          <ac:chgData name="Hironari Yamada" userId="e57621f8-ec3c-449e-bb19-001fffcc008e" providerId="ADAL" clId="{BC0BD879-F267-5CCA-8DEA-E3B2DD07DA4E}" dt="2026-06-19T06:31:41.521" v="27851" actId="207"/>
          <ac:picMkLst>
            <pc:docMk/>
            <pc:sldMk cId="2610514691" sldId="2076138981"/>
            <ac:picMk id="6" creationId="{A0BC13DC-FA4C-0054-FB70-B43639FA69A9}"/>
          </ac:picMkLst>
        </pc:picChg>
        <pc:picChg chg="add mod">
          <ac:chgData name="Hironari Yamada" userId="e57621f8-ec3c-449e-bb19-001fffcc008e" providerId="ADAL" clId="{BC0BD879-F267-5CCA-8DEA-E3B2DD07DA4E}" dt="2026-06-19T06:31:41.521" v="27851" actId="207"/>
          <ac:picMkLst>
            <pc:docMk/>
            <pc:sldMk cId="2610514691" sldId="2076138981"/>
            <ac:picMk id="10" creationId="{BB4F71AB-6AAB-C045-4164-7D6A6D977ABC}"/>
          </ac:picMkLst>
        </pc:picChg>
        <pc:picChg chg="add mod">
          <ac:chgData name="Hironari Yamada" userId="e57621f8-ec3c-449e-bb19-001fffcc008e" providerId="ADAL" clId="{BC0BD879-F267-5CCA-8DEA-E3B2DD07DA4E}" dt="2026-06-19T06:31:41.521" v="27851" actId="207"/>
          <ac:picMkLst>
            <pc:docMk/>
            <pc:sldMk cId="2610514691" sldId="2076138981"/>
            <ac:picMk id="11" creationId="{3C3143CE-9935-C0C4-DB21-A9E7AA50AF64}"/>
          </ac:picMkLst>
        </pc:picChg>
      </pc:sldChg>
      <pc:sldChg chg="addSp modSp add mod">
        <pc:chgData name="Hironari Yamada" userId="e57621f8-ec3c-449e-bb19-001fffcc008e" providerId="ADAL" clId="{BC0BD879-F267-5CCA-8DEA-E3B2DD07DA4E}" dt="2026-06-19T06:33:44.427" v="27864" actId="207"/>
        <pc:sldMkLst>
          <pc:docMk/>
          <pc:sldMk cId="3414731480" sldId="2076138982"/>
        </pc:sldMkLst>
        <pc:spChg chg="add mod">
          <ac:chgData name="Hironari Yamada" userId="e57621f8-ec3c-449e-bb19-001fffcc008e" providerId="ADAL" clId="{BC0BD879-F267-5CCA-8DEA-E3B2DD07DA4E}" dt="2026-06-19T06:33:44.427" v="27864" actId="207"/>
          <ac:spMkLst>
            <pc:docMk/>
            <pc:sldMk cId="3414731480" sldId="2076138982"/>
            <ac:spMk id="5" creationId="{BA826155-89C2-FB86-1815-AC32197EBB7D}"/>
          </ac:spMkLst>
        </pc:spChg>
        <pc:spChg chg="mod">
          <ac:chgData name="Hironari Yamada" userId="e57621f8-ec3c-449e-bb19-001fffcc008e" providerId="ADAL" clId="{BC0BD879-F267-5CCA-8DEA-E3B2DD07DA4E}" dt="2026-06-19T06:33:36.337" v="27862" actId="20577"/>
          <ac:spMkLst>
            <pc:docMk/>
            <pc:sldMk cId="3414731480" sldId="2076138982"/>
            <ac:spMk id="9" creationId="{A7CB779D-645E-E614-3357-826332B19F79}"/>
          </ac:spMkLst>
        </pc:spChg>
        <pc:picChg chg="add mod">
          <ac:chgData name="Hironari Yamada" userId="e57621f8-ec3c-449e-bb19-001fffcc008e" providerId="ADAL" clId="{BC0BD879-F267-5CCA-8DEA-E3B2DD07DA4E}" dt="2026-06-19T06:33:44.427" v="27864" actId="207"/>
          <ac:picMkLst>
            <pc:docMk/>
            <pc:sldMk cId="3414731480" sldId="2076138982"/>
            <ac:picMk id="3" creationId="{40D265A6-F503-A412-2177-FB621E589BC2}"/>
          </ac:picMkLst>
        </pc:picChg>
      </pc:sldChg>
      <pc:sldChg chg="addSp modSp add mod">
        <pc:chgData name="Hironari Yamada" userId="e57621f8-ec3c-449e-bb19-001fffcc008e" providerId="ADAL" clId="{BC0BD879-F267-5CCA-8DEA-E3B2DD07DA4E}" dt="2026-06-19T06:34:07.321" v="27868" actId="207"/>
        <pc:sldMkLst>
          <pc:docMk/>
          <pc:sldMk cId="2294822600" sldId="2076138983"/>
        </pc:sldMkLst>
        <pc:spChg chg="add mod">
          <ac:chgData name="Hironari Yamada" userId="e57621f8-ec3c-449e-bb19-001fffcc008e" providerId="ADAL" clId="{BC0BD879-F267-5CCA-8DEA-E3B2DD07DA4E}" dt="2026-06-19T06:34:07.321" v="27868" actId="207"/>
          <ac:spMkLst>
            <pc:docMk/>
            <pc:sldMk cId="2294822600" sldId="2076138983"/>
            <ac:spMk id="5" creationId="{20D7DCE8-10AA-D259-439B-F364E391ABB7}"/>
          </ac:spMkLst>
        </pc:spChg>
        <pc:spChg chg="add mod">
          <ac:chgData name="Hironari Yamada" userId="e57621f8-ec3c-449e-bb19-001fffcc008e" providerId="ADAL" clId="{BC0BD879-F267-5CCA-8DEA-E3B2DD07DA4E}" dt="2026-06-19T06:34:07.321" v="27868" actId="207"/>
          <ac:spMkLst>
            <pc:docMk/>
            <pc:sldMk cId="2294822600" sldId="2076138983"/>
            <ac:spMk id="6" creationId="{57096F1C-37AA-C125-C5B2-CFBA9012D46E}"/>
          </ac:spMkLst>
        </pc:spChg>
        <pc:spChg chg="mod">
          <ac:chgData name="Hironari Yamada" userId="e57621f8-ec3c-449e-bb19-001fffcc008e" providerId="ADAL" clId="{BC0BD879-F267-5CCA-8DEA-E3B2DD07DA4E}" dt="2026-06-19T06:33:58.859" v="27866"/>
          <ac:spMkLst>
            <pc:docMk/>
            <pc:sldMk cId="2294822600" sldId="2076138983"/>
            <ac:spMk id="9" creationId="{A049225B-E979-7003-A441-7B7F3DD3585E}"/>
          </ac:spMkLst>
        </pc:spChg>
        <pc:picChg chg="add mod">
          <ac:chgData name="Hironari Yamada" userId="e57621f8-ec3c-449e-bb19-001fffcc008e" providerId="ADAL" clId="{BC0BD879-F267-5CCA-8DEA-E3B2DD07DA4E}" dt="2026-06-19T06:34:07.321" v="27868" actId="207"/>
          <ac:picMkLst>
            <pc:docMk/>
            <pc:sldMk cId="2294822600" sldId="2076138983"/>
            <ac:picMk id="3" creationId="{EE2E356E-5BC7-7D3C-812F-2E3FEC720B9B}"/>
          </ac:picMkLst>
        </pc:picChg>
      </pc:sldChg>
      <pc:sldChg chg="addSp modSp add mod">
        <pc:chgData name="Hironari Yamada" userId="e57621f8-ec3c-449e-bb19-001fffcc008e" providerId="ADAL" clId="{BC0BD879-F267-5CCA-8DEA-E3B2DD07DA4E}" dt="2026-06-19T07:00:01.679" v="27880" actId="113"/>
        <pc:sldMkLst>
          <pc:docMk/>
          <pc:sldMk cId="1262601494" sldId="2076138984"/>
        </pc:sldMkLst>
        <pc:spChg chg="add mod">
          <ac:chgData name="Hironari Yamada" userId="e57621f8-ec3c-449e-bb19-001fffcc008e" providerId="ADAL" clId="{BC0BD879-F267-5CCA-8DEA-E3B2DD07DA4E}" dt="2026-06-19T07:00:01.679" v="27880" actId="113"/>
          <ac:spMkLst>
            <pc:docMk/>
            <pc:sldMk cId="1262601494" sldId="2076138984"/>
            <ac:spMk id="5" creationId="{BF98D5EF-500F-C07E-F7C2-78958F0B1122}"/>
          </ac:spMkLst>
        </pc:spChg>
        <pc:spChg chg="add mod">
          <ac:chgData name="Hironari Yamada" userId="e57621f8-ec3c-449e-bb19-001fffcc008e" providerId="ADAL" clId="{BC0BD879-F267-5CCA-8DEA-E3B2DD07DA4E}" dt="2026-06-19T07:00:01.679" v="27880" actId="113"/>
          <ac:spMkLst>
            <pc:docMk/>
            <pc:sldMk cId="1262601494" sldId="2076138984"/>
            <ac:spMk id="6" creationId="{82F9DC93-F50F-D0BF-25ED-64ADBB68EDA2}"/>
          </ac:spMkLst>
        </pc:spChg>
        <pc:spChg chg="mod">
          <ac:chgData name="Hironari Yamada" userId="e57621f8-ec3c-449e-bb19-001fffcc008e" providerId="ADAL" clId="{BC0BD879-F267-5CCA-8DEA-E3B2DD07DA4E}" dt="2026-06-19T06:59:28.700" v="27874"/>
          <ac:spMkLst>
            <pc:docMk/>
            <pc:sldMk cId="1262601494" sldId="2076138984"/>
            <ac:spMk id="9" creationId="{D6B6DC8F-63CD-BB8E-D191-23748D47DB0A}"/>
          </ac:spMkLst>
        </pc:spChg>
        <pc:spChg chg="add mod">
          <ac:chgData name="Hironari Yamada" userId="e57621f8-ec3c-449e-bb19-001fffcc008e" providerId="ADAL" clId="{BC0BD879-F267-5CCA-8DEA-E3B2DD07DA4E}" dt="2026-06-19T06:59:37.625" v="27877" actId="1076"/>
          <ac:spMkLst>
            <pc:docMk/>
            <pc:sldMk cId="1262601494" sldId="2076138984"/>
            <ac:spMk id="18" creationId="{37B74AD2-7AD7-33EE-C4C5-319C0A23F99A}"/>
          </ac:spMkLst>
        </pc:spChg>
        <pc:spChg chg="add mod">
          <ac:chgData name="Hironari Yamada" userId="e57621f8-ec3c-449e-bb19-001fffcc008e" providerId="ADAL" clId="{BC0BD879-F267-5CCA-8DEA-E3B2DD07DA4E}" dt="2026-06-19T06:59:37.625" v="27877" actId="1076"/>
          <ac:spMkLst>
            <pc:docMk/>
            <pc:sldMk cId="1262601494" sldId="2076138984"/>
            <ac:spMk id="19" creationId="{27ED73C1-5EEA-3C96-77EF-69CA563D56BF}"/>
          </ac:spMkLst>
        </pc:spChg>
        <pc:spChg chg="add mod">
          <ac:chgData name="Hironari Yamada" userId="e57621f8-ec3c-449e-bb19-001fffcc008e" providerId="ADAL" clId="{BC0BD879-F267-5CCA-8DEA-E3B2DD07DA4E}" dt="2026-06-19T06:59:37.625" v="27877" actId="1076"/>
          <ac:spMkLst>
            <pc:docMk/>
            <pc:sldMk cId="1262601494" sldId="2076138984"/>
            <ac:spMk id="26" creationId="{B4F6285B-8893-0BDA-21E3-8F011C814A65}"/>
          </ac:spMkLst>
        </pc:spChg>
        <pc:spChg chg="add mod">
          <ac:chgData name="Hironari Yamada" userId="e57621f8-ec3c-449e-bb19-001fffcc008e" providerId="ADAL" clId="{BC0BD879-F267-5CCA-8DEA-E3B2DD07DA4E}" dt="2026-06-19T06:59:37.625" v="27877" actId="1076"/>
          <ac:spMkLst>
            <pc:docMk/>
            <pc:sldMk cId="1262601494" sldId="2076138984"/>
            <ac:spMk id="34" creationId="{AD0FB956-BE0B-76C0-CEAA-33F70DEB3EE9}"/>
          </ac:spMkLst>
        </pc:spChg>
        <pc:spChg chg="add mod">
          <ac:chgData name="Hironari Yamada" userId="e57621f8-ec3c-449e-bb19-001fffcc008e" providerId="ADAL" clId="{BC0BD879-F267-5CCA-8DEA-E3B2DD07DA4E}" dt="2026-06-19T06:59:37.625" v="27877" actId="1076"/>
          <ac:spMkLst>
            <pc:docMk/>
            <pc:sldMk cId="1262601494" sldId="2076138984"/>
            <ac:spMk id="35" creationId="{42F37608-D705-0CCC-34B8-1B286F51BCC0}"/>
          </ac:spMkLst>
        </pc:spChg>
        <pc:spChg chg="add mod">
          <ac:chgData name="Hironari Yamada" userId="e57621f8-ec3c-449e-bb19-001fffcc008e" providerId="ADAL" clId="{BC0BD879-F267-5CCA-8DEA-E3B2DD07DA4E}" dt="2026-06-19T06:59:37.625" v="27877" actId="1076"/>
          <ac:spMkLst>
            <pc:docMk/>
            <pc:sldMk cId="1262601494" sldId="2076138984"/>
            <ac:spMk id="40" creationId="{C785F85F-9C05-1D08-E166-CB880CB888D7}"/>
          </ac:spMkLst>
        </pc:spChg>
        <pc:spChg chg="add mod">
          <ac:chgData name="Hironari Yamada" userId="e57621f8-ec3c-449e-bb19-001fffcc008e" providerId="ADAL" clId="{BC0BD879-F267-5CCA-8DEA-E3B2DD07DA4E}" dt="2026-06-19T06:59:37.625" v="27877" actId="1076"/>
          <ac:spMkLst>
            <pc:docMk/>
            <pc:sldMk cId="1262601494" sldId="2076138984"/>
            <ac:spMk id="41" creationId="{1AD10730-DC3F-508F-12EB-4F97C0540871}"/>
          </ac:spMkLst>
        </pc:spChg>
        <pc:spChg chg="add mod">
          <ac:chgData name="Hironari Yamada" userId="e57621f8-ec3c-449e-bb19-001fffcc008e" providerId="ADAL" clId="{BC0BD879-F267-5CCA-8DEA-E3B2DD07DA4E}" dt="2026-06-19T06:59:37.625" v="27877" actId="1076"/>
          <ac:spMkLst>
            <pc:docMk/>
            <pc:sldMk cId="1262601494" sldId="2076138984"/>
            <ac:spMk id="42" creationId="{89EFFE06-9D77-BAB3-CCD2-5F6E19F48DD4}"/>
          </ac:spMkLst>
        </pc:spChg>
      </pc:sldChg>
      <pc:sldChg chg="addSp modSp add mod">
        <pc:chgData name="Hironari Yamada" userId="e57621f8-ec3c-449e-bb19-001fffcc008e" providerId="ADAL" clId="{BC0BD879-F267-5CCA-8DEA-E3B2DD07DA4E}" dt="2026-06-19T07:04:53.610" v="27884" actId="207"/>
        <pc:sldMkLst>
          <pc:docMk/>
          <pc:sldMk cId="2805510963" sldId="2076138985"/>
        </pc:sldMkLst>
        <pc:spChg chg="add mod">
          <ac:chgData name="Hironari Yamada" userId="e57621f8-ec3c-449e-bb19-001fffcc008e" providerId="ADAL" clId="{BC0BD879-F267-5CCA-8DEA-E3B2DD07DA4E}" dt="2026-06-19T07:04:53.610" v="27884" actId="207"/>
          <ac:spMkLst>
            <pc:docMk/>
            <pc:sldMk cId="2805510963" sldId="2076138985"/>
            <ac:spMk id="3" creationId="{01D0BE1A-3370-BE6D-DF60-7BF0769BF4A9}"/>
          </ac:spMkLst>
        </pc:spChg>
        <pc:spChg chg="add mod">
          <ac:chgData name="Hironari Yamada" userId="e57621f8-ec3c-449e-bb19-001fffcc008e" providerId="ADAL" clId="{BC0BD879-F267-5CCA-8DEA-E3B2DD07DA4E}" dt="2026-06-19T07:04:53.610" v="27884" actId="207"/>
          <ac:spMkLst>
            <pc:docMk/>
            <pc:sldMk cId="2805510963" sldId="2076138985"/>
            <ac:spMk id="6" creationId="{746E51C6-ECD0-1CC2-62BD-F08B59EEB9CB}"/>
          </ac:spMkLst>
        </pc:spChg>
        <pc:spChg chg="add mod">
          <ac:chgData name="Hironari Yamada" userId="e57621f8-ec3c-449e-bb19-001fffcc008e" providerId="ADAL" clId="{BC0BD879-F267-5CCA-8DEA-E3B2DD07DA4E}" dt="2026-06-19T07:04:53.610" v="27884" actId="207"/>
          <ac:spMkLst>
            <pc:docMk/>
            <pc:sldMk cId="2805510963" sldId="2076138985"/>
            <ac:spMk id="7" creationId="{D412815E-3BCB-2E80-F6BB-12A030EFFE39}"/>
          </ac:spMkLst>
        </pc:spChg>
        <pc:spChg chg="mod">
          <ac:chgData name="Hironari Yamada" userId="e57621f8-ec3c-449e-bb19-001fffcc008e" providerId="ADAL" clId="{BC0BD879-F267-5CCA-8DEA-E3B2DD07DA4E}" dt="2026-06-19T07:01:38.052" v="27882"/>
          <ac:spMkLst>
            <pc:docMk/>
            <pc:sldMk cId="2805510963" sldId="2076138985"/>
            <ac:spMk id="9" creationId="{CFB43568-543C-91F7-E3B4-7F14A0ED10FB}"/>
          </ac:spMkLst>
        </pc:spChg>
        <pc:picChg chg="add mod">
          <ac:chgData name="Hironari Yamada" userId="e57621f8-ec3c-449e-bb19-001fffcc008e" providerId="ADAL" clId="{BC0BD879-F267-5CCA-8DEA-E3B2DD07DA4E}" dt="2026-06-19T07:04:53.610" v="27884" actId="207"/>
          <ac:picMkLst>
            <pc:docMk/>
            <pc:sldMk cId="2805510963" sldId="2076138985"/>
            <ac:picMk id="5" creationId="{2F27C54E-B90A-BEEE-84B0-28E070CF75ED}"/>
          </ac:picMkLst>
        </pc:picChg>
      </pc:sldChg>
      <pc:sldChg chg="addSp modSp add mod">
        <pc:chgData name="Hironari Yamada" userId="e57621f8-ec3c-449e-bb19-001fffcc008e" providerId="ADAL" clId="{BC0BD879-F267-5CCA-8DEA-E3B2DD07DA4E}" dt="2026-06-19T07:05:13.358" v="27888" actId="207"/>
        <pc:sldMkLst>
          <pc:docMk/>
          <pc:sldMk cId="1178722463" sldId="2076138986"/>
        </pc:sldMkLst>
        <pc:spChg chg="add mod">
          <ac:chgData name="Hironari Yamada" userId="e57621f8-ec3c-449e-bb19-001fffcc008e" providerId="ADAL" clId="{BC0BD879-F267-5CCA-8DEA-E3B2DD07DA4E}" dt="2026-06-19T07:05:13.358" v="27888" actId="207"/>
          <ac:spMkLst>
            <pc:docMk/>
            <pc:sldMk cId="1178722463" sldId="2076138986"/>
            <ac:spMk id="3" creationId="{7FE0B6F6-07D5-6083-3D6D-549B3B99D3E5}"/>
          </ac:spMkLst>
        </pc:spChg>
        <pc:spChg chg="mod">
          <ac:chgData name="Hironari Yamada" userId="e57621f8-ec3c-449e-bb19-001fffcc008e" providerId="ADAL" clId="{BC0BD879-F267-5CCA-8DEA-E3B2DD07DA4E}" dt="2026-06-19T07:05:07.825" v="27886"/>
          <ac:spMkLst>
            <pc:docMk/>
            <pc:sldMk cId="1178722463" sldId="2076138986"/>
            <ac:spMk id="9" creationId="{D58FAFDB-7B98-1997-4D3E-14B668FE2BB2}"/>
          </ac:spMkLst>
        </pc:spChg>
        <pc:picChg chg="add mod">
          <ac:chgData name="Hironari Yamada" userId="e57621f8-ec3c-449e-bb19-001fffcc008e" providerId="ADAL" clId="{BC0BD879-F267-5CCA-8DEA-E3B2DD07DA4E}" dt="2026-06-19T07:05:11.709" v="27887"/>
          <ac:picMkLst>
            <pc:docMk/>
            <pc:sldMk cId="1178722463" sldId="2076138986"/>
            <ac:picMk id="5" creationId="{56C01326-C17B-6CF8-5AB9-A76F9BC14140}"/>
          </ac:picMkLst>
        </pc:picChg>
      </pc:sldChg>
      <pc:sldChg chg="modSp add mod">
        <pc:chgData name="Hironari Yamada" userId="e57621f8-ec3c-449e-bb19-001fffcc008e" providerId="ADAL" clId="{BC0BD879-F267-5CCA-8DEA-E3B2DD07DA4E}" dt="2026-06-19T06:21:10.790" v="27800" actId="20577"/>
        <pc:sldMkLst>
          <pc:docMk/>
          <pc:sldMk cId="838093548" sldId="2076138987"/>
        </pc:sldMkLst>
        <pc:spChg chg="mod">
          <ac:chgData name="Hironari Yamada" userId="e57621f8-ec3c-449e-bb19-001fffcc008e" providerId="ADAL" clId="{BC0BD879-F267-5CCA-8DEA-E3B2DD07DA4E}" dt="2026-06-19T06:21:10.790" v="27800" actId="20577"/>
          <ac:spMkLst>
            <pc:docMk/>
            <pc:sldMk cId="838093548" sldId="2076138987"/>
            <ac:spMk id="2" creationId="{15C8795D-74F8-3577-3394-4DF764A84072}"/>
          </ac:spMkLst>
        </pc:spChg>
      </pc:sldChg>
      <pc:sldChg chg="addSp modSp add mod">
        <pc:chgData name="Hironari Yamada" userId="e57621f8-ec3c-449e-bb19-001fffcc008e" providerId="ADAL" clId="{BC0BD879-F267-5CCA-8DEA-E3B2DD07DA4E}" dt="2026-06-19T07:07:59.485" v="27893" actId="1076"/>
        <pc:sldMkLst>
          <pc:docMk/>
          <pc:sldMk cId="1015265105" sldId="2076138988"/>
        </pc:sldMkLst>
        <pc:spChg chg="add mod">
          <ac:chgData name="Hironari Yamada" userId="e57621f8-ec3c-449e-bb19-001fffcc008e" providerId="ADAL" clId="{BC0BD879-F267-5CCA-8DEA-E3B2DD07DA4E}" dt="2026-06-19T07:07:59.485" v="27893" actId="1076"/>
          <ac:spMkLst>
            <pc:docMk/>
            <pc:sldMk cId="1015265105" sldId="2076138988"/>
            <ac:spMk id="3" creationId="{C034537D-7279-0329-2AB0-2EB7035ACB54}"/>
          </ac:spMkLst>
        </pc:spChg>
        <pc:spChg chg="mod">
          <ac:chgData name="Hironari Yamada" userId="e57621f8-ec3c-449e-bb19-001fffcc008e" providerId="ADAL" clId="{BC0BD879-F267-5CCA-8DEA-E3B2DD07DA4E}" dt="2026-06-19T07:07:45.239" v="27890"/>
          <ac:spMkLst>
            <pc:docMk/>
            <pc:sldMk cId="1015265105" sldId="2076138988"/>
            <ac:spMk id="9" creationId="{B1D45BB4-9D70-96B0-B2FD-D90C82B5C64E}"/>
          </ac:spMkLst>
        </pc:spChg>
        <pc:graphicFrameChg chg="add mod">
          <ac:chgData name="Hironari Yamada" userId="e57621f8-ec3c-449e-bb19-001fffcc008e" providerId="ADAL" clId="{BC0BD879-F267-5CCA-8DEA-E3B2DD07DA4E}" dt="2026-06-19T07:07:59.485" v="27893" actId="1076"/>
          <ac:graphicFrameMkLst>
            <pc:docMk/>
            <pc:sldMk cId="1015265105" sldId="2076138988"/>
            <ac:graphicFrameMk id="5" creationId="{8D546BAA-502D-8DF4-5C92-455290E52D11}"/>
          </ac:graphicFrameMkLst>
        </pc:graphicFrameChg>
      </pc:sldChg>
      <pc:sldChg chg="addSp delSp modSp add mod">
        <pc:chgData name="Hironari Yamada" userId="e57621f8-ec3c-449e-bb19-001fffcc008e" providerId="ADAL" clId="{BC0BD879-F267-5CCA-8DEA-E3B2DD07DA4E}" dt="2026-06-19T07:09:05.299" v="27904" actId="692"/>
        <pc:sldMkLst>
          <pc:docMk/>
          <pc:sldMk cId="1521488448" sldId="2076138989"/>
        </pc:sldMkLst>
        <pc:spChg chg="mod topLvl">
          <ac:chgData name="Hironari Yamada" userId="e57621f8-ec3c-449e-bb19-001fffcc008e" providerId="ADAL" clId="{BC0BD879-F267-5CCA-8DEA-E3B2DD07DA4E}" dt="2026-06-19T07:08:46.301" v="27902" actId="207"/>
          <ac:spMkLst>
            <pc:docMk/>
            <pc:sldMk cId="1521488448" sldId="2076138989"/>
            <ac:spMk id="5" creationId="{1ACF9393-F419-CB9C-6573-0A0F4CF8B8CA}"/>
          </ac:spMkLst>
        </pc:spChg>
        <pc:spChg chg="mod topLvl">
          <ac:chgData name="Hironari Yamada" userId="e57621f8-ec3c-449e-bb19-001fffcc008e" providerId="ADAL" clId="{BC0BD879-F267-5CCA-8DEA-E3B2DD07DA4E}" dt="2026-06-19T07:08:39.322" v="27901" actId="165"/>
          <ac:spMkLst>
            <pc:docMk/>
            <pc:sldMk cId="1521488448" sldId="2076138989"/>
            <ac:spMk id="6" creationId="{B9693E46-4B76-7D39-D2B4-E95ABC6A64C7}"/>
          </ac:spMkLst>
        </pc:spChg>
        <pc:spChg chg="mod">
          <ac:chgData name="Hironari Yamada" userId="e57621f8-ec3c-449e-bb19-001fffcc008e" providerId="ADAL" clId="{BC0BD879-F267-5CCA-8DEA-E3B2DD07DA4E}" dt="2026-06-19T07:08:07.397" v="27894"/>
          <ac:spMkLst>
            <pc:docMk/>
            <pc:sldMk cId="1521488448" sldId="2076138989"/>
            <ac:spMk id="9" creationId="{A9000705-DDC6-338D-FC08-F133C57EB2AE}"/>
          </ac:spMkLst>
        </pc:spChg>
        <pc:spChg chg="mod topLvl">
          <ac:chgData name="Hironari Yamada" userId="e57621f8-ec3c-449e-bb19-001fffcc008e" providerId="ADAL" clId="{BC0BD879-F267-5CCA-8DEA-E3B2DD07DA4E}" dt="2026-06-19T07:08:39.322" v="27901" actId="165"/>
          <ac:spMkLst>
            <pc:docMk/>
            <pc:sldMk cId="1521488448" sldId="2076138989"/>
            <ac:spMk id="10" creationId="{E8F8F890-41A8-826C-7876-DA76B6022C78}"/>
          </ac:spMkLst>
        </pc:spChg>
        <pc:spChg chg="mod topLvl">
          <ac:chgData name="Hironari Yamada" userId="e57621f8-ec3c-449e-bb19-001fffcc008e" providerId="ADAL" clId="{BC0BD879-F267-5CCA-8DEA-E3B2DD07DA4E}" dt="2026-06-19T07:08:39.322" v="27901" actId="165"/>
          <ac:spMkLst>
            <pc:docMk/>
            <pc:sldMk cId="1521488448" sldId="2076138989"/>
            <ac:spMk id="11" creationId="{D42A4294-61F7-02D4-1FA9-C0B4BA83CBEF}"/>
          </ac:spMkLst>
        </pc:spChg>
        <pc:spChg chg="mod topLvl">
          <ac:chgData name="Hironari Yamada" userId="e57621f8-ec3c-449e-bb19-001fffcc008e" providerId="ADAL" clId="{BC0BD879-F267-5CCA-8DEA-E3B2DD07DA4E}" dt="2026-06-19T07:08:39.322" v="27901" actId="165"/>
          <ac:spMkLst>
            <pc:docMk/>
            <pc:sldMk cId="1521488448" sldId="2076138989"/>
            <ac:spMk id="13" creationId="{7A67D761-80BF-539E-9978-74F582696C71}"/>
          </ac:spMkLst>
        </pc:spChg>
        <pc:spChg chg="mod topLvl">
          <ac:chgData name="Hironari Yamada" userId="e57621f8-ec3c-449e-bb19-001fffcc008e" providerId="ADAL" clId="{BC0BD879-F267-5CCA-8DEA-E3B2DD07DA4E}" dt="2026-06-19T07:08:39.322" v="27901" actId="165"/>
          <ac:spMkLst>
            <pc:docMk/>
            <pc:sldMk cId="1521488448" sldId="2076138989"/>
            <ac:spMk id="15" creationId="{63364645-630C-8283-0162-D952DF70D391}"/>
          </ac:spMkLst>
        </pc:spChg>
        <pc:spChg chg="mod topLvl">
          <ac:chgData name="Hironari Yamada" userId="e57621f8-ec3c-449e-bb19-001fffcc008e" providerId="ADAL" clId="{BC0BD879-F267-5CCA-8DEA-E3B2DD07DA4E}" dt="2026-06-19T07:08:39.322" v="27901" actId="165"/>
          <ac:spMkLst>
            <pc:docMk/>
            <pc:sldMk cId="1521488448" sldId="2076138989"/>
            <ac:spMk id="17" creationId="{BA5855A7-1112-0ECB-27E4-BCB96049A224}"/>
          </ac:spMkLst>
        </pc:spChg>
        <pc:spChg chg="mod topLvl">
          <ac:chgData name="Hironari Yamada" userId="e57621f8-ec3c-449e-bb19-001fffcc008e" providerId="ADAL" clId="{BC0BD879-F267-5CCA-8DEA-E3B2DD07DA4E}" dt="2026-06-19T07:08:39.322" v="27901" actId="165"/>
          <ac:spMkLst>
            <pc:docMk/>
            <pc:sldMk cId="1521488448" sldId="2076138989"/>
            <ac:spMk id="19" creationId="{8D714F00-CB65-3976-167B-ACAA8FA06BEB}"/>
          </ac:spMkLst>
        </pc:spChg>
        <pc:spChg chg="mod topLvl">
          <ac:chgData name="Hironari Yamada" userId="e57621f8-ec3c-449e-bb19-001fffcc008e" providerId="ADAL" clId="{BC0BD879-F267-5CCA-8DEA-E3B2DD07DA4E}" dt="2026-06-19T07:08:39.322" v="27901" actId="165"/>
          <ac:spMkLst>
            <pc:docMk/>
            <pc:sldMk cId="1521488448" sldId="2076138989"/>
            <ac:spMk id="21" creationId="{B7AE7802-7819-3C1F-0327-C38F6A77B04B}"/>
          </ac:spMkLst>
        </pc:spChg>
        <pc:spChg chg="mod topLvl">
          <ac:chgData name="Hironari Yamada" userId="e57621f8-ec3c-449e-bb19-001fffcc008e" providerId="ADAL" clId="{BC0BD879-F267-5CCA-8DEA-E3B2DD07DA4E}" dt="2026-06-19T07:08:39.322" v="27901" actId="165"/>
          <ac:spMkLst>
            <pc:docMk/>
            <pc:sldMk cId="1521488448" sldId="2076138989"/>
            <ac:spMk id="23" creationId="{7EE3BB2E-045D-D7AD-88E9-260C740C0385}"/>
          </ac:spMkLst>
        </pc:spChg>
        <pc:spChg chg="mod">
          <ac:chgData name="Hironari Yamada" userId="e57621f8-ec3c-449e-bb19-001fffcc008e" providerId="ADAL" clId="{BC0BD879-F267-5CCA-8DEA-E3B2DD07DA4E}" dt="2026-06-19T07:08:17.567" v="27897" actId="207"/>
          <ac:spMkLst>
            <pc:docMk/>
            <pc:sldMk cId="1521488448" sldId="2076138989"/>
            <ac:spMk id="25" creationId="{7F732BC8-AEDA-1FB4-441F-82ED032B270D}"/>
          </ac:spMkLst>
        </pc:spChg>
        <pc:spChg chg="mod topLvl">
          <ac:chgData name="Hironari Yamada" userId="e57621f8-ec3c-449e-bb19-001fffcc008e" providerId="ADAL" clId="{BC0BD879-F267-5CCA-8DEA-E3B2DD07DA4E}" dt="2026-06-19T07:09:05.299" v="27904" actId="692"/>
          <ac:spMkLst>
            <pc:docMk/>
            <pc:sldMk cId="1521488448" sldId="2076138989"/>
            <ac:spMk id="28" creationId="{E7D02CF9-B0B0-C1D2-602F-A48D5003E2F1}"/>
          </ac:spMkLst>
        </pc:spChg>
        <pc:spChg chg="mod topLvl">
          <ac:chgData name="Hironari Yamada" userId="e57621f8-ec3c-449e-bb19-001fffcc008e" providerId="ADAL" clId="{BC0BD879-F267-5CCA-8DEA-E3B2DD07DA4E}" dt="2026-06-19T07:08:59.332" v="27903" actId="165"/>
          <ac:spMkLst>
            <pc:docMk/>
            <pc:sldMk cId="1521488448" sldId="2076138989"/>
            <ac:spMk id="29" creationId="{32B39038-DBCB-CDCB-3788-8FBC60C66781}"/>
          </ac:spMkLst>
        </pc:spChg>
        <pc:spChg chg="topLvl">
          <ac:chgData name="Hironari Yamada" userId="e57621f8-ec3c-449e-bb19-001fffcc008e" providerId="ADAL" clId="{BC0BD879-F267-5CCA-8DEA-E3B2DD07DA4E}" dt="2026-06-19T07:08:59.332" v="27903" actId="165"/>
          <ac:spMkLst>
            <pc:docMk/>
            <pc:sldMk cId="1521488448" sldId="2076138989"/>
            <ac:spMk id="32" creationId="{C5E6922C-DAC3-6E55-CA13-2748FF4316CB}"/>
          </ac:spMkLst>
        </pc:spChg>
        <pc:spChg chg="topLvl">
          <ac:chgData name="Hironari Yamada" userId="e57621f8-ec3c-449e-bb19-001fffcc008e" providerId="ADAL" clId="{BC0BD879-F267-5CCA-8DEA-E3B2DD07DA4E}" dt="2026-06-19T07:08:59.332" v="27903" actId="165"/>
          <ac:spMkLst>
            <pc:docMk/>
            <pc:sldMk cId="1521488448" sldId="2076138989"/>
            <ac:spMk id="34" creationId="{3C2835B1-E18E-C716-02B3-A16C0E7DB478}"/>
          </ac:spMkLst>
        </pc:spChg>
        <pc:spChg chg="topLvl">
          <ac:chgData name="Hironari Yamada" userId="e57621f8-ec3c-449e-bb19-001fffcc008e" providerId="ADAL" clId="{BC0BD879-F267-5CCA-8DEA-E3B2DD07DA4E}" dt="2026-06-19T07:08:59.332" v="27903" actId="165"/>
          <ac:spMkLst>
            <pc:docMk/>
            <pc:sldMk cId="1521488448" sldId="2076138989"/>
            <ac:spMk id="37" creationId="{0453906D-D9D0-7D9F-7961-2087D4AA0576}"/>
          </ac:spMkLst>
        </pc:spChg>
        <pc:spChg chg="topLvl">
          <ac:chgData name="Hironari Yamada" userId="e57621f8-ec3c-449e-bb19-001fffcc008e" providerId="ADAL" clId="{BC0BD879-F267-5CCA-8DEA-E3B2DD07DA4E}" dt="2026-06-19T07:08:59.332" v="27903" actId="165"/>
          <ac:spMkLst>
            <pc:docMk/>
            <pc:sldMk cId="1521488448" sldId="2076138989"/>
            <ac:spMk id="38" creationId="{0E2404C4-5CEB-3016-E2A3-744EF232B663}"/>
          </ac:spMkLst>
        </pc:spChg>
        <pc:spChg chg="topLvl">
          <ac:chgData name="Hironari Yamada" userId="e57621f8-ec3c-449e-bb19-001fffcc008e" providerId="ADAL" clId="{BC0BD879-F267-5CCA-8DEA-E3B2DD07DA4E}" dt="2026-06-19T07:08:59.332" v="27903" actId="165"/>
          <ac:spMkLst>
            <pc:docMk/>
            <pc:sldMk cId="1521488448" sldId="2076138989"/>
            <ac:spMk id="40" creationId="{3315DA23-EE7A-E6D5-7CCE-029FD140A7B3}"/>
          </ac:spMkLst>
        </pc:spChg>
        <pc:spChg chg="mod topLvl">
          <ac:chgData name="Hironari Yamada" userId="e57621f8-ec3c-449e-bb19-001fffcc008e" providerId="ADAL" clId="{BC0BD879-F267-5CCA-8DEA-E3B2DD07DA4E}" dt="2026-06-19T07:08:59.332" v="27903" actId="165"/>
          <ac:spMkLst>
            <pc:docMk/>
            <pc:sldMk cId="1521488448" sldId="2076138989"/>
            <ac:spMk id="42" creationId="{08FC9AC4-BE1A-C5F6-4E8D-66CC7F90E485}"/>
          </ac:spMkLst>
        </pc:spChg>
        <pc:spChg chg="topLvl">
          <ac:chgData name="Hironari Yamada" userId="e57621f8-ec3c-449e-bb19-001fffcc008e" providerId="ADAL" clId="{BC0BD879-F267-5CCA-8DEA-E3B2DD07DA4E}" dt="2026-06-19T07:08:59.332" v="27903" actId="165"/>
          <ac:spMkLst>
            <pc:docMk/>
            <pc:sldMk cId="1521488448" sldId="2076138989"/>
            <ac:spMk id="44" creationId="{6ACA1920-8EE5-9CC5-4ECC-B7BD333ACA3D}"/>
          </ac:spMkLst>
        </pc:spChg>
        <pc:spChg chg="topLvl">
          <ac:chgData name="Hironari Yamada" userId="e57621f8-ec3c-449e-bb19-001fffcc008e" providerId="ADAL" clId="{BC0BD879-F267-5CCA-8DEA-E3B2DD07DA4E}" dt="2026-06-19T07:08:59.332" v="27903" actId="165"/>
          <ac:spMkLst>
            <pc:docMk/>
            <pc:sldMk cId="1521488448" sldId="2076138989"/>
            <ac:spMk id="46" creationId="{496AA4F6-0025-B74C-FF73-9EE38C2B3C0A}"/>
          </ac:spMkLst>
        </pc:spChg>
        <pc:spChg chg="mod">
          <ac:chgData name="Hironari Yamada" userId="e57621f8-ec3c-449e-bb19-001fffcc008e" providerId="ADAL" clId="{BC0BD879-F267-5CCA-8DEA-E3B2DD07DA4E}" dt="2026-06-19T07:08:17.567" v="27897" actId="207"/>
          <ac:spMkLst>
            <pc:docMk/>
            <pc:sldMk cId="1521488448" sldId="2076138989"/>
            <ac:spMk id="48" creationId="{1B604754-F6A3-7FD8-4735-ED3F460F348C}"/>
          </ac:spMkLst>
        </pc:spChg>
        <pc:grpChg chg="mod">
          <ac:chgData name="Hironari Yamada" userId="e57621f8-ec3c-449e-bb19-001fffcc008e" providerId="ADAL" clId="{BC0BD879-F267-5CCA-8DEA-E3B2DD07DA4E}" dt="2026-06-19T07:08:28.152" v="27899" actId="167"/>
          <ac:grpSpMkLst>
            <pc:docMk/>
            <pc:sldMk cId="1521488448" sldId="2076138989"/>
            <ac:grpSpMk id="3" creationId="{438C89E4-63AB-52A6-2E78-88F728FDCC6F}"/>
          </ac:grpSpMkLst>
        </pc:grpChg>
        <pc:grpChg chg="mod">
          <ac:chgData name="Hironari Yamada" userId="e57621f8-ec3c-449e-bb19-001fffcc008e" providerId="ADAL" clId="{BC0BD879-F267-5CCA-8DEA-E3B2DD07DA4E}" dt="2026-06-19T07:08:16.529" v="27896" actId="1076"/>
          <ac:grpSpMkLst>
            <pc:docMk/>
            <pc:sldMk cId="1521488448" sldId="2076138989"/>
            <ac:grpSpMk id="26" creationId="{40CB7F1F-9DAE-E331-57FA-29C9D35AB9DB}"/>
          </ac:grpSpMkLst>
        </pc:grpChg>
      </pc:sldChg>
      <pc:sldChg chg="addSp modSp add mod">
        <pc:chgData name="Hironari Yamada" userId="e57621f8-ec3c-449e-bb19-001fffcc008e" providerId="ADAL" clId="{BC0BD879-F267-5CCA-8DEA-E3B2DD07DA4E}" dt="2026-06-19T07:09:46.801" v="27909" actId="1076"/>
        <pc:sldMkLst>
          <pc:docMk/>
          <pc:sldMk cId="113296970" sldId="2076138990"/>
        </pc:sldMkLst>
        <pc:spChg chg="add mod">
          <ac:chgData name="Hironari Yamada" userId="e57621f8-ec3c-449e-bb19-001fffcc008e" providerId="ADAL" clId="{BC0BD879-F267-5CCA-8DEA-E3B2DD07DA4E}" dt="2026-06-19T07:09:39.994" v="27908" actId="207"/>
          <ac:spMkLst>
            <pc:docMk/>
            <pc:sldMk cId="113296970" sldId="2076138990"/>
            <ac:spMk id="3" creationId="{07625E7F-C8E7-A619-B20D-BDAE131ED98A}"/>
          </ac:spMkLst>
        </pc:spChg>
        <pc:spChg chg="add mod">
          <ac:chgData name="Hironari Yamada" userId="e57621f8-ec3c-449e-bb19-001fffcc008e" providerId="ADAL" clId="{BC0BD879-F267-5CCA-8DEA-E3B2DD07DA4E}" dt="2026-06-19T07:09:46.801" v="27909" actId="1076"/>
          <ac:spMkLst>
            <pc:docMk/>
            <pc:sldMk cId="113296970" sldId="2076138990"/>
            <ac:spMk id="6" creationId="{BD4C08C4-14E6-7FD0-9336-83E1F827E990}"/>
          </ac:spMkLst>
        </pc:spChg>
        <pc:spChg chg="mod">
          <ac:chgData name="Hironari Yamada" userId="e57621f8-ec3c-449e-bb19-001fffcc008e" providerId="ADAL" clId="{BC0BD879-F267-5CCA-8DEA-E3B2DD07DA4E}" dt="2026-06-19T07:09:32.103" v="27906"/>
          <ac:spMkLst>
            <pc:docMk/>
            <pc:sldMk cId="113296970" sldId="2076138990"/>
            <ac:spMk id="9" creationId="{380DDB8F-B07D-1238-2782-BE58ECA98AB1}"/>
          </ac:spMkLst>
        </pc:spChg>
        <pc:picChg chg="add mod">
          <ac:chgData name="Hironari Yamada" userId="e57621f8-ec3c-449e-bb19-001fffcc008e" providerId="ADAL" clId="{BC0BD879-F267-5CCA-8DEA-E3B2DD07DA4E}" dt="2026-06-19T07:09:46.801" v="27909" actId="1076"/>
          <ac:picMkLst>
            <pc:docMk/>
            <pc:sldMk cId="113296970" sldId="2076138990"/>
            <ac:picMk id="5" creationId="{1F5194EA-0013-1AE3-3146-C2393B9982FC}"/>
          </ac:picMkLst>
        </pc:picChg>
      </pc:sldChg>
      <pc:sldChg chg="addSp modSp add mod">
        <pc:chgData name="Hironari Yamada" userId="e57621f8-ec3c-449e-bb19-001fffcc008e" providerId="ADAL" clId="{BC0BD879-F267-5CCA-8DEA-E3B2DD07DA4E}" dt="2026-06-19T07:11:15.687" v="27919" actId="5793"/>
        <pc:sldMkLst>
          <pc:docMk/>
          <pc:sldMk cId="3028953028" sldId="2076138991"/>
        </pc:sldMkLst>
        <pc:spChg chg="add mod">
          <ac:chgData name="Hironari Yamada" userId="e57621f8-ec3c-449e-bb19-001fffcc008e" providerId="ADAL" clId="{BC0BD879-F267-5CCA-8DEA-E3B2DD07DA4E}" dt="2026-06-19T07:10:47.244" v="27914" actId="207"/>
          <ac:spMkLst>
            <pc:docMk/>
            <pc:sldMk cId="3028953028" sldId="2076138991"/>
            <ac:spMk id="8" creationId="{5CA73E36-28B6-0A6B-5EAF-416778DD1C1B}"/>
          </ac:spMkLst>
        </pc:spChg>
        <pc:spChg chg="mod">
          <ac:chgData name="Hironari Yamada" userId="e57621f8-ec3c-449e-bb19-001fffcc008e" providerId="ADAL" clId="{BC0BD879-F267-5CCA-8DEA-E3B2DD07DA4E}" dt="2026-06-19T07:10:33.671" v="27911"/>
          <ac:spMkLst>
            <pc:docMk/>
            <pc:sldMk cId="3028953028" sldId="2076138991"/>
            <ac:spMk id="9" creationId="{EF3EF82B-F861-B2F9-2303-CBD796FA35E5}"/>
          </ac:spMkLst>
        </pc:spChg>
        <pc:spChg chg="add mod">
          <ac:chgData name="Hironari Yamada" userId="e57621f8-ec3c-449e-bb19-001fffcc008e" providerId="ADAL" clId="{BC0BD879-F267-5CCA-8DEA-E3B2DD07DA4E}" dt="2026-06-19T07:10:39.954" v="27913" actId="207"/>
          <ac:spMkLst>
            <pc:docMk/>
            <pc:sldMk cId="3028953028" sldId="2076138991"/>
            <ac:spMk id="10" creationId="{913C7813-BD64-518C-21B7-89B828A4451C}"/>
          </ac:spMkLst>
        </pc:spChg>
        <pc:spChg chg="mod">
          <ac:chgData name="Hironari Yamada" userId="e57621f8-ec3c-449e-bb19-001fffcc008e" providerId="ADAL" clId="{BC0BD879-F267-5CCA-8DEA-E3B2DD07DA4E}" dt="2026-06-19T07:11:02.319" v="27916" actId="1076"/>
          <ac:spMkLst>
            <pc:docMk/>
            <pc:sldMk cId="3028953028" sldId="2076138991"/>
            <ac:spMk id="11" creationId="{1F27B5A8-F876-5E7E-025D-3270DAB3E384}"/>
          </ac:spMkLst>
        </pc:spChg>
        <pc:spChg chg="add mod">
          <ac:chgData name="Hironari Yamada" userId="e57621f8-ec3c-449e-bb19-001fffcc008e" providerId="ADAL" clId="{BC0BD879-F267-5CCA-8DEA-E3B2DD07DA4E}" dt="2026-06-19T07:11:15.687" v="27919" actId="5793"/>
          <ac:spMkLst>
            <pc:docMk/>
            <pc:sldMk cId="3028953028" sldId="2076138991"/>
            <ac:spMk id="15" creationId="{8D357D46-BB8B-B48C-3AA0-F8FD36893694}"/>
          </ac:spMkLst>
        </pc:spChg>
        <pc:spChg chg="mod">
          <ac:chgData name="Hironari Yamada" userId="e57621f8-ec3c-449e-bb19-001fffcc008e" providerId="ADAL" clId="{BC0BD879-F267-5CCA-8DEA-E3B2DD07DA4E}" dt="2026-06-19T07:10:47.244" v="27914" actId="207"/>
          <ac:spMkLst>
            <pc:docMk/>
            <pc:sldMk cId="3028953028" sldId="2076138991"/>
            <ac:spMk id="20" creationId="{E88370BA-AEF9-F5AE-27F0-D9FACA106A39}"/>
          </ac:spMkLst>
        </pc:spChg>
        <pc:spChg chg="add mod">
          <ac:chgData name="Hironari Yamada" userId="e57621f8-ec3c-449e-bb19-001fffcc008e" providerId="ADAL" clId="{BC0BD879-F267-5CCA-8DEA-E3B2DD07DA4E}" dt="2026-06-19T07:11:02.319" v="27916" actId="1076"/>
          <ac:spMkLst>
            <pc:docMk/>
            <pc:sldMk cId="3028953028" sldId="2076138991"/>
            <ac:spMk id="21" creationId="{BAD951EC-946E-D5B7-EE52-9C014B908A29}"/>
          </ac:spMkLst>
        </pc:spChg>
        <pc:spChg chg="add mod">
          <ac:chgData name="Hironari Yamada" userId="e57621f8-ec3c-449e-bb19-001fffcc008e" providerId="ADAL" clId="{BC0BD879-F267-5CCA-8DEA-E3B2DD07DA4E}" dt="2026-06-19T07:10:39.954" v="27913" actId="207"/>
          <ac:spMkLst>
            <pc:docMk/>
            <pc:sldMk cId="3028953028" sldId="2076138991"/>
            <ac:spMk id="29" creationId="{B4E783A1-BDC4-7932-6BC3-7DCB75606D58}"/>
          </ac:spMkLst>
        </pc:spChg>
        <pc:spChg chg="add mod">
          <ac:chgData name="Hironari Yamada" userId="e57621f8-ec3c-449e-bb19-001fffcc008e" providerId="ADAL" clId="{BC0BD879-F267-5CCA-8DEA-E3B2DD07DA4E}" dt="2026-06-19T07:10:39.954" v="27913" actId="207"/>
          <ac:spMkLst>
            <pc:docMk/>
            <pc:sldMk cId="3028953028" sldId="2076138991"/>
            <ac:spMk id="32" creationId="{AD1CC1D9-ED27-63F1-764A-F74AC4FED612}"/>
          </ac:spMkLst>
        </pc:spChg>
        <pc:spChg chg="add mod">
          <ac:chgData name="Hironari Yamada" userId="e57621f8-ec3c-449e-bb19-001fffcc008e" providerId="ADAL" clId="{BC0BD879-F267-5CCA-8DEA-E3B2DD07DA4E}" dt="2026-06-19T07:10:47.244" v="27914" actId="207"/>
          <ac:spMkLst>
            <pc:docMk/>
            <pc:sldMk cId="3028953028" sldId="2076138991"/>
            <ac:spMk id="35" creationId="{3FE48057-8E20-CFA4-C4D3-1F36F80C41B8}"/>
          </ac:spMkLst>
        </pc:spChg>
        <pc:spChg chg="mod">
          <ac:chgData name="Hironari Yamada" userId="e57621f8-ec3c-449e-bb19-001fffcc008e" providerId="ADAL" clId="{BC0BD879-F267-5CCA-8DEA-E3B2DD07DA4E}" dt="2026-06-19T07:11:02.319" v="27916" actId="1076"/>
          <ac:spMkLst>
            <pc:docMk/>
            <pc:sldMk cId="3028953028" sldId="2076138991"/>
            <ac:spMk id="36" creationId="{89359899-838C-A61A-E0A1-73EAA0BC602B}"/>
          </ac:spMkLst>
        </pc:spChg>
        <pc:spChg chg="add mod">
          <ac:chgData name="Hironari Yamada" userId="e57621f8-ec3c-449e-bb19-001fffcc008e" providerId="ADAL" clId="{BC0BD879-F267-5CCA-8DEA-E3B2DD07DA4E}" dt="2026-06-19T07:10:39.954" v="27913" actId="207"/>
          <ac:spMkLst>
            <pc:docMk/>
            <pc:sldMk cId="3028953028" sldId="2076138991"/>
            <ac:spMk id="41" creationId="{78DB8E31-E781-43A8-E271-705CF7E01350}"/>
          </ac:spMkLst>
        </pc:spChg>
        <pc:spChg chg="add mod">
          <ac:chgData name="Hironari Yamada" userId="e57621f8-ec3c-449e-bb19-001fffcc008e" providerId="ADAL" clId="{BC0BD879-F267-5CCA-8DEA-E3B2DD07DA4E}" dt="2026-06-19T07:10:39.954" v="27913" actId="207"/>
          <ac:spMkLst>
            <pc:docMk/>
            <pc:sldMk cId="3028953028" sldId="2076138991"/>
            <ac:spMk id="54" creationId="{55BC60F3-0D86-679F-FA26-11F0562564A8}"/>
          </ac:spMkLst>
        </pc:spChg>
        <pc:spChg chg="add mod">
          <ac:chgData name="Hironari Yamada" userId="e57621f8-ec3c-449e-bb19-001fffcc008e" providerId="ADAL" clId="{BC0BD879-F267-5CCA-8DEA-E3B2DD07DA4E}" dt="2026-06-19T07:10:39.954" v="27913" actId="207"/>
          <ac:spMkLst>
            <pc:docMk/>
            <pc:sldMk cId="3028953028" sldId="2076138991"/>
            <ac:spMk id="55" creationId="{752973E2-4BE7-AB4F-10A4-6465DA810499}"/>
          </ac:spMkLst>
        </pc:spChg>
      </pc:sldChg>
      <pc:sldChg chg="addSp modSp add mod">
        <pc:chgData name="Hironari Yamada" userId="e57621f8-ec3c-449e-bb19-001fffcc008e" providerId="ADAL" clId="{BC0BD879-F267-5CCA-8DEA-E3B2DD07DA4E}" dt="2026-06-19T07:39:13.027" v="27923" actId="207"/>
        <pc:sldMkLst>
          <pc:docMk/>
          <pc:sldMk cId="4124978926" sldId="2076138992"/>
        </pc:sldMkLst>
        <pc:spChg chg="add mod">
          <ac:chgData name="Hironari Yamada" userId="e57621f8-ec3c-449e-bb19-001fffcc008e" providerId="ADAL" clId="{BC0BD879-F267-5CCA-8DEA-E3B2DD07DA4E}" dt="2026-06-19T07:39:13.027" v="27923" actId="207"/>
          <ac:spMkLst>
            <pc:docMk/>
            <pc:sldMk cId="4124978926" sldId="2076138992"/>
            <ac:spMk id="5" creationId="{CA9BE376-080E-6857-14A1-C8BEC8192761}"/>
          </ac:spMkLst>
        </pc:spChg>
        <pc:spChg chg="mod">
          <ac:chgData name="Hironari Yamada" userId="e57621f8-ec3c-449e-bb19-001fffcc008e" providerId="ADAL" clId="{BC0BD879-F267-5CCA-8DEA-E3B2DD07DA4E}" dt="2026-06-19T07:39:05.716" v="27921"/>
          <ac:spMkLst>
            <pc:docMk/>
            <pc:sldMk cId="4124978926" sldId="2076138992"/>
            <ac:spMk id="9" creationId="{65EE0D32-10DC-0199-756F-FCD5AF946CDA}"/>
          </ac:spMkLst>
        </pc:spChg>
        <pc:picChg chg="add mod">
          <ac:chgData name="Hironari Yamada" userId="e57621f8-ec3c-449e-bb19-001fffcc008e" providerId="ADAL" clId="{BC0BD879-F267-5CCA-8DEA-E3B2DD07DA4E}" dt="2026-06-19T07:39:13.027" v="27923" actId="207"/>
          <ac:picMkLst>
            <pc:docMk/>
            <pc:sldMk cId="4124978926" sldId="2076138992"/>
            <ac:picMk id="3" creationId="{9339F23C-52B6-5854-4880-7C319C214444}"/>
          </ac:picMkLst>
        </pc:picChg>
      </pc:sldChg>
      <pc:sldChg chg="addSp modSp add mod">
        <pc:chgData name="Hironari Yamada" userId="e57621f8-ec3c-449e-bb19-001fffcc008e" providerId="ADAL" clId="{BC0BD879-F267-5CCA-8DEA-E3B2DD07DA4E}" dt="2026-06-19T07:39:30.352" v="27927" actId="207"/>
        <pc:sldMkLst>
          <pc:docMk/>
          <pc:sldMk cId="1087676910" sldId="2076138993"/>
        </pc:sldMkLst>
        <pc:spChg chg="add mod">
          <ac:chgData name="Hironari Yamada" userId="e57621f8-ec3c-449e-bb19-001fffcc008e" providerId="ADAL" clId="{BC0BD879-F267-5CCA-8DEA-E3B2DD07DA4E}" dt="2026-06-19T07:39:30.352" v="27927" actId="207"/>
          <ac:spMkLst>
            <pc:docMk/>
            <pc:sldMk cId="1087676910" sldId="2076138993"/>
            <ac:spMk id="3" creationId="{C0BBB6FB-0651-B3B3-0050-E5596CEB7304}"/>
          </ac:spMkLst>
        </pc:spChg>
        <pc:spChg chg="mod">
          <ac:chgData name="Hironari Yamada" userId="e57621f8-ec3c-449e-bb19-001fffcc008e" providerId="ADAL" clId="{BC0BD879-F267-5CCA-8DEA-E3B2DD07DA4E}" dt="2026-06-19T07:39:22.920" v="27925"/>
          <ac:spMkLst>
            <pc:docMk/>
            <pc:sldMk cId="1087676910" sldId="2076138993"/>
            <ac:spMk id="9" creationId="{5D15C693-7712-73FB-1353-80A0D0E50442}"/>
          </ac:spMkLst>
        </pc:spChg>
        <pc:picChg chg="add mod">
          <ac:chgData name="Hironari Yamada" userId="e57621f8-ec3c-449e-bb19-001fffcc008e" providerId="ADAL" clId="{BC0BD879-F267-5CCA-8DEA-E3B2DD07DA4E}" dt="2026-06-19T07:39:28.790" v="27926"/>
          <ac:picMkLst>
            <pc:docMk/>
            <pc:sldMk cId="1087676910" sldId="2076138993"/>
            <ac:picMk id="5" creationId="{4BB6FCE5-69EB-4D33-6ABB-7C07A0EAEBF4}"/>
          </ac:picMkLst>
        </pc:picChg>
      </pc:sldChg>
      <pc:sldChg chg="addSp modSp add mod">
        <pc:chgData name="Hironari Yamada" userId="e57621f8-ec3c-449e-bb19-001fffcc008e" providerId="ADAL" clId="{BC0BD879-F267-5CCA-8DEA-E3B2DD07DA4E}" dt="2026-06-19T07:41:20.021" v="27936"/>
        <pc:sldMkLst>
          <pc:docMk/>
          <pc:sldMk cId="2049183877" sldId="2076138994"/>
        </pc:sldMkLst>
        <pc:spChg chg="mod">
          <ac:chgData name="Hironari Yamada" userId="e57621f8-ec3c-449e-bb19-001fffcc008e" providerId="ADAL" clId="{BC0BD879-F267-5CCA-8DEA-E3B2DD07DA4E}" dt="2026-06-19T07:41:17.228" v="27935"/>
          <ac:spMkLst>
            <pc:docMk/>
            <pc:sldMk cId="2049183877" sldId="2076138994"/>
            <ac:spMk id="9" creationId="{C97AF183-3A0A-D4F0-24DC-5EFAFD54C436}"/>
          </ac:spMkLst>
        </pc:spChg>
        <pc:picChg chg="add mod">
          <ac:chgData name="Hironari Yamada" userId="e57621f8-ec3c-449e-bb19-001fffcc008e" providerId="ADAL" clId="{BC0BD879-F267-5CCA-8DEA-E3B2DD07DA4E}" dt="2026-06-19T07:41:20.021" v="27936"/>
          <ac:picMkLst>
            <pc:docMk/>
            <pc:sldMk cId="2049183877" sldId="2076138994"/>
            <ac:picMk id="3" creationId="{B10DB0C1-2E5D-9C2E-10A7-44220A78152B}"/>
          </ac:picMkLst>
        </pc:picChg>
      </pc:sldChg>
      <pc:sldChg chg="addSp delSp modSp add mod">
        <pc:chgData name="Hironari Yamada" userId="e57621f8-ec3c-449e-bb19-001fffcc008e" providerId="ADAL" clId="{BC0BD879-F267-5CCA-8DEA-E3B2DD07DA4E}" dt="2026-06-19T07:45:07.067" v="27941" actId="478"/>
        <pc:sldMkLst>
          <pc:docMk/>
          <pc:sldMk cId="2638589843" sldId="2076138995"/>
        </pc:sldMkLst>
        <pc:spChg chg="mod">
          <ac:chgData name="Hironari Yamada" userId="e57621f8-ec3c-449e-bb19-001fffcc008e" providerId="ADAL" clId="{BC0BD879-F267-5CCA-8DEA-E3B2DD07DA4E}" dt="2026-06-19T07:45:03.226" v="27940" actId="207"/>
          <ac:spMkLst>
            <pc:docMk/>
            <pc:sldMk cId="2638589843" sldId="2076138995"/>
            <ac:spMk id="5" creationId="{D7C7E2DA-9F1E-9005-5AE7-477A90A2212D}"/>
          </ac:spMkLst>
        </pc:spChg>
        <pc:spChg chg="mod">
          <ac:chgData name="Hironari Yamada" userId="e57621f8-ec3c-449e-bb19-001fffcc008e" providerId="ADAL" clId="{BC0BD879-F267-5CCA-8DEA-E3B2DD07DA4E}" dt="2026-06-19T07:45:03.226" v="27940" actId="207"/>
          <ac:spMkLst>
            <pc:docMk/>
            <pc:sldMk cId="2638589843" sldId="2076138995"/>
            <ac:spMk id="6" creationId="{644A0164-B38E-1ACA-A467-6A4712FB777A}"/>
          </ac:spMkLst>
        </pc:spChg>
        <pc:spChg chg="mod">
          <ac:chgData name="Hironari Yamada" userId="e57621f8-ec3c-449e-bb19-001fffcc008e" providerId="ADAL" clId="{BC0BD879-F267-5CCA-8DEA-E3B2DD07DA4E}" dt="2026-06-19T07:45:03.226" v="27940" actId="207"/>
          <ac:spMkLst>
            <pc:docMk/>
            <pc:sldMk cId="2638589843" sldId="2076138995"/>
            <ac:spMk id="7" creationId="{7BC985A7-3DDC-F8D3-783E-88421846E7DC}"/>
          </ac:spMkLst>
        </pc:spChg>
        <pc:spChg chg="mod">
          <ac:chgData name="Hironari Yamada" userId="e57621f8-ec3c-449e-bb19-001fffcc008e" providerId="ADAL" clId="{BC0BD879-F267-5CCA-8DEA-E3B2DD07DA4E}" dt="2026-06-19T07:45:03.226" v="27940" actId="207"/>
          <ac:spMkLst>
            <pc:docMk/>
            <pc:sldMk cId="2638589843" sldId="2076138995"/>
            <ac:spMk id="8" creationId="{77DA3EFE-FE97-09E8-335C-4EAA55226AEC}"/>
          </ac:spMkLst>
        </pc:spChg>
        <pc:spChg chg="mod">
          <ac:chgData name="Hironari Yamada" userId="e57621f8-ec3c-449e-bb19-001fffcc008e" providerId="ADAL" clId="{BC0BD879-F267-5CCA-8DEA-E3B2DD07DA4E}" dt="2026-06-19T07:44:56.206" v="27938"/>
          <ac:spMkLst>
            <pc:docMk/>
            <pc:sldMk cId="2638589843" sldId="2076138995"/>
            <ac:spMk id="9" creationId="{F3E1C2EA-8EEB-5646-4D57-27535688FAE6}"/>
          </ac:spMkLst>
        </pc:spChg>
        <pc:spChg chg="add mod">
          <ac:chgData name="Hironari Yamada" userId="e57621f8-ec3c-449e-bb19-001fffcc008e" providerId="ADAL" clId="{BC0BD879-F267-5CCA-8DEA-E3B2DD07DA4E}" dt="2026-06-19T07:45:01.320" v="27939"/>
          <ac:spMkLst>
            <pc:docMk/>
            <pc:sldMk cId="2638589843" sldId="2076138995"/>
            <ac:spMk id="10" creationId="{620E1488-EF4C-6B8F-19D6-856A88B86416}"/>
          </ac:spMkLst>
        </pc:spChg>
        <pc:spChg chg="mod">
          <ac:chgData name="Hironari Yamada" userId="e57621f8-ec3c-449e-bb19-001fffcc008e" providerId="ADAL" clId="{BC0BD879-F267-5CCA-8DEA-E3B2DD07DA4E}" dt="2026-06-19T07:45:01.320" v="27939"/>
          <ac:spMkLst>
            <pc:docMk/>
            <pc:sldMk cId="2638589843" sldId="2076138995"/>
            <ac:spMk id="20" creationId="{DA281A11-6DFC-5492-4B5E-1912B2D54285}"/>
          </ac:spMkLst>
        </pc:spChg>
        <pc:spChg chg="mod">
          <ac:chgData name="Hironari Yamada" userId="e57621f8-ec3c-449e-bb19-001fffcc008e" providerId="ADAL" clId="{BC0BD879-F267-5CCA-8DEA-E3B2DD07DA4E}" dt="2026-06-19T07:45:01.320" v="27939"/>
          <ac:spMkLst>
            <pc:docMk/>
            <pc:sldMk cId="2638589843" sldId="2076138995"/>
            <ac:spMk id="33" creationId="{9F9C8226-B4BE-7141-92A0-069C9E36B978}"/>
          </ac:spMkLst>
        </pc:spChg>
        <pc:spChg chg="mod">
          <ac:chgData name="Hironari Yamada" userId="e57621f8-ec3c-449e-bb19-001fffcc008e" providerId="ADAL" clId="{BC0BD879-F267-5CCA-8DEA-E3B2DD07DA4E}" dt="2026-06-19T07:45:01.320" v="27939"/>
          <ac:spMkLst>
            <pc:docMk/>
            <pc:sldMk cId="2638589843" sldId="2076138995"/>
            <ac:spMk id="37" creationId="{ED712CF2-1D60-F680-86FB-14B6C2E1957C}"/>
          </ac:spMkLst>
        </pc:spChg>
        <pc:spChg chg="mod">
          <ac:chgData name="Hironari Yamada" userId="e57621f8-ec3c-449e-bb19-001fffcc008e" providerId="ADAL" clId="{BC0BD879-F267-5CCA-8DEA-E3B2DD07DA4E}" dt="2026-06-19T07:45:01.320" v="27939"/>
          <ac:spMkLst>
            <pc:docMk/>
            <pc:sldMk cId="2638589843" sldId="2076138995"/>
            <ac:spMk id="44" creationId="{18D7C44A-02E1-AE17-0577-402F22349D56}"/>
          </ac:spMkLst>
        </pc:spChg>
        <pc:spChg chg="mod">
          <ac:chgData name="Hironari Yamada" userId="e57621f8-ec3c-449e-bb19-001fffcc008e" providerId="ADAL" clId="{BC0BD879-F267-5CCA-8DEA-E3B2DD07DA4E}" dt="2026-06-19T07:45:01.320" v="27939"/>
          <ac:spMkLst>
            <pc:docMk/>
            <pc:sldMk cId="2638589843" sldId="2076138995"/>
            <ac:spMk id="48" creationId="{D8DF6F25-1F33-33CD-9F71-EAA675992D4B}"/>
          </ac:spMkLst>
        </pc:spChg>
        <pc:spChg chg="del mod">
          <ac:chgData name="Hironari Yamada" userId="e57621f8-ec3c-449e-bb19-001fffcc008e" providerId="ADAL" clId="{BC0BD879-F267-5CCA-8DEA-E3B2DD07DA4E}" dt="2026-06-19T07:45:07.067" v="27941" actId="478"/>
          <ac:spMkLst>
            <pc:docMk/>
            <pc:sldMk cId="2638589843" sldId="2076138995"/>
            <ac:spMk id="54" creationId="{23D9B52B-EA66-7E80-0F1A-109CFF287765}"/>
          </ac:spMkLst>
        </pc:spChg>
        <pc:spChg chg="add mod">
          <ac:chgData name="Hironari Yamada" userId="e57621f8-ec3c-449e-bb19-001fffcc008e" providerId="ADAL" clId="{BC0BD879-F267-5CCA-8DEA-E3B2DD07DA4E}" dt="2026-06-19T07:45:01.320" v="27939"/>
          <ac:spMkLst>
            <pc:docMk/>
            <pc:sldMk cId="2638589843" sldId="2076138995"/>
            <ac:spMk id="55" creationId="{50D288F9-B67E-D62E-7570-DB29DEF5D544}"/>
          </ac:spMkLst>
        </pc:spChg>
        <pc:spChg chg="mod">
          <ac:chgData name="Hironari Yamada" userId="e57621f8-ec3c-449e-bb19-001fffcc008e" providerId="ADAL" clId="{BC0BD879-F267-5CCA-8DEA-E3B2DD07DA4E}" dt="2026-06-19T07:45:03.226" v="27940" actId="207"/>
          <ac:spMkLst>
            <pc:docMk/>
            <pc:sldMk cId="2638589843" sldId="2076138995"/>
            <ac:spMk id="56" creationId="{02CC95BD-FF90-E996-D339-25221F702D8F}"/>
          </ac:spMkLst>
        </pc:spChg>
        <pc:spChg chg="mod">
          <ac:chgData name="Hironari Yamada" userId="e57621f8-ec3c-449e-bb19-001fffcc008e" providerId="ADAL" clId="{BC0BD879-F267-5CCA-8DEA-E3B2DD07DA4E}" dt="2026-06-19T07:45:03.226" v="27940" actId="207"/>
          <ac:spMkLst>
            <pc:docMk/>
            <pc:sldMk cId="2638589843" sldId="2076138995"/>
            <ac:spMk id="57" creationId="{CAE534F2-A518-B4E9-61A4-6CB69B6748D1}"/>
          </ac:spMkLst>
        </pc:spChg>
        <pc:spChg chg="mod">
          <ac:chgData name="Hironari Yamada" userId="e57621f8-ec3c-449e-bb19-001fffcc008e" providerId="ADAL" clId="{BC0BD879-F267-5CCA-8DEA-E3B2DD07DA4E}" dt="2026-06-19T07:45:03.226" v="27940" actId="207"/>
          <ac:spMkLst>
            <pc:docMk/>
            <pc:sldMk cId="2638589843" sldId="2076138995"/>
            <ac:spMk id="58" creationId="{A314AC22-6065-855B-0A3A-928CE2F1E2BE}"/>
          </ac:spMkLst>
        </pc:spChg>
        <pc:spChg chg="add mod">
          <ac:chgData name="Hironari Yamada" userId="e57621f8-ec3c-449e-bb19-001fffcc008e" providerId="ADAL" clId="{BC0BD879-F267-5CCA-8DEA-E3B2DD07DA4E}" dt="2026-06-19T07:45:01.320" v="27939"/>
          <ac:spMkLst>
            <pc:docMk/>
            <pc:sldMk cId="2638589843" sldId="2076138995"/>
            <ac:spMk id="62" creationId="{2D879589-1843-C202-7C6A-8CF48DE083FC}"/>
          </ac:spMkLst>
        </pc:spChg>
        <pc:spChg chg="mod">
          <ac:chgData name="Hironari Yamada" userId="e57621f8-ec3c-449e-bb19-001fffcc008e" providerId="ADAL" clId="{BC0BD879-F267-5CCA-8DEA-E3B2DD07DA4E}" dt="2026-06-19T07:45:03.226" v="27940" actId="207"/>
          <ac:spMkLst>
            <pc:docMk/>
            <pc:sldMk cId="2638589843" sldId="2076138995"/>
            <ac:spMk id="73" creationId="{B430F3D9-905D-D416-DF8E-CFBC27C3FB10}"/>
          </ac:spMkLst>
        </pc:spChg>
        <pc:spChg chg="add mod">
          <ac:chgData name="Hironari Yamada" userId="e57621f8-ec3c-449e-bb19-001fffcc008e" providerId="ADAL" clId="{BC0BD879-F267-5CCA-8DEA-E3B2DD07DA4E}" dt="2026-06-19T07:45:03.226" v="27940" actId="207"/>
          <ac:spMkLst>
            <pc:docMk/>
            <pc:sldMk cId="2638589843" sldId="2076138995"/>
            <ac:spMk id="74" creationId="{396CD957-DF61-0E46-BB08-2460605B1D5C}"/>
          </ac:spMkLst>
        </pc:spChg>
        <pc:spChg chg="mod">
          <ac:chgData name="Hironari Yamada" userId="e57621f8-ec3c-449e-bb19-001fffcc008e" providerId="ADAL" clId="{BC0BD879-F267-5CCA-8DEA-E3B2DD07DA4E}" dt="2026-06-19T07:45:03.226" v="27940" actId="207"/>
          <ac:spMkLst>
            <pc:docMk/>
            <pc:sldMk cId="2638589843" sldId="2076138995"/>
            <ac:spMk id="75" creationId="{9507A0AF-6B90-2B39-B7C5-194F9690B042}"/>
          </ac:spMkLst>
        </pc:spChg>
      </pc:sldChg>
      <pc:sldChg chg="addSp delSp modSp add mod">
        <pc:chgData name="Hironari Yamada" userId="e57621f8-ec3c-449e-bb19-001fffcc008e" providerId="ADAL" clId="{BC0BD879-F267-5CCA-8DEA-E3B2DD07DA4E}" dt="2026-06-19T07:45:45.340" v="27948"/>
        <pc:sldMkLst>
          <pc:docMk/>
          <pc:sldMk cId="3738793065" sldId="2076138996"/>
        </pc:sldMkLst>
        <pc:spChg chg="add del mod">
          <ac:chgData name="Hironari Yamada" userId="e57621f8-ec3c-449e-bb19-001fffcc008e" providerId="ADAL" clId="{BC0BD879-F267-5CCA-8DEA-E3B2DD07DA4E}" dt="2026-06-19T07:45:45.340" v="27948"/>
          <ac:spMkLst>
            <pc:docMk/>
            <pc:sldMk cId="3738793065" sldId="2076138996"/>
            <ac:spMk id="3" creationId="{09BF8713-5DA0-7356-08C2-1704F1F76D47}"/>
          </ac:spMkLst>
        </pc:spChg>
        <pc:spChg chg="add mod">
          <ac:chgData name="Hironari Yamada" userId="e57621f8-ec3c-449e-bb19-001fffcc008e" providerId="ADAL" clId="{BC0BD879-F267-5CCA-8DEA-E3B2DD07DA4E}" dt="2026-06-19T07:45:44.302" v="27946" actId="207"/>
          <ac:spMkLst>
            <pc:docMk/>
            <pc:sldMk cId="3738793065" sldId="2076138996"/>
            <ac:spMk id="6" creationId="{98834FDD-6B37-5773-670E-55414E918879}"/>
          </ac:spMkLst>
        </pc:spChg>
        <pc:spChg chg="mod">
          <ac:chgData name="Hironari Yamada" userId="e57621f8-ec3c-449e-bb19-001fffcc008e" providerId="ADAL" clId="{BC0BD879-F267-5CCA-8DEA-E3B2DD07DA4E}" dt="2026-06-19T07:45:37.275" v="27943"/>
          <ac:spMkLst>
            <pc:docMk/>
            <pc:sldMk cId="3738793065" sldId="2076138996"/>
            <ac:spMk id="9" creationId="{F925CF49-61BC-9FF1-7D35-B069D583CA96}"/>
          </ac:spMkLst>
        </pc:spChg>
        <pc:picChg chg="add mod">
          <ac:chgData name="Hironari Yamada" userId="e57621f8-ec3c-449e-bb19-001fffcc008e" providerId="ADAL" clId="{BC0BD879-F267-5CCA-8DEA-E3B2DD07DA4E}" dt="2026-06-19T07:45:42.570" v="27945"/>
          <ac:picMkLst>
            <pc:docMk/>
            <pc:sldMk cId="3738793065" sldId="2076138996"/>
            <ac:picMk id="5" creationId="{946B6301-77ED-8730-4521-F852D595AB27}"/>
          </ac:picMkLst>
        </pc:picChg>
      </pc:sldChg>
      <pc:sldChg chg="addSp delSp modSp add mod delAnim modAnim">
        <pc:chgData name="Hironari Yamada" userId="e57621f8-ec3c-449e-bb19-001fffcc008e" providerId="ADAL" clId="{BC0BD879-F267-5CCA-8DEA-E3B2DD07DA4E}" dt="2026-06-19T08:14:21.445" v="28043"/>
        <pc:sldMkLst>
          <pc:docMk/>
          <pc:sldMk cId="2727727317" sldId="2076138997"/>
        </pc:sldMkLst>
        <pc:spChg chg="add del mod">
          <ac:chgData name="Hironari Yamada" userId="e57621f8-ec3c-449e-bb19-001fffcc008e" providerId="ADAL" clId="{BC0BD879-F267-5CCA-8DEA-E3B2DD07DA4E}" dt="2026-06-19T08:13:54.938" v="28035"/>
          <ac:spMkLst>
            <pc:docMk/>
            <pc:sldMk cId="2727727317" sldId="2076138997"/>
            <ac:spMk id="3" creationId="{101C50B5-EF2C-D3FC-A8A7-8499FEEF903B}"/>
          </ac:spMkLst>
        </pc:spChg>
        <pc:spChg chg="mod">
          <ac:chgData name="Hironari Yamada" userId="e57621f8-ec3c-449e-bb19-001fffcc008e" providerId="ADAL" clId="{BC0BD879-F267-5CCA-8DEA-E3B2DD07DA4E}" dt="2026-06-19T08:13:54.029" v="28033" actId="1076"/>
          <ac:spMkLst>
            <pc:docMk/>
            <pc:sldMk cId="2727727317" sldId="2076138997"/>
            <ac:spMk id="5" creationId="{6CD50F38-37B9-D3F6-AED0-F599D65A2F90}"/>
          </ac:spMkLst>
        </pc:spChg>
        <pc:spChg chg="mod topLvl">
          <ac:chgData name="Hironari Yamada" userId="e57621f8-ec3c-449e-bb19-001fffcc008e" providerId="ADAL" clId="{BC0BD879-F267-5CCA-8DEA-E3B2DD07DA4E}" dt="2026-06-19T08:14:04.805" v="28036" actId="165"/>
          <ac:spMkLst>
            <pc:docMk/>
            <pc:sldMk cId="2727727317" sldId="2076138997"/>
            <ac:spMk id="7" creationId="{1F31E324-6C62-E2EA-1131-996200D5CC5B}"/>
          </ac:spMkLst>
        </pc:spChg>
        <pc:spChg chg="mod">
          <ac:chgData name="Hironari Yamada" userId="e57621f8-ec3c-449e-bb19-001fffcc008e" providerId="ADAL" clId="{BC0BD879-F267-5CCA-8DEA-E3B2DD07DA4E}" dt="2026-06-19T08:13:37.601" v="28029"/>
          <ac:spMkLst>
            <pc:docMk/>
            <pc:sldMk cId="2727727317" sldId="2076138997"/>
            <ac:spMk id="9" creationId="{AC66E1E5-27E6-6E1D-46C3-17AA6A739A8E}"/>
          </ac:spMkLst>
        </pc:spChg>
        <pc:spChg chg="mod topLvl">
          <ac:chgData name="Hironari Yamada" userId="e57621f8-ec3c-449e-bb19-001fffcc008e" providerId="ADAL" clId="{BC0BD879-F267-5CCA-8DEA-E3B2DD07DA4E}" dt="2026-06-19T08:14:04.805" v="28036" actId="165"/>
          <ac:spMkLst>
            <pc:docMk/>
            <pc:sldMk cId="2727727317" sldId="2076138997"/>
            <ac:spMk id="13" creationId="{2A42EEEA-CEFE-1A88-0C72-29D6E00CEFB3}"/>
          </ac:spMkLst>
        </pc:spChg>
        <pc:spChg chg="mod">
          <ac:chgData name="Hironari Yamada" userId="e57621f8-ec3c-449e-bb19-001fffcc008e" providerId="ADAL" clId="{BC0BD879-F267-5CCA-8DEA-E3B2DD07DA4E}" dt="2026-06-19T08:14:16.662" v="28038" actId="207"/>
          <ac:spMkLst>
            <pc:docMk/>
            <pc:sldMk cId="2727727317" sldId="2076138997"/>
            <ac:spMk id="15" creationId="{1A981FD1-4926-731D-7227-399BFE98926B}"/>
          </ac:spMkLst>
        </pc:spChg>
        <pc:spChg chg="mod topLvl">
          <ac:chgData name="Hironari Yamada" userId="e57621f8-ec3c-449e-bb19-001fffcc008e" providerId="ADAL" clId="{BC0BD879-F267-5CCA-8DEA-E3B2DD07DA4E}" dt="2026-06-19T08:14:16.662" v="28038" actId="207"/>
          <ac:spMkLst>
            <pc:docMk/>
            <pc:sldMk cId="2727727317" sldId="2076138997"/>
            <ac:spMk id="16" creationId="{42C3C9EE-5069-A6C6-0F2B-584356518554}"/>
          </ac:spMkLst>
        </pc:spChg>
        <pc:spChg chg="mod topLvl">
          <ac:chgData name="Hironari Yamada" userId="e57621f8-ec3c-449e-bb19-001fffcc008e" providerId="ADAL" clId="{BC0BD879-F267-5CCA-8DEA-E3B2DD07DA4E}" dt="2026-06-19T08:14:16.662" v="28038" actId="207"/>
          <ac:spMkLst>
            <pc:docMk/>
            <pc:sldMk cId="2727727317" sldId="2076138997"/>
            <ac:spMk id="17" creationId="{C43232E9-EACC-BCD2-264B-42A17A4B1278}"/>
          </ac:spMkLst>
        </pc:spChg>
        <pc:spChg chg="mod">
          <ac:chgData name="Hironari Yamada" userId="e57621f8-ec3c-449e-bb19-001fffcc008e" providerId="ADAL" clId="{BC0BD879-F267-5CCA-8DEA-E3B2DD07DA4E}" dt="2026-06-19T08:14:16.662" v="28038" actId="207"/>
          <ac:spMkLst>
            <pc:docMk/>
            <pc:sldMk cId="2727727317" sldId="2076138997"/>
            <ac:spMk id="18" creationId="{807C923D-6E0E-BABB-02D7-A8C09FDA321C}"/>
          </ac:spMkLst>
        </pc:spChg>
        <pc:spChg chg="mod topLvl">
          <ac:chgData name="Hironari Yamada" userId="e57621f8-ec3c-449e-bb19-001fffcc008e" providerId="ADAL" clId="{BC0BD879-F267-5CCA-8DEA-E3B2DD07DA4E}" dt="2026-06-19T08:14:16.662" v="28038" actId="207"/>
          <ac:spMkLst>
            <pc:docMk/>
            <pc:sldMk cId="2727727317" sldId="2076138997"/>
            <ac:spMk id="19" creationId="{046C176A-7FAD-8EDD-1458-CE7B17DA95B2}"/>
          </ac:spMkLst>
        </pc:spChg>
        <pc:spChg chg="mod">
          <ac:chgData name="Hironari Yamada" userId="e57621f8-ec3c-449e-bb19-001fffcc008e" providerId="ADAL" clId="{BC0BD879-F267-5CCA-8DEA-E3B2DD07DA4E}" dt="2026-06-19T08:14:16.662" v="28038" actId="207"/>
          <ac:spMkLst>
            <pc:docMk/>
            <pc:sldMk cId="2727727317" sldId="2076138997"/>
            <ac:spMk id="20" creationId="{11E27E68-8D15-5AEC-1B6E-1D6BCBF71355}"/>
          </ac:spMkLst>
        </pc:spChg>
        <pc:spChg chg="mod topLvl">
          <ac:chgData name="Hironari Yamada" userId="e57621f8-ec3c-449e-bb19-001fffcc008e" providerId="ADAL" clId="{BC0BD879-F267-5CCA-8DEA-E3B2DD07DA4E}" dt="2026-06-19T08:14:16.662" v="28038" actId="207"/>
          <ac:spMkLst>
            <pc:docMk/>
            <pc:sldMk cId="2727727317" sldId="2076138997"/>
            <ac:spMk id="21" creationId="{CDF6238A-0C42-3D18-4110-D05656F4FD5A}"/>
          </ac:spMkLst>
        </pc:spChg>
        <pc:spChg chg="mod topLvl">
          <ac:chgData name="Hironari Yamada" userId="e57621f8-ec3c-449e-bb19-001fffcc008e" providerId="ADAL" clId="{BC0BD879-F267-5CCA-8DEA-E3B2DD07DA4E}" dt="2026-06-19T08:14:16.662" v="28038" actId="207"/>
          <ac:spMkLst>
            <pc:docMk/>
            <pc:sldMk cId="2727727317" sldId="2076138997"/>
            <ac:spMk id="22" creationId="{A0F6A5F0-A823-E9B9-E6DE-1FA680E7D480}"/>
          </ac:spMkLst>
        </pc:spChg>
        <pc:spChg chg="mod topLvl">
          <ac:chgData name="Hironari Yamada" userId="e57621f8-ec3c-449e-bb19-001fffcc008e" providerId="ADAL" clId="{BC0BD879-F267-5CCA-8DEA-E3B2DD07DA4E}" dt="2026-06-19T08:14:16.662" v="28038" actId="207"/>
          <ac:spMkLst>
            <pc:docMk/>
            <pc:sldMk cId="2727727317" sldId="2076138997"/>
            <ac:spMk id="23" creationId="{3AEA5C5F-443A-AF95-A63F-2C4F052EAD90}"/>
          </ac:spMkLst>
        </pc:spChg>
        <pc:spChg chg="mod topLvl">
          <ac:chgData name="Hironari Yamada" userId="e57621f8-ec3c-449e-bb19-001fffcc008e" providerId="ADAL" clId="{BC0BD879-F267-5CCA-8DEA-E3B2DD07DA4E}" dt="2026-06-19T08:14:04.805" v="28036" actId="165"/>
          <ac:spMkLst>
            <pc:docMk/>
            <pc:sldMk cId="2727727317" sldId="2076138997"/>
            <ac:spMk id="24" creationId="{5BD2DE8D-2BFF-5194-D401-C8EF47E24668}"/>
          </ac:spMkLst>
        </pc:spChg>
        <pc:spChg chg="mod topLvl">
          <ac:chgData name="Hironari Yamada" userId="e57621f8-ec3c-449e-bb19-001fffcc008e" providerId="ADAL" clId="{BC0BD879-F267-5CCA-8DEA-E3B2DD07DA4E}" dt="2026-06-19T08:14:04.805" v="28036" actId="165"/>
          <ac:spMkLst>
            <pc:docMk/>
            <pc:sldMk cId="2727727317" sldId="2076138997"/>
            <ac:spMk id="27" creationId="{B540879B-6FD8-C2F7-8BEE-6A00A850499D}"/>
          </ac:spMkLst>
        </pc:spChg>
        <pc:spChg chg="mod">
          <ac:chgData name="Hironari Yamada" userId="e57621f8-ec3c-449e-bb19-001fffcc008e" providerId="ADAL" clId="{BC0BD879-F267-5CCA-8DEA-E3B2DD07DA4E}" dt="2026-06-19T08:13:51.033" v="28032" actId="207"/>
          <ac:spMkLst>
            <pc:docMk/>
            <pc:sldMk cId="2727727317" sldId="2076138997"/>
            <ac:spMk id="38" creationId="{325D1EA7-1904-04A8-0132-F4C88ADAF0CA}"/>
          </ac:spMkLst>
        </pc:spChg>
        <pc:spChg chg="add mod">
          <ac:chgData name="Hironari Yamada" userId="e57621f8-ec3c-449e-bb19-001fffcc008e" providerId="ADAL" clId="{BC0BD879-F267-5CCA-8DEA-E3B2DD07DA4E}" dt="2026-06-19T08:13:54.029" v="28033" actId="1076"/>
          <ac:spMkLst>
            <pc:docMk/>
            <pc:sldMk cId="2727727317" sldId="2076138997"/>
            <ac:spMk id="42" creationId="{6ABDA1B5-E5D4-994A-2BDD-C35CE2AD7EB6}"/>
          </ac:spMkLst>
        </pc:spChg>
        <pc:spChg chg="mod">
          <ac:chgData name="Hironari Yamada" userId="e57621f8-ec3c-449e-bb19-001fffcc008e" providerId="ADAL" clId="{BC0BD879-F267-5CCA-8DEA-E3B2DD07DA4E}" dt="2026-06-19T08:13:54.029" v="28033" actId="1076"/>
          <ac:spMkLst>
            <pc:docMk/>
            <pc:sldMk cId="2727727317" sldId="2076138997"/>
            <ac:spMk id="43" creationId="{90323F6E-73CD-DA72-9066-9B5F577A2195}"/>
          </ac:spMkLst>
        </pc:spChg>
        <pc:spChg chg="mod">
          <ac:chgData name="Hironari Yamada" userId="e57621f8-ec3c-449e-bb19-001fffcc008e" providerId="ADAL" clId="{BC0BD879-F267-5CCA-8DEA-E3B2DD07DA4E}" dt="2026-06-19T08:13:54.029" v="28033" actId="1076"/>
          <ac:spMkLst>
            <pc:docMk/>
            <pc:sldMk cId="2727727317" sldId="2076138997"/>
            <ac:spMk id="44" creationId="{BDA4A140-5092-5EE5-20BA-D76A6B186B54}"/>
          </ac:spMkLst>
        </pc:spChg>
        <pc:spChg chg="mod">
          <ac:chgData name="Hironari Yamada" userId="e57621f8-ec3c-449e-bb19-001fffcc008e" providerId="ADAL" clId="{BC0BD879-F267-5CCA-8DEA-E3B2DD07DA4E}" dt="2026-06-19T08:13:54.029" v="28033" actId="1076"/>
          <ac:spMkLst>
            <pc:docMk/>
            <pc:sldMk cId="2727727317" sldId="2076138997"/>
            <ac:spMk id="45" creationId="{B2305BDD-BAB4-B8A1-5AA9-177B6A8944A1}"/>
          </ac:spMkLst>
        </pc:spChg>
        <pc:spChg chg="add del mod">
          <ac:chgData name="Hironari Yamada" userId="e57621f8-ec3c-449e-bb19-001fffcc008e" providerId="ADAL" clId="{BC0BD879-F267-5CCA-8DEA-E3B2DD07DA4E}" dt="2026-06-19T08:14:21.445" v="28043"/>
          <ac:spMkLst>
            <pc:docMk/>
            <pc:sldMk cId="2727727317" sldId="2076138997"/>
            <ac:spMk id="46" creationId="{8FC45E01-AE35-6B76-9348-5F873F5463FF}"/>
          </ac:spMkLst>
        </pc:spChg>
        <pc:spChg chg="add del mod">
          <ac:chgData name="Hironari Yamada" userId="e57621f8-ec3c-449e-bb19-001fffcc008e" providerId="ADAL" clId="{BC0BD879-F267-5CCA-8DEA-E3B2DD07DA4E}" dt="2026-06-19T08:14:20.923" v="28041"/>
          <ac:spMkLst>
            <pc:docMk/>
            <pc:sldMk cId="2727727317" sldId="2076138997"/>
            <ac:spMk id="47" creationId="{A3CFC104-5210-1E1D-4B13-D8FAB0BE2946}"/>
          </ac:spMkLst>
        </pc:spChg>
        <pc:grpChg chg="mod">
          <ac:chgData name="Hironari Yamada" userId="e57621f8-ec3c-449e-bb19-001fffcc008e" providerId="ADAL" clId="{BC0BD879-F267-5CCA-8DEA-E3B2DD07DA4E}" dt="2026-06-19T08:13:54.029" v="28033" actId="1076"/>
          <ac:grpSpMkLst>
            <pc:docMk/>
            <pc:sldMk cId="2727727317" sldId="2076138997"/>
            <ac:grpSpMk id="6" creationId="{FCD38BC7-9D66-C3DC-E49E-B824C79FA43B}"/>
          </ac:grpSpMkLst>
        </pc:grpChg>
      </pc:sldChg>
      <pc:sldChg chg="addSp modSp add mod">
        <pc:chgData name="Hironari Yamada" userId="e57621f8-ec3c-449e-bb19-001fffcc008e" providerId="ADAL" clId="{BC0BD879-F267-5CCA-8DEA-E3B2DD07DA4E}" dt="2026-06-19T11:26:00.960" v="28089" actId="20577"/>
        <pc:sldMkLst>
          <pc:docMk/>
          <pc:sldMk cId="328594128" sldId="2076138998"/>
        </pc:sldMkLst>
        <pc:spChg chg="mod">
          <ac:chgData name="Hironari Yamada" userId="e57621f8-ec3c-449e-bb19-001fffcc008e" providerId="ADAL" clId="{BC0BD879-F267-5CCA-8DEA-E3B2DD07DA4E}" dt="2026-06-19T08:14:57.539" v="28045" actId="1076"/>
          <ac:spMkLst>
            <pc:docMk/>
            <pc:sldMk cId="328594128" sldId="2076138998"/>
            <ac:spMk id="3" creationId="{8BC930EF-D42C-ADC4-FD45-D8090503A0C6}"/>
          </ac:spMkLst>
        </pc:spChg>
        <pc:spChg chg="mod">
          <ac:chgData name="Hironari Yamada" userId="e57621f8-ec3c-449e-bb19-001fffcc008e" providerId="ADAL" clId="{BC0BD879-F267-5CCA-8DEA-E3B2DD07DA4E}" dt="2026-06-19T08:14:57.539" v="28045" actId="1076"/>
          <ac:spMkLst>
            <pc:docMk/>
            <pc:sldMk cId="328594128" sldId="2076138998"/>
            <ac:spMk id="5" creationId="{A96BE5F8-9D09-3D30-056A-9ED8F9C05477}"/>
          </ac:spMkLst>
        </pc:spChg>
        <pc:spChg chg="mod">
          <ac:chgData name="Hironari Yamada" userId="e57621f8-ec3c-449e-bb19-001fffcc008e" providerId="ADAL" clId="{BC0BD879-F267-5CCA-8DEA-E3B2DD07DA4E}" dt="2026-06-19T11:26:00.960" v="28089" actId="20577"/>
          <ac:spMkLst>
            <pc:docMk/>
            <pc:sldMk cId="328594128" sldId="2076138998"/>
            <ac:spMk id="6" creationId="{C0F893FE-FA54-CF7F-57E3-D3388662F036}"/>
          </ac:spMkLst>
        </pc:spChg>
        <pc:spChg chg="mod">
          <ac:chgData name="Hironari Yamada" userId="e57621f8-ec3c-449e-bb19-001fffcc008e" providerId="ADAL" clId="{BC0BD879-F267-5CCA-8DEA-E3B2DD07DA4E}" dt="2026-06-19T08:14:57.539" v="28045" actId="1076"/>
          <ac:spMkLst>
            <pc:docMk/>
            <pc:sldMk cId="328594128" sldId="2076138998"/>
            <ac:spMk id="7" creationId="{8D471D74-46EA-86C7-DBCB-AE8CE90F7502}"/>
          </ac:spMkLst>
        </pc:spChg>
        <pc:spChg chg="mod">
          <ac:chgData name="Hironari Yamada" userId="e57621f8-ec3c-449e-bb19-001fffcc008e" providerId="ADAL" clId="{BC0BD879-F267-5CCA-8DEA-E3B2DD07DA4E}" dt="2026-06-19T08:14:57.539" v="28045" actId="1076"/>
          <ac:spMkLst>
            <pc:docMk/>
            <pc:sldMk cId="328594128" sldId="2076138998"/>
            <ac:spMk id="8" creationId="{8ABD3930-A030-2DD4-F8E6-29B109F5D045}"/>
          </ac:spMkLst>
        </pc:spChg>
        <pc:spChg chg="mod">
          <ac:chgData name="Hironari Yamada" userId="e57621f8-ec3c-449e-bb19-001fffcc008e" providerId="ADAL" clId="{BC0BD879-F267-5CCA-8DEA-E3B2DD07DA4E}" dt="2026-06-19T08:15:09.971" v="28077" actId="20577"/>
          <ac:spMkLst>
            <pc:docMk/>
            <pc:sldMk cId="328594128" sldId="2076138998"/>
            <ac:spMk id="9" creationId="{28DDE296-B739-79C6-C5C1-A8F881B59DE7}"/>
          </ac:spMkLst>
        </pc:spChg>
        <pc:spChg chg="mod">
          <ac:chgData name="Hironari Yamada" userId="e57621f8-ec3c-449e-bb19-001fffcc008e" providerId="ADAL" clId="{BC0BD879-F267-5CCA-8DEA-E3B2DD07DA4E}" dt="2026-06-19T08:14:57.539" v="28045" actId="1076"/>
          <ac:spMkLst>
            <pc:docMk/>
            <pc:sldMk cId="328594128" sldId="2076138998"/>
            <ac:spMk id="11" creationId="{66C0D04B-F15F-D7CC-CC33-69AF2CFFC122}"/>
          </ac:spMkLst>
        </pc:spChg>
        <pc:spChg chg="mod">
          <ac:chgData name="Hironari Yamada" userId="e57621f8-ec3c-449e-bb19-001fffcc008e" providerId="ADAL" clId="{BC0BD879-F267-5CCA-8DEA-E3B2DD07DA4E}" dt="2026-06-19T08:14:57.539" v="28045" actId="1076"/>
          <ac:spMkLst>
            <pc:docMk/>
            <pc:sldMk cId="328594128" sldId="2076138998"/>
            <ac:spMk id="12" creationId="{BF44E49F-B06B-0F9A-8E64-BDBB4202F94A}"/>
          </ac:spMkLst>
        </pc:spChg>
        <pc:spChg chg="mod">
          <ac:chgData name="Hironari Yamada" userId="e57621f8-ec3c-449e-bb19-001fffcc008e" providerId="ADAL" clId="{BC0BD879-F267-5CCA-8DEA-E3B2DD07DA4E}" dt="2026-06-19T08:14:57.539" v="28045" actId="1076"/>
          <ac:spMkLst>
            <pc:docMk/>
            <pc:sldMk cId="328594128" sldId="2076138998"/>
            <ac:spMk id="15" creationId="{EEE14EEF-1E07-83A2-37EA-38A30C9D3AE3}"/>
          </ac:spMkLst>
        </pc:spChg>
        <pc:spChg chg="mod">
          <ac:chgData name="Hironari Yamada" userId="e57621f8-ec3c-449e-bb19-001fffcc008e" providerId="ADAL" clId="{BC0BD879-F267-5CCA-8DEA-E3B2DD07DA4E}" dt="2026-06-19T08:14:54.222" v="28044"/>
          <ac:spMkLst>
            <pc:docMk/>
            <pc:sldMk cId="328594128" sldId="2076138998"/>
            <ac:spMk id="29" creationId="{08CEE8FA-7EB9-1432-29BC-4F6F1087E334}"/>
          </ac:spMkLst>
        </pc:spChg>
        <pc:spChg chg="mod">
          <ac:chgData name="Hironari Yamada" userId="e57621f8-ec3c-449e-bb19-001fffcc008e" providerId="ADAL" clId="{BC0BD879-F267-5CCA-8DEA-E3B2DD07DA4E}" dt="2026-06-19T08:14:54.222" v="28044"/>
          <ac:spMkLst>
            <pc:docMk/>
            <pc:sldMk cId="328594128" sldId="2076138998"/>
            <ac:spMk id="37" creationId="{36675656-563E-00B2-A1A8-32189A904AC7}"/>
          </ac:spMkLst>
        </pc:spChg>
        <pc:spChg chg="mod">
          <ac:chgData name="Hironari Yamada" userId="e57621f8-ec3c-449e-bb19-001fffcc008e" providerId="ADAL" clId="{BC0BD879-F267-5CCA-8DEA-E3B2DD07DA4E}" dt="2026-06-19T08:14:54.222" v="28044"/>
          <ac:spMkLst>
            <pc:docMk/>
            <pc:sldMk cId="328594128" sldId="2076138998"/>
            <ac:spMk id="55" creationId="{E4DD48BD-F3BD-9A49-39BD-A298CDD099CA}"/>
          </ac:spMkLst>
        </pc:spChg>
        <pc:spChg chg="mod">
          <ac:chgData name="Hironari Yamada" userId="e57621f8-ec3c-449e-bb19-001fffcc008e" providerId="ADAL" clId="{BC0BD879-F267-5CCA-8DEA-E3B2DD07DA4E}" dt="2026-06-19T08:14:54.222" v="28044"/>
          <ac:spMkLst>
            <pc:docMk/>
            <pc:sldMk cId="328594128" sldId="2076138998"/>
            <ac:spMk id="66" creationId="{DA2B65A6-AD95-01F0-46C5-1806EA2724F4}"/>
          </ac:spMkLst>
        </pc:spChg>
        <pc:spChg chg="mod">
          <ac:chgData name="Hironari Yamada" userId="e57621f8-ec3c-449e-bb19-001fffcc008e" providerId="ADAL" clId="{BC0BD879-F267-5CCA-8DEA-E3B2DD07DA4E}" dt="2026-06-19T08:14:54.222" v="28044"/>
          <ac:spMkLst>
            <pc:docMk/>
            <pc:sldMk cId="328594128" sldId="2076138998"/>
            <ac:spMk id="74" creationId="{82545805-1D32-E871-7F5F-A05F620C313D}"/>
          </ac:spMkLst>
        </pc:spChg>
        <pc:spChg chg="mod">
          <ac:chgData name="Hironari Yamada" userId="e57621f8-ec3c-449e-bb19-001fffcc008e" providerId="ADAL" clId="{BC0BD879-F267-5CCA-8DEA-E3B2DD07DA4E}" dt="2026-06-19T08:14:54.222" v="28044"/>
          <ac:spMkLst>
            <pc:docMk/>
            <pc:sldMk cId="328594128" sldId="2076138998"/>
            <ac:spMk id="76" creationId="{A1C76246-2E2C-CCE0-F34F-23E890AC90D3}"/>
          </ac:spMkLst>
        </pc:spChg>
        <pc:spChg chg="mod">
          <ac:chgData name="Hironari Yamada" userId="e57621f8-ec3c-449e-bb19-001fffcc008e" providerId="ADAL" clId="{BC0BD879-F267-5CCA-8DEA-E3B2DD07DA4E}" dt="2026-06-19T08:14:54.222" v="28044"/>
          <ac:spMkLst>
            <pc:docMk/>
            <pc:sldMk cId="328594128" sldId="2076138998"/>
            <ac:spMk id="85" creationId="{05060802-2B23-301E-ABC2-91B5026BBBAA}"/>
          </ac:spMkLst>
        </pc:spChg>
        <pc:spChg chg="mod">
          <ac:chgData name="Hironari Yamada" userId="e57621f8-ec3c-449e-bb19-001fffcc008e" providerId="ADAL" clId="{BC0BD879-F267-5CCA-8DEA-E3B2DD07DA4E}" dt="2026-06-19T08:14:54.222" v="28044"/>
          <ac:spMkLst>
            <pc:docMk/>
            <pc:sldMk cId="328594128" sldId="2076138998"/>
            <ac:spMk id="117" creationId="{FAE843D2-0B91-D429-39D3-E2E08E72DEEC}"/>
          </ac:spMkLst>
        </pc:spChg>
        <pc:spChg chg="mod">
          <ac:chgData name="Hironari Yamada" userId="e57621f8-ec3c-449e-bb19-001fffcc008e" providerId="ADAL" clId="{BC0BD879-F267-5CCA-8DEA-E3B2DD07DA4E}" dt="2026-06-19T08:14:54.222" v="28044"/>
          <ac:spMkLst>
            <pc:docMk/>
            <pc:sldMk cId="328594128" sldId="2076138998"/>
            <ac:spMk id="119" creationId="{2F84B498-7FB4-EA9B-59BD-F8F585354479}"/>
          </ac:spMkLst>
        </pc:spChg>
        <pc:spChg chg="mod">
          <ac:chgData name="Hironari Yamada" userId="e57621f8-ec3c-449e-bb19-001fffcc008e" providerId="ADAL" clId="{BC0BD879-F267-5CCA-8DEA-E3B2DD07DA4E}" dt="2026-06-19T08:14:54.222" v="28044"/>
          <ac:spMkLst>
            <pc:docMk/>
            <pc:sldMk cId="328594128" sldId="2076138998"/>
            <ac:spMk id="137" creationId="{EC096B14-FC74-418E-7C3A-E05CCA0F89C4}"/>
          </ac:spMkLst>
        </pc:spChg>
        <pc:spChg chg="mod">
          <ac:chgData name="Hironari Yamada" userId="e57621f8-ec3c-449e-bb19-001fffcc008e" providerId="ADAL" clId="{BC0BD879-F267-5CCA-8DEA-E3B2DD07DA4E}" dt="2026-06-19T08:14:57.539" v="28045" actId="1076"/>
          <ac:spMkLst>
            <pc:docMk/>
            <pc:sldMk cId="328594128" sldId="2076138998"/>
            <ac:spMk id="141" creationId="{D1706276-8FAE-3B13-7775-59D1E11ED250}"/>
          </ac:spMkLst>
        </pc:spChg>
        <pc:spChg chg="mod">
          <ac:chgData name="Hironari Yamada" userId="e57621f8-ec3c-449e-bb19-001fffcc008e" providerId="ADAL" clId="{BC0BD879-F267-5CCA-8DEA-E3B2DD07DA4E}" dt="2026-06-19T08:14:57.539" v="28045" actId="1076"/>
          <ac:spMkLst>
            <pc:docMk/>
            <pc:sldMk cId="328594128" sldId="2076138998"/>
            <ac:spMk id="142" creationId="{884A4DAF-407C-E51F-DC66-249FB25E1B76}"/>
          </ac:spMkLst>
        </pc:spChg>
      </pc:sldChg>
      <pc:sldChg chg="addSp delSp modSp add mod">
        <pc:chgData name="Hironari Yamada" userId="e57621f8-ec3c-449e-bb19-001fffcc008e" providerId="ADAL" clId="{BC0BD879-F267-5CCA-8DEA-E3B2DD07DA4E}" dt="2026-06-19T12:20:37.987" v="28106" actId="207"/>
        <pc:sldMkLst>
          <pc:docMk/>
          <pc:sldMk cId="3570049143" sldId="2076138999"/>
        </pc:sldMkLst>
        <pc:spChg chg="add mod">
          <ac:chgData name="Hironari Yamada" userId="e57621f8-ec3c-449e-bb19-001fffcc008e" providerId="ADAL" clId="{BC0BD879-F267-5CCA-8DEA-E3B2DD07DA4E}" dt="2026-06-19T12:01:33.558" v="28091"/>
          <ac:spMkLst>
            <pc:docMk/>
            <pc:sldMk cId="3570049143" sldId="2076138999"/>
            <ac:spMk id="3" creationId="{09252B2C-3713-6741-E144-14E8E7A08D88}"/>
          </ac:spMkLst>
        </pc:spChg>
        <pc:spChg chg="mod">
          <ac:chgData name="Hironari Yamada" userId="e57621f8-ec3c-449e-bb19-001fffcc008e" providerId="ADAL" clId="{BC0BD879-F267-5CCA-8DEA-E3B2DD07DA4E}" dt="2026-06-19T12:20:24.424" v="28105" actId="167"/>
          <ac:spMkLst>
            <pc:docMk/>
            <pc:sldMk cId="3570049143" sldId="2076138999"/>
            <ac:spMk id="4" creationId="{68290ACE-B85C-C8BE-4AF4-CCA72C87E6A0}"/>
          </ac:spMkLst>
        </pc:spChg>
        <pc:spChg chg="mod">
          <ac:chgData name="Hironari Yamada" userId="e57621f8-ec3c-449e-bb19-001fffcc008e" providerId="ADAL" clId="{BC0BD879-F267-5CCA-8DEA-E3B2DD07DA4E}" dt="2026-06-19T12:01:33.558" v="28091"/>
          <ac:spMkLst>
            <pc:docMk/>
            <pc:sldMk cId="3570049143" sldId="2076138999"/>
            <ac:spMk id="8" creationId="{83B8214C-2A01-5E05-D129-17A23AABC08A}"/>
          </ac:spMkLst>
        </pc:spChg>
        <pc:spChg chg="mod">
          <ac:chgData name="Hironari Yamada" userId="e57621f8-ec3c-449e-bb19-001fffcc008e" providerId="ADAL" clId="{BC0BD879-F267-5CCA-8DEA-E3B2DD07DA4E}" dt="2026-06-19T12:01:24.114" v="28090"/>
          <ac:spMkLst>
            <pc:docMk/>
            <pc:sldMk cId="3570049143" sldId="2076138999"/>
            <ac:spMk id="9" creationId="{D9E3099E-4EE7-FA1C-F9D6-25F4F033F830}"/>
          </ac:spMkLst>
        </pc:spChg>
        <pc:spChg chg="add mod">
          <ac:chgData name="Hironari Yamada" userId="e57621f8-ec3c-449e-bb19-001fffcc008e" providerId="ADAL" clId="{BC0BD879-F267-5CCA-8DEA-E3B2DD07DA4E}" dt="2026-06-19T12:01:33.558" v="28091"/>
          <ac:spMkLst>
            <pc:docMk/>
            <pc:sldMk cId="3570049143" sldId="2076138999"/>
            <ac:spMk id="16" creationId="{54934737-9A05-0789-0FFE-02CCACC29328}"/>
          </ac:spMkLst>
        </pc:spChg>
        <pc:spChg chg="add mod">
          <ac:chgData name="Hironari Yamada" userId="e57621f8-ec3c-449e-bb19-001fffcc008e" providerId="ADAL" clId="{BC0BD879-F267-5CCA-8DEA-E3B2DD07DA4E}" dt="2026-06-19T12:01:33.558" v="28091"/>
          <ac:spMkLst>
            <pc:docMk/>
            <pc:sldMk cId="3570049143" sldId="2076138999"/>
            <ac:spMk id="17" creationId="{7DD0E217-A14D-3710-1822-05892909F04F}"/>
          </ac:spMkLst>
        </pc:spChg>
        <pc:spChg chg="add mod">
          <ac:chgData name="Hironari Yamada" userId="e57621f8-ec3c-449e-bb19-001fffcc008e" providerId="ADAL" clId="{BC0BD879-F267-5CCA-8DEA-E3B2DD07DA4E}" dt="2026-06-19T12:01:33.558" v="28091"/>
          <ac:spMkLst>
            <pc:docMk/>
            <pc:sldMk cId="3570049143" sldId="2076138999"/>
            <ac:spMk id="22" creationId="{1CF38E32-50EE-F876-CD5B-53E5177B71D9}"/>
          </ac:spMkLst>
        </pc:spChg>
        <pc:spChg chg="mod">
          <ac:chgData name="Hironari Yamada" userId="e57621f8-ec3c-449e-bb19-001fffcc008e" providerId="ADAL" clId="{BC0BD879-F267-5CCA-8DEA-E3B2DD07DA4E}" dt="2026-06-19T12:01:33.558" v="28091"/>
          <ac:spMkLst>
            <pc:docMk/>
            <pc:sldMk cId="3570049143" sldId="2076138999"/>
            <ac:spMk id="28" creationId="{B8C44ACF-1F66-BB8C-7F8A-748B46C092B6}"/>
          </ac:spMkLst>
        </pc:spChg>
        <pc:spChg chg="mod">
          <ac:chgData name="Hironari Yamada" userId="e57621f8-ec3c-449e-bb19-001fffcc008e" providerId="ADAL" clId="{BC0BD879-F267-5CCA-8DEA-E3B2DD07DA4E}" dt="2026-06-19T12:01:33.558" v="28091"/>
          <ac:spMkLst>
            <pc:docMk/>
            <pc:sldMk cId="3570049143" sldId="2076138999"/>
            <ac:spMk id="29" creationId="{11DC276E-CB4C-5FEF-3C43-CF5083DB0AF5}"/>
          </ac:spMkLst>
        </pc:spChg>
        <pc:spChg chg="mod">
          <ac:chgData name="Hironari Yamada" userId="e57621f8-ec3c-449e-bb19-001fffcc008e" providerId="ADAL" clId="{BC0BD879-F267-5CCA-8DEA-E3B2DD07DA4E}" dt="2026-06-19T12:01:33.558" v="28091"/>
          <ac:spMkLst>
            <pc:docMk/>
            <pc:sldMk cId="3570049143" sldId="2076138999"/>
            <ac:spMk id="35" creationId="{953F7507-A7E3-771F-579C-8FC7B8E2E57F}"/>
          </ac:spMkLst>
        </pc:spChg>
        <pc:spChg chg="mod">
          <ac:chgData name="Hironari Yamada" userId="e57621f8-ec3c-449e-bb19-001fffcc008e" providerId="ADAL" clId="{BC0BD879-F267-5CCA-8DEA-E3B2DD07DA4E}" dt="2026-06-19T12:01:33.558" v="28091"/>
          <ac:spMkLst>
            <pc:docMk/>
            <pc:sldMk cId="3570049143" sldId="2076138999"/>
            <ac:spMk id="37" creationId="{FA7A441C-9FE1-BA44-4260-D7D5090E3166}"/>
          </ac:spMkLst>
        </pc:spChg>
        <pc:spChg chg="mod">
          <ac:chgData name="Hironari Yamada" userId="e57621f8-ec3c-449e-bb19-001fffcc008e" providerId="ADAL" clId="{BC0BD879-F267-5CCA-8DEA-E3B2DD07DA4E}" dt="2026-06-19T12:01:33.558" v="28091"/>
          <ac:spMkLst>
            <pc:docMk/>
            <pc:sldMk cId="3570049143" sldId="2076138999"/>
            <ac:spMk id="39" creationId="{30E134DE-9049-1280-FF98-2A90F80E1937}"/>
          </ac:spMkLst>
        </pc:spChg>
        <pc:spChg chg="add mod">
          <ac:chgData name="Hironari Yamada" userId="e57621f8-ec3c-449e-bb19-001fffcc008e" providerId="ADAL" clId="{BC0BD879-F267-5CCA-8DEA-E3B2DD07DA4E}" dt="2026-06-19T12:18:40.552" v="28092"/>
          <ac:spMkLst>
            <pc:docMk/>
            <pc:sldMk cId="3570049143" sldId="2076138999"/>
            <ac:spMk id="42" creationId="{6851F77E-3D10-5807-4EB9-64D58B96FC4B}"/>
          </ac:spMkLst>
        </pc:spChg>
        <pc:spChg chg="mod topLvl">
          <ac:chgData name="Hironari Yamada" userId="e57621f8-ec3c-449e-bb19-001fffcc008e" providerId="ADAL" clId="{BC0BD879-F267-5CCA-8DEA-E3B2DD07DA4E}" dt="2026-06-19T12:19:58.889" v="28102" actId="207"/>
          <ac:spMkLst>
            <pc:docMk/>
            <pc:sldMk cId="3570049143" sldId="2076138999"/>
            <ac:spMk id="45" creationId="{71CF8D81-8339-4D29-E4DE-8E0716686BEF}"/>
          </ac:spMkLst>
        </pc:spChg>
        <pc:spChg chg="mod topLvl">
          <ac:chgData name="Hironari Yamada" userId="e57621f8-ec3c-449e-bb19-001fffcc008e" providerId="ADAL" clId="{BC0BD879-F267-5CCA-8DEA-E3B2DD07DA4E}" dt="2026-06-19T12:19:52.787" v="28100" actId="165"/>
          <ac:spMkLst>
            <pc:docMk/>
            <pc:sldMk cId="3570049143" sldId="2076138999"/>
            <ac:spMk id="46" creationId="{337AE76F-D8C6-017B-2B2D-C4B5EBDA6089}"/>
          </ac:spMkLst>
        </pc:spChg>
        <pc:spChg chg="mod topLvl">
          <ac:chgData name="Hironari Yamada" userId="e57621f8-ec3c-449e-bb19-001fffcc008e" providerId="ADAL" clId="{BC0BD879-F267-5CCA-8DEA-E3B2DD07DA4E}" dt="2026-06-19T12:19:52.787" v="28100" actId="165"/>
          <ac:spMkLst>
            <pc:docMk/>
            <pc:sldMk cId="3570049143" sldId="2076138999"/>
            <ac:spMk id="47" creationId="{3F636971-9886-BE41-C225-52D09C41D7A0}"/>
          </ac:spMkLst>
        </pc:spChg>
        <pc:spChg chg="mod topLvl">
          <ac:chgData name="Hironari Yamada" userId="e57621f8-ec3c-449e-bb19-001fffcc008e" providerId="ADAL" clId="{BC0BD879-F267-5CCA-8DEA-E3B2DD07DA4E}" dt="2026-06-19T12:19:52.787" v="28100" actId="165"/>
          <ac:spMkLst>
            <pc:docMk/>
            <pc:sldMk cId="3570049143" sldId="2076138999"/>
            <ac:spMk id="48" creationId="{71E909FC-119A-2076-D55D-D1147CC514C9}"/>
          </ac:spMkLst>
        </pc:spChg>
        <pc:spChg chg="mod topLvl">
          <ac:chgData name="Hironari Yamada" userId="e57621f8-ec3c-449e-bb19-001fffcc008e" providerId="ADAL" clId="{BC0BD879-F267-5CCA-8DEA-E3B2DD07DA4E}" dt="2026-06-19T12:19:52.787" v="28100" actId="165"/>
          <ac:spMkLst>
            <pc:docMk/>
            <pc:sldMk cId="3570049143" sldId="2076138999"/>
            <ac:spMk id="49" creationId="{A105F09D-0690-EBCB-0455-5EA7479FCE78}"/>
          </ac:spMkLst>
        </pc:spChg>
        <pc:spChg chg="mod topLvl">
          <ac:chgData name="Hironari Yamada" userId="e57621f8-ec3c-449e-bb19-001fffcc008e" providerId="ADAL" clId="{BC0BD879-F267-5CCA-8DEA-E3B2DD07DA4E}" dt="2026-06-19T12:19:52.787" v="28100" actId="165"/>
          <ac:spMkLst>
            <pc:docMk/>
            <pc:sldMk cId="3570049143" sldId="2076138999"/>
            <ac:spMk id="50" creationId="{7C105C5E-F678-23EB-3945-4B2A5BA817D6}"/>
          </ac:spMkLst>
        </pc:spChg>
        <pc:spChg chg="mod">
          <ac:chgData name="Hironari Yamada" userId="e57621f8-ec3c-449e-bb19-001fffcc008e" providerId="ADAL" clId="{BC0BD879-F267-5CCA-8DEA-E3B2DD07DA4E}" dt="2026-06-19T12:20:37.987" v="28106" actId="207"/>
          <ac:spMkLst>
            <pc:docMk/>
            <pc:sldMk cId="3570049143" sldId="2076138999"/>
            <ac:spMk id="51" creationId="{D8F519E3-4127-6F45-EB2E-D9E552FBA7A6}"/>
          </ac:spMkLst>
        </pc:spChg>
        <pc:spChg chg="add mod">
          <ac:chgData name="Hironari Yamada" userId="e57621f8-ec3c-449e-bb19-001fffcc008e" providerId="ADAL" clId="{BC0BD879-F267-5CCA-8DEA-E3B2DD07DA4E}" dt="2026-06-19T12:20:37.987" v="28106" actId="207"/>
          <ac:spMkLst>
            <pc:docMk/>
            <pc:sldMk cId="3570049143" sldId="2076138999"/>
            <ac:spMk id="52" creationId="{EFC44D2A-1C7D-1401-1B2E-4D654BE3F283}"/>
          </ac:spMkLst>
        </pc:spChg>
        <pc:spChg chg="add mod">
          <ac:chgData name="Hironari Yamada" userId="e57621f8-ec3c-449e-bb19-001fffcc008e" providerId="ADAL" clId="{BC0BD879-F267-5CCA-8DEA-E3B2DD07DA4E}" dt="2026-06-19T12:20:37.987" v="28106" actId="207"/>
          <ac:spMkLst>
            <pc:docMk/>
            <pc:sldMk cId="3570049143" sldId="2076138999"/>
            <ac:spMk id="53" creationId="{17F9BFC0-D5C6-ED8D-EA17-FDEBDE56C5F5}"/>
          </ac:spMkLst>
        </pc:spChg>
        <pc:spChg chg="add mod">
          <ac:chgData name="Hironari Yamada" userId="e57621f8-ec3c-449e-bb19-001fffcc008e" providerId="ADAL" clId="{BC0BD879-F267-5CCA-8DEA-E3B2DD07DA4E}" dt="2026-06-19T12:20:37.987" v="28106" actId="207"/>
          <ac:spMkLst>
            <pc:docMk/>
            <pc:sldMk cId="3570049143" sldId="2076138999"/>
            <ac:spMk id="54" creationId="{9FC26E89-C877-DC9A-3AFC-298CCBD94FC3}"/>
          </ac:spMkLst>
        </pc:spChg>
        <pc:spChg chg="mod">
          <ac:chgData name="Hironari Yamada" userId="e57621f8-ec3c-449e-bb19-001fffcc008e" providerId="ADAL" clId="{BC0BD879-F267-5CCA-8DEA-E3B2DD07DA4E}" dt="2026-06-19T12:20:11.038" v="28104" actId="167"/>
          <ac:spMkLst>
            <pc:docMk/>
            <pc:sldMk cId="3570049143" sldId="2076138999"/>
            <ac:spMk id="55" creationId="{5AB42E47-9C1A-B14F-CD88-C42282B716B3}"/>
          </ac:spMkLst>
        </pc:spChg>
        <pc:spChg chg="mod">
          <ac:chgData name="Hironari Yamada" userId="e57621f8-ec3c-449e-bb19-001fffcc008e" providerId="ADAL" clId="{BC0BD879-F267-5CCA-8DEA-E3B2DD07DA4E}" dt="2026-06-19T12:20:37.987" v="28106" actId="207"/>
          <ac:spMkLst>
            <pc:docMk/>
            <pc:sldMk cId="3570049143" sldId="2076138999"/>
            <ac:spMk id="56" creationId="{8CC22101-4810-B5D1-3031-248F09F570C1}"/>
          </ac:spMkLst>
        </pc:spChg>
        <pc:spChg chg="mod">
          <ac:chgData name="Hironari Yamada" userId="e57621f8-ec3c-449e-bb19-001fffcc008e" providerId="ADAL" clId="{BC0BD879-F267-5CCA-8DEA-E3B2DD07DA4E}" dt="2026-06-19T12:18:40.552" v="28092"/>
          <ac:spMkLst>
            <pc:docMk/>
            <pc:sldMk cId="3570049143" sldId="2076138999"/>
            <ac:spMk id="71" creationId="{A497348C-E40C-6A30-596D-B3B44F753CC6}"/>
          </ac:spMkLst>
        </pc:spChg>
        <pc:spChg chg="mod">
          <ac:chgData name="Hironari Yamada" userId="e57621f8-ec3c-449e-bb19-001fffcc008e" providerId="ADAL" clId="{BC0BD879-F267-5CCA-8DEA-E3B2DD07DA4E}" dt="2026-06-19T12:18:40.552" v="28092"/>
          <ac:spMkLst>
            <pc:docMk/>
            <pc:sldMk cId="3570049143" sldId="2076138999"/>
            <ac:spMk id="76" creationId="{64BADD06-AE50-0BF4-267D-D98CD579E479}"/>
          </ac:spMkLst>
        </pc:spChg>
        <pc:spChg chg="add mod">
          <ac:chgData name="Hironari Yamada" userId="e57621f8-ec3c-449e-bb19-001fffcc008e" providerId="ADAL" clId="{BC0BD879-F267-5CCA-8DEA-E3B2DD07DA4E}" dt="2026-06-19T12:20:37.987" v="28106" actId="207"/>
          <ac:spMkLst>
            <pc:docMk/>
            <pc:sldMk cId="3570049143" sldId="2076138999"/>
            <ac:spMk id="77" creationId="{0C78E7C4-296D-62ED-0B4F-F3E887659B49}"/>
          </ac:spMkLst>
        </pc:spChg>
        <pc:spChg chg="add del mod">
          <ac:chgData name="Hironari Yamada" userId="e57621f8-ec3c-449e-bb19-001fffcc008e" providerId="ADAL" clId="{BC0BD879-F267-5CCA-8DEA-E3B2DD07DA4E}" dt="2026-06-19T12:19:17.036" v="28096"/>
          <ac:spMkLst>
            <pc:docMk/>
            <pc:sldMk cId="3570049143" sldId="2076138999"/>
            <ac:spMk id="78" creationId="{8BACBFCF-31BB-0B4F-14C4-02DFD9CE874C}"/>
          </ac:spMkLst>
        </pc:spChg>
        <pc:grpChg chg="del mod">
          <ac:chgData name="Hironari Yamada" userId="e57621f8-ec3c-449e-bb19-001fffcc008e" providerId="ADAL" clId="{BC0BD879-F267-5CCA-8DEA-E3B2DD07DA4E}" dt="2026-06-19T12:19:52.787" v="28100" actId="165"/>
          <ac:grpSpMkLst>
            <pc:docMk/>
            <pc:sldMk cId="3570049143" sldId="2076138999"/>
            <ac:grpSpMk id="44" creationId="{9CD73D51-5CAE-47CC-1779-EBAB9E7524DA}"/>
          </ac:grpSpMkLst>
        </pc:grpChg>
      </pc:sldChg>
      <pc:sldChg chg="addSp modSp add mod">
        <pc:chgData name="Hironari Yamada" userId="e57621f8-ec3c-449e-bb19-001fffcc008e" providerId="ADAL" clId="{BC0BD879-F267-5CCA-8DEA-E3B2DD07DA4E}" dt="2026-06-19T12:26:34.178" v="28210" actId="1076"/>
        <pc:sldMkLst>
          <pc:docMk/>
          <pc:sldMk cId="4080801140" sldId="2076139000"/>
        </pc:sldMkLst>
        <pc:spChg chg="mod">
          <ac:chgData name="Hironari Yamada" userId="e57621f8-ec3c-449e-bb19-001fffcc008e" providerId="ADAL" clId="{BC0BD879-F267-5CCA-8DEA-E3B2DD07DA4E}" dt="2026-06-19T12:25:26.444" v="28141" actId="207"/>
          <ac:spMkLst>
            <pc:docMk/>
            <pc:sldMk cId="4080801140" sldId="2076139000"/>
            <ac:spMk id="6" creationId="{E4536B43-DB06-D772-8E18-EEFFC93127C6}"/>
          </ac:spMkLst>
        </pc:spChg>
        <pc:spChg chg="mod">
          <ac:chgData name="Hironari Yamada" userId="e57621f8-ec3c-449e-bb19-001fffcc008e" providerId="ADAL" clId="{BC0BD879-F267-5CCA-8DEA-E3B2DD07DA4E}" dt="2026-06-19T12:25:26.444" v="28141" actId="207"/>
          <ac:spMkLst>
            <pc:docMk/>
            <pc:sldMk cId="4080801140" sldId="2076139000"/>
            <ac:spMk id="7" creationId="{30880D36-233B-7F07-33BE-D6085B2FD2F2}"/>
          </ac:spMkLst>
        </pc:spChg>
        <pc:spChg chg="mod">
          <ac:chgData name="Hironari Yamada" userId="e57621f8-ec3c-449e-bb19-001fffcc008e" providerId="ADAL" clId="{BC0BD879-F267-5CCA-8DEA-E3B2DD07DA4E}" dt="2026-06-19T12:26:05.551" v="28203" actId="20577"/>
          <ac:spMkLst>
            <pc:docMk/>
            <pc:sldMk cId="4080801140" sldId="2076139000"/>
            <ac:spMk id="9" creationId="{1A92A676-3857-9FFD-FBAB-E36AF027E64D}"/>
          </ac:spMkLst>
        </pc:spChg>
        <pc:spChg chg="mod">
          <ac:chgData name="Hironari Yamada" userId="e57621f8-ec3c-449e-bb19-001fffcc008e" providerId="ADAL" clId="{BC0BD879-F267-5CCA-8DEA-E3B2DD07DA4E}" dt="2026-06-19T12:24:39.983" v="28129" actId="167"/>
          <ac:spMkLst>
            <pc:docMk/>
            <pc:sldMk cId="4080801140" sldId="2076139000"/>
            <ac:spMk id="11" creationId="{B762CA78-4500-C0E7-0A84-F073208AF3BC}"/>
          </ac:spMkLst>
        </pc:spChg>
        <pc:spChg chg="add mod">
          <ac:chgData name="Hironari Yamada" userId="e57621f8-ec3c-449e-bb19-001fffcc008e" providerId="ADAL" clId="{BC0BD879-F267-5CCA-8DEA-E3B2DD07DA4E}" dt="2026-06-19T12:23:53.175" v="28123" actId="1076"/>
          <ac:spMkLst>
            <pc:docMk/>
            <pc:sldMk cId="4080801140" sldId="2076139000"/>
            <ac:spMk id="13" creationId="{830AA042-347A-20DC-95A0-7B87D64EA0B4}"/>
          </ac:spMkLst>
        </pc:spChg>
        <pc:spChg chg="add mod">
          <ac:chgData name="Hironari Yamada" userId="e57621f8-ec3c-449e-bb19-001fffcc008e" providerId="ADAL" clId="{BC0BD879-F267-5CCA-8DEA-E3B2DD07DA4E}" dt="2026-06-19T12:23:53.175" v="28123" actId="1076"/>
          <ac:spMkLst>
            <pc:docMk/>
            <pc:sldMk cId="4080801140" sldId="2076139000"/>
            <ac:spMk id="23" creationId="{CD0CB995-604C-EDD2-F49F-4701BB23BF24}"/>
          </ac:spMkLst>
        </pc:spChg>
        <pc:spChg chg="add mod">
          <ac:chgData name="Hironari Yamada" userId="e57621f8-ec3c-449e-bb19-001fffcc008e" providerId="ADAL" clId="{BC0BD879-F267-5CCA-8DEA-E3B2DD07DA4E}" dt="2026-06-19T12:23:53.175" v="28123" actId="1076"/>
          <ac:spMkLst>
            <pc:docMk/>
            <pc:sldMk cId="4080801140" sldId="2076139000"/>
            <ac:spMk id="24" creationId="{A2ADEB43-8AC3-0530-36C8-2267F2F53914}"/>
          </ac:spMkLst>
        </pc:spChg>
        <pc:spChg chg="add mod">
          <ac:chgData name="Hironari Yamada" userId="e57621f8-ec3c-449e-bb19-001fffcc008e" providerId="ADAL" clId="{BC0BD879-F267-5CCA-8DEA-E3B2DD07DA4E}" dt="2026-06-19T12:23:53.175" v="28123" actId="1076"/>
          <ac:spMkLst>
            <pc:docMk/>
            <pc:sldMk cId="4080801140" sldId="2076139000"/>
            <ac:spMk id="32" creationId="{2F0DB0D8-ABD9-AC6B-479D-A334FA22F2C8}"/>
          </ac:spMkLst>
        </pc:spChg>
        <pc:spChg chg="add mod">
          <ac:chgData name="Hironari Yamada" userId="e57621f8-ec3c-449e-bb19-001fffcc008e" providerId="ADAL" clId="{BC0BD879-F267-5CCA-8DEA-E3B2DD07DA4E}" dt="2026-06-19T12:23:53.175" v="28123" actId="1076"/>
          <ac:spMkLst>
            <pc:docMk/>
            <pc:sldMk cId="4080801140" sldId="2076139000"/>
            <ac:spMk id="33" creationId="{D9B94259-9157-5290-DFF4-AC8F1929BC97}"/>
          </ac:spMkLst>
        </pc:spChg>
        <pc:spChg chg="mod">
          <ac:chgData name="Hironari Yamada" userId="e57621f8-ec3c-449e-bb19-001fffcc008e" providerId="ADAL" clId="{BC0BD879-F267-5CCA-8DEA-E3B2DD07DA4E}" dt="2026-06-19T12:24:39.983" v="28129" actId="167"/>
          <ac:spMkLst>
            <pc:docMk/>
            <pc:sldMk cId="4080801140" sldId="2076139000"/>
            <ac:spMk id="41" creationId="{A29EA555-B28B-7B11-40D2-CC06E493E285}"/>
          </ac:spMkLst>
        </pc:spChg>
        <pc:spChg chg="mod">
          <ac:chgData name="Hironari Yamada" userId="e57621f8-ec3c-449e-bb19-001fffcc008e" providerId="ADAL" clId="{BC0BD879-F267-5CCA-8DEA-E3B2DD07DA4E}" dt="2026-06-19T12:24:39.983" v="28129" actId="167"/>
          <ac:spMkLst>
            <pc:docMk/>
            <pc:sldMk cId="4080801140" sldId="2076139000"/>
            <ac:spMk id="42" creationId="{DDAEADE5-B42D-D0A7-1669-66757855BB94}"/>
          </ac:spMkLst>
        </pc:spChg>
        <pc:spChg chg="add mod">
          <ac:chgData name="Hironari Yamada" userId="e57621f8-ec3c-449e-bb19-001fffcc008e" providerId="ADAL" clId="{BC0BD879-F267-5CCA-8DEA-E3B2DD07DA4E}" dt="2026-06-19T12:24:39.983" v="28129" actId="167"/>
          <ac:spMkLst>
            <pc:docMk/>
            <pc:sldMk cId="4080801140" sldId="2076139000"/>
            <ac:spMk id="49" creationId="{4C439FBF-4153-872A-94C0-62FC23CD3ECD}"/>
          </ac:spMkLst>
        </pc:spChg>
        <pc:spChg chg="add mod">
          <ac:chgData name="Hironari Yamada" userId="e57621f8-ec3c-449e-bb19-001fffcc008e" providerId="ADAL" clId="{BC0BD879-F267-5CCA-8DEA-E3B2DD07DA4E}" dt="2026-06-19T12:26:18.966" v="28206" actId="14100"/>
          <ac:spMkLst>
            <pc:docMk/>
            <pc:sldMk cId="4080801140" sldId="2076139000"/>
            <ac:spMk id="51" creationId="{FAB39257-17DC-5464-2F4D-D3CFA6F74267}"/>
          </ac:spMkLst>
        </pc:spChg>
        <pc:spChg chg="mod">
          <ac:chgData name="Hironari Yamada" userId="e57621f8-ec3c-449e-bb19-001fffcc008e" providerId="ADAL" clId="{BC0BD879-F267-5CCA-8DEA-E3B2DD07DA4E}" dt="2026-06-19T12:26:34.178" v="28210" actId="1076"/>
          <ac:spMkLst>
            <pc:docMk/>
            <pc:sldMk cId="4080801140" sldId="2076139000"/>
            <ac:spMk id="52" creationId="{25EBC23C-C04C-0504-ED79-D1D5316F9E34}"/>
          </ac:spMkLst>
        </pc:spChg>
        <pc:spChg chg="add mod">
          <ac:chgData name="Hironari Yamada" userId="e57621f8-ec3c-449e-bb19-001fffcc008e" providerId="ADAL" clId="{BC0BD879-F267-5CCA-8DEA-E3B2DD07DA4E}" dt="2026-06-19T12:23:53.175" v="28123" actId="1076"/>
          <ac:spMkLst>
            <pc:docMk/>
            <pc:sldMk cId="4080801140" sldId="2076139000"/>
            <ac:spMk id="58" creationId="{48D2A56D-7E1B-536A-DC2A-2CBEEE9E5E2B}"/>
          </ac:spMkLst>
        </pc:spChg>
        <pc:spChg chg="add mod">
          <ac:chgData name="Hironari Yamada" userId="e57621f8-ec3c-449e-bb19-001fffcc008e" providerId="ADAL" clId="{BC0BD879-F267-5CCA-8DEA-E3B2DD07DA4E}" dt="2026-06-19T12:23:53.175" v="28123" actId="1076"/>
          <ac:spMkLst>
            <pc:docMk/>
            <pc:sldMk cId="4080801140" sldId="2076139000"/>
            <ac:spMk id="65" creationId="{E2BEAA91-7F4E-FE5A-159D-46078475879C}"/>
          </ac:spMkLst>
        </pc:spChg>
        <pc:spChg chg="mod">
          <ac:chgData name="Hironari Yamada" userId="e57621f8-ec3c-449e-bb19-001fffcc008e" providerId="ADAL" clId="{BC0BD879-F267-5CCA-8DEA-E3B2DD07DA4E}" dt="2026-06-19T12:25:26.444" v="28141" actId="207"/>
          <ac:spMkLst>
            <pc:docMk/>
            <pc:sldMk cId="4080801140" sldId="2076139000"/>
            <ac:spMk id="69" creationId="{C8366AD7-EE36-E309-E588-3FFA7ADD8294}"/>
          </ac:spMkLst>
        </pc:spChg>
        <pc:spChg chg="add mod">
          <ac:chgData name="Hironari Yamada" userId="e57621f8-ec3c-449e-bb19-001fffcc008e" providerId="ADAL" clId="{BC0BD879-F267-5CCA-8DEA-E3B2DD07DA4E}" dt="2026-06-19T12:23:53.175" v="28123" actId="1076"/>
          <ac:spMkLst>
            <pc:docMk/>
            <pc:sldMk cId="4080801140" sldId="2076139000"/>
            <ac:spMk id="72" creationId="{5820C653-9BC9-0251-CE6E-5F6AEBABE05C}"/>
          </ac:spMkLst>
        </pc:spChg>
        <pc:spChg chg="mod">
          <ac:chgData name="Hironari Yamada" userId="e57621f8-ec3c-449e-bb19-001fffcc008e" providerId="ADAL" clId="{BC0BD879-F267-5CCA-8DEA-E3B2DD07DA4E}" dt="2026-06-19T12:24:39.983" v="28129" actId="167"/>
          <ac:spMkLst>
            <pc:docMk/>
            <pc:sldMk cId="4080801140" sldId="2076139000"/>
            <ac:spMk id="75" creationId="{05A3B4A5-E00A-4C0A-AA09-0D0690257C51}"/>
          </ac:spMkLst>
        </pc:spChg>
        <pc:spChg chg="add mod">
          <ac:chgData name="Hironari Yamada" userId="e57621f8-ec3c-449e-bb19-001fffcc008e" providerId="ADAL" clId="{BC0BD879-F267-5CCA-8DEA-E3B2DD07DA4E}" dt="2026-06-19T12:25:11.240" v="28139" actId="167"/>
          <ac:spMkLst>
            <pc:docMk/>
            <pc:sldMk cId="4080801140" sldId="2076139000"/>
            <ac:spMk id="79" creationId="{99B0E317-4BB0-DDD8-5345-A9808492B503}"/>
          </ac:spMkLst>
        </pc:spChg>
        <pc:picChg chg="mod">
          <ac:chgData name="Hironari Yamada" userId="e57621f8-ec3c-449e-bb19-001fffcc008e" providerId="ADAL" clId="{BC0BD879-F267-5CCA-8DEA-E3B2DD07DA4E}" dt="2026-06-19T12:25:20.870" v="28140"/>
          <ac:picMkLst>
            <pc:docMk/>
            <pc:sldMk cId="4080801140" sldId="2076139000"/>
            <ac:picMk id="3" creationId="{92A06C8C-4BF0-9377-9673-D2D1E37C15DE}"/>
          </ac:picMkLst>
        </pc:picChg>
        <pc:cxnChg chg="mod">
          <ac:chgData name="Hironari Yamada" userId="e57621f8-ec3c-449e-bb19-001fffcc008e" providerId="ADAL" clId="{BC0BD879-F267-5CCA-8DEA-E3B2DD07DA4E}" dt="2026-06-19T12:25:39.497" v="28143" actId="692"/>
          <ac:cxnSpMkLst>
            <pc:docMk/>
            <pc:sldMk cId="4080801140" sldId="2076139000"/>
            <ac:cxnSpMk id="8" creationId="{20CC3A53-6175-1280-6D12-0E9390B3D5E3}"/>
          </ac:cxnSpMkLst>
        </pc:cxnChg>
        <pc:cxnChg chg="mod">
          <ac:chgData name="Hironari Yamada" userId="e57621f8-ec3c-449e-bb19-001fffcc008e" providerId="ADAL" clId="{BC0BD879-F267-5CCA-8DEA-E3B2DD07DA4E}" dt="2026-06-19T12:25:39.497" v="28143" actId="692"/>
          <ac:cxnSpMkLst>
            <pc:docMk/>
            <pc:sldMk cId="4080801140" sldId="2076139000"/>
            <ac:cxnSpMk id="10" creationId="{617BFDB7-6972-5124-C6AF-53937CD242A3}"/>
          </ac:cxnSpMkLst>
        </pc:cxnChg>
        <pc:cxnChg chg="mod">
          <ac:chgData name="Hironari Yamada" userId="e57621f8-ec3c-449e-bb19-001fffcc008e" providerId="ADAL" clId="{BC0BD879-F267-5CCA-8DEA-E3B2DD07DA4E}" dt="2026-06-19T12:25:33.735" v="28142" actId="692"/>
          <ac:cxnSpMkLst>
            <pc:docMk/>
            <pc:sldMk cId="4080801140" sldId="2076139000"/>
            <ac:cxnSpMk id="16" creationId="{A585A67C-72B8-1C1D-6412-0875A8E62ABF}"/>
          </ac:cxnSpMkLst>
        </pc:cxnChg>
        <pc:cxnChg chg="mod">
          <ac:chgData name="Hironari Yamada" userId="e57621f8-ec3c-449e-bb19-001fffcc008e" providerId="ADAL" clId="{BC0BD879-F267-5CCA-8DEA-E3B2DD07DA4E}" dt="2026-06-19T12:24:11.249" v="28125" actId="692"/>
          <ac:cxnSpMkLst>
            <pc:docMk/>
            <pc:sldMk cId="4080801140" sldId="2076139000"/>
            <ac:cxnSpMk id="59" creationId="{BB8EF76C-243E-B055-314D-0BF42D9E054F}"/>
          </ac:cxnSpMkLst>
        </pc:cxnChg>
        <pc:cxnChg chg="mod">
          <ac:chgData name="Hironari Yamada" userId="e57621f8-ec3c-449e-bb19-001fffcc008e" providerId="ADAL" clId="{BC0BD879-F267-5CCA-8DEA-E3B2DD07DA4E}" dt="2026-06-19T12:24:18.141" v="28126" actId="692"/>
          <ac:cxnSpMkLst>
            <pc:docMk/>
            <pc:sldMk cId="4080801140" sldId="2076139000"/>
            <ac:cxnSpMk id="60" creationId="{DF14138B-19C7-876D-8919-01610B4BE9F0}"/>
          </ac:cxnSpMkLst>
        </pc:cxnChg>
        <pc:cxnChg chg="mod">
          <ac:chgData name="Hironari Yamada" userId="e57621f8-ec3c-449e-bb19-001fffcc008e" providerId="ADAL" clId="{BC0BD879-F267-5CCA-8DEA-E3B2DD07DA4E}" dt="2026-06-19T12:24:11.249" v="28125" actId="692"/>
          <ac:cxnSpMkLst>
            <pc:docMk/>
            <pc:sldMk cId="4080801140" sldId="2076139000"/>
            <ac:cxnSpMk id="62" creationId="{C7D098FA-693C-95A8-900E-BDC5FBB94A17}"/>
          </ac:cxnSpMkLst>
        </pc:cxnChg>
        <pc:cxnChg chg="mod">
          <ac:chgData name="Hironari Yamada" userId="e57621f8-ec3c-449e-bb19-001fffcc008e" providerId="ADAL" clId="{BC0BD879-F267-5CCA-8DEA-E3B2DD07DA4E}" dt="2026-06-19T12:25:39.497" v="28143" actId="692"/>
          <ac:cxnSpMkLst>
            <pc:docMk/>
            <pc:sldMk cId="4080801140" sldId="2076139000"/>
            <ac:cxnSpMk id="70" creationId="{02AB8DA1-6BDC-8261-EFB2-9E646DFF605D}"/>
          </ac:cxnSpMkLst>
        </pc:cxnChg>
        <pc:cxnChg chg="mod">
          <ac:chgData name="Hironari Yamada" userId="e57621f8-ec3c-449e-bb19-001fffcc008e" providerId="ADAL" clId="{BC0BD879-F267-5CCA-8DEA-E3B2DD07DA4E}" dt="2026-06-19T12:25:39.497" v="28143" actId="692"/>
          <ac:cxnSpMkLst>
            <pc:docMk/>
            <pc:sldMk cId="4080801140" sldId="2076139000"/>
            <ac:cxnSpMk id="71" creationId="{9AAB8677-DEBC-7320-1639-81D35239E833}"/>
          </ac:cxnSpMkLst>
        </pc:cxnChg>
      </pc:sldChg>
      <pc:sldChg chg="addSp modSp add mod">
        <pc:chgData name="Hironari Yamada" userId="e57621f8-ec3c-449e-bb19-001fffcc008e" providerId="ADAL" clId="{BC0BD879-F267-5CCA-8DEA-E3B2DD07DA4E}" dt="2026-06-19T12:44:32.239" v="28285" actId="1076"/>
        <pc:sldMkLst>
          <pc:docMk/>
          <pc:sldMk cId="662043741" sldId="2076139001"/>
        </pc:sldMkLst>
        <pc:spChg chg="add mod">
          <ac:chgData name="Hironari Yamada" userId="e57621f8-ec3c-449e-bb19-001fffcc008e" providerId="ADAL" clId="{BC0BD879-F267-5CCA-8DEA-E3B2DD07DA4E}" dt="2026-06-19T12:44:24.024" v="28283" actId="20577"/>
          <ac:spMkLst>
            <pc:docMk/>
            <pc:sldMk cId="662043741" sldId="2076139001"/>
            <ac:spMk id="3" creationId="{7EC9D3AA-E20A-2359-F838-FCC75FED0980}"/>
          </ac:spMkLst>
        </pc:spChg>
        <pc:spChg chg="add mod">
          <ac:chgData name="Hironari Yamada" userId="e57621f8-ec3c-449e-bb19-001fffcc008e" providerId="ADAL" clId="{BC0BD879-F267-5CCA-8DEA-E3B2DD07DA4E}" dt="2026-06-19T12:44:30.009" v="28284" actId="14100"/>
          <ac:spMkLst>
            <pc:docMk/>
            <pc:sldMk cId="662043741" sldId="2076139001"/>
            <ac:spMk id="5" creationId="{3DCBD044-26F3-BEC5-DE3D-CF4E40B7384C}"/>
          </ac:spMkLst>
        </pc:spChg>
        <pc:spChg chg="add mod">
          <ac:chgData name="Hironari Yamada" userId="e57621f8-ec3c-449e-bb19-001fffcc008e" providerId="ADAL" clId="{BC0BD879-F267-5CCA-8DEA-E3B2DD07DA4E}" dt="2026-06-19T12:44:32.239" v="28285" actId="1076"/>
          <ac:spMkLst>
            <pc:docMk/>
            <pc:sldMk cId="662043741" sldId="2076139001"/>
            <ac:spMk id="6" creationId="{2A6D9161-D19D-5F5C-C23B-A7BA88D36347}"/>
          </ac:spMkLst>
        </pc:spChg>
        <pc:spChg chg="mod">
          <ac:chgData name="Hironari Yamada" userId="e57621f8-ec3c-449e-bb19-001fffcc008e" providerId="ADAL" clId="{BC0BD879-F267-5CCA-8DEA-E3B2DD07DA4E}" dt="2026-06-19T12:35:55.336" v="28238"/>
          <ac:spMkLst>
            <pc:docMk/>
            <pc:sldMk cId="662043741" sldId="2076139001"/>
            <ac:spMk id="9" creationId="{31A9CCFD-9732-13F9-7CDB-62D5D2DF75D1}"/>
          </ac:spMkLst>
        </pc:spChg>
      </pc:sldChg>
      <pc:sldChg chg="addSp delSp modSp add mod">
        <pc:chgData name="Hironari Yamada" userId="e57621f8-ec3c-449e-bb19-001fffcc008e" providerId="ADAL" clId="{BC0BD879-F267-5CCA-8DEA-E3B2DD07DA4E}" dt="2026-06-19T13:24:53.513" v="29655" actId="20577"/>
        <pc:sldMkLst>
          <pc:docMk/>
          <pc:sldMk cId="936991953" sldId="2076139002"/>
        </pc:sldMkLst>
        <pc:spChg chg="add mod">
          <ac:chgData name="Hironari Yamada" userId="e57621f8-ec3c-449e-bb19-001fffcc008e" providerId="ADAL" clId="{BC0BD879-F267-5CCA-8DEA-E3B2DD07DA4E}" dt="2026-06-19T13:10:25.552" v="29160" actId="1076"/>
          <ac:spMkLst>
            <pc:docMk/>
            <pc:sldMk cId="936991953" sldId="2076139002"/>
            <ac:spMk id="3" creationId="{4E7FD159-405B-3356-8660-796848E5A472}"/>
          </ac:spMkLst>
        </pc:spChg>
        <pc:spChg chg="mod">
          <ac:chgData name="Hironari Yamada" userId="e57621f8-ec3c-449e-bb19-001fffcc008e" providerId="ADAL" clId="{BC0BD879-F267-5CCA-8DEA-E3B2DD07DA4E}" dt="2026-06-19T13:02:23.311" v="28489" actId="20577"/>
          <ac:spMkLst>
            <pc:docMk/>
            <pc:sldMk cId="936991953" sldId="2076139002"/>
            <ac:spMk id="9" creationId="{F80A7D97-E32F-2B60-838C-0F0A57FE96A9}"/>
          </ac:spMkLst>
        </pc:spChg>
        <pc:spChg chg="add mod">
          <ac:chgData name="Hironari Yamada" userId="e57621f8-ec3c-449e-bb19-001fffcc008e" providerId="ADAL" clId="{BC0BD879-F267-5CCA-8DEA-E3B2DD07DA4E}" dt="2026-06-19T13:24:53.513" v="29655" actId="20577"/>
          <ac:spMkLst>
            <pc:docMk/>
            <pc:sldMk cId="936991953" sldId="2076139002"/>
            <ac:spMk id="10" creationId="{D9DB6B1A-EA21-94CA-7B7D-E96BE16CC491}"/>
          </ac:spMkLst>
        </pc:spChg>
        <pc:spChg chg="add mod">
          <ac:chgData name="Hironari Yamada" userId="e57621f8-ec3c-449e-bb19-001fffcc008e" providerId="ADAL" clId="{BC0BD879-F267-5CCA-8DEA-E3B2DD07DA4E}" dt="2026-06-19T13:08:05.380" v="29073" actId="1076"/>
          <ac:spMkLst>
            <pc:docMk/>
            <pc:sldMk cId="936991953" sldId="2076139002"/>
            <ac:spMk id="13" creationId="{D8DB978A-34B2-2996-B485-15230A0ED6EF}"/>
          </ac:spMkLst>
        </pc:spChg>
        <pc:spChg chg="add mod">
          <ac:chgData name="Hironari Yamada" userId="e57621f8-ec3c-449e-bb19-001fffcc008e" providerId="ADAL" clId="{BC0BD879-F267-5CCA-8DEA-E3B2DD07DA4E}" dt="2026-06-19T13:08:26.128" v="29115" actId="20577"/>
          <ac:spMkLst>
            <pc:docMk/>
            <pc:sldMk cId="936991953" sldId="2076139002"/>
            <ac:spMk id="14" creationId="{3DF2995D-0968-1681-84F0-8D090E35295C}"/>
          </ac:spMkLst>
        </pc:spChg>
        <pc:spChg chg="add mod">
          <ac:chgData name="Hironari Yamada" userId="e57621f8-ec3c-449e-bb19-001fffcc008e" providerId="ADAL" clId="{BC0BD879-F267-5CCA-8DEA-E3B2DD07DA4E}" dt="2026-06-19T13:08:54.508" v="29140" actId="1076"/>
          <ac:spMkLst>
            <pc:docMk/>
            <pc:sldMk cId="936991953" sldId="2076139002"/>
            <ac:spMk id="15" creationId="{A7E10FC9-9DE6-5363-437E-D0930CBD78BA}"/>
          </ac:spMkLst>
        </pc:spChg>
        <pc:spChg chg="add mod">
          <ac:chgData name="Hironari Yamada" userId="e57621f8-ec3c-449e-bb19-001fffcc008e" providerId="ADAL" clId="{BC0BD879-F267-5CCA-8DEA-E3B2DD07DA4E}" dt="2026-06-19T13:10:50.504" v="29181" actId="1035"/>
          <ac:spMkLst>
            <pc:docMk/>
            <pc:sldMk cId="936991953" sldId="2076139002"/>
            <ac:spMk id="17" creationId="{B591F1D4-5096-6EB9-B8E8-031EDCAD318C}"/>
          </ac:spMkLst>
        </pc:spChg>
        <pc:spChg chg="add mod">
          <ac:chgData name="Hironari Yamada" userId="e57621f8-ec3c-449e-bb19-001fffcc008e" providerId="ADAL" clId="{BC0BD879-F267-5CCA-8DEA-E3B2DD07DA4E}" dt="2026-06-19T13:09:38.421" v="29153" actId="692"/>
          <ac:spMkLst>
            <pc:docMk/>
            <pc:sldMk cId="936991953" sldId="2076139002"/>
            <ac:spMk id="18" creationId="{B566F922-F32D-8599-8DFD-269232BBFC7B}"/>
          </ac:spMkLst>
        </pc:spChg>
        <pc:spChg chg="add del mod">
          <ac:chgData name="Hironari Yamada" userId="e57621f8-ec3c-449e-bb19-001fffcc008e" providerId="ADAL" clId="{BC0BD879-F267-5CCA-8DEA-E3B2DD07DA4E}" dt="2026-06-19T13:10:58.348" v="29185"/>
          <ac:spMkLst>
            <pc:docMk/>
            <pc:sldMk cId="936991953" sldId="2076139002"/>
            <ac:spMk id="25" creationId="{376B83B9-29B6-614A-AD4C-FF9C6922B8DF}"/>
          </ac:spMkLst>
        </pc:spChg>
        <pc:spChg chg="add mod">
          <ac:chgData name="Hironari Yamada" userId="e57621f8-ec3c-449e-bb19-001fffcc008e" providerId="ADAL" clId="{BC0BD879-F267-5CCA-8DEA-E3B2DD07DA4E}" dt="2026-06-19T13:11:49.985" v="29222" actId="207"/>
          <ac:spMkLst>
            <pc:docMk/>
            <pc:sldMk cId="936991953" sldId="2076139002"/>
            <ac:spMk id="44" creationId="{5CA03D62-CCA9-F2B6-E895-72FA22F472FD}"/>
          </ac:spMkLst>
        </pc:spChg>
        <pc:spChg chg="add mod">
          <ac:chgData name="Hironari Yamada" userId="e57621f8-ec3c-449e-bb19-001fffcc008e" providerId="ADAL" clId="{BC0BD879-F267-5CCA-8DEA-E3B2DD07DA4E}" dt="2026-06-19T13:13:58.117" v="29287" actId="1076"/>
          <ac:spMkLst>
            <pc:docMk/>
            <pc:sldMk cId="936991953" sldId="2076139002"/>
            <ac:spMk id="56" creationId="{B45B69C3-97FE-F75A-9F2C-59C55A68FE00}"/>
          </ac:spMkLst>
        </pc:spChg>
        <pc:grpChg chg="del mod">
          <ac:chgData name="Hironari Yamada" userId="e57621f8-ec3c-449e-bb19-001fffcc008e" providerId="ADAL" clId="{BC0BD879-F267-5CCA-8DEA-E3B2DD07DA4E}" dt="2026-06-19T13:11:05.461" v="29188"/>
          <ac:grpSpMkLst>
            <pc:docMk/>
            <pc:sldMk cId="936991953" sldId="2076139002"/>
            <ac:grpSpMk id="28" creationId="{35B49E8B-CF62-68A9-F62B-4F48EBFC2104}"/>
          </ac:grpSpMkLst>
        </pc:grpChg>
        <pc:grpChg chg="del mod">
          <ac:chgData name="Hironari Yamada" userId="e57621f8-ec3c-449e-bb19-001fffcc008e" providerId="ADAL" clId="{BC0BD879-F267-5CCA-8DEA-E3B2DD07DA4E}" dt="2026-06-19T13:11:10.656" v="29192"/>
          <ac:grpSpMkLst>
            <pc:docMk/>
            <pc:sldMk cId="936991953" sldId="2076139002"/>
            <ac:grpSpMk id="29" creationId="{D0811F33-7C0A-518A-6780-743275370060}"/>
          </ac:grpSpMkLst>
        </pc:grpChg>
        <pc:grpChg chg="del mod">
          <ac:chgData name="Hironari Yamada" userId="e57621f8-ec3c-449e-bb19-001fffcc008e" providerId="ADAL" clId="{BC0BD879-F267-5CCA-8DEA-E3B2DD07DA4E}" dt="2026-06-19T13:11:10.656" v="29192"/>
          <ac:grpSpMkLst>
            <pc:docMk/>
            <pc:sldMk cId="936991953" sldId="2076139002"/>
            <ac:grpSpMk id="32" creationId="{BFF84768-85A1-153C-CD6B-E3AAB7F16D02}"/>
          </ac:grpSpMkLst>
        </pc:grpChg>
        <pc:grpChg chg="del mod">
          <ac:chgData name="Hironari Yamada" userId="e57621f8-ec3c-449e-bb19-001fffcc008e" providerId="ADAL" clId="{BC0BD879-F267-5CCA-8DEA-E3B2DD07DA4E}" dt="2026-06-19T13:11:12.032" v="29194"/>
          <ac:grpSpMkLst>
            <pc:docMk/>
            <pc:sldMk cId="936991953" sldId="2076139002"/>
            <ac:grpSpMk id="33" creationId="{80A35560-06BF-992A-0741-A97B2CEA6DF2}"/>
          </ac:grpSpMkLst>
        </pc:grpChg>
        <pc:grpChg chg="del mod">
          <ac:chgData name="Hironari Yamada" userId="e57621f8-ec3c-449e-bb19-001fffcc008e" providerId="ADAL" clId="{BC0BD879-F267-5CCA-8DEA-E3B2DD07DA4E}" dt="2026-06-19T13:11:12.032" v="29194"/>
          <ac:grpSpMkLst>
            <pc:docMk/>
            <pc:sldMk cId="936991953" sldId="2076139002"/>
            <ac:grpSpMk id="35" creationId="{4238B5BA-1DEF-A58D-D01F-69A1FFD956BE}"/>
          </ac:grpSpMkLst>
        </pc:grpChg>
        <pc:grpChg chg="add del mod">
          <ac:chgData name="Hironari Yamada" userId="e57621f8-ec3c-449e-bb19-001fffcc008e" providerId="ADAL" clId="{BC0BD879-F267-5CCA-8DEA-E3B2DD07DA4E}" dt="2026-06-19T13:11:25.773" v="29203"/>
          <ac:grpSpMkLst>
            <pc:docMk/>
            <pc:sldMk cId="936991953" sldId="2076139002"/>
            <ac:grpSpMk id="36" creationId="{F0C5BFEA-0674-2330-BC1F-850157AC6D90}"/>
          </ac:grpSpMkLst>
        </pc:grpChg>
        <pc:grpChg chg="add del mod">
          <ac:chgData name="Hironari Yamada" userId="e57621f8-ec3c-449e-bb19-001fffcc008e" providerId="ADAL" clId="{BC0BD879-F267-5CCA-8DEA-E3B2DD07DA4E}" dt="2026-06-19T13:11:21.782" v="29200"/>
          <ac:grpSpMkLst>
            <pc:docMk/>
            <pc:sldMk cId="936991953" sldId="2076139002"/>
            <ac:grpSpMk id="38" creationId="{BA71BEBD-63E9-E41A-67B8-BA2752354EE9}"/>
          </ac:grpSpMkLst>
        </pc:grpChg>
        <pc:grpChg chg="mod">
          <ac:chgData name="Hironari Yamada" userId="e57621f8-ec3c-449e-bb19-001fffcc008e" providerId="ADAL" clId="{BC0BD879-F267-5CCA-8DEA-E3B2DD07DA4E}" dt="2026-06-19T13:11:21.782" v="29200"/>
          <ac:grpSpMkLst>
            <pc:docMk/>
            <pc:sldMk cId="936991953" sldId="2076139002"/>
            <ac:grpSpMk id="39" creationId="{2A8779E6-0EB6-8FC4-3B6C-B06DBC977DF3}"/>
          </ac:grpSpMkLst>
        </pc:grpChg>
        <pc:grpChg chg="del mod">
          <ac:chgData name="Hironari Yamada" userId="e57621f8-ec3c-449e-bb19-001fffcc008e" providerId="ADAL" clId="{BC0BD879-F267-5CCA-8DEA-E3B2DD07DA4E}" dt="2026-06-19T13:11:25.773" v="29203"/>
          <ac:grpSpMkLst>
            <pc:docMk/>
            <pc:sldMk cId="936991953" sldId="2076139002"/>
            <ac:grpSpMk id="42" creationId="{DA510636-DD7B-9884-1231-929DAFF591CE}"/>
          </ac:grpSpMkLst>
        </pc:grpChg>
        <pc:grpChg chg="del mod">
          <ac:chgData name="Hironari Yamada" userId="e57621f8-ec3c-449e-bb19-001fffcc008e" providerId="ADAL" clId="{BC0BD879-F267-5CCA-8DEA-E3B2DD07DA4E}" dt="2026-06-19T13:13:26.514" v="29239"/>
          <ac:grpSpMkLst>
            <pc:docMk/>
            <pc:sldMk cId="936991953" sldId="2076139002"/>
            <ac:grpSpMk id="43" creationId="{29BFC730-34F7-CC98-07E5-66A6D9BC4B60}"/>
          </ac:grpSpMkLst>
        </pc:grpChg>
        <pc:grpChg chg="del mod">
          <ac:chgData name="Hironari Yamada" userId="e57621f8-ec3c-449e-bb19-001fffcc008e" providerId="ADAL" clId="{BC0BD879-F267-5CCA-8DEA-E3B2DD07DA4E}" dt="2026-06-19T13:13:06.791" v="29232"/>
          <ac:grpSpMkLst>
            <pc:docMk/>
            <pc:sldMk cId="936991953" sldId="2076139002"/>
            <ac:grpSpMk id="49" creationId="{5CF4DCF6-DC7C-EE9E-2B39-D4A0B699C463}"/>
          </ac:grpSpMkLst>
        </pc:grpChg>
        <pc:grpChg chg="mod">
          <ac:chgData name="Hironari Yamada" userId="e57621f8-ec3c-449e-bb19-001fffcc008e" providerId="ADAL" clId="{BC0BD879-F267-5CCA-8DEA-E3B2DD07DA4E}" dt="2026-06-19T13:13:06.791" v="29232"/>
          <ac:grpSpMkLst>
            <pc:docMk/>
            <pc:sldMk cId="936991953" sldId="2076139002"/>
            <ac:grpSpMk id="50" creationId="{924E0815-F991-8B2C-C9A8-FA147D683DA3}"/>
          </ac:grpSpMkLst>
        </pc:grpChg>
        <pc:grpChg chg="del mod">
          <ac:chgData name="Hironari Yamada" userId="e57621f8-ec3c-449e-bb19-001fffcc008e" providerId="ADAL" clId="{BC0BD879-F267-5CCA-8DEA-E3B2DD07DA4E}" dt="2026-06-19T13:13:26.514" v="29239"/>
          <ac:grpSpMkLst>
            <pc:docMk/>
            <pc:sldMk cId="936991953" sldId="2076139002"/>
            <ac:grpSpMk id="54" creationId="{8054B470-73EA-8F83-50FC-37A8A2576493}"/>
          </ac:grpSpMkLst>
        </pc:grpChg>
        <pc:grpChg chg="mod">
          <ac:chgData name="Hironari Yamada" userId="e57621f8-ec3c-449e-bb19-001fffcc008e" providerId="ADAL" clId="{BC0BD879-F267-5CCA-8DEA-E3B2DD07DA4E}" dt="2026-06-19T13:13:26.514" v="29239"/>
          <ac:grpSpMkLst>
            <pc:docMk/>
            <pc:sldMk cId="936991953" sldId="2076139002"/>
            <ac:grpSpMk id="55" creationId="{36FEE8B4-D658-E920-D1D3-40D686F3F666}"/>
          </ac:grpSpMkLst>
        </pc:grpChg>
        <pc:picChg chg="add mod">
          <ac:chgData name="Hironari Yamada" userId="e57621f8-ec3c-449e-bb19-001fffcc008e" providerId="ADAL" clId="{BC0BD879-F267-5CCA-8DEA-E3B2DD07DA4E}" dt="2026-06-19T13:09:01.360" v="29143" actId="1076"/>
          <ac:picMkLst>
            <pc:docMk/>
            <pc:sldMk cId="936991953" sldId="2076139002"/>
            <ac:picMk id="5" creationId="{2C6A840A-5901-8AD1-B7A0-D0BC3C1F0AE8}"/>
          </ac:picMkLst>
        </pc:picChg>
        <pc:picChg chg="add mod">
          <ac:chgData name="Hironari Yamada" userId="e57621f8-ec3c-449e-bb19-001fffcc008e" providerId="ADAL" clId="{BC0BD879-F267-5CCA-8DEA-E3B2DD07DA4E}" dt="2026-06-19T13:07:06.252" v="29031" actId="1076"/>
          <ac:picMkLst>
            <pc:docMk/>
            <pc:sldMk cId="936991953" sldId="2076139002"/>
            <ac:picMk id="6" creationId="{057DCFA1-1768-3410-6C7D-31149E857674}"/>
          </ac:picMkLst>
        </pc:picChg>
        <pc:picChg chg="add mod">
          <ac:chgData name="Hironari Yamada" userId="e57621f8-ec3c-449e-bb19-001fffcc008e" providerId="ADAL" clId="{BC0BD879-F267-5CCA-8DEA-E3B2DD07DA4E}" dt="2026-06-19T13:07:21.716" v="29035" actId="1076"/>
          <ac:picMkLst>
            <pc:docMk/>
            <pc:sldMk cId="936991953" sldId="2076139002"/>
            <ac:picMk id="7" creationId="{212B2560-1AFB-1ECB-21AC-264F04898435}"/>
          </ac:picMkLst>
        </pc:picChg>
        <pc:picChg chg="add mod">
          <ac:chgData name="Hironari Yamada" userId="e57621f8-ec3c-449e-bb19-001fffcc008e" providerId="ADAL" clId="{BC0BD879-F267-5CCA-8DEA-E3B2DD07DA4E}" dt="2026-06-19T13:07:21.716" v="29035" actId="1076"/>
          <ac:picMkLst>
            <pc:docMk/>
            <pc:sldMk cId="936991953" sldId="2076139002"/>
            <ac:picMk id="8" creationId="{66CC3C6B-E4F9-AF50-3A98-679FD611C147}"/>
          </ac:picMkLst>
        </pc:picChg>
        <pc:picChg chg="add mod">
          <ac:chgData name="Hironari Yamada" userId="e57621f8-ec3c-449e-bb19-001fffcc008e" providerId="ADAL" clId="{BC0BD879-F267-5CCA-8DEA-E3B2DD07DA4E}" dt="2026-06-19T13:10:50.504" v="29181" actId="1035"/>
          <ac:picMkLst>
            <pc:docMk/>
            <pc:sldMk cId="936991953" sldId="2076139002"/>
            <ac:picMk id="16" creationId="{7DF06C6C-FE08-816E-5F88-FBA406D9FA24}"/>
          </ac:picMkLst>
        </pc:picChg>
        <pc:picChg chg="add del mod">
          <ac:chgData name="Hironari Yamada" userId="e57621f8-ec3c-449e-bb19-001fffcc008e" providerId="ADAL" clId="{BC0BD879-F267-5CCA-8DEA-E3B2DD07DA4E}" dt="2026-06-19T13:09:43.858" v="29155" actId="478"/>
          <ac:picMkLst>
            <pc:docMk/>
            <pc:sldMk cId="936991953" sldId="2076139002"/>
            <ac:picMk id="19" creationId="{2ADA6166-3495-D54D-62A4-6FD111968F64}"/>
          </ac:picMkLst>
        </pc:picChg>
        <pc:picChg chg="add mod">
          <ac:chgData name="Hironari Yamada" userId="e57621f8-ec3c-449e-bb19-001fffcc008e" providerId="ADAL" clId="{BC0BD879-F267-5CCA-8DEA-E3B2DD07DA4E}" dt="2026-06-19T13:10:34.869" v="29163" actId="1076"/>
          <ac:picMkLst>
            <pc:docMk/>
            <pc:sldMk cId="936991953" sldId="2076139002"/>
            <ac:picMk id="21" creationId="{625514E4-4530-EB41-89B4-5BC393FB36C2}"/>
          </ac:picMkLst>
        </pc:picChg>
        <pc:picChg chg="add mod">
          <ac:chgData name="Hironari Yamada" userId="e57621f8-ec3c-449e-bb19-001fffcc008e" providerId="ADAL" clId="{BC0BD879-F267-5CCA-8DEA-E3B2DD07DA4E}" dt="2026-06-19T13:12:53.539" v="29229" actId="207"/>
          <ac:picMkLst>
            <pc:docMk/>
            <pc:sldMk cId="936991953" sldId="2076139002"/>
            <ac:picMk id="46" creationId="{9CE86D04-776B-24B0-08DB-456EEED1F206}"/>
          </ac:picMkLst>
        </pc:picChg>
        <pc:inkChg chg="add del mod">
          <ac:chgData name="Hironari Yamada" userId="e57621f8-ec3c-449e-bb19-001fffcc008e" providerId="ADAL" clId="{BC0BD879-F267-5CCA-8DEA-E3B2DD07DA4E}" dt="2026-06-19T13:11:14.098" v="29195" actId="478"/>
          <ac:inkMkLst>
            <pc:docMk/>
            <pc:sldMk cId="936991953" sldId="2076139002"/>
            <ac:inkMk id="26" creationId="{57B0FEB7-9E34-D773-5255-73FE586CEDF4}"/>
          </ac:inkMkLst>
        </pc:inkChg>
        <pc:inkChg chg="add del mod">
          <ac:chgData name="Hironari Yamada" userId="e57621f8-ec3c-449e-bb19-001fffcc008e" providerId="ADAL" clId="{BC0BD879-F267-5CCA-8DEA-E3B2DD07DA4E}" dt="2026-06-19T13:11:15.868" v="29196" actId="478"/>
          <ac:inkMkLst>
            <pc:docMk/>
            <pc:sldMk cId="936991953" sldId="2076139002"/>
            <ac:inkMk id="27" creationId="{7239B775-F539-07AA-F8BB-FC7D07D05C39}"/>
          </ac:inkMkLst>
        </pc:inkChg>
        <pc:inkChg chg="add del">
          <ac:chgData name="Hironari Yamada" userId="e57621f8-ec3c-449e-bb19-001fffcc008e" providerId="ADAL" clId="{BC0BD879-F267-5CCA-8DEA-E3B2DD07DA4E}" dt="2026-06-19T13:11:07.413" v="29190" actId="9405"/>
          <ac:inkMkLst>
            <pc:docMk/>
            <pc:sldMk cId="936991953" sldId="2076139002"/>
            <ac:inkMk id="30" creationId="{97C55D73-7AB2-07D1-8654-47A194F2EA12}"/>
          </ac:inkMkLst>
        </pc:inkChg>
        <pc:inkChg chg="add mod">
          <ac:chgData name="Hironari Yamada" userId="e57621f8-ec3c-449e-bb19-001fffcc008e" providerId="ADAL" clId="{BC0BD879-F267-5CCA-8DEA-E3B2DD07DA4E}" dt="2026-06-19T13:13:26.514" v="29239"/>
          <ac:inkMkLst>
            <pc:docMk/>
            <pc:sldMk cId="936991953" sldId="2076139002"/>
            <ac:inkMk id="31" creationId="{ADD762C6-AAF5-5905-94A4-505F470FD50B}"/>
          </ac:inkMkLst>
        </pc:inkChg>
        <pc:inkChg chg="add mod">
          <ac:chgData name="Hironari Yamada" userId="e57621f8-ec3c-449e-bb19-001fffcc008e" providerId="ADAL" clId="{BC0BD879-F267-5CCA-8DEA-E3B2DD07DA4E}" dt="2026-06-19T13:13:26.514" v="29239"/>
          <ac:inkMkLst>
            <pc:docMk/>
            <pc:sldMk cId="936991953" sldId="2076139002"/>
            <ac:inkMk id="34" creationId="{08A9A573-59A1-79EE-70B8-25F66A84C358}"/>
          </ac:inkMkLst>
        </pc:inkChg>
        <pc:inkChg chg="add del mod">
          <ac:chgData name="Hironari Yamada" userId="e57621f8-ec3c-449e-bb19-001fffcc008e" providerId="ADAL" clId="{BC0BD879-F267-5CCA-8DEA-E3B2DD07DA4E}" dt="2026-06-19T13:11:21.782" v="29200"/>
          <ac:inkMkLst>
            <pc:docMk/>
            <pc:sldMk cId="936991953" sldId="2076139002"/>
            <ac:inkMk id="37" creationId="{1E44502B-07F4-DAE0-2A1E-1A5F804CCE91}"/>
          </ac:inkMkLst>
        </pc:inkChg>
        <pc:inkChg chg="add del mod">
          <ac:chgData name="Hironari Yamada" userId="e57621f8-ec3c-449e-bb19-001fffcc008e" providerId="ADAL" clId="{BC0BD879-F267-5CCA-8DEA-E3B2DD07DA4E}" dt="2026-06-19T13:13:16.258" v="29236" actId="478"/>
          <ac:inkMkLst>
            <pc:docMk/>
            <pc:sldMk cId="936991953" sldId="2076139002"/>
            <ac:inkMk id="40" creationId="{FD89A119-AF38-36CC-D66D-164C8D8BB258}"/>
          </ac:inkMkLst>
        </pc:inkChg>
        <pc:inkChg chg="add del mod">
          <ac:chgData name="Hironari Yamada" userId="e57621f8-ec3c-449e-bb19-001fffcc008e" providerId="ADAL" clId="{BC0BD879-F267-5CCA-8DEA-E3B2DD07DA4E}" dt="2026-06-19T13:13:18.979" v="29237" actId="478"/>
          <ac:inkMkLst>
            <pc:docMk/>
            <pc:sldMk cId="936991953" sldId="2076139002"/>
            <ac:inkMk id="41" creationId="{1980C1D4-A3EA-06A1-6371-4603E859B41A}"/>
          </ac:inkMkLst>
        </pc:inkChg>
        <pc:inkChg chg="add mod">
          <ac:chgData name="Hironari Yamada" userId="e57621f8-ec3c-449e-bb19-001fffcc008e" providerId="ADAL" clId="{BC0BD879-F267-5CCA-8DEA-E3B2DD07DA4E}" dt="2026-06-19T13:13:06.791" v="29232"/>
          <ac:inkMkLst>
            <pc:docMk/>
            <pc:sldMk cId="936991953" sldId="2076139002"/>
            <ac:inkMk id="47" creationId="{B361CF48-FF73-91DC-8F42-20EDE847E546}"/>
          </ac:inkMkLst>
        </pc:inkChg>
        <pc:inkChg chg="add mod">
          <ac:chgData name="Hironari Yamada" userId="e57621f8-ec3c-449e-bb19-001fffcc008e" providerId="ADAL" clId="{BC0BD879-F267-5CCA-8DEA-E3B2DD07DA4E}" dt="2026-06-19T13:13:06.791" v="29232"/>
          <ac:inkMkLst>
            <pc:docMk/>
            <pc:sldMk cId="936991953" sldId="2076139002"/>
            <ac:inkMk id="48" creationId="{39C8B5B2-6BAC-6E6D-6533-5D7CD0B55947}"/>
          </ac:inkMkLst>
        </pc:inkChg>
        <pc:inkChg chg="add del">
          <ac:chgData name="Hironari Yamada" userId="e57621f8-ec3c-449e-bb19-001fffcc008e" providerId="ADAL" clId="{BC0BD879-F267-5CCA-8DEA-E3B2DD07DA4E}" dt="2026-06-19T13:13:10.063" v="29234" actId="9405"/>
          <ac:inkMkLst>
            <pc:docMk/>
            <pc:sldMk cId="936991953" sldId="2076139002"/>
            <ac:inkMk id="51" creationId="{587A2B76-CE1B-1F93-509F-544B8FCF7233}"/>
          </ac:inkMkLst>
        </pc:inkChg>
        <pc:inkChg chg="add">
          <ac:chgData name="Hironari Yamada" userId="e57621f8-ec3c-449e-bb19-001fffcc008e" providerId="ADAL" clId="{BC0BD879-F267-5CCA-8DEA-E3B2DD07DA4E}" dt="2026-06-19T13:13:12.405" v="29235" actId="9405"/>
          <ac:inkMkLst>
            <pc:docMk/>
            <pc:sldMk cId="936991953" sldId="2076139002"/>
            <ac:inkMk id="52" creationId="{1FAB9C87-F693-6CB0-32B5-E19154A2944E}"/>
          </ac:inkMkLst>
        </pc:inkChg>
        <pc:inkChg chg="add mod">
          <ac:chgData name="Hironari Yamada" userId="e57621f8-ec3c-449e-bb19-001fffcc008e" providerId="ADAL" clId="{BC0BD879-F267-5CCA-8DEA-E3B2DD07DA4E}" dt="2026-06-19T13:13:26.514" v="29239"/>
          <ac:inkMkLst>
            <pc:docMk/>
            <pc:sldMk cId="936991953" sldId="2076139002"/>
            <ac:inkMk id="53" creationId="{5C37687A-4BDD-A232-F431-F970DDBE5800}"/>
          </ac:inkMkLst>
        </pc:inkChg>
        <pc:cxnChg chg="add mod">
          <ac:chgData name="Hironari Yamada" userId="e57621f8-ec3c-449e-bb19-001fffcc008e" providerId="ADAL" clId="{BC0BD879-F267-5CCA-8DEA-E3B2DD07DA4E}" dt="2026-06-19T13:07:21.716" v="29035" actId="1076"/>
          <ac:cxnSpMkLst>
            <pc:docMk/>
            <pc:sldMk cId="936991953" sldId="2076139002"/>
            <ac:cxnSpMk id="12" creationId="{F379DA33-FA9A-B59B-3074-C4ACCFE1316A}"/>
          </ac:cxnSpMkLst>
        </pc:cxnChg>
        <pc:cxnChg chg="add mod">
          <ac:chgData name="Hironari Yamada" userId="e57621f8-ec3c-449e-bb19-001fffcc008e" providerId="ADAL" clId="{BC0BD879-F267-5CCA-8DEA-E3B2DD07DA4E}" dt="2026-06-19T13:10:57.240" v="29183" actId="692"/>
          <ac:cxnSpMkLst>
            <pc:docMk/>
            <pc:sldMk cId="936991953" sldId="2076139002"/>
            <ac:cxnSpMk id="22" creationId="{E797D50C-8998-7B19-A738-08E667589DB3}"/>
          </ac:cxnSpMkLst>
        </pc:cxnChg>
      </pc:sldChg>
      <pc:sldChg chg="addSp delSp modSp add mod">
        <pc:chgData name="Hironari Yamada" userId="e57621f8-ec3c-449e-bb19-001fffcc008e" providerId="ADAL" clId="{BC0BD879-F267-5CCA-8DEA-E3B2DD07DA4E}" dt="2026-06-19T13:41:10.804" v="30877" actId="20577"/>
        <pc:sldMkLst>
          <pc:docMk/>
          <pc:sldMk cId="4265746767" sldId="2076139003"/>
        </pc:sldMkLst>
        <pc:spChg chg="add del mod">
          <ac:chgData name="Hironari Yamada" userId="e57621f8-ec3c-449e-bb19-001fffcc008e" providerId="ADAL" clId="{BC0BD879-F267-5CCA-8DEA-E3B2DD07DA4E}" dt="2026-06-19T13:31:28.964" v="29974" actId="478"/>
          <ac:spMkLst>
            <pc:docMk/>
            <pc:sldMk cId="4265746767" sldId="2076139003"/>
            <ac:spMk id="3" creationId="{5F3EEA80-E6F3-BCB7-75F4-7B4B22C37830}"/>
          </ac:spMkLst>
        </pc:spChg>
        <pc:spChg chg="mod">
          <ac:chgData name="Hironari Yamada" userId="e57621f8-ec3c-449e-bb19-001fffcc008e" providerId="ADAL" clId="{BC0BD879-F267-5CCA-8DEA-E3B2DD07DA4E}" dt="2026-06-19T13:22:43.569" v="29376" actId="20577"/>
          <ac:spMkLst>
            <pc:docMk/>
            <pc:sldMk cId="4265746767" sldId="2076139003"/>
            <ac:spMk id="9" creationId="{08C2A947-FD04-2B4A-F332-5E75A155DA02}"/>
          </ac:spMkLst>
        </pc:spChg>
        <pc:spChg chg="add del mod">
          <ac:chgData name="Hironari Yamada" userId="e57621f8-ec3c-449e-bb19-001fffcc008e" providerId="ADAL" clId="{BC0BD879-F267-5CCA-8DEA-E3B2DD07DA4E}" dt="2026-06-19T13:31:28.964" v="29974" actId="478"/>
          <ac:spMkLst>
            <pc:docMk/>
            <pc:sldMk cId="4265746767" sldId="2076139003"/>
            <ac:spMk id="11" creationId="{05BC00C0-4C41-BFC6-B55C-5C8525136402}"/>
          </ac:spMkLst>
        </pc:spChg>
        <pc:spChg chg="add del mod">
          <ac:chgData name="Hironari Yamada" userId="e57621f8-ec3c-449e-bb19-001fffcc008e" providerId="ADAL" clId="{BC0BD879-F267-5CCA-8DEA-E3B2DD07DA4E}" dt="2026-06-19T13:31:28.964" v="29974" actId="478"/>
          <ac:spMkLst>
            <pc:docMk/>
            <pc:sldMk cId="4265746767" sldId="2076139003"/>
            <ac:spMk id="12" creationId="{37917D54-9E60-1AB8-4282-6E1BBED13B54}"/>
          </ac:spMkLst>
        </pc:spChg>
        <pc:spChg chg="add del mod">
          <ac:chgData name="Hironari Yamada" userId="e57621f8-ec3c-449e-bb19-001fffcc008e" providerId="ADAL" clId="{BC0BD879-F267-5CCA-8DEA-E3B2DD07DA4E}" dt="2026-06-19T13:31:28.964" v="29974" actId="478"/>
          <ac:spMkLst>
            <pc:docMk/>
            <pc:sldMk cId="4265746767" sldId="2076139003"/>
            <ac:spMk id="13" creationId="{B42A48FA-D404-10BD-1F91-87F9ACC0DD85}"/>
          </ac:spMkLst>
        </pc:spChg>
        <pc:spChg chg="add del mod">
          <ac:chgData name="Hironari Yamada" userId="e57621f8-ec3c-449e-bb19-001fffcc008e" providerId="ADAL" clId="{BC0BD879-F267-5CCA-8DEA-E3B2DD07DA4E}" dt="2026-06-19T13:27:06.868" v="29676" actId="478"/>
          <ac:spMkLst>
            <pc:docMk/>
            <pc:sldMk cId="4265746767" sldId="2076139003"/>
            <ac:spMk id="15" creationId="{DCE2EC6E-28BC-CD6A-C3E8-27F7CABB00F3}"/>
          </ac:spMkLst>
        </pc:spChg>
        <pc:spChg chg="add del mod">
          <ac:chgData name="Hironari Yamada" userId="e57621f8-ec3c-449e-bb19-001fffcc008e" providerId="ADAL" clId="{BC0BD879-F267-5CCA-8DEA-E3B2DD07DA4E}" dt="2026-06-19T13:27:04.030" v="29675" actId="478"/>
          <ac:spMkLst>
            <pc:docMk/>
            <pc:sldMk cId="4265746767" sldId="2076139003"/>
            <ac:spMk id="16" creationId="{116B2DCD-AF0D-BD8D-C1F3-49C43F4EB57A}"/>
          </ac:spMkLst>
        </pc:spChg>
        <pc:spChg chg="add del mod">
          <ac:chgData name="Hironari Yamada" userId="e57621f8-ec3c-449e-bb19-001fffcc008e" providerId="ADAL" clId="{BC0BD879-F267-5CCA-8DEA-E3B2DD07DA4E}" dt="2026-06-19T13:27:06.868" v="29676" actId="478"/>
          <ac:spMkLst>
            <pc:docMk/>
            <pc:sldMk cId="4265746767" sldId="2076139003"/>
            <ac:spMk id="19" creationId="{A0D3ABFB-9B9E-7980-8883-57B920EEFD53}"/>
          </ac:spMkLst>
        </pc:spChg>
        <pc:spChg chg="add mod">
          <ac:chgData name="Hironari Yamada" userId="e57621f8-ec3c-449e-bb19-001fffcc008e" providerId="ADAL" clId="{BC0BD879-F267-5CCA-8DEA-E3B2DD07DA4E}" dt="2026-06-19T13:23:38.619" v="29503" actId="20577"/>
          <ac:spMkLst>
            <pc:docMk/>
            <pc:sldMk cId="4265746767" sldId="2076139003"/>
            <ac:spMk id="20" creationId="{C78CA184-5F7E-775C-CDCD-8541375550DF}"/>
          </ac:spMkLst>
        </pc:spChg>
        <pc:spChg chg="add mod">
          <ac:chgData name="Hironari Yamada" userId="e57621f8-ec3c-449e-bb19-001fffcc008e" providerId="ADAL" clId="{BC0BD879-F267-5CCA-8DEA-E3B2DD07DA4E}" dt="2026-06-19T13:41:10.804" v="30877" actId="20577"/>
          <ac:spMkLst>
            <pc:docMk/>
            <pc:sldMk cId="4265746767" sldId="2076139003"/>
            <ac:spMk id="21" creationId="{0A327635-08CE-2966-4197-9060DC3FDB6E}"/>
          </ac:spMkLst>
        </pc:spChg>
        <pc:picChg chg="add del mod">
          <ac:chgData name="Hironari Yamada" userId="e57621f8-ec3c-449e-bb19-001fffcc008e" providerId="ADAL" clId="{BC0BD879-F267-5CCA-8DEA-E3B2DD07DA4E}" dt="2026-06-19T13:31:28.964" v="29974" actId="478"/>
          <ac:picMkLst>
            <pc:docMk/>
            <pc:sldMk cId="4265746767" sldId="2076139003"/>
            <ac:picMk id="5" creationId="{8565E7DF-3EA6-15D2-83D3-C94C60C3A710}"/>
          </ac:picMkLst>
        </pc:picChg>
        <pc:picChg chg="del">
          <ac:chgData name="Hironari Yamada" userId="e57621f8-ec3c-449e-bb19-001fffcc008e" providerId="ADAL" clId="{BC0BD879-F267-5CCA-8DEA-E3B2DD07DA4E}" dt="2026-06-19T13:31:28.964" v="29974" actId="478"/>
          <ac:picMkLst>
            <pc:docMk/>
            <pc:sldMk cId="4265746767" sldId="2076139003"/>
            <ac:picMk id="6" creationId="{40FA99B7-8E0B-4751-7D73-5E809C2201C6}"/>
          </ac:picMkLst>
        </pc:picChg>
        <pc:picChg chg="add del mod">
          <ac:chgData name="Hironari Yamada" userId="e57621f8-ec3c-449e-bb19-001fffcc008e" providerId="ADAL" clId="{BC0BD879-F267-5CCA-8DEA-E3B2DD07DA4E}" dt="2026-06-19T13:31:28.964" v="29974" actId="478"/>
          <ac:picMkLst>
            <pc:docMk/>
            <pc:sldMk cId="4265746767" sldId="2076139003"/>
            <ac:picMk id="7" creationId="{C414AD74-D20D-DFB8-86E0-4F9285E81C77}"/>
          </ac:picMkLst>
        </pc:picChg>
        <pc:picChg chg="add del mod">
          <ac:chgData name="Hironari Yamada" userId="e57621f8-ec3c-449e-bb19-001fffcc008e" providerId="ADAL" clId="{BC0BD879-F267-5CCA-8DEA-E3B2DD07DA4E}" dt="2026-06-19T13:31:28.964" v="29974" actId="478"/>
          <ac:picMkLst>
            <pc:docMk/>
            <pc:sldMk cId="4265746767" sldId="2076139003"/>
            <ac:picMk id="8" creationId="{BBADAD9B-374C-672E-EEF9-D2D26A65A203}"/>
          </ac:picMkLst>
        </pc:picChg>
        <pc:picChg chg="del">
          <ac:chgData name="Hironari Yamada" userId="e57621f8-ec3c-449e-bb19-001fffcc008e" providerId="ADAL" clId="{BC0BD879-F267-5CCA-8DEA-E3B2DD07DA4E}" dt="2026-06-19T13:27:06.868" v="29676" actId="478"/>
          <ac:picMkLst>
            <pc:docMk/>
            <pc:sldMk cId="4265746767" sldId="2076139003"/>
            <ac:picMk id="14" creationId="{239A3383-83B1-20F7-1B43-BDAFCA466A9A}"/>
          </ac:picMkLst>
        </pc:picChg>
        <pc:picChg chg="del">
          <ac:chgData name="Hironari Yamada" userId="e57621f8-ec3c-449e-bb19-001fffcc008e" providerId="ADAL" clId="{BC0BD879-F267-5CCA-8DEA-E3B2DD07DA4E}" dt="2026-06-19T13:31:28.964" v="29974" actId="478"/>
          <ac:picMkLst>
            <pc:docMk/>
            <pc:sldMk cId="4265746767" sldId="2076139003"/>
            <ac:picMk id="17" creationId="{F62FF04D-BFBF-DBD4-D8C0-E661F8CCFB65}"/>
          </ac:picMkLst>
        </pc:picChg>
        <pc:picChg chg="add mod">
          <ac:chgData name="Hironari Yamada" userId="e57621f8-ec3c-449e-bb19-001fffcc008e" providerId="ADAL" clId="{BC0BD879-F267-5CCA-8DEA-E3B2DD07DA4E}" dt="2026-06-19T13:31:34.503" v="29977" actId="1076"/>
          <ac:picMkLst>
            <pc:docMk/>
            <pc:sldMk cId="4265746767" sldId="2076139003"/>
            <ac:picMk id="22" creationId="{C543F4F3-C61B-423E-2455-61DEE7597D32}"/>
          </ac:picMkLst>
        </pc:picChg>
        <pc:inkChg chg="del">
          <ac:chgData name="Hironari Yamada" userId="e57621f8-ec3c-449e-bb19-001fffcc008e" providerId="ADAL" clId="{BC0BD879-F267-5CCA-8DEA-E3B2DD07DA4E}" dt="2026-06-19T13:27:06.868" v="29676" actId="478"/>
          <ac:inkMkLst>
            <pc:docMk/>
            <pc:sldMk cId="4265746767" sldId="2076139003"/>
            <ac:inkMk id="18" creationId="{AB831E04-7624-656D-347A-F36CED49E76B}"/>
          </ac:inkMkLst>
        </pc:inkChg>
        <pc:cxnChg chg="del mod">
          <ac:chgData name="Hironari Yamada" userId="e57621f8-ec3c-449e-bb19-001fffcc008e" providerId="ADAL" clId="{BC0BD879-F267-5CCA-8DEA-E3B2DD07DA4E}" dt="2026-06-19T13:31:28.964" v="29974" actId="478"/>
          <ac:cxnSpMkLst>
            <pc:docMk/>
            <pc:sldMk cId="4265746767" sldId="2076139003"/>
            <ac:cxnSpMk id="10" creationId="{33BB70FF-40D7-3974-E36E-DEF47EE90A16}"/>
          </ac:cxnSpMkLst>
        </pc:cxnChg>
      </pc:sldChg>
      <pc:sldChg chg="addSp delSp modSp add mod">
        <pc:chgData name="Hironari Yamada" userId="e57621f8-ec3c-449e-bb19-001fffcc008e" providerId="ADAL" clId="{BC0BD879-F267-5CCA-8DEA-E3B2DD07DA4E}" dt="2026-06-19T13:46:47.357" v="31300" actId="14100"/>
        <pc:sldMkLst>
          <pc:docMk/>
          <pc:sldMk cId="1963172127" sldId="2076139004"/>
        </pc:sldMkLst>
        <pc:spChg chg="add mod">
          <ac:chgData name="Hironari Yamada" userId="e57621f8-ec3c-449e-bb19-001fffcc008e" providerId="ADAL" clId="{BC0BD879-F267-5CCA-8DEA-E3B2DD07DA4E}" dt="2026-06-19T13:46:02.643" v="31194" actId="1076"/>
          <ac:spMkLst>
            <pc:docMk/>
            <pc:sldMk cId="1963172127" sldId="2076139004"/>
            <ac:spMk id="8" creationId="{39C9C857-E91D-E95C-5766-930889A456C7}"/>
          </ac:spMkLst>
        </pc:spChg>
        <pc:spChg chg="mod">
          <ac:chgData name="Hironari Yamada" userId="e57621f8-ec3c-449e-bb19-001fffcc008e" providerId="ADAL" clId="{BC0BD879-F267-5CCA-8DEA-E3B2DD07DA4E}" dt="2026-06-19T13:45:47.596" v="31192" actId="20577"/>
          <ac:spMkLst>
            <pc:docMk/>
            <pc:sldMk cId="1963172127" sldId="2076139004"/>
            <ac:spMk id="9" creationId="{A9217386-33EA-A52E-A77E-A603F6014E57}"/>
          </ac:spMkLst>
        </pc:spChg>
        <pc:spChg chg="add mod">
          <ac:chgData name="Hironari Yamada" userId="e57621f8-ec3c-449e-bb19-001fffcc008e" providerId="ADAL" clId="{BC0BD879-F267-5CCA-8DEA-E3B2DD07DA4E}" dt="2026-06-19T13:46:02.643" v="31194" actId="1076"/>
          <ac:spMkLst>
            <pc:docMk/>
            <pc:sldMk cId="1963172127" sldId="2076139004"/>
            <ac:spMk id="10" creationId="{71F77E83-9F10-122B-6820-C07C51C629A2}"/>
          </ac:spMkLst>
        </pc:spChg>
        <pc:spChg chg="add mod">
          <ac:chgData name="Hironari Yamada" userId="e57621f8-ec3c-449e-bb19-001fffcc008e" providerId="ADAL" clId="{BC0BD879-F267-5CCA-8DEA-E3B2DD07DA4E}" dt="2026-06-19T13:46:02.643" v="31194" actId="1076"/>
          <ac:spMkLst>
            <pc:docMk/>
            <pc:sldMk cId="1963172127" sldId="2076139004"/>
            <ac:spMk id="12" creationId="{4A36DECD-69BC-2554-FF45-A8A10B581192}"/>
          </ac:spMkLst>
        </pc:spChg>
        <pc:spChg chg="add mod">
          <ac:chgData name="Hironari Yamada" userId="e57621f8-ec3c-449e-bb19-001fffcc008e" providerId="ADAL" clId="{BC0BD879-F267-5CCA-8DEA-E3B2DD07DA4E}" dt="2026-06-19T13:46:02.643" v="31194" actId="1076"/>
          <ac:spMkLst>
            <pc:docMk/>
            <pc:sldMk cId="1963172127" sldId="2076139004"/>
            <ac:spMk id="19" creationId="{3238CC92-A154-2E64-3F07-2D9967FB3BC6}"/>
          </ac:spMkLst>
        </pc:spChg>
        <pc:spChg chg="add mod">
          <ac:chgData name="Hironari Yamada" userId="e57621f8-ec3c-449e-bb19-001fffcc008e" providerId="ADAL" clId="{BC0BD879-F267-5CCA-8DEA-E3B2DD07DA4E}" dt="2026-06-19T13:46:15.330" v="31213" actId="1035"/>
          <ac:spMkLst>
            <pc:docMk/>
            <pc:sldMk cId="1963172127" sldId="2076139004"/>
            <ac:spMk id="20" creationId="{6D16324D-BBB8-158E-BBB2-84EEA37BFADC}"/>
          </ac:spMkLst>
        </pc:spChg>
        <pc:spChg chg="add mod">
          <ac:chgData name="Hironari Yamada" userId="e57621f8-ec3c-449e-bb19-001fffcc008e" providerId="ADAL" clId="{BC0BD879-F267-5CCA-8DEA-E3B2DD07DA4E}" dt="2026-06-19T13:46:15.330" v="31213" actId="1035"/>
          <ac:spMkLst>
            <pc:docMk/>
            <pc:sldMk cId="1963172127" sldId="2076139004"/>
            <ac:spMk id="21" creationId="{4F4B17BC-0A11-C119-5386-792F17034186}"/>
          </ac:spMkLst>
        </pc:spChg>
        <pc:spChg chg="mod">
          <ac:chgData name="Hironari Yamada" userId="e57621f8-ec3c-449e-bb19-001fffcc008e" providerId="ADAL" clId="{BC0BD879-F267-5CCA-8DEA-E3B2DD07DA4E}" dt="2026-06-19T13:46:23.014" v="31243" actId="1036"/>
          <ac:spMkLst>
            <pc:docMk/>
            <pc:sldMk cId="1963172127" sldId="2076139004"/>
            <ac:spMk id="22" creationId="{D823E3C7-0466-AFAE-45E9-3D18BB49F711}"/>
          </ac:spMkLst>
        </pc:spChg>
        <pc:spChg chg="mod">
          <ac:chgData name="Hironari Yamada" userId="e57621f8-ec3c-449e-bb19-001fffcc008e" providerId="ADAL" clId="{BC0BD879-F267-5CCA-8DEA-E3B2DD07DA4E}" dt="2026-06-19T13:46:29.754" v="31269" actId="1035"/>
          <ac:spMkLst>
            <pc:docMk/>
            <pc:sldMk cId="1963172127" sldId="2076139004"/>
            <ac:spMk id="23" creationId="{FF452B8D-1A11-E53A-C9B3-4F20C74AC65E}"/>
          </ac:spMkLst>
        </pc:spChg>
        <pc:spChg chg="del">
          <ac:chgData name="Hironari Yamada" userId="e57621f8-ec3c-449e-bb19-001fffcc008e" providerId="ADAL" clId="{BC0BD879-F267-5CCA-8DEA-E3B2DD07DA4E}" dt="2026-06-19T13:46:05.661" v="31195" actId="478"/>
          <ac:spMkLst>
            <pc:docMk/>
            <pc:sldMk cId="1963172127" sldId="2076139004"/>
            <ac:spMk id="24" creationId="{BBC7099E-047F-CA3E-83AC-85C84A685A3A}"/>
          </ac:spMkLst>
        </pc:spChg>
        <pc:spChg chg="del">
          <ac:chgData name="Hironari Yamada" userId="e57621f8-ec3c-449e-bb19-001fffcc008e" providerId="ADAL" clId="{BC0BD879-F267-5CCA-8DEA-E3B2DD07DA4E}" dt="2026-06-19T13:46:05.661" v="31195" actId="478"/>
          <ac:spMkLst>
            <pc:docMk/>
            <pc:sldMk cId="1963172127" sldId="2076139004"/>
            <ac:spMk id="25" creationId="{EAC2F795-2857-E1CE-7509-4C55D3D62435}"/>
          </ac:spMkLst>
        </pc:spChg>
        <pc:spChg chg="add mod">
          <ac:chgData name="Hironari Yamada" userId="e57621f8-ec3c-449e-bb19-001fffcc008e" providerId="ADAL" clId="{BC0BD879-F267-5CCA-8DEA-E3B2DD07DA4E}" dt="2026-06-19T13:46:23.014" v="31243" actId="1036"/>
          <ac:spMkLst>
            <pc:docMk/>
            <pc:sldMk cId="1963172127" sldId="2076139004"/>
            <ac:spMk id="27" creationId="{BE3F44A9-188B-7D4E-4A81-498F9E75E827}"/>
          </ac:spMkLst>
        </pc:spChg>
        <pc:spChg chg="del">
          <ac:chgData name="Hironari Yamada" userId="e57621f8-ec3c-449e-bb19-001fffcc008e" providerId="ADAL" clId="{BC0BD879-F267-5CCA-8DEA-E3B2DD07DA4E}" dt="2026-06-19T13:46:08.672" v="31196" actId="478"/>
          <ac:spMkLst>
            <pc:docMk/>
            <pc:sldMk cId="1963172127" sldId="2076139004"/>
            <ac:spMk id="28" creationId="{91068C27-4750-24F0-12B9-37808388C7FA}"/>
          </ac:spMkLst>
        </pc:spChg>
        <pc:spChg chg="add del mod">
          <ac:chgData name="Hironari Yamada" userId="e57621f8-ec3c-449e-bb19-001fffcc008e" providerId="ADAL" clId="{BC0BD879-F267-5CCA-8DEA-E3B2DD07DA4E}" dt="2026-06-19T13:46:08.672" v="31196" actId="478"/>
          <ac:spMkLst>
            <pc:docMk/>
            <pc:sldMk cId="1963172127" sldId="2076139004"/>
            <ac:spMk id="29" creationId="{17266608-4B09-8452-6E87-5B58C4B15FB6}"/>
          </ac:spMkLst>
        </pc:spChg>
        <pc:spChg chg="add mod">
          <ac:chgData name="Hironari Yamada" userId="e57621f8-ec3c-449e-bb19-001fffcc008e" providerId="ADAL" clId="{BC0BD879-F267-5CCA-8DEA-E3B2DD07DA4E}" dt="2026-06-19T13:46:15.330" v="31213" actId="1035"/>
          <ac:spMkLst>
            <pc:docMk/>
            <pc:sldMk cId="1963172127" sldId="2076139004"/>
            <ac:spMk id="30" creationId="{01F716B9-60B9-8BD6-0268-82D4C76A17A6}"/>
          </ac:spMkLst>
        </pc:spChg>
        <pc:spChg chg="mod">
          <ac:chgData name="Hironari Yamada" userId="e57621f8-ec3c-449e-bb19-001fffcc008e" providerId="ADAL" clId="{BC0BD879-F267-5CCA-8DEA-E3B2DD07DA4E}" dt="2026-06-19T13:46:23.014" v="31243" actId="1036"/>
          <ac:spMkLst>
            <pc:docMk/>
            <pc:sldMk cId="1963172127" sldId="2076139004"/>
            <ac:spMk id="32" creationId="{75ADF05C-06A9-BC2E-F941-A31B1D53EBAF}"/>
          </ac:spMkLst>
        </pc:spChg>
        <pc:spChg chg="mod">
          <ac:chgData name="Hironari Yamada" userId="e57621f8-ec3c-449e-bb19-001fffcc008e" providerId="ADAL" clId="{BC0BD879-F267-5CCA-8DEA-E3B2DD07DA4E}" dt="2026-06-19T13:46:23.014" v="31243" actId="1036"/>
          <ac:spMkLst>
            <pc:docMk/>
            <pc:sldMk cId="1963172127" sldId="2076139004"/>
            <ac:spMk id="33" creationId="{B2D2BCAA-CFC0-F0C0-9C95-4BA64845D123}"/>
          </ac:spMkLst>
        </pc:spChg>
        <pc:spChg chg="add mod">
          <ac:chgData name="Hironari Yamada" userId="e57621f8-ec3c-449e-bb19-001fffcc008e" providerId="ADAL" clId="{BC0BD879-F267-5CCA-8DEA-E3B2DD07DA4E}" dt="2026-06-19T13:46:02.643" v="31194" actId="1076"/>
          <ac:spMkLst>
            <pc:docMk/>
            <pc:sldMk cId="1963172127" sldId="2076139004"/>
            <ac:spMk id="35" creationId="{155B6642-B333-EF12-C277-39071004D8C6}"/>
          </ac:spMkLst>
        </pc:spChg>
        <pc:cxnChg chg="mod">
          <ac:chgData name="Hironari Yamada" userId="e57621f8-ec3c-449e-bb19-001fffcc008e" providerId="ADAL" clId="{BC0BD879-F267-5CCA-8DEA-E3B2DD07DA4E}" dt="2026-06-19T13:46:47.357" v="31300" actId="14100"/>
          <ac:cxnSpMkLst>
            <pc:docMk/>
            <pc:sldMk cId="1963172127" sldId="2076139004"/>
            <ac:cxnSpMk id="3" creationId="{9F975B2C-D394-5506-F991-A15483F84DDD}"/>
          </ac:cxnSpMkLst>
        </pc:cxnChg>
        <pc:cxnChg chg="mod">
          <ac:chgData name="Hironari Yamada" userId="e57621f8-ec3c-449e-bb19-001fffcc008e" providerId="ADAL" clId="{BC0BD879-F267-5CCA-8DEA-E3B2DD07DA4E}" dt="2026-06-19T13:46:47.357" v="31300" actId="14100"/>
          <ac:cxnSpMkLst>
            <pc:docMk/>
            <pc:sldMk cId="1963172127" sldId="2076139004"/>
            <ac:cxnSpMk id="5" creationId="{89C74E7C-42A0-EB5E-D0AF-7DD650B79AE4}"/>
          </ac:cxnSpMkLst>
        </pc:cxnChg>
        <pc:cxnChg chg="mod">
          <ac:chgData name="Hironari Yamada" userId="e57621f8-ec3c-449e-bb19-001fffcc008e" providerId="ADAL" clId="{BC0BD879-F267-5CCA-8DEA-E3B2DD07DA4E}" dt="2026-06-19T13:46:47.357" v="31300" actId="14100"/>
          <ac:cxnSpMkLst>
            <pc:docMk/>
            <pc:sldMk cId="1963172127" sldId="2076139004"/>
            <ac:cxnSpMk id="6" creationId="{163FDAE4-5E9C-19F6-B6BB-B0ECB404A557}"/>
          </ac:cxnSpMkLst>
        </pc:cxnChg>
        <pc:cxnChg chg="mod">
          <ac:chgData name="Hironari Yamada" userId="e57621f8-ec3c-449e-bb19-001fffcc008e" providerId="ADAL" clId="{BC0BD879-F267-5CCA-8DEA-E3B2DD07DA4E}" dt="2026-06-19T13:46:15.330" v="31213" actId="1035"/>
          <ac:cxnSpMkLst>
            <pc:docMk/>
            <pc:sldMk cId="1963172127" sldId="2076139004"/>
            <ac:cxnSpMk id="15" creationId="{F18BC7AB-EDD8-2FBE-987D-1358294B13F3}"/>
          </ac:cxnSpMkLst>
        </pc:cxnChg>
        <pc:cxnChg chg="mod">
          <ac:chgData name="Hironari Yamada" userId="e57621f8-ec3c-449e-bb19-001fffcc008e" providerId="ADAL" clId="{BC0BD879-F267-5CCA-8DEA-E3B2DD07DA4E}" dt="2026-06-19T13:46:15.330" v="31213" actId="1035"/>
          <ac:cxnSpMkLst>
            <pc:docMk/>
            <pc:sldMk cId="1963172127" sldId="2076139004"/>
            <ac:cxnSpMk id="16" creationId="{75047685-5CE5-48D6-E72D-2F7189AB8C33}"/>
          </ac:cxnSpMkLst>
        </pc:cxnChg>
        <pc:cxnChg chg="mod">
          <ac:chgData name="Hironari Yamada" userId="e57621f8-ec3c-449e-bb19-001fffcc008e" providerId="ADAL" clId="{BC0BD879-F267-5CCA-8DEA-E3B2DD07DA4E}" dt="2026-06-19T13:46:23.014" v="31243" actId="1036"/>
          <ac:cxnSpMkLst>
            <pc:docMk/>
            <pc:sldMk cId="1963172127" sldId="2076139004"/>
            <ac:cxnSpMk id="17" creationId="{C9996D5B-E2B8-978F-B72D-AA1B09F0A535}"/>
          </ac:cxnSpMkLst>
        </pc:cxnChg>
        <pc:cxnChg chg="mod">
          <ac:chgData name="Hironari Yamada" userId="e57621f8-ec3c-449e-bb19-001fffcc008e" providerId="ADAL" clId="{BC0BD879-F267-5CCA-8DEA-E3B2DD07DA4E}" dt="2026-06-19T13:46:29.754" v="31269" actId="1035"/>
          <ac:cxnSpMkLst>
            <pc:docMk/>
            <pc:sldMk cId="1963172127" sldId="2076139004"/>
            <ac:cxnSpMk id="18" creationId="{D86C48F7-8B68-327A-ECA7-5D2702DEB679}"/>
          </ac:cxnSpMkLst>
        </pc:cxnChg>
        <pc:cxnChg chg="mod">
          <ac:chgData name="Hironari Yamada" userId="e57621f8-ec3c-449e-bb19-001fffcc008e" providerId="ADAL" clId="{BC0BD879-F267-5CCA-8DEA-E3B2DD07DA4E}" dt="2026-06-19T13:46:23.014" v="31243" actId="1036"/>
          <ac:cxnSpMkLst>
            <pc:docMk/>
            <pc:sldMk cId="1963172127" sldId="2076139004"/>
            <ac:cxnSpMk id="26" creationId="{711B9AA5-D7D9-B915-FB05-B07DD6634984}"/>
          </ac:cxnSpMkLst>
        </pc:cxnChg>
        <pc:cxnChg chg="mod">
          <ac:chgData name="Hironari Yamada" userId="e57621f8-ec3c-449e-bb19-001fffcc008e" providerId="ADAL" clId="{BC0BD879-F267-5CCA-8DEA-E3B2DD07DA4E}" dt="2026-06-19T13:46:47.357" v="31300" actId="14100"/>
          <ac:cxnSpMkLst>
            <pc:docMk/>
            <pc:sldMk cId="1963172127" sldId="2076139004"/>
            <ac:cxnSpMk id="31" creationId="{224FB6DE-AADD-79F6-99B6-54BD4699F1F7}"/>
          </ac:cxnSpMkLst>
        </pc:cxnChg>
      </pc:sldChg>
      <pc:sldChg chg="addSp delSp modSp add mod">
        <pc:chgData name="Hironari Yamada" userId="e57621f8-ec3c-449e-bb19-001fffcc008e" providerId="ADAL" clId="{BC0BD879-F267-5CCA-8DEA-E3B2DD07DA4E}" dt="2026-06-19T13:51:18.921" v="32059" actId="207"/>
        <pc:sldMkLst>
          <pc:docMk/>
          <pc:sldMk cId="872655444" sldId="2076139005"/>
        </pc:sldMkLst>
        <pc:spChg chg="add mod">
          <ac:chgData name="Hironari Yamada" userId="e57621f8-ec3c-449e-bb19-001fffcc008e" providerId="ADAL" clId="{BC0BD879-F267-5CCA-8DEA-E3B2DD07DA4E}" dt="2026-06-19T13:49:06.229" v="31816" actId="1035"/>
          <ac:spMkLst>
            <pc:docMk/>
            <pc:sldMk cId="872655444" sldId="2076139005"/>
            <ac:spMk id="3" creationId="{2134967F-640C-1A83-D782-94C55F2907EA}"/>
          </ac:spMkLst>
        </pc:spChg>
        <pc:spChg chg="add mod">
          <ac:chgData name="Hironari Yamada" userId="e57621f8-ec3c-449e-bb19-001fffcc008e" providerId="ADAL" clId="{BC0BD879-F267-5CCA-8DEA-E3B2DD07DA4E}" dt="2026-06-19T13:49:23.438" v="31817"/>
          <ac:spMkLst>
            <pc:docMk/>
            <pc:sldMk cId="872655444" sldId="2076139005"/>
            <ac:spMk id="5" creationId="{EED75C63-842B-C4D4-F390-068627CA933A}"/>
          </ac:spMkLst>
        </pc:spChg>
        <pc:spChg chg="mod">
          <ac:chgData name="Hironari Yamada" userId="e57621f8-ec3c-449e-bb19-001fffcc008e" providerId="ADAL" clId="{BC0BD879-F267-5CCA-8DEA-E3B2DD07DA4E}" dt="2026-06-19T13:47:16.011" v="31384" actId="20577"/>
          <ac:spMkLst>
            <pc:docMk/>
            <pc:sldMk cId="872655444" sldId="2076139005"/>
            <ac:spMk id="9" creationId="{73CE1F60-3032-A410-97D0-697D35EE32B9}"/>
          </ac:spMkLst>
        </pc:spChg>
        <pc:spChg chg="del">
          <ac:chgData name="Hironari Yamada" userId="e57621f8-ec3c-449e-bb19-001fffcc008e" providerId="ADAL" clId="{BC0BD879-F267-5CCA-8DEA-E3B2DD07DA4E}" dt="2026-06-19T13:49:36.225" v="31819" actId="478"/>
          <ac:spMkLst>
            <pc:docMk/>
            <pc:sldMk cId="872655444" sldId="2076139005"/>
            <ac:spMk id="10" creationId="{E1AAF4A9-806D-9780-AB8C-DABF8BDD07E7}"/>
          </ac:spMkLst>
        </pc:spChg>
        <pc:spChg chg="del">
          <ac:chgData name="Hironari Yamada" userId="e57621f8-ec3c-449e-bb19-001fffcc008e" providerId="ADAL" clId="{BC0BD879-F267-5CCA-8DEA-E3B2DD07DA4E}" dt="2026-06-19T13:49:31.665" v="31818" actId="478"/>
          <ac:spMkLst>
            <pc:docMk/>
            <pc:sldMk cId="872655444" sldId="2076139005"/>
            <ac:spMk id="12" creationId="{16C07A59-2098-FA30-4AE8-350D12E3F3A5}"/>
          </ac:spMkLst>
        </pc:spChg>
        <pc:spChg chg="add mod">
          <ac:chgData name="Hironari Yamada" userId="e57621f8-ec3c-449e-bb19-001fffcc008e" providerId="ADAL" clId="{BC0BD879-F267-5CCA-8DEA-E3B2DD07DA4E}" dt="2026-06-19T13:49:23.438" v="31817"/>
          <ac:spMkLst>
            <pc:docMk/>
            <pc:sldMk cId="872655444" sldId="2076139005"/>
            <ac:spMk id="19" creationId="{137BD875-F911-7E04-BE74-A744E9E750ED}"/>
          </ac:spMkLst>
        </pc:spChg>
        <pc:spChg chg="add mod">
          <ac:chgData name="Hironari Yamada" userId="e57621f8-ec3c-449e-bb19-001fffcc008e" providerId="ADAL" clId="{BC0BD879-F267-5CCA-8DEA-E3B2DD07DA4E}" dt="2026-06-19T13:49:23.438" v="31817"/>
          <ac:spMkLst>
            <pc:docMk/>
            <pc:sldMk cId="872655444" sldId="2076139005"/>
            <ac:spMk id="20" creationId="{4D52086D-CCA6-0EC4-0DB8-C61E29ADF368}"/>
          </ac:spMkLst>
        </pc:spChg>
        <pc:spChg chg="add mod">
          <ac:chgData name="Hironari Yamada" userId="e57621f8-ec3c-449e-bb19-001fffcc008e" providerId="ADAL" clId="{BC0BD879-F267-5CCA-8DEA-E3B2DD07DA4E}" dt="2026-06-19T13:49:23.438" v="31817"/>
          <ac:spMkLst>
            <pc:docMk/>
            <pc:sldMk cId="872655444" sldId="2076139005"/>
            <ac:spMk id="21" creationId="{4E1C9C1E-9EEC-8AC7-C72C-65B4437DB37E}"/>
          </ac:spMkLst>
        </pc:spChg>
        <pc:spChg chg="add mod">
          <ac:chgData name="Hironari Yamada" userId="e57621f8-ec3c-449e-bb19-001fffcc008e" providerId="ADAL" clId="{BC0BD879-F267-5CCA-8DEA-E3B2DD07DA4E}" dt="2026-06-19T13:49:23.438" v="31817"/>
          <ac:spMkLst>
            <pc:docMk/>
            <pc:sldMk cId="872655444" sldId="2076139005"/>
            <ac:spMk id="30" creationId="{6E91FB59-872C-2650-731A-6EADF09246CC}"/>
          </ac:spMkLst>
        </pc:spChg>
        <pc:spChg chg="add mod">
          <ac:chgData name="Hironari Yamada" userId="e57621f8-ec3c-449e-bb19-001fffcc008e" providerId="ADAL" clId="{BC0BD879-F267-5CCA-8DEA-E3B2DD07DA4E}" dt="2026-06-19T13:49:23.438" v="31817"/>
          <ac:spMkLst>
            <pc:docMk/>
            <pc:sldMk cId="872655444" sldId="2076139005"/>
            <ac:spMk id="32" creationId="{E5B85369-AD85-20D8-7F57-C9BD85565471}"/>
          </ac:spMkLst>
        </pc:spChg>
        <pc:spChg chg="add mod">
          <ac:chgData name="Hironari Yamada" userId="e57621f8-ec3c-449e-bb19-001fffcc008e" providerId="ADAL" clId="{BC0BD879-F267-5CCA-8DEA-E3B2DD07DA4E}" dt="2026-06-19T13:49:23.438" v="31817"/>
          <ac:spMkLst>
            <pc:docMk/>
            <pc:sldMk cId="872655444" sldId="2076139005"/>
            <ac:spMk id="40" creationId="{654C1BE5-7F17-62C9-40D0-B09356B94256}"/>
          </ac:spMkLst>
        </pc:spChg>
        <pc:spChg chg="add mod">
          <ac:chgData name="Hironari Yamada" userId="e57621f8-ec3c-449e-bb19-001fffcc008e" providerId="ADAL" clId="{BC0BD879-F267-5CCA-8DEA-E3B2DD07DA4E}" dt="2026-06-19T13:49:23.438" v="31817"/>
          <ac:spMkLst>
            <pc:docMk/>
            <pc:sldMk cId="872655444" sldId="2076139005"/>
            <ac:spMk id="44" creationId="{6678EC54-55DE-4581-5582-6B031F99027D}"/>
          </ac:spMkLst>
        </pc:spChg>
        <pc:spChg chg="add mod">
          <ac:chgData name="Hironari Yamada" userId="e57621f8-ec3c-449e-bb19-001fffcc008e" providerId="ADAL" clId="{BC0BD879-F267-5CCA-8DEA-E3B2DD07DA4E}" dt="2026-06-19T13:49:23.438" v="31817"/>
          <ac:spMkLst>
            <pc:docMk/>
            <pc:sldMk cId="872655444" sldId="2076139005"/>
            <ac:spMk id="45" creationId="{F60BA07E-EEF8-3E1E-DD5A-4B9754623842}"/>
          </ac:spMkLst>
        </pc:spChg>
        <pc:spChg chg="add mod">
          <ac:chgData name="Hironari Yamada" userId="e57621f8-ec3c-449e-bb19-001fffcc008e" providerId="ADAL" clId="{BC0BD879-F267-5CCA-8DEA-E3B2DD07DA4E}" dt="2026-06-19T13:49:23.438" v="31817"/>
          <ac:spMkLst>
            <pc:docMk/>
            <pc:sldMk cId="872655444" sldId="2076139005"/>
            <ac:spMk id="46" creationId="{79B24247-25F6-469B-9E76-451A80FAC778}"/>
          </ac:spMkLst>
        </pc:spChg>
        <pc:spChg chg="add mod">
          <ac:chgData name="Hironari Yamada" userId="e57621f8-ec3c-449e-bb19-001fffcc008e" providerId="ADAL" clId="{BC0BD879-F267-5CCA-8DEA-E3B2DD07DA4E}" dt="2026-06-19T13:51:18.921" v="32059" actId="207"/>
          <ac:spMkLst>
            <pc:docMk/>
            <pc:sldMk cId="872655444" sldId="2076139005"/>
            <ac:spMk id="56" creationId="{5F912DA1-660D-C60E-A90B-ED2D4C15F401}"/>
          </ac:spMkLst>
        </pc:spChg>
        <pc:spChg chg="add mod">
          <ac:chgData name="Hironari Yamada" userId="e57621f8-ec3c-449e-bb19-001fffcc008e" providerId="ADAL" clId="{BC0BD879-F267-5CCA-8DEA-E3B2DD07DA4E}" dt="2026-06-19T13:51:18.921" v="32059" actId="207"/>
          <ac:spMkLst>
            <pc:docMk/>
            <pc:sldMk cId="872655444" sldId="2076139005"/>
            <ac:spMk id="57" creationId="{BB3FD670-63F6-DDFE-3A08-33EB98E86E7C}"/>
          </ac:spMkLst>
        </pc:spChg>
        <pc:grpChg chg="del mod">
          <ac:chgData name="Hironari Yamada" userId="e57621f8-ec3c-449e-bb19-001fffcc008e" providerId="ADAL" clId="{BC0BD879-F267-5CCA-8DEA-E3B2DD07DA4E}" dt="2026-06-19T13:49:58.378" v="31825"/>
          <ac:grpSpMkLst>
            <pc:docMk/>
            <pc:sldMk cId="872655444" sldId="2076139005"/>
            <ac:grpSpMk id="50" creationId="{97A8C6F2-0B11-D9B5-A8FC-04B66ED3C992}"/>
          </ac:grpSpMkLst>
        </pc:grpChg>
        <pc:grpChg chg="mod">
          <ac:chgData name="Hironari Yamada" userId="e57621f8-ec3c-449e-bb19-001fffcc008e" providerId="ADAL" clId="{BC0BD879-F267-5CCA-8DEA-E3B2DD07DA4E}" dt="2026-06-19T13:49:58.378" v="31825"/>
          <ac:grpSpMkLst>
            <pc:docMk/>
            <pc:sldMk cId="872655444" sldId="2076139005"/>
            <ac:grpSpMk id="51" creationId="{AC77C264-5429-ADFD-A36F-1D857A35CF97}"/>
          </ac:grpSpMkLst>
        </pc:grpChg>
        <pc:grpChg chg="del mod">
          <ac:chgData name="Hironari Yamada" userId="e57621f8-ec3c-449e-bb19-001fffcc008e" providerId="ADAL" clId="{BC0BD879-F267-5CCA-8DEA-E3B2DD07DA4E}" dt="2026-06-19T13:50:03.965" v="31828"/>
          <ac:grpSpMkLst>
            <pc:docMk/>
            <pc:sldMk cId="872655444" sldId="2076139005"/>
            <ac:grpSpMk id="54" creationId="{BFAF651E-C1DE-464E-CF0B-8CDAB1BC6F1A}"/>
          </ac:grpSpMkLst>
        </pc:grpChg>
        <pc:grpChg chg="mod">
          <ac:chgData name="Hironari Yamada" userId="e57621f8-ec3c-449e-bb19-001fffcc008e" providerId="ADAL" clId="{BC0BD879-F267-5CCA-8DEA-E3B2DD07DA4E}" dt="2026-06-19T13:50:03.965" v="31828"/>
          <ac:grpSpMkLst>
            <pc:docMk/>
            <pc:sldMk cId="872655444" sldId="2076139005"/>
            <ac:grpSpMk id="55" creationId="{A81B5EDF-8008-9FA6-64C9-B04416AB2F8F}"/>
          </ac:grpSpMkLst>
        </pc:grpChg>
        <pc:picChg chg="del">
          <ac:chgData name="Hironari Yamada" userId="e57621f8-ec3c-449e-bb19-001fffcc008e" providerId="ADAL" clId="{BC0BD879-F267-5CCA-8DEA-E3B2DD07DA4E}" dt="2026-06-19T13:49:40.452" v="31821" actId="478"/>
          <ac:picMkLst>
            <pc:docMk/>
            <pc:sldMk cId="872655444" sldId="2076139005"/>
            <ac:picMk id="15" creationId="{153BA608-E2E1-7B7C-642F-335F1CFF3F0B}"/>
          </ac:picMkLst>
        </pc:picChg>
        <pc:inkChg chg="add mod">
          <ac:chgData name="Hironari Yamada" userId="e57621f8-ec3c-449e-bb19-001fffcc008e" providerId="ADAL" clId="{BC0BD879-F267-5CCA-8DEA-E3B2DD07DA4E}" dt="2026-06-19T13:49:58.378" v="31825"/>
          <ac:inkMkLst>
            <pc:docMk/>
            <pc:sldMk cId="872655444" sldId="2076139005"/>
            <ac:inkMk id="48" creationId="{F78199DF-5EB7-B50B-EE63-569BA2918A36}"/>
          </ac:inkMkLst>
        </pc:inkChg>
        <pc:inkChg chg="add mod">
          <ac:chgData name="Hironari Yamada" userId="e57621f8-ec3c-449e-bb19-001fffcc008e" providerId="ADAL" clId="{BC0BD879-F267-5CCA-8DEA-E3B2DD07DA4E}" dt="2026-06-19T13:49:58.378" v="31825"/>
          <ac:inkMkLst>
            <pc:docMk/>
            <pc:sldMk cId="872655444" sldId="2076139005"/>
            <ac:inkMk id="49" creationId="{161017AC-2EAC-C7B0-BED8-E880149D6D6A}"/>
          </ac:inkMkLst>
        </pc:inkChg>
        <pc:inkChg chg="add mod">
          <ac:chgData name="Hironari Yamada" userId="e57621f8-ec3c-449e-bb19-001fffcc008e" providerId="ADAL" clId="{BC0BD879-F267-5CCA-8DEA-E3B2DD07DA4E}" dt="2026-06-19T13:50:03.965" v="31828"/>
          <ac:inkMkLst>
            <pc:docMk/>
            <pc:sldMk cId="872655444" sldId="2076139005"/>
            <ac:inkMk id="52" creationId="{2C4B8E11-DBDA-812A-D70F-E5CFC93829CF}"/>
          </ac:inkMkLst>
        </pc:inkChg>
        <pc:inkChg chg="add mod">
          <ac:chgData name="Hironari Yamada" userId="e57621f8-ec3c-449e-bb19-001fffcc008e" providerId="ADAL" clId="{BC0BD879-F267-5CCA-8DEA-E3B2DD07DA4E}" dt="2026-06-19T13:50:03.965" v="31828"/>
          <ac:inkMkLst>
            <pc:docMk/>
            <pc:sldMk cId="872655444" sldId="2076139005"/>
            <ac:inkMk id="53" creationId="{0F9DFA29-C5CE-E01B-C9E3-4386A7900DBA}"/>
          </ac:inkMkLst>
        </pc:inkChg>
        <pc:cxnChg chg="del mod">
          <ac:chgData name="Hironari Yamada" userId="e57621f8-ec3c-449e-bb19-001fffcc008e" providerId="ADAL" clId="{BC0BD879-F267-5CCA-8DEA-E3B2DD07DA4E}" dt="2026-06-19T13:49:38.753" v="31820" actId="478"/>
          <ac:cxnSpMkLst>
            <pc:docMk/>
            <pc:sldMk cId="872655444" sldId="2076139005"/>
            <ac:cxnSpMk id="11" creationId="{4AB9F03D-376D-DC0E-2511-C931FD34226A}"/>
          </ac:cxnSpMkLst>
        </pc:cxnChg>
        <pc:cxnChg chg="mod">
          <ac:chgData name="Hironari Yamada" userId="e57621f8-ec3c-449e-bb19-001fffcc008e" providerId="ADAL" clId="{BC0BD879-F267-5CCA-8DEA-E3B2DD07DA4E}" dt="2026-06-19T13:49:43.735" v="31822" actId="14100"/>
          <ac:cxnSpMkLst>
            <pc:docMk/>
            <pc:sldMk cId="872655444" sldId="2076139005"/>
            <ac:cxnSpMk id="18" creationId="{7CCB8167-DE48-2C3B-D663-C48CB501FE77}"/>
          </ac:cxnSpMkLst>
        </pc:cxnChg>
      </pc:sldChg>
      <pc:sldChg chg="add del">
        <pc:chgData name="Hironari Yamada" userId="e57621f8-ec3c-449e-bb19-001fffcc008e" providerId="ADAL" clId="{BC0BD879-F267-5CCA-8DEA-E3B2DD07DA4E}" dt="2026-06-19T13:51:23.766" v="32060" actId="2696"/>
        <pc:sldMkLst>
          <pc:docMk/>
          <pc:sldMk cId="1358701537" sldId="2076139006"/>
        </pc:sldMkLst>
      </pc:sldChg>
      <pc:sldChg chg="add del">
        <pc:chgData name="Hironari Yamada" userId="e57621f8-ec3c-449e-bb19-001fffcc008e" providerId="ADAL" clId="{BC0BD879-F267-5CCA-8DEA-E3B2DD07DA4E}" dt="2026-06-19T13:51:23.780" v="32073" actId="2696"/>
        <pc:sldMkLst>
          <pc:docMk/>
          <pc:sldMk cId="3635932824" sldId="2076139007"/>
        </pc:sldMkLst>
      </pc:sldChg>
      <pc:sldChg chg="add del">
        <pc:chgData name="Hironari Yamada" userId="e57621f8-ec3c-449e-bb19-001fffcc008e" providerId="ADAL" clId="{BC0BD879-F267-5CCA-8DEA-E3B2DD07DA4E}" dt="2026-06-19T13:51:23.776" v="32072" actId="2696"/>
        <pc:sldMkLst>
          <pc:docMk/>
          <pc:sldMk cId="739131176" sldId="2076139008"/>
        </pc:sldMkLst>
      </pc:sldChg>
      <pc:sldChg chg="add del">
        <pc:chgData name="Hironari Yamada" userId="e57621f8-ec3c-449e-bb19-001fffcc008e" providerId="ADAL" clId="{BC0BD879-F267-5CCA-8DEA-E3B2DD07DA4E}" dt="2026-06-19T13:51:23.770" v="32065" actId="2696"/>
        <pc:sldMkLst>
          <pc:docMk/>
          <pc:sldMk cId="2269920267" sldId="2076139009"/>
        </pc:sldMkLst>
      </pc:sldChg>
      <pc:sldChg chg="add del">
        <pc:chgData name="Hironari Yamada" userId="e57621f8-ec3c-449e-bb19-001fffcc008e" providerId="ADAL" clId="{BC0BD879-F267-5CCA-8DEA-E3B2DD07DA4E}" dt="2026-06-19T13:51:23.769" v="32063" actId="2696"/>
        <pc:sldMkLst>
          <pc:docMk/>
          <pc:sldMk cId="2824485831" sldId="2076139010"/>
        </pc:sldMkLst>
      </pc:sldChg>
      <pc:sldChg chg="add del">
        <pc:chgData name="Hironari Yamada" userId="e57621f8-ec3c-449e-bb19-001fffcc008e" providerId="ADAL" clId="{BC0BD879-F267-5CCA-8DEA-E3B2DD07DA4E}" dt="2026-06-19T13:51:23.771" v="32066" actId="2696"/>
        <pc:sldMkLst>
          <pc:docMk/>
          <pc:sldMk cId="3742692934" sldId="2076139011"/>
        </pc:sldMkLst>
      </pc:sldChg>
      <pc:sldChg chg="add del">
        <pc:chgData name="Hironari Yamada" userId="e57621f8-ec3c-449e-bb19-001fffcc008e" providerId="ADAL" clId="{BC0BD879-F267-5CCA-8DEA-E3B2DD07DA4E}" dt="2026-06-19T13:51:23.774" v="32069" actId="2696"/>
        <pc:sldMkLst>
          <pc:docMk/>
          <pc:sldMk cId="2481686171" sldId="2076139012"/>
        </pc:sldMkLst>
      </pc:sldChg>
      <pc:sldChg chg="add del">
        <pc:chgData name="Hironari Yamada" userId="e57621f8-ec3c-449e-bb19-001fffcc008e" providerId="ADAL" clId="{BC0BD879-F267-5CCA-8DEA-E3B2DD07DA4E}" dt="2026-06-19T13:51:23.791" v="32081" actId="2696"/>
        <pc:sldMkLst>
          <pc:docMk/>
          <pc:sldMk cId="3500012435" sldId="2076139013"/>
        </pc:sldMkLst>
      </pc:sldChg>
      <pc:sldChg chg="add del">
        <pc:chgData name="Hironari Yamada" userId="e57621f8-ec3c-449e-bb19-001fffcc008e" providerId="ADAL" clId="{BC0BD879-F267-5CCA-8DEA-E3B2DD07DA4E}" dt="2026-06-19T13:51:23.784" v="32079" actId="2696"/>
        <pc:sldMkLst>
          <pc:docMk/>
          <pc:sldMk cId="1044809860" sldId="2076139014"/>
        </pc:sldMkLst>
      </pc:sldChg>
      <pc:sldChg chg="add del">
        <pc:chgData name="Hironari Yamada" userId="e57621f8-ec3c-449e-bb19-001fffcc008e" providerId="ADAL" clId="{BC0BD879-F267-5CCA-8DEA-E3B2DD07DA4E}" dt="2026-06-19T13:51:23.773" v="32068" actId="2696"/>
        <pc:sldMkLst>
          <pc:docMk/>
          <pc:sldMk cId="2724087768" sldId="2076139015"/>
        </pc:sldMkLst>
      </pc:sldChg>
      <pc:sldChg chg="add del">
        <pc:chgData name="Hironari Yamada" userId="e57621f8-ec3c-449e-bb19-001fffcc008e" providerId="ADAL" clId="{BC0BD879-F267-5CCA-8DEA-E3B2DD07DA4E}" dt="2026-06-19T13:51:23.784" v="32078" actId="2696"/>
        <pc:sldMkLst>
          <pc:docMk/>
          <pc:sldMk cId="3199542318" sldId="2076139016"/>
        </pc:sldMkLst>
      </pc:sldChg>
      <pc:sldChg chg="add del">
        <pc:chgData name="Hironari Yamada" userId="e57621f8-ec3c-449e-bb19-001fffcc008e" providerId="ADAL" clId="{BC0BD879-F267-5CCA-8DEA-E3B2DD07DA4E}" dt="2026-06-19T13:51:23.782" v="32076" actId="2696"/>
        <pc:sldMkLst>
          <pc:docMk/>
          <pc:sldMk cId="3865775296" sldId="2076139017"/>
        </pc:sldMkLst>
      </pc:sldChg>
      <pc:sldChg chg="add del">
        <pc:chgData name="Hironari Yamada" userId="e57621f8-ec3c-449e-bb19-001fffcc008e" providerId="ADAL" clId="{BC0BD879-F267-5CCA-8DEA-E3B2DD07DA4E}" dt="2026-06-19T13:51:23.772" v="32067" actId="2696"/>
        <pc:sldMkLst>
          <pc:docMk/>
          <pc:sldMk cId="3663972409" sldId="2076139018"/>
        </pc:sldMkLst>
      </pc:sldChg>
      <pc:sldChg chg="add del">
        <pc:chgData name="Hironari Yamada" userId="e57621f8-ec3c-449e-bb19-001fffcc008e" providerId="ADAL" clId="{BC0BD879-F267-5CCA-8DEA-E3B2DD07DA4E}" dt="2026-06-19T13:51:23.783" v="32077" actId="2696"/>
        <pc:sldMkLst>
          <pc:docMk/>
          <pc:sldMk cId="3687333367" sldId="2076139019"/>
        </pc:sldMkLst>
      </pc:sldChg>
      <pc:sldChg chg="add del">
        <pc:chgData name="Hironari Yamada" userId="e57621f8-ec3c-449e-bb19-001fffcc008e" providerId="ADAL" clId="{BC0BD879-F267-5CCA-8DEA-E3B2DD07DA4E}" dt="2026-06-19T13:51:23.775" v="32071" actId="2696"/>
        <pc:sldMkLst>
          <pc:docMk/>
          <pc:sldMk cId="1115547393" sldId="2076139020"/>
        </pc:sldMkLst>
      </pc:sldChg>
      <pc:sldChg chg="add del">
        <pc:chgData name="Hironari Yamada" userId="e57621f8-ec3c-449e-bb19-001fffcc008e" providerId="ADAL" clId="{BC0BD879-F267-5CCA-8DEA-E3B2DD07DA4E}" dt="2026-06-19T13:51:23.781" v="32075" actId="2696"/>
        <pc:sldMkLst>
          <pc:docMk/>
          <pc:sldMk cId="229989645" sldId="2076139021"/>
        </pc:sldMkLst>
      </pc:sldChg>
      <pc:sldChg chg="add del">
        <pc:chgData name="Hironari Yamada" userId="e57621f8-ec3c-449e-bb19-001fffcc008e" providerId="ADAL" clId="{BC0BD879-F267-5CCA-8DEA-E3B2DD07DA4E}" dt="2026-06-19T13:51:23.768" v="32062" actId="2696"/>
        <pc:sldMkLst>
          <pc:docMk/>
          <pc:sldMk cId="2433456311" sldId="2076139022"/>
        </pc:sldMkLst>
      </pc:sldChg>
      <pc:sldChg chg="add del">
        <pc:chgData name="Hironari Yamada" userId="e57621f8-ec3c-449e-bb19-001fffcc008e" providerId="ADAL" clId="{BC0BD879-F267-5CCA-8DEA-E3B2DD07DA4E}" dt="2026-06-19T13:51:23.785" v="32080" actId="2696"/>
        <pc:sldMkLst>
          <pc:docMk/>
          <pc:sldMk cId="3634846934" sldId="2076139023"/>
        </pc:sldMkLst>
      </pc:sldChg>
      <pc:sldChg chg="add del">
        <pc:chgData name="Hironari Yamada" userId="e57621f8-ec3c-449e-bb19-001fffcc008e" providerId="ADAL" clId="{BC0BD879-F267-5CCA-8DEA-E3B2DD07DA4E}" dt="2026-06-19T13:51:23.770" v="32064" actId="2696"/>
        <pc:sldMkLst>
          <pc:docMk/>
          <pc:sldMk cId="1827043732" sldId="2076139024"/>
        </pc:sldMkLst>
      </pc:sldChg>
      <pc:sldChg chg="add del">
        <pc:chgData name="Hironari Yamada" userId="e57621f8-ec3c-449e-bb19-001fffcc008e" providerId="ADAL" clId="{BC0BD879-F267-5CCA-8DEA-E3B2DD07DA4E}" dt="2026-06-19T13:51:23.781" v="32074" actId="2696"/>
        <pc:sldMkLst>
          <pc:docMk/>
          <pc:sldMk cId="2070203862" sldId="2076139025"/>
        </pc:sldMkLst>
      </pc:sldChg>
      <pc:sldChg chg="add del">
        <pc:chgData name="Hironari Yamada" userId="e57621f8-ec3c-449e-bb19-001fffcc008e" providerId="ADAL" clId="{BC0BD879-F267-5CCA-8DEA-E3B2DD07DA4E}" dt="2026-06-19T13:51:23.774" v="32070" actId="2696"/>
        <pc:sldMkLst>
          <pc:docMk/>
          <pc:sldMk cId="3058758835" sldId="2076139026"/>
        </pc:sldMkLst>
      </pc:sldChg>
      <pc:sldChg chg="add del">
        <pc:chgData name="Hironari Yamada" userId="e57621f8-ec3c-449e-bb19-001fffcc008e" providerId="ADAL" clId="{BC0BD879-F267-5CCA-8DEA-E3B2DD07DA4E}" dt="2026-06-19T13:51:23.767" v="32061" actId="2696"/>
        <pc:sldMkLst>
          <pc:docMk/>
          <pc:sldMk cId="1406206755" sldId="2076139027"/>
        </pc:sldMkLst>
      </pc:sldChg>
      <pc:sldChg chg="modSp add mod">
        <pc:chgData name="Hironari Yamada" userId="e57621f8-ec3c-449e-bb19-001fffcc008e" providerId="ADAL" clId="{BC0BD879-F267-5CCA-8DEA-E3B2DD07DA4E}" dt="2026-06-19T06:43:43.543" v="27872" actId="20577"/>
        <pc:sldMkLst>
          <pc:docMk/>
          <pc:sldMk cId="1046175951" sldId="2076139028"/>
        </pc:sldMkLst>
        <pc:spChg chg="mod">
          <ac:chgData name="Hironari Yamada" userId="e57621f8-ec3c-449e-bb19-001fffcc008e" providerId="ADAL" clId="{BC0BD879-F267-5CCA-8DEA-E3B2DD07DA4E}" dt="2026-06-19T06:43:43.543" v="27872" actId="20577"/>
          <ac:spMkLst>
            <pc:docMk/>
            <pc:sldMk cId="1046175951" sldId="2076139028"/>
            <ac:spMk id="2" creationId="{BF5BF6C2-013D-238E-629D-ED88E2EAA826}"/>
          </ac:spMkLst>
        </pc:spChg>
      </pc:sldChg>
      <pc:sldChg chg="modSp add mod">
        <pc:chgData name="Hironari Yamada" userId="e57621f8-ec3c-449e-bb19-001fffcc008e" providerId="ADAL" clId="{BC0BD879-F267-5CCA-8DEA-E3B2DD07DA4E}" dt="2026-06-19T07:41:07.633" v="27933" actId="20577"/>
        <pc:sldMkLst>
          <pc:docMk/>
          <pc:sldMk cId="2466773821" sldId="2076139029"/>
        </pc:sldMkLst>
        <pc:spChg chg="mod">
          <ac:chgData name="Hironari Yamada" userId="e57621f8-ec3c-449e-bb19-001fffcc008e" providerId="ADAL" clId="{BC0BD879-F267-5CCA-8DEA-E3B2DD07DA4E}" dt="2026-06-19T07:41:07.633" v="27933" actId="20577"/>
          <ac:spMkLst>
            <pc:docMk/>
            <pc:sldMk cId="2466773821" sldId="2076139029"/>
            <ac:spMk id="2" creationId="{835A29D0-E246-FE89-7337-47A0C99BE4D2}"/>
          </ac:spMkLst>
        </pc:spChg>
      </pc:sldChg>
      <pc:sldChg chg="modSp add mod ord">
        <pc:chgData name="Hironari Yamada" userId="e57621f8-ec3c-449e-bb19-001fffcc008e" providerId="ADAL" clId="{BC0BD879-F267-5CCA-8DEA-E3B2DD07DA4E}" dt="2026-06-19T08:13:26.115" v="28027" actId="20577"/>
        <pc:sldMkLst>
          <pc:docMk/>
          <pc:sldMk cId="2736878859" sldId="2076139030"/>
        </pc:sldMkLst>
        <pc:spChg chg="mod">
          <ac:chgData name="Hironari Yamada" userId="e57621f8-ec3c-449e-bb19-001fffcc008e" providerId="ADAL" clId="{BC0BD879-F267-5CCA-8DEA-E3B2DD07DA4E}" dt="2026-06-19T08:13:26.115" v="28027" actId="20577"/>
          <ac:spMkLst>
            <pc:docMk/>
            <pc:sldMk cId="2736878859" sldId="2076139030"/>
            <ac:spMk id="2" creationId="{A337B78F-DC9F-803E-4E9F-1688575F575F}"/>
          </ac:spMkLst>
        </pc:spChg>
      </pc:sldChg>
      <pc:sldChg chg="addSp delSp modSp add mod">
        <pc:chgData name="Hironari Yamada" userId="e57621f8-ec3c-449e-bb19-001fffcc008e" providerId="ADAL" clId="{BC0BD879-F267-5CCA-8DEA-E3B2DD07DA4E}" dt="2026-06-19T12:23:14.059" v="28120" actId="1076"/>
        <pc:sldMkLst>
          <pc:docMk/>
          <pc:sldMk cId="3997154777" sldId="2076139031"/>
        </pc:sldMkLst>
        <pc:spChg chg="add del">
          <ac:chgData name="Hironari Yamada" userId="e57621f8-ec3c-449e-bb19-001fffcc008e" providerId="ADAL" clId="{BC0BD879-F267-5CCA-8DEA-E3B2DD07DA4E}" dt="2026-06-19T12:23:10.458" v="28118" actId="478"/>
          <ac:spMkLst>
            <pc:docMk/>
            <pc:sldMk cId="3997154777" sldId="2076139031"/>
            <ac:spMk id="4" creationId="{C20441C9-3922-5F63-5BED-0DC002BC7E4C}"/>
          </ac:spMkLst>
        </pc:spChg>
        <pc:spChg chg="add del">
          <ac:chgData name="Hironari Yamada" userId="e57621f8-ec3c-449e-bb19-001fffcc008e" providerId="ADAL" clId="{BC0BD879-F267-5CCA-8DEA-E3B2DD07DA4E}" dt="2026-06-19T12:22:46.577" v="28112" actId="478"/>
          <ac:spMkLst>
            <pc:docMk/>
            <pc:sldMk cId="3997154777" sldId="2076139031"/>
            <ac:spMk id="6" creationId="{184AC99D-AB68-B512-7E15-52BDC7586865}"/>
          </ac:spMkLst>
        </pc:spChg>
        <pc:spChg chg="mod">
          <ac:chgData name="Hironari Yamada" userId="e57621f8-ec3c-449e-bb19-001fffcc008e" providerId="ADAL" clId="{BC0BD879-F267-5CCA-8DEA-E3B2DD07DA4E}" dt="2026-06-19T12:22:39.046" v="28109"/>
          <ac:spMkLst>
            <pc:docMk/>
            <pc:sldMk cId="3997154777" sldId="2076139031"/>
            <ac:spMk id="9" creationId="{BE379364-6E5F-1C84-20BC-DAD6BB38C39A}"/>
          </ac:spMkLst>
        </pc:spChg>
        <pc:spChg chg="add mod">
          <ac:chgData name="Hironari Yamada" userId="e57621f8-ec3c-449e-bb19-001fffcc008e" providerId="ADAL" clId="{BC0BD879-F267-5CCA-8DEA-E3B2DD07DA4E}" dt="2026-06-19T12:23:07.802" v="28117" actId="1076"/>
          <ac:spMkLst>
            <pc:docMk/>
            <pc:sldMk cId="3997154777" sldId="2076139031"/>
            <ac:spMk id="14" creationId="{DD3B049F-4A74-7DC2-9DC1-42535A7695FF}"/>
          </ac:spMkLst>
        </pc:spChg>
        <pc:spChg chg="add mod">
          <ac:chgData name="Hironari Yamada" userId="e57621f8-ec3c-449e-bb19-001fffcc008e" providerId="ADAL" clId="{BC0BD879-F267-5CCA-8DEA-E3B2DD07DA4E}" dt="2026-06-19T12:23:07.802" v="28117" actId="1076"/>
          <ac:spMkLst>
            <pc:docMk/>
            <pc:sldMk cId="3997154777" sldId="2076139031"/>
            <ac:spMk id="15" creationId="{EC167F2C-26DF-BE2E-C1FF-411BD4CF4BBB}"/>
          </ac:spMkLst>
        </pc:spChg>
        <pc:spChg chg="add mod">
          <ac:chgData name="Hironari Yamada" userId="e57621f8-ec3c-449e-bb19-001fffcc008e" providerId="ADAL" clId="{BC0BD879-F267-5CCA-8DEA-E3B2DD07DA4E}" dt="2026-06-19T12:23:07.802" v="28117" actId="1076"/>
          <ac:spMkLst>
            <pc:docMk/>
            <pc:sldMk cId="3997154777" sldId="2076139031"/>
            <ac:spMk id="16" creationId="{E9B9BD09-0477-61F2-C9CD-51F584804E98}"/>
          </ac:spMkLst>
        </pc:spChg>
        <pc:spChg chg="add mod">
          <ac:chgData name="Hironari Yamada" userId="e57621f8-ec3c-449e-bb19-001fffcc008e" providerId="ADAL" clId="{BC0BD879-F267-5CCA-8DEA-E3B2DD07DA4E}" dt="2026-06-19T12:23:07.802" v="28117" actId="1076"/>
          <ac:spMkLst>
            <pc:docMk/>
            <pc:sldMk cId="3997154777" sldId="2076139031"/>
            <ac:spMk id="17" creationId="{4C1326C9-B2F4-A0F7-CE56-24CBC6CB24DC}"/>
          </ac:spMkLst>
        </pc:spChg>
        <pc:spChg chg="add mod">
          <ac:chgData name="Hironari Yamada" userId="e57621f8-ec3c-449e-bb19-001fffcc008e" providerId="ADAL" clId="{BC0BD879-F267-5CCA-8DEA-E3B2DD07DA4E}" dt="2026-06-19T12:23:14.059" v="28120" actId="1076"/>
          <ac:spMkLst>
            <pc:docMk/>
            <pc:sldMk cId="3997154777" sldId="2076139031"/>
            <ac:spMk id="25" creationId="{CC68C76C-DBC4-AD4A-5B5B-24F64E7D5FDA}"/>
          </ac:spMkLst>
        </pc:spChg>
        <pc:spChg chg="add mod">
          <ac:chgData name="Hironari Yamada" userId="e57621f8-ec3c-449e-bb19-001fffcc008e" providerId="ADAL" clId="{BC0BD879-F267-5CCA-8DEA-E3B2DD07DA4E}" dt="2026-06-19T12:23:14.059" v="28120" actId="1076"/>
          <ac:spMkLst>
            <pc:docMk/>
            <pc:sldMk cId="3997154777" sldId="2076139031"/>
            <ac:spMk id="26" creationId="{DED07B1C-198A-3D84-E8A9-E8F054664BDD}"/>
          </ac:spMkLst>
        </pc:spChg>
        <pc:spChg chg="add mod">
          <ac:chgData name="Hironari Yamada" userId="e57621f8-ec3c-449e-bb19-001fffcc008e" providerId="ADAL" clId="{BC0BD879-F267-5CCA-8DEA-E3B2DD07DA4E}" dt="2026-06-19T12:23:14.059" v="28120" actId="1076"/>
          <ac:spMkLst>
            <pc:docMk/>
            <pc:sldMk cId="3997154777" sldId="2076139031"/>
            <ac:spMk id="27" creationId="{E9D30F7F-3A38-BF5B-3D2E-6375D99679E0}"/>
          </ac:spMkLst>
        </pc:spChg>
        <pc:spChg chg="add mod">
          <ac:chgData name="Hironari Yamada" userId="e57621f8-ec3c-449e-bb19-001fffcc008e" providerId="ADAL" clId="{BC0BD879-F267-5CCA-8DEA-E3B2DD07DA4E}" dt="2026-06-19T12:23:14.059" v="28120" actId="1076"/>
          <ac:spMkLst>
            <pc:docMk/>
            <pc:sldMk cId="3997154777" sldId="2076139031"/>
            <ac:spMk id="28" creationId="{B12C56C1-2350-76A9-C4C1-584761420FBF}"/>
          </ac:spMkLst>
        </pc:spChg>
        <pc:grpChg chg="add mod">
          <ac:chgData name="Hironari Yamada" userId="e57621f8-ec3c-449e-bb19-001fffcc008e" providerId="ADAL" clId="{BC0BD879-F267-5CCA-8DEA-E3B2DD07DA4E}" dt="2026-06-19T12:23:07.802" v="28117" actId="1076"/>
          <ac:grpSpMkLst>
            <pc:docMk/>
            <pc:sldMk cId="3997154777" sldId="2076139031"/>
            <ac:grpSpMk id="7" creationId="{61A06D45-A36E-4334-8D93-67FF0F01C3C9}"/>
          </ac:grpSpMkLst>
        </pc:grpChg>
        <pc:grpChg chg="mod">
          <ac:chgData name="Hironari Yamada" userId="e57621f8-ec3c-449e-bb19-001fffcc008e" providerId="ADAL" clId="{BC0BD879-F267-5CCA-8DEA-E3B2DD07DA4E}" dt="2026-06-19T12:23:07.802" v="28117" actId="1076"/>
          <ac:grpSpMkLst>
            <pc:docMk/>
            <pc:sldMk cId="3997154777" sldId="2076139031"/>
            <ac:grpSpMk id="11" creationId="{A90705F0-B779-276C-4FC7-62A1A17F59CB}"/>
          </ac:grpSpMkLst>
        </pc:grpChg>
        <pc:grpChg chg="add mod">
          <ac:chgData name="Hironari Yamada" userId="e57621f8-ec3c-449e-bb19-001fffcc008e" providerId="ADAL" clId="{BC0BD879-F267-5CCA-8DEA-E3B2DD07DA4E}" dt="2026-06-19T12:23:14.059" v="28120" actId="1076"/>
          <ac:grpSpMkLst>
            <pc:docMk/>
            <pc:sldMk cId="3997154777" sldId="2076139031"/>
            <ac:grpSpMk id="19" creationId="{75CA6A03-1578-0EE1-FB1D-FA5074947013}"/>
          </ac:grpSpMkLst>
        </pc:grpChg>
        <pc:grpChg chg="mod">
          <ac:chgData name="Hironari Yamada" userId="e57621f8-ec3c-449e-bb19-001fffcc008e" providerId="ADAL" clId="{BC0BD879-F267-5CCA-8DEA-E3B2DD07DA4E}" dt="2026-06-19T12:23:14.059" v="28120" actId="1076"/>
          <ac:grpSpMkLst>
            <pc:docMk/>
            <pc:sldMk cId="3997154777" sldId="2076139031"/>
            <ac:grpSpMk id="22" creationId="{021B7AE6-8E67-C4D2-30E3-7BCEA821E262}"/>
          </ac:grpSpMkLst>
        </pc:grpChg>
        <pc:graphicFrameChg chg="add mod">
          <ac:chgData name="Hironari Yamada" userId="e57621f8-ec3c-449e-bb19-001fffcc008e" providerId="ADAL" clId="{BC0BD879-F267-5CCA-8DEA-E3B2DD07DA4E}" dt="2026-06-19T12:23:07.802" v="28117" actId="1076"/>
          <ac:graphicFrameMkLst>
            <pc:docMk/>
            <pc:sldMk cId="3997154777" sldId="2076139031"/>
            <ac:graphicFrameMk id="3" creationId="{8E9EC7CC-D3C2-DEEF-C63A-BF6A1B499F08}"/>
          </ac:graphicFrameMkLst>
        </pc:graphicFrameChg>
        <pc:graphicFrameChg chg="add mod">
          <ac:chgData name="Hironari Yamada" userId="e57621f8-ec3c-449e-bb19-001fffcc008e" providerId="ADAL" clId="{BC0BD879-F267-5CCA-8DEA-E3B2DD07DA4E}" dt="2026-06-19T12:23:14.059" v="28120" actId="1076"/>
          <ac:graphicFrameMkLst>
            <pc:docMk/>
            <pc:sldMk cId="3997154777" sldId="2076139031"/>
            <ac:graphicFrameMk id="18" creationId="{8D6F84B7-27DB-D13E-AE95-9EB4F8132DDB}"/>
          </ac:graphicFrameMkLst>
        </pc:graphicFrameChg>
        <pc:picChg chg="add del">
          <ac:chgData name="Hironari Yamada" userId="e57621f8-ec3c-449e-bb19-001fffcc008e" providerId="ADAL" clId="{BC0BD879-F267-5CCA-8DEA-E3B2DD07DA4E}" dt="2026-06-19T12:22:46.577" v="28112" actId="478"/>
          <ac:picMkLst>
            <pc:docMk/>
            <pc:sldMk cId="3997154777" sldId="2076139031"/>
            <ac:picMk id="5" creationId="{B28991E0-7301-3B0E-097B-D4FF8C14B77A}"/>
          </ac:picMkLst>
        </pc:picChg>
        <pc:picChg chg="mod">
          <ac:chgData name="Hironari Yamada" userId="e57621f8-ec3c-449e-bb19-001fffcc008e" providerId="ADAL" clId="{BC0BD879-F267-5CCA-8DEA-E3B2DD07DA4E}" dt="2026-06-19T12:22:53.423" v="28113"/>
          <ac:picMkLst>
            <pc:docMk/>
            <pc:sldMk cId="3997154777" sldId="2076139031"/>
            <ac:picMk id="8" creationId="{08173949-3F87-6476-BEFD-8F6E3E27CF6D}"/>
          </ac:picMkLst>
        </pc:picChg>
        <pc:picChg chg="mod">
          <ac:chgData name="Hironari Yamada" userId="e57621f8-ec3c-449e-bb19-001fffcc008e" providerId="ADAL" clId="{BC0BD879-F267-5CCA-8DEA-E3B2DD07DA4E}" dt="2026-06-19T12:22:53.423" v="28113"/>
          <ac:picMkLst>
            <pc:docMk/>
            <pc:sldMk cId="3997154777" sldId="2076139031"/>
            <ac:picMk id="10" creationId="{80919735-6B72-5210-4512-D8763FF621E6}"/>
          </ac:picMkLst>
        </pc:picChg>
        <pc:picChg chg="mod">
          <ac:chgData name="Hironari Yamada" userId="e57621f8-ec3c-449e-bb19-001fffcc008e" providerId="ADAL" clId="{BC0BD879-F267-5CCA-8DEA-E3B2DD07DA4E}" dt="2026-06-19T12:22:53.423" v="28113"/>
          <ac:picMkLst>
            <pc:docMk/>
            <pc:sldMk cId="3997154777" sldId="2076139031"/>
            <ac:picMk id="12" creationId="{919453E1-0345-75FA-208E-DC51233338A0}"/>
          </ac:picMkLst>
        </pc:picChg>
        <pc:picChg chg="mod">
          <ac:chgData name="Hironari Yamada" userId="e57621f8-ec3c-449e-bb19-001fffcc008e" providerId="ADAL" clId="{BC0BD879-F267-5CCA-8DEA-E3B2DD07DA4E}" dt="2026-06-19T12:22:53.423" v="28113"/>
          <ac:picMkLst>
            <pc:docMk/>
            <pc:sldMk cId="3997154777" sldId="2076139031"/>
            <ac:picMk id="13" creationId="{4F6FBED2-3EA7-1B70-8772-2B7B734F537A}"/>
          </ac:picMkLst>
        </pc:picChg>
        <pc:picChg chg="mod">
          <ac:chgData name="Hironari Yamada" userId="e57621f8-ec3c-449e-bb19-001fffcc008e" providerId="ADAL" clId="{BC0BD879-F267-5CCA-8DEA-E3B2DD07DA4E}" dt="2026-06-19T12:23:10.753" v="28119"/>
          <ac:picMkLst>
            <pc:docMk/>
            <pc:sldMk cId="3997154777" sldId="2076139031"/>
            <ac:picMk id="20" creationId="{84C606A7-736F-62B5-5A08-5F7053FB7DC5}"/>
          </ac:picMkLst>
        </pc:picChg>
        <pc:picChg chg="mod">
          <ac:chgData name="Hironari Yamada" userId="e57621f8-ec3c-449e-bb19-001fffcc008e" providerId="ADAL" clId="{BC0BD879-F267-5CCA-8DEA-E3B2DD07DA4E}" dt="2026-06-19T12:23:10.753" v="28119"/>
          <ac:picMkLst>
            <pc:docMk/>
            <pc:sldMk cId="3997154777" sldId="2076139031"/>
            <ac:picMk id="21" creationId="{462D5368-6F2A-EBAE-1AD6-DEC8A0617832}"/>
          </ac:picMkLst>
        </pc:picChg>
        <pc:picChg chg="mod">
          <ac:chgData name="Hironari Yamada" userId="e57621f8-ec3c-449e-bb19-001fffcc008e" providerId="ADAL" clId="{BC0BD879-F267-5CCA-8DEA-E3B2DD07DA4E}" dt="2026-06-19T12:23:10.753" v="28119"/>
          <ac:picMkLst>
            <pc:docMk/>
            <pc:sldMk cId="3997154777" sldId="2076139031"/>
            <ac:picMk id="23" creationId="{967822A8-5BDA-D358-2F38-E161E1CF2C3A}"/>
          </ac:picMkLst>
        </pc:picChg>
        <pc:picChg chg="mod">
          <ac:chgData name="Hironari Yamada" userId="e57621f8-ec3c-449e-bb19-001fffcc008e" providerId="ADAL" clId="{BC0BD879-F267-5CCA-8DEA-E3B2DD07DA4E}" dt="2026-06-19T12:23:10.753" v="28119"/>
          <ac:picMkLst>
            <pc:docMk/>
            <pc:sldMk cId="3997154777" sldId="2076139031"/>
            <ac:picMk id="24" creationId="{D687CB5D-38F7-0FBF-9BF7-47F31471DA31}"/>
          </ac:picMkLst>
        </pc:picChg>
      </pc:sldChg>
      <pc:sldChg chg="delSp modSp add mod">
        <pc:chgData name="Hironari Yamada" userId="e57621f8-ec3c-449e-bb19-001fffcc008e" providerId="ADAL" clId="{BC0BD879-F267-5CCA-8DEA-E3B2DD07DA4E}" dt="2026-06-19T12:27:31.503" v="28229" actId="478"/>
        <pc:sldMkLst>
          <pc:docMk/>
          <pc:sldMk cId="173466851" sldId="2076139032"/>
        </pc:sldMkLst>
        <pc:spChg chg="mod">
          <ac:chgData name="Hironari Yamada" userId="e57621f8-ec3c-449e-bb19-001fffcc008e" providerId="ADAL" clId="{BC0BD879-F267-5CCA-8DEA-E3B2DD07DA4E}" dt="2026-06-19T12:27:17.882" v="28227" actId="20577"/>
          <ac:spMkLst>
            <pc:docMk/>
            <pc:sldMk cId="173466851" sldId="2076139032"/>
            <ac:spMk id="9" creationId="{010987FE-4586-33DD-5ED5-BB5D575FCB37}"/>
          </ac:spMkLst>
        </pc:spChg>
        <pc:spChg chg="del">
          <ac:chgData name="Hironari Yamada" userId="e57621f8-ec3c-449e-bb19-001fffcc008e" providerId="ADAL" clId="{BC0BD879-F267-5CCA-8DEA-E3B2DD07DA4E}" dt="2026-06-19T12:27:28.094" v="28228" actId="478"/>
          <ac:spMkLst>
            <pc:docMk/>
            <pc:sldMk cId="173466851" sldId="2076139032"/>
            <ac:spMk id="38" creationId="{62DDB5E7-B44F-B113-CCD1-25B4EFC5A74D}"/>
          </ac:spMkLst>
        </pc:spChg>
        <pc:spChg chg="del">
          <ac:chgData name="Hironari Yamada" userId="e57621f8-ec3c-449e-bb19-001fffcc008e" providerId="ADAL" clId="{BC0BD879-F267-5CCA-8DEA-E3B2DD07DA4E}" dt="2026-06-19T12:27:28.094" v="28228" actId="478"/>
          <ac:spMkLst>
            <pc:docMk/>
            <pc:sldMk cId="173466851" sldId="2076139032"/>
            <ac:spMk id="39" creationId="{B890B321-2653-7968-4479-EBDB4E6C215A}"/>
          </ac:spMkLst>
        </pc:spChg>
        <pc:spChg chg="del">
          <ac:chgData name="Hironari Yamada" userId="e57621f8-ec3c-449e-bb19-001fffcc008e" providerId="ADAL" clId="{BC0BD879-F267-5CCA-8DEA-E3B2DD07DA4E}" dt="2026-06-19T12:27:28.094" v="28228" actId="478"/>
          <ac:spMkLst>
            <pc:docMk/>
            <pc:sldMk cId="173466851" sldId="2076139032"/>
            <ac:spMk id="40" creationId="{CD5682B3-7F6E-D1C2-28CA-82DB5AA8A546}"/>
          </ac:spMkLst>
        </pc:spChg>
        <pc:spChg chg="del">
          <ac:chgData name="Hironari Yamada" userId="e57621f8-ec3c-449e-bb19-001fffcc008e" providerId="ADAL" clId="{BC0BD879-F267-5CCA-8DEA-E3B2DD07DA4E}" dt="2026-06-19T12:27:28.094" v="28228" actId="478"/>
          <ac:spMkLst>
            <pc:docMk/>
            <pc:sldMk cId="173466851" sldId="2076139032"/>
            <ac:spMk id="42" creationId="{58AC6B6A-3EAA-9421-780B-DCAFB95C8CA6}"/>
          </ac:spMkLst>
        </pc:spChg>
        <pc:spChg chg="del">
          <ac:chgData name="Hironari Yamada" userId="e57621f8-ec3c-449e-bb19-001fffcc008e" providerId="ADAL" clId="{BC0BD879-F267-5CCA-8DEA-E3B2DD07DA4E}" dt="2026-06-19T12:27:28.094" v="28228" actId="478"/>
          <ac:spMkLst>
            <pc:docMk/>
            <pc:sldMk cId="173466851" sldId="2076139032"/>
            <ac:spMk id="48" creationId="{1BE7131A-2027-1FA9-1147-07CE9CE6EC19}"/>
          </ac:spMkLst>
        </pc:spChg>
        <pc:spChg chg="del">
          <ac:chgData name="Hironari Yamada" userId="e57621f8-ec3c-449e-bb19-001fffcc008e" providerId="ADAL" clId="{BC0BD879-F267-5CCA-8DEA-E3B2DD07DA4E}" dt="2026-06-19T12:27:28.094" v="28228" actId="478"/>
          <ac:spMkLst>
            <pc:docMk/>
            <pc:sldMk cId="173466851" sldId="2076139032"/>
            <ac:spMk id="49" creationId="{5C7F4F7C-D5B3-3B6C-A96D-195F9F52FD69}"/>
          </ac:spMkLst>
        </pc:spChg>
        <pc:spChg chg="del">
          <ac:chgData name="Hironari Yamada" userId="e57621f8-ec3c-449e-bb19-001fffcc008e" providerId="ADAL" clId="{BC0BD879-F267-5CCA-8DEA-E3B2DD07DA4E}" dt="2026-06-19T12:27:28.094" v="28228" actId="478"/>
          <ac:spMkLst>
            <pc:docMk/>
            <pc:sldMk cId="173466851" sldId="2076139032"/>
            <ac:spMk id="54" creationId="{9D63091B-8BA0-300F-0FEA-EBD40548A3E5}"/>
          </ac:spMkLst>
        </pc:spChg>
        <pc:spChg chg="del">
          <ac:chgData name="Hironari Yamada" userId="e57621f8-ec3c-449e-bb19-001fffcc008e" providerId="ADAL" clId="{BC0BD879-F267-5CCA-8DEA-E3B2DD07DA4E}" dt="2026-06-19T12:27:28.094" v="28228" actId="478"/>
          <ac:spMkLst>
            <pc:docMk/>
            <pc:sldMk cId="173466851" sldId="2076139032"/>
            <ac:spMk id="56" creationId="{E59C0DCB-E619-1574-6A87-C7EBDF8F6332}"/>
          </ac:spMkLst>
        </pc:spChg>
        <pc:spChg chg="del">
          <ac:chgData name="Hironari Yamada" userId="e57621f8-ec3c-449e-bb19-001fffcc008e" providerId="ADAL" clId="{BC0BD879-F267-5CCA-8DEA-E3B2DD07DA4E}" dt="2026-06-19T12:27:28.094" v="28228" actId="478"/>
          <ac:spMkLst>
            <pc:docMk/>
            <pc:sldMk cId="173466851" sldId="2076139032"/>
            <ac:spMk id="58" creationId="{DB8CB65F-2918-4345-DE32-2AFA034B6EAE}"/>
          </ac:spMkLst>
        </pc:spChg>
        <pc:spChg chg="del">
          <ac:chgData name="Hironari Yamada" userId="e57621f8-ec3c-449e-bb19-001fffcc008e" providerId="ADAL" clId="{BC0BD879-F267-5CCA-8DEA-E3B2DD07DA4E}" dt="2026-06-19T12:27:28.094" v="28228" actId="478"/>
          <ac:spMkLst>
            <pc:docMk/>
            <pc:sldMk cId="173466851" sldId="2076139032"/>
            <ac:spMk id="63" creationId="{6323D947-53B6-7315-48B2-AF1FB19BBD04}"/>
          </ac:spMkLst>
        </pc:spChg>
        <pc:spChg chg="del">
          <ac:chgData name="Hironari Yamada" userId="e57621f8-ec3c-449e-bb19-001fffcc008e" providerId="ADAL" clId="{BC0BD879-F267-5CCA-8DEA-E3B2DD07DA4E}" dt="2026-06-19T12:27:31.503" v="28229" actId="478"/>
          <ac:spMkLst>
            <pc:docMk/>
            <pc:sldMk cId="173466851" sldId="2076139032"/>
            <ac:spMk id="65" creationId="{C524AAE0-51E3-84D8-4963-215F422F89A4}"/>
          </ac:spMkLst>
        </pc:spChg>
        <pc:spChg chg="del">
          <ac:chgData name="Hironari Yamada" userId="e57621f8-ec3c-449e-bb19-001fffcc008e" providerId="ADAL" clId="{BC0BD879-F267-5CCA-8DEA-E3B2DD07DA4E}" dt="2026-06-19T12:27:06.387" v="28212" actId="478"/>
          <ac:spMkLst>
            <pc:docMk/>
            <pc:sldMk cId="173466851" sldId="2076139032"/>
            <ac:spMk id="68" creationId="{17735FB2-A770-C6FC-DA80-C8C8F3A455A2}"/>
          </ac:spMkLst>
        </pc:spChg>
        <pc:spChg chg="del">
          <ac:chgData name="Hironari Yamada" userId="e57621f8-ec3c-449e-bb19-001fffcc008e" providerId="ADAL" clId="{BC0BD879-F267-5CCA-8DEA-E3B2DD07DA4E}" dt="2026-06-19T12:27:06.387" v="28212" actId="478"/>
          <ac:spMkLst>
            <pc:docMk/>
            <pc:sldMk cId="173466851" sldId="2076139032"/>
            <ac:spMk id="72" creationId="{25AA7535-D970-303F-F5FB-E6FFD7F3BA05}"/>
          </ac:spMkLst>
        </pc:spChg>
        <pc:cxnChg chg="del mod">
          <ac:chgData name="Hironari Yamada" userId="e57621f8-ec3c-449e-bb19-001fffcc008e" providerId="ADAL" clId="{BC0BD879-F267-5CCA-8DEA-E3B2DD07DA4E}" dt="2026-06-19T12:27:31.503" v="28229" actId="478"/>
          <ac:cxnSpMkLst>
            <pc:docMk/>
            <pc:sldMk cId="173466851" sldId="2076139032"/>
            <ac:cxnSpMk id="44" creationId="{014F8698-7E12-19FA-85AF-E1C6E6F2099B}"/>
          </ac:cxnSpMkLst>
        </pc:cxnChg>
        <pc:cxnChg chg="del mod">
          <ac:chgData name="Hironari Yamada" userId="e57621f8-ec3c-449e-bb19-001fffcc008e" providerId="ADAL" clId="{BC0BD879-F267-5CCA-8DEA-E3B2DD07DA4E}" dt="2026-06-19T12:27:31.503" v="28229" actId="478"/>
          <ac:cxnSpMkLst>
            <pc:docMk/>
            <pc:sldMk cId="173466851" sldId="2076139032"/>
            <ac:cxnSpMk id="64" creationId="{1267CCA5-8D49-E56D-D1FC-BFE8617FE971}"/>
          </ac:cxnSpMkLst>
        </pc:cxnChg>
      </pc:sldChg>
      <pc:sldChg chg="addSp modSp add mod">
        <pc:chgData name="Hironari Yamada" userId="e57621f8-ec3c-449e-bb19-001fffcc008e" providerId="ADAL" clId="{BC0BD879-F267-5CCA-8DEA-E3B2DD07DA4E}" dt="2026-06-19T12:28:19.806" v="28234"/>
        <pc:sldMkLst>
          <pc:docMk/>
          <pc:sldMk cId="4287554038" sldId="2076139033"/>
        </pc:sldMkLst>
        <pc:spChg chg="mod">
          <ac:chgData name="Hironari Yamada" userId="e57621f8-ec3c-449e-bb19-001fffcc008e" providerId="ADAL" clId="{BC0BD879-F267-5CCA-8DEA-E3B2DD07DA4E}" dt="2026-06-19T12:28:19.806" v="28234"/>
          <ac:spMkLst>
            <pc:docMk/>
            <pc:sldMk cId="4287554038" sldId="2076139033"/>
            <ac:spMk id="9" creationId="{E526E45D-11D5-6369-7446-3F3130AE5328}"/>
          </ac:spMkLst>
        </pc:spChg>
        <pc:spChg chg="add mod">
          <ac:chgData name="Hironari Yamada" userId="e57621f8-ec3c-449e-bb19-001fffcc008e" providerId="ADAL" clId="{BC0BD879-F267-5CCA-8DEA-E3B2DD07DA4E}" dt="2026-06-19T12:28:09.971" v="28233" actId="692"/>
          <ac:spMkLst>
            <pc:docMk/>
            <pc:sldMk cId="4287554038" sldId="2076139033"/>
            <ac:spMk id="34" creationId="{F66E53FA-3808-439B-5D3D-298814F5BED2}"/>
          </ac:spMkLst>
        </pc:spChg>
        <pc:spChg chg="add mod">
          <ac:chgData name="Hironari Yamada" userId="e57621f8-ec3c-449e-bb19-001fffcc008e" providerId="ADAL" clId="{BC0BD879-F267-5CCA-8DEA-E3B2DD07DA4E}" dt="2026-06-19T12:28:09.971" v="28233" actId="692"/>
          <ac:spMkLst>
            <pc:docMk/>
            <pc:sldMk cId="4287554038" sldId="2076139033"/>
            <ac:spMk id="35" creationId="{C2ACD8BC-3417-1F4D-DE56-4EEE3A252769}"/>
          </ac:spMkLst>
        </pc:spChg>
        <pc:spChg chg="add mod">
          <ac:chgData name="Hironari Yamada" userId="e57621f8-ec3c-449e-bb19-001fffcc008e" providerId="ADAL" clId="{BC0BD879-F267-5CCA-8DEA-E3B2DD07DA4E}" dt="2026-06-19T12:27:55.074" v="28231"/>
          <ac:spMkLst>
            <pc:docMk/>
            <pc:sldMk cId="4287554038" sldId="2076139033"/>
            <ac:spMk id="40" creationId="{F796AF8E-C37E-45A0-3DF8-F9D514175014}"/>
          </ac:spMkLst>
        </pc:spChg>
        <pc:spChg chg="add mod">
          <ac:chgData name="Hironari Yamada" userId="e57621f8-ec3c-449e-bb19-001fffcc008e" providerId="ADAL" clId="{BC0BD879-F267-5CCA-8DEA-E3B2DD07DA4E}" dt="2026-06-19T12:27:55.074" v="28231"/>
          <ac:spMkLst>
            <pc:docMk/>
            <pc:sldMk cId="4287554038" sldId="2076139033"/>
            <ac:spMk id="44" creationId="{260C07AE-4ABD-C6DD-830B-E6AFF4E223C2}"/>
          </ac:spMkLst>
        </pc:spChg>
        <pc:spChg chg="add mod">
          <ac:chgData name="Hironari Yamada" userId="e57621f8-ec3c-449e-bb19-001fffcc008e" providerId="ADAL" clId="{BC0BD879-F267-5CCA-8DEA-E3B2DD07DA4E}" dt="2026-06-19T12:27:55.074" v="28231"/>
          <ac:spMkLst>
            <pc:docMk/>
            <pc:sldMk cId="4287554038" sldId="2076139033"/>
            <ac:spMk id="49" creationId="{A9B6F63D-80AE-7E9E-991C-425CAAAC72C2}"/>
          </ac:spMkLst>
        </pc:spChg>
        <pc:spChg chg="add mod">
          <ac:chgData name="Hironari Yamada" userId="e57621f8-ec3c-449e-bb19-001fffcc008e" providerId="ADAL" clId="{BC0BD879-F267-5CCA-8DEA-E3B2DD07DA4E}" dt="2026-06-19T12:27:55.074" v="28231"/>
          <ac:spMkLst>
            <pc:docMk/>
            <pc:sldMk cId="4287554038" sldId="2076139033"/>
            <ac:spMk id="54" creationId="{2CF4A3A3-9A34-1B05-8056-08FB2FB56926}"/>
          </ac:spMkLst>
        </pc:spChg>
        <pc:spChg chg="add mod">
          <ac:chgData name="Hironari Yamada" userId="e57621f8-ec3c-449e-bb19-001fffcc008e" providerId="ADAL" clId="{BC0BD879-F267-5CCA-8DEA-E3B2DD07DA4E}" dt="2026-06-19T12:27:55.074" v="28231"/>
          <ac:spMkLst>
            <pc:docMk/>
            <pc:sldMk cId="4287554038" sldId="2076139033"/>
            <ac:spMk id="56" creationId="{BD7EC477-A6CC-70B3-4566-8E47C50A87C7}"/>
          </ac:spMkLst>
        </pc:spChg>
        <pc:spChg chg="add mod">
          <ac:chgData name="Hironari Yamada" userId="e57621f8-ec3c-449e-bb19-001fffcc008e" providerId="ADAL" clId="{BC0BD879-F267-5CCA-8DEA-E3B2DD07DA4E}" dt="2026-06-19T12:27:55.074" v="28231"/>
          <ac:spMkLst>
            <pc:docMk/>
            <pc:sldMk cId="4287554038" sldId="2076139033"/>
            <ac:spMk id="58" creationId="{E7EE2A0B-B28E-E65A-90C7-57D1C8EDE8EA}"/>
          </ac:spMkLst>
        </pc:spChg>
        <pc:spChg chg="add mod">
          <ac:chgData name="Hironari Yamada" userId="e57621f8-ec3c-449e-bb19-001fffcc008e" providerId="ADAL" clId="{BC0BD879-F267-5CCA-8DEA-E3B2DD07DA4E}" dt="2026-06-19T12:27:55.074" v="28231"/>
          <ac:spMkLst>
            <pc:docMk/>
            <pc:sldMk cId="4287554038" sldId="2076139033"/>
            <ac:spMk id="63" creationId="{A2D7DE3B-604C-FDC7-B23F-F534E219AAB5}"/>
          </ac:spMkLst>
        </pc:spChg>
        <pc:spChg chg="add mod">
          <ac:chgData name="Hironari Yamada" userId="e57621f8-ec3c-449e-bb19-001fffcc008e" providerId="ADAL" clId="{BC0BD879-F267-5CCA-8DEA-E3B2DD07DA4E}" dt="2026-06-19T12:27:55.074" v="28231"/>
          <ac:spMkLst>
            <pc:docMk/>
            <pc:sldMk cId="4287554038" sldId="2076139033"/>
            <ac:spMk id="65" creationId="{6C45C064-B83A-DAFF-980D-137058AE80A7}"/>
          </ac:spMkLst>
        </pc:spChg>
        <pc:cxnChg chg="mod">
          <ac:chgData name="Hironari Yamada" userId="e57621f8-ec3c-449e-bb19-001fffcc008e" providerId="ADAL" clId="{BC0BD879-F267-5CCA-8DEA-E3B2DD07DA4E}" dt="2026-06-19T12:28:09.971" v="28233" actId="692"/>
          <ac:cxnSpMkLst>
            <pc:docMk/>
            <pc:sldMk cId="4287554038" sldId="2076139033"/>
            <ac:cxnSpMk id="47" creationId="{B45D7DFB-8ABD-B913-AD3D-77A63C28FC91}"/>
          </ac:cxnSpMkLst>
        </pc:cxnChg>
        <pc:cxnChg chg="mod">
          <ac:chgData name="Hironari Yamada" userId="e57621f8-ec3c-449e-bb19-001fffcc008e" providerId="ADAL" clId="{BC0BD879-F267-5CCA-8DEA-E3B2DD07DA4E}" dt="2026-06-19T12:28:09.971" v="28233" actId="692"/>
          <ac:cxnSpMkLst>
            <pc:docMk/>
            <pc:sldMk cId="4287554038" sldId="2076139033"/>
            <ac:cxnSpMk id="64" creationId="{394A01A1-66BE-44F3-5A0C-874B02A86A9E}"/>
          </ac:cxnSpMkLst>
        </pc:cxnChg>
      </pc:sldChg>
      <pc:sldChg chg="modSp add mod">
        <pc:chgData name="Hironari Yamada" userId="e57621f8-ec3c-449e-bb19-001fffcc008e" providerId="ADAL" clId="{BC0BD879-F267-5CCA-8DEA-E3B2DD07DA4E}" dt="2026-06-19T13:35:23.599" v="30704" actId="20577"/>
        <pc:sldMkLst>
          <pc:docMk/>
          <pc:sldMk cId="1301920332" sldId="2076139034"/>
        </pc:sldMkLst>
        <pc:spChg chg="mod">
          <ac:chgData name="Hironari Yamada" userId="e57621f8-ec3c-449e-bb19-001fffcc008e" providerId="ADAL" clId="{BC0BD879-F267-5CCA-8DEA-E3B2DD07DA4E}" dt="2026-06-19T13:35:23.599" v="30704" actId="20577"/>
          <ac:spMkLst>
            <pc:docMk/>
            <pc:sldMk cId="1301920332" sldId="2076139034"/>
            <ac:spMk id="2" creationId="{96131B12-E246-C0E9-7E3E-92E5549997DC}"/>
          </ac:spMkLst>
        </pc:spChg>
      </pc:sldChg>
      <pc:sldChg chg="addSp delSp modSp add mod">
        <pc:chgData name="Hironari Yamada" userId="e57621f8-ec3c-449e-bb19-001fffcc008e" providerId="ADAL" clId="{BC0BD879-F267-5CCA-8DEA-E3B2DD07DA4E}" dt="2026-06-19T13:45:15.212" v="31114" actId="14100"/>
        <pc:sldMkLst>
          <pc:docMk/>
          <pc:sldMk cId="3517711824" sldId="2076139035"/>
        </pc:sldMkLst>
        <pc:spChg chg="del">
          <ac:chgData name="Hironari Yamada" userId="e57621f8-ec3c-449e-bb19-001fffcc008e" providerId="ADAL" clId="{BC0BD879-F267-5CCA-8DEA-E3B2DD07DA4E}" dt="2026-06-19T13:32:13.117" v="30091" actId="478"/>
          <ac:spMkLst>
            <pc:docMk/>
            <pc:sldMk cId="3517711824" sldId="2076139035"/>
            <ac:spMk id="3" creationId="{D8E687E3-7449-44BD-2F02-DE575B30390C}"/>
          </ac:spMkLst>
        </pc:spChg>
        <pc:spChg chg="mod">
          <ac:chgData name="Hironari Yamada" userId="e57621f8-ec3c-449e-bb19-001fffcc008e" providerId="ADAL" clId="{BC0BD879-F267-5CCA-8DEA-E3B2DD07DA4E}" dt="2026-06-19T13:32:27.390" v="30160" actId="20577"/>
          <ac:spMkLst>
            <pc:docMk/>
            <pc:sldMk cId="3517711824" sldId="2076139035"/>
            <ac:spMk id="9" creationId="{20170409-A9C0-5D94-78FD-E8380D5FB499}"/>
          </ac:spMkLst>
        </pc:spChg>
        <pc:spChg chg="mod">
          <ac:chgData name="Hironari Yamada" userId="e57621f8-ec3c-449e-bb19-001fffcc008e" providerId="ADAL" clId="{BC0BD879-F267-5CCA-8DEA-E3B2DD07DA4E}" dt="2026-06-19T13:34:51.555" v="30660" actId="404"/>
          <ac:spMkLst>
            <pc:docMk/>
            <pc:sldMk cId="3517711824" sldId="2076139035"/>
            <ac:spMk id="10" creationId="{F69EC26F-20E5-DB7D-65EC-91063163ABF6}"/>
          </ac:spMkLst>
        </pc:spChg>
        <pc:spChg chg="del">
          <ac:chgData name="Hironari Yamada" userId="e57621f8-ec3c-449e-bb19-001fffcc008e" providerId="ADAL" clId="{BC0BD879-F267-5CCA-8DEA-E3B2DD07DA4E}" dt="2026-06-19T13:32:13.117" v="30091" actId="478"/>
          <ac:spMkLst>
            <pc:docMk/>
            <pc:sldMk cId="3517711824" sldId="2076139035"/>
            <ac:spMk id="13" creationId="{B172DEDB-E770-AEB4-1B60-73F8EDCD2C2A}"/>
          </ac:spMkLst>
        </pc:spChg>
        <pc:spChg chg="del">
          <ac:chgData name="Hironari Yamada" userId="e57621f8-ec3c-449e-bb19-001fffcc008e" providerId="ADAL" clId="{BC0BD879-F267-5CCA-8DEA-E3B2DD07DA4E}" dt="2026-06-19T13:32:13.117" v="30091" actId="478"/>
          <ac:spMkLst>
            <pc:docMk/>
            <pc:sldMk cId="3517711824" sldId="2076139035"/>
            <ac:spMk id="14" creationId="{8AB1AC47-BE0D-D2E3-1537-1528BECABE2D}"/>
          </ac:spMkLst>
        </pc:spChg>
        <pc:spChg chg="del">
          <ac:chgData name="Hironari Yamada" userId="e57621f8-ec3c-449e-bb19-001fffcc008e" providerId="ADAL" clId="{BC0BD879-F267-5CCA-8DEA-E3B2DD07DA4E}" dt="2026-06-19T13:32:13.117" v="30091" actId="478"/>
          <ac:spMkLst>
            <pc:docMk/>
            <pc:sldMk cId="3517711824" sldId="2076139035"/>
            <ac:spMk id="15" creationId="{175FA2DC-2F98-4FFA-D365-5C86C9C53666}"/>
          </ac:spMkLst>
        </pc:spChg>
        <pc:spChg chg="del">
          <ac:chgData name="Hironari Yamada" userId="e57621f8-ec3c-449e-bb19-001fffcc008e" providerId="ADAL" clId="{BC0BD879-F267-5CCA-8DEA-E3B2DD07DA4E}" dt="2026-06-19T13:32:13.117" v="30091" actId="478"/>
          <ac:spMkLst>
            <pc:docMk/>
            <pc:sldMk cId="3517711824" sldId="2076139035"/>
            <ac:spMk id="17" creationId="{A310145B-D9E0-39E0-203C-8350C78F1208}"/>
          </ac:spMkLst>
        </pc:spChg>
        <pc:spChg chg="del">
          <ac:chgData name="Hironari Yamada" userId="e57621f8-ec3c-449e-bb19-001fffcc008e" providerId="ADAL" clId="{BC0BD879-F267-5CCA-8DEA-E3B2DD07DA4E}" dt="2026-06-19T13:32:13.117" v="30091" actId="478"/>
          <ac:spMkLst>
            <pc:docMk/>
            <pc:sldMk cId="3517711824" sldId="2076139035"/>
            <ac:spMk id="18" creationId="{E228A9C8-36E3-4AFA-5174-3FBA75D9B59E}"/>
          </ac:spMkLst>
        </pc:spChg>
        <pc:spChg chg="add mod">
          <ac:chgData name="Hironari Yamada" userId="e57621f8-ec3c-449e-bb19-001fffcc008e" providerId="ADAL" clId="{BC0BD879-F267-5CCA-8DEA-E3B2DD07DA4E}" dt="2026-06-19T13:42:28.890" v="30879" actId="1076"/>
          <ac:spMkLst>
            <pc:docMk/>
            <pc:sldMk cId="3517711824" sldId="2076139035"/>
            <ac:spMk id="26" creationId="{14C1E7C7-F0B7-4424-38CA-E56EDEF23209}"/>
          </ac:spMkLst>
        </pc:spChg>
        <pc:spChg chg="add mod">
          <ac:chgData name="Hironari Yamada" userId="e57621f8-ec3c-449e-bb19-001fffcc008e" providerId="ADAL" clId="{BC0BD879-F267-5CCA-8DEA-E3B2DD07DA4E}" dt="2026-06-19T13:42:28.890" v="30879" actId="1076"/>
          <ac:spMkLst>
            <pc:docMk/>
            <pc:sldMk cId="3517711824" sldId="2076139035"/>
            <ac:spMk id="27" creationId="{884716B7-3AC9-35C6-12F3-2E221C2283B3}"/>
          </ac:spMkLst>
        </pc:spChg>
        <pc:spChg chg="add mod">
          <ac:chgData name="Hironari Yamada" userId="e57621f8-ec3c-449e-bb19-001fffcc008e" providerId="ADAL" clId="{BC0BD879-F267-5CCA-8DEA-E3B2DD07DA4E}" dt="2026-06-19T13:42:28.890" v="30879" actId="1076"/>
          <ac:spMkLst>
            <pc:docMk/>
            <pc:sldMk cId="3517711824" sldId="2076139035"/>
            <ac:spMk id="28" creationId="{4FF7A599-BAFD-4CAD-1322-986EBA1A9D81}"/>
          </ac:spMkLst>
        </pc:spChg>
        <pc:spChg chg="add mod">
          <ac:chgData name="Hironari Yamada" userId="e57621f8-ec3c-449e-bb19-001fffcc008e" providerId="ADAL" clId="{BC0BD879-F267-5CCA-8DEA-E3B2DD07DA4E}" dt="2026-06-19T13:42:28.890" v="30879" actId="1076"/>
          <ac:spMkLst>
            <pc:docMk/>
            <pc:sldMk cId="3517711824" sldId="2076139035"/>
            <ac:spMk id="37" creationId="{1C84A7C9-5B62-A76E-B1A1-43F9E5826B91}"/>
          </ac:spMkLst>
        </pc:spChg>
        <pc:spChg chg="add mod">
          <ac:chgData name="Hironari Yamada" userId="e57621f8-ec3c-449e-bb19-001fffcc008e" providerId="ADAL" clId="{BC0BD879-F267-5CCA-8DEA-E3B2DD07DA4E}" dt="2026-06-19T13:42:41.631" v="30897" actId="1035"/>
          <ac:spMkLst>
            <pc:docMk/>
            <pc:sldMk cId="3517711824" sldId="2076139035"/>
            <ac:spMk id="38" creationId="{432A5C39-B545-7FD7-906A-ECCAEC101B5F}"/>
          </ac:spMkLst>
        </pc:spChg>
        <pc:spChg chg="add mod">
          <ac:chgData name="Hironari Yamada" userId="e57621f8-ec3c-449e-bb19-001fffcc008e" providerId="ADAL" clId="{BC0BD879-F267-5CCA-8DEA-E3B2DD07DA4E}" dt="2026-06-19T13:42:49.382" v="30918" actId="1035"/>
          <ac:spMkLst>
            <pc:docMk/>
            <pc:sldMk cId="3517711824" sldId="2076139035"/>
            <ac:spMk id="39" creationId="{A33FB7AF-C500-5D68-7379-C766A92CAA21}"/>
          </ac:spMkLst>
        </pc:spChg>
        <pc:spChg chg="mod">
          <ac:chgData name="Hironari Yamada" userId="e57621f8-ec3c-449e-bb19-001fffcc008e" providerId="ADAL" clId="{BC0BD879-F267-5CCA-8DEA-E3B2DD07DA4E}" dt="2026-06-19T13:43:37.853" v="31010" actId="1035"/>
          <ac:spMkLst>
            <pc:docMk/>
            <pc:sldMk cId="3517711824" sldId="2076139035"/>
            <ac:spMk id="40" creationId="{6A486262-5C5F-EEC7-29C4-EFB9A0BC355D}"/>
          </ac:spMkLst>
        </pc:spChg>
        <pc:spChg chg="mod">
          <ac:chgData name="Hironari Yamada" userId="e57621f8-ec3c-449e-bb19-001fffcc008e" providerId="ADAL" clId="{BC0BD879-F267-5CCA-8DEA-E3B2DD07DA4E}" dt="2026-06-19T13:44:31.367" v="31109" actId="1036"/>
          <ac:spMkLst>
            <pc:docMk/>
            <pc:sldMk cId="3517711824" sldId="2076139035"/>
            <ac:spMk id="41" creationId="{A7E6EB80-94D3-02DC-AFCB-FCDBAF169412}"/>
          </ac:spMkLst>
        </pc:spChg>
        <pc:spChg chg="del">
          <ac:chgData name="Hironari Yamada" userId="e57621f8-ec3c-449e-bb19-001fffcc008e" providerId="ADAL" clId="{BC0BD879-F267-5CCA-8DEA-E3B2DD07DA4E}" dt="2026-06-19T13:42:51.461" v="30919" actId="478"/>
          <ac:spMkLst>
            <pc:docMk/>
            <pc:sldMk cId="3517711824" sldId="2076139035"/>
            <ac:spMk id="42" creationId="{41769672-20FC-73E3-22DA-C7EA5308BD53}"/>
          </ac:spMkLst>
        </pc:spChg>
        <pc:spChg chg="add mod">
          <ac:chgData name="Hironari Yamada" userId="e57621f8-ec3c-449e-bb19-001fffcc008e" providerId="ADAL" clId="{BC0BD879-F267-5CCA-8DEA-E3B2DD07DA4E}" dt="2026-06-19T13:42:28.890" v="30879" actId="1076"/>
          <ac:spMkLst>
            <pc:docMk/>
            <pc:sldMk cId="3517711824" sldId="2076139035"/>
            <ac:spMk id="43" creationId="{8F8BE3EF-2E7B-2804-E666-8237A0C935AD}"/>
          </ac:spMkLst>
        </pc:spChg>
        <pc:spChg chg="del">
          <ac:chgData name="Hironari Yamada" userId="e57621f8-ec3c-449e-bb19-001fffcc008e" providerId="ADAL" clId="{BC0BD879-F267-5CCA-8DEA-E3B2DD07DA4E}" dt="2026-06-19T13:32:13.117" v="30091" actId="478"/>
          <ac:spMkLst>
            <pc:docMk/>
            <pc:sldMk cId="3517711824" sldId="2076139035"/>
            <ac:spMk id="44" creationId="{08AB954A-E74B-48A7-427E-5DF75F9FBC01}"/>
          </ac:spMkLst>
        </pc:spChg>
        <pc:spChg chg="mod">
          <ac:chgData name="Hironari Yamada" userId="e57621f8-ec3c-449e-bb19-001fffcc008e" providerId="ADAL" clId="{BC0BD879-F267-5CCA-8DEA-E3B2DD07DA4E}" dt="2026-06-19T13:44:06.084" v="31034" actId="1035"/>
          <ac:spMkLst>
            <pc:docMk/>
            <pc:sldMk cId="3517711824" sldId="2076139035"/>
            <ac:spMk id="51" creationId="{D011A7EF-CD03-DEE8-43F5-AB2799F46E89}"/>
          </ac:spMkLst>
        </pc:spChg>
        <pc:spChg chg="add mod">
          <ac:chgData name="Hironari Yamada" userId="e57621f8-ec3c-449e-bb19-001fffcc008e" providerId="ADAL" clId="{BC0BD879-F267-5CCA-8DEA-E3B2DD07DA4E}" dt="2026-06-19T13:44:11.938" v="31043" actId="1035"/>
          <ac:spMkLst>
            <pc:docMk/>
            <pc:sldMk cId="3517711824" sldId="2076139035"/>
            <ac:spMk id="54" creationId="{DD65FDFF-FB20-A132-FE8D-E7DBC32AA5C2}"/>
          </ac:spMkLst>
        </pc:spChg>
        <pc:spChg chg="del">
          <ac:chgData name="Hironari Yamada" userId="e57621f8-ec3c-449e-bb19-001fffcc008e" providerId="ADAL" clId="{BC0BD879-F267-5CCA-8DEA-E3B2DD07DA4E}" dt="2026-06-19T13:32:13.117" v="30091" actId="478"/>
          <ac:spMkLst>
            <pc:docMk/>
            <pc:sldMk cId="3517711824" sldId="2076139035"/>
            <ac:spMk id="56" creationId="{0D7B6C53-9D5E-6F69-3F7C-8F2FD462A029}"/>
          </ac:spMkLst>
        </pc:spChg>
        <pc:spChg chg="add del mod">
          <ac:chgData name="Hironari Yamada" userId="e57621f8-ec3c-449e-bb19-001fffcc008e" providerId="ADAL" clId="{BC0BD879-F267-5CCA-8DEA-E3B2DD07DA4E}" dt="2026-06-19T13:42:57.211" v="30920" actId="478"/>
          <ac:spMkLst>
            <pc:docMk/>
            <pc:sldMk cId="3517711824" sldId="2076139035"/>
            <ac:spMk id="57" creationId="{F41C917B-E01C-E5C7-17EE-1730B486DC08}"/>
          </ac:spMkLst>
        </pc:spChg>
        <pc:spChg chg="del">
          <ac:chgData name="Hironari Yamada" userId="e57621f8-ec3c-449e-bb19-001fffcc008e" providerId="ADAL" clId="{BC0BD879-F267-5CCA-8DEA-E3B2DD07DA4E}" dt="2026-06-19T13:42:57.211" v="30920" actId="478"/>
          <ac:spMkLst>
            <pc:docMk/>
            <pc:sldMk cId="3517711824" sldId="2076139035"/>
            <ac:spMk id="58" creationId="{50675298-D01D-A9A4-3818-A89A8059BCC9}"/>
          </ac:spMkLst>
        </pc:spChg>
        <pc:spChg chg="mod">
          <ac:chgData name="Hironari Yamada" userId="e57621f8-ec3c-449e-bb19-001fffcc008e" providerId="ADAL" clId="{BC0BD879-F267-5CCA-8DEA-E3B2DD07DA4E}" dt="2026-06-19T13:43:09.207" v="30947" actId="14100"/>
          <ac:spMkLst>
            <pc:docMk/>
            <pc:sldMk cId="3517711824" sldId="2076139035"/>
            <ac:spMk id="59" creationId="{BB9C4040-11F3-F5B0-BF7E-B0E1B70D4E06}"/>
          </ac:spMkLst>
        </pc:spChg>
        <pc:spChg chg="mod">
          <ac:chgData name="Hironari Yamada" userId="e57621f8-ec3c-449e-bb19-001fffcc008e" providerId="ADAL" clId="{BC0BD879-F267-5CCA-8DEA-E3B2DD07DA4E}" dt="2026-06-19T13:43:20.892" v="30976" actId="14100"/>
          <ac:spMkLst>
            <pc:docMk/>
            <pc:sldMk cId="3517711824" sldId="2076139035"/>
            <ac:spMk id="60" creationId="{10A5FA80-4484-538F-132D-B238DD121879}"/>
          </ac:spMkLst>
        </pc:spChg>
        <pc:spChg chg="add mod">
          <ac:chgData name="Hironari Yamada" userId="e57621f8-ec3c-449e-bb19-001fffcc008e" providerId="ADAL" clId="{BC0BD879-F267-5CCA-8DEA-E3B2DD07DA4E}" dt="2026-06-19T13:43:48.135" v="31022" actId="1035"/>
          <ac:spMkLst>
            <pc:docMk/>
            <pc:sldMk cId="3517711824" sldId="2076139035"/>
            <ac:spMk id="61" creationId="{C465AAD6-437C-1DCA-6DD8-205C1A445826}"/>
          </ac:spMkLst>
        </pc:spChg>
        <pc:spChg chg="add del mod">
          <ac:chgData name="Hironari Yamada" userId="e57621f8-ec3c-449e-bb19-001fffcc008e" providerId="ADAL" clId="{BC0BD879-F267-5CCA-8DEA-E3B2DD07DA4E}" dt="2026-06-19T13:43:58.781" v="31025"/>
          <ac:spMkLst>
            <pc:docMk/>
            <pc:sldMk cId="3517711824" sldId="2076139035"/>
            <ac:spMk id="62" creationId="{2E44F817-1B73-D8BB-E5F2-C0D9349F6CBA}"/>
          </ac:spMkLst>
        </pc:spChg>
        <pc:picChg chg="del">
          <ac:chgData name="Hironari Yamada" userId="e57621f8-ec3c-449e-bb19-001fffcc008e" providerId="ADAL" clId="{BC0BD879-F267-5CCA-8DEA-E3B2DD07DA4E}" dt="2026-06-19T13:32:13.117" v="30091" actId="478"/>
          <ac:picMkLst>
            <pc:docMk/>
            <pc:sldMk cId="3517711824" sldId="2076139035"/>
            <ac:picMk id="8" creationId="{79AAA2CA-5651-6673-B59D-57C441E62A53}"/>
          </ac:picMkLst>
        </pc:picChg>
        <pc:picChg chg="del">
          <ac:chgData name="Hironari Yamada" userId="e57621f8-ec3c-449e-bb19-001fffcc008e" providerId="ADAL" clId="{BC0BD879-F267-5CCA-8DEA-E3B2DD07DA4E}" dt="2026-06-19T13:32:13.117" v="30091" actId="478"/>
          <ac:picMkLst>
            <pc:docMk/>
            <pc:sldMk cId="3517711824" sldId="2076139035"/>
            <ac:picMk id="21" creationId="{9019F6C9-BC42-EBFA-2E8F-679AEF7B427C}"/>
          </ac:picMkLst>
        </pc:picChg>
        <pc:cxnChg chg="mod">
          <ac:chgData name="Hironari Yamada" userId="e57621f8-ec3c-449e-bb19-001fffcc008e" providerId="ADAL" clId="{BC0BD879-F267-5CCA-8DEA-E3B2DD07DA4E}" dt="2026-06-19T13:45:04.430" v="31112" actId="14100"/>
          <ac:cxnSpMkLst>
            <pc:docMk/>
            <pc:sldMk cId="3517711824" sldId="2076139035"/>
            <ac:cxnSpMk id="11" creationId="{40D82E2F-08C8-14EB-EB7B-E9494417DFA6}"/>
          </ac:cxnSpMkLst>
        </pc:cxnChg>
        <pc:cxnChg chg="mod">
          <ac:chgData name="Hironari Yamada" userId="e57621f8-ec3c-449e-bb19-001fffcc008e" providerId="ADAL" clId="{BC0BD879-F267-5CCA-8DEA-E3B2DD07DA4E}" dt="2026-06-19T13:45:09.445" v="31113" actId="14100"/>
          <ac:cxnSpMkLst>
            <pc:docMk/>
            <pc:sldMk cId="3517711824" sldId="2076139035"/>
            <ac:cxnSpMk id="19" creationId="{4F199CA2-B72B-78ED-7BC0-5B2DC37012B4}"/>
          </ac:cxnSpMkLst>
        </pc:cxnChg>
        <pc:cxnChg chg="mod">
          <ac:chgData name="Hironari Yamada" userId="e57621f8-ec3c-449e-bb19-001fffcc008e" providerId="ADAL" clId="{BC0BD879-F267-5CCA-8DEA-E3B2DD07DA4E}" dt="2026-06-19T13:45:15.212" v="31114" actId="14100"/>
          <ac:cxnSpMkLst>
            <pc:docMk/>
            <pc:sldMk cId="3517711824" sldId="2076139035"/>
            <ac:cxnSpMk id="20" creationId="{60E05029-9B7F-39C8-4CD8-33685BA5F698}"/>
          </ac:cxnSpMkLst>
        </pc:cxnChg>
        <pc:cxnChg chg="mod">
          <ac:chgData name="Hironari Yamada" userId="e57621f8-ec3c-449e-bb19-001fffcc008e" providerId="ADAL" clId="{BC0BD879-F267-5CCA-8DEA-E3B2DD07DA4E}" dt="2026-06-19T13:42:41.631" v="30897" actId="1035"/>
          <ac:cxnSpMkLst>
            <pc:docMk/>
            <pc:sldMk cId="3517711824" sldId="2076139035"/>
            <ac:cxnSpMk id="30" creationId="{1A6B9D33-0252-BFCA-02BA-71866083F178}"/>
          </ac:cxnSpMkLst>
        </pc:cxnChg>
        <pc:cxnChg chg="mod">
          <ac:chgData name="Hironari Yamada" userId="e57621f8-ec3c-449e-bb19-001fffcc008e" providerId="ADAL" clId="{BC0BD879-F267-5CCA-8DEA-E3B2DD07DA4E}" dt="2026-06-19T13:42:49.382" v="30918" actId="1035"/>
          <ac:cxnSpMkLst>
            <pc:docMk/>
            <pc:sldMk cId="3517711824" sldId="2076139035"/>
            <ac:cxnSpMk id="32" creationId="{9B120360-1C40-03F4-7879-0A0900A0B78A}"/>
          </ac:cxnSpMkLst>
        </pc:cxnChg>
        <pc:cxnChg chg="mod">
          <ac:chgData name="Hironari Yamada" userId="e57621f8-ec3c-449e-bb19-001fffcc008e" providerId="ADAL" clId="{BC0BD879-F267-5CCA-8DEA-E3B2DD07DA4E}" dt="2026-06-19T13:43:37.853" v="31010" actId="1035"/>
          <ac:cxnSpMkLst>
            <pc:docMk/>
            <pc:sldMk cId="3517711824" sldId="2076139035"/>
            <ac:cxnSpMk id="33" creationId="{D3AB9260-E84E-C04A-D371-2061B3C5369A}"/>
          </ac:cxnSpMkLst>
        </pc:cxnChg>
        <pc:cxnChg chg="mod">
          <ac:chgData name="Hironari Yamada" userId="e57621f8-ec3c-449e-bb19-001fffcc008e" providerId="ADAL" clId="{BC0BD879-F267-5CCA-8DEA-E3B2DD07DA4E}" dt="2026-06-19T13:43:48.135" v="31022" actId="1035"/>
          <ac:cxnSpMkLst>
            <pc:docMk/>
            <pc:sldMk cId="3517711824" sldId="2076139035"/>
            <ac:cxnSpMk id="35" creationId="{E699B08F-99F6-55AA-70F9-71B72B1BA9AE}"/>
          </ac:cxnSpMkLst>
        </pc:cxnChg>
        <pc:cxnChg chg="mod">
          <ac:chgData name="Hironari Yamada" userId="e57621f8-ec3c-449e-bb19-001fffcc008e" providerId="ADAL" clId="{BC0BD879-F267-5CCA-8DEA-E3B2DD07DA4E}" dt="2026-06-19T13:44:31.367" v="31109" actId="1036"/>
          <ac:cxnSpMkLst>
            <pc:docMk/>
            <pc:sldMk cId="3517711824" sldId="2076139035"/>
            <ac:cxnSpMk id="36" creationId="{6AB2DB69-7CA9-8F35-9FB3-5AE293E546E3}"/>
          </ac:cxnSpMkLst>
        </pc:cxnChg>
        <pc:cxnChg chg="mod">
          <ac:chgData name="Hironari Yamada" userId="e57621f8-ec3c-449e-bb19-001fffcc008e" providerId="ADAL" clId="{BC0BD879-F267-5CCA-8DEA-E3B2DD07DA4E}" dt="2026-06-19T13:44:00.961" v="31030" actId="1035"/>
          <ac:cxnSpMkLst>
            <pc:docMk/>
            <pc:sldMk cId="3517711824" sldId="2076139035"/>
            <ac:cxnSpMk id="45" creationId="{DB950B85-5E36-80A3-A308-172982D7EB73}"/>
          </ac:cxnSpMkLst>
        </pc:cxnChg>
        <pc:cxnChg chg="mod">
          <ac:chgData name="Hironari Yamada" userId="e57621f8-ec3c-449e-bb19-001fffcc008e" providerId="ADAL" clId="{BC0BD879-F267-5CCA-8DEA-E3B2DD07DA4E}" dt="2026-06-19T13:44:11.938" v="31043" actId="1035"/>
          <ac:cxnSpMkLst>
            <pc:docMk/>
            <pc:sldMk cId="3517711824" sldId="2076139035"/>
            <ac:cxnSpMk id="49" creationId="{F73619C5-B5E3-7924-7029-A9D2E3CD0BD9}"/>
          </ac:cxnSpMkLst>
        </pc:cxn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9T07:10:38.125"/>
    </inkml:context>
    <inkml:brush xml:id="br0">
      <inkml:brushProperty name="width" value="0.05" units="cm"/>
      <inkml:brushProperty name="height" value="0.05" units="cm"/>
      <inkml:brushProperty name="color" value="#E71224"/>
    </inkml:brush>
  </inkml:definitions>
  <inkml:trace contextRef="#ctx0" brushRef="#br0">1 1991 24575,'319'0'0,"353"-1"0,-625 1 0,138-7 0,-162 5 0,-1-2 0,1 0 0,-1-1 0,0-2 0,40-16 0,-51 17 0,0-1 0,0 0 0,-1 0 0,0-1 0,0-1 0,-1 1 0,15-19 0,1-6 0,21-38 0,-38 59 0,340-618 0,-305 542 0,46-136 0,-76 181 0,-1 0 0,-3-1 0,-1 0 0,-2-1 0,0-68 0,-11-281 0,5 389 0,0 1 0,0-1 0,1 1 0,-1-1 0,1 1 0,0-1 0,3-7 0,-3 10 0,0 0 0,0 1 0,0-1 0,1 0 0,-1 1 0,0-1 0,0 1 0,1 0 0,-1-1 0,1 1 0,-1 0 0,1 0 0,0 0 0,-1 0 0,1 0 0,0 1 0,0-1 0,0 0 0,0 1 0,3-1 0,17-2 0,1 1 0,0 1 0,32 4 0,-6-1 0,17-2 0,150 8 0,-52-2 0,-154-5-1365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9T07:10:38.126"/>
    </inkml:context>
    <inkml:brush xml:id="br0">
      <inkml:brushProperty name="width" value="0.05" units="cm"/>
      <inkml:brushProperty name="height" value="0.05" units="cm"/>
      <inkml:brushProperty name="color" value="#E71224"/>
    </inkml:brush>
  </inkml:definitions>
  <inkml:trace contextRef="#ctx0" brushRef="#br0">0 1 24575,'5'4'0,"1"0"0,-1 0 0,1-1 0,12 6 0,2 2 0,-6-2 0,-1 1 0,0 1 0,20 21 0,5 6 0,-13-14 0,-16-15 0,0 0 0,18 12 0,-27-20 0,0-1 0,0 0 0,0 0 0,1 0 0,-1 0 0,0 0 0,0 0 0,0 0 0,0 1 0,0-1 0,1 0 0,-1 0 0,0 0 0,0 0 0,0 1 0,0-1 0,0 0 0,0 0 0,0 0 0,0 1 0,0-1 0,0 0 0,0 0 0,0 0 0,0 1 0,0-1 0,0 0 0,0 0 0,0 0 0,0 1 0,0-1 0,0 0 0,0 0 0,0 0 0,0 1 0,-7 6 0,-16 5 0,18-9 0,-22 12-118,-13 6-505,-48 35-1,80-50-6202</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9T07:10:38.127"/>
    </inkml:context>
    <inkml:brush xml:id="br0">
      <inkml:brushProperty name="width" value="0.05" units="cm"/>
      <inkml:brushProperty name="height" value="0.05" units="cm"/>
      <inkml:brushProperty name="color" value="#E71224"/>
    </inkml:brush>
  </inkml:definitions>
  <inkml:trace contextRef="#ctx0" brushRef="#br0">1 1 24575,'81'0'0,"92"1"0,-147 1 0,34 8 0,17 2 0,33-9 0,17 1 0,120 3 0,-158-8 0,112 15 0,23 2 0,1-17 0,-77 0 0,-142 1 0,26-1 0,0 2 0,0 1 0,62 12 0,-57-6 0,1-2 0,1-1 0,-1-2 0,46-3 0,-51 2 0,0 1 0,54 12 0,34 3 0,2-4 0,-61-3 0,-26-4 0,32 8-1365,-55-12-5461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9T07:10:38.128"/>
    </inkml:context>
    <inkml:brush xml:id="br0">
      <inkml:brushProperty name="width" value="0.05" units="cm"/>
      <inkml:brushProperty name="height" value="0.05" units="cm"/>
      <inkml:brushProperty name="color" value="#E71224"/>
    </inkml:brush>
  </inkml:definitions>
  <inkml:trace contextRef="#ctx0" brushRef="#br0">58 1 24575,'13'0'0,"-1"0"0,0 0 0,1 2 0,-1-1 0,0 2 0,0-1 0,19 8 0,-9 1 0,26 18 0,-27-15 0,-19-14 0,8 6 0,1 1 0,-1 0 0,-1 0 0,1 1 0,15 16 0,-25-23 0,1-1 0,-1 1 0,1 0 0,-1 0 0,1 0 0,-1-1 0,0 1 0,1 0 0,-1 0 0,0 0 0,0 0 0,0 0 0,0 0 0,0 0 0,1 0 0,-2 0 0,1-1 0,0 1 0,0 0 0,0 0 0,0 0 0,0 0 0,-1 0 0,1 0 0,0 0 0,-1-1 0,1 1 0,-1 0 0,1 0 0,-1-1 0,1 1 0,-1 0 0,0 0 0,1-1 0,-1 1 0,-1 0 0,-4 4 0,0-1 0,0 0 0,0-1 0,-7 4 0,-1 1 0,-107 57 0,-10 8 0,105-54-1365,17-13-5461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9T13:13:05.153"/>
    </inkml:context>
    <inkml:brush xml:id="br0">
      <inkml:brushProperty name="width" value="0.035" units="cm"/>
      <inkml:brushProperty name="height" value="0.035" units="cm"/>
      <inkml:brushProperty name="color" value="#008C3A"/>
    </inkml:brush>
  </inkml:definitions>
  <inkml:trace contextRef="#ctx0" brushRef="#br0">1 1 24575,'65'0'0,"0"0"0,-8 0 0,2 0 0,29 0 0,6 0 0,0 0 0,5 0 0,-18 0 0,3 0 0,4 0-433,-13 0 1,3 0-1,1 0 1,-1 0 432,20 0 0,0 0 0,2 0 0,-16 0 0,3 0 0,1 0 0,-1 0 90,-1 0 0,0 0 0,0 0 0,-2 0-90,-4 0 0,-2 0 0,0 0 0,2 0 0,6 0 0,0-1 0,2 1 0,1 1-454,9 1 1,2 2 0,-1-1 0,-5 1 453,6-1 0,-4 0 0,5 0 0,-21 1 0,5 0 0,2 0 0,-3 0 0,-7 0-190,8-1 1,-8-1-1,1 1 190,6-2 0,0 1 0,-3 0 0,19 1 0,-2 1 0,-31-1 0,1 1 0,1-1 0,0 1 0,0 0 0,3 1 0,14 0 0,3 1 0,3-1-117,-15-3 1,2-1-1,2 0 1,0 0 116,4 0 0,1 2 0,3-1 0,6-1 0,-3 0 0,7-1 0,4 0 0,1 0 0,-3 0 0,-5-1 0,-6 1 0,-4 0 0,-3 0 0,2 0 0,5 0-304,3 0 0,6 0 1,2 0-1,-1 0 1,-5 0-1,-7 0 304,1 0 0,-7 0 0,-2 0 0,4 0 0,-4 0 0,4 0 0,1 0 0,-3 0 0,-5 0 137,15 0 0,-7 0 0,6 0-137,4 0 0,8 0 0,0 0 0,-8 0 0,-5 0 0,-6 0 0,2 0 0,11 0 0,3 0 0,-1 0 0,-5 0 0,0 0 0,-2 0-9,-10 0 0,-1 0 0,-1 0 9,0 0 0,-1 0 0,1 0 0,1 0 0,1 0 0,0 0 0,0 1 0,0-1 0,2-1 0,6 1 0,1-1 0,-1-1 0,-2-1 0,0-1 0,0 0 0,5-2 0,0 0 0,-1 0 0,-6 0 0,-1 0 0,1 0 0,9-2 0,1 0 0,5 2 0,-7 3 0,5 0 0,1 2 0,-4-2 0,-17 1 0,-3-1 0,0 1 0,3 0 0,13 0 0,5 2 0,-3-1 0,-6 1 0,-4 0 0,-7 0 0,0 0 0,-5 0 0,-2-1 0,6 2 0,-1 2 0,6 0 0,1 1 0,-4 1 0,9-1 0,-4 0 0,4 2 0,-9 0 0,4 0 0,-1 1 0,-4 1 0,4 2 0,-4 2 0,-2-2 0,-7-2 0,-1-1 0,0 1 0,5 3 0,1 0 0,-3-2 734,11 1 1,-2-1-735,15 1 0,0 0 0,-10 0 0,-2 0 0,2-1 0,2 2 0,4 2 0,0 0 0,-8-1 0,-1 0 1055,0 1 1,-1 1-1056,0-3 0,0 0 683,-3-1 1,0-1-684,4 1 0,-1 0 354,-9-2 1,-1 1-355,18 0 0,-1-1 0,-24-4 0,-2 0 0,9 0 0,-2-2 0,-14-1 0,-4-2 0,28 1 0,-24 0 0,6 0 0,-1 0 0,-1 0 0,-2 0 0,-34 0 0,-12 0 0,-1 0 0,-9 0 0,2 0 0,-7 0 0,4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9T13:13:06.278"/>
    </inkml:context>
    <inkml:brush xml:id="br0">
      <inkml:brushProperty name="width" value="0.035" units="cm"/>
      <inkml:brushProperty name="height" value="0.035" units="cm"/>
      <inkml:brushProperty name="color" value="#008C3A"/>
    </inkml:brush>
  </inkml:definitions>
  <inkml:trace contextRef="#ctx0" brushRef="#br0">194 0 24575,'59'42'0,"0"0"0,-18-13 0,1 2 0,11 11 0,6 6 0,-7-5 0,21 19 0,-24-13 0,-32-32 0,-9-9 0,-3-6 0,-3 3 0,1-4 0,-16 2 0,-40 0 0,-17 2 0,-15-1 0,18 4 0,-2 1 0,17-3 0,0-1 0,-13 5 0,2 0 0,-12 2 0,39-4 0,26-4 0,5-2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9T13:13:12.403"/>
    </inkml:context>
    <inkml:brush xml:id="br0">
      <inkml:brushProperty name="width" value="0.035" units="cm"/>
      <inkml:brushProperty name="height" value="0.035" units="cm"/>
      <inkml:brushProperty name="color" value="#008C3A"/>
    </inkml:brush>
  </inkml:definitions>
  <inkml:trace contextRef="#ctx0" brushRef="#br0">0 0 24575,'0'71'0,"0"-6"0,3-6 0,2 3 0,16 29 0,1-26 0,4-1 0,1-12 0,5 0 0,15 20 0,0-3 0,-17-27 0,0-2 0,5 9 0,-2-6 0,0-5 0,-4 4 0,32 24 0,-17-21 0,-10-6 0,1-1 0,16 7 0,-14-6 0,10 1 0,-18-19 0,8 9 0,-9-12 0,-3-2 0,-3-1 0,-4-4 0,12 11 0,-3-9 0,9 10 0,-9-12 0,0 3 0,-10-7 0,6 2 0,-7-1 0,14 4 0,-10-2 0,8 1 0,0-1 0,2 2 0,7 0 0,-7-2 0,-4 0 0,-5-3 0,-7-1 0,-2-4 0,-4 1 0,0 0 0,-1-1 0,-2 1 0,-3-3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9T13:11:10.105"/>
    </inkml:context>
    <inkml:brush xml:id="br0">
      <inkml:brushProperty name="width" value="0.035" units="cm"/>
      <inkml:brushProperty name="height" value="0.035" units="cm"/>
      <inkml:brushProperty name="color" value="#E71224"/>
    </inkml:brush>
  </inkml:definitions>
  <inkml:trace contextRef="#ctx0" brushRef="#br0">0 39 24575,'82'0'0,"-1"0"0,1 0 0,-1 0 0,1 0 0,16 0 0,-3 0 0,4 0 0,5 0 0,-23 0 0,5 0 0,4 0 0,1 0 0,-2 0 0,-2 0 0,-5 0-403,5 0 0,-7 0 1,-1 0-1,3 0 1,8 0 402,-6 0 0,8 0 0,4 0 0,4 0 0,-2 0 0,-2 0 0,-6 0 0,-9 0-491,19 0 0,-11 0 0,-2 0 0,6 0 491,0 0 0,6 0 0,1 0 0,-3 0 0,-9 0 0,10 0 0,-9 0 0,-1 0 151,-4 0 1,-1 0-1,-3 0-151,-7-1 0,-2-1 0,-1 1 0,27-3 0,-3 1-37,-2 0 0,-2 1 37,-3-4 0,-1 1 0,2 3 0,0 0 0,0 0 0,1-1 0,5 2 0,3 0 100,-20 1 1,2 0 0,-1 0-101,-7 0 0,-2 0 0,2 0 0,9 0 0,2 0 0,-2 0 0,-12 0 0,-1 0 0,4 0 0,25 0 0,7 0 0,-4 0 0,-20 0 0,-3 0 0,8 0 0,-1 0 0,11 0 0,2 0 0,-3 0 0,-10 0 0,-2 0 0,-8 0 0,4 0 0,4 0 0,5 0 0,1 0 0,-2 0 0,15 0 0,-1 0 0,-4 0 0,-16 0 0,-1 0 0,4 0 206,3 0 0,6 0 0,1 0 0,-7 0-206,2 0 0,-5 0 0,2 0 0,13 0 0,2-1 0,-1 2 0,-9 1 0,-2 2 0,5 0 0,-3-1 0,6 1 0,0 0 0,-5 0 0,10 0 0,-5 1 0,2 0 0,-17 0 0,2 0 0,0-1 0,-5 0 0,10-3 0,-5 0 0,-3 0 139,19 4 0,-4 0-139,-26-4 0,1 1 0,-4-1 0,8 2 0,2 0 0,6 1 0,9 0 0,-6 0 0,4 1 0,0 0 0,-1-1 0,6 0 0,-3-1 0,-18 0 0,-2 0 0,-1-1 0,0-1 0,-1-2 0,0 1 0,30 0 0,-2 0 40,1 0 0,-6 0-40,-31 0 0,-2 0 318,8 0 0,5 0-318,-6 0 0,6 0 0,-4 0 0,14 0 0,2 0 0,-3 0 0,6 0 0,-6 0 0,3 0 0,-6 0 621,-7 0 1,-2 0-622,-5 0 0,-4 0 234,35 0-234,-43 3 0,-2 0 0,29-2 0,17 5 0,-2-6 0,-36 0 0,2 0 0,2 0 0,2 0 0,16 0 0,-3 0 0,10 0 0,-25 0 0,-9 0 0,-29 0 0,27 0 0,-44 0 0,5 0 0,-4 0 0,1 0 0,6 0 0,-5 0 0,5 0 0,-10 0 0,3 0 0,-6 5 0,2-4 0,-3 4 0,0-4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9T13:11:11.513"/>
    </inkml:context>
    <inkml:brush xml:id="br0">
      <inkml:brushProperty name="width" value="0.035" units="cm"/>
      <inkml:brushProperty name="height" value="0.035" units="cm"/>
      <inkml:brushProperty name="color" value="#E71224"/>
    </inkml:brush>
  </inkml:definitions>
  <inkml:trace contextRef="#ctx0" brushRef="#br0">156 0 24575,'50'8'0,"29"20"0,5 3 0,-4 6 0,-37-13 0,-26-15 0,-2-3 0,-9-4 0,-2 2 0,2-1 0,1 4 0,-2-1 0,2-3 0,-4 1 0,-1-3 0,-9-1 0,-7 0 0,0 0 0,-29 12 0,-6 12 0,-24 14 0,-5 8 0,3-2 0,5-8 0,12-4 0,17-13 0,19-6 0,10-6 0,9-5 0,-1 0 0,3-2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9T13:13:25.957"/>
    </inkml:context>
    <inkml:brush xml:id="br0">
      <inkml:brushProperty name="width" value="0.035" units="cm"/>
      <inkml:brushProperty name="height" value="0.035" units="cm"/>
      <inkml:brushProperty name="color" value="#E71224"/>
    </inkml:brush>
  </inkml:definitions>
  <inkml:trace contextRef="#ctx0" brushRef="#br0">1 1 24575,'0'50'0,"0"0"0,0 49 0,13-30 0,4 0 0,7 11 0,-5-33 0,0 5 0,-1-14 0,8 1 0,5 5 0,9 2 0,-15-16 0,10 8 0,-27-27 0,5 3 0,0-1 0,-2-4 0,11 9 0,-3-6 0,14 16 0,-7-6 0,3 8 0,-14-13 0,-4-4 0,-3-3 0,-1-2 0,-1-2 0,1-1 0,7 4 0,-2 1 0,14 11 0,-14-9 0,4 4 0,-5-8 0,-1 1 0,1-3 0,-1 2 0,-5-4 0,3 4 0,-3-2 0,3 2 0,0 0 0,-1-3 0,-2 0 0,-3-3 0,-2 0 0,0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9T13:49:56.335"/>
    </inkml:context>
    <inkml:brush xml:id="br0">
      <inkml:brushProperty name="width" value="0.035" units="cm"/>
      <inkml:brushProperty name="height" value="0.035" units="cm"/>
      <inkml:brushProperty name="color" value="#E71224"/>
    </inkml:brush>
  </inkml:definitions>
  <inkml:trace contextRef="#ctx0" brushRef="#br0">0 1341 24575,'83'-8'0,"0"0"0,0 0 0,0 0 0,0 0 0,3-3 0,-1 0 0,1-1 0,0-2 0,2 0 0,-7-1 0,1 0 0,1-2 0,1 0 0,-1 0 0,0 1-1361,15-4 1,-2 1 0,1 0-1,2 1 1,1-1 1360,-6 3 0,1 1 0,1-1 0,2 1 0,0 0 0,0 0-352,-12 2 1,0 0 0,1 0 0,1 0 0,0 1 0,0 0 0,1 0 351,3 0 0,1 1 0,0 0 0,1 0 0,0 1 0,1-1 0,2-1-193,-6 1 1,2 0 0,1 0 0,1 0-1,0-1 1,0 1 0,-2-1 0,0 0 192,7-1 0,-1 0 0,-1 0 0,0 0 0,0 0 0,1 0 0,1 0 0,-8 1 0,1 0 0,1 1 0,0-1 0,0 1 0,1-1 0,-1 0 0,1 1 0,1-2 0,0 1 0,1 0 0,0 0 0,0-1 0,0 1 0,-1 0 0,0 1 0,-1-1 0,0 1 0,0 0 0,-1 0 0,1 0 0,-1 0 0,0 1 0,0-1 0,-1 1 0,0 1 0,-1 0 0,1-1 0,-1 1 0,0 0 0,-1 0 0,-1 0-271,8-1 0,0 0 1,0 0-1,-2 0 0,0 0 1,-2 0-1,-2 0 271,5-1 0,-3 0 0,-1 0 0,-1 0 0,1 1 0,2 0 37,-10 2 1,2 0-1,2 1 1,-2 0 0,0 0-1,-3 0 1,-4 0-38,8-2 0,-4 1 0,-2-1 0,0 1 0,1 1 374,8 2 0,4 1 0,-2 1 0,-6 0 0,-11 0-374,14-3 0,-11 2 1721,1 4 1,-13 0-1722,-28 0 3252,24 0-3252,-8 0 3051,1 0-3051,5 0 814,-27 0-814,-8 0 0,-13 0 0,-7 0 0,-9 1 0,-7 9 0,1-7 0,-1 8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9T13:49:57.491"/>
    </inkml:context>
    <inkml:brush xml:id="br0">
      <inkml:brushProperty name="width" value="0.035" units="cm"/>
      <inkml:brushProperty name="height" value="0.035" units="cm"/>
      <inkml:brushProperty name="color" value="#E71224"/>
    </inkml:brush>
  </inkml:definitions>
  <inkml:trace contextRef="#ctx0" brushRef="#br0">56 0 24575,'71'12'0,"-17"12"0,0 4 0,27 4 0,2 21 0,-72-44 0,-19-2 0,-11 1 0,-11 8 0,-19 10 0,1 12 0,-12 8 0,22-5 0,-11 13 0,24-16 0,-8 7 0,15-15 0,5-12 0,6-9 0,3-1 0,1-6 0,1 0 0,-1-1 0,2-1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9T13:50:02.058"/>
    </inkml:context>
    <inkml:brush xml:id="br0">
      <inkml:brushProperty name="width" value="0.035" units="cm"/>
      <inkml:brushProperty name="height" value="0.035" units="cm"/>
      <inkml:brushProperty name="color" value="#E71224"/>
    </inkml:brush>
  </inkml:definitions>
  <inkml:trace contextRef="#ctx0" brushRef="#br0">26 1993 24575,'0'-66'0,"0"-1"0,0-10 0,0-6 0,0 11 0,0-5 0,0 2 0,0-27 0,0 5 0,0 18 0,0 3 0,0 4 0,0 4 0,0-30 0,0 29 0,0 0 0,0-21 0,0 38 0,0-1 0,0-4 0,-1 0 0,-6-41 0,7 42 0,-2 3 0,-5-12 0,6 26 0,0 18 0,0 8 0,1 3 0,0 9 0,0-2 0,0-3 0,0-1 0,-1-9 0,-1 6 0,1-8 0,0 10 0,1-1 0,0 6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9T13:50:03.414"/>
    </inkml:context>
    <inkml:brush xml:id="br0">
      <inkml:brushProperty name="width" value="0.035" units="cm"/>
      <inkml:brushProperty name="height" value="0.035" units="cm"/>
      <inkml:brushProperty name="color" value="#E71224"/>
    </inkml:brush>
  </inkml:definitions>
  <inkml:trace contextRef="#ctx0" brushRef="#br0">1 378 24575,'0'-43'0,"0"-26"0,0 0 0,1-3 0,1 23 0,1 15 0,0 10 0,-2 9 0,0 13 0,2 2 0,0-1 0,4 1 0,-1 0 0,18 3 0,14 9 0,22 12 0,17 20 0,-36-13 0,-1 2 0,26 27 0,-20-14 0,-20-16 0,-19-19 0,2-1 0,-7-3 0,-2-4 0,0 5 0,0-1 0,0 4 0,0-3 0,0-3 0,0 1 0,0-4 0,0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69C67-DBF2-0228-79E6-4C42201853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26B8E6-2D8B-D8A5-41A7-5056422F69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9128AB-179F-8D53-3933-98BDCDE18963}"/>
              </a:ext>
            </a:extLst>
          </p:cNvPr>
          <p:cNvSpPr>
            <a:spLocks noGrp="1"/>
          </p:cNvSpPr>
          <p:nvPr>
            <p:ph type="body" idx="1"/>
          </p:nvPr>
        </p:nvSpPr>
        <p:spPr/>
        <p:txBody>
          <a:bodyPr/>
          <a:lstStyle/>
          <a:p>
            <a:r>
              <a:t>HTML一次情報: スライド2「今日のゴール」。本文の粒度は HTML に合わせる。</a:t>
            </a:r>
          </a:p>
          <a:p>
            <a:r>
              <a:t>講師メモ: 第3回の VM と第4回のコンテナ/ACI の責任分界と操作体験の違いを強調する。</a:t>
            </a:r>
          </a:p>
        </p:txBody>
      </p:sp>
      <p:sp>
        <p:nvSpPr>
          <p:cNvPr id="4" name="Slide Number Placeholder 3">
            <a:extLst>
              <a:ext uri="{FF2B5EF4-FFF2-40B4-BE49-F238E27FC236}">
                <a16:creationId xmlns:a16="http://schemas.microsoft.com/office/drawing/2014/main" id="{47BD6765-33F6-3994-137E-6F80FA73BF5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8927990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5D7C2-8879-2699-9C03-616B388F99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CBF6F5-68AB-BA04-B86E-A7830ADD94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E73636-648A-C1C7-7385-9F86B1259BA2}"/>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CB470301-479A-8B93-B1A2-93B616DBCC7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203454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B0F52-DAB6-8D3C-B29F-BF198A19D7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8C5E52-CD78-D4E2-84C0-F1AC1B1AA0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B035FC-2BD5-FFD2-328B-6D302228FB0F}"/>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57525F88-14F6-4AC1-6F47-A5520C97C57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2683916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71229-552C-B5D2-90F2-CCD6358358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545C1C-7F9D-4CA0-3D4F-27E5C7EE34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8EFCB5-B68B-15A7-6905-BCBDBA0A6CF1}"/>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34EF4AB3-23F2-B047-03B8-949A564133B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4719955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776B5-2F08-288F-16AB-974D503A7A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8A0030-F1DC-B3E2-6894-911DA241A3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A5646F-3D43-57B1-4B59-DE4E68F6D318}"/>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B060445D-CD1F-A92B-AEEF-4EF97EB524B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7632529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D02BD-4016-923E-0353-CED7CA9D73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81205F-D542-FA09-D8BA-53DEEA8BF0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347879-A0BC-B80D-8A9E-C03CBBC27C22}"/>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1BDB14D8-3BCC-2517-1D61-492F4F8FC19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0526908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9A26A-BE90-C30F-191A-A48B6D97CA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CE9621-18BC-B5E5-E198-5F4C2C47BD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FE6E83-A311-8FE1-6EAE-5842A68B25AD}"/>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E7D24CFD-639C-AF5D-D48E-F07B9BD3C8A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1383347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3AEA6-CA7F-AA59-863B-0E51866698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4F3641-1314-0AA3-C563-4659AAC4BE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7D2BF1-AD59-8734-002B-6F553C774831}"/>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82F73272-EDD8-EE91-5470-8301525876B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1028274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1DE4F-033E-FCBB-0023-1F8C0008C8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A91AA0-62C9-42B3-F855-15131D1164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B34750-FDCB-A475-AE8D-8225BCCC1E1B}"/>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C9BE0AE0-62FC-F923-C19C-BA920044321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0002363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3A5F4-A89E-554B-6854-055CD9EDCF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455E85-37C3-D9EF-9E05-428FDD0AB1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E020D3-0C90-4592-0D66-9FFC21EDECB7}"/>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EA2B8EDC-DAAE-5B31-4ACD-242D1EE0ACB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9520103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2A5F2-814C-11D2-50E6-6B7BB132A0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B5607E-D35A-A574-FB79-8F5310023F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392172-24A9-A538-A03A-E6BBB2B66360}"/>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64E6A52D-0293-E694-341A-E573CB030AB6}"/>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9235270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524C4-9DCF-3DF6-3EB5-656068CFC5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839DE7-255F-8849-DFAA-5B5FF199AB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B30EB2-8FDA-BE9C-99D0-B8359B1EB4F6}"/>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71947677-1B03-ADD4-5707-D423DD50F5E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4959556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9ABC9-1318-9AAE-3D36-8574B84C7F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CC4330-E9C8-D6B2-6641-4FCDCB3680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0AA6CB-8E9B-F167-B609-7CFEE666369B}"/>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974A20E3-F1F6-6E4E-55DB-F2328898DFC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9168413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FAD70-3B12-FCCE-FA80-A5D32F43D1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1D225B-6E9D-5009-CD4D-B53154FB2D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8B322-7E5B-55D1-2D11-45828FF41F90}"/>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9609B299-1715-7549-178B-4762F3DD592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5127516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66B76-6779-56F7-6DAC-B71C9D3869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D00F02-3706-B06D-CBEB-60C148574D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9B26C3-62C2-05E1-676A-A723C1E02801}"/>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73427F47-5360-1D79-5641-5CE3593926C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6265021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A8050-D23A-FDF6-06C8-BCE6FFA6A4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4CE6F4-FED1-6F8C-B6A7-17D5C84BE0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058325-AFB3-FD85-6E3E-26A2B3F3EEC3}"/>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FE6D435D-E1D8-20E9-7060-2F3DEB14ED0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8127737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84E9BC-2041-6328-BFFA-9C2588FD47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4C6DEB-00EE-8F84-E376-EC97B3D798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18D530-4690-540D-FE9A-1A17719A83A6}"/>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2EBEE760-CB0C-8E22-B7B8-7C4023AB3A3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9351165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4EA45-0835-6CE9-78CA-4F50B13552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9576AF-6251-0E15-CD75-54BDDC5115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578462-9380-0C4E-8945-B2B54137C9F1}"/>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41BED8B7-5CDA-06D5-81BF-06128EC5AFC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2079419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17C48-4CE6-0186-4602-7AC51AE521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CF52DD-F4E8-FDE9-2C51-2201497EFF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912075-E1BF-0FFF-8936-415DF4FA8298}"/>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1BAB3408-F9C3-96C1-0438-1DF2ECEA1C4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7121721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22213-6EFF-6548-5CDA-6A2BA3210D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B2FDA3-6E72-A1D7-DEDC-9BBDDB3AF9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CFC490-DF92-00E4-3CCF-90B111154206}"/>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B8BA3415-68C2-E191-60DB-DA901D568F0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8509319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84C85-47BB-E460-CBE4-AA389496ED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F6CF85-01C8-8EAE-5F48-E60FA0912F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F14DD8-5914-00C5-42B3-F202561F914E}"/>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DFED41F1-6923-3CCB-A08F-3BE3C6C4335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025329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D55C0-4000-3A05-39E3-C0508F32A5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E284AE-D92D-0048-5E29-02E1BF8F20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F2CBE9-7A19-557B-6139-4164523540A7}"/>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4D63608A-3FBA-E0DF-15BA-DC2BBA720F2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7201252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D3564-9A6E-61A9-A8A9-015057057F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15348C-39D8-49F4-5408-D721D48E28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AAC2CC-D56A-FDCF-1CA2-7AA0F5593B58}"/>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560D06C3-2708-879D-4A36-89802E75602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5044902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37DD3-82E6-E258-D2D8-8FF2FBF784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2F4CE6-4FBB-2018-03EF-6E3331F6A3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FAFEA6-A277-7223-4C94-6241C4C3CA47}"/>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3373233F-4BC6-FA90-6595-86303B4AA9E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43379752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68CAE-5DFC-738D-FF3D-696C22B049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B0820D-CA68-45E6-3277-772078DB25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BA8A35-7E5C-B04C-2E36-70A008C056C0}"/>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F8614603-9A01-3863-C303-0A8E0A7AB30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0931666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CB8FD-765F-D549-A9DC-94742272E1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F676AC-90FD-4344-17F6-AB14D0E5A1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33722E-E5F5-C487-0302-1BA2D1A9D9F2}"/>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614B03F9-710F-ACAE-7234-2A8D1B932F0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7425770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E7026-44AA-24CF-DDF0-A90BB0DFBA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912142-A0B4-8E91-6C17-F7E973CF5B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881C42-71FD-A6FD-1CC2-3487FC0253A5}"/>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2B9D5CE4-FF36-55BC-77CE-5C0DDAECDF6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762097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3DA7C-95C4-6D36-E655-2FB05ED173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08217F-41DD-51CF-C56C-956643F250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6FCBB2-BB3C-9E8C-ACC5-7C9B22E94256}"/>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A9187CEA-2DFF-F467-0EA3-A0489326D7C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2792227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886AA-6B4D-5C69-6058-0261ED9380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24D9DD-A110-8E34-30D8-5E98C0BA22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12A6E6-99F0-BD82-7FB0-810D83524A4F}"/>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ABF886D8-47CF-B12E-38E3-0057E51CFCC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42589662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79248-755A-B968-0065-2A4640F69E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2C6A41-9BC5-6152-4874-0F93D9A21C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480336-43A6-5E98-4CE5-9DC570612EEE}"/>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F832248A-B0A2-E475-2852-0EC4BFA9A62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95811883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C1C83-30DF-FA96-4ED0-3055657023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4E4A36-9039-F560-1649-F270C4D828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C4C20D-8F77-DEE2-4C96-AA2A164C029E}"/>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C004B123-004C-5DAD-6D10-8A2ADDDDE7D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9845670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6C856-F009-4EFB-AB44-70147D7CDD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DFE967-042B-FCEE-9B89-BDA65D3BB0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1C8222-CAC4-9129-C69D-07A9676F155D}"/>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86E249BF-1818-0D9C-6E7A-319796F5068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5070278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CB78B-B8A1-E927-FDD3-0A24B739CA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C6A15D-BB92-BDF8-AB73-7C3CF801D2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7798C5-4256-2BD9-1C03-2DBB4EF8BA16}"/>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C3C1E6C0-63E5-06C8-C97C-FD1451A4359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8872569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5EA78-A5FE-A421-515B-41194BA0E8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223CA8-01E2-DD87-DF2A-80B164ECFD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F8C7F1-8F1D-4478-84B1-BA216512BAEC}"/>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886DC0EC-796D-4C51-5BF7-D0425A20CE3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79423126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F46FE-060C-9765-4B23-7B922CEAB5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65B800-A209-1DB9-774B-2E70428266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3F2A46-9F81-A831-264A-27AF0679AA28}"/>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2EDC1511-F2FD-2976-C3AA-C408D857EDB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04061294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6337B-BEE0-686C-BCAB-AEA4184E3B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704BEB-8F82-A07B-CB92-CF39E4FBF2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0492AF-89FE-1BDC-4FE8-56EE768E60CA}"/>
              </a:ext>
            </a:extLst>
          </p:cNvPr>
          <p:cNvSpPr>
            <a:spLocks noGrp="1"/>
          </p:cNvSpPr>
          <p:nvPr>
            <p:ph type="body" idx="1"/>
          </p:nvPr>
        </p:nvSpPr>
        <p:spPr/>
        <p:txBody>
          <a:bodyPr/>
          <a:lstStyle/>
          <a:p>
            <a:endParaRPr dirty="0"/>
          </a:p>
        </p:txBody>
      </p:sp>
      <p:sp>
        <p:nvSpPr>
          <p:cNvPr id="4" name="Slide Number Placeholder 3">
            <a:extLst>
              <a:ext uri="{FF2B5EF4-FFF2-40B4-BE49-F238E27FC236}">
                <a16:creationId xmlns:a16="http://schemas.microsoft.com/office/drawing/2014/main" id="{46687E8B-B301-F229-FD94-E6EF1A5626C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6543191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標準スライドマスター">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A50C14-2547-473E-A140-357F715AE48C}"/>
              </a:ext>
            </a:extLst>
          </p:cNvPr>
          <p:cNvSpPr>
            <a:spLocks noGrp="1"/>
          </p:cNvSpPr>
          <p:nvPr>
            <p:ph type="title"/>
          </p:nvPr>
        </p:nvSpPr>
        <p:spPr>
          <a:xfrm>
            <a:off x="838200" y="365125"/>
            <a:ext cx="10515600" cy="549275"/>
          </a:xfrm>
        </p:spPr>
        <p:txBody>
          <a:bodyPr>
            <a:normAutofit/>
          </a:bodyPr>
          <a:lstStyle>
            <a:lvl1pPr>
              <a:buNone/>
              <a:defRPr sz="2400" b="1">
                <a:latin typeface="Yu Gothic UI"/>
                <a:ea typeface="Yu Gothic UI"/>
                <a:cs typeface="Yu Gothic UI"/>
              </a:defRPr>
            </a:lvl1pPr>
          </a:lstStyle>
          <a:p>
            <a:endParaRPr/>
          </a:p>
        </p:txBody>
      </p:sp>
      <p:sp>
        <p:nvSpPr>
          <p:cNvPr id="3" name="コンテンツ プレースホルダー 2">
            <a:extLst>
              <a:ext uri="{FF2B5EF4-FFF2-40B4-BE49-F238E27FC236}">
                <a16:creationId xmlns:a16="http://schemas.microsoft.com/office/drawing/2014/main" id="{1F03BF41-DF74-4F68-832D-3D1CD1DE9B4A}"/>
              </a:ext>
            </a:extLst>
          </p:cNvPr>
          <p:cNvSpPr>
            <a:spLocks noGrp="1"/>
          </p:cNvSpPr>
          <p:nvPr>
            <p:ph idx="1"/>
          </p:nvPr>
        </p:nvSpPr>
        <p:spPr>
          <a:xfrm>
            <a:off x="838200" y="1162974"/>
            <a:ext cx="10515600" cy="4907625"/>
          </a:xfrm>
        </p:spPr>
        <p:txBody>
          <a:bodyPr>
            <a:normAutofit/>
          </a:bodyPr>
          <a:lstStyle>
            <a:lvl1pPr>
              <a:buNone/>
              <a:defRPr sz="1600">
                <a:latin typeface="Yu Gothic UI"/>
                <a:ea typeface="Yu Gothic UI"/>
                <a:cs typeface="Yu Gothic UI"/>
              </a:defRPr>
            </a:lvl1pPr>
            <a:lvl2pPr>
              <a:buNone/>
              <a:defRPr sz="1600">
                <a:latin typeface="Yu Gothic UI"/>
                <a:ea typeface="Yu Gothic UI"/>
                <a:cs typeface="Yu Gothic UI"/>
              </a:defRPr>
            </a:lvl2pPr>
            <a:lvl3pPr>
              <a:buNone/>
              <a:defRPr sz="1600">
                <a:latin typeface="Yu Gothic UI"/>
                <a:ea typeface="Yu Gothic UI"/>
                <a:cs typeface="Yu Gothic UI"/>
              </a:defRPr>
            </a:lvl3pPr>
            <a:lvl4pPr>
              <a:buNone/>
              <a:defRPr sz="1600">
                <a:latin typeface="Yu Gothic UI"/>
                <a:ea typeface="Yu Gothic UI"/>
                <a:cs typeface="Yu Gothic UI"/>
              </a:defRPr>
            </a:lvl4pPr>
            <a:lvl5pPr>
              <a:buNone/>
              <a:defRPr sz="1600">
                <a:latin typeface="Yu Gothic UI"/>
                <a:ea typeface="Yu Gothic UI"/>
                <a:cs typeface="Yu Gothic UI"/>
              </a:defRPr>
            </a:lvl5pPr>
          </a:lstStyle>
          <a:p>
            <a:endParaRPr/>
          </a:p>
        </p:txBody>
      </p:sp>
      <p:sp>
        <p:nvSpPr>
          <p:cNvPr id="4" name="日付プレースホルダー 3">
            <a:extLst>
              <a:ext uri="{FF2B5EF4-FFF2-40B4-BE49-F238E27FC236}">
                <a16:creationId xmlns:a16="http://schemas.microsoft.com/office/drawing/2014/main" id="{571E96A7-B217-484F-83E2-7FE34696D7B8}"/>
              </a:ext>
            </a:extLst>
          </p:cNvPr>
          <p:cNvSpPr>
            <a:spLocks noGrp="1"/>
          </p:cNvSpPr>
          <p:nvPr>
            <p:ph type="dt" idx="10"/>
          </p:nvPr>
        </p:nvSpPr>
        <p:spPr>
          <a:xfrm>
            <a:off x="8610600" y="6356348"/>
            <a:ext cx="2743200" cy="365125"/>
          </a:xfrm>
        </p:spPr>
        <p:txBody>
          <a:bodyPr/>
          <a:lstStyle>
            <a:lvl1pPr algn="r">
              <a:buNone/>
              <a:defRPr/>
            </a:lvl1pPr>
          </a:lstStyle>
          <a:p>
            <a:endParaRPr/>
          </a:p>
        </p:txBody>
      </p:sp>
      <p:sp>
        <p:nvSpPr>
          <p:cNvPr id="5" name="フッター プレースホルダー 4">
            <a:extLst>
              <a:ext uri="{FF2B5EF4-FFF2-40B4-BE49-F238E27FC236}">
                <a16:creationId xmlns:a16="http://schemas.microsoft.com/office/drawing/2014/main" id="{77737D5D-4FB4-4DA9-9780-D7405A06C353}"/>
              </a:ext>
            </a:extLst>
          </p:cNvPr>
          <p:cNvSpPr>
            <a:spLocks noGrp="1"/>
          </p:cNvSpPr>
          <p:nvPr>
            <p:ph type="ftr" idx="11"/>
          </p:nvPr>
        </p:nvSpPr>
        <p:spPr/>
        <p:txBody>
          <a:bodyPr/>
          <a:lstStyle/>
          <a:p>
            <a:endParaRPr/>
          </a:p>
        </p:txBody>
      </p:sp>
      <p:sp>
        <p:nvSpPr>
          <p:cNvPr id="6" name="スライド番号プレースホルダー 5">
            <a:extLst>
              <a:ext uri="{FF2B5EF4-FFF2-40B4-BE49-F238E27FC236}">
                <a16:creationId xmlns:a16="http://schemas.microsoft.com/office/drawing/2014/main" id="{B576B126-3647-4E8A-BFBE-BD046B834E99}"/>
              </a:ext>
            </a:extLst>
          </p:cNvPr>
          <p:cNvSpPr>
            <a:spLocks noGrp="1"/>
          </p:cNvSpPr>
          <p:nvPr>
            <p:ph type="sldNum" idx="12"/>
          </p:nvPr>
        </p:nvSpPr>
        <p:spPr>
          <a:xfrm>
            <a:off x="838200" y="6356349"/>
            <a:ext cx="2743200" cy="365125"/>
          </a:xfrm>
        </p:spPr>
        <p:txBody>
          <a:bodyPr/>
          <a:lstStyle>
            <a:lvl1pPr algn="l">
              <a:buNone/>
              <a:defRPr/>
            </a:lvl1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スライド表紙">
    <p:spTree>
      <p:nvGrpSpPr>
        <p:cNvPr id="1" name=""/>
        <p:cNvGrpSpPr/>
        <p:nvPr/>
      </p:nvGrpSpPr>
      <p:grpSpPr>
        <a:xfrm>
          <a:off x="0" y="0"/>
          <a:ext cx="0" cy="0"/>
          <a:chOff x="0" y="0"/>
          <a:chExt cx="0" cy="0"/>
        </a:xfrm>
      </p:grpSpPr>
      <p:sp>
        <p:nvSpPr>
          <p:cNvPr id="3" name="タイトル 1">
            <a:extLst>
              <a:ext uri="{FF2B5EF4-FFF2-40B4-BE49-F238E27FC236}">
                <a16:creationId xmlns:a16="http://schemas.microsoft.com/office/drawing/2014/main" id="{AA04A7EC-51A4-2CCD-C19C-6471CA721861}"/>
              </a:ext>
            </a:extLst>
          </p:cNvPr>
          <p:cNvSpPr>
            <a:spLocks noGrp="1"/>
          </p:cNvSpPr>
          <p:nvPr>
            <p:ph type="ctrTitle"/>
          </p:nvPr>
        </p:nvSpPr>
        <p:spPr>
          <a:xfrm>
            <a:off x="1524000" y="1122363"/>
            <a:ext cx="9144000" cy="2387600"/>
          </a:xfrm>
        </p:spPr>
        <p:txBody>
          <a:bodyPr anchor="b">
            <a:normAutofit/>
          </a:bodyPr>
          <a:lstStyle>
            <a:lvl1pPr algn="ctr">
              <a:buNone/>
              <a:defRPr sz="4000"/>
            </a:lvl1pPr>
          </a:lstStyle>
          <a:p>
            <a:endParaRPr/>
          </a:p>
        </p:txBody>
      </p:sp>
      <p:sp>
        <p:nvSpPr>
          <p:cNvPr id="4" name="字幕 2">
            <a:extLst>
              <a:ext uri="{FF2B5EF4-FFF2-40B4-BE49-F238E27FC236}">
                <a16:creationId xmlns:a16="http://schemas.microsoft.com/office/drawing/2014/main" id="{6FAFA8D3-BD7F-63F6-E03A-E4C1097B0C91}"/>
              </a:ext>
            </a:extLst>
          </p:cNvPr>
          <p:cNvSpPr>
            <a:spLocks noGrp="1"/>
          </p:cNvSpPr>
          <p:nvPr>
            <p:ph type="subTitle" idx="1"/>
          </p:nvPr>
        </p:nvSpPr>
        <p:spPr>
          <a:xfrm>
            <a:off x="1524000" y="3602038"/>
            <a:ext cx="9144000" cy="863362"/>
          </a:xfrm>
        </p:spPr>
        <p:txBody>
          <a:bodyPr/>
          <a:lstStyle>
            <a:lvl1pPr marL="0" indent="0" algn="ctr">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a:p>
        </p:txBody>
      </p:sp>
      <p:sp>
        <p:nvSpPr>
          <p:cNvPr id="9" name="テキスト プレースホルダー 8">
            <a:extLst>
              <a:ext uri="{FF2B5EF4-FFF2-40B4-BE49-F238E27FC236}">
                <a16:creationId xmlns:a16="http://schemas.microsoft.com/office/drawing/2014/main" id="{CFB302AD-8C05-763D-CA33-038DD291D42B}"/>
              </a:ext>
            </a:extLst>
          </p:cNvPr>
          <p:cNvSpPr>
            <a:spLocks noGrp="1"/>
          </p:cNvSpPr>
          <p:nvPr>
            <p:ph type="body" idx="10"/>
          </p:nvPr>
        </p:nvSpPr>
        <p:spPr>
          <a:xfrm>
            <a:off x="577356" y="5155452"/>
            <a:ext cx="5184775" cy="1221390"/>
          </a:xfrm>
        </p:spPr>
        <p:txBody>
          <a:bodyPr/>
          <a:lstStyle>
            <a:lvl1pPr>
              <a:spcBef>
                <a:spcPts val="400"/>
              </a:spcBef>
              <a:buNone/>
              <a:defRPr sz="2400"/>
            </a:lvl1pPr>
          </a:lstStyle>
          <a:p>
            <a:endParaRPr/>
          </a:p>
        </p:txBody>
      </p:sp>
      <p:sp>
        <p:nvSpPr>
          <p:cNvPr id="12" name="テキスト プレースホルダー 11">
            <a:extLst>
              <a:ext uri="{FF2B5EF4-FFF2-40B4-BE49-F238E27FC236}">
                <a16:creationId xmlns:a16="http://schemas.microsoft.com/office/drawing/2014/main" id="{C5F34568-844A-6D62-99C6-A28EF2F3CC14}"/>
              </a:ext>
            </a:extLst>
          </p:cNvPr>
          <p:cNvSpPr>
            <a:spLocks noGrp="1"/>
          </p:cNvSpPr>
          <p:nvPr>
            <p:ph type="body" idx="11"/>
          </p:nvPr>
        </p:nvSpPr>
        <p:spPr>
          <a:xfrm>
            <a:off x="9282113" y="5919642"/>
            <a:ext cx="2572430" cy="457200"/>
          </a:xfrm>
        </p:spPr>
        <p:txBody>
          <a:bodyPr>
            <a:noAutofit/>
          </a:bodyPr>
          <a:lstStyle>
            <a:lvl1pPr algn="r">
              <a:buNone/>
              <a:defRPr sz="2400"/>
            </a:lvl1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A50C14-2547-473E-A140-357F715AE48C}"/>
              </a:ext>
            </a:extLst>
          </p:cNvPr>
          <p:cNvSpPr>
            <a:spLocks noGrp="1"/>
          </p:cNvSpPr>
          <p:nvPr>
            <p:ph type="title"/>
          </p:nvPr>
        </p:nvSpPr>
        <p:spPr>
          <a:xfrm>
            <a:off x="838200" y="365125"/>
            <a:ext cx="10515600" cy="549275"/>
          </a:xfrm>
        </p:spPr>
        <p:txBody>
          <a:bodyPr>
            <a:normAutofit/>
          </a:bodyPr>
          <a:lstStyle>
            <a:lvl1pPr>
              <a:buNone/>
              <a:defRPr sz="2400" b="1">
                <a:latin typeface="Yu Gothic UI"/>
                <a:ea typeface="Yu Gothic UI"/>
                <a:cs typeface="Yu Gothic UI"/>
              </a:defRPr>
            </a:lvl1pPr>
          </a:lstStyle>
          <a:p>
            <a:endParaRPr/>
          </a:p>
        </p:txBody>
      </p:sp>
      <p:sp>
        <p:nvSpPr>
          <p:cNvPr id="3" name="コンテンツ プレースホルダー 2">
            <a:extLst>
              <a:ext uri="{FF2B5EF4-FFF2-40B4-BE49-F238E27FC236}">
                <a16:creationId xmlns:a16="http://schemas.microsoft.com/office/drawing/2014/main" id="{1F03BF41-DF74-4F68-832D-3D1CD1DE9B4A}"/>
              </a:ext>
            </a:extLst>
          </p:cNvPr>
          <p:cNvSpPr>
            <a:spLocks noGrp="1"/>
          </p:cNvSpPr>
          <p:nvPr>
            <p:ph idx="1"/>
          </p:nvPr>
        </p:nvSpPr>
        <p:spPr>
          <a:xfrm>
            <a:off x="838200" y="1162974"/>
            <a:ext cx="10515600" cy="1173825"/>
          </a:xfrm>
        </p:spPr>
        <p:txBody>
          <a:bodyPr>
            <a:noAutofit/>
          </a:bodyPr>
          <a:lstStyle>
            <a:lvl1pPr marL="9525" indent="-9525">
              <a:buNone/>
              <a:defRPr sz="1800">
                <a:latin typeface="Yu Gothic UI"/>
                <a:ea typeface="Yu Gothic UI"/>
                <a:cs typeface="Yu Gothic UI"/>
              </a:defRPr>
            </a:lvl1pPr>
            <a:lvl2pPr marL="449263" indent="0">
              <a:buNone/>
              <a:defRPr sz="1800">
                <a:latin typeface="Yu Gothic UI"/>
                <a:ea typeface="Yu Gothic UI"/>
                <a:cs typeface="Yu Gothic UI"/>
              </a:defRPr>
            </a:lvl2pPr>
            <a:lvl3pPr marL="890588" indent="0">
              <a:buNone/>
              <a:defRPr sz="1800">
                <a:latin typeface="Yu Gothic UI"/>
                <a:ea typeface="Yu Gothic UI"/>
                <a:cs typeface="Yu Gothic UI"/>
              </a:defRPr>
            </a:lvl3pPr>
            <a:lvl4pPr marL="1341438" indent="0">
              <a:buNone/>
              <a:defRPr sz="1800">
                <a:latin typeface="Yu Gothic UI"/>
                <a:ea typeface="Yu Gothic UI"/>
                <a:cs typeface="Yu Gothic UI"/>
              </a:defRPr>
            </a:lvl4pPr>
            <a:lvl5pPr marL="1822450" indent="0">
              <a:buNone/>
              <a:defRPr sz="1800">
                <a:latin typeface="Yu Gothic UI"/>
                <a:ea typeface="Yu Gothic UI"/>
                <a:cs typeface="Yu Gothic UI"/>
              </a:defRPr>
            </a:lvl5pPr>
          </a:lstStyle>
          <a:p>
            <a:endParaRPr/>
          </a:p>
        </p:txBody>
      </p:sp>
      <p:sp>
        <p:nvSpPr>
          <p:cNvPr id="4" name="日付プレースホルダー 3">
            <a:extLst>
              <a:ext uri="{FF2B5EF4-FFF2-40B4-BE49-F238E27FC236}">
                <a16:creationId xmlns:a16="http://schemas.microsoft.com/office/drawing/2014/main" id="{571E96A7-B217-484F-83E2-7FE34696D7B8}"/>
              </a:ext>
            </a:extLst>
          </p:cNvPr>
          <p:cNvSpPr>
            <a:spLocks noGrp="1"/>
          </p:cNvSpPr>
          <p:nvPr>
            <p:ph type="dt" idx="10"/>
          </p:nvPr>
        </p:nvSpPr>
        <p:spPr>
          <a:xfrm>
            <a:off x="8610600" y="6356348"/>
            <a:ext cx="2743200" cy="365125"/>
          </a:xfrm>
        </p:spPr>
        <p:txBody>
          <a:bodyPr/>
          <a:lstStyle>
            <a:lvl1pPr algn="r">
              <a:buNone/>
              <a:defRPr/>
            </a:lvl1pPr>
          </a:lstStyle>
          <a:p>
            <a:endParaRPr/>
          </a:p>
        </p:txBody>
      </p:sp>
      <p:sp>
        <p:nvSpPr>
          <p:cNvPr id="5" name="フッター プレースホルダー 4">
            <a:extLst>
              <a:ext uri="{FF2B5EF4-FFF2-40B4-BE49-F238E27FC236}">
                <a16:creationId xmlns:a16="http://schemas.microsoft.com/office/drawing/2014/main" id="{77737D5D-4FB4-4DA9-9780-D7405A06C353}"/>
              </a:ext>
            </a:extLst>
          </p:cNvPr>
          <p:cNvSpPr>
            <a:spLocks noGrp="1"/>
          </p:cNvSpPr>
          <p:nvPr>
            <p:ph type="ftr" idx="11"/>
          </p:nvPr>
        </p:nvSpPr>
        <p:spPr/>
        <p:txBody>
          <a:bodyPr/>
          <a:lstStyle/>
          <a:p>
            <a:endParaRPr/>
          </a:p>
        </p:txBody>
      </p:sp>
      <p:sp>
        <p:nvSpPr>
          <p:cNvPr id="6" name="スライド番号プレースホルダー 5">
            <a:extLst>
              <a:ext uri="{FF2B5EF4-FFF2-40B4-BE49-F238E27FC236}">
                <a16:creationId xmlns:a16="http://schemas.microsoft.com/office/drawing/2014/main" id="{B576B126-3647-4E8A-BFBE-BD046B834E99}"/>
              </a:ext>
            </a:extLst>
          </p:cNvPr>
          <p:cNvSpPr>
            <a:spLocks noGrp="1"/>
          </p:cNvSpPr>
          <p:nvPr>
            <p:ph type="sldNum" idx="12"/>
          </p:nvPr>
        </p:nvSpPr>
        <p:spPr>
          <a:xfrm>
            <a:off x="838200" y="6356349"/>
            <a:ext cx="2743200" cy="365125"/>
          </a:xfrm>
        </p:spPr>
        <p:txBody>
          <a:bodyPr/>
          <a:lstStyle>
            <a:lvl1pPr algn="l">
              <a:buNone/>
              <a:defRPr/>
            </a:lvl1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エンドクレジット">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セクションタイトル">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7D02FB24-493B-4123-A0B6-09180120D3D5}"/>
              </a:ext>
            </a:extLst>
          </p:cNvPr>
          <p:cNvSpPr>
            <a:spLocks noGrp="1"/>
          </p:cNvSpPr>
          <p:nvPr>
            <p:ph type="dt" idx="10"/>
          </p:nvPr>
        </p:nvSpPr>
        <p:spPr/>
        <p:txBody>
          <a:bodyPr/>
          <a:lstStyle/>
          <a:p>
            <a:endParaRPr/>
          </a:p>
        </p:txBody>
      </p:sp>
      <p:sp>
        <p:nvSpPr>
          <p:cNvPr id="3" name="フッター プレースホルダー 2">
            <a:extLst>
              <a:ext uri="{FF2B5EF4-FFF2-40B4-BE49-F238E27FC236}">
                <a16:creationId xmlns:a16="http://schemas.microsoft.com/office/drawing/2014/main" id="{8890D093-FE2F-4604-946C-D15AB7EBF10A}"/>
              </a:ext>
            </a:extLst>
          </p:cNvPr>
          <p:cNvSpPr>
            <a:spLocks noGrp="1"/>
          </p:cNvSpPr>
          <p:nvPr>
            <p:ph type="ftr" idx="11"/>
          </p:nvPr>
        </p:nvSpPr>
        <p:spPr/>
        <p:txBody>
          <a:bodyPr/>
          <a:lstStyle/>
          <a:p>
            <a:endParaRPr/>
          </a:p>
        </p:txBody>
      </p:sp>
      <p:sp>
        <p:nvSpPr>
          <p:cNvPr id="4" name="スライド番号プレースホルダー 3">
            <a:extLst>
              <a:ext uri="{FF2B5EF4-FFF2-40B4-BE49-F238E27FC236}">
                <a16:creationId xmlns:a16="http://schemas.microsoft.com/office/drawing/2014/main" id="{9D7F2009-FCEB-48FE-8C7A-B8C659F513DD}"/>
              </a:ext>
            </a:extLst>
          </p:cNvPr>
          <p:cNvSpPr>
            <a:spLocks noGrp="1"/>
          </p:cNvSpPr>
          <p:nvPr>
            <p:ph type="sldNum" idx="12"/>
          </p:nvPr>
        </p:nvSpPr>
        <p:spPr/>
        <p:txBody>
          <a:bodyPr/>
          <a:lstStyle/>
          <a:p>
            <a:endParaRPr/>
          </a:p>
        </p:txBody>
      </p:sp>
      <p:sp>
        <p:nvSpPr>
          <p:cNvPr id="7" name="テキスト プレースホルダー 6">
            <a:extLst>
              <a:ext uri="{FF2B5EF4-FFF2-40B4-BE49-F238E27FC236}">
                <a16:creationId xmlns:a16="http://schemas.microsoft.com/office/drawing/2014/main" id="{C8DCFE20-2760-245C-6805-9307FDD861B2}"/>
              </a:ext>
            </a:extLst>
          </p:cNvPr>
          <p:cNvSpPr>
            <a:spLocks noGrp="1"/>
          </p:cNvSpPr>
          <p:nvPr>
            <p:ph type="body" idx="13"/>
          </p:nvPr>
        </p:nvSpPr>
        <p:spPr>
          <a:xfrm>
            <a:off x="838200" y="2716213"/>
            <a:ext cx="10374313" cy="2262187"/>
          </a:xfrm>
        </p:spPr>
        <p:txBody>
          <a:bodyPr/>
          <a:lstStyle>
            <a:lvl1pPr>
              <a:buNone/>
              <a:defRPr sz="3600"/>
            </a:lvl1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リード文な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A50C14-2547-473E-A140-357F715AE48C}"/>
              </a:ext>
            </a:extLst>
          </p:cNvPr>
          <p:cNvSpPr>
            <a:spLocks noGrp="1"/>
          </p:cNvSpPr>
          <p:nvPr>
            <p:ph type="title"/>
          </p:nvPr>
        </p:nvSpPr>
        <p:spPr>
          <a:xfrm>
            <a:off x="838200" y="365125"/>
            <a:ext cx="10515600" cy="549275"/>
          </a:xfrm>
        </p:spPr>
        <p:txBody>
          <a:bodyPr>
            <a:normAutofit/>
          </a:bodyPr>
          <a:lstStyle>
            <a:lvl1pPr>
              <a:buNone/>
              <a:defRPr sz="2400" b="1">
                <a:latin typeface="Yu Gothic UI"/>
                <a:ea typeface="Yu Gothic UI"/>
                <a:cs typeface="Yu Gothic UI"/>
              </a:defRPr>
            </a:lvl1pPr>
          </a:lstStyle>
          <a:p>
            <a:endParaRPr/>
          </a:p>
        </p:txBody>
      </p:sp>
      <p:sp>
        <p:nvSpPr>
          <p:cNvPr id="4" name="日付プレースホルダー 3">
            <a:extLst>
              <a:ext uri="{FF2B5EF4-FFF2-40B4-BE49-F238E27FC236}">
                <a16:creationId xmlns:a16="http://schemas.microsoft.com/office/drawing/2014/main" id="{571E96A7-B217-484F-83E2-7FE34696D7B8}"/>
              </a:ext>
            </a:extLst>
          </p:cNvPr>
          <p:cNvSpPr>
            <a:spLocks noGrp="1"/>
          </p:cNvSpPr>
          <p:nvPr>
            <p:ph type="dt" idx="10"/>
          </p:nvPr>
        </p:nvSpPr>
        <p:spPr>
          <a:xfrm>
            <a:off x="8610600" y="6356348"/>
            <a:ext cx="2743200" cy="365125"/>
          </a:xfrm>
        </p:spPr>
        <p:txBody>
          <a:bodyPr/>
          <a:lstStyle>
            <a:lvl1pPr algn="r">
              <a:buNone/>
              <a:defRPr/>
            </a:lvl1pPr>
          </a:lstStyle>
          <a:p>
            <a:endParaRPr/>
          </a:p>
        </p:txBody>
      </p:sp>
      <p:sp>
        <p:nvSpPr>
          <p:cNvPr id="5" name="フッター プレースホルダー 4">
            <a:extLst>
              <a:ext uri="{FF2B5EF4-FFF2-40B4-BE49-F238E27FC236}">
                <a16:creationId xmlns:a16="http://schemas.microsoft.com/office/drawing/2014/main" id="{77737D5D-4FB4-4DA9-9780-D7405A06C353}"/>
              </a:ext>
            </a:extLst>
          </p:cNvPr>
          <p:cNvSpPr>
            <a:spLocks noGrp="1"/>
          </p:cNvSpPr>
          <p:nvPr>
            <p:ph type="ftr" idx="11"/>
          </p:nvPr>
        </p:nvSpPr>
        <p:spPr/>
        <p:txBody>
          <a:bodyPr/>
          <a:lstStyle/>
          <a:p>
            <a:endParaRPr/>
          </a:p>
        </p:txBody>
      </p:sp>
      <p:sp>
        <p:nvSpPr>
          <p:cNvPr id="6" name="スライド番号プレースホルダー 5">
            <a:extLst>
              <a:ext uri="{FF2B5EF4-FFF2-40B4-BE49-F238E27FC236}">
                <a16:creationId xmlns:a16="http://schemas.microsoft.com/office/drawing/2014/main" id="{B576B126-3647-4E8A-BFBE-BD046B834E99}"/>
              </a:ext>
            </a:extLst>
          </p:cNvPr>
          <p:cNvSpPr>
            <a:spLocks noGrp="1"/>
          </p:cNvSpPr>
          <p:nvPr>
            <p:ph type="sldNum" idx="12"/>
          </p:nvPr>
        </p:nvSpPr>
        <p:spPr>
          <a:xfrm>
            <a:off x="838200" y="6356349"/>
            <a:ext cx="2743200" cy="365125"/>
          </a:xfrm>
        </p:spPr>
        <p:txBody>
          <a:bodyPr/>
          <a:lstStyle>
            <a:lvl1pPr algn="l">
              <a:buNone/>
              <a:defRPr/>
            </a:lvl1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CFCFC"/>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1B48D7FF-B78B-44FF-983F-50666A1D5F71}"/>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endParaRPr/>
          </a:p>
        </p:txBody>
      </p:sp>
      <p:sp>
        <p:nvSpPr>
          <p:cNvPr id="3" name="テキスト プレースホルダー 2">
            <a:extLst>
              <a:ext uri="{FF2B5EF4-FFF2-40B4-BE49-F238E27FC236}">
                <a16:creationId xmlns:a16="http://schemas.microsoft.com/office/drawing/2014/main" id="{E698EC68-E480-458A-B36D-265A18218A83}"/>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endParaRPr/>
          </a:p>
        </p:txBody>
      </p:sp>
      <p:sp>
        <p:nvSpPr>
          <p:cNvPr id="4" name="日付プレースホルダー 3">
            <a:extLst>
              <a:ext uri="{FF2B5EF4-FFF2-40B4-BE49-F238E27FC236}">
                <a16:creationId xmlns:a16="http://schemas.microsoft.com/office/drawing/2014/main" id="{F91653D7-C620-4352-A865-1F041D89FB04}"/>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endParaRPr/>
          </a:p>
        </p:txBody>
      </p:sp>
      <p:sp>
        <p:nvSpPr>
          <p:cNvPr id="5" name="フッター プレースホルダー 4">
            <a:extLst>
              <a:ext uri="{FF2B5EF4-FFF2-40B4-BE49-F238E27FC236}">
                <a16:creationId xmlns:a16="http://schemas.microsoft.com/office/drawing/2014/main" id="{56603EA2-4A43-4B89-B70F-998BB42EEB64}"/>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スライド番号プレースホルダー 5">
            <a:extLst>
              <a:ext uri="{FF2B5EF4-FFF2-40B4-BE49-F238E27FC236}">
                <a16:creationId xmlns:a16="http://schemas.microsoft.com/office/drawing/2014/main" id="{D9C29C83-EA4C-4F10-BAC0-CA53A8B36BC8}"/>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Yu Gothic UI"/>
          <a:ea typeface="Yu Gothic UI"/>
          <a:cs typeface="Yu Gothic UI"/>
        </a:defRPr>
      </a:lvl1pPr>
    </p:titleStyle>
    <p:body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image" Target="../media/image16.svg"/><Relationship Id="rId18" Type="http://schemas.openxmlformats.org/officeDocument/2006/relationships/image" Target="../media/image21.svg"/><Relationship Id="rId26" Type="http://schemas.openxmlformats.org/officeDocument/2006/relationships/image" Target="../media/image28.svg"/><Relationship Id="rId3" Type="http://schemas.openxmlformats.org/officeDocument/2006/relationships/image" Target="../media/image6.svg"/><Relationship Id="rId21" Type="http://schemas.openxmlformats.org/officeDocument/2006/relationships/image" Target="../media/image23.svg"/><Relationship Id="rId7" Type="http://schemas.openxmlformats.org/officeDocument/2006/relationships/image" Target="../media/image10.svg"/><Relationship Id="rId12" Type="http://schemas.openxmlformats.org/officeDocument/2006/relationships/image" Target="../media/image15.svg"/><Relationship Id="rId17" Type="http://schemas.openxmlformats.org/officeDocument/2006/relationships/image" Target="../media/image20.svg"/><Relationship Id="rId25" Type="http://schemas.openxmlformats.org/officeDocument/2006/relationships/image" Target="../media/image27.png"/><Relationship Id="rId2" Type="http://schemas.openxmlformats.org/officeDocument/2006/relationships/notesSlide" Target="../notesSlides/notesSlide4.xml"/><Relationship Id="rId16" Type="http://schemas.openxmlformats.org/officeDocument/2006/relationships/image" Target="../media/image19.svg"/><Relationship Id="rId20" Type="http://schemas.openxmlformats.org/officeDocument/2006/relationships/image" Target="../media/image22.svg"/><Relationship Id="rId1" Type="http://schemas.openxmlformats.org/officeDocument/2006/relationships/slideLayout" Target="../slideLayouts/slideLayout3.xml"/><Relationship Id="rId6" Type="http://schemas.openxmlformats.org/officeDocument/2006/relationships/image" Target="../media/image9.svg"/><Relationship Id="rId11" Type="http://schemas.openxmlformats.org/officeDocument/2006/relationships/image" Target="../media/image14.svg"/><Relationship Id="rId24" Type="http://schemas.openxmlformats.org/officeDocument/2006/relationships/image" Target="../media/image26.svg"/><Relationship Id="rId5" Type="http://schemas.openxmlformats.org/officeDocument/2006/relationships/image" Target="../media/image8.svg"/><Relationship Id="rId15" Type="http://schemas.openxmlformats.org/officeDocument/2006/relationships/image" Target="../media/image18.svg"/><Relationship Id="rId23" Type="http://schemas.openxmlformats.org/officeDocument/2006/relationships/image" Target="../media/image25.svg"/><Relationship Id="rId28" Type="http://schemas.openxmlformats.org/officeDocument/2006/relationships/image" Target="../media/image30.svg"/><Relationship Id="rId10" Type="http://schemas.openxmlformats.org/officeDocument/2006/relationships/image" Target="../media/image13.svg"/><Relationship Id="rId19" Type="http://schemas.openxmlformats.org/officeDocument/2006/relationships/image" Target="../media/image5.svg"/><Relationship Id="rId4" Type="http://schemas.openxmlformats.org/officeDocument/2006/relationships/image" Target="../media/image7.svg"/><Relationship Id="rId9" Type="http://schemas.openxmlformats.org/officeDocument/2006/relationships/image" Target="../media/image12.svg"/><Relationship Id="rId14" Type="http://schemas.openxmlformats.org/officeDocument/2006/relationships/image" Target="../media/image17.svg"/><Relationship Id="rId22" Type="http://schemas.openxmlformats.org/officeDocument/2006/relationships/image" Target="../media/image24.svg"/><Relationship Id="rId27" Type="http://schemas.openxmlformats.org/officeDocument/2006/relationships/image" Target="../media/image29.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33.png"/><Relationship Id="rId4" Type="http://schemas.openxmlformats.org/officeDocument/2006/relationships/image" Target="../media/image32.png"/></Relationships>
</file>

<file path=ppt/slides/_rels/slide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32.png"/><Relationship Id="rId4" Type="http://schemas.openxmlformats.org/officeDocument/2006/relationships/image" Target="../media/image35.wmf"/></Relationships>
</file>

<file path=ppt/slides/_rels/slide1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37.png"/></Relationships>
</file>

<file path=ppt/slides/_rels/slide1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hyperlink" Target="https://azure.microsoft.com/ja-jp/updates/general-availability-azure-bastion-native-client-support/"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46.png"/><Relationship Id="rId5" Type="http://schemas.openxmlformats.org/officeDocument/2006/relationships/image" Target="../media/image33.png"/><Relationship Id="rId4" Type="http://schemas.openxmlformats.org/officeDocument/2006/relationships/image" Target="../media/image45.png"/></Relationships>
</file>

<file path=ppt/slides/_rels/slide1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hyperlink" Target="https://docs.microsoft.com/ja-jp/azure/firewall/premium-features" TargetMode="External"/><Relationship Id="rId4" Type="http://schemas.openxmlformats.org/officeDocument/2006/relationships/hyperlink" Target="https://docs.microsoft.com/ja-jp/azure/firewall/features"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8" Type="http://schemas.openxmlformats.org/officeDocument/2006/relationships/image" Target="../media/image52.svg"/><Relationship Id="rId13" Type="http://schemas.openxmlformats.org/officeDocument/2006/relationships/image" Target="../media/image56.svg"/><Relationship Id="rId18" Type="http://schemas.openxmlformats.org/officeDocument/2006/relationships/image" Target="../media/image61.svg"/><Relationship Id="rId3" Type="http://schemas.openxmlformats.org/officeDocument/2006/relationships/image" Target="../media/image2.svg"/><Relationship Id="rId7" Type="http://schemas.openxmlformats.org/officeDocument/2006/relationships/image" Target="../media/image51.svg"/><Relationship Id="rId12" Type="http://schemas.openxmlformats.org/officeDocument/2006/relationships/image" Target="../media/image7.svg"/><Relationship Id="rId17" Type="http://schemas.openxmlformats.org/officeDocument/2006/relationships/image" Target="../media/image60.svg"/><Relationship Id="rId2" Type="http://schemas.openxmlformats.org/officeDocument/2006/relationships/notesSlide" Target="../notesSlides/notesSlide18.xml"/><Relationship Id="rId16" Type="http://schemas.openxmlformats.org/officeDocument/2006/relationships/image" Target="../media/image59.svg"/><Relationship Id="rId20" Type="http://schemas.openxmlformats.org/officeDocument/2006/relationships/image" Target="../media/image63.svg"/><Relationship Id="rId1" Type="http://schemas.openxmlformats.org/officeDocument/2006/relationships/slideLayout" Target="../slideLayouts/slideLayout3.xml"/><Relationship Id="rId6" Type="http://schemas.openxmlformats.org/officeDocument/2006/relationships/image" Target="../media/image50.svg"/><Relationship Id="rId11" Type="http://schemas.openxmlformats.org/officeDocument/2006/relationships/image" Target="../media/image55.svg"/><Relationship Id="rId5" Type="http://schemas.openxmlformats.org/officeDocument/2006/relationships/image" Target="../media/image49.svg"/><Relationship Id="rId15" Type="http://schemas.openxmlformats.org/officeDocument/2006/relationships/image" Target="../media/image58.svg"/><Relationship Id="rId10" Type="http://schemas.openxmlformats.org/officeDocument/2006/relationships/image" Target="../media/image54.svg"/><Relationship Id="rId19" Type="http://schemas.openxmlformats.org/officeDocument/2006/relationships/image" Target="../media/image62.svg"/><Relationship Id="rId4" Type="http://schemas.openxmlformats.org/officeDocument/2006/relationships/image" Target="../media/image3.svg"/><Relationship Id="rId9" Type="http://schemas.openxmlformats.org/officeDocument/2006/relationships/image" Target="../media/image53.svg"/><Relationship Id="rId14" Type="http://schemas.openxmlformats.org/officeDocument/2006/relationships/image" Target="../media/image57.svg"/></Relationships>
</file>

<file path=ppt/slides/_rels/slide2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8" Type="http://schemas.openxmlformats.org/officeDocument/2006/relationships/image" Target="../media/image66.svg"/><Relationship Id="rId18" Type="http://schemas.openxmlformats.org/officeDocument/2006/relationships/image" Target="../media/image126.png"/><Relationship Id="rId3" Type="http://schemas.openxmlformats.org/officeDocument/2006/relationships/image" Target="../media/image7.svg"/><Relationship Id="rId21" Type="http://schemas.openxmlformats.org/officeDocument/2006/relationships/customXml" Target="../ink/ink4.xml"/><Relationship Id="rId7" Type="http://schemas.openxmlformats.org/officeDocument/2006/relationships/image" Target="../media/image65.svg"/><Relationship Id="rId17" Type="http://schemas.openxmlformats.org/officeDocument/2006/relationships/customXml" Target="../ink/ink2.xml"/><Relationship Id="rId2" Type="http://schemas.openxmlformats.org/officeDocument/2006/relationships/notesSlide" Target="../notesSlides/notesSlide20.xml"/><Relationship Id="rId16" Type="http://schemas.openxmlformats.org/officeDocument/2006/relationships/image" Target="../media/image125.png"/><Relationship Id="rId20" Type="http://schemas.openxmlformats.org/officeDocument/2006/relationships/image" Target="../media/image127.png"/><Relationship Id="rId1" Type="http://schemas.openxmlformats.org/officeDocument/2006/relationships/slideLayout" Target="../slideLayouts/slideLayout3.xml"/><Relationship Id="rId6" Type="http://schemas.openxmlformats.org/officeDocument/2006/relationships/image" Target="../media/image3.svg"/><Relationship Id="rId5" Type="http://schemas.openxmlformats.org/officeDocument/2006/relationships/image" Target="../media/image2.svg"/><Relationship Id="rId19" Type="http://schemas.openxmlformats.org/officeDocument/2006/relationships/customXml" Target="../ink/ink3.xml"/><Relationship Id="rId4" Type="http://schemas.openxmlformats.org/officeDocument/2006/relationships/image" Target="../media/image4.svg"/><Relationship Id="rId9" Type="http://schemas.openxmlformats.org/officeDocument/2006/relationships/customXml" Target="../ink/ink1.xml"/><Relationship Id="rId22" Type="http://schemas.openxmlformats.org/officeDocument/2006/relationships/image" Target="../media/image128.png"/></Relationships>
</file>

<file path=ppt/slides/_rels/slide2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8" Type="http://schemas.openxmlformats.org/officeDocument/2006/relationships/image" Target="../media/image75.emf"/><Relationship Id="rId13" Type="http://schemas.openxmlformats.org/officeDocument/2006/relationships/image" Target="../media/image80.svg"/><Relationship Id="rId18" Type="http://schemas.openxmlformats.org/officeDocument/2006/relationships/image" Target="../media/image85.png"/><Relationship Id="rId3" Type="http://schemas.openxmlformats.org/officeDocument/2006/relationships/image" Target="../media/image70.svg"/><Relationship Id="rId7" Type="http://schemas.openxmlformats.org/officeDocument/2006/relationships/image" Target="../media/image74.emf"/><Relationship Id="rId12" Type="http://schemas.openxmlformats.org/officeDocument/2006/relationships/image" Target="../media/image79.png"/><Relationship Id="rId17" Type="http://schemas.openxmlformats.org/officeDocument/2006/relationships/image" Target="../media/image84.png"/><Relationship Id="rId2" Type="http://schemas.openxmlformats.org/officeDocument/2006/relationships/notesSlide" Target="../notesSlides/notesSlide24.xml"/><Relationship Id="rId16" Type="http://schemas.openxmlformats.org/officeDocument/2006/relationships/image" Target="../media/image83.png"/><Relationship Id="rId1" Type="http://schemas.openxmlformats.org/officeDocument/2006/relationships/slideLayout" Target="../slideLayouts/slideLayout3.xml"/><Relationship Id="rId6" Type="http://schemas.openxmlformats.org/officeDocument/2006/relationships/image" Target="../media/image73.emf"/><Relationship Id="rId11" Type="http://schemas.openxmlformats.org/officeDocument/2006/relationships/image" Target="../media/image78.png"/><Relationship Id="rId5" Type="http://schemas.openxmlformats.org/officeDocument/2006/relationships/image" Target="../media/image72.emf"/><Relationship Id="rId15" Type="http://schemas.openxmlformats.org/officeDocument/2006/relationships/image" Target="../media/image82.png"/><Relationship Id="rId10" Type="http://schemas.openxmlformats.org/officeDocument/2006/relationships/image" Target="../media/image77.png"/><Relationship Id="rId19" Type="http://schemas.openxmlformats.org/officeDocument/2006/relationships/hyperlink" Target="https://docs.microsoft.com/ja-jp/azure/load-balancer/cross-region-overview" TargetMode="External"/><Relationship Id="rId4" Type="http://schemas.openxmlformats.org/officeDocument/2006/relationships/image" Target="../media/image71.emf"/><Relationship Id="rId9" Type="http://schemas.openxmlformats.org/officeDocument/2006/relationships/image" Target="../media/image76.emf"/><Relationship Id="rId14" Type="http://schemas.openxmlformats.org/officeDocument/2006/relationships/image" Target="../media/image81.png"/></Relationships>
</file>

<file path=ppt/slides/_rels/slide29.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26.xml"/><Relationship Id="rId1" Type="http://schemas.openxmlformats.org/officeDocument/2006/relationships/slideLayout" Target="../slideLayouts/slideLayout3.xml"/><Relationship Id="rId5" Type="http://schemas.openxmlformats.org/officeDocument/2006/relationships/image" Target="../media/image18.svg"/><Relationship Id="rId4" Type="http://schemas.openxmlformats.org/officeDocument/2006/relationships/image" Target="../media/image15.sv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87.sv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8" Type="http://schemas.openxmlformats.org/officeDocument/2006/relationships/image" Target="../media/image18.svg"/><Relationship Id="rId13" Type="http://schemas.openxmlformats.org/officeDocument/2006/relationships/image" Target="../media/image25.svg"/><Relationship Id="rId18" Type="http://schemas.openxmlformats.org/officeDocument/2006/relationships/image" Target="../media/image27.png"/><Relationship Id="rId3" Type="http://schemas.openxmlformats.org/officeDocument/2006/relationships/image" Target="../media/image1.svg"/><Relationship Id="rId7" Type="http://schemas.openxmlformats.org/officeDocument/2006/relationships/image" Target="../media/image17.svg"/><Relationship Id="rId12" Type="http://schemas.openxmlformats.org/officeDocument/2006/relationships/image" Target="../media/image5.svg"/><Relationship Id="rId17" Type="http://schemas.openxmlformats.org/officeDocument/2006/relationships/image" Target="../media/image66.svg"/><Relationship Id="rId2" Type="http://schemas.openxmlformats.org/officeDocument/2006/relationships/notesSlide" Target="../notesSlides/notesSlide30.xml"/><Relationship Id="rId16" Type="http://schemas.openxmlformats.org/officeDocument/2006/relationships/image" Target="../media/image3.svg"/><Relationship Id="rId1" Type="http://schemas.openxmlformats.org/officeDocument/2006/relationships/slideLayout" Target="../slideLayouts/slideLayout3.xml"/><Relationship Id="rId6" Type="http://schemas.openxmlformats.org/officeDocument/2006/relationships/image" Target="../media/image20.svg"/><Relationship Id="rId11" Type="http://schemas.openxmlformats.org/officeDocument/2006/relationships/image" Target="../media/image4.svg"/><Relationship Id="rId5" Type="http://schemas.openxmlformats.org/officeDocument/2006/relationships/image" Target="../media/image9.svg"/><Relationship Id="rId15" Type="http://schemas.openxmlformats.org/officeDocument/2006/relationships/image" Target="../media/image2.sv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9.svg"/><Relationship Id="rId14" Type="http://schemas.openxmlformats.org/officeDocument/2006/relationships/image" Target="../media/image89.svg"/></Relationships>
</file>

<file path=ppt/slides/_rels/slide36.xml.rels><?xml version="1.0" encoding="UTF-8" standalone="yes"?>
<Relationships xmlns="http://schemas.openxmlformats.org/package/2006/relationships"><Relationship Id="rId8" Type="http://schemas.openxmlformats.org/officeDocument/2006/relationships/image" Target="../media/image18.svg"/><Relationship Id="rId13" Type="http://schemas.openxmlformats.org/officeDocument/2006/relationships/image" Target="../media/image25.svg"/><Relationship Id="rId3" Type="http://schemas.openxmlformats.org/officeDocument/2006/relationships/image" Target="../media/image1.svg"/><Relationship Id="rId7" Type="http://schemas.openxmlformats.org/officeDocument/2006/relationships/image" Target="../media/image17.svg"/><Relationship Id="rId12" Type="http://schemas.openxmlformats.org/officeDocument/2006/relationships/image" Target="../media/image5.svg"/><Relationship Id="rId2" Type="http://schemas.openxmlformats.org/officeDocument/2006/relationships/notesSlide" Target="../notesSlides/notesSlide31.xml"/><Relationship Id="rId1" Type="http://schemas.openxmlformats.org/officeDocument/2006/relationships/slideLayout" Target="../slideLayouts/slideLayout3.xml"/><Relationship Id="rId6" Type="http://schemas.openxmlformats.org/officeDocument/2006/relationships/image" Target="../media/image20.svg"/><Relationship Id="rId11" Type="http://schemas.openxmlformats.org/officeDocument/2006/relationships/image" Target="../media/image4.svg"/><Relationship Id="rId5" Type="http://schemas.openxmlformats.org/officeDocument/2006/relationships/image" Target="../media/image9.svg"/><Relationship Id="rId15" Type="http://schemas.openxmlformats.org/officeDocument/2006/relationships/image" Target="../media/image27.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9.svg"/><Relationship Id="rId14" Type="http://schemas.openxmlformats.org/officeDocument/2006/relationships/image" Target="../media/image89.svg"/></Relationships>
</file>

<file path=ppt/slides/_rels/slide37.xml.rels><?xml version="1.0" encoding="UTF-8" standalone="yes"?>
<Relationships xmlns="http://schemas.openxmlformats.org/package/2006/relationships"><Relationship Id="rId8" Type="http://schemas.openxmlformats.org/officeDocument/2006/relationships/image" Target="../media/image18.svg"/><Relationship Id="rId13" Type="http://schemas.openxmlformats.org/officeDocument/2006/relationships/image" Target="../media/image25.svg"/><Relationship Id="rId18" Type="http://schemas.openxmlformats.org/officeDocument/2006/relationships/image" Target="../media/image66.svg"/><Relationship Id="rId3" Type="http://schemas.openxmlformats.org/officeDocument/2006/relationships/image" Target="../media/image1.svg"/><Relationship Id="rId7" Type="http://schemas.openxmlformats.org/officeDocument/2006/relationships/image" Target="../media/image17.svg"/><Relationship Id="rId12" Type="http://schemas.openxmlformats.org/officeDocument/2006/relationships/image" Target="../media/image5.svg"/><Relationship Id="rId17" Type="http://schemas.openxmlformats.org/officeDocument/2006/relationships/image" Target="../media/image3.svg"/><Relationship Id="rId2" Type="http://schemas.openxmlformats.org/officeDocument/2006/relationships/notesSlide" Target="../notesSlides/notesSlide32.xml"/><Relationship Id="rId16" Type="http://schemas.openxmlformats.org/officeDocument/2006/relationships/image" Target="../media/image2.svg"/><Relationship Id="rId1" Type="http://schemas.openxmlformats.org/officeDocument/2006/relationships/slideLayout" Target="../slideLayouts/slideLayout3.xml"/><Relationship Id="rId6" Type="http://schemas.openxmlformats.org/officeDocument/2006/relationships/image" Target="../media/image20.svg"/><Relationship Id="rId11" Type="http://schemas.openxmlformats.org/officeDocument/2006/relationships/image" Target="../media/image4.svg"/><Relationship Id="rId5" Type="http://schemas.openxmlformats.org/officeDocument/2006/relationships/image" Target="../media/image9.svg"/><Relationship Id="rId15" Type="http://schemas.openxmlformats.org/officeDocument/2006/relationships/image" Target="../media/image27.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9.svg"/><Relationship Id="rId14" Type="http://schemas.openxmlformats.org/officeDocument/2006/relationships/image" Target="../media/image89.sv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8" Type="http://schemas.openxmlformats.org/officeDocument/2006/relationships/image" Target="../media/image90.svg"/><Relationship Id="rId13" Type="http://schemas.openxmlformats.org/officeDocument/2006/relationships/image" Target="../media/image93.png"/><Relationship Id="rId18" Type="http://schemas.openxmlformats.org/officeDocument/2006/relationships/customXml" Target="../ink/ink9.xml"/><Relationship Id="rId3" Type="http://schemas.openxmlformats.org/officeDocument/2006/relationships/image" Target="../media/image7.svg"/><Relationship Id="rId21" Type="http://schemas.openxmlformats.org/officeDocument/2006/relationships/image" Target="../media/image97.png"/><Relationship Id="rId7" Type="http://schemas.openxmlformats.org/officeDocument/2006/relationships/image" Target="../media/image9.svg"/><Relationship Id="rId12" Type="http://schemas.openxmlformats.org/officeDocument/2006/relationships/customXml" Target="../ink/ink6.xml"/><Relationship Id="rId17" Type="http://schemas.openxmlformats.org/officeDocument/2006/relationships/image" Target="../media/image95.png"/><Relationship Id="rId2" Type="http://schemas.openxmlformats.org/officeDocument/2006/relationships/notesSlide" Target="../notesSlides/notesSlide34.xml"/><Relationship Id="rId16" Type="http://schemas.openxmlformats.org/officeDocument/2006/relationships/customXml" Target="../ink/ink8.xml"/><Relationship Id="rId20" Type="http://schemas.openxmlformats.org/officeDocument/2006/relationships/customXml" Target="../ink/ink10.xml"/><Relationship Id="rId1" Type="http://schemas.openxmlformats.org/officeDocument/2006/relationships/slideLayout" Target="../slideLayouts/slideLayout3.xml"/><Relationship Id="rId6" Type="http://schemas.openxmlformats.org/officeDocument/2006/relationships/image" Target="../media/image66.svg"/><Relationship Id="rId11" Type="http://schemas.openxmlformats.org/officeDocument/2006/relationships/image" Target="../media/image92.png"/><Relationship Id="rId5" Type="http://schemas.openxmlformats.org/officeDocument/2006/relationships/image" Target="../media/image3.svg"/><Relationship Id="rId15" Type="http://schemas.openxmlformats.org/officeDocument/2006/relationships/image" Target="../media/image94.png"/><Relationship Id="rId10" Type="http://schemas.openxmlformats.org/officeDocument/2006/relationships/customXml" Target="../ink/ink5.xml"/><Relationship Id="rId19" Type="http://schemas.openxmlformats.org/officeDocument/2006/relationships/image" Target="../media/image96.png"/><Relationship Id="rId4" Type="http://schemas.openxmlformats.org/officeDocument/2006/relationships/image" Target="../media/image4.svg"/><Relationship Id="rId9" Type="http://schemas.openxmlformats.org/officeDocument/2006/relationships/image" Target="../media/image91.svg"/><Relationship Id="rId14" Type="http://schemas.openxmlformats.org/officeDocument/2006/relationships/customXml" Target="../ink/ink7.xml"/></Relationships>
</file>

<file path=ppt/slides/_rels/slide4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37.xml"/><Relationship Id="rId1" Type="http://schemas.openxmlformats.org/officeDocument/2006/relationships/slideLayout" Target="../slideLayouts/slideLayout3.xml"/><Relationship Id="rId4" Type="http://schemas.openxmlformats.org/officeDocument/2006/relationships/image" Target="../media/image25.svg"/></Relationships>
</file>

<file path=ppt/slides/_rels/slide44.xml.rels><?xml version="1.0" encoding="UTF-8" standalone="yes"?>
<Relationships xmlns="http://schemas.openxmlformats.org/package/2006/relationships"><Relationship Id="rId8" Type="http://schemas.openxmlformats.org/officeDocument/2006/relationships/image" Target="../media/image25.svg"/><Relationship Id="rId13" Type="http://schemas.openxmlformats.org/officeDocument/2006/relationships/customXml" Target="../ink/ink13.xml"/><Relationship Id="rId3" Type="http://schemas.openxmlformats.org/officeDocument/2006/relationships/image" Target="../media/image4.svg"/><Relationship Id="rId7" Type="http://schemas.openxmlformats.org/officeDocument/2006/relationships/image" Target="../media/image89.svg"/><Relationship Id="rId12" Type="http://schemas.openxmlformats.org/officeDocument/2006/relationships/image" Target="../media/image100.png"/><Relationship Id="rId2" Type="http://schemas.openxmlformats.org/officeDocument/2006/relationships/notesSlide" Target="../notesSlides/notesSlide38.xml"/><Relationship Id="rId16" Type="http://schemas.openxmlformats.org/officeDocument/2006/relationships/image" Target="../media/image102.png"/><Relationship Id="rId1" Type="http://schemas.openxmlformats.org/officeDocument/2006/relationships/slideLayout" Target="../slideLayouts/slideLayout3.xml"/><Relationship Id="rId6" Type="http://schemas.openxmlformats.org/officeDocument/2006/relationships/image" Target="../media/image49.svg"/><Relationship Id="rId11" Type="http://schemas.openxmlformats.org/officeDocument/2006/relationships/customXml" Target="../ink/ink12.xml"/><Relationship Id="rId5" Type="http://schemas.openxmlformats.org/officeDocument/2006/relationships/image" Target="../media/image9.svg"/><Relationship Id="rId15" Type="http://schemas.openxmlformats.org/officeDocument/2006/relationships/customXml" Target="../ink/ink14.xml"/><Relationship Id="rId10" Type="http://schemas.openxmlformats.org/officeDocument/2006/relationships/image" Target="../media/image99.png"/><Relationship Id="rId4" Type="http://schemas.openxmlformats.org/officeDocument/2006/relationships/image" Target="../media/image66.svg"/><Relationship Id="rId9" Type="http://schemas.openxmlformats.org/officeDocument/2006/relationships/customXml" Target="../ink/ink11.xml"/><Relationship Id="rId14" Type="http://schemas.openxmlformats.org/officeDocument/2006/relationships/image" Target="../media/image10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7B3DB332-4829-430D-ABF8-AAA02D2E2F20}"/>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txBody>
          <a:bodyPr/>
          <a:lstStyle/>
          <a:p>
            <a:endParaRPr lang="ja-JP" altLang="en-US"/>
          </a:p>
        </p:txBody>
      </p:sp>
      <p:sp>
        <p:nvSpPr>
          <p:cNvPr id="2" name="正方形/長方形 1">
            <a:extLst>
              <a:ext uri="{FF2B5EF4-FFF2-40B4-BE49-F238E27FC236}">
                <a16:creationId xmlns:a16="http://schemas.microsoft.com/office/drawing/2014/main" id="{3C3942EC-8BBF-4694-8E7D-18483F43DB53}"/>
              </a:ext>
            </a:extLst>
          </p:cNvPr>
          <p:cNvSpPr>
            <a:spLocks noGrp="1"/>
          </p:cNvSpPr>
          <p:nvPr/>
        </p:nvSpPr>
        <p:spPr>
          <a:xfrm>
            <a:off x="0" y="0"/>
            <a:ext cx="4629150" cy="6858000"/>
          </a:xfrm>
          <a:prstGeom prst="rect">
            <a:avLst/>
          </a:prstGeom>
          <a:solidFill>
            <a:srgbClr val="EAF1FB"/>
          </a:solidFill>
          <a:ln w="0">
            <a:solidFill>
              <a:srgbClr val="000000">
                <a:alpha val="0"/>
              </a:srgbClr>
            </a:solidFill>
            <a:prstDash val="solid"/>
          </a:ln>
        </p:spPr>
        <p:txBody>
          <a:bodyPr/>
          <a:lstStyle/>
          <a:p>
            <a:endParaRPr lang="ja-JP" altLang="en-US"/>
          </a:p>
        </p:txBody>
      </p:sp>
      <p:sp>
        <p:nvSpPr>
          <p:cNvPr id="3" name="正方形/長方形 2">
            <a:extLst>
              <a:ext uri="{FF2B5EF4-FFF2-40B4-BE49-F238E27FC236}">
                <a16:creationId xmlns:a16="http://schemas.microsoft.com/office/drawing/2014/main" id="{828025D4-9544-4FF2-83EA-C8F94EFBD6C1}"/>
              </a:ext>
            </a:extLst>
          </p:cNvPr>
          <p:cNvSpPr>
            <a:spLocks noGrp="1"/>
          </p:cNvSpPr>
          <p:nvPr/>
        </p:nvSpPr>
        <p:spPr>
          <a:xfrm>
            <a:off x="0" y="0"/>
            <a:ext cx="171450" cy="6858000"/>
          </a:xfrm>
          <a:prstGeom prst="rect">
            <a:avLst/>
          </a:prstGeom>
          <a:solidFill>
            <a:srgbClr val="4472C4"/>
          </a:solidFill>
          <a:ln w="0">
            <a:solidFill>
              <a:srgbClr val="000000">
                <a:alpha val="0"/>
              </a:srgbClr>
            </a:solidFill>
            <a:prstDash val="solid"/>
          </a:ln>
        </p:spPr>
        <p:txBody>
          <a:bodyPr/>
          <a:lstStyle/>
          <a:p>
            <a:endParaRPr lang="ja-JP" altLang="en-US"/>
          </a:p>
        </p:txBody>
      </p:sp>
      <p:sp>
        <p:nvSpPr>
          <p:cNvPr id="4" name="正方形/長方形 3">
            <a:extLst>
              <a:ext uri="{FF2B5EF4-FFF2-40B4-BE49-F238E27FC236}">
                <a16:creationId xmlns:a16="http://schemas.microsoft.com/office/drawing/2014/main" id="{50685B20-1434-48E7-9A60-CCE22EA4A975}"/>
              </a:ext>
            </a:extLst>
          </p:cNvPr>
          <p:cNvSpPr>
            <a:spLocks noGrp="1"/>
          </p:cNvSpPr>
          <p:nvPr/>
        </p:nvSpPr>
        <p:spPr>
          <a:xfrm>
            <a:off x="742950" y="819150"/>
            <a:ext cx="3429000"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75" b="1">
                <a:solidFill>
                  <a:srgbClr val="244A8F"/>
                </a:solidFill>
                <a:latin typeface="Meiryo UI"/>
                <a:ea typeface="Meiryo UI"/>
                <a:cs typeface="Meiryo UI"/>
              </a:defRPr>
            </a:pPr>
            <a:r>
              <a:rPr sz="1875" b="1">
                <a:solidFill>
                  <a:srgbClr val="244A8F"/>
                </a:solidFill>
                <a:latin typeface="Meiryo UI"/>
                <a:ea typeface="Meiryo UI"/>
                <a:cs typeface="Meiryo UI"/>
              </a:rPr>
              <a:t>Azure Workshop</a:t>
            </a:r>
          </a:p>
          <a:p>
            <a:pPr algn="l">
              <a:defRPr sz="1875" b="1">
                <a:solidFill>
                  <a:srgbClr val="244A8F"/>
                </a:solidFill>
                <a:latin typeface="Meiryo UI"/>
                <a:ea typeface="Meiryo UI"/>
                <a:cs typeface="Meiryo UI"/>
              </a:defRPr>
            </a:pPr>
            <a:r>
              <a:rPr sz="1875" b="1">
                <a:solidFill>
                  <a:srgbClr val="244A8F"/>
                </a:solidFill>
                <a:latin typeface="Meiryo UI"/>
                <a:ea typeface="Meiryo UI"/>
                <a:cs typeface="Meiryo UI"/>
              </a:rPr>
              <a:t>for Beginners</a:t>
            </a:r>
          </a:p>
        </p:txBody>
      </p:sp>
      <p:sp>
        <p:nvSpPr>
          <p:cNvPr id="5" name="正方形/長方形 4">
            <a:extLst>
              <a:ext uri="{FF2B5EF4-FFF2-40B4-BE49-F238E27FC236}">
                <a16:creationId xmlns:a16="http://schemas.microsoft.com/office/drawing/2014/main" id="{9DBD5B95-C9F5-4638-96D9-A8CE4A155095}"/>
              </a:ext>
            </a:extLst>
          </p:cNvPr>
          <p:cNvSpPr>
            <a:spLocks noGrp="1"/>
          </p:cNvSpPr>
          <p:nvPr/>
        </p:nvSpPr>
        <p:spPr>
          <a:xfrm>
            <a:off x="5219700" y="1200150"/>
            <a:ext cx="5810250" cy="112395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3300" b="1">
                <a:solidFill>
                  <a:srgbClr val="1F2937"/>
                </a:solidFill>
                <a:latin typeface="Yu Gothic"/>
                <a:ea typeface="Yu Gothic"/>
                <a:cs typeface="Yu Gothic"/>
              </a:defRPr>
            </a:pPr>
            <a:r>
              <a:rPr lang="en-US" altLang="ja-JP" sz="2800" b="1" dirty="0">
                <a:solidFill>
                  <a:srgbClr val="1F2937"/>
                </a:solidFill>
                <a:latin typeface="Yu Gothic"/>
                <a:ea typeface="Yu Gothic"/>
                <a:cs typeface="Yu Gothic"/>
              </a:rPr>
              <a:t>Azure </a:t>
            </a:r>
            <a:r>
              <a:rPr lang="ja-JP" altLang="en-US" sz="2800" b="1">
                <a:solidFill>
                  <a:srgbClr val="1F2937"/>
                </a:solidFill>
                <a:latin typeface="Yu Gothic"/>
                <a:ea typeface="Yu Gothic"/>
                <a:cs typeface="Yu Gothic"/>
              </a:rPr>
              <a:t>のネットワークの仕組み</a:t>
            </a:r>
            <a:endParaRPr lang="en-US" altLang="ja-JP" sz="2800" b="1" dirty="0">
              <a:solidFill>
                <a:srgbClr val="1F2937"/>
              </a:solidFill>
              <a:latin typeface="Yu Gothic"/>
              <a:ea typeface="Yu Gothic"/>
              <a:cs typeface="Yu Gothic"/>
            </a:endParaRPr>
          </a:p>
        </p:txBody>
      </p:sp>
      <p:sp>
        <p:nvSpPr>
          <p:cNvPr id="6" name="正方形/長方形 5">
            <a:extLst>
              <a:ext uri="{FF2B5EF4-FFF2-40B4-BE49-F238E27FC236}">
                <a16:creationId xmlns:a16="http://schemas.microsoft.com/office/drawing/2014/main" id="{2769FC6D-0B0A-4C37-8C6D-9B70639859DC}"/>
              </a:ext>
            </a:extLst>
          </p:cNvPr>
          <p:cNvSpPr>
            <a:spLocks noGrp="1"/>
          </p:cNvSpPr>
          <p:nvPr/>
        </p:nvSpPr>
        <p:spPr>
          <a:xfrm>
            <a:off x="5257800" y="2590800"/>
            <a:ext cx="5524500" cy="11049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1575" b="0">
                <a:solidFill>
                  <a:srgbClr val="64748B"/>
                </a:solidFill>
                <a:latin typeface="Yu Gothic"/>
                <a:ea typeface="Yu Gothic"/>
                <a:cs typeface="Yu Gothic"/>
              </a:defRPr>
            </a:pPr>
            <a:r>
              <a:rPr lang="ja-JP" altLang="en-US" sz="1400">
                <a:solidFill>
                  <a:srgbClr val="64748B"/>
                </a:solidFill>
                <a:latin typeface="Yu Gothic"/>
                <a:ea typeface="Yu Gothic"/>
                <a:cs typeface="Yu Gothic"/>
              </a:rPr>
              <a:t>この回では、</a:t>
            </a:r>
            <a:r>
              <a:rPr lang="en-US" altLang="ja-JP" sz="1400" dirty="0">
                <a:solidFill>
                  <a:srgbClr val="64748B"/>
                </a:solidFill>
                <a:latin typeface="Yu Gothic"/>
                <a:ea typeface="Yu Gothic"/>
                <a:cs typeface="Yu Gothic"/>
              </a:rPr>
              <a:t>Azure </a:t>
            </a:r>
            <a:r>
              <a:rPr lang="ja-JP" altLang="en-US" sz="1400">
                <a:solidFill>
                  <a:srgbClr val="64748B"/>
                </a:solidFill>
                <a:latin typeface="Yu Gothic"/>
                <a:ea typeface="Yu Gothic"/>
                <a:cs typeface="Yu Gothic"/>
              </a:rPr>
              <a:t>の</a:t>
            </a:r>
            <a:r>
              <a:rPr lang="en-US" altLang="ja-JP" sz="1400" dirty="0">
                <a:solidFill>
                  <a:srgbClr val="64748B"/>
                </a:solidFill>
                <a:latin typeface="Yu Gothic"/>
                <a:ea typeface="Yu Gothic"/>
                <a:cs typeface="Yu Gothic"/>
              </a:rPr>
              <a:t> Network </a:t>
            </a:r>
            <a:r>
              <a:rPr lang="ja-JP" altLang="en-US" sz="1400">
                <a:solidFill>
                  <a:srgbClr val="64748B"/>
                </a:solidFill>
                <a:latin typeface="Yu Gothic"/>
                <a:ea typeface="Yu Gothic"/>
                <a:cs typeface="Yu Gothic"/>
              </a:rPr>
              <a:t>関連のサービスに焦点をあてて解説します。</a:t>
            </a:r>
          </a:p>
          <a:p>
            <a:pPr>
              <a:defRPr sz="1575" b="0">
                <a:solidFill>
                  <a:srgbClr val="64748B"/>
                </a:solidFill>
                <a:latin typeface="Yu Gothic"/>
                <a:ea typeface="Yu Gothic"/>
                <a:cs typeface="Yu Gothic"/>
              </a:defRPr>
            </a:pPr>
            <a:endParaRPr lang="ja-JP" altLang="en-US" sz="1400" dirty="0">
              <a:solidFill>
                <a:srgbClr val="64748B"/>
              </a:solidFill>
              <a:latin typeface="Yu Gothic"/>
              <a:ea typeface="Yu Gothic"/>
              <a:cs typeface="Yu Gothic"/>
            </a:endParaRPr>
          </a:p>
        </p:txBody>
      </p:sp>
      <p:sp>
        <p:nvSpPr>
          <p:cNvPr id="7" name="正方形/長方形 6">
            <a:extLst>
              <a:ext uri="{FF2B5EF4-FFF2-40B4-BE49-F238E27FC236}">
                <a16:creationId xmlns:a16="http://schemas.microsoft.com/office/drawing/2014/main" id="{DFE36B7A-5E3C-45E7-B5C6-DD919C94A7E7}"/>
              </a:ext>
            </a:extLst>
          </p:cNvPr>
          <p:cNvSpPr>
            <a:spLocks noGrp="1"/>
          </p:cNvSpPr>
          <p:nvPr/>
        </p:nvSpPr>
        <p:spPr>
          <a:xfrm>
            <a:off x="5257800" y="4057650"/>
            <a:ext cx="800100" cy="285750"/>
          </a:xfrm>
          <a:prstGeom prst="rect">
            <a:avLst/>
          </a:prstGeom>
          <a:solidFill>
            <a:srgbClr val="4472C4"/>
          </a:solidFill>
          <a:ln w="0">
            <a:solidFill>
              <a:srgbClr val="4472C4"/>
            </a:solidFill>
            <a:prstDash val="solid"/>
          </a:ln>
        </p:spPr>
        <p:txBody>
          <a:bodyPr lIns="76200" tIns="38100" rIns="76200" bIns="38100" anchor="ctr"/>
          <a:lstStyle/>
          <a:p>
            <a:pPr algn="ctr">
              <a:defRPr sz="765" b="1">
                <a:solidFill>
                  <a:srgbClr val="FFFFFF"/>
                </a:solidFill>
                <a:latin typeface="Yu Gothic UI"/>
                <a:ea typeface="Yu Gothic UI"/>
                <a:cs typeface="Yu Gothic UI"/>
              </a:defRPr>
            </a:pPr>
            <a:r>
              <a:rPr sz="765" b="1" dirty="0">
                <a:solidFill>
                  <a:srgbClr val="FFFFFF"/>
                </a:solidFill>
                <a:latin typeface="Yu Gothic UI"/>
                <a:ea typeface="Yu Gothic UI"/>
                <a:cs typeface="Yu Gothic UI"/>
              </a:rPr>
              <a:t>第</a:t>
            </a:r>
            <a:r>
              <a:rPr lang="en-US" sz="765" b="1" dirty="0">
                <a:solidFill>
                  <a:srgbClr val="FFFFFF"/>
                </a:solidFill>
                <a:latin typeface="Yu Gothic UI"/>
                <a:ea typeface="Yu Gothic UI"/>
                <a:cs typeface="Yu Gothic UI"/>
              </a:rPr>
              <a:t>5</a:t>
            </a:r>
            <a:r>
              <a:rPr sz="765" b="1" dirty="0">
                <a:solidFill>
                  <a:srgbClr val="FFFFFF"/>
                </a:solidFill>
                <a:latin typeface="Yu Gothic UI"/>
                <a:ea typeface="Yu Gothic UI"/>
                <a:cs typeface="Yu Gothic UI"/>
              </a:rPr>
              <a:t>回</a:t>
            </a:r>
          </a:p>
        </p:txBody>
      </p:sp>
      <p:sp>
        <p:nvSpPr>
          <p:cNvPr id="8" name="正方形/長方形 7">
            <a:extLst>
              <a:ext uri="{FF2B5EF4-FFF2-40B4-BE49-F238E27FC236}">
                <a16:creationId xmlns:a16="http://schemas.microsoft.com/office/drawing/2014/main" id="{BFE25AC2-4ACC-4216-8714-96B55FB68F91}"/>
              </a:ext>
            </a:extLst>
          </p:cNvPr>
          <p:cNvSpPr>
            <a:spLocks noGrp="1"/>
          </p:cNvSpPr>
          <p:nvPr/>
        </p:nvSpPr>
        <p:spPr>
          <a:xfrm>
            <a:off x="6191250" y="4057650"/>
            <a:ext cx="2076450" cy="285750"/>
          </a:xfrm>
          <a:prstGeom prst="rect">
            <a:avLst/>
          </a:prstGeom>
          <a:solidFill>
            <a:srgbClr val="70AD47"/>
          </a:solidFill>
          <a:ln w="0">
            <a:solidFill>
              <a:srgbClr val="70AD47"/>
            </a:solidFill>
            <a:prstDash val="solid"/>
          </a:ln>
        </p:spPr>
        <p:txBody>
          <a:bodyPr lIns="76200" tIns="38100" rIns="76200" bIns="38100" anchor="ctr"/>
          <a:lstStyle/>
          <a:p>
            <a:pPr algn="ctr">
              <a:defRPr sz="765" b="1">
                <a:solidFill>
                  <a:srgbClr val="FFFFFF"/>
                </a:solidFill>
                <a:latin typeface="Yu Gothic UI"/>
                <a:ea typeface="Yu Gothic UI"/>
                <a:cs typeface="Yu Gothic UI"/>
              </a:defRPr>
            </a:pPr>
            <a:r>
              <a:rPr sz="765" b="1">
                <a:solidFill>
                  <a:srgbClr val="FFFFFF"/>
                </a:solidFill>
                <a:latin typeface="Yu Gothic UI"/>
                <a:ea typeface="Yu Gothic UI"/>
                <a:cs typeface="Yu Gothic UI"/>
              </a:rPr>
              <a:t>オンライン座学 + ハンズオン</a:t>
            </a:r>
          </a:p>
        </p:txBody>
      </p:sp>
      <p:sp>
        <p:nvSpPr>
          <p:cNvPr id="9" name="正方形/長方形 8">
            <a:extLst>
              <a:ext uri="{FF2B5EF4-FFF2-40B4-BE49-F238E27FC236}">
                <a16:creationId xmlns:a16="http://schemas.microsoft.com/office/drawing/2014/main" id="{357FDBAC-8BBB-46B1-A819-9FBE30EC418A}"/>
              </a:ext>
            </a:extLst>
          </p:cNvPr>
          <p:cNvSpPr>
            <a:spLocks noGrp="1"/>
          </p:cNvSpPr>
          <p:nvPr/>
        </p:nvSpPr>
        <p:spPr>
          <a:xfrm>
            <a:off x="8401050" y="4057650"/>
            <a:ext cx="1352550" cy="285750"/>
          </a:xfrm>
          <a:prstGeom prst="rect">
            <a:avLst/>
          </a:prstGeom>
          <a:solidFill>
            <a:srgbClr val="ED7D31"/>
          </a:solidFill>
          <a:ln w="0">
            <a:solidFill>
              <a:srgbClr val="ED7D31"/>
            </a:solidFill>
            <a:prstDash val="solid"/>
          </a:ln>
        </p:spPr>
        <p:txBody>
          <a:bodyPr lIns="76200" tIns="38100" rIns="76200" bIns="38100" anchor="ctr"/>
          <a:lstStyle/>
          <a:p>
            <a:pPr algn="ctr">
              <a:defRPr sz="765" b="1">
                <a:solidFill>
                  <a:srgbClr val="FFFFFF"/>
                </a:solidFill>
                <a:latin typeface="Yu Gothic UI"/>
                <a:ea typeface="Yu Gothic UI"/>
                <a:cs typeface="Yu Gothic UI"/>
              </a:defRPr>
            </a:pPr>
            <a:r>
              <a:rPr sz="765" b="1">
                <a:solidFill>
                  <a:srgbClr val="FFFFFF"/>
                </a:solidFill>
                <a:latin typeface="Yu Gothic UI"/>
                <a:ea typeface="Yu Gothic UI"/>
                <a:cs typeface="Yu Gothic UI"/>
              </a:rPr>
              <a:t>50分 + 10分 QA</a:t>
            </a:r>
          </a:p>
        </p:txBody>
      </p:sp>
      <p:sp>
        <p:nvSpPr>
          <p:cNvPr id="10" name="正方形/長方形 9">
            <a:extLst>
              <a:ext uri="{FF2B5EF4-FFF2-40B4-BE49-F238E27FC236}">
                <a16:creationId xmlns:a16="http://schemas.microsoft.com/office/drawing/2014/main" id="{E22E1A59-BBE7-499C-B63A-23D32A401642}"/>
              </a:ext>
            </a:extLst>
          </p:cNvPr>
          <p:cNvSpPr>
            <a:spLocks noGrp="1"/>
          </p:cNvSpPr>
          <p:nvPr/>
        </p:nvSpPr>
        <p:spPr>
          <a:xfrm>
            <a:off x="9886950" y="4057650"/>
            <a:ext cx="1295400" cy="285750"/>
          </a:xfrm>
          <a:prstGeom prst="rect">
            <a:avLst/>
          </a:prstGeom>
          <a:solidFill>
            <a:srgbClr val="0F766E"/>
          </a:solidFill>
          <a:ln w="0">
            <a:solidFill>
              <a:srgbClr val="0F766E"/>
            </a:solidFill>
            <a:prstDash val="solid"/>
          </a:ln>
        </p:spPr>
        <p:txBody>
          <a:bodyPr lIns="76200" tIns="38100" rIns="76200" bIns="38100" anchor="ctr"/>
          <a:lstStyle/>
          <a:p>
            <a:pPr algn="ctr">
              <a:defRPr sz="765" b="1">
                <a:solidFill>
                  <a:srgbClr val="FFFFFF"/>
                </a:solidFill>
                <a:latin typeface="Yu Gothic UI"/>
                <a:ea typeface="Yu Gothic UI"/>
                <a:cs typeface="Yu Gothic UI"/>
              </a:defRPr>
            </a:pPr>
            <a:r>
              <a:rPr sz="765" b="1" dirty="0">
                <a:solidFill>
                  <a:srgbClr val="FFFFFF"/>
                </a:solidFill>
                <a:latin typeface="Yu Gothic UI"/>
                <a:ea typeface="Yu Gothic UI"/>
                <a:cs typeface="Yu Gothic UI"/>
              </a:rPr>
              <a:t>2026年7月</a:t>
            </a:r>
            <a:r>
              <a:rPr lang="en-US" sz="765" b="1" dirty="0">
                <a:solidFill>
                  <a:srgbClr val="FFFFFF"/>
                </a:solidFill>
                <a:latin typeface="Yu Gothic UI"/>
                <a:ea typeface="Yu Gothic UI"/>
                <a:cs typeface="Yu Gothic UI"/>
              </a:rPr>
              <a:t>23</a:t>
            </a:r>
            <a:r>
              <a:rPr sz="765" b="1" dirty="0">
                <a:solidFill>
                  <a:srgbClr val="FFFFFF"/>
                </a:solidFill>
                <a:latin typeface="Yu Gothic UI"/>
                <a:ea typeface="Yu Gothic UI"/>
                <a:cs typeface="Yu Gothic UI"/>
              </a:rPr>
              <a:t>日</a:t>
            </a:r>
          </a:p>
        </p:txBody>
      </p:sp>
    </p:spTree>
    <p:extLst>
      <p:ext uri="{BB962C8B-B14F-4D97-AF65-F5344CB8AC3E}">
        <p14:creationId xmlns:p14="http://schemas.microsoft.com/office/powerpoint/2010/main" val="1881690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FB82B-3769-4F08-F752-C53C2606999B}"/>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B34E484A-AE77-E3F2-306D-943F87A95909}"/>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lang="ja-JP" altLang="en-US" sz="2025" b="1">
                <a:solidFill>
                  <a:srgbClr val="1F2937"/>
                </a:solidFill>
                <a:latin typeface="Meiryo UI"/>
                <a:ea typeface="Meiryo UI"/>
                <a:cs typeface="Meiryo UI"/>
              </a:rPr>
              <a:t>アジェンダ</a:t>
            </a:r>
            <a:endParaRPr sz="2025" b="1" dirty="0">
              <a:solidFill>
                <a:srgbClr val="1F2937"/>
              </a:solidFill>
              <a:latin typeface="Meiryo UI"/>
              <a:ea typeface="Meiryo UI"/>
              <a:cs typeface="Meiryo UI"/>
            </a:endParaRPr>
          </a:p>
        </p:txBody>
      </p:sp>
      <p:sp>
        <p:nvSpPr>
          <p:cNvPr id="2" name="正方形/長方形 1">
            <a:extLst>
              <a:ext uri="{FF2B5EF4-FFF2-40B4-BE49-F238E27FC236}">
                <a16:creationId xmlns:a16="http://schemas.microsoft.com/office/drawing/2014/main" id="{4FE21A59-58EA-A527-EEA9-DF81F838E9C2}"/>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7</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3AACD652-3F1F-129B-9B67-2671CA41F4C1}"/>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6" name="テキスト プレースホルダー 5">
            <a:extLst>
              <a:ext uri="{FF2B5EF4-FFF2-40B4-BE49-F238E27FC236}">
                <a16:creationId xmlns:a16="http://schemas.microsoft.com/office/drawing/2014/main" id="{3CD4F1C1-B153-1649-DE13-A602B7064ABE}"/>
              </a:ext>
            </a:extLst>
          </p:cNvPr>
          <p:cNvSpPr txBox="1">
            <a:spLocks/>
          </p:cNvSpPr>
          <p:nvPr/>
        </p:nvSpPr>
        <p:spPr>
          <a:xfrm>
            <a:off x="678655" y="1677751"/>
            <a:ext cx="10820399" cy="1751249"/>
          </a:xfrm>
          <a:prstGeom prst="rect">
            <a:avLst/>
          </a:prstGeom>
        </p:spPr>
        <p:txBody>
          <a:bodyPr vert="horz" lIns="91440" tIns="45720" rIns="91440" bIns="45720" anchor="t" anchorCtr="0"/>
          <a:lstStyle>
            <a:defPPr>
              <a:defRPr lang="en-US"/>
            </a:defPPr>
            <a:lvl1pPr marL="0" indent="0" algn="ctr" defTabSz="914400">
              <a:buNone/>
              <a:defRPr sz="1200" kern="1200">
                <a:solidFill>
                  <a:schemeClr val="tx1">
                    <a:tint val="75000"/>
                  </a:schemeClr>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a:lstStyle>
          <a:p>
            <a:pPr marL="457200" indent="-457200" algn="l">
              <a:buFont typeface="+mj-lt"/>
              <a:buAutoNum type="arabicPeriod"/>
            </a:pPr>
            <a:r>
              <a:rPr lang="en-US" altLang="ja-JP" sz="2800" dirty="0">
                <a:solidFill>
                  <a:schemeClr val="tx1">
                    <a:lumMod val="75000"/>
                    <a:lumOff val="25000"/>
                  </a:schemeClr>
                </a:solidFill>
              </a:rPr>
              <a:t>Azure </a:t>
            </a:r>
            <a:r>
              <a:rPr lang="ja-JP" altLang="en-US" sz="2800">
                <a:solidFill>
                  <a:schemeClr val="tx1">
                    <a:lumMod val="75000"/>
                    <a:lumOff val="25000"/>
                  </a:schemeClr>
                </a:solidFill>
              </a:rPr>
              <a:t>のネットワーク系サービス</a:t>
            </a:r>
            <a:endParaRPr lang="en-US" altLang="ja-JP" sz="2800" dirty="0">
              <a:solidFill>
                <a:schemeClr val="tx1">
                  <a:lumMod val="75000"/>
                  <a:lumOff val="25000"/>
                </a:schemeClr>
              </a:solidFill>
            </a:endParaRPr>
          </a:p>
          <a:p>
            <a:pPr marL="682625" lvl="1" indent="-457200">
              <a:buFont typeface="+mj-lt"/>
              <a:buAutoNum type="alphaLcPeriod"/>
            </a:pPr>
            <a:r>
              <a:rPr lang="ja-JP" altLang="en-US" sz="2400">
                <a:solidFill>
                  <a:schemeClr val="tx1">
                    <a:lumMod val="75000"/>
                    <a:lumOff val="25000"/>
                  </a:schemeClr>
                </a:solidFill>
              </a:rPr>
              <a:t>接続サービス</a:t>
            </a:r>
            <a:endParaRPr lang="en-US" altLang="ja-JP" sz="2400" dirty="0">
              <a:solidFill>
                <a:schemeClr val="tx1">
                  <a:lumMod val="75000"/>
                  <a:lumOff val="25000"/>
                </a:schemeClr>
              </a:solidFill>
            </a:endParaRPr>
          </a:p>
          <a:p>
            <a:pPr marL="682625" lvl="1" indent="-457200">
              <a:buFont typeface="+mj-lt"/>
              <a:buAutoNum type="alphaLcPeriod"/>
            </a:pPr>
            <a:r>
              <a:rPr lang="ja-JP" altLang="en-US" sz="2400">
                <a:solidFill>
                  <a:schemeClr val="tx1">
                    <a:lumMod val="75000"/>
                    <a:lumOff val="25000"/>
                  </a:schemeClr>
                </a:solidFill>
              </a:rPr>
              <a:t>アプリケーション保護サービス</a:t>
            </a:r>
            <a:endParaRPr lang="en-US" altLang="ja-JP" sz="2400" dirty="0">
              <a:solidFill>
                <a:schemeClr val="tx1">
                  <a:lumMod val="75000"/>
                  <a:lumOff val="25000"/>
                </a:schemeClr>
              </a:solidFill>
            </a:endParaRPr>
          </a:p>
          <a:p>
            <a:pPr marL="682625" lvl="1" indent="-457200">
              <a:buFont typeface="+mj-lt"/>
              <a:buAutoNum type="alphaLcPeriod"/>
            </a:pPr>
            <a:r>
              <a:rPr lang="ja-JP" altLang="en-US" sz="2400">
                <a:solidFill>
                  <a:schemeClr val="tx1">
                    <a:lumMod val="75000"/>
                    <a:lumOff val="25000"/>
                  </a:schemeClr>
                </a:solidFill>
              </a:rPr>
              <a:t>アプリケーション配信サービス</a:t>
            </a:r>
            <a:endParaRPr lang="en-US" altLang="ja-JP" sz="2400" dirty="0">
              <a:solidFill>
                <a:schemeClr val="tx1">
                  <a:lumMod val="75000"/>
                  <a:lumOff val="25000"/>
                </a:schemeClr>
              </a:solidFill>
            </a:endParaRPr>
          </a:p>
          <a:p>
            <a:pPr marL="457200" indent="-457200" algn="l">
              <a:spcBef>
                <a:spcPts val="600"/>
              </a:spcBef>
              <a:buFont typeface="+mj-lt"/>
              <a:buAutoNum type="arabicPeriod"/>
            </a:pPr>
            <a:r>
              <a:rPr lang="en-US" altLang="ja-JP" sz="2800" dirty="0">
                <a:solidFill>
                  <a:schemeClr val="tx1">
                    <a:lumMod val="75000"/>
                    <a:lumOff val="25000"/>
                  </a:schemeClr>
                </a:solidFill>
              </a:rPr>
              <a:t>Azure </a:t>
            </a:r>
            <a:r>
              <a:rPr lang="ja-JP" altLang="en-US" sz="2800">
                <a:solidFill>
                  <a:schemeClr val="tx1">
                    <a:lumMod val="75000"/>
                    <a:lumOff val="25000"/>
                  </a:schemeClr>
                </a:solidFill>
              </a:rPr>
              <a:t>の標準的なネットワーク構成とサービスの組み合わせ方</a:t>
            </a:r>
            <a:endParaRPr lang="en-US" altLang="ja-JP" sz="2800" dirty="0">
              <a:solidFill>
                <a:schemeClr val="tx1">
                  <a:lumMod val="75000"/>
                  <a:lumOff val="25000"/>
                </a:schemeClr>
              </a:solidFill>
            </a:endParaRPr>
          </a:p>
          <a:p>
            <a:pPr marL="457200" indent="-457200" algn="l">
              <a:spcBef>
                <a:spcPts val="600"/>
              </a:spcBef>
              <a:buFont typeface="+mj-lt"/>
              <a:buAutoNum type="arabicPeriod"/>
            </a:pPr>
            <a:r>
              <a:rPr lang="en-US" altLang="ja-JP" sz="2800" dirty="0">
                <a:solidFill>
                  <a:schemeClr val="tx1">
                    <a:lumMod val="75000"/>
                    <a:lumOff val="25000"/>
                  </a:schemeClr>
                </a:solidFill>
              </a:rPr>
              <a:t>(</a:t>
            </a:r>
            <a:r>
              <a:rPr lang="ja-JP" altLang="en-US" sz="2800">
                <a:solidFill>
                  <a:schemeClr val="tx1">
                    <a:lumMod val="75000"/>
                    <a:lumOff val="25000"/>
                  </a:schemeClr>
                </a:solidFill>
              </a:rPr>
              <a:t>上級者向け</a:t>
            </a:r>
            <a:r>
              <a:rPr lang="en-US" altLang="ja-JP" sz="2800" dirty="0">
                <a:solidFill>
                  <a:schemeClr val="tx1">
                    <a:lumMod val="75000"/>
                    <a:lumOff val="25000"/>
                  </a:schemeClr>
                </a:solidFill>
              </a:rPr>
              <a:t>) Private Endpoint </a:t>
            </a:r>
            <a:r>
              <a:rPr lang="ja-JP" altLang="en-US" sz="2800">
                <a:solidFill>
                  <a:schemeClr val="tx1">
                    <a:lumMod val="75000"/>
                    <a:lumOff val="25000"/>
                  </a:schemeClr>
                </a:solidFill>
              </a:rPr>
              <a:t>の名前解決</a:t>
            </a:r>
            <a:endParaRPr lang="en-US" altLang="ja-JP" sz="2800" dirty="0">
              <a:solidFill>
                <a:schemeClr val="tx1">
                  <a:lumMod val="75000"/>
                  <a:lumOff val="25000"/>
                </a:schemeClr>
              </a:solidFill>
            </a:endParaRPr>
          </a:p>
        </p:txBody>
      </p:sp>
    </p:spTree>
    <p:extLst>
      <p:ext uri="{BB962C8B-B14F-4D97-AF65-F5344CB8AC3E}">
        <p14:creationId xmlns:p14="http://schemas.microsoft.com/office/powerpoint/2010/main" val="3559004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C9AA6572-0246-49F6-8808-D5E268117F2A}"/>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sz="2025" b="1">
                <a:solidFill>
                  <a:srgbClr val="1F2937"/>
                </a:solidFill>
                <a:latin typeface="Meiryo UI"/>
                <a:ea typeface="Meiryo UI"/>
                <a:cs typeface="Meiryo UI"/>
              </a:rPr>
              <a:t>今日のゴール</a:t>
            </a:r>
          </a:p>
        </p:txBody>
      </p:sp>
      <p:sp>
        <p:nvSpPr>
          <p:cNvPr id="2" name="正方形/長方形 1">
            <a:extLst>
              <a:ext uri="{FF2B5EF4-FFF2-40B4-BE49-F238E27FC236}">
                <a16:creationId xmlns:a16="http://schemas.microsoft.com/office/drawing/2014/main" id="{09603FD4-D301-438E-8486-12311D034221}"/>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7</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677765BF-B68F-418C-AE34-F72DD54EB634}"/>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6" name="コンテンツ プレースホルダー 5">
            <a:extLst>
              <a:ext uri="{FF2B5EF4-FFF2-40B4-BE49-F238E27FC236}">
                <a16:creationId xmlns:a16="http://schemas.microsoft.com/office/drawing/2014/main" id="{BA5730E2-5407-A714-1228-8D8DE092CA2A}"/>
              </a:ext>
            </a:extLst>
          </p:cNvPr>
          <p:cNvSpPr txBox="1">
            <a:spLocks/>
          </p:cNvSpPr>
          <p:nvPr/>
        </p:nvSpPr>
        <p:spPr>
          <a:xfrm>
            <a:off x="685800" y="1328738"/>
            <a:ext cx="11101414" cy="1046440"/>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r>
              <a:rPr lang="en-US" altLang="ja-JP" sz="2000" kern="0"/>
              <a:t>Azure </a:t>
            </a:r>
            <a:r>
              <a:rPr lang="ja-JP" altLang="en-US" sz="2000" kern="0"/>
              <a:t>のネットワークサービスを整理して全体像をつかむ</a:t>
            </a:r>
            <a:endParaRPr lang="en-US" altLang="ja-JP" sz="2000" kern="0"/>
          </a:p>
          <a:p>
            <a:r>
              <a:rPr lang="ja-JP" altLang="en-US" sz="2000" kern="0"/>
              <a:t>主要なサービスを理解する</a:t>
            </a:r>
            <a:endParaRPr lang="en-US" altLang="ja-JP" sz="2000" kern="0"/>
          </a:p>
          <a:p>
            <a:r>
              <a:rPr lang="en-US" altLang="ja-JP" sz="2000" kern="0"/>
              <a:t>CAF/WAF </a:t>
            </a:r>
            <a:r>
              <a:rPr lang="ja-JP" altLang="en-US" sz="2000" kern="0"/>
              <a:t>に基づいたセキュアな</a:t>
            </a:r>
            <a:r>
              <a:rPr lang="en-US" altLang="ja-JP" sz="2000" kern="0"/>
              <a:t> Azure </a:t>
            </a:r>
            <a:r>
              <a:rPr lang="ja-JP" altLang="en-US" sz="2000" kern="0"/>
              <a:t>のネットワークアーキテクチャを理解する</a:t>
            </a:r>
            <a:endParaRPr lang="en-US" altLang="ja-JP" sz="2000" kern="0"/>
          </a:p>
        </p:txBody>
      </p:sp>
      <p:pic>
        <p:nvPicPr>
          <p:cNvPr id="27" name="グラフィックス 26" descr="建物 単色塗りつぶし">
            <a:extLst>
              <a:ext uri="{FF2B5EF4-FFF2-40B4-BE49-F238E27FC236}">
                <a16:creationId xmlns:a16="http://schemas.microsoft.com/office/drawing/2014/main" id="{ACC9E7DC-257D-06C4-AB28-C55416FA2948}"/>
              </a:ext>
            </a:extLst>
          </p:cNvPr>
          <p:cNvPicPr>
            <a:picLocks noChangeAspect="1"/>
          </p:cNvPicPr>
          <p:nvPr/>
        </p:nvPicPr>
        <p:blipFill>
          <a:blip>
            <a:duotone>
              <a:prstClr val="black"/>
              <a:schemeClr val="tx2">
                <a:tint val="45000"/>
                <a:satMod val="400000"/>
              </a:schemeClr>
            </a:duotone>
            <a:extLst>
              <a:ext uri="{96DAC541-7B7A-43D3-8B79-37D633B846F1}">
                <asvg:svgBlip xmlns:asvg="http://schemas.microsoft.com/office/drawing/2016/SVG/main" r:embed="rId3"/>
              </a:ext>
            </a:extLst>
          </a:blip>
          <a:stretch>
            <a:fillRect/>
          </a:stretch>
        </p:blipFill>
        <p:spPr>
          <a:xfrm>
            <a:off x="1028507" y="3597993"/>
            <a:ext cx="914400" cy="914400"/>
          </a:xfrm>
          <a:prstGeom prst="rect">
            <a:avLst/>
          </a:prstGeom>
        </p:spPr>
      </p:pic>
      <p:sp>
        <p:nvSpPr>
          <p:cNvPr id="28" name="テキスト ボックス 27">
            <a:extLst>
              <a:ext uri="{FF2B5EF4-FFF2-40B4-BE49-F238E27FC236}">
                <a16:creationId xmlns:a16="http://schemas.microsoft.com/office/drawing/2014/main" id="{082875FD-CF84-716A-40A8-E0A372A2C1FE}"/>
              </a:ext>
            </a:extLst>
          </p:cNvPr>
          <p:cNvSpPr txBox="1"/>
          <p:nvPr/>
        </p:nvSpPr>
        <p:spPr>
          <a:xfrm>
            <a:off x="685800" y="4577007"/>
            <a:ext cx="1596719" cy="430887"/>
          </a:xfrm>
          <a:prstGeom prst="rect">
            <a:avLst/>
          </a:prstGeom>
          <a:noFill/>
        </p:spPr>
        <p:txBody>
          <a:bodyPr wrap="square" lIns="0" tIns="0" rIns="0" bIns="0" rtlCol="0">
            <a:spAutoFit/>
          </a:bodyPr>
          <a:lstStyle/>
          <a:p>
            <a:pPr algn="ctr"/>
            <a:r>
              <a:rPr kumimoji="1" lang="ja-JP" altLang="en-US" sz="1400">
                <a:solidFill>
                  <a:schemeClr val="tx1">
                    <a:lumMod val="75000"/>
                    <a:lumOff val="25000"/>
                  </a:schemeClr>
                </a:solidFill>
              </a:rPr>
              <a:t>オンプレミス</a:t>
            </a:r>
            <a:endParaRPr kumimoji="1" lang="en-US" altLang="ja-JP" sz="1400">
              <a:solidFill>
                <a:schemeClr val="tx1">
                  <a:lumMod val="75000"/>
                  <a:lumOff val="25000"/>
                </a:schemeClr>
              </a:solidFill>
            </a:endParaRPr>
          </a:p>
          <a:p>
            <a:pPr algn="ctr"/>
            <a:r>
              <a:rPr kumimoji="1" lang="ja-JP" altLang="en-US" sz="1400">
                <a:solidFill>
                  <a:schemeClr val="tx1">
                    <a:lumMod val="75000"/>
                    <a:lumOff val="25000"/>
                  </a:schemeClr>
                </a:solidFill>
              </a:rPr>
              <a:t>データセンター</a:t>
            </a:r>
          </a:p>
        </p:txBody>
      </p:sp>
      <p:sp>
        <p:nvSpPr>
          <p:cNvPr id="29" name="楕円 1">
            <a:extLst>
              <a:ext uri="{FF2B5EF4-FFF2-40B4-BE49-F238E27FC236}">
                <a16:creationId xmlns:a16="http://schemas.microsoft.com/office/drawing/2014/main" id="{25136D54-1636-2C61-D384-49635E274342}"/>
              </a:ext>
            </a:extLst>
          </p:cNvPr>
          <p:cNvSpPr/>
          <p:nvPr/>
        </p:nvSpPr>
        <p:spPr bwMode="auto">
          <a:xfrm>
            <a:off x="2527614" y="3512122"/>
            <a:ext cx="1886472" cy="532073"/>
          </a:xfrm>
          <a:prstGeom prst="ellipse">
            <a:avLst/>
          </a:prstGeom>
          <a:solidFill>
            <a:schemeClr val="accent1">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r>
              <a:rPr kumimoji="1" lang="en-US" altLang="ja-JP" sz="1800">
                <a:solidFill>
                  <a:schemeClr val="tx1">
                    <a:lumMod val="75000"/>
                    <a:lumOff val="25000"/>
                  </a:schemeClr>
                </a:solidFill>
                <a:cs typeface="Segoe UI" pitchFamily="34" charset="0"/>
              </a:rPr>
              <a:t>Internet</a:t>
            </a:r>
            <a:endParaRPr kumimoji="1" lang="ja-JP" altLang="en-US" sz="1800">
              <a:solidFill>
                <a:schemeClr val="tx1">
                  <a:lumMod val="75000"/>
                  <a:lumOff val="25000"/>
                </a:schemeClr>
              </a:solidFill>
              <a:cs typeface="Segoe UI" pitchFamily="34" charset="0"/>
            </a:endParaRPr>
          </a:p>
        </p:txBody>
      </p:sp>
      <p:sp>
        <p:nvSpPr>
          <p:cNvPr id="30" name="楕円 2">
            <a:extLst>
              <a:ext uri="{FF2B5EF4-FFF2-40B4-BE49-F238E27FC236}">
                <a16:creationId xmlns:a16="http://schemas.microsoft.com/office/drawing/2014/main" id="{3D88EB2E-1DC2-BE81-A7E2-E03882EA2F0B}"/>
              </a:ext>
            </a:extLst>
          </p:cNvPr>
          <p:cNvSpPr/>
          <p:nvPr/>
        </p:nvSpPr>
        <p:spPr bwMode="auto">
          <a:xfrm>
            <a:off x="2826938" y="4771842"/>
            <a:ext cx="1512524" cy="654469"/>
          </a:xfrm>
          <a:prstGeom prst="ellipse">
            <a:avLst/>
          </a:prstGeom>
          <a:solidFill>
            <a:schemeClr val="accent1">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r>
              <a:rPr kumimoji="1" lang="en-US" altLang="ja-JP" sz="1800">
                <a:solidFill>
                  <a:schemeClr val="tx1">
                    <a:lumMod val="75000"/>
                    <a:lumOff val="25000"/>
                  </a:schemeClr>
                </a:solidFill>
                <a:cs typeface="Segoe UI" pitchFamily="34" charset="0"/>
              </a:rPr>
              <a:t>VPN/</a:t>
            </a:r>
          </a:p>
          <a:p>
            <a:pPr algn="ctr" defTabSz="932472" fontAlgn="base">
              <a:spcBef>
                <a:spcPct val="0"/>
              </a:spcBef>
              <a:spcAft>
                <a:spcPct val="0"/>
              </a:spcAft>
            </a:pPr>
            <a:r>
              <a:rPr kumimoji="1" lang="ja-JP" altLang="en-US" sz="1800">
                <a:solidFill>
                  <a:schemeClr val="tx1">
                    <a:lumMod val="75000"/>
                    <a:lumOff val="25000"/>
                  </a:schemeClr>
                </a:solidFill>
                <a:cs typeface="Segoe UI" pitchFamily="34" charset="0"/>
              </a:rPr>
              <a:t>閉域網</a:t>
            </a:r>
            <a:endParaRPr kumimoji="1" lang="en-US" altLang="ja-JP" sz="1800">
              <a:solidFill>
                <a:schemeClr val="tx1">
                  <a:lumMod val="75000"/>
                  <a:lumOff val="25000"/>
                </a:schemeClr>
              </a:solidFill>
              <a:cs typeface="Segoe UI" pitchFamily="34" charset="0"/>
            </a:endParaRPr>
          </a:p>
        </p:txBody>
      </p:sp>
      <p:cxnSp>
        <p:nvCxnSpPr>
          <p:cNvPr id="31" name="直線コネクタ 30">
            <a:extLst>
              <a:ext uri="{FF2B5EF4-FFF2-40B4-BE49-F238E27FC236}">
                <a16:creationId xmlns:a16="http://schemas.microsoft.com/office/drawing/2014/main" id="{496F3FB4-A3B6-096A-3AF4-829A032F5946}"/>
              </a:ext>
            </a:extLst>
          </p:cNvPr>
          <p:cNvCxnSpPr>
            <a:cxnSpLocks/>
            <a:stCxn id="27" idx="3"/>
            <a:endCxn id="29" idx="2"/>
          </p:cNvCxnSpPr>
          <p:nvPr/>
        </p:nvCxnSpPr>
        <p:spPr>
          <a:xfrm flipV="1">
            <a:off x="1942907" y="3778159"/>
            <a:ext cx="584707" cy="277034"/>
          </a:xfrm>
          <a:prstGeom prst="line">
            <a:avLst/>
          </a:prstGeom>
          <a:ln>
            <a:solidFill>
              <a:srgbClr val="000000"/>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直線コネクタ 31">
            <a:extLst>
              <a:ext uri="{FF2B5EF4-FFF2-40B4-BE49-F238E27FC236}">
                <a16:creationId xmlns:a16="http://schemas.microsoft.com/office/drawing/2014/main" id="{CE336EC1-A352-4BDF-E13E-DD8AAC806FE9}"/>
              </a:ext>
            </a:extLst>
          </p:cNvPr>
          <p:cNvCxnSpPr>
            <a:cxnSpLocks/>
            <a:stCxn id="27" idx="3"/>
            <a:endCxn id="30" idx="2"/>
          </p:cNvCxnSpPr>
          <p:nvPr/>
        </p:nvCxnSpPr>
        <p:spPr>
          <a:xfrm>
            <a:off x="1942907" y="4055193"/>
            <a:ext cx="884031" cy="1043884"/>
          </a:xfrm>
          <a:prstGeom prst="line">
            <a:avLst/>
          </a:prstGeom>
          <a:ln>
            <a:solidFill>
              <a:srgbClr val="000000"/>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3" name="四角形: 角を丸くする 18">
            <a:extLst>
              <a:ext uri="{FF2B5EF4-FFF2-40B4-BE49-F238E27FC236}">
                <a16:creationId xmlns:a16="http://schemas.microsoft.com/office/drawing/2014/main" id="{66E67F6F-023C-8800-9467-425F0C89E80E}"/>
              </a:ext>
            </a:extLst>
          </p:cNvPr>
          <p:cNvSpPr/>
          <p:nvPr/>
        </p:nvSpPr>
        <p:spPr bwMode="auto">
          <a:xfrm>
            <a:off x="4956078" y="3036799"/>
            <a:ext cx="6591445" cy="3387778"/>
          </a:xfrm>
          <a:prstGeom prst="roundRect">
            <a:avLst>
              <a:gd name="adj" fmla="val 8116"/>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accent6">
                  <a:lumMod val="50000"/>
                </a:schemeClr>
              </a:solidFill>
              <a:cs typeface="Segoe UI" pitchFamily="34" charset="0"/>
            </a:endParaRPr>
          </a:p>
        </p:txBody>
      </p:sp>
      <p:cxnSp>
        <p:nvCxnSpPr>
          <p:cNvPr id="34" name="直線コネクタ 33">
            <a:extLst>
              <a:ext uri="{FF2B5EF4-FFF2-40B4-BE49-F238E27FC236}">
                <a16:creationId xmlns:a16="http://schemas.microsoft.com/office/drawing/2014/main" id="{B9B0FC84-E59A-574C-72B9-4C3720D43D40}"/>
              </a:ext>
            </a:extLst>
          </p:cNvPr>
          <p:cNvCxnSpPr>
            <a:cxnSpLocks/>
            <a:stCxn id="30" idx="6"/>
          </p:cNvCxnSpPr>
          <p:nvPr/>
        </p:nvCxnSpPr>
        <p:spPr>
          <a:xfrm flipV="1">
            <a:off x="4339462" y="5099076"/>
            <a:ext cx="613882" cy="1"/>
          </a:xfrm>
          <a:prstGeom prst="line">
            <a:avLst/>
          </a:prstGeom>
          <a:ln>
            <a:solidFill>
              <a:srgbClr val="000000"/>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5" name="楕円 154">
            <a:extLst>
              <a:ext uri="{FF2B5EF4-FFF2-40B4-BE49-F238E27FC236}">
                <a16:creationId xmlns:a16="http://schemas.microsoft.com/office/drawing/2014/main" id="{AF0BDF94-2D29-CDB1-A74E-24DA95D2F601}"/>
              </a:ext>
            </a:extLst>
          </p:cNvPr>
          <p:cNvSpPr/>
          <p:nvPr/>
        </p:nvSpPr>
        <p:spPr bwMode="auto">
          <a:xfrm>
            <a:off x="446114" y="5331916"/>
            <a:ext cx="1928087" cy="654469"/>
          </a:xfrm>
          <a:prstGeom prst="ellipse">
            <a:avLst/>
          </a:prstGeom>
          <a:solidFill>
            <a:schemeClr val="accent1">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r>
              <a:rPr kumimoji="1" lang="ja-JP" altLang="en-US" sz="1800">
                <a:solidFill>
                  <a:schemeClr val="tx1">
                    <a:lumMod val="75000"/>
                    <a:lumOff val="25000"/>
                  </a:schemeClr>
                </a:solidFill>
                <a:cs typeface="Segoe UI" pitchFamily="34" charset="0"/>
              </a:rPr>
              <a:t>企業</a:t>
            </a:r>
            <a:r>
              <a:rPr kumimoji="1" lang="en-US" altLang="ja-JP" sz="1800">
                <a:solidFill>
                  <a:schemeClr val="tx1">
                    <a:lumMod val="75000"/>
                    <a:lumOff val="25000"/>
                  </a:schemeClr>
                </a:solidFill>
                <a:cs typeface="Segoe UI" pitchFamily="34" charset="0"/>
              </a:rPr>
              <a:t> NW</a:t>
            </a:r>
            <a:endParaRPr kumimoji="1" lang="ja-JP" altLang="en-US" sz="1800">
              <a:solidFill>
                <a:schemeClr val="tx1">
                  <a:lumMod val="75000"/>
                  <a:lumOff val="25000"/>
                </a:schemeClr>
              </a:solidFill>
              <a:cs typeface="Segoe UI" pitchFamily="34" charset="0"/>
            </a:endParaRPr>
          </a:p>
        </p:txBody>
      </p:sp>
      <p:cxnSp>
        <p:nvCxnSpPr>
          <p:cNvPr id="36" name="直線コネクタ 35">
            <a:extLst>
              <a:ext uri="{FF2B5EF4-FFF2-40B4-BE49-F238E27FC236}">
                <a16:creationId xmlns:a16="http://schemas.microsoft.com/office/drawing/2014/main" id="{AD1C068D-2632-12F6-CE62-EDB9287F6330}"/>
              </a:ext>
            </a:extLst>
          </p:cNvPr>
          <p:cNvCxnSpPr>
            <a:cxnSpLocks/>
            <a:stCxn id="35" idx="6"/>
            <a:endCxn id="29" idx="2"/>
          </p:cNvCxnSpPr>
          <p:nvPr/>
        </p:nvCxnSpPr>
        <p:spPr>
          <a:xfrm flipV="1">
            <a:off x="2374201" y="3778159"/>
            <a:ext cx="153413" cy="1880992"/>
          </a:xfrm>
          <a:prstGeom prst="line">
            <a:avLst/>
          </a:prstGeom>
          <a:ln>
            <a:solidFill>
              <a:srgbClr val="000000"/>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直線コネクタ 36">
            <a:extLst>
              <a:ext uri="{FF2B5EF4-FFF2-40B4-BE49-F238E27FC236}">
                <a16:creationId xmlns:a16="http://schemas.microsoft.com/office/drawing/2014/main" id="{816CBA37-8645-1AA8-CC48-F328D9431E51}"/>
              </a:ext>
            </a:extLst>
          </p:cNvPr>
          <p:cNvCxnSpPr>
            <a:cxnSpLocks/>
            <a:stCxn id="35" idx="6"/>
            <a:endCxn id="30" idx="2"/>
          </p:cNvCxnSpPr>
          <p:nvPr/>
        </p:nvCxnSpPr>
        <p:spPr>
          <a:xfrm flipV="1">
            <a:off x="2374201" y="5099077"/>
            <a:ext cx="452737" cy="560074"/>
          </a:xfrm>
          <a:prstGeom prst="line">
            <a:avLst/>
          </a:prstGeom>
          <a:ln>
            <a:solidFill>
              <a:srgbClr val="000000"/>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直線コネクタ 37">
            <a:extLst>
              <a:ext uri="{FF2B5EF4-FFF2-40B4-BE49-F238E27FC236}">
                <a16:creationId xmlns:a16="http://schemas.microsoft.com/office/drawing/2014/main" id="{F85B5139-100C-9E32-060D-6EF736B4FB7A}"/>
              </a:ext>
            </a:extLst>
          </p:cNvPr>
          <p:cNvCxnSpPr>
            <a:cxnSpLocks/>
            <a:endCxn id="29" idx="6"/>
          </p:cNvCxnSpPr>
          <p:nvPr/>
        </p:nvCxnSpPr>
        <p:spPr>
          <a:xfrm flipH="1">
            <a:off x="4414086" y="3778159"/>
            <a:ext cx="539258" cy="0"/>
          </a:xfrm>
          <a:prstGeom prst="line">
            <a:avLst/>
          </a:prstGeom>
          <a:ln>
            <a:solidFill>
              <a:srgbClr val="000000"/>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9" name="テキスト ボックス 38">
            <a:extLst>
              <a:ext uri="{FF2B5EF4-FFF2-40B4-BE49-F238E27FC236}">
                <a16:creationId xmlns:a16="http://schemas.microsoft.com/office/drawing/2014/main" id="{932EDA98-2A38-55D5-D84C-A30225B633CC}"/>
              </a:ext>
            </a:extLst>
          </p:cNvPr>
          <p:cNvSpPr txBox="1"/>
          <p:nvPr/>
        </p:nvSpPr>
        <p:spPr>
          <a:xfrm>
            <a:off x="5071007" y="3161894"/>
            <a:ext cx="929459" cy="215444"/>
          </a:xfrm>
          <a:prstGeom prst="rect">
            <a:avLst/>
          </a:prstGeom>
          <a:noFill/>
        </p:spPr>
        <p:txBody>
          <a:bodyPr wrap="square" lIns="0" tIns="0" rIns="0" bIns="0" rtlCol="0">
            <a:spAutoFit/>
          </a:bodyPr>
          <a:lstStyle/>
          <a:p>
            <a:pPr algn="ctr"/>
            <a:r>
              <a:rPr kumimoji="1" lang="en-US" altLang="ja-JP" sz="1400">
                <a:solidFill>
                  <a:schemeClr val="tx1">
                    <a:lumMod val="75000"/>
                    <a:lumOff val="25000"/>
                  </a:schemeClr>
                </a:solidFill>
              </a:rPr>
              <a:t>Azure</a:t>
            </a:r>
            <a:endParaRPr kumimoji="1" lang="ja-JP" altLang="en-US" sz="1400">
              <a:solidFill>
                <a:schemeClr val="tx1">
                  <a:lumMod val="75000"/>
                  <a:lumOff val="25000"/>
                </a:schemeClr>
              </a:solidFill>
            </a:endParaRPr>
          </a:p>
        </p:txBody>
      </p:sp>
      <p:pic>
        <p:nvPicPr>
          <p:cNvPr id="40" name="グラフィックス 39">
            <a:extLst>
              <a:ext uri="{FF2B5EF4-FFF2-40B4-BE49-F238E27FC236}">
                <a16:creationId xmlns:a16="http://schemas.microsoft.com/office/drawing/2014/main" id="{37EFEE31-AA5F-3AD8-2AF2-4E7387BA6B9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45487" y="4843675"/>
            <a:ext cx="404450" cy="404450"/>
          </a:xfrm>
          <a:prstGeom prst="rect">
            <a:avLst/>
          </a:prstGeom>
        </p:spPr>
      </p:pic>
      <p:pic>
        <p:nvPicPr>
          <p:cNvPr id="41" name="グラフィックス 40">
            <a:extLst>
              <a:ext uri="{FF2B5EF4-FFF2-40B4-BE49-F238E27FC236}">
                <a16:creationId xmlns:a16="http://schemas.microsoft.com/office/drawing/2014/main" id="{4C9EA46A-7C70-1FCE-48A6-603FD1AEE52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141053" y="4853352"/>
            <a:ext cx="404450" cy="404450"/>
          </a:xfrm>
          <a:prstGeom prst="rect">
            <a:avLst/>
          </a:prstGeom>
        </p:spPr>
      </p:pic>
      <p:pic>
        <p:nvPicPr>
          <p:cNvPr id="42" name="グラフィックス 41">
            <a:extLst>
              <a:ext uri="{FF2B5EF4-FFF2-40B4-BE49-F238E27FC236}">
                <a16:creationId xmlns:a16="http://schemas.microsoft.com/office/drawing/2014/main" id="{0C5D3B24-989C-13A7-9FED-830722CF5C2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876458" y="4193931"/>
            <a:ext cx="334091" cy="334091"/>
          </a:xfrm>
          <a:prstGeom prst="rect">
            <a:avLst/>
          </a:prstGeom>
        </p:spPr>
      </p:pic>
      <p:pic>
        <p:nvPicPr>
          <p:cNvPr id="43" name="グラフィックス 42">
            <a:extLst>
              <a:ext uri="{FF2B5EF4-FFF2-40B4-BE49-F238E27FC236}">
                <a16:creationId xmlns:a16="http://schemas.microsoft.com/office/drawing/2014/main" id="{4D215CBF-345E-8380-02F7-E758DA92412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166239" y="4170924"/>
            <a:ext cx="309829" cy="309829"/>
          </a:xfrm>
          <a:prstGeom prst="rect">
            <a:avLst/>
          </a:prstGeom>
        </p:spPr>
      </p:pic>
      <p:pic>
        <p:nvPicPr>
          <p:cNvPr id="44" name="グラフィックス 43">
            <a:extLst>
              <a:ext uri="{FF2B5EF4-FFF2-40B4-BE49-F238E27FC236}">
                <a16:creationId xmlns:a16="http://schemas.microsoft.com/office/drawing/2014/main" id="{9890537F-0C83-C601-3ED2-D0CA635DC87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09581" y="5496073"/>
            <a:ext cx="404450" cy="404450"/>
          </a:xfrm>
          <a:prstGeom prst="rect">
            <a:avLst/>
          </a:prstGeom>
        </p:spPr>
      </p:pic>
      <p:pic>
        <p:nvPicPr>
          <p:cNvPr id="45" name="グラフィックス 44">
            <a:extLst>
              <a:ext uri="{FF2B5EF4-FFF2-40B4-BE49-F238E27FC236}">
                <a16:creationId xmlns:a16="http://schemas.microsoft.com/office/drawing/2014/main" id="{EA3A2C2D-70BF-8217-06E1-AD404284B68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605147" y="5505750"/>
            <a:ext cx="404450" cy="404450"/>
          </a:xfrm>
          <a:prstGeom prst="rect">
            <a:avLst/>
          </a:prstGeom>
        </p:spPr>
      </p:pic>
      <p:pic>
        <p:nvPicPr>
          <p:cNvPr id="46" name="グラフィックス 45">
            <a:extLst>
              <a:ext uri="{FF2B5EF4-FFF2-40B4-BE49-F238E27FC236}">
                <a16:creationId xmlns:a16="http://schemas.microsoft.com/office/drawing/2014/main" id="{30D6760B-541A-0620-5DE3-97EFFB52F73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40552" y="4846329"/>
            <a:ext cx="334091" cy="334091"/>
          </a:xfrm>
          <a:prstGeom prst="rect">
            <a:avLst/>
          </a:prstGeom>
        </p:spPr>
      </p:pic>
      <p:pic>
        <p:nvPicPr>
          <p:cNvPr id="47" name="グラフィックス 46">
            <a:extLst>
              <a:ext uri="{FF2B5EF4-FFF2-40B4-BE49-F238E27FC236}">
                <a16:creationId xmlns:a16="http://schemas.microsoft.com/office/drawing/2014/main" id="{EE1C8FBB-325D-C6A9-8E01-9FB50D51211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630333" y="4823322"/>
            <a:ext cx="309829" cy="309829"/>
          </a:xfrm>
          <a:prstGeom prst="rect">
            <a:avLst/>
          </a:prstGeom>
        </p:spPr>
      </p:pic>
      <p:pic>
        <p:nvPicPr>
          <p:cNvPr id="48" name="グラフィックス 47">
            <a:extLst>
              <a:ext uri="{FF2B5EF4-FFF2-40B4-BE49-F238E27FC236}">
                <a16:creationId xmlns:a16="http://schemas.microsoft.com/office/drawing/2014/main" id="{C6D24EF8-BAD8-B3E6-82F8-8858338B1B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19219" y="5584131"/>
            <a:ext cx="404450" cy="404450"/>
          </a:xfrm>
          <a:prstGeom prst="rect">
            <a:avLst/>
          </a:prstGeom>
        </p:spPr>
      </p:pic>
      <p:pic>
        <p:nvPicPr>
          <p:cNvPr id="49" name="グラフィックス 48">
            <a:extLst>
              <a:ext uri="{FF2B5EF4-FFF2-40B4-BE49-F238E27FC236}">
                <a16:creationId xmlns:a16="http://schemas.microsoft.com/office/drawing/2014/main" id="{95762C3B-6F99-572E-A3C6-B73143F3B6E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814284" y="5586785"/>
            <a:ext cx="334091" cy="334091"/>
          </a:xfrm>
          <a:prstGeom prst="rect">
            <a:avLst/>
          </a:prstGeom>
        </p:spPr>
      </p:pic>
      <p:pic>
        <p:nvPicPr>
          <p:cNvPr id="50" name="グラフィックス 49">
            <a:extLst>
              <a:ext uri="{FF2B5EF4-FFF2-40B4-BE49-F238E27FC236}">
                <a16:creationId xmlns:a16="http://schemas.microsoft.com/office/drawing/2014/main" id="{F4B22016-48F0-81EB-7141-0127552288A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104065" y="5563778"/>
            <a:ext cx="309829" cy="309829"/>
          </a:xfrm>
          <a:prstGeom prst="rect">
            <a:avLst/>
          </a:prstGeom>
        </p:spPr>
      </p:pic>
      <p:sp>
        <p:nvSpPr>
          <p:cNvPr id="51" name="雲形吹き出し 50">
            <a:extLst>
              <a:ext uri="{FF2B5EF4-FFF2-40B4-BE49-F238E27FC236}">
                <a16:creationId xmlns:a16="http://schemas.microsoft.com/office/drawing/2014/main" id="{37E98CB0-4BC4-8BD6-6097-3B83455C1882}"/>
              </a:ext>
            </a:extLst>
          </p:cNvPr>
          <p:cNvSpPr/>
          <p:nvPr/>
        </p:nvSpPr>
        <p:spPr bwMode="auto">
          <a:xfrm>
            <a:off x="8148375" y="2223305"/>
            <a:ext cx="3898101" cy="1525458"/>
          </a:xfrm>
          <a:prstGeom prst="cloudCallou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r>
              <a:rPr kumimoji="1" lang="ja-JP" altLang="en-US" sz="1600">
                <a:solidFill>
                  <a:schemeClr val="accent6">
                    <a:lumMod val="50000"/>
                  </a:schemeClr>
                </a:solidFill>
                <a:latin typeface="Yu Gothic UI" panose="020B0500000000000000" pitchFamily="34" charset="-128"/>
                <a:ea typeface="Yu Gothic UI" panose="020B0500000000000000" pitchFamily="34" charset="-128"/>
                <a:cs typeface="Segoe UI" pitchFamily="34" charset="0"/>
              </a:rPr>
              <a:t>具体的にどのようなネットワークサービスをつかって、どのような構成を取るべきか</a:t>
            </a:r>
            <a:r>
              <a:rPr kumimoji="1" lang="en-US" altLang="ja-JP" sz="1600">
                <a:solidFill>
                  <a:schemeClr val="accent6">
                    <a:lumMod val="50000"/>
                  </a:schemeClr>
                </a:solidFill>
                <a:latin typeface="Yu Gothic UI" panose="020B0500000000000000" pitchFamily="34" charset="-128"/>
                <a:ea typeface="Yu Gothic UI" panose="020B0500000000000000" pitchFamily="34" charset="-128"/>
                <a:cs typeface="Segoe UI" pitchFamily="34" charset="0"/>
              </a:rPr>
              <a:t> ??</a:t>
            </a:r>
            <a:endParaRPr kumimoji="1" lang="ja-JP" altLang="en-US" sz="1600">
              <a:solidFill>
                <a:schemeClr val="accent6">
                  <a:lumMod val="50000"/>
                </a:schemeClr>
              </a:solidFill>
              <a:latin typeface="Yu Gothic UI" panose="020B0500000000000000" pitchFamily="34" charset="-128"/>
              <a:ea typeface="Yu Gothic UI" panose="020B0500000000000000" pitchFamily="34" charset="-128"/>
              <a:cs typeface="Segoe UI" pitchFamily="34" charset="0"/>
            </a:endParaRPr>
          </a:p>
        </p:txBody>
      </p:sp>
    </p:spTree>
    <p:extLst>
      <p:ext uri="{BB962C8B-B14F-4D97-AF65-F5344CB8AC3E}">
        <p14:creationId xmlns:p14="http://schemas.microsoft.com/office/powerpoint/2010/main" val="11860771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838200" y="2716213"/>
            <a:ext cx="10374313" cy="2262187"/>
          </a:xfrm>
        </p:spPr>
        <p:txBody>
          <a:bodyPr/>
          <a:lstStyle/>
          <a:p>
            <a:pPr marL="0" indent="0">
              <a:spcAft>
                <a:spcPts val="600"/>
              </a:spcAft>
              <a:buNone/>
            </a:pPr>
            <a:r>
              <a:rPr lang="en" sz="1800" b="1" i="0" dirty="0">
                <a:solidFill>
                  <a:srgbClr val="4472C4"/>
                </a:solidFill>
                <a:latin typeface="Yu Gothic UI"/>
                <a:ea typeface="Yu Gothic UI"/>
                <a:cs typeface="Yu Gothic UI"/>
              </a:rPr>
              <a:t>SECTION 1</a:t>
            </a:r>
          </a:p>
          <a:p>
            <a:pPr marL="0" indent="0">
              <a:buNone/>
            </a:pPr>
            <a:r>
              <a:rPr lang="en-US" altLang="ja-JP" sz="3200" dirty="0">
                <a:solidFill>
                  <a:schemeClr val="tx1">
                    <a:lumMod val="75000"/>
                    <a:lumOff val="25000"/>
                  </a:schemeClr>
                </a:solidFill>
              </a:rPr>
              <a:t>Azure </a:t>
            </a:r>
            <a:r>
              <a:rPr lang="ja-JP" altLang="en-US" sz="3200">
                <a:solidFill>
                  <a:schemeClr val="tx1">
                    <a:lumMod val="75000"/>
                    <a:lumOff val="25000"/>
                  </a:schemeClr>
                </a:solidFill>
              </a:rPr>
              <a:t>のネットワーク系サービス</a:t>
            </a:r>
            <a:endParaRPr lang="en-US" altLang="ja-JP" sz="3200" dirty="0">
              <a:solidFill>
                <a:schemeClr val="tx1">
                  <a:lumMod val="75000"/>
                  <a:lumOff val="25000"/>
                </a:schemeClr>
              </a:solidFill>
            </a:endParaRPr>
          </a:p>
          <a:p>
            <a:pPr marL="0" indent="0">
              <a:buNone/>
            </a:pPr>
            <a:r>
              <a:rPr lang="en" sz="1400" dirty="0">
                <a:solidFill>
                  <a:srgbClr val="595959"/>
                </a:solidFill>
              </a:rPr>
              <a:t>Azure Networking Services</a:t>
            </a:r>
            <a:endParaRPr lang="en" sz="1400" b="0" i="0" dirty="0">
              <a:solidFill>
                <a:srgbClr val="595959"/>
              </a:solidFill>
              <a:latin typeface="Yu Gothic UI"/>
              <a:ea typeface="Yu Gothic UI"/>
              <a:cs typeface="Yu Gothic U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B97CA-D94F-9E0F-0C78-38ADA559A790}"/>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667CD011-3D21-C42B-1EC6-54A3CCB078E9}"/>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2025" b="1">
                <a:solidFill>
                  <a:srgbClr val="1F2937"/>
                </a:solidFill>
                <a:latin typeface="Meiryo UI"/>
                <a:ea typeface="Meiryo UI"/>
                <a:cs typeface="Meiryo UI"/>
              </a:defRPr>
            </a:pPr>
            <a:r>
              <a:rPr lang="en" altLang="ja-JP" sz="2025" b="1" dirty="0">
                <a:solidFill>
                  <a:srgbClr val="1F2937"/>
                </a:solidFill>
                <a:latin typeface="Meiryo UI"/>
                <a:ea typeface="Meiryo UI"/>
                <a:cs typeface="Meiryo UI"/>
              </a:rPr>
              <a:t>Azure </a:t>
            </a:r>
            <a:r>
              <a:rPr lang="ja-JP" altLang="en-US" sz="2025" b="1">
                <a:solidFill>
                  <a:srgbClr val="1F2937"/>
                </a:solidFill>
                <a:latin typeface="Meiryo UI"/>
                <a:ea typeface="Meiryo UI"/>
                <a:cs typeface="Meiryo UI"/>
              </a:rPr>
              <a:t>の主なネットワークサービス</a:t>
            </a:r>
          </a:p>
        </p:txBody>
      </p:sp>
      <p:sp>
        <p:nvSpPr>
          <p:cNvPr id="2" name="正方形/長方形 1">
            <a:extLst>
              <a:ext uri="{FF2B5EF4-FFF2-40B4-BE49-F238E27FC236}">
                <a16:creationId xmlns:a16="http://schemas.microsoft.com/office/drawing/2014/main" id="{280D0AA5-FDAC-CF32-6571-64D3E3FF3E4C}"/>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7</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4CF39CF7-C6DA-173C-9D68-2741E2AB16FE}"/>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grpSp>
        <p:nvGrpSpPr>
          <p:cNvPr id="121" name="グループ化 120">
            <a:extLst>
              <a:ext uri="{FF2B5EF4-FFF2-40B4-BE49-F238E27FC236}">
                <a16:creationId xmlns:a16="http://schemas.microsoft.com/office/drawing/2014/main" id="{0699509B-66BC-32F0-5824-E039A560AC06}"/>
              </a:ext>
            </a:extLst>
          </p:cNvPr>
          <p:cNvGrpSpPr/>
          <p:nvPr/>
        </p:nvGrpSpPr>
        <p:grpSpPr>
          <a:xfrm>
            <a:off x="218573" y="1284030"/>
            <a:ext cx="11754853" cy="4970834"/>
            <a:chOff x="1319719" y="1225686"/>
            <a:chExt cx="9552562" cy="4970834"/>
          </a:xfrm>
        </p:grpSpPr>
        <p:sp>
          <p:nvSpPr>
            <p:cNvPr id="122" name="四角形: 角を丸くする 2">
              <a:extLst>
                <a:ext uri="{FF2B5EF4-FFF2-40B4-BE49-F238E27FC236}">
                  <a16:creationId xmlns:a16="http://schemas.microsoft.com/office/drawing/2014/main" id="{A4DB3EBE-2BA7-0666-F000-851A801855EF}"/>
                </a:ext>
              </a:extLst>
            </p:cNvPr>
            <p:cNvSpPr/>
            <p:nvPr/>
          </p:nvSpPr>
          <p:spPr bwMode="auto">
            <a:xfrm>
              <a:off x="1319719" y="1225686"/>
              <a:ext cx="9552562" cy="4970834"/>
            </a:xfrm>
            <a:prstGeom prst="roundRect">
              <a:avLst>
                <a:gd name="adj" fmla="val 6722"/>
              </a:avLst>
            </a:prstGeom>
            <a:noFill/>
            <a:ln w="12700">
              <a:headEnd type="none" w="med" len="med"/>
              <a:tailEnd type="none" w="med" len="med"/>
            </a:ln>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endParaRPr kumimoji="1" lang="ja-JP" altLang="en-US" sz="2448" err="1">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cxnSp>
          <p:nvCxnSpPr>
            <p:cNvPr id="123" name="直線コネクタ 122">
              <a:extLst>
                <a:ext uri="{FF2B5EF4-FFF2-40B4-BE49-F238E27FC236}">
                  <a16:creationId xmlns:a16="http://schemas.microsoft.com/office/drawing/2014/main" id="{91C33C1E-4E3D-A73F-FCF3-E1B35BE7B2CC}"/>
                </a:ext>
              </a:extLst>
            </p:cNvPr>
            <p:cNvCxnSpPr>
              <a:cxnSpLocks/>
              <a:stCxn id="122" idx="0"/>
              <a:endCxn id="122" idx="2"/>
            </p:cNvCxnSpPr>
            <p:nvPr/>
          </p:nvCxnSpPr>
          <p:spPr>
            <a:xfrm>
              <a:off x="6096000" y="1225686"/>
              <a:ext cx="0" cy="4970834"/>
            </a:xfrm>
            <a:prstGeom prst="line">
              <a:avLst/>
            </a:prstGeom>
            <a:ln w="12700">
              <a:headEnd type="none"/>
              <a:tailEnd type="none"/>
            </a:ln>
          </p:spPr>
          <p:style>
            <a:lnRef idx="1">
              <a:schemeClr val="accent3"/>
            </a:lnRef>
            <a:fillRef idx="0">
              <a:schemeClr val="accent3"/>
            </a:fillRef>
            <a:effectRef idx="0">
              <a:schemeClr val="accent3"/>
            </a:effectRef>
            <a:fontRef idx="minor">
              <a:schemeClr val="tx1"/>
            </a:fontRef>
          </p:style>
        </p:cxnSp>
        <p:cxnSp>
          <p:nvCxnSpPr>
            <p:cNvPr id="124" name="直線コネクタ 123">
              <a:extLst>
                <a:ext uri="{FF2B5EF4-FFF2-40B4-BE49-F238E27FC236}">
                  <a16:creationId xmlns:a16="http://schemas.microsoft.com/office/drawing/2014/main" id="{8124AE39-E593-4476-E37A-09E01F8CC5DF}"/>
                </a:ext>
              </a:extLst>
            </p:cNvPr>
            <p:cNvCxnSpPr>
              <a:stCxn id="122" idx="1"/>
              <a:endCxn id="122" idx="3"/>
            </p:cNvCxnSpPr>
            <p:nvPr/>
          </p:nvCxnSpPr>
          <p:spPr>
            <a:xfrm>
              <a:off x="1319719" y="3711103"/>
              <a:ext cx="9552562" cy="0"/>
            </a:xfrm>
            <a:prstGeom prst="line">
              <a:avLst/>
            </a:prstGeom>
            <a:ln w="12700">
              <a:headEnd type="none"/>
              <a:tailEnd type="none"/>
            </a:ln>
          </p:spPr>
          <p:style>
            <a:lnRef idx="1">
              <a:schemeClr val="accent3"/>
            </a:lnRef>
            <a:fillRef idx="0">
              <a:schemeClr val="accent3"/>
            </a:fillRef>
            <a:effectRef idx="0">
              <a:schemeClr val="accent3"/>
            </a:effectRef>
            <a:fontRef idx="minor">
              <a:schemeClr val="tx1"/>
            </a:fontRef>
          </p:style>
        </p:cxnSp>
      </p:grpSp>
      <p:sp>
        <p:nvSpPr>
          <p:cNvPr id="125" name="テキスト ボックス 124">
            <a:extLst>
              <a:ext uri="{FF2B5EF4-FFF2-40B4-BE49-F238E27FC236}">
                <a16:creationId xmlns:a16="http://schemas.microsoft.com/office/drawing/2014/main" id="{4EB23C5B-BF56-C7A7-3407-560EAE73D096}"/>
              </a:ext>
            </a:extLst>
          </p:cNvPr>
          <p:cNvSpPr txBox="1"/>
          <p:nvPr/>
        </p:nvSpPr>
        <p:spPr>
          <a:xfrm>
            <a:off x="224379" y="1315508"/>
            <a:ext cx="2393005" cy="551689"/>
          </a:xfrm>
          <a:prstGeom prst="rect">
            <a:avLst/>
          </a:prstGeom>
          <a:noFill/>
        </p:spPr>
        <p:txBody>
          <a:bodyPr wrap="square" lIns="182880" tIns="146304" rIns="182880" bIns="146304" rtlCol="0">
            <a:spAutoFit/>
          </a:bodyPr>
          <a:lstStyle/>
          <a:p>
            <a:pPr>
              <a:lnSpc>
                <a:spcPct val="90000"/>
              </a:lnSpc>
              <a:spcAft>
                <a:spcPts val="600"/>
              </a:spcAft>
            </a:pPr>
            <a:r>
              <a:rPr kumimoji="1" lang="ja-JP" altLang="en-US" b="1">
                <a:solidFill>
                  <a:schemeClr val="tx1">
                    <a:lumMod val="75000"/>
                    <a:lumOff val="25000"/>
                  </a:schemeClr>
                </a:solidFill>
                <a:latin typeface="Yu Gothic UI" panose="020B0500000000000000" pitchFamily="34" charset="-128"/>
                <a:ea typeface="Yu Gothic UI" panose="020B0500000000000000" pitchFamily="34" charset="-128"/>
              </a:rPr>
              <a:t>接続サービス</a:t>
            </a:r>
          </a:p>
        </p:txBody>
      </p:sp>
      <p:sp>
        <p:nvSpPr>
          <p:cNvPr id="126" name="テキスト ボックス 125">
            <a:extLst>
              <a:ext uri="{FF2B5EF4-FFF2-40B4-BE49-F238E27FC236}">
                <a16:creationId xmlns:a16="http://schemas.microsoft.com/office/drawing/2014/main" id="{07087414-9D64-1078-AA5F-57009FB30240}"/>
              </a:ext>
            </a:extLst>
          </p:cNvPr>
          <p:cNvSpPr txBox="1"/>
          <p:nvPr/>
        </p:nvSpPr>
        <p:spPr>
          <a:xfrm>
            <a:off x="189517" y="5714611"/>
            <a:ext cx="3388468" cy="551689"/>
          </a:xfrm>
          <a:prstGeom prst="rect">
            <a:avLst/>
          </a:prstGeom>
          <a:noFill/>
        </p:spPr>
        <p:txBody>
          <a:bodyPr wrap="square" lIns="182880" tIns="146304" rIns="182880" bIns="146304" rtlCol="0">
            <a:spAutoFit/>
          </a:bodyPr>
          <a:lstStyle/>
          <a:p>
            <a:pPr>
              <a:lnSpc>
                <a:spcPct val="90000"/>
              </a:lnSpc>
              <a:spcAft>
                <a:spcPts val="600"/>
              </a:spcAft>
            </a:pPr>
            <a:r>
              <a:rPr lang="ja-JP" altLang="en-US" b="1">
                <a:solidFill>
                  <a:schemeClr val="tx1">
                    <a:lumMod val="75000"/>
                    <a:lumOff val="25000"/>
                  </a:schemeClr>
                </a:solidFill>
                <a:latin typeface="Yu Gothic UI" panose="020B0500000000000000" pitchFamily="34" charset="-128"/>
                <a:ea typeface="Yu Gothic UI" panose="020B0500000000000000" pitchFamily="34" charset="-128"/>
              </a:rPr>
              <a:t>ネットワークの監視</a:t>
            </a:r>
            <a:endParaRPr kumimoji="1" lang="ja-JP" altLang="en-US" b="1">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27" name="テキスト ボックス 126">
            <a:extLst>
              <a:ext uri="{FF2B5EF4-FFF2-40B4-BE49-F238E27FC236}">
                <a16:creationId xmlns:a16="http://schemas.microsoft.com/office/drawing/2014/main" id="{B97BF84C-FB4A-5567-5BD9-3233EE8CD4C4}"/>
              </a:ext>
            </a:extLst>
          </p:cNvPr>
          <p:cNvSpPr txBox="1"/>
          <p:nvPr/>
        </p:nvSpPr>
        <p:spPr>
          <a:xfrm>
            <a:off x="7272029" y="1286088"/>
            <a:ext cx="4656307" cy="551689"/>
          </a:xfrm>
          <a:prstGeom prst="rect">
            <a:avLst/>
          </a:prstGeom>
          <a:noFill/>
        </p:spPr>
        <p:txBody>
          <a:bodyPr wrap="square" lIns="182880" tIns="146304" rIns="182880" bIns="146304" rtlCol="0">
            <a:spAutoFit/>
          </a:bodyPr>
          <a:lstStyle/>
          <a:p>
            <a:pPr algn="r">
              <a:lnSpc>
                <a:spcPct val="90000"/>
              </a:lnSpc>
              <a:spcAft>
                <a:spcPts val="600"/>
              </a:spcAft>
            </a:pPr>
            <a:r>
              <a:rPr lang="ja-JP" altLang="en-US" b="1">
                <a:solidFill>
                  <a:schemeClr val="tx1">
                    <a:lumMod val="75000"/>
                    <a:lumOff val="25000"/>
                  </a:schemeClr>
                </a:solidFill>
                <a:latin typeface="Yu Gothic UI" panose="020B0500000000000000" pitchFamily="34" charset="-128"/>
                <a:ea typeface="Yu Gothic UI" panose="020B0500000000000000" pitchFamily="34" charset="-128"/>
              </a:rPr>
              <a:t>アプリケーション保護サービス</a:t>
            </a:r>
            <a:endParaRPr kumimoji="1" lang="ja-JP" altLang="en-US" b="1">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28" name="テキスト ボックス 127">
            <a:extLst>
              <a:ext uri="{FF2B5EF4-FFF2-40B4-BE49-F238E27FC236}">
                <a16:creationId xmlns:a16="http://schemas.microsoft.com/office/drawing/2014/main" id="{F1064BCB-E552-989E-0FC1-890F81506CC5}"/>
              </a:ext>
            </a:extLst>
          </p:cNvPr>
          <p:cNvSpPr txBox="1"/>
          <p:nvPr/>
        </p:nvSpPr>
        <p:spPr>
          <a:xfrm>
            <a:off x="7324814" y="5716940"/>
            <a:ext cx="4656307" cy="551689"/>
          </a:xfrm>
          <a:prstGeom prst="rect">
            <a:avLst/>
          </a:prstGeom>
          <a:noFill/>
        </p:spPr>
        <p:txBody>
          <a:bodyPr wrap="square" lIns="182880" tIns="146304" rIns="182880" bIns="146304" rtlCol="0">
            <a:spAutoFit/>
          </a:bodyPr>
          <a:lstStyle/>
          <a:p>
            <a:pPr algn="r">
              <a:lnSpc>
                <a:spcPct val="90000"/>
              </a:lnSpc>
              <a:spcAft>
                <a:spcPts val="600"/>
              </a:spcAft>
            </a:pPr>
            <a:r>
              <a:rPr lang="ja-JP" altLang="en-US" b="1">
                <a:solidFill>
                  <a:schemeClr val="tx1">
                    <a:lumMod val="75000"/>
                    <a:lumOff val="25000"/>
                  </a:schemeClr>
                </a:solidFill>
                <a:latin typeface="Yu Gothic UI" panose="020B0500000000000000" pitchFamily="34" charset="-128"/>
                <a:ea typeface="Yu Gothic UI" panose="020B0500000000000000" pitchFamily="34" charset="-128"/>
              </a:rPr>
              <a:t>アプリケーション配信サービス</a:t>
            </a:r>
            <a:endParaRPr kumimoji="1" lang="ja-JP" altLang="en-US" b="1">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129" name="グラフィックス 128">
            <a:extLst>
              <a:ext uri="{FF2B5EF4-FFF2-40B4-BE49-F238E27FC236}">
                <a16:creationId xmlns:a16="http://schemas.microsoft.com/office/drawing/2014/main" id="{7641EB4B-93D4-B625-C668-B4BEF63FF0D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475396" y="1801080"/>
            <a:ext cx="523218" cy="523218"/>
          </a:xfrm>
          <a:prstGeom prst="rect">
            <a:avLst/>
          </a:prstGeom>
        </p:spPr>
      </p:pic>
      <p:pic>
        <p:nvPicPr>
          <p:cNvPr id="130" name="グラフィックス 129">
            <a:extLst>
              <a:ext uri="{FF2B5EF4-FFF2-40B4-BE49-F238E27FC236}">
                <a16:creationId xmlns:a16="http://schemas.microsoft.com/office/drawing/2014/main" id="{099BD5DC-0EDF-5823-4C47-ACB34DEFC0B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3166" y="1721358"/>
            <a:ext cx="600462" cy="600462"/>
          </a:xfrm>
          <a:prstGeom prst="rect">
            <a:avLst/>
          </a:prstGeom>
        </p:spPr>
      </p:pic>
      <p:pic>
        <p:nvPicPr>
          <p:cNvPr id="131" name="グラフィックス 130">
            <a:extLst>
              <a:ext uri="{FF2B5EF4-FFF2-40B4-BE49-F238E27FC236}">
                <a16:creationId xmlns:a16="http://schemas.microsoft.com/office/drawing/2014/main" id="{F838ACAE-82FE-9014-BFF7-8F69E36E0D5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367693" y="1794542"/>
            <a:ext cx="523218" cy="523218"/>
          </a:xfrm>
          <a:prstGeom prst="rect">
            <a:avLst/>
          </a:prstGeom>
        </p:spPr>
      </p:pic>
      <p:pic>
        <p:nvPicPr>
          <p:cNvPr id="132" name="グラフィックス 131">
            <a:extLst>
              <a:ext uri="{FF2B5EF4-FFF2-40B4-BE49-F238E27FC236}">
                <a16:creationId xmlns:a16="http://schemas.microsoft.com/office/drawing/2014/main" id="{792AABDF-A420-268E-428A-19C8FC49ADF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289340" y="1818321"/>
            <a:ext cx="533415" cy="533415"/>
          </a:xfrm>
          <a:prstGeom prst="rect">
            <a:avLst/>
          </a:prstGeom>
        </p:spPr>
      </p:pic>
      <p:pic>
        <p:nvPicPr>
          <p:cNvPr id="133" name="グラフィックス 132">
            <a:extLst>
              <a:ext uri="{FF2B5EF4-FFF2-40B4-BE49-F238E27FC236}">
                <a16:creationId xmlns:a16="http://schemas.microsoft.com/office/drawing/2014/main" id="{03354489-9D99-2B08-567D-A2736701F5F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123423" y="1830141"/>
            <a:ext cx="559311" cy="559311"/>
          </a:xfrm>
          <a:prstGeom prst="rect">
            <a:avLst/>
          </a:prstGeom>
        </p:spPr>
      </p:pic>
      <p:pic>
        <p:nvPicPr>
          <p:cNvPr id="134" name="グラフィックス 133">
            <a:extLst>
              <a:ext uri="{FF2B5EF4-FFF2-40B4-BE49-F238E27FC236}">
                <a16:creationId xmlns:a16="http://schemas.microsoft.com/office/drawing/2014/main" id="{865F62CC-B7F3-C997-4ACC-58FF491E6EF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665601" y="1760259"/>
            <a:ext cx="494284" cy="494284"/>
          </a:xfrm>
          <a:prstGeom prst="rect">
            <a:avLst/>
          </a:prstGeom>
        </p:spPr>
      </p:pic>
      <p:pic>
        <p:nvPicPr>
          <p:cNvPr id="135" name="グラフィックス 134">
            <a:extLst>
              <a:ext uri="{FF2B5EF4-FFF2-40B4-BE49-F238E27FC236}">
                <a16:creationId xmlns:a16="http://schemas.microsoft.com/office/drawing/2014/main" id="{E2838C94-354E-0ABB-34EF-E37F18F7941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806392" y="1784025"/>
            <a:ext cx="522816" cy="522816"/>
          </a:xfrm>
          <a:prstGeom prst="rect">
            <a:avLst/>
          </a:prstGeom>
        </p:spPr>
      </p:pic>
      <p:pic>
        <p:nvPicPr>
          <p:cNvPr id="136" name="グラフィックス 135">
            <a:extLst>
              <a:ext uri="{FF2B5EF4-FFF2-40B4-BE49-F238E27FC236}">
                <a16:creationId xmlns:a16="http://schemas.microsoft.com/office/drawing/2014/main" id="{A7F6DBEC-83D1-C728-178F-5794762FF34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943775" y="1756087"/>
            <a:ext cx="579630" cy="579630"/>
          </a:xfrm>
          <a:prstGeom prst="rect">
            <a:avLst/>
          </a:prstGeom>
        </p:spPr>
      </p:pic>
      <p:pic>
        <p:nvPicPr>
          <p:cNvPr id="137" name="グラフィックス 136">
            <a:extLst>
              <a:ext uri="{FF2B5EF4-FFF2-40B4-BE49-F238E27FC236}">
                <a16:creationId xmlns:a16="http://schemas.microsoft.com/office/drawing/2014/main" id="{0AEBAD7F-9C89-3DFB-B67F-6621D67DB03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563050" y="1775826"/>
            <a:ext cx="440657" cy="440657"/>
          </a:xfrm>
          <a:prstGeom prst="rect">
            <a:avLst/>
          </a:prstGeom>
        </p:spPr>
      </p:pic>
      <p:pic>
        <p:nvPicPr>
          <p:cNvPr id="138" name="グラフィックス 137">
            <a:extLst>
              <a:ext uri="{FF2B5EF4-FFF2-40B4-BE49-F238E27FC236}">
                <a16:creationId xmlns:a16="http://schemas.microsoft.com/office/drawing/2014/main" id="{029D844A-F7B9-74C0-45FA-0D09DBE088B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517247" y="2784423"/>
            <a:ext cx="484149" cy="484149"/>
          </a:xfrm>
          <a:prstGeom prst="rect">
            <a:avLst/>
          </a:prstGeom>
        </p:spPr>
      </p:pic>
      <p:pic>
        <p:nvPicPr>
          <p:cNvPr id="139" name="グラフィックス 138">
            <a:extLst>
              <a:ext uri="{FF2B5EF4-FFF2-40B4-BE49-F238E27FC236}">
                <a16:creationId xmlns:a16="http://schemas.microsoft.com/office/drawing/2014/main" id="{577C6839-6631-BC79-C9C7-32CAB4C4777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665602" y="2779356"/>
            <a:ext cx="494283" cy="494283"/>
          </a:xfrm>
          <a:prstGeom prst="rect">
            <a:avLst/>
          </a:prstGeom>
        </p:spPr>
      </p:pic>
      <p:pic>
        <p:nvPicPr>
          <p:cNvPr id="140" name="グラフィックス 139">
            <a:extLst>
              <a:ext uri="{FF2B5EF4-FFF2-40B4-BE49-F238E27FC236}">
                <a16:creationId xmlns:a16="http://schemas.microsoft.com/office/drawing/2014/main" id="{AEE57DB7-C972-0625-C807-40815EB561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499842" y="3930723"/>
            <a:ext cx="532528" cy="532528"/>
          </a:xfrm>
          <a:prstGeom prst="rect">
            <a:avLst/>
          </a:prstGeom>
        </p:spPr>
      </p:pic>
      <p:pic>
        <p:nvPicPr>
          <p:cNvPr id="141" name="グラフィックス 140">
            <a:extLst>
              <a:ext uri="{FF2B5EF4-FFF2-40B4-BE49-F238E27FC236}">
                <a16:creationId xmlns:a16="http://schemas.microsoft.com/office/drawing/2014/main" id="{C281D6C7-49AF-B6EA-0B7D-9DBE59E1843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668278" y="3973441"/>
            <a:ext cx="436670" cy="436670"/>
          </a:xfrm>
          <a:prstGeom prst="rect">
            <a:avLst/>
          </a:prstGeom>
        </p:spPr>
      </p:pic>
      <p:pic>
        <p:nvPicPr>
          <p:cNvPr id="142" name="グラフィックス 141">
            <a:extLst>
              <a:ext uri="{FF2B5EF4-FFF2-40B4-BE49-F238E27FC236}">
                <a16:creationId xmlns:a16="http://schemas.microsoft.com/office/drawing/2014/main" id="{AD8335FC-B0FC-A51C-3224-078E0D5C320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740856" y="3930724"/>
            <a:ext cx="532526" cy="532526"/>
          </a:xfrm>
          <a:prstGeom prst="rect">
            <a:avLst/>
          </a:prstGeom>
        </p:spPr>
      </p:pic>
      <p:pic>
        <p:nvPicPr>
          <p:cNvPr id="143" name="グラフィックス 142">
            <a:extLst>
              <a:ext uri="{FF2B5EF4-FFF2-40B4-BE49-F238E27FC236}">
                <a16:creationId xmlns:a16="http://schemas.microsoft.com/office/drawing/2014/main" id="{8F18C25B-0AB0-389F-0F9A-ADF7A7204B4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909290" y="3929209"/>
            <a:ext cx="535926" cy="535926"/>
          </a:xfrm>
          <a:prstGeom prst="rect">
            <a:avLst/>
          </a:prstGeom>
        </p:spPr>
      </p:pic>
      <p:pic>
        <p:nvPicPr>
          <p:cNvPr id="144" name="グラフィックス 143">
            <a:extLst>
              <a:ext uri="{FF2B5EF4-FFF2-40B4-BE49-F238E27FC236}">
                <a16:creationId xmlns:a16="http://schemas.microsoft.com/office/drawing/2014/main" id="{D7119AD1-E875-B9DB-E886-70F60704FA4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6524107" y="4942926"/>
            <a:ext cx="516948" cy="516948"/>
          </a:xfrm>
          <a:prstGeom prst="rect">
            <a:avLst/>
          </a:prstGeom>
        </p:spPr>
      </p:pic>
      <p:pic>
        <p:nvPicPr>
          <p:cNvPr id="145" name="グラフィックス 144">
            <a:extLst>
              <a:ext uri="{FF2B5EF4-FFF2-40B4-BE49-F238E27FC236}">
                <a16:creationId xmlns:a16="http://schemas.microsoft.com/office/drawing/2014/main" id="{41CFD7D9-DD26-D779-D5D0-E56423D9F9B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1081122" y="3935064"/>
            <a:ext cx="522788" cy="522788"/>
          </a:xfrm>
          <a:prstGeom prst="rect">
            <a:avLst/>
          </a:prstGeom>
        </p:spPr>
      </p:pic>
      <p:pic>
        <p:nvPicPr>
          <p:cNvPr id="146" name="グラフィックス 145">
            <a:extLst>
              <a:ext uri="{FF2B5EF4-FFF2-40B4-BE49-F238E27FC236}">
                <a16:creationId xmlns:a16="http://schemas.microsoft.com/office/drawing/2014/main" id="{0F178FDB-E714-97B3-BEF7-DCF863E0838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15921" y="3939052"/>
            <a:ext cx="468515" cy="468515"/>
          </a:xfrm>
          <a:prstGeom prst="rect">
            <a:avLst/>
          </a:prstGeom>
        </p:spPr>
      </p:pic>
      <p:pic>
        <p:nvPicPr>
          <p:cNvPr id="147" name="グラフィックス 146">
            <a:extLst>
              <a:ext uri="{FF2B5EF4-FFF2-40B4-BE49-F238E27FC236}">
                <a16:creationId xmlns:a16="http://schemas.microsoft.com/office/drawing/2014/main" id="{57A58891-52D2-EE69-54D3-9C35415989D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777230" y="3935064"/>
            <a:ext cx="431463" cy="431463"/>
          </a:xfrm>
          <a:prstGeom prst="rect">
            <a:avLst/>
          </a:prstGeom>
        </p:spPr>
      </p:pic>
      <p:pic>
        <p:nvPicPr>
          <p:cNvPr id="148" name="グラフィックス 147">
            <a:extLst>
              <a:ext uri="{FF2B5EF4-FFF2-40B4-BE49-F238E27FC236}">
                <a16:creationId xmlns:a16="http://schemas.microsoft.com/office/drawing/2014/main" id="{0F54C908-5722-26D4-01D1-F8D5341AFE7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2936156" y="3962210"/>
            <a:ext cx="380850" cy="380850"/>
          </a:xfrm>
          <a:prstGeom prst="rect">
            <a:avLst/>
          </a:prstGeom>
        </p:spPr>
      </p:pic>
      <p:sp>
        <p:nvSpPr>
          <p:cNvPr id="149" name="テキスト ボックス 148">
            <a:extLst>
              <a:ext uri="{FF2B5EF4-FFF2-40B4-BE49-F238E27FC236}">
                <a16:creationId xmlns:a16="http://schemas.microsoft.com/office/drawing/2014/main" id="{16C036F5-2505-066E-CAD5-83667DED69F2}"/>
              </a:ext>
            </a:extLst>
          </p:cNvPr>
          <p:cNvSpPr txBox="1"/>
          <p:nvPr/>
        </p:nvSpPr>
        <p:spPr>
          <a:xfrm>
            <a:off x="236963" y="2309277"/>
            <a:ext cx="1256183" cy="409718"/>
          </a:xfrm>
          <a:prstGeom prst="rect">
            <a:avLst/>
          </a:prstGeom>
          <a:noFill/>
        </p:spPr>
        <p:txBody>
          <a:bodyPr wrap="square" lIns="36000" tIns="36000" rIns="36000" bIns="36000" rtlCol="0">
            <a:spAutoFit/>
          </a:bodyPr>
          <a:lstStyle/>
          <a:p>
            <a:pPr algn="ctr">
              <a:lnSpc>
                <a:spcPct val="90000"/>
              </a:lnSpc>
              <a:spcAft>
                <a:spcPts val="600"/>
              </a:spcAft>
            </a:pPr>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Virtual</a:t>
            </a:r>
            <a:b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br>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Network</a:t>
            </a:r>
            <a:endParaRPr kumimoji="1" lang="ja-JP" altLang="en-US" sz="1200" err="1">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50" name="テキスト ボックス 149">
            <a:extLst>
              <a:ext uri="{FF2B5EF4-FFF2-40B4-BE49-F238E27FC236}">
                <a16:creationId xmlns:a16="http://schemas.microsoft.com/office/drawing/2014/main" id="{6806F221-CB1A-1F5E-C494-30982C14328B}"/>
              </a:ext>
            </a:extLst>
          </p:cNvPr>
          <p:cNvSpPr txBox="1"/>
          <p:nvPr/>
        </p:nvSpPr>
        <p:spPr>
          <a:xfrm>
            <a:off x="2103815" y="2383190"/>
            <a:ext cx="1256183" cy="409718"/>
          </a:xfrm>
          <a:prstGeom prst="rect">
            <a:avLst/>
          </a:prstGeom>
          <a:noFill/>
        </p:spPr>
        <p:txBody>
          <a:bodyPr wrap="square" lIns="36000" tIns="36000" rIns="36000" bIns="36000" rtlCol="0">
            <a:spAutoFit/>
          </a:bodyPr>
          <a:lstStyle/>
          <a:p>
            <a:pPr algn="ctr">
              <a:lnSpc>
                <a:spcPct val="90000"/>
              </a:lnSpc>
              <a:spcAft>
                <a:spcPts val="600"/>
              </a:spcAft>
            </a:pPr>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Virtual</a:t>
            </a:r>
            <a:b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br>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WAN</a:t>
            </a:r>
            <a:endParaRPr kumimoji="1" lang="ja-JP" altLang="en-US" sz="1200" err="1">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51" name="テキスト ボックス 150">
            <a:extLst>
              <a:ext uri="{FF2B5EF4-FFF2-40B4-BE49-F238E27FC236}">
                <a16:creationId xmlns:a16="http://schemas.microsoft.com/office/drawing/2014/main" id="{ABC0431D-9E5C-2050-5CF9-521B9B9DFB38}"/>
              </a:ext>
            </a:extLst>
          </p:cNvPr>
          <p:cNvSpPr txBox="1"/>
          <p:nvPr/>
        </p:nvSpPr>
        <p:spPr>
          <a:xfrm>
            <a:off x="2996112" y="2357402"/>
            <a:ext cx="1256183" cy="409718"/>
          </a:xfrm>
          <a:prstGeom prst="rect">
            <a:avLst/>
          </a:prstGeom>
          <a:noFill/>
        </p:spPr>
        <p:txBody>
          <a:bodyPr wrap="square" lIns="36000" tIns="36000" rIns="36000" bIns="36000" rtlCol="0">
            <a:spAutoFit/>
          </a:bodyPr>
          <a:lstStyle/>
          <a:p>
            <a:pPr algn="ctr">
              <a:lnSpc>
                <a:spcPct val="90000"/>
              </a:lnSpc>
              <a:spcAft>
                <a:spcPts val="600"/>
              </a:spcAft>
            </a:pPr>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Express</a:t>
            </a:r>
            <a:b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br>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Route</a:t>
            </a:r>
            <a:endParaRPr kumimoji="1" lang="ja-JP" altLang="en-US" sz="1200" err="1">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52" name="テキスト ボックス 151">
            <a:extLst>
              <a:ext uri="{FF2B5EF4-FFF2-40B4-BE49-F238E27FC236}">
                <a16:creationId xmlns:a16="http://schemas.microsoft.com/office/drawing/2014/main" id="{56CD711E-96AE-F1AD-39EA-B4AB5B687F55}"/>
              </a:ext>
            </a:extLst>
          </p:cNvPr>
          <p:cNvSpPr txBox="1"/>
          <p:nvPr/>
        </p:nvSpPr>
        <p:spPr>
          <a:xfrm>
            <a:off x="3939603" y="2411247"/>
            <a:ext cx="1256183" cy="409718"/>
          </a:xfrm>
          <a:prstGeom prst="rect">
            <a:avLst/>
          </a:prstGeom>
          <a:noFill/>
        </p:spPr>
        <p:txBody>
          <a:bodyPr wrap="square" lIns="36000" tIns="36000" rIns="36000" bIns="36000" rtlCol="0">
            <a:spAutoFit/>
          </a:bodyPr>
          <a:lstStyle/>
          <a:p>
            <a:pPr algn="ctr">
              <a:lnSpc>
                <a:spcPct val="90000"/>
              </a:lnSpc>
              <a:spcAft>
                <a:spcPts val="600"/>
              </a:spcAft>
            </a:pPr>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VPN</a:t>
            </a:r>
            <a:b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br>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Gateway</a:t>
            </a:r>
            <a:endParaRPr kumimoji="1" lang="ja-JP" altLang="en-US" sz="1200" err="1">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53" name="テキスト ボックス 152">
            <a:extLst>
              <a:ext uri="{FF2B5EF4-FFF2-40B4-BE49-F238E27FC236}">
                <a16:creationId xmlns:a16="http://schemas.microsoft.com/office/drawing/2014/main" id="{1AC8D6A9-64D0-49A1-56D4-0169E91B789E}"/>
              </a:ext>
            </a:extLst>
          </p:cNvPr>
          <p:cNvSpPr txBox="1"/>
          <p:nvPr/>
        </p:nvSpPr>
        <p:spPr>
          <a:xfrm>
            <a:off x="4770739" y="2412251"/>
            <a:ext cx="1256183" cy="409718"/>
          </a:xfrm>
          <a:prstGeom prst="rect">
            <a:avLst/>
          </a:prstGeom>
          <a:noFill/>
        </p:spPr>
        <p:txBody>
          <a:bodyPr wrap="square" lIns="36000" tIns="36000" rIns="36000" bIns="36000" rtlCol="0">
            <a:spAutoFit/>
          </a:bodyPr>
          <a:lstStyle/>
          <a:p>
            <a:pPr algn="ctr">
              <a:lnSpc>
                <a:spcPct val="90000"/>
              </a:lnSpc>
              <a:spcAft>
                <a:spcPts val="600"/>
              </a:spcAft>
            </a:pPr>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NAT</a:t>
            </a:r>
            <a:b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br>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Gateway</a:t>
            </a:r>
            <a:endParaRPr kumimoji="1" lang="ja-JP" altLang="en-US" sz="1200" err="1">
              <a:solidFill>
                <a:schemeClr val="tx1">
                  <a:lumMod val="75000"/>
                  <a:lumOff val="25000"/>
                </a:schemeClr>
              </a:solidFill>
              <a:latin typeface="Yu Gothic UI" panose="020B0500000000000000" pitchFamily="34" charset="-128"/>
              <a:ea typeface="Yu Gothic UI" panose="020B0500000000000000" pitchFamily="34" charset="-128"/>
            </a:endParaRPr>
          </a:p>
        </p:txBody>
      </p:sp>
      <p:grpSp>
        <p:nvGrpSpPr>
          <p:cNvPr id="154" name="グループ化 153">
            <a:extLst>
              <a:ext uri="{FF2B5EF4-FFF2-40B4-BE49-F238E27FC236}">
                <a16:creationId xmlns:a16="http://schemas.microsoft.com/office/drawing/2014/main" id="{4187D82B-6F43-268A-63D1-27D539BD7442}"/>
              </a:ext>
            </a:extLst>
          </p:cNvPr>
          <p:cNvGrpSpPr/>
          <p:nvPr/>
        </p:nvGrpSpPr>
        <p:grpSpPr>
          <a:xfrm>
            <a:off x="210911" y="2829250"/>
            <a:ext cx="1256183" cy="767971"/>
            <a:chOff x="265692" y="2771714"/>
            <a:chExt cx="1256183" cy="767971"/>
          </a:xfrm>
        </p:grpSpPr>
        <p:pic>
          <p:nvPicPr>
            <p:cNvPr id="155" name="グラフィックス 154">
              <a:extLst>
                <a:ext uri="{FF2B5EF4-FFF2-40B4-BE49-F238E27FC236}">
                  <a16:creationId xmlns:a16="http://schemas.microsoft.com/office/drawing/2014/main" id="{6AC03875-F4AB-57BF-074A-37CCD2ACA4D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684352" y="2771714"/>
              <a:ext cx="458858" cy="458858"/>
            </a:xfrm>
            <a:prstGeom prst="rect">
              <a:avLst/>
            </a:prstGeom>
          </p:spPr>
        </p:pic>
        <p:sp>
          <p:nvSpPr>
            <p:cNvPr id="156" name="テキスト ボックス 155">
              <a:extLst>
                <a:ext uri="{FF2B5EF4-FFF2-40B4-BE49-F238E27FC236}">
                  <a16:creationId xmlns:a16="http://schemas.microsoft.com/office/drawing/2014/main" id="{110FDF44-FE0D-2423-2FD6-CE2A05A4E042}"/>
                </a:ext>
              </a:extLst>
            </p:cNvPr>
            <p:cNvSpPr txBox="1"/>
            <p:nvPr/>
          </p:nvSpPr>
          <p:spPr>
            <a:xfrm>
              <a:off x="265692" y="3296166"/>
              <a:ext cx="1256183" cy="243519"/>
            </a:xfrm>
            <a:prstGeom prst="rect">
              <a:avLst/>
            </a:prstGeom>
            <a:noFill/>
          </p:spPr>
          <p:txBody>
            <a:bodyPr wrap="square" lIns="36000" tIns="36000" rIns="36000" bIns="36000" rtlCol="0">
              <a:spAutoFit/>
            </a:bodyPr>
            <a:lstStyle/>
            <a:p>
              <a:pPr algn="ctr">
                <a:lnSpc>
                  <a:spcPct val="90000"/>
                </a:lnSpc>
                <a:spcAft>
                  <a:spcPts val="600"/>
                </a:spcAft>
              </a:pPr>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Azure DNS</a:t>
              </a:r>
              <a:endParaRPr kumimoji="1" lang="ja-JP" altLang="en-US" sz="1200" err="1">
                <a:solidFill>
                  <a:schemeClr val="tx1">
                    <a:lumMod val="75000"/>
                    <a:lumOff val="25000"/>
                  </a:schemeClr>
                </a:solidFill>
                <a:latin typeface="Yu Gothic UI" panose="020B0500000000000000" pitchFamily="34" charset="-128"/>
                <a:ea typeface="Yu Gothic UI" panose="020B0500000000000000" pitchFamily="34" charset="-128"/>
              </a:endParaRPr>
            </a:p>
          </p:txBody>
        </p:sp>
      </p:grpSp>
      <p:grpSp>
        <p:nvGrpSpPr>
          <p:cNvPr id="157" name="グループ化 156">
            <a:extLst>
              <a:ext uri="{FF2B5EF4-FFF2-40B4-BE49-F238E27FC236}">
                <a16:creationId xmlns:a16="http://schemas.microsoft.com/office/drawing/2014/main" id="{D6ED17AA-BCC3-6AD8-14AC-DC1BA9E25D19}"/>
              </a:ext>
            </a:extLst>
          </p:cNvPr>
          <p:cNvGrpSpPr/>
          <p:nvPr/>
        </p:nvGrpSpPr>
        <p:grpSpPr>
          <a:xfrm>
            <a:off x="1126149" y="2865172"/>
            <a:ext cx="1256183" cy="891449"/>
            <a:chOff x="1062579" y="2815970"/>
            <a:chExt cx="1256183" cy="891449"/>
          </a:xfrm>
        </p:grpSpPr>
        <p:pic>
          <p:nvPicPr>
            <p:cNvPr id="158" name="グラフィックス 157">
              <a:extLst>
                <a:ext uri="{FF2B5EF4-FFF2-40B4-BE49-F238E27FC236}">
                  <a16:creationId xmlns:a16="http://schemas.microsoft.com/office/drawing/2014/main" id="{AC1CBC74-58D0-78AB-9F16-0ECC7042550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504134" y="2815970"/>
              <a:ext cx="458858" cy="458858"/>
            </a:xfrm>
            <a:prstGeom prst="rect">
              <a:avLst/>
            </a:prstGeom>
          </p:spPr>
        </p:pic>
        <p:sp>
          <p:nvSpPr>
            <p:cNvPr id="159" name="テキスト ボックス 158">
              <a:extLst>
                <a:ext uri="{FF2B5EF4-FFF2-40B4-BE49-F238E27FC236}">
                  <a16:creationId xmlns:a16="http://schemas.microsoft.com/office/drawing/2014/main" id="{5B3C1760-E24B-AF3E-1475-5FBEAB8D77E0}"/>
                </a:ext>
              </a:extLst>
            </p:cNvPr>
            <p:cNvSpPr txBox="1"/>
            <p:nvPr/>
          </p:nvSpPr>
          <p:spPr>
            <a:xfrm>
              <a:off x="1062579" y="3297701"/>
              <a:ext cx="1256183" cy="409718"/>
            </a:xfrm>
            <a:prstGeom prst="rect">
              <a:avLst/>
            </a:prstGeom>
            <a:noFill/>
          </p:spPr>
          <p:txBody>
            <a:bodyPr wrap="square" lIns="36000" tIns="36000" rIns="36000" bIns="36000" rtlCol="0">
              <a:spAutoFit/>
            </a:bodyPr>
            <a:lstStyle/>
            <a:p>
              <a:pPr algn="ctr">
                <a:lnSpc>
                  <a:spcPct val="90000"/>
                </a:lnSpc>
                <a:spcAft>
                  <a:spcPts val="600"/>
                </a:spcAft>
              </a:pPr>
              <a:r>
                <a:rPr lang="en-US" altLang="ja-JP" sz="1200">
                  <a:solidFill>
                    <a:schemeClr val="tx1">
                      <a:lumMod val="75000"/>
                      <a:lumOff val="25000"/>
                    </a:schemeClr>
                  </a:solidFill>
                  <a:latin typeface="Yu Gothic UI" panose="020B0500000000000000" pitchFamily="34" charset="-128"/>
                  <a:ea typeface="Yu Gothic UI" panose="020B0500000000000000" pitchFamily="34" charset="-128"/>
                </a:rPr>
                <a:t>Peering</a:t>
              </a:r>
              <a:br>
                <a:rPr lang="en-US" altLang="ja-JP" sz="1200">
                  <a:solidFill>
                    <a:schemeClr val="tx1">
                      <a:lumMod val="75000"/>
                      <a:lumOff val="25000"/>
                    </a:schemeClr>
                  </a:solidFill>
                  <a:latin typeface="Yu Gothic UI" panose="020B0500000000000000" pitchFamily="34" charset="-128"/>
                  <a:ea typeface="Yu Gothic UI" panose="020B0500000000000000" pitchFamily="34" charset="-128"/>
                </a:rPr>
              </a:br>
              <a:r>
                <a:rPr lang="en-US" altLang="ja-JP" sz="1200">
                  <a:solidFill>
                    <a:schemeClr val="tx1">
                      <a:lumMod val="75000"/>
                      <a:lumOff val="25000"/>
                    </a:schemeClr>
                  </a:solidFill>
                  <a:latin typeface="Yu Gothic UI" panose="020B0500000000000000" pitchFamily="34" charset="-128"/>
                  <a:ea typeface="Yu Gothic UI" panose="020B0500000000000000" pitchFamily="34" charset="-128"/>
                </a:rPr>
                <a:t>Service</a:t>
              </a:r>
              <a:endParaRPr kumimoji="1" lang="ja-JP" altLang="en-US" sz="1200" err="1">
                <a:solidFill>
                  <a:schemeClr val="tx1">
                    <a:lumMod val="75000"/>
                    <a:lumOff val="25000"/>
                  </a:schemeClr>
                </a:solidFill>
                <a:latin typeface="Yu Gothic UI" panose="020B0500000000000000" pitchFamily="34" charset="-128"/>
                <a:ea typeface="Yu Gothic UI" panose="020B0500000000000000" pitchFamily="34" charset="-128"/>
              </a:endParaRPr>
            </a:p>
          </p:txBody>
        </p:sp>
      </p:grpSp>
      <p:grpSp>
        <p:nvGrpSpPr>
          <p:cNvPr id="160" name="グループ化 159">
            <a:extLst>
              <a:ext uri="{FF2B5EF4-FFF2-40B4-BE49-F238E27FC236}">
                <a16:creationId xmlns:a16="http://schemas.microsoft.com/office/drawing/2014/main" id="{DA637A16-DFFA-1D73-FA58-C8EFB5F19314}"/>
              </a:ext>
            </a:extLst>
          </p:cNvPr>
          <p:cNvGrpSpPr/>
          <p:nvPr/>
        </p:nvGrpSpPr>
        <p:grpSpPr>
          <a:xfrm>
            <a:off x="2041387" y="2792754"/>
            <a:ext cx="1256183" cy="797668"/>
            <a:chOff x="1856396" y="2743552"/>
            <a:chExt cx="1256183" cy="797668"/>
          </a:xfrm>
        </p:grpSpPr>
        <p:pic>
          <p:nvPicPr>
            <p:cNvPr id="161" name="Picture 2" descr="ソース画像を表示">
              <a:extLst>
                <a:ext uri="{FF2B5EF4-FFF2-40B4-BE49-F238E27FC236}">
                  <a16:creationId xmlns:a16="http://schemas.microsoft.com/office/drawing/2014/main" id="{65EB02F5-5DE8-9089-A23A-90431683112B}"/>
                </a:ext>
              </a:extLst>
            </p:cNvPr>
            <p:cNvPicPr>
              <a:picLocks noChangeAspect="1" noChangeArrowheads="1"/>
            </p:cNvPicPr>
            <p:nvPr/>
          </p:nvPicPr>
          <p:blipFill rotWithShape="1">
            <a:blip r:embed="rId25">
              <a:extLst>
                <a:ext uri="{28A0092B-C50C-407E-A947-70E740481C1C}">
                  <a14:useLocalDpi xmlns:a14="http://schemas.microsoft.com/office/drawing/2010/main" val="0"/>
                </a:ext>
              </a:extLst>
            </a:blip>
            <a:srcRect l="19576" t="-18700" r="14359" b="-9314"/>
            <a:stretch/>
          </p:blipFill>
          <p:spPr bwMode="auto">
            <a:xfrm>
              <a:off x="2211053" y="2743552"/>
              <a:ext cx="542169" cy="551527"/>
            </a:xfrm>
            <a:prstGeom prst="rect">
              <a:avLst/>
            </a:prstGeom>
            <a:noFill/>
            <a:extLst>
              <a:ext uri="{909E8E84-426E-40DD-AFC4-6F175D3DCCD1}">
                <a14:hiddenFill xmlns:a14="http://schemas.microsoft.com/office/drawing/2010/main">
                  <a:solidFill>
                    <a:srgbClr val="FFFFFF"/>
                  </a:solidFill>
                </a14:hiddenFill>
              </a:ext>
            </a:extLst>
          </p:spPr>
        </p:pic>
        <p:sp>
          <p:nvSpPr>
            <p:cNvPr id="162" name="テキスト ボックス 161">
              <a:extLst>
                <a:ext uri="{FF2B5EF4-FFF2-40B4-BE49-F238E27FC236}">
                  <a16:creationId xmlns:a16="http://schemas.microsoft.com/office/drawing/2014/main" id="{C92ABFC4-D94B-9180-AD0E-217C5696AF19}"/>
                </a:ext>
              </a:extLst>
            </p:cNvPr>
            <p:cNvSpPr txBox="1"/>
            <p:nvPr/>
          </p:nvSpPr>
          <p:spPr>
            <a:xfrm>
              <a:off x="1856396" y="3297701"/>
              <a:ext cx="1256183" cy="243519"/>
            </a:xfrm>
            <a:prstGeom prst="rect">
              <a:avLst/>
            </a:prstGeom>
            <a:noFill/>
          </p:spPr>
          <p:txBody>
            <a:bodyPr wrap="square" lIns="36000" tIns="36000" rIns="36000" bIns="36000" rtlCol="0">
              <a:spAutoFit/>
            </a:bodyPr>
            <a:lstStyle/>
            <a:p>
              <a:pPr algn="ctr">
                <a:lnSpc>
                  <a:spcPct val="90000"/>
                </a:lnSpc>
                <a:spcAft>
                  <a:spcPts val="600"/>
                </a:spcAft>
              </a:pPr>
              <a:r>
                <a:rPr lang="en-US" altLang="ja-JP" sz="1200">
                  <a:solidFill>
                    <a:schemeClr val="tx1">
                      <a:lumMod val="75000"/>
                      <a:lumOff val="25000"/>
                    </a:schemeClr>
                  </a:solidFill>
                  <a:latin typeface="Yu Gothic UI" panose="020B0500000000000000" pitchFamily="34" charset="-128"/>
                  <a:ea typeface="Yu Gothic UI" panose="020B0500000000000000" pitchFamily="34" charset="-128"/>
                </a:rPr>
                <a:t>Bastion</a:t>
              </a:r>
              <a:endParaRPr kumimoji="1" lang="ja-JP" altLang="en-US" sz="1200" err="1">
                <a:solidFill>
                  <a:schemeClr val="tx1">
                    <a:lumMod val="75000"/>
                    <a:lumOff val="25000"/>
                  </a:schemeClr>
                </a:solidFill>
                <a:latin typeface="Yu Gothic UI" panose="020B0500000000000000" pitchFamily="34" charset="-128"/>
                <a:ea typeface="Yu Gothic UI" panose="020B0500000000000000" pitchFamily="34" charset="-128"/>
              </a:endParaRPr>
            </a:p>
          </p:txBody>
        </p:sp>
      </p:grpSp>
      <p:sp>
        <p:nvSpPr>
          <p:cNvPr id="163" name="テキスト ボックス 162">
            <a:extLst>
              <a:ext uri="{FF2B5EF4-FFF2-40B4-BE49-F238E27FC236}">
                <a16:creationId xmlns:a16="http://schemas.microsoft.com/office/drawing/2014/main" id="{6D12D973-E57B-58A3-6BFD-62653ABA1B9A}"/>
              </a:ext>
            </a:extLst>
          </p:cNvPr>
          <p:cNvSpPr txBox="1"/>
          <p:nvPr/>
        </p:nvSpPr>
        <p:spPr>
          <a:xfrm>
            <a:off x="236963" y="4511614"/>
            <a:ext cx="1256183" cy="409718"/>
          </a:xfrm>
          <a:prstGeom prst="rect">
            <a:avLst/>
          </a:prstGeom>
          <a:noFill/>
        </p:spPr>
        <p:txBody>
          <a:bodyPr wrap="square" lIns="36000" tIns="36000" rIns="36000" bIns="36000" rtlCol="0">
            <a:spAutoFit/>
          </a:bodyPr>
          <a:lstStyle/>
          <a:p>
            <a:pPr algn="ctr">
              <a:lnSpc>
                <a:spcPct val="90000"/>
              </a:lnSpc>
              <a:spcAft>
                <a:spcPts val="600"/>
              </a:spcAft>
            </a:pPr>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Network</a:t>
            </a:r>
            <a:b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br>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Watcher</a:t>
            </a:r>
            <a:endParaRPr kumimoji="1" lang="ja-JP" altLang="en-US" sz="1200" err="1">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64" name="テキスト ボックス 163">
            <a:extLst>
              <a:ext uri="{FF2B5EF4-FFF2-40B4-BE49-F238E27FC236}">
                <a16:creationId xmlns:a16="http://schemas.microsoft.com/office/drawing/2014/main" id="{83E030DB-B5EE-AEA4-6058-188F4F1D92B8}"/>
              </a:ext>
            </a:extLst>
          </p:cNvPr>
          <p:cNvSpPr txBox="1"/>
          <p:nvPr/>
        </p:nvSpPr>
        <p:spPr>
          <a:xfrm>
            <a:off x="1367422" y="4517630"/>
            <a:ext cx="1256183" cy="409718"/>
          </a:xfrm>
          <a:prstGeom prst="rect">
            <a:avLst/>
          </a:prstGeom>
          <a:noFill/>
        </p:spPr>
        <p:txBody>
          <a:bodyPr wrap="square" lIns="36000" tIns="36000" rIns="36000" bIns="36000" rtlCol="0">
            <a:spAutoFit/>
          </a:bodyPr>
          <a:lstStyle/>
          <a:p>
            <a:pPr algn="ctr">
              <a:lnSpc>
                <a:spcPct val="90000"/>
              </a:lnSpc>
              <a:spcAft>
                <a:spcPts val="600"/>
              </a:spcAft>
            </a:pPr>
            <a:r>
              <a:rPr lang="en-US" altLang="ja-JP" sz="1200">
                <a:solidFill>
                  <a:schemeClr val="tx1">
                    <a:lumMod val="75000"/>
                    <a:lumOff val="25000"/>
                  </a:schemeClr>
                </a:solidFill>
                <a:latin typeface="Yu Gothic UI" panose="020B0500000000000000" pitchFamily="34" charset="-128"/>
                <a:ea typeface="Yu Gothic UI" panose="020B0500000000000000" pitchFamily="34" charset="-128"/>
              </a:rPr>
              <a:t>Azure</a:t>
            </a:r>
            <a:br>
              <a:rPr lang="en-US" altLang="ja-JP" sz="1200">
                <a:solidFill>
                  <a:schemeClr val="tx1">
                    <a:lumMod val="75000"/>
                    <a:lumOff val="25000"/>
                  </a:schemeClr>
                </a:solidFill>
                <a:latin typeface="Yu Gothic UI" panose="020B0500000000000000" pitchFamily="34" charset="-128"/>
                <a:ea typeface="Yu Gothic UI" panose="020B0500000000000000" pitchFamily="34" charset="-128"/>
              </a:rPr>
            </a:br>
            <a:r>
              <a:rPr lang="en-US" altLang="ja-JP" sz="1200">
                <a:solidFill>
                  <a:schemeClr val="tx1">
                    <a:lumMod val="75000"/>
                    <a:lumOff val="25000"/>
                  </a:schemeClr>
                </a:solidFill>
                <a:latin typeface="Yu Gothic UI" panose="020B0500000000000000" pitchFamily="34" charset="-128"/>
                <a:ea typeface="Yu Gothic UI" panose="020B0500000000000000" pitchFamily="34" charset="-128"/>
              </a:rPr>
              <a:t>Monitor</a:t>
            </a:r>
            <a:endParaRPr kumimoji="1" lang="ja-JP" altLang="en-US" sz="1200" err="1">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65" name="テキスト ボックス 164">
            <a:extLst>
              <a:ext uri="{FF2B5EF4-FFF2-40B4-BE49-F238E27FC236}">
                <a16:creationId xmlns:a16="http://schemas.microsoft.com/office/drawing/2014/main" id="{3AE335E4-C19C-75FE-A4FB-47930719FC41}"/>
              </a:ext>
            </a:extLst>
          </p:cNvPr>
          <p:cNvSpPr txBox="1"/>
          <p:nvPr/>
        </p:nvSpPr>
        <p:spPr>
          <a:xfrm>
            <a:off x="2498489" y="4511614"/>
            <a:ext cx="1256183" cy="409718"/>
          </a:xfrm>
          <a:prstGeom prst="rect">
            <a:avLst/>
          </a:prstGeom>
          <a:noFill/>
        </p:spPr>
        <p:txBody>
          <a:bodyPr wrap="square" lIns="36000" tIns="36000" rIns="36000" bIns="36000" rtlCol="0">
            <a:spAutoFit/>
          </a:bodyPr>
          <a:lstStyle/>
          <a:p>
            <a:pPr algn="ctr">
              <a:lnSpc>
                <a:spcPct val="90000"/>
              </a:lnSpc>
              <a:spcAft>
                <a:spcPts val="600"/>
              </a:spcAft>
            </a:pPr>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ExpressRoute</a:t>
            </a:r>
            <a:b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br>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Monitor</a:t>
            </a:r>
            <a:endParaRPr kumimoji="1" lang="ja-JP" altLang="en-US" sz="1200" err="1">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66" name="テキスト ボックス 165">
            <a:extLst>
              <a:ext uri="{FF2B5EF4-FFF2-40B4-BE49-F238E27FC236}">
                <a16:creationId xmlns:a16="http://schemas.microsoft.com/office/drawing/2014/main" id="{6E5F8245-1992-AC9D-ED5F-88752F2EE3BF}"/>
              </a:ext>
            </a:extLst>
          </p:cNvPr>
          <p:cNvSpPr txBox="1"/>
          <p:nvPr/>
        </p:nvSpPr>
        <p:spPr>
          <a:xfrm>
            <a:off x="3834474" y="4511614"/>
            <a:ext cx="1256183" cy="243519"/>
          </a:xfrm>
          <a:prstGeom prst="rect">
            <a:avLst/>
          </a:prstGeom>
          <a:noFill/>
        </p:spPr>
        <p:txBody>
          <a:bodyPr wrap="square" lIns="36000" tIns="36000" rIns="36000" bIns="36000" rtlCol="0">
            <a:spAutoFit/>
          </a:bodyPr>
          <a:lstStyle/>
          <a:p>
            <a:pPr algn="ctr">
              <a:lnSpc>
                <a:spcPct val="90000"/>
              </a:lnSpc>
              <a:spcAft>
                <a:spcPts val="600"/>
              </a:spcAft>
            </a:pPr>
            <a:r>
              <a:rPr kumimoji="1" lang="en-US" altLang="ja-JP" sz="1200" err="1">
                <a:solidFill>
                  <a:schemeClr val="tx1">
                    <a:lumMod val="75000"/>
                    <a:lumOff val="25000"/>
                  </a:schemeClr>
                </a:solidFill>
                <a:latin typeface="Yu Gothic UI" panose="020B0500000000000000" pitchFamily="34" charset="-128"/>
                <a:ea typeface="Yu Gothic UI" panose="020B0500000000000000" pitchFamily="34" charset="-128"/>
              </a:rPr>
              <a:t>VNet</a:t>
            </a:r>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 TAP</a:t>
            </a:r>
            <a:endParaRPr kumimoji="1" lang="ja-JP" altLang="en-US" sz="1200" err="1">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167" name="グラフィックス 166">
            <a:extLst>
              <a:ext uri="{FF2B5EF4-FFF2-40B4-BE49-F238E27FC236}">
                <a16:creationId xmlns:a16="http://schemas.microsoft.com/office/drawing/2014/main" id="{96A8A780-10B7-662D-1A5E-D3771FC401D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165878" y="3874891"/>
            <a:ext cx="600462" cy="600462"/>
          </a:xfrm>
          <a:prstGeom prst="rect">
            <a:avLst/>
          </a:prstGeom>
        </p:spPr>
      </p:pic>
      <p:sp>
        <p:nvSpPr>
          <p:cNvPr id="168" name="テキスト ボックス 167">
            <a:extLst>
              <a:ext uri="{FF2B5EF4-FFF2-40B4-BE49-F238E27FC236}">
                <a16:creationId xmlns:a16="http://schemas.microsoft.com/office/drawing/2014/main" id="{3C4BA107-A1A5-AEE7-B463-D56AF1D64EBB}"/>
              </a:ext>
            </a:extLst>
          </p:cNvPr>
          <p:cNvSpPr txBox="1"/>
          <p:nvPr/>
        </p:nvSpPr>
        <p:spPr>
          <a:xfrm>
            <a:off x="7289295" y="2351389"/>
            <a:ext cx="1256183" cy="406897"/>
          </a:xfrm>
          <a:prstGeom prst="rect">
            <a:avLst/>
          </a:prstGeom>
          <a:noFill/>
        </p:spPr>
        <p:txBody>
          <a:bodyPr wrap="square" lIns="36000" tIns="36000" rIns="36000" bIns="36000" rtlCol="0">
            <a:spAutoFit/>
          </a:bodyPr>
          <a:lstStyle/>
          <a:p>
            <a:pPr algn="ctr">
              <a:lnSpc>
                <a:spcPct val="90000"/>
              </a:lnSpc>
            </a:pPr>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Private</a:t>
            </a:r>
          </a:p>
          <a:p>
            <a:pPr algn="ctr">
              <a:lnSpc>
                <a:spcPct val="90000"/>
              </a:lnSpc>
              <a:spcAft>
                <a:spcPts val="600"/>
              </a:spcAft>
            </a:pPr>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Link</a:t>
            </a:r>
            <a:endParaRPr kumimoji="1" lang="ja-JP" altLang="en-US" sz="1200" err="1">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69" name="テキスト ボックス 168">
            <a:extLst>
              <a:ext uri="{FF2B5EF4-FFF2-40B4-BE49-F238E27FC236}">
                <a16:creationId xmlns:a16="http://schemas.microsoft.com/office/drawing/2014/main" id="{8DC1AAFE-6AD8-E222-B8D6-7EAB9C6666C4}"/>
              </a:ext>
            </a:extLst>
          </p:cNvPr>
          <p:cNvSpPr txBox="1"/>
          <p:nvPr/>
        </p:nvSpPr>
        <p:spPr>
          <a:xfrm>
            <a:off x="8426541" y="2309277"/>
            <a:ext cx="1256183" cy="409718"/>
          </a:xfrm>
          <a:prstGeom prst="rect">
            <a:avLst/>
          </a:prstGeom>
          <a:noFill/>
        </p:spPr>
        <p:txBody>
          <a:bodyPr wrap="square" lIns="36000" tIns="36000" rIns="36000" bIns="36000" rtlCol="0">
            <a:spAutoFit/>
          </a:bodyPr>
          <a:lstStyle/>
          <a:p>
            <a:pPr algn="ctr">
              <a:lnSpc>
                <a:spcPct val="90000"/>
              </a:lnSpc>
              <a:spcAft>
                <a:spcPts val="600"/>
              </a:spcAft>
            </a:pPr>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DDoS</a:t>
            </a:r>
            <a:b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br>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Protection</a:t>
            </a:r>
            <a:endParaRPr kumimoji="1" lang="ja-JP" altLang="en-US" sz="1200" err="1">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70" name="テキスト ボックス 169">
            <a:extLst>
              <a:ext uri="{FF2B5EF4-FFF2-40B4-BE49-F238E27FC236}">
                <a16:creationId xmlns:a16="http://schemas.microsoft.com/office/drawing/2014/main" id="{EBE89015-FFBA-7D1C-2820-A68E30C3123B}"/>
              </a:ext>
            </a:extLst>
          </p:cNvPr>
          <p:cNvSpPr txBox="1"/>
          <p:nvPr/>
        </p:nvSpPr>
        <p:spPr>
          <a:xfrm>
            <a:off x="9591534" y="2377858"/>
            <a:ext cx="1256183" cy="243519"/>
          </a:xfrm>
          <a:prstGeom prst="rect">
            <a:avLst/>
          </a:prstGeom>
          <a:noFill/>
        </p:spPr>
        <p:txBody>
          <a:bodyPr wrap="square" lIns="36000" tIns="36000" rIns="36000" bIns="36000" rtlCol="0">
            <a:spAutoFit/>
          </a:bodyPr>
          <a:lstStyle/>
          <a:p>
            <a:pPr algn="ctr">
              <a:lnSpc>
                <a:spcPct val="90000"/>
              </a:lnSpc>
              <a:spcAft>
                <a:spcPts val="600"/>
              </a:spcAft>
            </a:pPr>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Firewall</a:t>
            </a:r>
            <a:endParaRPr kumimoji="1" lang="ja-JP" altLang="en-US" sz="1200" err="1">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71" name="テキスト ボックス 170">
            <a:extLst>
              <a:ext uri="{FF2B5EF4-FFF2-40B4-BE49-F238E27FC236}">
                <a16:creationId xmlns:a16="http://schemas.microsoft.com/office/drawing/2014/main" id="{90D02998-13BE-09F4-EB3B-B8310D901C87}"/>
              </a:ext>
            </a:extLst>
          </p:cNvPr>
          <p:cNvSpPr txBox="1"/>
          <p:nvPr/>
        </p:nvSpPr>
        <p:spPr>
          <a:xfrm>
            <a:off x="6143160" y="2298030"/>
            <a:ext cx="1256183" cy="510515"/>
          </a:xfrm>
          <a:prstGeom prst="rect">
            <a:avLst/>
          </a:prstGeom>
          <a:noFill/>
        </p:spPr>
        <p:txBody>
          <a:bodyPr wrap="square" lIns="36000" tIns="36000" rIns="36000" bIns="36000" rtlCol="0">
            <a:spAutoFit/>
          </a:bodyPr>
          <a:lstStyle/>
          <a:p>
            <a:pPr algn="ctr">
              <a:lnSpc>
                <a:spcPct val="90000"/>
              </a:lnSpc>
            </a:pPr>
            <a:r>
              <a:rPr lang="en-US" altLang="ja-JP" sz="1050">
                <a:solidFill>
                  <a:schemeClr val="tx1">
                    <a:lumMod val="75000"/>
                    <a:lumOff val="25000"/>
                  </a:schemeClr>
                </a:solidFill>
                <a:latin typeface="Yu Gothic UI" panose="020B0500000000000000" pitchFamily="34" charset="-128"/>
                <a:ea typeface="Yu Gothic UI" panose="020B0500000000000000" pitchFamily="34" charset="-128"/>
              </a:rPr>
              <a:t>Network</a:t>
            </a:r>
            <a:br>
              <a:rPr lang="en-US" altLang="ja-JP" sz="1050">
                <a:solidFill>
                  <a:schemeClr val="tx1">
                    <a:lumMod val="75000"/>
                    <a:lumOff val="25000"/>
                  </a:schemeClr>
                </a:solidFill>
                <a:latin typeface="Yu Gothic UI" panose="020B0500000000000000" pitchFamily="34" charset="-128"/>
                <a:ea typeface="Yu Gothic UI" panose="020B0500000000000000" pitchFamily="34" charset="-128"/>
              </a:rPr>
            </a:br>
            <a:r>
              <a:rPr lang="en-US" altLang="ja-JP" sz="1050">
                <a:solidFill>
                  <a:schemeClr val="tx1">
                    <a:lumMod val="75000"/>
                    <a:lumOff val="25000"/>
                  </a:schemeClr>
                </a:solidFill>
                <a:latin typeface="Yu Gothic UI" panose="020B0500000000000000" pitchFamily="34" charset="-128"/>
                <a:ea typeface="Yu Gothic UI" panose="020B0500000000000000" pitchFamily="34" charset="-128"/>
              </a:rPr>
              <a:t>Security</a:t>
            </a:r>
          </a:p>
          <a:p>
            <a:pPr algn="ctr">
              <a:lnSpc>
                <a:spcPct val="90000"/>
              </a:lnSpc>
              <a:spcAft>
                <a:spcPts val="600"/>
              </a:spcAft>
            </a:pPr>
            <a:r>
              <a:rPr lang="en-US" altLang="ja-JP" sz="1050">
                <a:solidFill>
                  <a:schemeClr val="tx1">
                    <a:lumMod val="75000"/>
                    <a:lumOff val="25000"/>
                  </a:schemeClr>
                </a:solidFill>
                <a:latin typeface="Yu Gothic UI" panose="020B0500000000000000" pitchFamily="34" charset="-128"/>
                <a:ea typeface="Yu Gothic UI" panose="020B0500000000000000" pitchFamily="34" charset="-128"/>
              </a:rPr>
              <a:t>Group</a:t>
            </a:r>
            <a:endParaRPr kumimoji="1" lang="ja-JP" altLang="en-US" sz="1050" err="1">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72" name="テキスト ボックス 171">
            <a:extLst>
              <a:ext uri="{FF2B5EF4-FFF2-40B4-BE49-F238E27FC236}">
                <a16:creationId xmlns:a16="http://schemas.microsoft.com/office/drawing/2014/main" id="{16A225E9-12DE-2EC7-9A30-AA3B37F63AEB}"/>
              </a:ext>
            </a:extLst>
          </p:cNvPr>
          <p:cNvSpPr txBox="1"/>
          <p:nvPr/>
        </p:nvSpPr>
        <p:spPr>
          <a:xfrm>
            <a:off x="6133183" y="3318144"/>
            <a:ext cx="1256183" cy="243519"/>
          </a:xfrm>
          <a:prstGeom prst="rect">
            <a:avLst/>
          </a:prstGeom>
          <a:noFill/>
        </p:spPr>
        <p:txBody>
          <a:bodyPr wrap="square" lIns="36000" tIns="36000" rIns="36000" bIns="36000" rtlCol="0">
            <a:spAutoFit/>
          </a:bodyPr>
          <a:lstStyle/>
          <a:p>
            <a:pPr algn="ctr">
              <a:lnSpc>
                <a:spcPct val="90000"/>
              </a:lnSpc>
              <a:spcAft>
                <a:spcPts val="600"/>
              </a:spcAft>
            </a:pPr>
            <a:r>
              <a:rPr lang="en-US" altLang="ja-JP" sz="1200">
                <a:solidFill>
                  <a:schemeClr val="tx1">
                    <a:lumMod val="75000"/>
                    <a:lumOff val="25000"/>
                  </a:schemeClr>
                </a:solidFill>
                <a:latin typeface="Yu Gothic UI" panose="020B0500000000000000" pitchFamily="34" charset="-128"/>
                <a:ea typeface="Yu Gothic UI" panose="020B0500000000000000" pitchFamily="34" charset="-128"/>
              </a:rPr>
              <a:t>WAF</a:t>
            </a:r>
            <a:endParaRPr kumimoji="1" lang="ja-JP" altLang="en-US" sz="1200" err="1">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73" name="テキスト ボックス 172">
            <a:extLst>
              <a:ext uri="{FF2B5EF4-FFF2-40B4-BE49-F238E27FC236}">
                <a16:creationId xmlns:a16="http://schemas.microsoft.com/office/drawing/2014/main" id="{11DF423A-EE69-82F7-F6A1-6F0F48D004F6}"/>
              </a:ext>
            </a:extLst>
          </p:cNvPr>
          <p:cNvSpPr txBox="1"/>
          <p:nvPr/>
        </p:nvSpPr>
        <p:spPr>
          <a:xfrm>
            <a:off x="7289295" y="3291167"/>
            <a:ext cx="1256183" cy="405102"/>
          </a:xfrm>
          <a:prstGeom prst="rect">
            <a:avLst/>
          </a:prstGeom>
          <a:noFill/>
        </p:spPr>
        <p:txBody>
          <a:bodyPr wrap="square" lIns="36000" tIns="36000" rIns="36000" bIns="36000" rtlCol="0">
            <a:spAutoFit/>
          </a:bodyPr>
          <a:lstStyle/>
          <a:p>
            <a:pPr algn="ctr">
              <a:lnSpc>
                <a:spcPct val="90000"/>
              </a:lnSpc>
            </a:pPr>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Service</a:t>
            </a:r>
          </a:p>
          <a:p>
            <a:pPr algn="ctr">
              <a:lnSpc>
                <a:spcPct val="90000"/>
              </a:lnSpc>
            </a:pPr>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Endpoint</a:t>
            </a:r>
            <a:endParaRPr kumimoji="1" lang="ja-JP" altLang="en-US" sz="1200" err="1">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74" name="テキスト ボックス 173">
            <a:extLst>
              <a:ext uri="{FF2B5EF4-FFF2-40B4-BE49-F238E27FC236}">
                <a16:creationId xmlns:a16="http://schemas.microsoft.com/office/drawing/2014/main" id="{EA5A2F87-67EB-7F6F-F6B7-83819DE7064C}"/>
              </a:ext>
            </a:extLst>
          </p:cNvPr>
          <p:cNvSpPr txBox="1"/>
          <p:nvPr/>
        </p:nvSpPr>
        <p:spPr>
          <a:xfrm>
            <a:off x="6149792" y="4497878"/>
            <a:ext cx="1256183" cy="243519"/>
          </a:xfrm>
          <a:prstGeom prst="rect">
            <a:avLst/>
          </a:prstGeom>
          <a:noFill/>
        </p:spPr>
        <p:txBody>
          <a:bodyPr wrap="square" lIns="36000" tIns="36000" rIns="36000" bIns="36000" rtlCol="0">
            <a:spAutoFit/>
          </a:bodyPr>
          <a:lstStyle/>
          <a:p>
            <a:pPr algn="ctr">
              <a:lnSpc>
                <a:spcPct val="90000"/>
              </a:lnSpc>
              <a:spcAft>
                <a:spcPts val="600"/>
              </a:spcAft>
            </a:pPr>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CDN</a:t>
            </a:r>
            <a:endParaRPr kumimoji="1" lang="ja-JP" altLang="en-US" sz="1200" err="1">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75" name="テキスト ボックス 174">
            <a:extLst>
              <a:ext uri="{FF2B5EF4-FFF2-40B4-BE49-F238E27FC236}">
                <a16:creationId xmlns:a16="http://schemas.microsoft.com/office/drawing/2014/main" id="{B65D8F63-9AA3-544B-DD11-A9DDE95BED08}"/>
              </a:ext>
            </a:extLst>
          </p:cNvPr>
          <p:cNvSpPr txBox="1"/>
          <p:nvPr/>
        </p:nvSpPr>
        <p:spPr>
          <a:xfrm>
            <a:off x="7282136" y="4497878"/>
            <a:ext cx="1256183" cy="243519"/>
          </a:xfrm>
          <a:prstGeom prst="rect">
            <a:avLst/>
          </a:prstGeom>
          <a:noFill/>
        </p:spPr>
        <p:txBody>
          <a:bodyPr wrap="square" lIns="36000" tIns="36000" rIns="36000" bIns="36000" rtlCol="0">
            <a:spAutoFit/>
          </a:bodyPr>
          <a:lstStyle/>
          <a:p>
            <a:pPr algn="ctr">
              <a:lnSpc>
                <a:spcPct val="90000"/>
              </a:lnSpc>
              <a:spcAft>
                <a:spcPts val="600"/>
              </a:spcAft>
            </a:pPr>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Front Door</a:t>
            </a:r>
            <a:endParaRPr kumimoji="1" lang="ja-JP" altLang="en-US" sz="1200" err="1">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76" name="テキスト ボックス 175">
            <a:extLst>
              <a:ext uri="{FF2B5EF4-FFF2-40B4-BE49-F238E27FC236}">
                <a16:creationId xmlns:a16="http://schemas.microsoft.com/office/drawing/2014/main" id="{933068D7-1F12-7328-B436-F584426C01E2}"/>
              </a:ext>
            </a:extLst>
          </p:cNvPr>
          <p:cNvSpPr txBox="1"/>
          <p:nvPr/>
        </p:nvSpPr>
        <p:spPr>
          <a:xfrm>
            <a:off x="8381080" y="4497878"/>
            <a:ext cx="1256183" cy="409718"/>
          </a:xfrm>
          <a:prstGeom prst="rect">
            <a:avLst/>
          </a:prstGeom>
          <a:noFill/>
        </p:spPr>
        <p:txBody>
          <a:bodyPr wrap="square" lIns="36000" tIns="36000" rIns="36000" bIns="36000" rtlCol="0">
            <a:spAutoFit/>
          </a:bodyPr>
          <a:lstStyle/>
          <a:p>
            <a:pPr algn="ctr">
              <a:lnSpc>
                <a:spcPct val="90000"/>
              </a:lnSpc>
              <a:spcAft>
                <a:spcPts val="600"/>
              </a:spcAft>
            </a:pPr>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Traffic</a:t>
            </a:r>
            <a:b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br>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Manager</a:t>
            </a:r>
            <a:endParaRPr kumimoji="1" lang="ja-JP" altLang="en-US" sz="1200" err="1">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77" name="テキスト ボックス 176">
            <a:extLst>
              <a:ext uri="{FF2B5EF4-FFF2-40B4-BE49-F238E27FC236}">
                <a16:creationId xmlns:a16="http://schemas.microsoft.com/office/drawing/2014/main" id="{6AC1F93E-E3B7-494D-A03F-C349064A290F}"/>
              </a:ext>
            </a:extLst>
          </p:cNvPr>
          <p:cNvSpPr txBox="1"/>
          <p:nvPr/>
        </p:nvSpPr>
        <p:spPr>
          <a:xfrm>
            <a:off x="9545101" y="4497878"/>
            <a:ext cx="1256183" cy="409718"/>
          </a:xfrm>
          <a:prstGeom prst="rect">
            <a:avLst/>
          </a:prstGeom>
          <a:noFill/>
        </p:spPr>
        <p:txBody>
          <a:bodyPr wrap="square" lIns="36000" tIns="36000" rIns="36000" bIns="36000" rtlCol="0">
            <a:spAutoFit/>
          </a:bodyPr>
          <a:lstStyle/>
          <a:p>
            <a:pPr algn="ctr">
              <a:lnSpc>
                <a:spcPct val="90000"/>
              </a:lnSpc>
              <a:spcAft>
                <a:spcPts val="600"/>
              </a:spcAft>
            </a:pPr>
            <a:r>
              <a:rPr lang="en-US" altLang="ja-JP" sz="1200">
                <a:solidFill>
                  <a:schemeClr val="tx1">
                    <a:lumMod val="75000"/>
                    <a:lumOff val="25000"/>
                  </a:schemeClr>
                </a:solidFill>
                <a:latin typeface="Yu Gothic UI" panose="020B0500000000000000" pitchFamily="34" charset="-128"/>
                <a:ea typeface="Yu Gothic UI" panose="020B0500000000000000" pitchFamily="34" charset="-128"/>
              </a:rPr>
              <a:t>Application</a:t>
            </a:r>
            <a:br>
              <a:rPr lang="en-US" altLang="ja-JP" sz="1200">
                <a:solidFill>
                  <a:schemeClr val="tx1">
                    <a:lumMod val="75000"/>
                    <a:lumOff val="25000"/>
                  </a:schemeClr>
                </a:solidFill>
                <a:latin typeface="Yu Gothic UI" panose="020B0500000000000000" pitchFamily="34" charset="-128"/>
                <a:ea typeface="Yu Gothic UI" panose="020B0500000000000000" pitchFamily="34" charset="-128"/>
              </a:rPr>
            </a:br>
            <a:r>
              <a:rPr lang="en-US" altLang="ja-JP" sz="1200">
                <a:solidFill>
                  <a:schemeClr val="tx1">
                    <a:lumMod val="75000"/>
                    <a:lumOff val="25000"/>
                  </a:schemeClr>
                </a:solidFill>
                <a:latin typeface="Yu Gothic UI" panose="020B0500000000000000" pitchFamily="34" charset="-128"/>
                <a:ea typeface="Yu Gothic UI" panose="020B0500000000000000" pitchFamily="34" charset="-128"/>
              </a:rPr>
              <a:t>Gateway</a:t>
            </a:r>
            <a:endParaRPr kumimoji="1" lang="ja-JP" altLang="en-US" sz="1200" err="1">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78" name="テキスト ボックス 177">
            <a:extLst>
              <a:ext uri="{FF2B5EF4-FFF2-40B4-BE49-F238E27FC236}">
                <a16:creationId xmlns:a16="http://schemas.microsoft.com/office/drawing/2014/main" id="{86AB39FC-53D5-9F0C-34F7-8176BA2C9EBE}"/>
              </a:ext>
            </a:extLst>
          </p:cNvPr>
          <p:cNvSpPr txBox="1"/>
          <p:nvPr/>
        </p:nvSpPr>
        <p:spPr>
          <a:xfrm>
            <a:off x="10724677" y="4497878"/>
            <a:ext cx="1256183" cy="409718"/>
          </a:xfrm>
          <a:prstGeom prst="rect">
            <a:avLst/>
          </a:prstGeom>
          <a:noFill/>
        </p:spPr>
        <p:txBody>
          <a:bodyPr wrap="square" lIns="36000" tIns="36000" rIns="36000" bIns="36000" rtlCol="0">
            <a:spAutoFit/>
          </a:bodyPr>
          <a:lstStyle/>
          <a:p>
            <a:pPr algn="ctr">
              <a:lnSpc>
                <a:spcPct val="90000"/>
              </a:lnSpc>
              <a:spcAft>
                <a:spcPts val="600"/>
              </a:spcAft>
            </a:pPr>
            <a:r>
              <a:rPr lang="en-US" altLang="ja-JP" sz="1200">
                <a:solidFill>
                  <a:schemeClr val="tx1">
                    <a:lumMod val="75000"/>
                    <a:lumOff val="25000"/>
                  </a:schemeClr>
                </a:solidFill>
                <a:latin typeface="Yu Gothic UI" panose="020B0500000000000000" pitchFamily="34" charset="-128"/>
                <a:ea typeface="Yu Gothic UI" panose="020B0500000000000000" pitchFamily="34" charset="-128"/>
              </a:rPr>
              <a:t>Load</a:t>
            </a:r>
            <a:br>
              <a:rPr lang="en-US" altLang="ja-JP" sz="1200">
                <a:solidFill>
                  <a:schemeClr val="tx1">
                    <a:lumMod val="75000"/>
                    <a:lumOff val="25000"/>
                  </a:schemeClr>
                </a:solidFill>
                <a:latin typeface="Yu Gothic UI" panose="020B0500000000000000" pitchFamily="34" charset="-128"/>
                <a:ea typeface="Yu Gothic UI" panose="020B0500000000000000" pitchFamily="34" charset="-128"/>
              </a:rPr>
            </a:br>
            <a:r>
              <a:rPr lang="en-US" altLang="ja-JP" sz="1200">
                <a:solidFill>
                  <a:schemeClr val="tx1">
                    <a:lumMod val="75000"/>
                    <a:lumOff val="25000"/>
                  </a:schemeClr>
                </a:solidFill>
                <a:latin typeface="Yu Gothic UI" panose="020B0500000000000000" pitchFamily="34" charset="-128"/>
                <a:ea typeface="Yu Gothic UI" panose="020B0500000000000000" pitchFamily="34" charset="-128"/>
              </a:rPr>
              <a:t>Balancer</a:t>
            </a:r>
            <a:endParaRPr kumimoji="1" lang="ja-JP" altLang="en-US" sz="1200" err="1">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79" name="テキスト ボックス 178">
            <a:extLst>
              <a:ext uri="{FF2B5EF4-FFF2-40B4-BE49-F238E27FC236}">
                <a16:creationId xmlns:a16="http://schemas.microsoft.com/office/drawing/2014/main" id="{122AFB7D-89DF-0C7A-44DA-1C77C2B16686}"/>
              </a:ext>
            </a:extLst>
          </p:cNvPr>
          <p:cNvSpPr txBox="1"/>
          <p:nvPr/>
        </p:nvSpPr>
        <p:spPr>
          <a:xfrm>
            <a:off x="6131229" y="5513921"/>
            <a:ext cx="1256183" cy="409718"/>
          </a:xfrm>
          <a:prstGeom prst="rect">
            <a:avLst/>
          </a:prstGeom>
          <a:noFill/>
        </p:spPr>
        <p:txBody>
          <a:bodyPr wrap="square" lIns="36000" tIns="36000" rIns="36000" bIns="36000" rtlCol="0">
            <a:spAutoFit/>
          </a:bodyPr>
          <a:lstStyle/>
          <a:p>
            <a:pPr algn="ctr">
              <a:lnSpc>
                <a:spcPct val="90000"/>
              </a:lnSpc>
              <a:spcAft>
                <a:spcPts val="600"/>
              </a:spcAft>
            </a:pPr>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Internet</a:t>
            </a:r>
            <a:b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br>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Analyzer</a:t>
            </a:r>
            <a:endParaRPr kumimoji="1" lang="ja-JP" altLang="en-US" sz="1200" err="1">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80" name="テキスト ボックス 179">
            <a:extLst>
              <a:ext uri="{FF2B5EF4-FFF2-40B4-BE49-F238E27FC236}">
                <a16:creationId xmlns:a16="http://schemas.microsoft.com/office/drawing/2014/main" id="{3F6E6ABD-D1F8-D561-6C65-43D1DDACD8AE}"/>
              </a:ext>
            </a:extLst>
          </p:cNvPr>
          <p:cNvSpPr txBox="1"/>
          <p:nvPr/>
        </p:nvSpPr>
        <p:spPr>
          <a:xfrm>
            <a:off x="3893790" y="3374640"/>
            <a:ext cx="1256183" cy="409718"/>
          </a:xfrm>
          <a:prstGeom prst="rect">
            <a:avLst/>
          </a:prstGeom>
          <a:noFill/>
        </p:spPr>
        <p:txBody>
          <a:bodyPr wrap="square" lIns="36000" tIns="36000" rIns="36000" bIns="36000" rtlCol="0">
            <a:spAutoFit/>
          </a:bodyPr>
          <a:lstStyle/>
          <a:p>
            <a:pPr algn="ctr">
              <a:lnSpc>
                <a:spcPct val="90000"/>
              </a:lnSpc>
              <a:spcAft>
                <a:spcPts val="600"/>
              </a:spcAft>
            </a:pPr>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Route</a:t>
            </a:r>
            <a:b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br>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Server</a:t>
            </a:r>
            <a:endParaRPr kumimoji="1" lang="ja-JP" altLang="en-US" sz="1200" err="1">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181" name="グラフィックス 180">
            <a:extLst>
              <a:ext uri="{FF2B5EF4-FFF2-40B4-BE49-F238E27FC236}">
                <a16:creationId xmlns:a16="http://schemas.microsoft.com/office/drawing/2014/main" id="{C4917130-8812-5BBC-65F8-FAE471C7E91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1517993" y="1823136"/>
            <a:ext cx="478826" cy="478826"/>
          </a:xfrm>
          <a:prstGeom prst="rect">
            <a:avLst/>
          </a:prstGeom>
        </p:spPr>
      </p:pic>
      <p:sp>
        <p:nvSpPr>
          <p:cNvPr id="182" name="テキスト ボックス 181">
            <a:extLst>
              <a:ext uri="{FF2B5EF4-FFF2-40B4-BE49-F238E27FC236}">
                <a16:creationId xmlns:a16="http://schemas.microsoft.com/office/drawing/2014/main" id="{B1E99156-8DD8-025F-2297-3BD09E63C309}"/>
              </a:ext>
            </a:extLst>
          </p:cNvPr>
          <p:cNvSpPr txBox="1"/>
          <p:nvPr/>
        </p:nvSpPr>
        <p:spPr>
          <a:xfrm>
            <a:off x="1171033" y="2328892"/>
            <a:ext cx="1256183" cy="486663"/>
          </a:xfrm>
          <a:prstGeom prst="rect">
            <a:avLst/>
          </a:prstGeom>
          <a:noFill/>
        </p:spPr>
        <p:txBody>
          <a:bodyPr wrap="square" lIns="36000" tIns="36000" rIns="36000" bIns="36000" rtlCol="0">
            <a:spAutoFit/>
          </a:bodyPr>
          <a:lstStyle/>
          <a:p>
            <a:pPr algn="ctr">
              <a:lnSpc>
                <a:spcPct val="90000"/>
              </a:lnSpc>
              <a:spcAft>
                <a:spcPts val="600"/>
              </a:spcAft>
            </a:pPr>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Route</a:t>
            </a:r>
          </a:p>
          <a:p>
            <a:pPr algn="ctr">
              <a:lnSpc>
                <a:spcPct val="90000"/>
              </a:lnSpc>
              <a:spcAft>
                <a:spcPts val="600"/>
              </a:spcAft>
            </a:pPr>
            <a:r>
              <a:rPr lang="en-US" altLang="ja-JP" sz="1200">
                <a:solidFill>
                  <a:schemeClr val="tx1">
                    <a:lumMod val="75000"/>
                    <a:lumOff val="25000"/>
                  </a:schemeClr>
                </a:solidFill>
                <a:latin typeface="Yu Gothic UI" panose="020B0500000000000000" pitchFamily="34" charset="-128"/>
                <a:ea typeface="Yu Gothic UI" panose="020B0500000000000000" pitchFamily="34" charset="-128"/>
              </a:rPr>
              <a:t>Table</a:t>
            </a:r>
            <a:endParaRPr kumimoji="1" lang="ja-JP" altLang="en-US" sz="1200" err="1">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83" name="正方形/長方形 182">
            <a:extLst>
              <a:ext uri="{FF2B5EF4-FFF2-40B4-BE49-F238E27FC236}">
                <a16:creationId xmlns:a16="http://schemas.microsoft.com/office/drawing/2014/main" id="{C002993E-8465-7218-9E9D-6F16308E1CD2}"/>
              </a:ext>
            </a:extLst>
          </p:cNvPr>
          <p:cNvSpPr/>
          <p:nvPr/>
        </p:nvSpPr>
        <p:spPr bwMode="auto">
          <a:xfrm>
            <a:off x="471936" y="1774400"/>
            <a:ext cx="815083" cy="989256"/>
          </a:xfrm>
          <a:prstGeom prst="rect">
            <a:avLst/>
          </a:prstGeom>
          <a:noFill/>
          <a:ln w="15875">
            <a:solidFill>
              <a:srgbClr val="D83B0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sp>
        <p:nvSpPr>
          <p:cNvPr id="184" name="正方形/長方形 183">
            <a:extLst>
              <a:ext uri="{FF2B5EF4-FFF2-40B4-BE49-F238E27FC236}">
                <a16:creationId xmlns:a16="http://schemas.microsoft.com/office/drawing/2014/main" id="{339E13BB-66F5-476E-69AA-EA6C6EA4E432}"/>
              </a:ext>
            </a:extLst>
          </p:cNvPr>
          <p:cNvSpPr/>
          <p:nvPr/>
        </p:nvSpPr>
        <p:spPr bwMode="auto">
          <a:xfrm>
            <a:off x="1394602" y="1773507"/>
            <a:ext cx="815083" cy="989256"/>
          </a:xfrm>
          <a:prstGeom prst="rect">
            <a:avLst/>
          </a:prstGeom>
          <a:noFill/>
          <a:ln w="15875">
            <a:solidFill>
              <a:srgbClr val="D83B0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sp>
        <p:nvSpPr>
          <p:cNvPr id="185" name="正方形/長方形 184">
            <a:extLst>
              <a:ext uri="{FF2B5EF4-FFF2-40B4-BE49-F238E27FC236}">
                <a16:creationId xmlns:a16="http://schemas.microsoft.com/office/drawing/2014/main" id="{97207554-214C-E7F8-D02C-DAE237351106}"/>
              </a:ext>
            </a:extLst>
          </p:cNvPr>
          <p:cNvSpPr/>
          <p:nvPr/>
        </p:nvSpPr>
        <p:spPr bwMode="auto">
          <a:xfrm>
            <a:off x="3221911" y="1780855"/>
            <a:ext cx="815083" cy="989256"/>
          </a:xfrm>
          <a:prstGeom prst="rect">
            <a:avLst/>
          </a:prstGeom>
          <a:noFill/>
          <a:ln w="15875">
            <a:solidFill>
              <a:srgbClr val="D83B0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sp>
        <p:nvSpPr>
          <p:cNvPr id="186" name="正方形/長方形 185">
            <a:extLst>
              <a:ext uri="{FF2B5EF4-FFF2-40B4-BE49-F238E27FC236}">
                <a16:creationId xmlns:a16="http://schemas.microsoft.com/office/drawing/2014/main" id="{B592C20D-24D4-ED30-278D-DBF2F471CEEB}"/>
              </a:ext>
            </a:extLst>
          </p:cNvPr>
          <p:cNvSpPr/>
          <p:nvPr/>
        </p:nvSpPr>
        <p:spPr bwMode="auto">
          <a:xfrm>
            <a:off x="2306673" y="2751702"/>
            <a:ext cx="815083" cy="989256"/>
          </a:xfrm>
          <a:prstGeom prst="rect">
            <a:avLst/>
          </a:prstGeom>
          <a:noFill/>
          <a:ln w="15875">
            <a:solidFill>
              <a:srgbClr val="D83B0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sp>
        <p:nvSpPr>
          <p:cNvPr id="187" name="正方形/長方形 186">
            <a:extLst>
              <a:ext uri="{FF2B5EF4-FFF2-40B4-BE49-F238E27FC236}">
                <a16:creationId xmlns:a16="http://schemas.microsoft.com/office/drawing/2014/main" id="{6480A39A-1306-61CD-E0F0-506116970848}"/>
              </a:ext>
            </a:extLst>
          </p:cNvPr>
          <p:cNvSpPr/>
          <p:nvPr/>
        </p:nvSpPr>
        <p:spPr bwMode="auto">
          <a:xfrm>
            <a:off x="4179810" y="1780855"/>
            <a:ext cx="815083" cy="989256"/>
          </a:xfrm>
          <a:prstGeom prst="rect">
            <a:avLst/>
          </a:prstGeom>
          <a:noFill/>
          <a:ln w="15875">
            <a:solidFill>
              <a:srgbClr val="D83B0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sp>
        <p:nvSpPr>
          <p:cNvPr id="188" name="正方形/長方形 187">
            <a:extLst>
              <a:ext uri="{FF2B5EF4-FFF2-40B4-BE49-F238E27FC236}">
                <a16:creationId xmlns:a16="http://schemas.microsoft.com/office/drawing/2014/main" id="{1C688108-D709-4987-066B-675D3A0D2E63}"/>
              </a:ext>
            </a:extLst>
          </p:cNvPr>
          <p:cNvSpPr/>
          <p:nvPr/>
        </p:nvSpPr>
        <p:spPr bwMode="auto">
          <a:xfrm>
            <a:off x="7488620" y="1767240"/>
            <a:ext cx="815083" cy="989256"/>
          </a:xfrm>
          <a:prstGeom prst="rect">
            <a:avLst/>
          </a:prstGeom>
          <a:noFill/>
          <a:ln w="15875">
            <a:solidFill>
              <a:srgbClr val="D83B0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sp>
        <p:nvSpPr>
          <p:cNvPr id="189" name="正方形/長方形 188">
            <a:extLst>
              <a:ext uri="{FF2B5EF4-FFF2-40B4-BE49-F238E27FC236}">
                <a16:creationId xmlns:a16="http://schemas.microsoft.com/office/drawing/2014/main" id="{98ABE792-8220-782A-60C2-94CC7758CB6D}"/>
              </a:ext>
            </a:extLst>
          </p:cNvPr>
          <p:cNvSpPr/>
          <p:nvPr/>
        </p:nvSpPr>
        <p:spPr bwMode="auto">
          <a:xfrm>
            <a:off x="8642298" y="1774400"/>
            <a:ext cx="815083" cy="989256"/>
          </a:xfrm>
          <a:prstGeom prst="rect">
            <a:avLst/>
          </a:prstGeom>
          <a:noFill/>
          <a:ln w="15875">
            <a:solidFill>
              <a:srgbClr val="D83B0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sp>
        <p:nvSpPr>
          <p:cNvPr id="190" name="正方形/長方形 189">
            <a:extLst>
              <a:ext uri="{FF2B5EF4-FFF2-40B4-BE49-F238E27FC236}">
                <a16:creationId xmlns:a16="http://schemas.microsoft.com/office/drawing/2014/main" id="{5C26F80D-D25E-95B9-0B36-EC23C077BB1A}"/>
              </a:ext>
            </a:extLst>
          </p:cNvPr>
          <p:cNvSpPr/>
          <p:nvPr/>
        </p:nvSpPr>
        <p:spPr bwMode="auto">
          <a:xfrm>
            <a:off x="9825088" y="1773151"/>
            <a:ext cx="815083" cy="989256"/>
          </a:xfrm>
          <a:prstGeom prst="rect">
            <a:avLst/>
          </a:prstGeom>
          <a:noFill/>
          <a:ln w="15875">
            <a:solidFill>
              <a:srgbClr val="D83B0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sp>
        <p:nvSpPr>
          <p:cNvPr id="191" name="正方形/長方形 190">
            <a:extLst>
              <a:ext uri="{FF2B5EF4-FFF2-40B4-BE49-F238E27FC236}">
                <a16:creationId xmlns:a16="http://schemas.microsoft.com/office/drawing/2014/main" id="{FB05D7C0-30D1-8B17-30C1-2CE8FAE0DC1E}"/>
              </a:ext>
            </a:extLst>
          </p:cNvPr>
          <p:cNvSpPr/>
          <p:nvPr/>
        </p:nvSpPr>
        <p:spPr bwMode="auto">
          <a:xfrm>
            <a:off x="6385910" y="1761904"/>
            <a:ext cx="815083" cy="989256"/>
          </a:xfrm>
          <a:prstGeom prst="rect">
            <a:avLst/>
          </a:prstGeom>
          <a:noFill/>
          <a:ln w="15875">
            <a:solidFill>
              <a:srgbClr val="D83B0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sp>
        <p:nvSpPr>
          <p:cNvPr id="192" name="正方形/長方形 191">
            <a:extLst>
              <a:ext uri="{FF2B5EF4-FFF2-40B4-BE49-F238E27FC236}">
                <a16:creationId xmlns:a16="http://schemas.microsoft.com/office/drawing/2014/main" id="{98BEDEE4-E28B-1B9D-9EA1-A5DB6C0B8CC6}"/>
              </a:ext>
            </a:extLst>
          </p:cNvPr>
          <p:cNvSpPr/>
          <p:nvPr/>
        </p:nvSpPr>
        <p:spPr bwMode="auto">
          <a:xfrm>
            <a:off x="6380886" y="2762878"/>
            <a:ext cx="815083" cy="989256"/>
          </a:xfrm>
          <a:prstGeom prst="rect">
            <a:avLst/>
          </a:prstGeom>
          <a:noFill/>
          <a:ln w="15875">
            <a:solidFill>
              <a:srgbClr val="D83B0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sp>
        <p:nvSpPr>
          <p:cNvPr id="193" name="正方形/長方形 192">
            <a:extLst>
              <a:ext uri="{FF2B5EF4-FFF2-40B4-BE49-F238E27FC236}">
                <a16:creationId xmlns:a16="http://schemas.microsoft.com/office/drawing/2014/main" id="{B1B19E57-94FA-7DB0-CB85-6D20EDB2593D}"/>
              </a:ext>
            </a:extLst>
          </p:cNvPr>
          <p:cNvSpPr/>
          <p:nvPr/>
        </p:nvSpPr>
        <p:spPr bwMode="auto">
          <a:xfrm>
            <a:off x="7496215" y="2770566"/>
            <a:ext cx="815083" cy="989256"/>
          </a:xfrm>
          <a:prstGeom prst="rect">
            <a:avLst/>
          </a:prstGeom>
          <a:noFill/>
          <a:ln w="15875">
            <a:solidFill>
              <a:srgbClr val="D83B0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sp>
        <p:nvSpPr>
          <p:cNvPr id="194" name="正方形/長方形 193">
            <a:extLst>
              <a:ext uri="{FF2B5EF4-FFF2-40B4-BE49-F238E27FC236}">
                <a16:creationId xmlns:a16="http://schemas.microsoft.com/office/drawing/2014/main" id="{A28ECB39-F12D-161D-C93C-8184FEBB8C2C}"/>
              </a:ext>
            </a:extLst>
          </p:cNvPr>
          <p:cNvSpPr/>
          <p:nvPr/>
        </p:nvSpPr>
        <p:spPr bwMode="auto">
          <a:xfrm>
            <a:off x="9760519" y="3944889"/>
            <a:ext cx="815083" cy="989256"/>
          </a:xfrm>
          <a:prstGeom prst="rect">
            <a:avLst/>
          </a:prstGeom>
          <a:noFill/>
          <a:ln w="15875">
            <a:solidFill>
              <a:srgbClr val="D83B0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sp>
        <p:nvSpPr>
          <p:cNvPr id="195" name="正方形/長方形 194">
            <a:extLst>
              <a:ext uri="{FF2B5EF4-FFF2-40B4-BE49-F238E27FC236}">
                <a16:creationId xmlns:a16="http://schemas.microsoft.com/office/drawing/2014/main" id="{E9678D32-632D-B020-7A9C-591F16498A19}"/>
              </a:ext>
            </a:extLst>
          </p:cNvPr>
          <p:cNvSpPr/>
          <p:nvPr/>
        </p:nvSpPr>
        <p:spPr bwMode="auto">
          <a:xfrm>
            <a:off x="7496215" y="3930890"/>
            <a:ext cx="815083" cy="989256"/>
          </a:xfrm>
          <a:prstGeom prst="rect">
            <a:avLst/>
          </a:prstGeom>
          <a:noFill/>
          <a:ln w="15875">
            <a:solidFill>
              <a:srgbClr val="D83B0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sp>
        <p:nvSpPr>
          <p:cNvPr id="196" name="正方形/長方形 195">
            <a:extLst>
              <a:ext uri="{FF2B5EF4-FFF2-40B4-BE49-F238E27FC236}">
                <a16:creationId xmlns:a16="http://schemas.microsoft.com/office/drawing/2014/main" id="{7A2EE690-2708-5E7A-64B0-AA0EB0EB1DA9}"/>
              </a:ext>
            </a:extLst>
          </p:cNvPr>
          <p:cNvSpPr/>
          <p:nvPr/>
        </p:nvSpPr>
        <p:spPr bwMode="auto">
          <a:xfrm>
            <a:off x="10992983" y="3924058"/>
            <a:ext cx="815083" cy="989256"/>
          </a:xfrm>
          <a:prstGeom prst="rect">
            <a:avLst/>
          </a:prstGeom>
          <a:noFill/>
          <a:ln w="15875">
            <a:solidFill>
              <a:srgbClr val="D83B0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sp>
        <p:nvSpPr>
          <p:cNvPr id="197" name="正方形/長方形 196">
            <a:extLst>
              <a:ext uri="{FF2B5EF4-FFF2-40B4-BE49-F238E27FC236}">
                <a16:creationId xmlns:a16="http://schemas.microsoft.com/office/drawing/2014/main" id="{A3DFC577-F791-49BD-D027-D2D4949BCFCB}"/>
              </a:ext>
            </a:extLst>
          </p:cNvPr>
          <p:cNvSpPr/>
          <p:nvPr/>
        </p:nvSpPr>
        <p:spPr bwMode="auto">
          <a:xfrm>
            <a:off x="8553982" y="3928262"/>
            <a:ext cx="815083" cy="989256"/>
          </a:xfrm>
          <a:prstGeom prst="rect">
            <a:avLst/>
          </a:prstGeom>
          <a:noFill/>
          <a:ln w="15875">
            <a:solidFill>
              <a:srgbClr val="D83B0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pic>
        <p:nvPicPr>
          <p:cNvPr id="198" name="グラフィックス 197">
            <a:extLst>
              <a:ext uri="{FF2B5EF4-FFF2-40B4-BE49-F238E27FC236}">
                <a16:creationId xmlns:a16="http://schemas.microsoft.com/office/drawing/2014/main" id="{B4B60F70-337D-AB0E-1EC8-9002504E02CC}"/>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3378889" y="2837215"/>
            <a:ext cx="528437" cy="528437"/>
          </a:xfrm>
          <a:prstGeom prst="rect">
            <a:avLst/>
          </a:prstGeom>
        </p:spPr>
      </p:pic>
      <p:sp>
        <p:nvSpPr>
          <p:cNvPr id="199" name="テキスト ボックス 198">
            <a:extLst>
              <a:ext uri="{FF2B5EF4-FFF2-40B4-BE49-F238E27FC236}">
                <a16:creationId xmlns:a16="http://schemas.microsoft.com/office/drawing/2014/main" id="{7FFC713B-7CA4-6A60-0E11-1FCF0D41A31B}"/>
              </a:ext>
            </a:extLst>
          </p:cNvPr>
          <p:cNvSpPr txBox="1"/>
          <p:nvPr/>
        </p:nvSpPr>
        <p:spPr>
          <a:xfrm>
            <a:off x="2981400" y="3358167"/>
            <a:ext cx="1256183" cy="405102"/>
          </a:xfrm>
          <a:prstGeom prst="rect">
            <a:avLst/>
          </a:prstGeom>
          <a:noFill/>
        </p:spPr>
        <p:txBody>
          <a:bodyPr wrap="square" lIns="36000" tIns="36000" rIns="36000" bIns="36000" rtlCol="0">
            <a:spAutoFit/>
          </a:bodyPr>
          <a:lstStyle/>
          <a:p>
            <a:pPr algn="ctr">
              <a:lnSpc>
                <a:spcPct val="90000"/>
              </a:lnSpc>
            </a:pPr>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Virtual Network</a:t>
            </a:r>
          </a:p>
          <a:p>
            <a:pPr algn="ctr">
              <a:lnSpc>
                <a:spcPct val="90000"/>
              </a:lnSpc>
            </a:pPr>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Manager</a:t>
            </a:r>
            <a:endParaRPr kumimoji="1" lang="ja-JP" altLang="en-US" sz="1200" err="1">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200" name="グラフィックス 199">
            <a:extLst>
              <a:ext uri="{FF2B5EF4-FFF2-40B4-BE49-F238E27FC236}">
                <a16:creationId xmlns:a16="http://schemas.microsoft.com/office/drawing/2014/main" id="{C385B527-9494-41EA-D3A8-A69B7F3287CF}"/>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4297004" y="2815555"/>
            <a:ext cx="449931" cy="449931"/>
          </a:xfrm>
          <a:prstGeom prst="rect">
            <a:avLst/>
          </a:prstGeom>
        </p:spPr>
      </p:pic>
    </p:spTree>
    <p:extLst>
      <p:ext uri="{BB962C8B-B14F-4D97-AF65-F5344CB8AC3E}">
        <p14:creationId xmlns:p14="http://schemas.microsoft.com/office/powerpoint/2010/main" val="22239464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47AF9-9BAB-5CBA-CBE6-1B202B4176B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5C8795D-74F8-3577-3394-4DF764A84072}"/>
              </a:ext>
            </a:extLst>
          </p:cNvPr>
          <p:cNvSpPr>
            <a:spLocks noGrp="1"/>
          </p:cNvSpPr>
          <p:nvPr>
            <p:ph type="body" sz="quarter" idx="13"/>
          </p:nvPr>
        </p:nvSpPr>
        <p:spPr>
          <a:xfrm>
            <a:off x="838200" y="2716213"/>
            <a:ext cx="10374313" cy="2262187"/>
          </a:xfrm>
        </p:spPr>
        <p:txBody>
          <a:bodyPr/>
          <a:lstStyle/>
          <a:p>
            <a:pPr marL="0" indent="0">
              <a:buNone/>
            </a:pPr>
            <a:endParaRPr lang="en-US" altLang="ja-JP" sz="3200" dirty="0">
              <a:solidFill>
                <a:schemeClr val="tx1">
                  <a:lumMod val="75000"/>
                  <a:lumOff val="25000"/>
                </a:schemeClr>
              </a:solidFill>
            </a:endParaRPr>
          </a:p>
          <a:p>
            <a:pPr marL="0" indent="0">
              <a:buNone/>
            </a:pPr>
            <a:r>
              <a:rPr lang="ja-JP" altLang="en-US" sz="3200">
                <a:solidFill>
                  <a:schemeClr val="tx1">
                    <a:lumMod val="75000"/>
                    <a:lumOff val="25000"/>
                  </a:schemeClr>
                </a:solidFill>
              </a:rPr>
              <a:t>接続サービス</a:t>
            </a:r>
            <a:endParaRPr lang="en" sz="1400" b="0" i="0" dirty="0">
              <a:solidFill>
                <a:srgbClr val="595959"/>
              </a:solidFill>
              <a:latin typeface="Yu Gothic UI"/>
              <a:ea typeface="Yu Gothic UI"/>
              <a:cs typeface="Yu Gothic UI"/>
            </a:endParaRPr>
          </a:p>
        </p:txBody>
      </p:sp>
    </p:spTree>
    <p:extLst>
      <p:ext uri="{BB962C8B-B14F-4D97-AF65-F5344CB8AC3E}">
        <p14:creationId xmlns:p14="http://schemas.microsoft.com/office/powerpoint/2010/main" val="838093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06CF9-85B1-A441-815E-8F12F30087E3}"/>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D5E0A10A-6CAC-072C-ADF4-1B13862AF756}"/>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ja-JP" altLang="en-US" sz="2000" b="1">
                <a:solidFill>
                  <a:srgbClr val="1F2937"/>
                </a:solidFill>
                <a:latin typeface="Yu Gothic"/>
                <a:ea typeface="Yu Gothic"/>
                <a:cs typeface="Yu Gothic"/>
              </a:rPr>
              <a:t>仮想ネットワーク </a:t>
            </a:r>
            <a:r>
              <a:rPr lang="en-US" altLang="ja-JP" sz="2000" b="1" dirty="0">
                <a:solidFill>
                  <a:srgbClr val="1F2937"/>
                </a:solidFill>
                <a:latin typeface="Yu Gothic"/>
                <a:ea typeface="Yu Gothic"/>
                <a:cs typeface="Yu Gothic"/>
              </a:rPr>
              <a:t>(</a:t>
            </a:r>
            <a:r>
              <a:rPr lang="en" altLang="ja-JP" sz="2000" b="1" dirty="0">
                <a:solidFill>
                  <a:srgbClr val="1F2937"/>
                </a:solidFill>
                <a:latin typeface="Yu Gothic"/>
                <a:ea typeface="Yu Gothic"/>
                <a:cs typeface="Yu Gothic"/>
              </a:rPr>
              <a:t>Virtual Network, </a:t>
            </a:r>
            <a:r>
              <a:rPr lang="en" altLang="ja-JP" sz="2000" b="1" dirty="0" err="1">
                <a:solidFill>
                  <a:srgbClr val="1F2937"/>
                </a:solidFill>
                <a:latin typeface="Yu Gothic"/>
                <a:ea typeface="Yu Gothic"/>
                <a:cs typeface="Yu Gothic"/>
              </a:rPr>
              <a:t>VNet</a:t>
            </a:r>
            <a:r>
              <a:rPr lang="en" altLang="ja-JP" sz="2000" b="1" dirty="0">
                <a:solidFill>
                  <a:srgbClr val="1F2937"/>
                </a:solidFill>
                <a:latin typeface="Yu Gothic"/>
                <a:ea typeface="Yu Gothic"/>
                <a:cs typeface="Yu Gothic"/>
              </a:rPr>
              <a:t>)</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87280CEB-5198-62BF-36FB-E7BEF5741433}"/>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7</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5E5F8FAE-8F7E-44BD-99F9-A8E73DE15B28}"/>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A0B73EED-343B-10A2-811E-FF1CC7E1E0F7}"/>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FontTx/>
              <a:buNone/>
            </a:pPr>
            <a:r>
              <a:rPr lang="en" altLang="ja-JP" sz="2000" kern="0" dirty="0" err="1">
                <a:solidFill>
                  <a:schemeClr val="tx1">
                    <a:lumMod val="75000"/>
                    <a:lumOff val="25000"/>
                  </a:schemeClr>
                </a:solidFill>
                <a:latin typeface="Yu Gothic UI" panose="020B0500000000000000" pitchFamily="34" charset="-128"/>
                <a:ea typeface="Yu Gothic UI" panose="020B0500000000000000" pitchFamily="34" charset="-128"/>
              </a:rPr>
              <a:t>VNet</a:t>
            </a:r>
            <a:r>
              <a:rPr lang="ja-JP" altLang="en-US" sz="2000" kern="0">
                <a:solidFill>
                  <a:schemeClr val="tx1">
                    <a:lumMod val="75000"/>
                    <a:lumOff val="25000"/>
                  </a:schemeClr>
                </a:solidFill>
                <a:latin typeface="Yu Gothic UI" panose="020B0500000000000000" pitchFamily="34" charset="-128"/>
                <a:ea typeface="Yu Gothic UI" panose="020B0500000000000000" pitchFamily="34" charset="-128"/>
              </a:rPr>
              <a:t>は</a:t>
            </a:r>
            <a:r>
              <a:rPr lang="en" altLang="ja-JP" sz="2000" kern="0" dirty="0">
                <a:solidFill>
                  <a:schemeClr val="tx1">
                    <a:lumMod val="75000"/>
                    <a:lumOff val="25000"/>
                  </a:schemeClr>
                </a:solidFill>
                <a:latin typeface="Yu Gothic UI" panose="020B0500000000000000" pitchFamily="34" charset="-128"/>
                <a:ea typeface="Yu Gothic UI" panose="020B0500000000000000" pitchFamily="34" charset="-128"/>
              </a:rPr>
              <a:t>Azure</a:t>
            </a:r>
            <a:r>
              <a:rPr lang="ja-JP" altLang="en-US" sz="2000" kern="0">
                <a:solidFill>
                  <a:schemeClr val="tx1">
                    <a:lumMod val="75000"/>
                    <a:lumOff val="25000"/>
                  </a:schemeClr>
                </a:solidFill>
                <a:latin typeface="Yu Gothic UI" panose="020B0500000000000000" pitchFamily="34" charset="-128"/>
                <a:ea typeface="Yu Gothic UI" panose="020B0500000000000000" pitchFamily="34" charset="-128"/>
              </a:rPr>
              <a:t>内のプライベートネットワークの基本的な構成要素</a:t>
            </a:r>
          </a:p>
        </p:txBody>
      </p:sp>
      <p:sp>
        <p:nvSpPr>
          <p:cNvPr id="6" name="字幕 1">
            <a:extLst>
              <a:ext uri="{FF2B5EF4-FFF2-40B4-BE49-F238E27FC236}">
                <a16:creationId xmlns:a16="http://schemas.microsoft.com/office/drawing/2014/main" id="{4E40B0A2-2FFF-B949-A87B-E7E9EE577B83}"/>
              </a:ext>
            </a:extLst>
          </p:cNvPr>
          <p:cNvSpPr txBox="1">
            <a:spLocks/>
          </p:cNvSpPr>
          <p:nvPr/>
        </p:nvSpPr>
        <p:spPr>
          <a:xfrm>
            <a:off x="584200" y="1435100"/>
            <a:ext cx="11018838" cy="232681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endParaRPr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grpSp>
        <p:nvGrpSpPr>
          <p:cNvPr id="8" name="グループ化 7">
            <a:extLst>
              <a:ext uri="{FF2B5EF4-FFF2-40B4-BE49-F238E27FC236}">
                <a16:creationId xmlns:a16="http://schemas.microsoft.com/office/drawing/2014/main" id="{80C25B9F-5221-0406-69A2-842FE80D21CE}"/>
              </a:ext>
            </a:extLst>
          </p:cNvPr>
          <p:cNvGrpSpPr/>
          <p:nvPr/>
        </p:nvGrpSpPr>
        <p:grpSpPr>
          <a:xfrm>
            <a:off x="320117" y="2675614"/>
            <a:ext cx="7668450" cy="3137356"/>
            <a:chOff x="277038" y="2026915"/>
            <a:chExt cx="11722542" cy="4795987"/>
          </a:xfrm>
        </p:grpSpPr>
        <p:sp>
          <p:nvSpPr>
            <p:cNvPr id="10" name="正方形/長方形 9">
              <a:extLst>
                <a:ext uri="{FF2B5EF4-FFF2-40B4-BE49-F238E27FC236}">
                  <a16:creationId xmlns:a16="http://schemas.microsoft.com/office/drawing/2014/main" id="{04AC2D70-F3A7-4B4B-3F6A-B92C1EA5C0B7}"/>
                </a:ext>
              </a:extLst>
            </p:cNvPr>
            <p:cNvSpPr/>
            <p:nvPr/>
          </p:nvSpPr>
          <p:spPr>
            <a:xfrm>
              <a:off x="1768664" y="2612239"/>
              <a:ext cx="2799928" cy="2858249"/>
            </a:xfrm>
            <a:prstGeom prst="rect">
              <a:avLst/>
            </a:prstGeom>
            <a:solidFill>
              <a:schemeClr val="bg1">
                <a:alpha val="50196"/>
              </a:schemeClr>
            </a:solidFill>
            <a:ln w="38100">
              <a:solidFill>
                <a:srgbClr val="0179D6"/>
              </a:solidFill>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
          <p:nvSpPr>
            <p:cNvPr id="11" name="テキスト ボックス 10">
              <a:extLst>
                <a:ext uri="{FF2B5EF4-FFF2-40B4-BE49-F238E27FC236}">
                  <a16:creationId xmlns:a16="http://schemas.microsoft.com/office/drawing/2014/main" id="{D9238CA8-27B2-16A4-8177-FB8305F759CE}"/>
                </a:ext>
              </a:extLst>
            </p:cNvPr>
            <p:cNvSpPr txBox="1"/>
            <p:nvPr/>
          </p:nvSpPr>
          <p:spPr>
            <a:xfrm>
              <a:off x="3073677" y="2104280"/>
              <a:ext cx="983127" cy="51753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err="1">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VNet</a:t>
              </a:r>
              <a:endParaRPr kumimoji="1" lang="ja-JP" altLang="en-US" sz="16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
          <p:nvSpPr>
            <p:cNvPr id="12" name="正方形/長方形 11">
              <a:extLst>
                <a:ext uri="{FF2B5EF4-FFF2-40B4-BE49-F238E27FC236}">
                  <a16:creationId xmlns:a16="http://schemas.microsoft.com/office/drawing/2014/main" id="{1B23618D-6D46-A1E2-4125-6A1A3AC9BE6C}"/>
                </a:ext>
              </a:extLst>
            </p:cNvPr>
            <p:cNvSpPr/>
            <p:nvPr/>
          </p:nvSpPr>
          <p:spPr>
            <a:xfrm>
              <a:off x="5593785" y="2616272"/>
              <a:ext cx="2799928" cy="2858249"/>
            </a:xfrm>
            <a:prstGeom prst="rect">
              <a:avLst/>
            </a:prstGeom>
            <a:solidFill>
              <a:schemeClr val="bg1">
                <a:alpha val="50196"/>
              </a:schemeClr>
            </a:solidFill>
            <a:ln w="38100">
              <a:solidFill>
                <a:srgbClr val="0179D6"/>
              </a:solidFill>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
          <p:nvSpPr>
            <p:cNvPr id="13" name="テキスト ボックス 12">
              <a:extLst>
                <a:ext uri="{FF2B5EF4-FFF2-40B4-BE49-F238E27FC236}">
                  <a16:creationId xmlns:a16="http://schemas.microsoft.com/office/drawing/2014/main" id="{EE00B03A-E98D-CF95-1F69-70FC12A61D6D}"/>
                </a:ext>
              </a:extLst>
            </p:cNvPr>
            <p:cNvSpPr txBox="1"/>
            <p:nvPr/>
          </p:nvSpPr>
          <p:spPr>
            <a:xfrm>
              <a:off x="2331609" y="3165775"/>
              <a:ext cx="1632499" cy="51753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仮想マシン</a:t>
              </a:r>
            </a:p>
          </p:txBody>
        </p:sp>
        <p:sp>
          <p:nvSpPr>
            <p:cNvPr id="14" name="テキスト ボックス 13">
              <a:extLst>
                <a:ext uri="{FF2B5EF4-FFF2-40B4-BE49-F238E27FC236}">
                  <a16:creationId xmlns:a16="http://schemas.microsoft.com/office/drawing/2014/main" id="{5D4A1542-07F7-AB8C-7D19-E4343DEEEA07}"/>
                </a:ext>
              </a:extLst>
            </p:cNvPr>
            <p:cNvSpPr txBox="1"/>
            <p:nvPr/>
          </p:nvSpPr>
          <p:spPr>
            <a:xfrm>
              <a:off x="6193650" y="3159574"/>
              <a:ext cx="1632499" cy="51753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仮想マシン</a:t>
              </a:r>
            </a:p>
          </p:txBody>
        </p:sp>
        <p:cxnSp>
          <p:nvCxnSpPr>
            <p:cNvPr id="15" name="直線矢印コネクタ 14">
              <a:extLst>
                <a:ext uri="{FF2B5EF4-FFF2-40B4-BE49-F238E27FC236}">
                  <a16:creationId xmlns:a16="http://schemas.microsoft.com/office/drawing/2014/main" id="{A0DA86F2-5CCA-C439-D084-3C1B7CDF2067}"/>
                </a:ext>
              </a:extLst>
            </p:cNvPr>
            <p:cNvCxnSpPr>
              <a:cxnSpLocks/>
            </p:cNvCxnSpPr>
            <p:nvPr/>
          </p:nvCxnSpPr>
          <p:spPr bwMode="auto">
            <a:xfrm>
              <a:off x="7941513" y="3835508"/>
              <a:ext cx="2133103" cy="0"/>
            </a:xfrm>
            <a:prstGeom prst="straightConnector1">
              <a:avLst/>
            </a:prstGeom>
            <a:solidFill>
              <a:schemeClr val="accent1"/>
            </a:solidFill>
            <a:ln w="38100" cap="flat" cmpd="sng" algn="ctr">
              <a:solidFill>
                <a:srgbClr val="FF0000"/>
              </a:solidFill>
              <a:prstDash val="sysDot"/>
              <a:round/>
              <a:headEnd type="none" w="med" len="med"/>
              <a:tailEnd type="triangle" w="med" len="med"/>
            </a:ln>
            <a:effectLst/>
          </p:spPr>
        </p:cxnSp>
        <p:sp>
          <p:nvSpPr>
            <p:cNvPr id="16" name="四角形吹き出し 48">
              <a:extLst>
                <a:ext uri="{FF2B5EF4-FFF2-40B4-BE49-F238E27FC236}">
                  <a16:creationId xmlns:a16="http://schemas.microsoft.com/office/drawing/2014/main" id="{332AD971-1924-1F45-2ADE-EACC86905081}"/>
                </a:ext>
              </a:extLst>
            </p:cNvPr>
            <p:cNvSpPr/>
            <p:nvPr/>
          </p:nvSpPr>
          <p:spPr>
            <a:xfrm>
              <a:off x="8618122" y="2026916"/>
              <a:ext cx="1677882" cy="1331950"/>
            </a:xfrm>
            <a:prstGeom prst="wedgeRectCallout">
              <a:avLst>
                <a:gd name="adj1" fmla="val -44171"/>
                <a:gd name="adj2" fmla="val 81908"/>
              </a:avLst>
            </a:prstGeom>
            <a:solidFill>
              <a:srgbClr val="B1D6F2"/>
            </a:solid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インターネットへ</a:t>
              </a:r>
              <a:r>
                <a:rPr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は既定</a:t>
              </a:r>
              <a:r>
                <a:rPr kumimoji="1" lang="ja-JP" altLang="en-US" sz="14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で接続可能</a:t>
              </a:r>
            </a:p>
          </p:txBody>
        </p:sp>
        <p:sp>
          <p:nvSpPr>
            <p:cNvPr id="17" name="四角形吹き出し 49">
              <a:extLst>
                <a:ext uri="{FF2B5EF4-FFF2-40B4-BE49-F238E27FC236}">
                  <a16:creationId xmlns:a16="http://schemas.microsoft.com/office/drawing/2014/main" id="{026CBA33-C082-BD8A-45C3-1BBDB6DA67D7}"/>
                </a:ext>
              </a:extLst>
            </p:cNvPr>
            <p:cNvSpPr/>
            <p:nvPr/>
          </p:nvSpPr>
          <p:spPr>
            <a:xfrm>
              <a:off x="277038" y="5416071"/>
              <a:ext cx="2891590" cy="925671"/>
            </a:xfrm>
            <a:prstGeom prst="wedgeRectCallout">
              <a:avLst>
                <a:gd name="adj1" fmla="val 34912"/>
                <a:gd name="adj2" fmla="val -98571"/>
              </a:avLst>
            </a:prstGeom>
            <a:solidFill>
              <a:srgbClr val="B1D6F2"/>
            </a:solid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err="1">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VNet</a:t>
              </a:r>
              <a:r>
                <a:rPr kumimoji="1" lang="ja-JP" altLang="en-US" sz="14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内は既定で</a:t>
              </a:r>
              <a:r>
                <a:rPr lang="ja-JP" altLang="en-US" sz="1400">
                  <a:solidFill>
                    <a:schemeClr val="tx1">
                      <a:lumMod val="75000"/>
                      <a:lumOff val="25000"/>
                    </a:schemeClr>
                  </a:solidFill>
                  <a:latin typeface="Yu Gothic UI" panose="020B0500000000000000" pitchFamily="34" charset="-128"/>
                  <a:ea typeface="Yu Gothic UI" panose="020B0500000000000000" pitchFamily="34" charset="-128"/>
                </a:rPr>
                <a:t>接続</a:t>
              </a:r>
              <a:r>
                <a:rPr kumimoji="1" lang="ja-JP" altLang="en-US" sz="14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可能</a:t>
              </a:r>
            </a:p>
          </p:txBody>
        </p:sp>
        <p:sp>
          <p:nvSpPr>
            <p:cNvPr id="18" name="円弧 17">
              <a:extLst>
                <a:ext uri="{FF2B5EF4-FFF2-40B4-BE49-F238E27FC236}">
                  <a16:creationId xmlns:a16="http://schemas.microsoft.com/office/drawing/2014/main" id="{907B2C16-D549-C43B-EBA9-834BD0A2B594}"/>
                </a:ext>
              </a:extLst>
            </p:cNvPr>
            <p:cNvSpPr/>
            <p:nvPr/>
          </p:nvSpPr>
          <p:spPr bwMode="auto">
            <a:xfrm rot="5400000">
              <a:off x="2271380" y="3749218"/>
              <a:ext cx="1573186" cy="1083412"/>
            </a:xfrm>
            <a:prstGeom prst="arc">
              <a:avLst>
                <a:gd name="adj1" fmla="val 16135898"/>
                <a:gd name="adj2" fmla="val 5535054"/>
              </a:avLst>
            </a:prstGeom>
            <a:noFill/>
            <a:ln w="38100" cap="flat" cmpd="sng" algn="ctr">
              <a:solidFill>
                <a:srgbClr val="FF0000"/>
              </a:solidFill>
              <a:prstDash val="sysDot"/>
              <a:round/>
              <a:headEnd type="triangle" w="med" len="med"/>
              <a:tailEnd type="triangl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
          <p:nvSpPr>
            <p:cNvPr id="19" name="円弧 18">
              <a:extLst>
                <a:ext uri="{FF2B5EF4-FFF2-40B4-BE49-F238E27FC236}">
                  <a16:creationId xmlns:a16="http://schemas.microsoft.com/office/drawing/2014/main" id="{7A4D38C2-FFF0-929A-ED15-E266FCF26081}"/>
                </a:ext>
              </a:extLst>
            </p:cNvPr>
            <p:cNvSpPr/>
            <p:nvPr/>
          </p:nvSpPr>
          <p:spPr bwMode="auto">
            <a:xfrm rot="5400000">
              <a:off x="4314415" y="2998364"/>
              <a:ext cx="1573186" cy="2612837"/>
            </a:xfrm>
            <a:prstGeom prst="arc">
              <a:avLst>
                <a:gd name="adj1" fmla="val 18083898"/>
                <a:gd name="adj2" fmla="val 5535054"/>
              </a:avLst>
            </a:prstGeom>
            <a:noFill/>
            <a:ln w="38100" cap="flat" cmpd="sng" algn="ctr">
              <a:solidFill>
                <a:srgbClr val="FF0000"/>
              </a:solidFill>
              <a:prstDash val="sysDot"/>
              <a:round/>
              <a:headEnd type="triangle" w="med" len="med"/>
              <a:tailEnd type="triangl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
          <p:nvSpPr>
            <p:cNvPr id="20" name="乗算 3">
              <a:extLst>
                <a:ext uri="{FF2B5EF4-FFF2-40B4-BE49-F238E27FC236}">
                  <a16:creationId xmlns:a16="http://schemas.microsoft.com/office/drawing/2014/main" id="{D5F36C03-0313-8119-AF44-381CE41A42CE}"/>
                </a:ext>
              </a:extLst>
            </p:cNvPr>
            <p:cNvSpPr/>
            <p:nvPr/>
          </p:nvSpPr>
          <p:spPr>
            <a:xfrm>
              <a:off x="5870058" y="4125301"/>
              <a:ext cx="1085813" cy="890187"/>
            </a:xfrm>
            <a:prstGeom prst="mathMultiply">
              <a:avLst/>
            </a:prstGeom>
            <a:solidFill>
              <a:srgbClr val="FF0000">
                <a:alpha val="50196"/>
              </a:srgbClr>
            </a:solid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
          <p:nvSpPr>
            <p:cNvPr id="21" name="テキスト ボックス 20">
              <a:extLst>
                <a:ext uri="{FF2B5EF4-FFF2-40B4-BE49-F238E27FC236}">
                  <a16:creationId xmlns:a16="http://schemas.microsoft.com/office/drawing/2014/main" id="{1C029444-7CD7-690E-5F23-94DFF0719497}"/>
                </a:ext>
              </a:extLst>
            </p:cNvPr>
            <p:cNvSpPr txBox="1"/>
            <p:nvPr/>
          </p:nvSpPr>
          <p:spPr>
            <a:xfrm>
              <a:off x="10139187" y="2927355"/>
              <a:ext cx="1860393" cy="51753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インターネット</a:t>
              </a:r>
            </a:p>
          </p:txBody>
        </p:sp>
        <p:pic>
          <p:nvPicPr>
            <p:cNvPr id="22" name="Picture 4">
              <a:extLst>
                <a:ext uri="{FF2B5EF4-FFF2-40B4-BE49-F238E27FC236}">
                  <a16:creationId xmlns:a16="http://schemas.microsoft.com/office/drawing/2014/main" id="{C673EC1C-6661-20E1-EA09-E7A5DEEAC6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0879" y="3631724"/>
              <a:ext cx="646498" cy="610581"/>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4">
              <a:extLst>
                <a:ext uri="{FF2B5EF4-FFF2-40B4-BE49-F238E27FC236}">
                  <a16:creationId xmlns:a16="http://schemas.microsoft.com/office/drawing/2014/main" id="{890D0D65-531C-319A-5CB9-B991F85DC9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8493" y="3631724"/>
              <a:ext cx="646498" cy="610581"/>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4">
              <a:extLst>
                <a:ext uri="{FF2B5EF4-FFF2-40B4-BE49-F238E27FC236}">
                  <a16:creationId xmlns:a16="http://schemas.microsoft.com/office/drawing/2014/main" id="{6464080D-D77F-E5D3-8C63-3DD33B2281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3347" y="3631724"/>
              <a:ext cx="646498" cy="610581"/>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4">
              <a:extLst>
                <a:ext uri="{FF2B5EF4-FFF2-40B4-BE49-F238E27FC236}">
                  <a16:creationId xmlns:a16="http://schemas.microsoft.com/office/drawing/2014/main" id="{13DA14C2-8C45-5F4D-45BC-4DCC009915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0961" y="3631724"/>
              <a:ext cx="646498" cy="610581"/>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
              <a:extLst>
                <a:ext uri="{FF2B5EF4-FFF2-40B4-BE49-F238E27FC236}">
                  <a16:creationId xmlns:a16="http://schemas.microsoft.com/office/drawing/2014/main" id="{0E3BD22D-7D80-E4B2-4676-00C0C46637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9930" y="2026915"/>
              <a:ext cx="838200" cy="581025"/>
            </a:xfrm>
            <a:prstGeom prst="rect">
              <a:avLst/>
            </a:prstGeom>
            <a:noFill/>
            <a:extLst>
              <a:ext uri="{909E8E84-426E-40DD-AFC4-6F175D3DCCD1}">
                <a14:hiddenFill xmlns:a14="http://schemas.microsoft.com/office/drawing/2010/main">
                  <a:solidFill>
                    <a:srgbClr val="FFFFFF"/>
                  </a:solidFill>
                </a14:hiddenFill>
              </a:ext>
            </a:extLst>
          </p:spPr>
        </p:pic>
        <p:sp>
          <p:nvSpPr>
            <p:cNvPr id="27" name="テキスト ボックス 26">
              <a:extLst>
                <a:ext uri="{FF2B5EF4-FFF2-40B4-BE49-F238E27FC236}">
                  <a16:creationId xmlns:a16="http://schemas.microsoft.com/office/drawing/2014/main" id="{D4170929-FD05-327B-2B69-AF475064AD16}"/>
                </a:ext>
              </a:extLst>
            </p:cNvPr>
            <p:cNvSpPr txBox="1"/>
            <p:nvPr/>
          </p:nvSpPr>
          <p:spPr>
            <a:xfrm>
              <a:off x="6842776" y="2104280"/>
              <a:ext cx="983127" cy="517538"/>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600" b="0" i="0" u="none" strike="noStrike" kern="1200" cap="none" spc="0" normalizeH="0" baseline="0" noProof="0" err="1">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VNet</a:t>
              </a:r>
              <a:endParaRPr kumimoji="1" lang="ja-JP" altLang="en-US" sz="16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pic>
          <p:nvPicPr>
            <p:cNvPr id="28" name="Picture 2">
              <a:extLst>
                <a:ext uri="{FF2B5EF4-FFF2-40B4-BE49-F238E27FC236}">
                  <a16:creationId xmlns:a16="http://schemas.microsoft.com/office/drawing/2014/main" id="{D621CB49-B85D-F203-4564-7357F4B9B0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89030" y="2026915"/>
              <a:ext cx="838200" cy="581025"/>
            </a:xfrm>
            <a:prstGeom prst="rect">
              <a:avLst/>
            </a:prstGeom>
            <a:noFill/>
            <a:extLst>
              <a:ext uri="{909E8E84-426E-40DD-AFC4-6F175D3DCCD1}">
                <a14:hiddenFill xmlns:a14="http://schemas.microsoft.com/office/drawing/2010/main">
                  <a:solidFill>
                    <a:srgbClr val="FFFFFF"/>
                  </a:solidFill>
                </a14:hiddenFill>
              </a:ext>
            </a:extLst>
          </p:spPr>
        </p:pic>
        <p:pic>
          <p:nvPicPr>
            <p:cNvPr id="29" name="図 28">
              <a:extLst>
                <a:ext uri="{FF2B5EF4-FFF2-40B4-BE49-F238E27FC236}">
                  <a16:creationId xmlns:a16="http://schemas.microsoft.com/office/drawing/2014/main" id="{78FBD06F-242E-A58D-A928-2AA5E3D15F15}"/>
                </a:ext>
              </a:extLst>
            </p:cNvPr>
            <p:cNvPicPr>
              <a:picLocks noChangeAspect="1"/>
            </p:cNvPicPr>
            <p:nvPr/>
          </p:nvPicPr>
          <p:blipFill>
            <a:blip r:embed="rId5"/>
            <a:stretch>
              <a:fillRect/>
            </a:stretch>
          </p:blipFill>
          <p:spPr>
            <a:xfrm>
              <a:off x="10476118" y="3225908"/>
              <a:ext cx="1219200" cy="1219200"/>
            </a:xfrm>
            <a:prstGeom prst="rect">
              <a:avLst/>
            </a:prstGeom>
          </p:spPr>
        </p:pic>
        <p:sp>
          <p:nvSpPr>
            <p:cNvPr id="30" name="四角形吹き出し 49">
              <a:extLst>
                <a:ext uri="{FF2B5EF4-FFF2-40B4-BE49-F238E27FC236}">
                  <a16:creationId xmlns:a16="http://schemas.microsoft.com/office/drawing/2014/main" id="{3923E064-1449-7867-475C-1A3D076FEEEB}"/>
                </a:ext>
              </a:extLst>
            </p:cNvPr>
            <p:cNvSpPr/>
            <p:nvPr/>
          </p:nvSpPr>
          <p:spPr>
            <a:xfrm>
              <a:off x="6448539" y="5416072"/>
              <a:ext cx="2891589" cy="1406830"/>
            </a:xfrm>
            <a:prstGeom prst="wedgeRectCallout">
              <a:avLst>
                <a:gd name="adj1" fmla="val -39984"/>
                <a:gd name="adj2" fmla="val -108969"/>
              </a:avLst>
            </a:prstGeom>
            <a:solidFill>
              <a:srgbClr val="B1D6F2"/>
            </a:solid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err="1">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VNet</a:t>
              </a:r>
              <a:r>
                <a:rPr lang="ja-JP" altLang="en-US" sz="1400">
                  <a:solidFill>
                    <a:schemeClr val="tx1">
                      <a:lumMod val="75000"/>
                      <a:lumOff val="25000"/>
                    </a:schemeClr>
                  </a:solidFill>
                  <a:latin typeface="Yu Gothic UI" panose="020B0500000000000000" pitchFamily="34" charset="-128"/>
                  <a:ea typeface="Yu Gothic UI" panose="020B0500000000000000" pitchFamily="34" charset="-128"/>
                </a:rPr>
                <a:t>間</a:t>
              </a:r>
              <a:r>
                <a:rPr kumimoji="1" lang="ja-JP" altLang="en-US" sz="14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は既定で</a:t>
              </a:r>
              <a:r>
                <a:rPr lang="ja-JP" altLang="en-US" sz="1400">
                  <a:solidFill>
                    <a:schemeClr val="tx1">
                      <a:lumMod val="75000"/>
                      <a:lumOff val="25000"/>
                    </a:schemeClr>
                  </a:solidFill>
                  <a:latin typeface="Yu Gothic UI" panose="020B0500000000000000" pitchFamily="34" charset="-128"/>
                  <a:ea typeface="Yu Gothic UI" panose="020B0500000000000000" pitchFamily="34" charset="-128"/>
                </a:rPr>
                <a:t>接続</a:t>
              </a:r>
              <a:r>
                <a:rPr kumimoji="1" lang="ja-JP" altLang="en-US" sz="14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不可。</a:t>
              </a:r>
              <a:r>
                <a:rPr kumimoji="1" lang="en-US" altLang="ja-JP" sz="1400" b="0" i="0" u="none" strike="noStrike" kern="1200" cap="none" spc="0" normalizeH="0" baseline="0" noProof="0" err="1">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VNet</a:t>
              </a:r>
              <a:r>
                <a:rPr kumimoji="1" lang="en-US" altLang="ja-JP" sz="14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 Peering</a:t>
              </a:r>
              <a:r>
                <a:rPr kumimoji="1" lang="ja-JP" altLang="en-US" sz="14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を設定することで通信可能となる</a:t>
              </a:r>
            </a:p>
          </p:txBody>
        </p:sp>
      </p:grpSp>
      <p:sp>
        <p:nvSpPr>
          <p:cNvPr id="31" name="テキスト ボックス 30">
            <a:extLst>
              <a:ext uri="{FF2B5EF4-FFF2-40B4-BE49-F238E27FC236}">
                <a16:creationId xmlns:a16="http://schemas.microsoft.com/office/drawing/2014/main" id="{5CA0C2EB-8C67-186C-1D38-2B7139D70E99}"/>
              </a:ext>
            </a:extLst>
          </p:cNvPr>
          <p:cNvSpPr txBox="1"/>
          <p:nvPr/>
        </p:nvSpPr>
        <p:spPr>
          <a:xfrm>
            <a:off x="8398538" y="2521726"/>
            <a:ext cx="3644007" cy="307777"/>
          </a:xfrm>
          <a:prstGeom prst="rect">
            <a:avLst/>
          </a:prstGeom>
          <a:noFill/>
        </p:spPr>
        <p:txBody>
          <a:bodyPr wrap="square" lIns="0" tIns="0" rIns="0" bIns="0" rtlCol="0">
            <a:noAutofit/>
          </a:bodyPr>
          <a:lstStyle/>
          <a:p>
            <a:pPr algn="l"/>
            <a:r>
              <a:rPr lang="ja-JP" altLang="en-US" sz="2000">
                <a:solidFill>
                  <a:schemeClr val="tx1">
                    <a:lumMod val="75000"/>
                    <a:lumOff val="25000"/>
                  </a:schemeClr>
                </a:solidFill>
                <a:latin typeface="Yu Gothic UI" panose="020B0500000000000000" pitchFamily="34" charset="-128"/>
                <a:ea typeface="Yu Gothic UI" panose="020B0500000000000000" pitchFamily="34" charset="-128"/>
              </a:rPr>
              <a:t>サブネットを配置</a:t>
            </a:r>
            <a:endParaRPr lang="en-US" altLang="ja-JP" sz="2000">
              <a:solidFill>
                <a:schemeClr val="tx1">
                  <a:lumMod val="75000"/>
                  <a:lumOff val="25000"/>
                </a:schemeClr>
              </a:solidFill>
              <a:latin typeface="Yu Gothic UI" panose="020B0500000000000000" pitchFamily="34" charset="-128"/>
              <a:ea typeface="Yu Gothic UI" panose="020B0500000000000000" pitchFamily="34" charset="-128"/>
            </a:endParaRPr>
          </a:p>
          <a:p>
            <a:pPr algn="l"/>
            <a:r>
              <a:rPr lang="en-US" altLang="ja-JP" sz="2000">
                <a:solidFill>
                  <a:schemeClr val="tx1">
                    <a:lumMod val="75000"/>
                    <a:lumOff val="25000"/>
                  </a:schemeClr>
                </a:solidFill>
                <a:latin typeface="Yu Gothic UI" panose="020B0500000000000000" pitchFamily="34" charset="-128"/>
                <a:ea typeface="Yu Gothic UI" panose="020B0500000000000000" pitchFamily="34" charset="-128"/>
              </a:rPr>
              <a:t>VM/NIC </a:t>
            </a:r>
            <a:r>
              <a:rPr lang="ja-JP" altLang="en-US" sz="2000">
                <a:solidFill>
                  <a:schemeClr val="tx1">
                    <a:lumMod val="75000"/>
                    <a:lumOff val="25000"/>
                  </a:schemeClr>
                </a:solidFill>
                <a:latin typeface="Yu Gothic UI" panose="020B0500000000000000" pitchFamily="34" charset="-128"/>
                <a:ea typeface="Yu Gothic UI" panose="020B0500000000000000" pitchFamily="34" charset="-128"/>
              </a:rPr>
              <a:t>などを配置</a:t>
            </a:r>
            <a:endParaRPr lang="en-US" altLang="ja-JP" sz="2000">
              <a:solidFill>
                <a:schemeClr val="tx1">
                  <a:lumMod val="75000"/>
                  <a:lumOff val="25000"/>
                </a:schemeClr>
              </a:solidFill>
              <a:latin typeface="Yu Gothic UI" panose="020B0500000000000000" pitchFamily="34" charset="-128"/>
              <a:ea typeface="Yu Gothic UI" panose="020B0500000000000000" pitchFamily="34" charset="-128"/>
            </a:endParaRPr>
          </a:p>
          <a:p>
            <a:pPr algn="l"/>
            <a:r>
              <a:rPr kumimoji="1" lang="ja-JP" altLang="en-US" sz="2000">
                <a:solidFill>
                  <a:schemeClr val="tx1">
                    <a:lumMod val="75000"/>
                    <a:lumOff val="25000"/>
                  </a:schemeClr>
                </a:solidFill>
                <a:latin typeface="Yu Gothic UI" panose="020B0500000000000000" pitchFamily="34" charset="-128"/>
                <a:ea typeface="Yu Gothic UI" panose="020B0500000000000000" pitchFamily="34" charset="-128"/>
              </a:rPr>
              <a:t>ルートテーブルをセット</a:t>
            </a:r>
            <a:endParaRPr kumimoji="1" lang="en-US" altLang="ja-JP" sz="2000">
              <a:solidFill>
                <a:schemeClr val="tx1">
                  <a:lumMod val="75000"/>
                  <a:lumOff val="25000"/>
                </a:schemeClr>
              </a:solidFill>
              <a:latin typeface="Yu Gothic UI" panose="020B0500000000000000" pitchFamily="34" charset="-128"/>
              <a:ea typeface="Yu Gothic UI" panose="020B0500000000000000" pitchFamily="34" charset="-128"/>
            </a:endParaRPr>
          </a:p>
          <a:p>
            <a:pPr algn="l"/>
            <a:r>
              <a:rPr lang="en-US" altLang="ja-JP" sz="2000">
                <a:solidFill>
                  <a:schemeClr val="tx1">
                    <a:lumMod val="75000"/>
                    <a:lumOff val="25000"/>
                  </a:schemeClr>
                </a:solidFill>
                <a:latin typeface="Yu Gothic UI" panose="020B0500000000000000" pitchFamily="34" charset="-128"/>
                <a:ea typeface="Yu Gothic UI" panose="020B0500000000000000" pitchFamily="34" charset="-128"/>
              </a:rPr>
              <a:t>Network Security Group </a:t>
            </a:r>
            <a:r>
              <a:rPr lang="ja-JP" altLang="en-US" sz="2000">
                <a:solidFill>
                  <a:schemeClr val="tx1">
                    <a:lumMod val="75000"/>
                    <a:lumOff val="25000"/>
                  </a:schemeClr>
                </a:solidFill>
                <a:latin typeface="Yu Gothic UI" panose="020B0500000000000000" pitchFamily="34" charset="-128"/>
                <a:ea typeface="Yu Gothic UI" panose="020B0500000000000000" pitchFamily="34" charset="-128"/>
              </a:rPr>
              <a:t>で保護</a:t>
            </a:r>
            <a:endParaRPr lang="en-US" altLang="ja-JP" sz="2000">
              <a:solidFill>
                <a:schemeClr val="tx1">
                  <a:lumMod val="75000"/>
                  <a:lumOff val="25000"/>
                </a:schemeClr>
              </a:solidFill>
              <a:latin typeface="Yu Gothic UI" panose="020B0500000000000000" pitchFamily="34" charset="-128"/>
              <a:ea typeface="Yu Gothic UI" panose="020B0500000000000000" pitchFamily="34" charset="-128"/>
            </a:endParaRPr>
          </a:p>
          <a:p>
            <a:pPr algn="l"/>
            <a:r>
              <a:rPr lang="en-US" altLang="ja-JP" sz="2000">
                <a:solidFill>
                  <a:schemeClr val="tx1">
                    <a:lumMod val="75000"/>
                    <a:lumOff val="25000"/>
                  </a:schemeClr>
                </a:solidFill>
                <a:latin typeface="Yu Gothic UI" panose="020B0500000000000000" pitchFamily="34" charset="-128"/>
                <a:ea typeface="Yu Gothic UI" panose="020B0500000000000000" pitchFamily="34" charset="-128"/>
              </a:rPr>
              <a:t>Azure Bastion </a:t>
            </a:r>
            <a:r>
              <a:rPr lang="ja-JP" altLang="en-US" sz="2000">
                <a:solidFill>
                  <a:schemeClr val="tx1">
                    <a:lumMod val="75000"/>
                    <a:lumOff val="25000"/>
                  </a:schemeClr>
                </a:solidFill>
                <a:latin typeface="Yu Gothic UI" panose="020B0500000000000000" pitchFamily="34" charset="-128"/>
                <a:ea typeface="Yu Gothic UI" panose="020B0500000000000000" pitchFamily="34" charset="-128"/>
              </a:rPr>
              <a:t>で保護</a:t>
            </a:r>
            <a:endParaRPr lang="en-US" altLang="ja-JP" sz="2000">
              <a:solidFill>
                <a:schemeClr val="tx1">
                  <a:lumMod val="75000"/>
                  <a:lumOff val="25000"/>
                </a:schemeClr>
              </a:solidFill>
              <a:latin typeface="Yu Gothic UI" panose="020B0500000000000000" pitchFamily="34" charset="-128"/>
              <a:ea typeface="Yu Gothic UI" panose="020B0500000000000000" pitchFamily="34" charset="-128"/>
            </a:endParaRPr>
          </a:p>
          <a:p>
            <a:pPr algn="l"/>
            <a:r>
              <a:rPr lang="en-US" altLang="ja-JP" sz="2000">
                <a:solidFill>
                  <a:schemeClr val="tx1">
                    <a:lumMod val="75000"/>
                    <a:lumOff val="25000"/>
                  </a:schemeClr>
                </a:solidFill>
                <a:latin typeface="Yu Gothic UI" panose="020B0500000000000000" pitchFamily="34" charset="-128"/>
                <a:ea typeface="Yu Gothic UI" panose="020B0500000000000000" pitchFamily="34" charset="-128"/>
              </a:rPr>
              <a:t>VPN , Express Route </a:t>
            </a:r>
            <a:r>
              <a:rPr lang="ja-JP" altLang="en-US" sz="2000">
                <a:solidFill>
                  <a:schemeClr val="tx1">
                    <a:lumMod val="75000"/>
                    <a:lumOff val="25000"/>
                  </a:schemeClr>
                </a:solidFill>
                <a:latin typeface="Yu Gothic UI" panose="020B0500000000000000" pitchFamily="34" charset="-128"/>
                <a:ea typeface="Yu Gothic UI" panose="020B0500000000000000" pitchFamily="34" charset="-128"/>
              </a:rPr>
              <a:t>などで接続</a:t>
            </a:r>
            <a:endParaRPr lang="en-US" altLang="ja-JP" sz="2000">
              <a:solidFill>
                <a:schemeClr val="tx1">
                  <a:lumMod val="75000"/>
                  <a:lumOff val="25000"/>
                </a:schemeClr>
              </a:solidFill>
              <a:latin typeface="Yu Gothic UI" panose="020B0500000000000000" pitchFamily="34" charset="-128"/>
              <a:ea typeface="Yu Gothic UI" panose="020B0500000000000000" pitchFamily="34" charset="-128"/>
            </a:endParaRPr>
          </a:p>
          <a:p>
            <a:pPr algn="l"/>
            <a:endParaRPr lang="en-US" altLang="ja-JP" sz="2000">
              <a:solidFill>
                <a:schemeClr val="tx1">
                  <a:lumMod val="75000"/>
                  <a:lumOff val="25000"/>
                </a:schemeClr>
              </a:solidFill>
              <a:latin typeface="Yu Gothic UI" panose="020B0500000000000000" pitchFamily="34" charset="-128"/>
              <a:ea typeface="Yu Gothic UI" panose="020B0500000000000000" pitchFamily="34" charset="-128"/>
            </a:endParaRPr>
          </a:p>
          <a:p>
            <a:pPr algn="l"/>
            <a:endParaRPr kumimoji="1" lang="ja-JP" altLang="en-US" sz="2000">
              <a:solidFill>
                <a:schemeClr val="tx1">
                  <a:lumMod val="75000"/>
                  <a:lumOff val="25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41028933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859D3-78C6-B022-E373-45A0FA4F97BD}"/>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4D6CB77C-BCBA-A11D-D44B-A8F9BFA5A1C1}"/>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ja-JP" altLang="en-US" sz="2000" b="1">
                <a:solidFill>
                  <a:srgbClr val="1F2937"/>
                </a:solidFill>
                <a:latin typeface="Yu Gothic"/>
                <a:ea typeface="Yu Gothic"/>
                <a:cs typeface="Yu Gothic"/>
              </a:rPr>
              <a:t>仮想ネットワーク </a:t>
            </a:r>
            <a:r>
              <a:rPr lang="en-US" altLang="ja-JP" sz="2000" b="1" dirty="0">
                <a:solidFill>
                  <a:srgbClr val="1F2937"/>
                </a:solidFill>
                <a:latin typeface="Yu Gothic"/>
                <a:ea typeface="Yu Gothic"/>
                <a:cs typeface="Yu Gothic"/>
              </a:rPr>
              <a:t>(</a:t>
            </a:r>
            <a:r>
              <a:rPr lang="en" altLang="ja-JP" sz="2000" b="1" dirty="0">
                <a:solidFill>
                  <a:srgbClr val="1F2937"/>
                </a:solidFill>
                <a:latin typeface="Yu Gothic"/>
                <a:ea typeface="Yu Gothic"/>
                <a:cs typeface="Yu Gothic"/>
              </a:rPr>
              <a:t>Virtual Network, </a:t>
            </a:r>
            <a:r>
              <a:rPr lang="en" altLang="ja-JP" sz="2000" b="1" dirty="0" err="1">
                <a:solidFill>
                  <a:srgbClr val="1F2937"/>
                </a:solidFill>
                <a:latin typeface="Yu Gothic"/>
                <a:ea typeface="Yu Gothic"/>
                <a:cs typeface="Yu Gothic"/>
              </a:rPr>
              <a:t>VNet</a:t>
            </a:r>
            <a:r>
              <a:rPr lang="en" altLang="ja-JP" sz="2000" b="1" dirty="0">
                <a:solidFill>
                  <a:srgbClr val="1F2937"/>
                </a:solidFill>
                <a:latin typeface="Yu Gothic"/>
                <a:ea typeface="Yu Gothic"/>
                <a:cs typeface="Yu Gothic"/>
              </a:rPr>
              <a:t>)</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65C27B6B-474B-1002-665A-31590C372C64}"/>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7</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B9520E1B-2DE1-7333-28C4-1A792EA5D4BB}"/>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字幕 2">
            <a:extLst>
              <a:ext uri="{FF2B5EF4-FFF2-40B4-BE49-F238E27FC236}">
                <a16:creationId xmlns:a16="http://schemas.microsoft.com/office/drawing/2014/main" id="{39503342-5019-FE09-3E92-5FE38D01CFD3}"/>
              </a:ext>
            </a:extLst>
          </p:cNvPr>
          <p:cNvSpPr txBox="1">
            <a:spLocks/>
          </p:cNvSpPr>
          <p:nvPr/>
        </p:nvSpPr>
        <p:spPr>
          <a:xfrm>
            <a:off x="575304" y="1282087"/>
            <a:ext cx="11117649" cy="2412968"/>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r>
              <a:rPr lang="ja-JP" altLang="en-US" sz="2000">
                <a:solidFill>
                  <a:schemeClr val="tx1">
                    <a:lumMod val="75000"/>
                    <a:lumOff val="25000"/>
                  </a:schemeClr>
                </a:solidFill>
                <a:latin typeface="Yu Gothic UI" panose="020B0500000000000000" pitchFamily="34" charset="-128"/>
                <a:ea typeface="Yu Gothic UI" panose="020B0500000000000000" pitchFamily="34" charset="-128"/>
              </a:rPr>
              <a:t>複数のアドレス空間やサブネットを持つことが可能</a:t>
            </a:r>
            <a:endParaRPr lang="en-US" altLang="ja-JP" sz="2000" dirty="0">
              <a:solidFill>
                <a:schemeClr val="tx1">
                  <a:lumMod val="75000"/>
                  <a:lumOff val="25000"/>
                </a:schemeClr>
              </a:solidFill>
              <a:latin typeface="Yu Gothic UI" panose="020B0500000000000000" pitchFamily="34" charset="-128"/>
              <a:ea typeface="Yu Gothic UI" panose="020B0500000000000000" pitchFamily="34" charset="-128"/>
            </a:endParaRPr>
          </a:p>
          <a:p>
            <a:r>
              <a:rPr lang="en-US" altLang="ja-JP" sz="2000" dirty="0" err="1">
                <a:solidFill>
                  <a:schemeClr val="tx1">
                    <a:lumMod val="75000"/>
                    <a:lumOff val="25000"/>
                  </a:schemeClr>
                </a:solidFill>
                <a:latin typeface="Yu Gothic UI" panose="020B0500000000000000" pitchFamily="34" charset="-128"/>
                <a:ea typeface="Yu Gothic UI" panose="020B0500000000000000" pitchFamily="34" charset="-128"/>
              </a:rPr>
              <a:t>VNet</a:t>
            </a:r>
            <a:r>
              <a:rPr lang="ja-JP" altLang="en-US" sz="2000">
                <a:solidFill>
                  <a:schemeClr val="tx1">
                    <a:lumMod val="75000"/>
                    <a:lumOff val="25000"/>
                  </a:schemeClr>
                </a:solidFill>
                <a:latin typeface="Yu Gothic UI" panose="020B0500000000000000" pitchFamily="34" charset="-128"/>
                <a:ea typeface="Yu Gothic UI" panose="020B0500000000000000" pitchFamily="34" charset="-128"/>
              </a:rPr>
              <a:t>やサブネットはリージョンに属する</a:t>
            </a:r>
            <a:endParaRPr lang="en-US" altLang="ja-JP" sz="2000" dirty="0">
              <a:solidFill>
                <a:schemeClr val="tx1">
                  <a:lumMod val="75000"/>
                  <a:lumOff val="25000"/>
                </a:schemeClr>
              </a:solidFill>
              <a:latin typeface="Yu Gothic UI" panose="020B0500000000000000" pitchFamily="34" charset="-128"/>
              <a:ea typeface="Yu Gothic UI" panose="020B0500000000000000" pitchFamily="34" charset="-128"/>
            </a:endParaRPr>
          </a:p>
          <a:p>
            <a:r>
              <a:rPr lang="ja-JP" altLang="en-US" sz="2000">
                <a:solidFill>
                  <a:schemeClr val="tx1">
                    <a:lumMod val="75000"/>
                    <a:lumOff val="25000"/>
                  </a:schemeClr>
                </a:solidFill>
                <a:latin typeface="Yu Gothic UI" panose="020B0500000000000000" pitchFamily="34" charset="-128"/>
                <a:ea typeface="Yu Gothic UI" panose="020B0500000000000000" pitchFamily="34" charset="-128"/>
              </a:rPr>
              <a:t>可用性ゾーン</a:t>
            </a:r>
            <a:r>
              <a:rPr lang="en-US" altLang="ja-JP" sz="2000" dirty="0">
                <a:solidFill>
                  <a:schemeClr val="tx1">
                    <a:lumMod val="75000"/>
                    <a:lumOff val="25000"/>
                  </a:schemeClr>
                </a:solidFill>
                <a:latin typeface="Yu Gothic UI" panose="020B0500000000000000" pitchFamily="34" charset="-128"/>
                <a:ea typeface="Yu Gothic UI" panose="020B0500000000000000" pitchFamily="34" charset="-128"/>
              </a:rPr>
              <a:t> (Availability Zone, AZ) </a:t>
            </a:r>
            <a:r>
              <a:rPr lang="ja-JP" altLang="en-US" sz="2000">
                <a:solidFill>
                  <a:schemeClr val="tx1">
                    <a:lumMod val="75000"/>
                    <a:lumOff val="25000"/>
                  </a:schemeClr>
                </a:solidFill>
                <a:latin typeface="Yu Gothic UI" panose="020B0500000000000000" pitchFamily="34" charset="-128"/>
                <a:ea typeface="Yu Gothic UI" panose="020B0500000000000000" pitchFamily="34" charset="-128"/>
              </a:rPr>
              <a:t>が利用できるリージョンでは</a:t>
            </a:r>
            <a:r>
              <a:rPr lang="en-US" altLang="ja-JP" sz="2000" dirty="0">
                <a:solidFill>
                  <a:schemeClr val="tx1">
                    <a:lumMod val="75000"/>
                    <a:lumOff val="25000"/>
                  </a:schemeClr>
                </a:solidFill>
                <a:latin typeface="Yu Gothic UI" panose="020B0500000000000000" pitchFamily="34" charset="-128"/>
                <a:ea typeface="Yu Gothic UI" panose="020B0500000000000000" pitchFamily="34" charset="-128"/>
              </a:rPr>
              <a:t> AZ </a:t>
            </a:r>
            <a:r>
              <a:rPr lang="ja-JP" altLang="en-US" sz="2000">
                <a:solidFill>
                  <a:schemeClr val="tx1">
                    <a:lumMod val="75000"/>
                    <a:lumOff val="25000"/>
                  </a:schemeClr>
                </a:solidFill>
                <a:latin typeface="Yu Gothic UI" panose="020B0500000000000000" pitchFamily="34" charset="-128"/>
                <a:ea typeface="Yu Gothic UI" panose="020B0500000000000000" pitchFamily="34" charset="-128"/>
              </a:rPr>
              <a:t>をまたいだ利用が可能</a:t>
            </a:r>
            <a:endParaRPr lang="en-US" altLang="ja-JP" sz="2000" dirty="0">
              <a:solidFill>
                <a:schemeClr val="tx1">
                  <a:lumMod val="75000"/>
                  <a:lumOff val="25000"/>
                </a:schemeClr>
              </a:solidFill>
              <a:latin typeface="Yu Gothic UI" panose="020B0500000000000000" pitchFamily="34" charset="-128"/>
              <a:ea typeface="Yu Gothic UI" panose="020B0500000000000000" pitchFamily="34" charset="-128"/>
            </a:endParaRPr>
          </a:p>
          <a:p>
            <a:endParaRPr lang="en-US" altLang="ja-JP" sz="2000" dirty="0">
              <a:solidFill>
                <a:schemeClr val="tx1">
                  <a:lumMod val="75000"/>
                  <a:lumOff val="25000"/>
                </a:schemeClr>
              </a:solidFill>
              <a:latin typeface="Yu Gothic UI" panose="020B0500000000000000" pitchFamily="34" charset="-128"/>
              <a:ea typeface="Yu Gothic UI" panose="020B0500000000000000" pitchFamily="34" charset="-128"/>
            </a:endParaRPr>
          </a:p>
          <a:p>
            <a:endParaRPr lang="ja-JP" altLang="en-US" sz="20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5" name="正方形/長方形 4">
            <a:extLst>
              <a:ext uri="{FF2B5EF4-FFF2-40B4-BE49-F238E27FC236}">
                <a16:creationId xmlns:a16="http://schemas.microsoft.com/office/drawing/2014/main" id="{B1BC982F-8A74-57D8-474A-97C2FA307A01}"/>
              </a:ext>
            </a:extLst>
          </p:cNvPr>
          <p:cNvSpPr/>
          <p:nvPr/>
        </p:nvSpPr>
        <p:spPr>
          <a:xfrm>
            <a:off x="767408" y="3297647"/>
            <a:ext cx="2682726" cy="2980869"/>
          </a:xfrm>
          <a:prstGeom prst="rect">
            <a:avLst/>
          </a:prstGeom>
          <a:solidFill>
            <a:schemeClr val="bg1">
              <a:alpha val="50196"/>
            </a:schemeClr>
          </a:solidFill>
          <a:ln w="38100">
            <a:solidFill>
              <a:srgbClr val="0179D6"/>
            </a:solidFill>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
        <p:nvSpPr>
          <p:cNvPr id="6" name="正方形/長方形 5">
            <a:extLst>
              <a:ext uri="{FF2B5EF4-FFF2-40B4-BE49-F238E27FC236}">
                <a16:creationId xmlns:a16="http://schemas.microsoft.com/office/drawing/2014/main" id="{24EE741D-DBB3-2159-395E-CF74DBD7FEF2}"/>
              </a:ext>
            </a:extLst>
          </p:cNvPr>
          <p:cNvSpPr/>
          <p:nvPr/>
        </p:nvSpPr>
        <p:spPr>
          <a:xfrm>
            <a:off x="4720301" y="3204498"/>
            <a:ext cx="2682726" cy="2980869"/>
          </a:xfrm>
          <a:prstGeom prst="rect">
            <a:avLst/>
          </a:prstGeom>
          <a:solidFill>
            <a:schemeClr val="bg1">
              <a:alpha val="50196"/>
            </a:schemeClr>
          </a:solidFill>
          <a:ln w="38100">
            <a:solidFill>
              <a:srgbClr val="0179D6"/>
            </a:solidFill>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
        <p:nvSpPr>
          <p:cNvPr id="7" name="正方形/長方形 6">
            <a:extLst>
              <a:ext uri="{FF2B5EF4-FFF2-40B4-BE49-F238E27FC236}">
                <a16:creationId xmlns:a16="http://schemas.microsoft.com/office/drawing/2014/main" id="{51323B5E-920B-A28D-AA92-27A167A5D68C}"/>
              </a:ext>
            </a:extLst>
          </p:cNvPr>
          <p:cNvSpPr/>
          <p:nvPr/>
        </p:nvSpPr>
        <p:spPr>
          <a:xfrm>
            <a:off x="8737075" y="3319531"/>
            <a:ext cx="2682726" cy="2980869"/>
          </a:xfrm>
          <a:prstGeom prst="rect">
            <a:avLst/>
          </a:prstGeom>
          <a:solidFill>
            <a:schemeClr val="bg1">
              <a:alpha val="50196"/>
            </a:schemeClr>
          </a:solidFill>
          <a:ln w="38100">
            <a:solidFill>
              <a:srgbClr val="0179D6"/>
            </a:solidFill>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
        <p:nvSpPr>
          <p:cNvPr id="8" name="テキスト ボックス 7">
            <a:extLst>
              <a:ext uri="{FF2B5EF4-FFF2-40B4-BE49-F238E27FC236}">
                <a16:creationId xmlns:a16="http://schemas.microsoft.com/office/drawing/2014/main" id="{83D27236-D533-7FEB-C4DD-19B2C9CC0FAA}"/>
              </a:ext>
            </a:extLst>
          </p:cNvPr>
          <p:cNvSpPr txBox="1"/>
          <p:nvPr/>
        </p:nvSpPr>
        <p:spPr>
          <a:xfrm>
            <a:off x="842239" y="2557534"/>
            <a:ext cx="2533066"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1</a:t>
            </a:r>
            <a:r>
              <a:rPr kumimoji="1"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 </a:t>
            </a:r>
            <a:r>
              <a:rPr kumimoji="1" lang="ja-JP" altLang="en-US" sz="1800" b="0" i="0" u="none" strike="noStrike" kern="1200" cap="none" spc="0" normalizeH="0" baseline="0" noProof="0" err="1">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つの</a:t>
            </a:r>
            <a:r>
              <a:rPr kumimoji="1"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アドレス空間、</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1</a:t>
            </a:r>
            <a:r>
              <a:rPr kumimoji="1"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 </a:t>
            </a:r>
            <a:r>
              <a:rPr kumimoji="1" lang="ja-JP" altLang="en-US" sz="1800" b="0" i="0" u="none" strike="noStrike" kern="1200" cap="none" spc="0" normalizeH="0" baseline="0" noProof="0" err="1">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つの</a:t>
            </a:r>
            <a:r>
              <a:rPr kumimoji="1"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サブネット（既定）</a:t>
            </a:r>
          </a:p>
        </p:txBody>
      </p:sp>
      <p:sp>
        <p:nvSpPr>
          <p:cNvPr id="10" name="テキスト ボックス 9">
            <a:extLst>
              <a:ext uri="{FF2B5EF4-FFF2-40B4-BE49-F238E27FC236}">
                <a16:creationId xmlns:a16="http://schemas.microsoft.com/office/drawing/2014/main" id="{ADCA074F-7610-1CE9-B394-D4D444FF6978}"/>
              </a:ext>
            </a:extLst>
          </p:cNvPr>
          <p:cNvSpPr txBox="1"/>
          <p:nvPr/>
        </p:nvSpPr>
        <p:spPr>
          <a:xfrm>
            <a:off x="5078735" y="2557533"/>
            <a:ext cx="2034531"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1</a:t>
            </a:r>
            <a:r>
              <a:rPr kumimoji="1"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 </a:t>
            </a:r>
            <a:r>
              <a:rPr kumimoji="1" lang="ja-JP" altLang="en-US" sz="1800" b="0" i="0" u="none" strike="noStrike" kern="1200" cap="none" spc="0" normalizeH="0" baseline="0" noProof="0" err="1">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つの</a:t>
            </a:r>
            <a:r>
              <a:rPr kumimoji="1"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アドレス空間、</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複数のサブネット</a:t>
            </a:r>
          </a:p>
        </p:txBody>
      </p:sp>
      <p:sp>
        <p:nvSpPr>
          <p:cNvPr id="11" name="テキスト ボックス 10">
            <a:extLst>
              <a:ext uri="{FF2B5EF4-FFF2-40B4-BE49-F238E27FC236}">
                <a16:creationId xmlns:a16="http://schemas.microsoft.com/office/drawing/2014/main" id="{3488790D-FE0F-50F1-8FF9-DA9B005BF16A}"/>
              </a:ext>
            </a:extLst>
          </p:cNvPr>
          <p:cNvSpPr txBox="1"/>
          <p:nvPr/>
        </p:nvSpPr>
        <p:spPr>
          <a:xfrm>
            <a:off x="9006653" y="2557532"/>
            <a:ext cx="2153154"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複数のアドレス空間、</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複数のサブネット</a:t>
            </a:r>
          </a:p>
        </p:txBody>
      </p:sp>
      <p:sp>
        <p:nvSpPr>
          <p:cNvPr id="12" name="テキスト ボックス 11">
            <a:extLst>
              <a:ext uri="{FF2B5EF4-FFF2-40B4-BE49-F238E27FC236}">
                <a16:creationId xmlns:a16="http://schemas.microsoft.com/office/drawing/2014/main" id="{00B96600-D161-FF98-2110-19DDD3CE5E3F}"/>
              </a:ext>
            </a:extLst>
          </p:cNvPr>
          <p:cNvSpPr txBox="1"/>
          <p:nvPr/>
        </p:nvSpPr>
        <p:spPr>
          <a:xfrm>
            <a:off x="985706" y="3484458"/>
            <a:ext cx="2246129"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アドレス空間 </a:t>
            </a:r>
            <a:r>
              <a:rPr kumimoji="1" lang="en-US" altLang="ja-JP" sz="16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10.0.0.0/16</a:t>
            </a:r>
            <a:endParaRPr kumimoji="1" lang="ja-JP" altLang="en-US" sz="16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
        <p:nvSpPr>
          <p:cNvPr id="13" name="正方形/長方形 12">
            <a:extLst>
              <a:ext uri="{FF2B5EF4-FFF2-40B4-BE49-F238E27FC236}">
                <a16:creationId xmlns:a16="http://schemas.microsoft.com/office/drawing/2014/main" id="{DF324105-B6CC-348F-5BA7-2B28C45D642E}"/>
              </a:ext>
            </a:extLst>
          </p:cNvPr>
          <p:cNvSpPr/>
          <p:nvPr/>
        </p:nvSpPr>
        <p:spPr>
          <a:xfrm>
            <a:off x="4910400" y="5025142"/>
            <a:ext cx="2371199" cy="934687"/>
          </a:xfrm>
          <a:prstGeom prst="rect">
            <a:avLst/>
          </a:prstGeom>
          <a:solidFill>
            <a:schemeClr val="bg1">
              <a:alpha val="50196"/>
            </a:schemeClr>
          </a:solidFill>
          <a:ln w="38100">
            <a:solidFill>
              <a:srgbClr val="0179D6"/>
            </a:solidFill>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サブネット</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192.168.2.0/24</a:t>
            </a:r>
            <a:endParaRPr kumimoji="1" lang="ja-JP" altLang="en-US" sz="14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
        <p:nvSpPr>
          <p:cNvPr id="14" name="正方形/長方形 13">
            <a:extLst>
              <a:ext uri="{FF2B5EF4-FFF2-40B4-BE49-F238E27FC236}">
                <a16:creationId xmlns:a16="http://schemas.microsoft.com/office/drawing/2014/main" id="{31E8B732-23FF-4FA0-AD61-9EF0795BB39D}"/>
              </a:ext>
            </a:extLst>
          </p:cNvPr>
          <p:cNvSpPr/>
          <p:nvPr/>
        </p:nvSpPr>
        <p:spPr>
          <a:xfrm>
            <a:off x="4910400" y="3833857"/>
            <a:ext cx="2371199" cy="948285"/>
          </a:xfrm>
          <a:prstGeom prst="rect">
            <a:avLst/>
          </a:prstGeom>
          <a:solidFill>
            <a:schemeClr val="bg1">
              <a:alpha val="50196"/>
            </a:schemeClr>
          </a:solidFill>
          <a:ln w="38100">
            <a:solidFill>
              <a:srgbClr val="0179D6"/>
            </a:solidFill>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サブネット</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192.168.1.0/24</a:t>
            </a:r>
            <a:endParaRPr kumimoji="1" lang="ja-JP" altLang="en-US" sz="14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
        <p:nvSpPr>
          <p:cNvPr id="15" name="正方形/長方形 14">
            <a:extLst>
              <a:ext uri="{FF2B5EF4-FFF2-40B4-BE49-F238E27FC236}">
                <a16:creationId xmlns:a16="http://schemas.microsoft.com/office/drawing/2014/main" id="{60B063DE-9275-AC8B-7092-21767DF67D7D}"/>
              </a:ext>
            </a:extLst>
          </p:cNvPr>
          <p:cNvSpPr/>
          <p:nvPr/>
        </p:nvSpPr>
        <p:spPr>
          <a:xfrm>
            <a:off x="8737075" y="4772180"/>
            <a:ext cx="2682726" cy="1528220"/>
          </a:xfrm>
          <a:prstGeom prst="rect">
            <a:avLst/>
          </a:prstGeom>
          <a:solidFill>
            <a:schemeClr val="tx1">
              <a:lumMod val="50000"/>
              <a:lumOff val="50000"/>
              <a:alpha val="50196"/>
            </a:schemeClr>
          </a:solidFill>
          <a:ln w="38100">
            <a:solidFill>
              <a:srgbClr val="0179D6"/>
            </a:solidFill>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
        <p:nvSpPr>
          <p:cNvPr id="16" name="正方形/長方形 15">
            <a:extLst>
              <a:ext uri="{FF2B5EF4-FFF2-40B4-BE49-F238E27FC236}">
                <a16:creationId xmlns:a16="http://schemas.microsoft.com/office/drawing/2014/main" id="{FE5BE5D2-9C14-266E-22D3-BF333C10AC4A}"/>
              </a:ext>
            </a:extLst>
          </p:cNvPr>
          <p:cNvSpPr/>
          <p:nvPr/>
        </p:nvSpPr>
        <p:spPr>
          <a:xfrm>
            <a:off x="8892838" y="5200098"/>
            <a:ext cx="2371199" cy="934687"/>
          </a:xfrm>
          <a:prstGeom prst="rect">
            <a:avLst/>
          </a:prstGeom>
          <a:solidFill>
            <a:schemeClr val="bg1">
              <a:alpha val="50196"/>
            </a:schemeClr>
          </a:solidFill>
          <a:ln w="38100">
            <a:solidFill>
              <a:srgbClr val="0179D6"/>
            </a:solidFill>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サブネット</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192.168.1.0/24</a:t>
            </a:r>
            <a:endParaRPr kumimoji="1" lang="ja-JP" altLang="en-US" sz="14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
        <p:nvSpPr>
          <p:cNvPr id="17" name="正方形/長方形 16">
            <a:extLst>
              <a:ext uri="{FF2B5EF4-FFF2-40B4-BE49-F238E27FC236}">
                <a16:creationId xmlns:a16="http://schemas.microsoft.com/office/drawing/2014/main" id="{BB91707D-2561-1B14-840C-4B2499FD6A21}"/>
              </a:ext>
            </a:extLst>
          </p:cNvPr>
          <p:cNvSpPr/>
          <p:nvPr/>
        </p:nvSpPr>
        <p:spPr>
          <a:xfrm>
            <a:off x="8890842" y="3695055"/>
            <a:ext cx="2371199" cy="934687"/>
          </a:xfrm>
          <a:prstGeom prst="rect">
            <a:avLst/>
          </a:prstGeom>
          <a:solidFill>
            <a:schemeClr val="bg1">
              <a:alpha val="50196"/>
            </a:schemeClr>
          </a:solidFill>
          <a:ln w="38100">
            <a:solidFill>
              <a:srgbClr val="0179D6"/>
            </a:solidFill>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サブネット</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10.0.0.0/24</a:t>
            </a:r>
            <a:endParaRPr kumimoji="1" lang="ja-JP" altLang="en-US" sz="14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
        <p:nvSpPr>
          <p:cNvPr id="18" name="正方形/長方形 17">
            <a:extLst>
              <a:ext uri="{FF2B5EF4-FFF2-40B4-BE49-F238E27FC236}">
                <a16:creationId xmlns:a16="http://schemas.microsoft.com/office/drawing/2014/main" id="{10B9A7FD-9CDF-67BC-D22A-FA2E142BEE33}"/>
              </a:ext>
            </a:extLst>
          </p:cNvPr>
          <p:cNvSpPr/>
          <p:nvPr/>
        </p:nvSpPr>
        <p:spPr>
          <a:xfrm>
            <a:off x="925567" y="4384199"/>
            <a:ext cx="2371199" cy="935723"/>
          </a:xfrm>
          <a:prstGeom prst="rect">
            <a:avLst/>
          </a:prstGeom>
          <a:solidFill>
            <a:schemeClr val="bg1">
              <a:alpha val="50196"/>
            </a:schemeClr>
          </a:solidFill>
          <a:ln w="38100">
            <a:solidFill>
              <a:srgbClr val="0179D6"/>
            </a:solidFill>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サブネット</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10.0.0.0/24</a:t>
            </a:r>
            <a:endParaRPr kumimoji="1" lang="ja-JP" altLang="en-US" sz="14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
        <p:nvSpPr>
          <p:cNvPr id="19" name="テキスト ボックス 18">
            <a:extLst>
              <a:ext uri="{FF2B5EF4-FFF2-40B4-BE49-F238E27FC236}">
                <a16:creationId xmlns:a16="http://schemas.microsoft.com/office/drawing/2014/main" id="{9D7BC90D-AE7A-6300-11E6-BB8A5A2BFBE4}"/>
              </a:ext>
            </a:extLst>
          </p:cNvPr>
          <p:cNvSpPr txBox="1"/>
          <p:nvPr/>
        </p:nvSpPr>
        <p:spPr>
          <a:xfrm>
            <a:off x="8794254" y="4836372"/>
            <a:ext cx="2577950"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アドレス空間 </a:t>
            </a:r>
            <a:r>
              <a:rPr kumimoji="1" lang="en-US" altLang="ja-JP" sz="16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192.168.1.0/16</a:t>
            </a:r>
            <a:endParaRPr kumimoji="1" lang="ja-JP" altLang="en-US" sz="16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
        <p:nvSpPr>
          <p:cNvPr id="20" name="テキスト ボックス 19">
            <a:extLst>
              <a:ext uri="{FF2B5EF4-FFF2-40B4-BE49-F238E27FC236}">
                <a16:creationId xmlns:a16="http://schemas.microsoft.com/office/drawing/2014/main" id="{23CBC332-CE32-70F3-AEE4-F1C94BF5444A}"/>
              </a:ext>
            </a:extLst>
          </p:cNvPr>
          <p:cNvSpPr txBox="1"/>
          <p:nvPr/>
        </p:nvSpPr>
        <p:spPr>
          <a:xfrm>
            <a:off x="2203187" y="4916834"/>
            <a:ext cx="856324"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10.0.0.4</a:t>
            </a:r>
            <a:r>
              <a:rPr kumimoji="1" lang="ja-JP" altLang="en-US" sz="12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a:t>
            </a:r>
          </a:p>
        </p:txBody>
      </p:sp>
      <p:sp>
        <p:nvSpPr>
          <p:cNvPr id="21" name="テキスト ボックス 20">
            <a:extLst>
              <a:ext uri="{FF2B5EF4-FFF2-40B4-BE49-F238E27FC236}">
                <a16:creationId xmlns:a16="http://schemas.microsoft.com/office/drawing/2014/main" id="{88933AD7-358F-6CF2-9943-351D91060E39}"/>
              </a:ext>
            </a:extLst>
          </p:cNvPr>
          <p:cNvSpPr txBox="1"/>
          <p:nvPr/>
        </p:nvSpPr>
        <p:spPr>
          <a:xfrm>
            <a:off x="6107420" y="4385235"/>
            <a:ext cx="1106393"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192.168.1.4</a:t>
            </a:r>
            <a:r>
              <a:rPr kumimoji="1" lang="ja-JP" altLang="en-US" sz="12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a:t>
            </a:r>
          </a:p>
        </p:txBody>
      </p:sp>
      <p:sp>
        <p:nvSpPr>
          <p:cNvPr id="22" name="テキスト ボックス 21">
            <a:extLst>
              <a:ext uri="{FF2B5EF4-FFF2-40B4-BE49-F238E27FC236}">
                <a16:creationId xmlns:a16="http://schemas.microsoft.com/office/drawing/2014/main" id="{D79246CE-9A13-73B7-D6FE-5B29FAC47C58}"/>
              </a:ext>
            </a:extLst>
          </p:cNvPr>
          <p:cNvSpPr txBox="1"/>
          <p:nvPr/>
        </p:nvSpPr>
        <p:spPr>
          <a:xfrm>
            <a:off x="6134129" y="5579900"/>
            <a:ext cx="1106393"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192.168.2.4</a:t>
            </a:r>
            <a:r>
              <a:rPr kumimoji="1" lang="ja-JP" altLang="en-US" sz="12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a:t>
            </a:r>
          </a:p>
        </p:txBody>
      </p:sp>
      <p:sp>
        <p:nvSpPr>
          <p:cNvPr id="23" name="テキスト ボックス 22">
            <a:extLst>
              <a:ext uri="{FF2B5EF4-FFF2-40B4-BE49-F238E27FC236}">
                <a16:creationId xmlns:a16="http://schemas.microsoft.com/office/drawing/2014/main" id="{49C99FE0-B03D-DE27-0A13-0E50771CCB9C}"/>
              </a:ext>
            </a:extLst>
          </p:cNvPr>
          <p:cNvSpPr txBox="1"/>
          <p:nvPr/>
        </p:nvSpPr>
        <p:spPr>
          <a:xfrm>
            <a:off x="10211732" y="4277090"/>
            <a:ext cx="856324"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10.0.0.4</a:t>
            </a:r>
            <a:r>
              <a:rPr kumimoji="1" lang="ja-JP" altLang="en-US" sz="12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a:t>
            </a:r>
          </a:p>
        </p:txBody>
      </p:sp>
      <p:sp>
        <p:nvSpPr>
          <p:cNvPr id="24" name="テキスト ボックス 23">
            <a:extLst>
              <a:ext uri="{FF2B5EF4-FFF2-40B4-BE49-F238E27FC236}">
                <a16:creationId xmlns:a16="http://schemas.microsoft.com/office/drawing/2014/main" id="{517D2C91-77AA-E868-E42A-45E3258111F6}"/>
              </a:ext>
            </a:extLst>
          </p:cNvPr>
          <p:cNvSpPr txBox="1"/>
          <p:nvPr/>
        </p:nvSpPr>
        <p:spPr>
          <a:xfrm>
            <a:off x="10105172" y="5732093"/>
            <a:ext cx="1106393" cy="276999"/>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192.168.1.4</a:t>
            </a:r>
            <a:r>
              <a:rPr kumimoji="1" lang="ja-JP" altLang="en-US" sz="12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a:t>
            </a:r>
          </a:p>
        </p:txBody>
      </p:sp>
      <p:pic>
        <p:nvPicPr>
          <p:cNvPr id="25" name="Picture 4">
            <a:extLst>
              <a:ext uri="{FF2B5EF4-FFF2-40B4-BE49-F238E27FC236}">
                <a16:creationId xmlns:a16="http://schemas.microsoft.com/office/drawing/2014/main" id="{9B508A8F-4DC2-B015-8306-79B0BD8E3A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7733" y="4395068"/>
            <a:ext cx="646498" cy="610581"/>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4">
            <a:extLst>
              <a:ext uri="{FF2B5EF4-FFF2-40B4-BE49-F238E27FC236}">
                <a16:creationId xmlns:a16="http://schemas.microsoft.com/office/drawing/2014/main" id="{0368F146-6326-BCE8-828E-FEA8203F6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7368" y="3866627"/>
            <a:ext cx="646498" cy="610581"/>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4">
            <a:extLst>
              <a:ext uri="{FF2B5EF4-FFF2-40B4-BE49-F238E27FC236}">
                <a16:creationId xmlns:a16="http://schemas.microsoft.com/office/drawing/2014/main" id="{4EE39315-A163-2C24-F24E-96D70AFBE8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7368" y="5081262"/>
            <a:ext cx="646498" cy="610581"/>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4">
            <a:extLst>
              <a:ext uri="{FF2B5EF4-FFF2-40B4-BE49-F238E27FC236}">
                <a16:creationId xmlns:a16="http://schemas.microsoft.com/office/drawing/2014/main" id="{7F0DF943-02CB-6F4F-8509-4E1D4484C9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56007" y="3771091"/>
            <a:ext cx="646498" cy="610581"/>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4">
            <a:extLst>
              <a:ext uri="{FF2B5EF4-FFF2-40B4-BE49-F238E27FC236}">
                <a16:creationId xmlns:a16="http://schemas.microsoft.com/office/drawing/2014/main" id="{1718150E-6F53-6B97-BE88-8885C6419C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56007" y="5204094"/>
            <a:ext cx="646498" cy="610581"/>
          </a:xfrm>
          <a:prstGeom prst="rect">
            <a:avLst/>
          </a:prstGeom>
          <a:noFill/>
          <a:extLst>
            <a:ext uri="{909E8E84-426E-40DD-AFC4-6F175D3DCCD1}">
              <a14:hiddenFill xmlns:a14="http://schemas.microsoft.com/office/drawing/2010/main">
                <a:solidFill>
                  <a:srgbClr val="FFFFFF"/>
                </a:solidFill>
              </a14:hiddenFill>
            </a:ext>
          </a:extLst>
        </p:spPr>
      </p:pic>
      <p:sp>
        <p:nvSpPr>
          <p:cNvPr id="30" name="角丸四角形 29">
            <a:extLst>
              <a:ext uri="{FF2B5EF4-FFF2-40B4-BE49-F238E27FC236}">
                <a16:creationId xmlns:a16="http://schemas.microsoft.com/office/drawing/2014/main" id="{A3E41B76-0DE4-6650-4ABF-BA7E24608275}"/>
              </a:ext>
            </a:extLst>
          </p:cNvPr>
          <p:cNvSpPr/>
          <p:nvPr/>
        </p:nvSpPr>
        <p:spPr bwMode="auto">
          <a:xfrm>
            <a:off x="4910400" y="3297647"/>
            <a:ext cx="701128" cy="3347377"/>
          </a:xfrm>
          <a:prstGeom prst="roundRect">
            <a:avLst/>
          </a:prstGeom>
          <a:noFill/>
          <a:ln>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sp>
        <p:nvSpPr>
          <p:cNvPr id="31" name="角丸四角形 30">
            <a:extLst>
              <a:ext uri="{FF2B5EF4-FFF2-40B4-BE49-F238E27FC236}">
                <a16:creationId xmlns:a16="http://schemas.microsoft.com/office/drawing/2014/main" id="{4C758D61-A610-C45D-3071-CDF25C0670EA}"/>
              </a:ext>
            </a:extLst>
          </p:cNvPr>
          <p:cNvSpPr/>
          <p:nvPr/>
        </p:nvSpPr>
        <p:spPr bwMode="auto">
          <a:xfrm>
            <a:off x="5746228" y="3302888"/>
            <a:ext cx="701128" cy="3347377"/>
          </a:xfrm>
          <a:prstGeom prst="roundRect">
            <a:avLst/>
          </a:prstGeom>
          <a:noFill/>
          <a:ln>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sp>
        <p:nvSpPr>
          <p:cNvPr id="32" name="角丸四角形 31">
            <a:extLst>
              <a:ext uri="{FF2B5EF4-FFF2-40B4-BE49-F238E27FC236}">
                <a16:creationId xmlns:a16="http://schemas.microsoft.com/office/drawing/2014/main" id="{78E1AA4E-AE26-75D7-09B8-0EB010551EFB}"/>
              </a:ext>
            </a:extLst>
          </p:cNvPr>
          <p:cNvSpPr/>
          <p:nvPr/>
        </p:nvSpPr>
        <p:spPr bwMode="auto">
          <a:xfrm>
            <a:off x="6573003" y="3297647"/>
            <a:ext cx="701128" cy="3347377"/>
          </a:xfrm>
          <a:prstGeom prst="roundRect">
            <a:avLst/>
          </a:prstGeom>
          <a:noFill/>
          <a:ln>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sp>
        <p:nvSpPr>
          <p:cNvPr id="33" name="角丸四角形 32">
            <a:extLst>
              <a:ext uri="{FF2B5EF4-FFF2-40B4-BE49-F238E27FC236}">
                <a16:creationId xmlns:a16="http://schemas.microsoft.com/office/drawing/2014/main" id="{97B6D6FC-B930-49AE-3DAC-A2ABB686FFF0}"/>
              </a:ext>
            </a:extLst>
          </p:cNvPr>
          <p:cNvSpPr/>
          <p:nvPr/>
        </p:nvSpPr>
        <p:spPr bwMode="auto">
          <a:xfrm>
            <a:off x="8892029" y="3376210"/>
            <a:ext cx="701128" cy="3347377"/>
          </a:xfrm>
          <a:prstGeom prst="roundRect">
            <a:avLst/>
          </a:prstGeom>
          <a:noFill/>
          <a:ln>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sp>
        <p:nvSpPr>
          <p:cNvPr id="34" name="角丸四角形 33">
            <a:extLst>
              <a:ext uri="{FF2B5EF4-FFF2-40B4-BE49-F238E27FC236}">
                <a16:creationId xmlns:a16="http://schemas.microsoft.com/office/drawing/2014/main" id="{B2FC5395-990A-3434-3CF5-634D40EA4068}"/>
              </a:ext>
            </a:extLst>
          </p:cNvPr>
          <p:cNvSpPr/>
          <p:nvPr/>
        </p:nvSpPr>
        <p:spPr bwMode="auto">
          <a:xfrm>
            <a:off x="9727857" y="3381451"/>
            <a:ext cx="701128" cy="3347377"/>
          </a:xfrm>
          <a:prstGeom prst="roundRect">
            <a:avLst/>
          </a:prstGeom>
          <a:noFill/>
          <a:ln>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sp>
        <p:nvSpPr>
          <p:cNvPr id="35" name="角丸四角形 34">
            <a:extLst>
              <a:ext uri="{FF2B5EF4-FFF2-40B4-BE49-F238E27FC236}">
                <a16:creationId xmlns:a16="http://schemas.microsoft.com/office/drawing/2014/main" id="{BE3D78CD-B0A8-9F84-CD98-2008D190BE98}"/>
              </a:ext>
            </a:extLst>
          </p:cNvPr>
          <p:cNvSpPr/>
          <p:nvPr/>
        </p:nvSpPr>
        <p:spPr bwMode="auto">
          <a:xfrm>
            <a:off x="10554632" y="3376210"/>
            <a:ext cx="701128" cy="3347377"/>
          </a:xfrm>
          <a:prstGeom prst="roundRect">
            <a:avLst/>
          </a:prstGeom>
          <a:noFill/>
          <a:ln>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sp>
        <p:nvSpPr>
          <p:cNvPr id="36" name="テキスト ボックス 35">
            <a:extLst>
              <a:ext uri="{FF2B5EF4-FFF2-40B4-BE49-F238E27FC236}">
                <a16:creationId xmlns:a16="http://schemas.microsoft.com/office/drawing/2014/main" id="{29E39E2D-154E-CB1F-21A5-4B854A6A2C62}"/>
              </a:ext>
            </a:extLst>
          </p:cNvPr>
          <p:cNvSpPr txBox="1"/>
          <p:nvPr/>
        </p:nvSpPr>
        <p:spPr>
          <a:xfrm>
            <a:off x="4807025" y="3383429"/>
            <a:ext cx="2577950"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アドレス空間 </a:t>
            </a:r>
            <a:r>
              <a:rPr kumimoji="1" lang="en-US" altLang="ja-JP" sz="16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192.168.1.0/16</a:t>
            </a:r>
            <a:endParaRPr kumimoji="1" lang="ja-JP" altLang="en-US" sz="16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
        <p:nvSpPr>
          <p:cNvPr id="37" name="テキスト ボックス 36">
            <a:extLst>
              <a:ext uri="{FF2B5EF4-FFF2-40B4-BE49-F238E27FC236}">
                <a16:creationId xmlns:a16="http://schemas.microsoft.com/office/drawing/2014/main" id="{154A6BDD-2C4C-723C-A5EF-A77A24C29E1A}"/>
              </a:ext>
            </a:extLst>
          </p:cNvPr>
          <p:cNvSpPr txBox="1"/>
          <p:nvPr/>
        </p:nvSpPr>
        <p:spPr>
          <a:xfrm>
            <a:off x="5058692" y="6310399"/>
            <a:ext cx="407665" cy="215444"/>
          </a:xfrm>
          <a:prstGeom prst="rect">
            <a:avLst/>
          </a:prstGeom>
          <a:noFill/>
        </p:spPr>
        <p:txBody>
          <a:bodyPr wrap="square" lIns="0" tIns="0" rIns="0" bIns="0" rtlCol="0">
            <a:spAutoFit/>
          </a:bodyPr>
          <a:lstStyle/>
          <a:p>
            <a:pPr algn="ct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AZ1</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38" name="テキスト ボックス 37">
            <a:extLst>
              <a:ext uri="{FF2B5EF4-FFF2-40B4-BE49-F238E27FC236}">
                <a16:creationId xmlns:a16="http://schemas.microsoft.com/office/drawing/2014/main" id="{1000B9AD-ED1B-2178-74C8-4C4865684944}"/>
              </a:ext>
            </a:extLst>
          </p:cNvPr>
          <p:cNvSpPr txBox="1"/>
          <p:nvPr/>
        </p:nvSpPr>
        <p:spPr>
          <a:xfrm>
            <a:off x="5894156" y="6310399"/>
            <a:ext cx="407665" cy="215444"/>
          </a:xfrm>
          <a:prstGeom prst="rect">
            <a:avLst/>
          </a:prstGeom>
          <a:noFill/>
        </p:spPr>
        <p:txBody>
          <a:bodyPr wrap="square" lIns="0" tIns="0" rIns="0" bIns="0" rtlCol="0">
            <a:spAutoFit/>
          </a:bodyPr>
          <a:lstStyle/>
          <a:p>
            <a:pPr algn="ct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AZ2</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39" name="テキスト ボックス 38">
            <a:extLst>
              <a:ext uri="{FF2B5EF4-FFF2-40B4-BE49-F238E27FC236}">
                <a16:creationId xmlns:a16="http://schemas.microsoft.com/office/drawing/2014/main" id="{F3507318-65C2-6738-E891-06E425C1FADD}"/>
              </a:ext>
            </a:extLst>
          </p:cNvPr>
          <p:cNvSpPr txBox="1"/>
          <p:nvPr/>
        </p:nvSpPr>
        <p:spPr>
          <a:xfrm>
            <a:off x="6719734" y="6309370"/>
            <a:ext cx="407665" cy="215444"/>
          </a:xfrm>
          <a:prstGeom prst="rect">
            <a:avLst/>
          </a:prstGeom>
          <a:noFill/>
        </p:spPr>
        <p:txBody>
          <a:bodyPr wrap="square" lIns="0" tIns="0" rIns="0" bIns="0" rtlCol="0">
            <a:spAutoFit/>
          </a:bodyPr>
          <a:lstStyle/>
          <a:p>
            <a:pPr algn="ct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AZ3</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40" name="テキスト ボックス 39">
            <a:extLst>
              <a:ext uri="{FF2B5EF4-FFF2-40B4-BE49-F238E27FC236}">
                <a16:creationId xmlns:a16="http://schemas.microsoft.com/office/drawing/2014/main" id="{73A6E643-27A1-FC08-6CF4-0AC5A5A481DA}"/>
              </a:ext>
            </a:extLst>
          </p:cNvPr>
          <p:cNvSpPr txBox="1"/>
          <p:nvPr/>
        </p:nvSpPr>
        <p:spPr>
          <a:xfrm>
            <a:off x="9050641" y="6403757"/>
            <a:ext cx="407665" cy="215444"/>
          </a:xfrm>
          <a:prstGeom prst="rect">
            <a:avLst/>
          </a:prstGeom>
          <a:noFill/>
        </p:spPr>
        <p:txBody>
          <a:bodyPr wrap="square" lIns="0" tIns="0" rIns="0" bIns="0" rtlCol="0">
            <a:spAutoFit/>
          </a:bodyPr>
          <a:lstStyle/>
          <a:p>
            <a:pPr algn="ct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AZ1</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41" name="テキスト ボックス 40">
            <a:extLst>
              <a:ext uri="{FF2B5EF4-FFF2-40B4-BE49-F238E27FC236}">
                <a16:creationId xmlns:a16="http://schemas.microsoft.com/office/drawing/2014/main" id="{B31BD36D-71D2-E428-4523-62B4875EBDB6}"/>
              </a:ext>
            </a:extLst>
          </p:cNvPr>
          <p:cNvSpPr txBox="1"/>
          <p:nvPr/>
        </p:nvSpPr>
        <p:spPr>
          <a:xfrm>
            <a:off x="9886105" y="6403757"/>
            <a:ext cx="407665" cy="215444"/>
          </a:xfrm>
          <a:prstGeom prst="rect">
            <a:avLst/>
          </a:prstGeom>
          <a:noFill/>
        </p:spPr>
        <p:txBody>
          <a:bodyPr wrap="square" lIns="0" tIns="0" rIns="0" bIns="0" rtlCol="0">
            <a:spAutoFit/>
          </a:bodyPr>
          <a:lstStyle/>
          <a:p>
            <a:pPr algn="ct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AZ2</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42" name="テキスト ボックス 41">
            <a:extLst>
              <a:ext uri="{FF2B5EF4-FFF2-40B4-BE49-F238E27FC236}">
                <a16:creationId xmlns:a16="http://schemas.microsoft.com/office/drawing/2014/main" id="{06643653-0095-6D6B-3B5D-1D630CE570DB}"/>
              </a:ext>
            </a:extLst>
          </p:cNvPr>
          <p:cNvSpPr txBox="1"/>
          <p:nvPr/>
        </p:nvSpPr>
        <p:spPr>
          <a:xfrm>
            <a:off x="10711683" y="6402728"/>
            <a:ext cx="407665" cy="215444"/>
          </a:xfrm>
          <a:prstGeom prst="rect">
            <a:avLst/>
          </a:prstGeom>
          <a:noFill/>
        </p:spPr>
        <p:txBody>
          <a:bodyPr wrap="square" lIns="0" tIns="0" rIns="0" bIns="0" rtlCol="0">
            <a:spAutoFit/>
          </a:bodyPr>
          <a:lstStyle/>
          <a:p>
            <a:pPr algn="ct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AZ3</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43" name="テキスト ボックス 42">
            <a:extLst>
              <a:ext uri="{FF2B5EF4-FFF2-40B4-BE49-F238E27FC236}">
                <a16:creationId xmlns:a16="http://schemas.microsoft.com/office/drawing/2014/main" id="{7A36D91B-867B-B968-50FD-3FD4D0FBCB0F}"/>
              </a:ext>
            </a:extLst>
          </p:cNvPr>
          <p:cNvSpPr txBox="1"/>
          <p:nvPr/>
        </p:nvSpPr>
        <p:spPr>
          <a:xfrm>
            <a:off x="8951086" y="3348554"/>
            <a:ext cx="2246129" cy="33855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アドレス空間 </a:t>
            </a:r>
            <a:r>
              <a:rPr kumimoji="1" lang="en-US" altLang="ja-JP" sz="16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10.0.0.0/16</a:t>
            </a:r>
            <a:endParaRPr kumimoji="1" lang="ja-JP" altLang="en-US" sz="16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
        <p:nvSpPr>
          <p:cNvPr id="44" name="角丸四角形 43">
            <a:extLst>
              <a:ext uri="{FF2B5EF4-FFF2-40B4-BE49-F238E27FC236}">
                <a16:creationId xmlns:a16="http://schemas.microsoft.com/office/drawing/2014/main" id="{835420E5-D576-EAC1-51A8-D1676947A2AF}"/>
              </a:ext>
            </a:extLst>
          </p:cNvPr>
          <p:cNvSpPr/>
          <p:nvPr/>
        </p:nvSpPr>
        <p:spPr bwMode="auto">
          <a:xfrm>
            <a:off x="911796" y="3331960"/>
            <a:ext cx="701128" cy="3347377"/>
          </a:xfrm>
          <a:prstGeom prst="roundRect">
            <a:avLst/>
          </a:prstGeom>
          <a:noFill/>
          <a:ln>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sp>
        <p:nvSpPr>
          <p:cNvPr id="45" name="角丸四角形 44">
            <a:extLst>
              <a:ext uri="{FF2B5EF4-FFF2-40B4-BE49-F238E27FC236}">
                <a16:creationId xmlns:a16="http://schemas.microsoft.com/office/drawing/2014/main" id="{323ED6D1-8349-59DE-1153-4601D500664E}"/>
              </a:ext>
            </a:extLst>
          </p:cNvPr>
          <p:cNvSpPr/>
          <p:nvPr/>
        </p:nvSpPr>
        <p:spPr bwMode="auto">
          <a:xfrm>
            <a:off x="1747624" y="3337201"/>
            <a:ext cx="701128" cy="3347377"/>
          </a:xfrm>
          <a:prstGeom prst="roundRect">
            <a:avLst/>
          </a:prstGeom>
          <a:noFill/>
          <a:ln>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sp>
        <p:nvSpPr>
          <p:cNvPr id="46" name="角丸四角形 45">
            <a:extLst>
              <a:ext uri="{FF2B5EF4-FFF2-40B4-BE49-F238E27FC236}">
                <a16:creationId xmlns:a16="http://schemas.microsoft.com/office/drawing/2014/main" id="{486C3B81-A53F-6913-ABE2-BD1B46AB91A9}"/>
              </a:ext>
            </a:extLst>
          </p:cNvPr>
          <p:cNvSpPr/>
          <p:nvPr/>
        </p:nvSpPr>
        <p:spPr bwMode="auto">
          <a:xfrm>
            <a:off x="2574399" y="3331960"/>
            <a:ext cx="701128" cy="3347377"/>
          </a:xfrm>
          <a:prstGeom prst="roundRect">
            <a:avLst/>
          </a:prstGeom>
          <a:noFill/>
          <a:ln>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sp>
        <p:nvSpPr>
          <p:cNvPr id="47" name="テキスト ボックス 46">
            <a:extLst>
              <a:ext uri="{FF2B5EF4-FFF2-40B4-BE49-F238E27FC236}">
                <a16:creationId xmlns:a16="http://schemas.microsoft.com/office/drawing/2014/main" id="{2720A253-69F1-143D-CEB6-061BC97D2524}"/>
              </a:ext>
            </a:extLst>
          </p:cNvPr>
          <p:cNvSpPr txBox="1"/>
          <p:nvPr/>
        </p:nvSpPr>
        <p:spPr>
          <a:xfrm>
            <a:off x="1060088" y="6344712"/>
            <a:ext cx="407665" cy="215444"/>
          </a:xfrm>
          <a:prstGeom prst="rect">
            <a:avLst/>
          </a:prstGeom>
          <a:noFill/>
        </p:spPr>
        <p:txBody>
          <a:bodyPr wrap="square" lIns="0" tIns="0" rIns="0" bIns="0" rtlCol="0">
            <a:spAutoFit/>
          </a:bodyPr>
          <a:lstStyle/>
          <a:p>
            <a:pPr algn="ct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AZ1</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48" name="テキスト ボックス 47">
            <a:extLst>
              <a:ext uri="{FF2B5EF4-FFF2-40B4-BE49-F238E27FC236}">
                <a16:creationId xmlns:a16="http://schemas.microsoft.com/office/drawing/2014/main" id="{19C189A2-9DAD-4A5B-0804-BF4E34134217}"/>
              </a:ext>
            </a:extLst>
          </p:cNvPr>
          <p:cNvSpPr txBox="1"/>
          <p:nvPr/>
        </p:nvSpPr>
        <p:spPr>
          <a:xfrm>
            <a:off x="1895552" y="6344712"/>
            <a:ext cx="407665" cy="215444"/>
          </a:xfrm>
          <a:prstGeom prst="rect">
            <a:avLst/>
          </a:prstGeom>
          <a:noFill/>
        </p:spPr>
        <p:txBody>
          <a:bodyPr wrap="square" lIns="0" tIns="0" rIns="0" bIns="0" rtlCol="0">
            <a:spAutoFit/>
          </a:bodyPr>
          <a:lstStyle/>
          <a:p>
            <a:pPr algn="ct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AZ2</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49" name="テキスト ボックス 48">
            <a:extLst>
              <a:ext uri="{FF2B5EF4-FFF2-40B4-BE49-F238E27FC236}">
                <a16:creationId xmlns:a16="http://schemas.microsoft.com/office/drawing/2014/main" id="{7EE69073-AFC1-BC5C-3C15-7BBBAB582ADC}"/>
              </a:ext>
            </a:extLst>
          </p:cNvPr>
          <p:cNvSpPr txBox="1"/>
          <p:nvPr/>
        </p:nvSpPr>
        <p:spPr>
          <a:xfrm>
            <a:off x="2721130" y="6343683"/>
            <a:ext cx="407665" cy="215444"/>
          </a:xfrm>
          <a:prstGeom prst="rect">
            <a:avLst/>
          </a:prstGeom>
          <a:noFill/>
        </p:spPr>
        <p:txBody>
          <a:bodyPr wrap="square" lIns="0" tIns="0" rIns="0" bIns="0" rtlCol="0">
            <a:spAutoFit/>
          </a:bodyPr>
          <a:lstStyle/>
          <a:p>
            <a:pPr algn="ct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AZ3</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9867573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0306C-AD38-AD8C-9011-9CF78CD6C22E}"/>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7E3A28D0-B7F5-3490-05CB-11F6286B3B6A}"/>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ja-JP" altLang="en-US" sz="2000" b="1">
                <a:solidFill>
                  <a:srgbClr val="1F2937"/>
                </a:solidFill>
                <a:latin typeface="Yu Gothic"/>
                <a:ea typeface="Yu Gothic"/>
                <a:cs typeface="Yu Gothic"/>
              </a:rPr>
              <a:t>仮想ネットワーク </a:t>
            </a:r>
            <a:r>
              <a:rPr lang="en-US" altLang="ja-JP" sz="2000" b="1" dirty="0">
                <a:solidFill>
                  <a:srgbClr val="1F2937"/>
                </a:solidFill>
                <a:latin typeface="Yu Gothic"/>
                <a:ea typeface="Yu Gothic"/>
                <a:cs typeface="Yu Gothic"/>
              </a:rPr>
              <a:t>(</a:t>
            </a:r>
            <a:r>
              <a:rPr lang="en" altLang="ja-JP" sz="2000" b="1" dirty="0">
                <a:solidFill>
                  <a:srgbClr val="1F2937"/>
                </a:solidFill>
                <a:latin typeface="Yu Gothic"/>
                <a:ea typeface="Yu Gothic"/>
                <a:cs typeface="Yu Gothic"/>
              </a:rPr>
              <a:t>Virtual Network, </a:t>
            </a:r>
            <a:r>
              <a:rPr lang="en" altLang="ja-JP" sz="2000" b="1" dirty="0" err="1">
                <a:solidFill>
                  <a:srgbClr val="1F2937"/>
                </a:solidFill>
                <a:latin typeface="Yu Gothic"/>
                <a:ea typeface="Yu Gothic"/>
                <a:cs typeface="Yu Gothic"/>
              </a:rPr>
              <a:t>VNet</a:t>
            </a:r>
            <a:r>
              <a:rPr lang="en" altLang="ja-JP" sz="2000" b="1" dirty="0">
                <a:solidFill>
                  <a:srgbClr val="1F2937"/>
                </a:solidFill>
                <a:latin typeface="Yu Gothic"/>
                <a:ea typeface="Yu Gothic"/>
                <a:cs typeface="Yu Gothic"/>
              </a:rPr>
              <a:t>)</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39EBBC6C-D20F-C02B-0ED7-ECF763BF8ED2}"/>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7</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D99A87C4-DCBC-9CDE-2684-920C3EE5171B}"/>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Rounded Rectangle 75">
            <a:extLst>
              <a:ext uri="{FF2B5EF4-FFF2-40B4-BE49-F238E27FC236}">
                <a16:creationId xmlns:a16="http://schemas.microsoft.com/office/drawing/2014/main" id="{E3B5E308-219C-8AEF-2C3A-A7E8EEB00D26}"/>
              </a:ext>
            </a:extLst>
          </p:cNvPr>
          <p:cNvSpPr/>
          <p:nvPr/>
        </p:nvSpPr>
        <p:spPr bwMode="auto">
          <a:xfrm>
            <a:off x="3147289" y="3195428"/>
            <a:ext cx="2857500" cy="1731562"/>
          </a:xfrm>
          <a:prstGeom prst="roundRect">
            <a:avLst>
              <a:gd name="adj" fmla="val 10259"/>
            </a:avLst>
          </a:prstGeom>
          <a:noFill/>
          <a:ln w="28575">
            <a:solidFill>
              <a:schemeClr val="accent1">
                <a:lumMod val="60000"/>
                <a:lumOff val="4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79277" tIns="143422" rIns="179277" bIns="143422" numCol="1" spcCol="0" rtlCol="0" fromWordArt="0" anchor="t" anchorCtr="0" forceAA="0" compatLnSpc="1">
            <a:prstTxWarp prst="textNoShape">
              <a:avLst/>
            </a:prstTxWarp>
            <a:noAutofit/>
          </a:bodyPr>
          <a:lstStyle/>
          <a:p>
            <a:pPr marL="0" marR="0" lvl="0" indent="0" algn="ctr" defTabSz="896091" rtl="0" eaLnBrk="1" fontAlgn="base" latinLnBrk="0" hangingPunct="1">
              <a:lnSpc>
                <a:spcPct val="90000"/>
              </a:lnSpc>
              <a:spcBef>
                <a:spcPct val="0"/>
              </a:spcBef>
              <a:spcAft>
                <a:spcPct val="0"/>
              </a:spcAft>
              <a:buClrTx/>
              <a:buSzTx/>
              <a:buFontTx/>
              <a:buNone/>
              <a:tabLst/>
              <a:defRPr/>
            </a:pPr>
            <a:endParaRPr kumimoji="0" lang="en-US" sz="1800" b="0" i="0" u="none" strike="noStrike" kern="1200" cap="none" spc="-49"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
        <p:nvSpPr>
          <p:cNvPr id="5" name="Freeform 24">
            <a:extLst>
              <a:ext uri="{FF2B5EF4-FFF2-40B4-BE49-F238E27FC236}">
                <a16:creationId xmlns:a16="http://schemas.microsoft.com/office/drawing/2014/main" id="{A681F5ED-E6BA-CDA0-1F3A-7DA04FF93988}"/>
              </a:ext>
            </a:extLst>
          </p:cNvPr>
          <p:cNvSpPr>
            <a:spLocks noEditPoints="1"/>
          </p:cNvSpPr>
          <p:nvPr/>
        </p:nvSpPr>
        <p:spPr bwMode="black">
          <a:xfrm>
            <a:off x="3543924" y="4237601"/>
            <a:ext cx="777169" cy="386005"/>
          </a:xfrm>
          <a:custGeom>
            <a:avLst/>
            <a:gdLst>
              <a:gd name="T0" fmla="*/ 524 w 1369"/>
              <a:gd name="T1" fmla="*/ 115 h 1057"/>
              <a:gd name="T2" fmla="*/ 373 w 1369"/>
              <a:gd name="T3" fmla="*/ 228 h 1057"/>
              <a:gd name="T4" fmla="*/ 455 w 1369"/>
              <a:gd name="T5" fmla="*/ 153 h 1057"/>
              <a:gd name="T6" fmla="*/ 5 w 1369"/>
              <a:gd name="T7" fmla="*/ 634 h 1057"/>
              <a:gd name="T8" fmla="*/ 149 w 1369"/>
              <a:gd name="T9" fmla="*/ 320 h 1057"/>
              <a:gd name="T10" fmla="*/ 26 w 1369"/>
              <a:gd name="T11" fmla="*/ 509 h 1057"/>
              <a:gd name="T12" fmla="*/ 652 w 1369"/>
              <a:gd name="T13" fmla="*/ 75 h 1057"/>
              <a:gd name="T14" fmla="*/ 36 w 1369"/>
              <a:gd name="T15" fmla="*/ 435 h 1057"/>
              <a:gd name="T16" fmla="*/ 28 w 1369"/>
              <a:gd name="T17" fmla="*/ 478 h 1057"/>
              <a:gd name="T18" fmla="*/ 9 w 1369"/>
              <a:gd name="T19" fmla="*/ 353 h 1057"/>
              <a:gd name="T20" fmla="*/ 1045 w 1369"/>
              <a:gd name="T21" fmla="*/ 157 h 1057"/>
              <a:gd name="T22" fmla="*/ 1251 w 1369"/>
              <a:gd name="T23" fmla="*/ 278 h 1057"/>
              <a:gd name="T24" fmla="*/ 1184 w 1369"/>
              <a:gd name="T25" fmla="*/ 236 h 1057"/>
              <a:gd name="T26" fmla="*/ 1369 w 1369"/>
              <a:gd name="T27" fmla="*/ 439 h 1057"/>
              <a:gd name="T28" fmla="*/ 1349 w 1369"/>
              <a:gd name="T29" fmla="*/ 356 h 1057"/>
              <a:gd name="T30" fmla="*/ 1150 w 1369"/>
              <a:gd name="T31" fmla="*/ 216 h 1057"/>
              <a:gd name="T32" fmla="*/ 859 w 1369"/>
              <a:gd name="T33" fmla="*/ 52 h 1057"/>
              <a:gd name="T34" fmla="*/ 781 w 1369"/>
              <a:gd name="T35" fmla="*/ 39 h 1057"/>
              <a:gd name="T36" fmla="*/ 746 w 1369"/>
              <a:gd name="T37" fmla="*/ 26 h 1057"/>
              <a:gd name="T38" fmla="*/ 682 w 1369"/>
              <a:gd name="T39" fmla="*/ 56 h 1057"/>
              <a:gd name="T40" fmla="*/ 67 w 1369"/>
              <a:gd name="T41" fmla="*/ 682 h 1057"/>
              <a:gd name="T42" fmla="*/ 963 w 1369"/>
              <a:gd name="T43" fmla="*/ 142 h 1057"/>
              <a:gd name="T44" fmla="*/ 906 w 1369"/>
              <a:gd name="T45" fmla="*/ 82 h 1057"/>
              <a:gd name="T46" fmla="*/ 247 w 1369"/>
              <a:gd name="T47" fmla="*/ 268 h 1057"/>
              <a:gd name="T48" fmla="*/ 1073 w 1369"/>
              <a:gd name="T49" fmla="*/ 766 h 1057"/>
              <a:gd name="T50" fmla="*/ 974 w 1369"/>
              <a:gd name="T51" fmla="*/ 824 h 1057"/>
              <a:gd name="T52" fmla="*/ 1048 w 1369"/>
              <a:gd name="T53" fmla="*/ 780 h 1057"/>
              <a:gd name="T54" fmla="*/ 834 w 1369"/>
              <a:gd name="T55" fmla="*/ 948 h 1057"/>
              <a:gd name="T56" fmla="*/ 882 w 1369"/>
              <a:gd name="T57" fmla="*/ 910 h 1057"/>
              <a:gd name="T58" fmla="*/ 1199 w 1369"/>
              <a:gd name="T59" fmla="*/ 723 h 1057"/>
              <a:gd name="T60" fmla="*/ 61 w 1369"/>
              <a:gd name="T61" fmla="*/ 327 h 1057"/>
              <a:gd name="T62" fmla="*/ 1353 w 1369"/>
              <a:gd name="T63" fmla="*/ 606 h 1057"/>
              <a:gd name="T64" fmla="*/ 1342 w 1369"/>
              <a:gd name="T65" fmla="*/ 518 h 1057"/>
              <a:gd name="T66" fmla="*/ 789 w 1369"/>
              <a:gd name="T67" fmla="*/ 977 h 1057"/>
              <a:gd name="T68" fmla="*/ 791 w 1369"/>
              <a:gd name="T69" fmla="*/ 972 h 1057"/>
              <a:gd name="T70" fmla="*/ 1249 w 1369"/>
              <a:gd name="T71" fmla="*/ 662 h 1057"/>
              <a:gd name="T72" fmla="*/ 1318 w 1369"/>
              <a:gd name="T73" fmla="*/ 616 h 1057"/>
              <a:gd name="T74" fmla="*/ 357 w 1369"/>
              <a:gd name="T75" fmla="*/ 821 h 1057"/>
              <a:gd name="T76" fmla="*/ 249 w 1369"/>
              <a:gd name="T77" fmla="*/ 759 h 1057"/>
              <a:gd name="T78" fmla="*/ 179 w 1369"/>
              <a:gd name="T79" fmla="*/ 721 h 1057"/>
              <a:gd name="T80" fmla="*/ 133 w 1369"/>
              <a:gd name="T81" fmla="*/ 704 h 1057"/>
              <a:gd name="T82" fmla="*/ 139 w 1369"/>
              <a:gd name="T83" fmla="*/ 731 h 1057"/>
              <a:gd name="T84" fmla="*/ 711 w 1369"/>
              <a:gd name="T85" fmla="*/ 1056 h 1057"/>
              <a:gd name="T86" fmla="*/ 606 w 1369"/>
              <a:gd name="T87" fmla="*/ 984 h 1057"/>
              <a:gd name="T88" fmla="*/ 614 w 1369"/>
              <a:gd name="T89" fmla="*/ 998 h 1057"/>
              <a:gd name="T90" fmla="*/ 555 w 1369"/>
              <a:gd name="T91" fmla="*/ 933 h 1057"/>
              <a:gd name="T92" fmla="*/ 676 w 1369"/>
              <a:gd name="T93" fmla="*/ 1024 h 1057"/>
              <a:gd name="T94" fmla="*/ 489 w 1369"/>
              <a:gd name="T95" fmla="*/ 898 h 1057"/>
              <a:gd name="T96" fmla="*/ 1274 w 1369"/>
              <a:gd name="T97" fmla="*/ 378 h 1057"/>
              <a:gd name="T98" fmla="*/ 749 w 1369"/>
              <a:gd name="T99" fmla="*/ 729 h 1057"/>
              <a:gd name="T100" fmla="*/ 146 w 1369"/>
              <a:gd name="T101" fmla="*/ 631 h 1057"/>
              <a:gd name="T102" fmla="*/ 600 w 1369"/>
              <a:gd name="T103" fmla="*/ 889 h 1057"/>
              <a:gd name="T104" fmla="*/ 780 w 1369"/>
              <a:gd name="T105" fmla="*/ 741 h 1057"/>
              <a:gd name="T106" fmla="*/ 486 w 1369"/>
              <a:gd name="T107" fmla="*/ 685 h 1057"/>
              <a:gd name="T108" fmla="*/ 587 w 1369"/>
              <a:gd name="T109" fmla="*/ 850 h 1057"/>
              <a:gd name="T110" fmla="*/ 560 w 1369"/>
              <a:gd name="T111" fmla="*/ 881 h 1057"/>
              <a:gd name="T112" fmla="*/ 232 w 1369"/>
              <a:gd name="T113" fmla="*/ 509 h 1057"/>
              <a:gd name="T114" fmla="*/ 233 w 1369"/>
              <a:gd name="T115" fmla="*/ 619 h 10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69" h="1057">
                <a:moveTo>
                  <a:pt x="234" y="304"/>
                </a:moveTo>
                <a:cubicBezTo>
                  <a:pt x="234" y="304"/>
                  <a:pt x="234" y="304"/>
                  <a:pt x="234" y="304"/>
                </a:cubicBezTo>
                <a:cubicBezTo>
                  <a:pt x="190" y="329"/>
                  <a:pt x="190" y="329"/>
                  <a:pt x="190" y="329"/>
                </a:cubicBezTo>
                <a:cubicBezTo>
                  <a:pt x="178" y="305"/>
                  <a:pt x="178" y="305"/>
                  <a:pt x="178" y="305"/>
                </a:cubicBezTo>
                <a:cubicBezTo>
                  <a:pt x="222" y="280"/>
                  <a:pt x="222" y="280"/>
                  <a:pt x="222" y="280"/>
                </a:cubicBezTo>
                <a:cubicBezTo>
                  <a:pt x="234" y="304"/>
                  <a:pt x="234" y="304"/>
                  <a:pt x="234" y="304"/>
                </a:cubicBezTo>
                <a:close/>
                <a:moveTo>
                  <a:pt x="581" y="113"/>
                </a:moveTo>
                <a:cubicBezTo>
                  <a:pt x="569" y="91"/>
                  <a:pt x="569" y="91"/>
                  <a:pt x="569" y="91"/>
                </a:cubicBezTo>
                <a:cubicBezTo>
                  <a:pt x="524" y="115"/>
                  <a:pt x="524" y="115"/>
                  <a:pt x="524" y="115"/>
                </a:cubicBezTo>
                <a:cubicBezTo>
                  <a:pt x="537" y="138"/>
                  <a:pt x="537" y="138"/>
                  <a:pt x="537" y="138"/>
                </a:cubicBezTo>
                <a:cubicBezTo>
                  <a:pt x="581" y="113"/>
                  <a:pt x="581" y="113"/>
                  <a:pt x="581" y="113"/>
                </a:cubicBezTo>
                <a:cubicBezTo>
                  <a:pt x="581" y="113"/>
                  <a:pt x="581" y="113"/>
                  <a:pt x="581" y="113"/>
                </a:cubicBezTo>
                <a:close/>
                <a:moveTo>
                  <a:pt x="373" y="228"/>
                </a:moveTo>
                <a:cubicBezTo>
                  <a:pt x="360" y="205"/>
                  <a:pt x="360" y="205"/>
                  <a:pt x="360" y="205"/>
                </a:cubicBezTo>
                <a:cubicBezTo>
                  <a:pt x="316" y="230"/>
                  <a:pt x="316" y="230"/>
                  <a:pt x="316" y="230"/>
                </a:cubicBezTo>
                <a:cubicBezTo>
                  <a:pt x="329" y="252"/>
                  <a:pt x="329" y="252"/>
                  <a:pt x="329" y="252"/>
                </a:cubicBezTo>
                <a:cubicBezTo>
                  <a:pt x="373" y="228"/>
                  <a:pt x="373" y="228"/>
                  <a:pt x="373" y="228"/>
                </a:cubicBezTo>
                <a:cubicBezTo>
                  <a:pt x="373" y="228"/>
                  <a:pt x="373" y="228"/>
                  <a:pt x="373" y="228"/>
                </a:cubicBezTo>
                <a:close/>
                <a:moveTo>
                  <a:pt x="443" y="190"/>
                </a:moveTo>
                <a:cubicBezTo>
                  <a:pt x="430" y="167"/>
                  <a:pt x="430" y="167"/>
                  <a:pt x="430" y="167"/>
                </a:cubicBezTo>
                <a:cubicBezTo>
                  <a:pt x="385" y="190"/>
                  <a:pt x="385" y="190"/>
                  <a:pt x="385" y="190"/>
                </a:cubicBezTo>
                <a:cubicBezTo>
                  <a:pt x="398" y="214"/>
                  <a:pt x="398" y="214"/>
                  <a:pt x="398" y="214"/>
                </a:cubicBezTo>
                <a:cubicBezTo>
                  <a:pt x="443" y="190"/>
                  <a:pt x="443" y="190"/>
                  <a:pt x="443" y="190"/>
                </a:cubicBezTo>
                <a:cubicBezTo>
                  <a:pt x="443" y="190"/>
                  <a:pt x="443" y="190"/>
                  <a:pt x="443" y="190"/>
                </a:cubicBezTo>
                <a:close/>
                <a:moveTo>
                  <a:pt x="513" y="151"/>
                </a:moveTo>
                <a:cubicBezTo>
                  <a:pt x="501" y="129"/>
                  <a:pt x="501" y="129"/>
                  <a:pt x="501" y="129"/>
                </a:cubicBezTo>
                <a:cubicBezTo>
                  <a:pt x="455" y="153"/>
                  <a:pt x="455" y="153"/>
                  <a:pt x="455" y="153"/>
                </a:cubicBezTo>
                <a:cubicBezTo>
                  <a:pt x="468" y="176"/>
                  <a:pt x="468" y="176"/>
                  <a:pt x="468" y="176"/>
                </a:cubicBezTo>
                <a:cubicBezTo>
                  <a:pt x="513" y="151"/>
                  <a:pt x="513" y="151"/>
                  <a:pt x="513" y="151"/>
                </a:cubicBezTo>
                <a:cubicBezTo>
                  <a:pt x="513" y="151"/>
                  <a:pt x="513" y="151"/>
                  <a:pt x="513" y="151"/>
                </a:cubicBezTo>
                <a:close/>
                <a:moveTo>
                  <a:pt x="32" y="631"/>
                </a:moveTo>
                <a:cubicBezTo>
                  <a:pt x="30" y="620"/>
                  <a:pt x="30" y="607"/>
                  <a:pt x="29" y="592"/>
                </a:cubicBezTo>
                <a:cubicBezTo>
                  <a:pt x="28" y="587"/>
                  <a:pt x="28" y="587"/>
                  <a:pt x="28" y="587"/>
                </a:cubicBezTo>
                <a:cubicBezTo>
                  <a:pt x="1" y="589"/>
                  <a:pt x="1" y="589"/>
                  <a:pt x="1" y="589"/>
                </a:cubicBezTo>
                <a:cubicBezTo>
                  <a:pt x="1" y="595"/>
                  <a:pt x="1" y="595"/>
                  <a:pt x="1" y="595"/>
                </a:cubicBezTo>
                <a:cubicBezTo>
                  <a:pt x="3" y="608"/>
                  <a:pt x="3" y="622"/>
                  <a:pt x="5" y="634"/>
                </a:cubicBezTo>
                <a:cubicBezTo>
                  <a:pt x="6" y="639"/>
                  <a:pt x="6" y="639"/>
                  <a:pt x="6" y="639"/>
                </a:cubicBezTo>
                <a:cubicBezTo>
                  <a:pt x="33" y="636"/>
                  <a:pt x="33" y="636"/>
                  <a:pt x="33" y="636"/>
                </a:cubicBezTo>
                <a:cubicBezTo>
                  <a:pt x="32" y="631"/>
                  <a:pt x="32" y="631"/>
                  <a:pt x="32" y="631"/>
                </a:cubicBezTo>
                <a:cubicBezTo>
                  <a:pt x="32" y="631"/>
                  <a:pt x="32" y="631"/>
                  <a:pt x="32" y="631"/>
                </a:cubicBezTo>
                <a:close/>
                <a:moveTo>
                  <a:pt x="143" y="346"/>
                </a:moveTo>
                <a:cubicBezTo>
                  <a:pt x="148" y="346"/>
                  <a:pt x="152" y="346"/>
                  <a:pt x="157" y="344"/>
                </a:cubicBezTo>
                <a:cubicBezTo>
                  <a:pt x="162" y="343"/>
                  <a:pt x="162" y="343"/>
                  <a:pt x="162" y="343"/>
                </a:cubicBezTo>
                <a:cubicBezTo>
                  <a:pt x="154" y="318"/>
                  <a:pt x="154" y="318"/>
                  <a:pt x="154" y="318"/>
                </a:cubicBezTo>
                <a:cubicBezTo>
                  <a:pt x="149" y="320"/>
                  <a:pt x="149" y="320"/>
                  <a:pt x="149" y="320"/>
                </a:cubicBezTo>
                <a:cubicBezTo>
                  <a:pt x="143" y="322"/>
                  <a:pt x="133" y="320"/>
                  <a:pt x="118" y="316"/>
                </a:cubicBezTo>
                <a:cubicBezTo>
                  <a:pt x="113" y="315"/>
                  <a:pt x="113" y="315"/>
                  <a:pt x="113" y="315"/>
                </a:cubicBezTo>
                <a:cubicBezTo>
                  <a:pt x="105" y="338"/>
                  <a:pt x="105" y="338"/>
                  <a:pt x="105" y="338"/>
                </a:cubicBezTo>
                <a:cubicBezTo>
                  <a:pt x="110" y="341"/>
                  <a:pt x="110" y="341"/>
                  <a:pt x="110" y="341"/>
                </a:cubicBezTo>
                <a:cubicBezTo>
                  <a:pt x="124" y="344"/>
                  <a:pt x="134" y="346"/>
                  <a:pt x="143" y="346"/>
                </a:cubicBezTo>
                <a:close/>
                <a:moveTo>
                  <a:pt x="26" y="554"/>
                </a:moveTo>
                <a:cubicBezTo>
                  <a:pt x="26" y="543"/>
                  <a:pt x="26" y="534"/>
                  <a:pt x="26" y="525"/>
                </a:cubicBezTo>
                <a:cubicBezTo>
                  <a:pt x="26" y="521"/>
                  <a:pt x="26" y="518"/>
                  <a:pt x="26" y="514"/>
                </a:cubicBezTo>
                <a:cubicBezTo>
                  <a:pt x="26" y="509"/>
                  <a:pt x="26" y="509"/>
                  <a:pt x="26" y="509"/>
                </a:cubicBezTo>
                <a:cubicBezTo>
                  <a:pt x="0" y="509"/>
                  <a:pt x="0" y="509"/>
                  <a:pt x="0" y="509"/>
                </a:cubicBezTo>
                <a:cubicBezTo>
                  <a:pt x="0" y="514"/>
                  <a:pt x="0" y="514"/>
                  <a:pt x="0" y="514"/>
                </a:cubicBezTo>
                <a:cubicBezTo>
                  <a:pt x="0" y="517"/>
                  <a:pt x="0" y="521"/>
                  <a:pt x="0" y="525"/>
                </a:cubicBezTo>
                <a:cubicBezTo>
                  <a:pt x="0" y="534"/>
                  <a:pt x="0" y="544"/>
                  <a:pt x="0" y="554"/>
                </a:cubicBezTo>
                <a:cubicBezTo>
                  <a:pt x="0" y="560"/>
                  <a:pt x="0" y="560"/>
                  <a:pt x="0" y="560"/>
                </a:cubicBezTo>
                <a:cubicBezTo>
                  <a:pt x="26" y="559"/>
                  <a:pt x="26" y="559"/>
                  <a:pt x="26" y="559"/>
                </a:cubicBezTo>
                <a:cubicBezTo>
                  <a:pt x="26" y="554"/>
                  <a:pt x="26" y="554"/>
                  <a:pt x="26" y="554"/>
                </a:cubicBezTo>
                <a:cubicBezTo>
                  <a:pt x="26" y="554"/>
                  <a:pt x="26" y="554"/>
                  <a:pt x="26" y="554"/>
                </a:cubicBezTo>
                <a:close/>
                <a:moveTo>
                  <a:pt x="652" y="75"/>
                </a:moveTo>
                <a:cubicBezTo>
                  <a:pt x="639" y="54"/>
                  <a:pt x="639" y="54"/>
                  <a:pt x="639" y="54"/>
                </a:cubicBezTo>
                <a:cubicBezTo>
                  <a:pt x="594" y="77"/>
                  <a:pt x="594" y="77"/>
                  <a:pt x="594" y="77"/>
                </a:cubicBezTo>
                <a:cubicBezTo>
                  <a:pt x="606" y="101"/>
                  <a:pt x="606" y="101"/>
                  <a:pt x="606" y="101"/>
                </a:cubicBezTo>
                <a:cubicBezTo>
                  <a:pt x="652" y="75"/>
                  <a:pt x="652" y="75"/>
                  <a:pt x="652" y="75"/>
                </a:cubicBezTo>
                <a:cubicBezTo>
                  <a:pt x="652" y="75"/>
                  <a:pt x="652" y="75"/>
                  <a:pt x="652" y="75"/>
                </a:cubicBezTo>
                <a:close/>
                <a:moveTo>
                  <a:pt x="28" y="478"/>
                </a:moveTo>
                <a:cubicBezTo>
                  <a:pt x="29" y="476"/>
                  <a:pt x="29" y="475"/>
                  <a:pt x="29" y="475"/>
                </a:cubicBezTo>
                <a:cubicBezTo>
                  <a:pt x="34" y="468"/>
                  <a:pt x="36" y="458"/>
                  <a:pt x="36" y="446"/>
                </a:cubicBezTo>
                <a:cubicBezTo>
                  <a:pt x="36" y="443"/>
                  <a:pt x="36" y="439"/>
                  <a:pt x="36" y="435"/>
                </a:cubicBezTo>
                <a:cubicBezTo>
                  <a:pt x="35" y="430"/>
                  <a:pt x="35" y="430"/>
                  <a:pt x="35" y="430"/>
                </a:cubicBezTo>
                <a:cubicBezTo>
                  <a:pt x="9" y="431"/>
                  <a:pt x="9" y="431"/>
                  <a:pt x="9" y="431"/>
                </a:cubicBezTo>
                <a:cubicBezTo>
                  <a:pt x="9" y="437"/>
                  <a:pt x="9" y="437"/>
                  <a:pt x="9" y="437"/>
                </a:cubicBezTo>
                <a:cubicBezTo>
                  <a:pt x="9" y="440"/>
                  <a:pt x="9" y="443"/>
                  <a:pt x="9" y="446"/>
                </a:cubicBezTo>
                <a:cubicBezTo>
                  <a:pt x="9" y="456"/>
                  <a:pt x="8" y="460"/>
                  <a:pt x="7" y="461"/>
                </a:cubicBezTo>
                <a:cubicBezTo>
                  <a:pt x="5" y="464"/>
                  <a:pt x="3" y="467"/>
                  <a:pt x="2" y="472"/>
                </a:cubicBezTo>
                <a:cubicBezTo>
                  <a:pt x="1" y="477"/>
                  <a:pt x="1" y="477"/>
                  <a:pt x="1" y="477"/>
                </a:cubicBezTo>
                <a:cubicBezTo>
                  <a:pt x="27" y="484"/>
                  <a:pt x="27" y="484"/>
                  <a:pt x="27" y="484"/>
                </a:cubicBezTo>
                <a:cubicBezTo>
                  <a:pt x="28" y="478"/>
                  <a:pt x="28" y="478"/>
                  <a:pt x="28" y="478"/>
                </a:cubicBezTo>
                <a:cubicBezTo>
                  <a:pt x="28" y="478"/>
                  <a:pt x="28" y="478"/>
                  <a:pt x="28" y="478"/>
                </a:cubicBezTo>
                <a:close/>
                <a:moveTo>
                  <a:pt x="5" y="404"/>
                </a:moveTo>
                <a:cubicBezTo>
                  <a:pt x="31" y="400"/>
                  <a:pt x="31" y="400"/>
                  <a:pt x="31" y="400"/>
                </a:cubicBezTo>
                <a:cubicBezTo>
                  <a:pt x="30" y="395"/>
                  <a:pt x="30" y="395"/>
                  <a:pt x="30" y="395"/>
                </a:cubicBezTo>
                <a:cubicBezTo>
                  <a:pt x="29" y="391"/>
                  <a:pt x="28" y="384"/>
                  <a:pt x="28" y="382"/>
                </a:cubicBezTo>
                <a:cubicBezTo>
                  <a:pt x="28" y="380"/>
                  <a:pt x="29" y="374"/>
                  <a:pt x="34" y="363"/>
                </a:cubicBezTo>
                <a:cubicBezTo>
                  <a:pt x="36" y="358"/>
                  <a:pt x="36" y="358"/>
                  <a:pt x="36" y="358"/>
                </a:cubicBezTo>
                <a:cubicBezTo>
                  <a:pt x="11" y="348"/>
                  <a:pt x="11" y="348"/>
                  <a:pt x="11" y="348"/>
                </a:cubicBezTo>
                <a:cubicBezTo>
                  <a:pt x="9" y="353"/>
                  <a:pt x="9" y="353"/>
                  <a:pt x="9" y="353"/>
                </a:cubicBezTo>
                <a:cubicBezTo>
                  <a:pt x="6" y="361"/>
                  <a:pt x="1" y="373"/>
                  <a:pt x="1" y="382"/>
                </a:cubicBezTo>
                <a:cubicBezTo>
                  <a:pt x="1" y="386"/>
                  <a:pt x="2" y="391"/>
                  <a:pt x="3" y="399"/>
                </a:cubicBezTo>
                <a:cubicBezTo>
                  <a:pt x="5" y="404"/>
                  <a:pt x="5" y="404"/>
                  <a:pt x="5" y="404"/>
                </a:cubicBezTo>
                <a:cubicBezTo>
                  <a:pt x="5" y="404"/>
                  <a:pt x="5" y="404"/>
                  <a:pt x="5" y="404"/>
                </a:cubicBezTo>
                <a:close/>
                <a:moveTo>
                  <a:pt x="1067" y="199"/>
                </a:moveTo>
                <a:cubicBezTo>
                  <a:pt x="1072" y="201"/>
                  <a:pt x="1072" y="201"/>
                  <a:pt x="1072" y="201"/>
                </a:cubicBezTo>
                <a:cubicBezTo>
                  <a:pt x="1085" y="179"/>
                  <a:pt x="1085" y="179"/>
                  <a:pt x="1085" y="179"/>
                </a:cubicBezTo>
                <a:cubicBezTo>
                  <a:pt x="1080" y="176"/>
                  <a:pt x="1080" y="176"/>
                  <a:pt x="1080" y="176"/>
                </a:cubicBezTo>
                <a:cubicBezTo>
                  <a:pt x="1068" y="170"/>
                  <a:pt x="1057" y="163"/>
                  <a:pt x="1045" y="157"/>
                </a:cubicBezTo>
                <a:cubicBezTo>
                  <a:pt x="1040" y="154"/>
                  <a:pt x="1040" y="154"/>
                  <a:pt x="1040" y="154"/>
                </a:cubicBezTo>
                <a:cubicBezTo>
                  <a:pt x="1027" y="177"/>
                  <a:pt x="1027" y="177"/>
                  <a:pt x="1027" y="177"/>
                </a:cubicBezTo>
                <a:cubicBezTo>
                  <a:pt x="1032" y="180"/>
                  <a:pt x="1032" y="180"/>
                  <a:pt x="1032" y="180"/>
                </a:cubicBezTo>
                <a:cubicBezTo>
                  <a:pt x="1045" y="187"/>
                  <a:pt x="1057" y="193"/>
                  <a:pt x="1067" y="199"/>
                </a:cubicBezTo>
                <a:close/>
                <a:moveTo>
                  <a:pt x="1270" y="323"/>
                </a:moveTo>
                <a:cubicBezTo>
                  <a:pt x="1275" y="326"/>
                  <a:pt x="1275" y="326"/>
                  <a:pt x="1275" y="326"/>
                </a:cubicBezTo>
                <a:cubicBezTo>
                  <a:pt x="1290" y="304"/>
                  <a:pt x="1290" y="304"/>
                  <a:pt x="1290" y="304"/>
                </a:cubicBezTo>
                <a:cubicBezTo>
                  <a:pt x="1286" y="301"/>
                  <a:pt x="1286" y="301"/>
                  <a:pt x="1286" y="301"/>
                </a:cubicBezTo>
                <a:cubicBezTo>
                  <a:pt x="1276" y="294"/>
                  <a:pt x="1264" y="287"/>
                  <a:pt x="1251" y="278"/>
                </a:cubicBezTo>
                <a:cubicBezTo>
                  <a:pt x="1246" y="275"/>
                  <a:pt x="1246" y="275"/>
                  <a:pt x="1246" y="275"/>
                </a:cubicBezTo>
                <a:cubicBezTo>
                  <a:pt x="1232" y="297"/>
                  <a:pt x="1232" y="297"/>
                  <a:pt x="1232" y="297"/>
                </a:cubicBezTo>
                <a:cubicBezTo>
                  <a:pt x="1237" y="300"/>
                  <a:pt x="1237" y="300"/>
                  <a:pt x="1237" y="300"/>
                </a:cubicBezTo>
                <a:cubicBezTo>
                  <a:pt x="1249" y="308"/>
                  <a:pt x="1261" y="316"/>
                  <a:pt x="1270" y="323"/>
                </a:cubicBezTo>
                <a:close/>
                <a:moveTo>
                  <a:pt x="1204" y="279"/>
                </a:moveTo>
                <a:cubicBezTo>
                  <a:pt x="1209" y="282"/>
                  <a:pt x="1209" y="282"/>
                  <a:pt x="1209" y="282"/>
                </a:cubicBezTo>
                <a:cubicBezTo>
                  <a:pt x="1223" y="259"/>
                  <a:pt x="1223" y="259"/>
                  <a:pt x="1223" y="259"/>
                </a:cubicBezTo>
                <a:cubicBezTo>
                  <a:pt x="1217" y="257"/>
                  <a:pt x="1217" y="257"/>
                  <a:pt x="1217" y="257"/>
                </a:cubicBezTo>
                <a:cubicBezTo>
                  <a:pt x="1207" y="250"/>
                  <a:pt x="1196" y="243"/>
                  <a:pt x="1184" y="236"/>
                </a:cubicBezTo>
                <a:cubicBezTo>
                  <a:pt x="1179" y="233"/>
                  <a:pt x="1179" y="233"/>
                  <a:pt x="1179" y="233"/>
                </a:cubicBezTo>
                <a:cubicBezTo>
                  <a:pt x="1166" y="256"/>
                  <a:pt x="1166" y="256"/>
                  <a:pt x="1166" y="256"/>
                </a:cubicBezTo>
                <a:cubicBezTo>
                  <a:pt x="1170" y="259"/>
                  <a:pt x="1170" y="259"/>
                  <a:pt x="1170" y="259"/>
                </a:cubicBezTo>
                <a:cubicBezTo>
                  <a:pt x="1183" y="265"/>
                  <a:pt x="1194" y="272"/>
                  <a:pt x="1204" y="279"/>
                </a:cubicBezTo>
                <a:close/>
                <a:moveTo>
                  <a:pt x="1337" y="403"/>
                </a:moveTo>
                <a:cubicBezTo>
                  <a:pt x="1340" y="414"/>
                  <a:pt x="1341" y="427"/>
                  <a:pt x="1343" y="441"/>
                </a:cubicBezTo>
                <a:cubicBezTo>
                  <a:pt x="1343" y="447"/>
                  <a:pt x="1343" y="447"/>
                  <a:pt x="1343" y="447"/>
                </a:cubicBezTo>
                <a:cubicBezTo>
                  <a:pt x="1369" y="445"/>
                  <a:pt x="1369" y="445"/>
                  <a:pt x="1369" y="445"/>
                </a:cubicBezTo>
                <a:cubicBezTo>
                  <a:pt x="1369" y="439"/>
                  <a:pt x="1369" y="439"/>
                  <a:pt x="1369" y="439"/>
                </a:cubicBezTo>
                <a:cubicBezTo>
                  <a:pt x="1367" y="424"/>
                  <a:pt x="1365" y="410"/>
                  <a:pt x="1363" y="397"/>
                </a:cubicBezTo>
                <a:cubicBezTo>
                  <a:pt x="1362" y="392"/>
                  <a:pt x="1362" y="392"/>
                  <a:pt x="1362" y="392"/>
                </a:cubicBezTo>
                <a:cubicBezTo>
                  <a:pt x="1336" y="397"/>
                  <a:pt x="1336" y="397"/>
                  <a:pt x="1336" y="397"/>
                </a:cubicBezTo>
                <a:cubicBezTo>
                  <a:pt x="1337" y="403"/>
                  <a:pt x="1337" y="403"/>
                  <a:pt x="1337" y="403"/>
                </a:cubicBezTo>
                <a:cubicBezTo>
                  <a:pt x="1337" y="403"/>
                  <a:pt x="1337" y="403"/>
                  <a:pt x="1337" y="403"/>
                </a:cubicBezTo>
                <a:close/>
                <a:moveTo>
                  <a:pt x="1325" y="369"/>
                </a:moveTo>
                <a:cubicBezTo>
                  <a:pt x="1328" y="373"/>
                  <a:pt x="1328" y="373"/>
                  <a:pt x="1328" y="373"/>
                </a:cubicBezTo>
                <a:cubicBezTo>
                  <a:pt x="1352" y="362"/>
                  <a:pt x="1352" y="362"/>
                  <a:pt x="1352" y="362"/>
                </a:cubicBezTo>
                <a:cubicBezTo>
                  <a:pt x="1349" y="356"/>
                  <a:pt x="1349" y="356"/>
                  <a:pt x="1349" y="356"/>
                </a:cubicBezTo>
                <a:cubicBezTo>
                  <a:pt x="1344" y="348"/>
                  <a:pt x="1334" y="338"/>
                  <a:pt x="1318" y="325"/>
                </a:cubicBezTo>
                <a:cubicBezTo>
                  <a:pt x="1313" y="321"/>
                  <a:pt x="1313" y="321"/>
                  <a:pt x="1313" y="321"/>
                </a:cubicBezTo>
                <a:cubicBezTo>
                  <a:pt x="1296" y="342"/>
                  <a:pt x="1296" y="342"/>
                  <a:pt x="1296" y="342"/>
                </a:cubicBezTo>
                <a:cubicBezTo>
                  <a:pt x="1301" y="345"/>
                  <a:pt x="1301" y="345"/>
                  <a:pt x="1301" y="345"/>
                </a:cubicBezTo>
                <a:cubicBezTo>
                  <a:pt x="1319" y="359"/>
                  <a:pt x="1324" y="367"/>
                  <a:pt x="1325" y="369"/>
                </a:cubicBezTo>
                <a:close/>
                <a:moveTo>
                  <a:pt x="1136" y="238"/>
                </a:moveTo>
                <a:cubicBezTo>
                  <a:pt x="1141" y="241"/>
                  <a:pt x="1141" y="241"/>
                  <a:pt x="1141" y="241"/>
                </a:cubicBezTo>
                <a:cubicBezTo>
                  <a:pt x="1155" y="219"/>
                  <a:pt x="1155" y="219"/>
                  <a:pt x="1155" y="219"/>
                </a:cubicBezTo>
                <a:cubicBezTo>
                  <a:pt x="1150" y="216"/>
                  <a:pt x="1150" y="216"/>
                  <a:pt x="1150" y="216"/>
                </a:cubicBezTo>
                <a:cubicBezTo>
                  <a:pt x="1138" y="210"/>
                  <a:pt x="1127" y="203"/>
                  <a:pt x="1115" y="196"/>
                </a:cubicBezTo>
                <a:cubicBezTo>
                  <a:pt x="1109" y="194"/>
                  <a:pt x="1109" y="194"/>
                  <a:pt x="1109" y="194"/>
                </a:cubicBezTo>
                <a:cubicBezTo>
                  <a:pt x="1096" y="216"/>
                  <a:pt x="1096" y="216"/>
                  <a:pt x="1096" y="216"/>
                </a:cubicBezTo>
                <a:cubicBezTo>
                  <a:pt x="1101" y="219"/>
                  <a:pt x="1101" y="219"/>
                  <a:pt x="1101" y="219"/>
                </a:cubicBezTo>
                <a:cubicBezTo>
                  <a:pt x="1113" y="225"/>
                  <a:pt x="1125" y="232"/>
                  <a:pt x="1136" y="238"/>
                </a:cubicBezTo>
                <a:close/>
                <a:moveTo>
                  <a:pt x="844" y="74"/>
                </a:moveTo>
                <a:cubicBezTo>
                  <a:pt x="849" y="77"/>
                  <a:pt x="849" y="77"/>
                  <a:pt x="849" y="77"/>
                </a:cubicBezTo>
                <a:cubicBezTo>
                  <a:pt x="863" y="55"/>
                  <a:pt x="863" y="55"/>
                  <a:pt x="863" y="55"/>
                </a:cubicBezTo>
                <a:cubicBezTo>
                  <a:pt x="859" y="52"/>
                  <a:pt x="859" y="52"/>
                  <a:pt x="859" y="52"/>
                </a:cubicBezTo>
                <a:cubicBezTo>
                  <a:pt x="846" y="44"/>
                  <a:pt x="834" y="37"/>
                  <a:pt x="823" y="31"/>
                </a:cubicBezTo>
                <a:cubicBezTo>
                  <a:pt x="819" y="28"/>
                  <a:pt x="819" y="28"/>
                  <a:pt x="819" y="28"/>
                </a:cubicBezTo>
                <a:cubicBezTo>
                  <a:pt x="805" y="51"/>
                  <a:pt x="805" y="51"/>
                  <a:pt x="805" y="51"/>
                </a:cubicBezTo>
                <a:cubicBezTo>
                  <a:pt x="810" y="54"/>
                  <a:pt x="810" y="54"/>
                  <a:pt x="810" y="54"/>
                </a:cubicBezTo>
                <a:cubicBezTo>
                  <a:pt x="821" y="59"/>
                  <a:pt x="832" y="66"/>
                  <a:pt x="844" y="74"/>
                </a:cubicBezTo>
                <a:close/>
                <a:moveTo>
                  <a:pt x="746" y="26"/>
                </a:moveTo>
                <a:cubicBezTo>
                  <a:pt x="747" y="26"/>
                  <a:pt x="748" y="26"/>
                  <a:pt x="750" y="26"/>
                </a:cubicBezTo>
                <a:cubicBezTo>
                  <a:pt x="753" y="27"/>
                  <a:pt x="761" y="29"/>
                  <a:pt x="776" y="36"/>
                </a:cubicBezTo>
                <a:cubicBezTo>
                  <a:pt x="781" y="39"/>
                  <a:pt x="781" y="39"/>
                  <a:pt x="781" y="39"/>
                </a:cubicBezTo>
                <a:cubicBezTo>
                  <a:pt x="792" y="15"/>
                  <a:pt x="792" y="15"/>
                  <a:pt x="792" y="15"/>
                </a:cubicBezTo>
                <a:cubicBezTo>
                  <a:pt x="787" y="13"/>
                  <a:pt x="787" y="13"/>
                  <a:pt x="787" y="13"/>
                </a:cubicBezTo>
                <a:cubicBezTo>
                  <a:pt x="772" y="5"/>
                  <a:pt x="761" y="1"/>
                  <a:pt x="753" y="0"/>
                </a:cubicBezTo>
                <a:cubicBezTo>
                  <a:pt x="750" y="0"/>
                  <a:pt x="748" y="0"/>
                  <a:pt x="746" y="0"/>
                </a:cubicBezTo>
                <a:cubicBezTo>
                  <a:pt x="746" y="0"/>
                  <a:pt x="746" y="0"/>
                  <a:pt x="746" y="0"/>
                </a:cubicBezTo>
                <a:cubicBezTo>
                  <a:pt x="739" y="0"/>
                  <a:pt x="739" y="0"/>
                  <a:pt x="739" y="0"/>
                </a:cubicBezTo>
                <a:cubicBezTo>
                  <a:pt x="739" y="26"/>
                  <a:pt x="739" y="26"/>
                  <a:pt x="739" y="26"/>
                </a:cubicBezTo>
                <a:cubicBezTo>
                  <a:pt x="746" y="26"/>
                  <a:pt x="746" y="26"/>
                  <a:pt x="746" y="26"/>
                </a:cubicBezTo>
                <a:cubicBezTo>
                  <a:pt x="746" y="26"/>
                  <a:pt x="746" y="26"/>
                  <a:pt x="746" y="26"/>
                </a:cubicBezTo>
                <a:close/>
                <a:moveTo>
                  <a:pt x="682" y="56"/>
                </a:moveTo>
                <a:cubicBezTo>
                  <a:pt x="689" y="51"/>
                  <a:pt x="700" y="43"/>
                  <a:pt x="713" y="37"/>
                </a:cubicBezTo>
                <a:cubicBezTo>
                  <a:pt x="718" y="34"/>
                  <a:pt x="718" y="34"/>
                  <a:pt x="718" y="34"/>
                </a:cubicBezTo>
                <a:cubicBezTo>
                  <a:pt x="706" y="11"/>
                  <a:pt x="706" y="11"/>
                  <a:pt x="706" y="11"/>
                </a:cubicBezTo>
                <a:cubicBezTo>
                  <a:pt x="701" y="13"/>
                  <a:pt x="701" y="13"/>
                  <a:pt x="701" y="13"/>
                </a:cubicBezTo>
                <a:cubicBezTo>
                  <a:pt x="687" y="20"/>
                  <a:pt x="674" y="29"/>
                  <a:pt x="666" y="35"/>
                </a:cubicBezTo>
                <a:cubicBezTo>
                  <a:pt x="661" y="39"/>
                  <a:pt x="661" y="39"/>
                  <a:pt x="661" y="39"/>
                </a:cubicBezTo>
                <a:cubicBezTo>
                  <a:pt x="677" y="60"/>
                  <a:pt x="677" y="60"/>
                  <a:pt x="677" y="60"/>
                </a:cubicBezTo>
                <a:cubicBezTo>
                  <a:pt x="682" y="56"/>
                  <a:pt x="682" y="56"/>
                  <a:pt x="682" y="56"/>
                </a:cubicBezTo>
                <a:cubicBezTo>
                  <a:pt x="682" y="56"/>
                  <a:pt x="682" y="56"/>
                  <a:pt x="682" y="56"/>
                </a:cubicBezTo>
                <a:close/>
                <a:moveTo>
                  <a:pt x="38" y="662"/>
                </a:moveTo>
                <a:cubicBezTo>
                  <a:pt x="35" y="658"/>
                  <a:pt x="35" y="658"/>
                  <a:pt x="35" y="658"/>
                </a:cubicBezTo>
                <a:cubicBezTo>
                  <a:pt x="15" y="675"/>
                  <a:pt x="15" y="675"/>
                  <a:pt x="15" y="675"/>
                </a:cubicBezTo>
                <a:cubicBezTo>
                  <a:pt x="19" y="680"/>
                  <a:pt x="19" y="680"/>
                  <a:pt x="19" y="680"/>
                </a:cubicBezTo>
                <a:cubicBezTo>
                  <a:pt x="29" y="690"/>
                  <a:pt x="44" y="699"/>
                  <a:pt x="55" y="705"/>
                </a:cubicBezTo>
                <a:cubicBezTo>
                  <a:pt x="59" y="707"/>
                  <a:pt x="59" y="707"/>
                  <a:pt x="59" y="707"/>
                </a:cubicBezTo>
                <a:cubicBezTo>
                  <a:pt x="72" y="685"/>
                  <a:pt x="72" y="685"/>
                  <a:pt x="72" y="685"/>
                </a:cubicBezTo>
                <a:cubicBezTo>
                  <a:pt x="67" y="682"/>
                  <a:pt x="67" y="682"/>
                  <a:pt x="67" y="682"/>
                </a:cubicBezTo>
                <a:cubicBezTo>
                  <a:pt x="54" y="675"/>
                  <a:pt x="44" y="669"/>
                  <a:pt x="38" y="662"/>
                </a:cubicBezTo>
                <a:close/>
                <a:moveTo>
                  <a:pt x="997" y="161"/>
                </a:moveTo>
                <a:cubicBezTo>
                  <a:pt x="1002" y="163"/>
                  <a:pt x="1002" y="163"/>
                  <a:pt x="1002" y="163"/>
                </a:cubicBezTo>
                <a:cubicBezTo>
                  <a:pt x="1014" y="141"/>
                  <a:pt x="1014" y="141"/>
                  <a:pt x="1014" y="141"/>
                </a:cubicBezTo>
                <a:cubicBezTo>
                  <a:pt x="1010" y="138"/>
                  <a:pt x="1010" y="138"/>
                  <a:pt x="1010" y="138"/>
                </a:cubicBezTo>
                <a:cubicBezTo>
                  <a:pt x="997" y="131"/>
                  <a:pt x="986" y="125"/>
                  <a:pt x="975" y="119"/>
                </a:cubicBezTo>
                <a:cubicBezTo>
                  <a:pt x="970" y="116"/>
                  <a:pt x="970" y="116"/>
                  <a:pt x="970" y="116"/>
                </a:cubicBezTo>
                <a:cubicBezTo>
                  <a:pt x="958" y="139"/>
                  <a:pt x="958" y="139"/>
                  <a:pt x="958" y="139"/>
                </a:cubicBezTo>
                <a:cubicBezTo>
                  <a:pt x="963" y="142"/>
                  <a:pt x="963" y="142"/>
                  <a:pt x="963" y="142"/>
                </a:cubicBezTo>
                <a:cubicBezTo>
                  <a:pt x="973" y="148"/>
                  <a:pt x="985" y="154"/>
                  <a:pt x="997" y="161"/>
                </a:cubicBezTo>
                <a:close/>
                <a:moveTo>
                  <a:pt x="888" y="102"/>
                </a:moveTo>
                <a:cubicBezTo>
                  <a:pt x="891" y="103"/>
                  <a:pt x="892" y="104"/>
                  <a:pt x="892" y="104"/>
                </a:cubicBezTo>
                <a:cubicBezTo>
                  <a:pt x="893" y="105"/>
                  <a:pt x="893" y="105"/>
                  <a:pt x="893" y="105"/>
                </a:cubicBezTo>
                <a:cubicBezTo>
                  <a:pt x="894" y="106"/>
                  <a:pt x="907" y="112"/>
                  <a:pt x="928" y="124"/>
                </a:cubicBezTo>
                <a:cubicBezTo>
                  <a:pt x="932" y="126"/>
                  <a:pt x="932" y="126"/>
                  <a:pt x="932" y="126"/>
                </a:cubicBezTo>
                <a:cubicBezTo>
                  <a:pt x="945" y="103"/>
                  <a:pt x="945" y="103"/>
                  <a:pt x="945" y="103"/>
                </a:cubicBezTo>
                <a:cubicBezTo>
                  <a:pt x="940" y="100"/>
                  <a:pt x="940" y="100"/>
                  <a:pt x="940" y="100"/>
                </a:cubicBezTo>
                <a:cubicBezTo>
                  <a:pt x="917" y="88"/>
                  <a:pt x="909" y="84"/>
                  <a:pt x="906" y="82"/>
                </a:cubicBezTo>
                <a:cubicBezTo>
                  <a:pt x="906" y="82"/>
                  <a:pt x="906" y="82"/>
                  <a:pt x="906" y="82"/>
                </a:cubicBezTo>
                <a:cubicBezTo>
                  <a:pt x="906" y="82"/>
                  <a:pt x="900" y="78"/>
                  <a:pt x="891" y="73"/>
                </a:cubicBezTo>
                <a:cubicBezTo>
                  <a:pt x="887" y="69"/>
                  <a:pt x="887" y="69"/>
                  <a:pt x="887" y="69"/>
                </a:cubicBezTo>
                <a:cubicBezTo>
                  <a:pt x="873" y="91"/>
                  <a:pt x="873" y="91"/>
                  <a:pt x="873" y="91"/>
                </a:cubicBezTo>
                <a:cubicBezTo>
                  <a:pt x="877" y="94"/>
                  <a:pt x="877" y="94"/>
                  <a:pt x="877" y="94"/>
                </a:cubicBezTo>
                <a:cubicBezTo>
                  <a:pt x="882" y="97"/>
                  <a:pt x="886" y="100"/>
                  <a:pt x="888" y="102"/>
                </a:cubicBezTo>
                <a:close/>
                <a:moveTo>
                  <a:pt x="304" y="266"/>
                </a:moveTo>
                <a:cubicBezTo>
                  <a:pt x="291" y="242"/>
                  <a:pt x="291" y="242"/>
                  <a:pt x="291" y="242"/>
                </a:cubicBezTo>
                <a:cubicBezTo>
                  <a:pt x="247" y="268"/>
                  <a:pt x="247" y="268"/>
                  <a:pt x="247" y="268"/>
                </a:cubicBezTo>
                <a:cubicBezTo>
                  <a:pt x="260" y="290"/>
                  <a:pt x="260" y="290"/>
                  <a:pt x="260" y="290"/>
                </a:cubicBezTo>
                <a:cubicBezTo>
                  <a:pt x="304" y="266"/>
                  <a:pt x="304" y="266"/>
                  <a:pt x="304" y="266"/>
                </a:cubicBezTo>
                <a:cubicBezTo>
                  <a:pt x="304" y="266"/>
                  <a:pt x="304" y="266"/>
                  <a:pt x="304" y="266"/>
                </a:cubicBezTo>
                <a:close/>
                <a:moveTo>
                  <a:pt x="1073" y="766"/>
                </a:moveTo>
                <a:cubicBezTo>
                  <a:pt x="1085" y="787"/>
                  <a:pt x="1085" y="787"/>
                  <a:pt x="1085" y="787"/>
                </a:cubicBezTo>
                <a:cubicBezTo>
                  <a:pt x="1129" y="762"/>
                  <a:pt x="1129" y="762"/>
                  <a:pt x="1129" y="762"/>
                </a:cubicBezTo>
                <a:cubicBezTo>
                  <a:pt x="1117" y="740"/>
                  <a:pt x="1117" y="740"/>
                  <a:pt x="1117" y="740"/>
                </a:cubicBezTo>
                <a:cubicBezTo>
                  <a:pt x="1073" y="766"/>
                  <a:pt x="1073" y="766"/>
                  <a:pt x="1073" y="766"/>
                </a:cubicBezTo>
                <a:cubicBezTo>
                  <a:pt x="1073" y="766"/>
                  <a:pt x="1073" y="766"/>
                  <a:pt x="1073" y="766"/>
                </a:cubicBezTo>
                <a:close/>
                <a:moveTo>
                  <a:pt x="974" y="824"/>
                </a:moveTo>
                <a:cubicBezTo>
                  <a:pt x="961" y="831"/>
                  <a:pt x="950" y="838"/>
                  <a:pt x="940" y="844"/>
                </a:cubicBezTo>
                <a:cubicBezTo>
                  <a:pt x="936" y="847"/>
                  <a:pt x="936" y="847"/>
                  <a:pt x="936" y="847"/>
                </a:cubicBezTo>
                <a:cubicBezTo>
                  <a:pt x="949" y="870"/>
                  <a:pt x="949" y="870"/>
                  <a:pt x="949" y="870"/>
                </a:cubicBezTo>
                <a:cubicBezTo>
                  <a:pt x="953" y="867"/>
                  <a:pt x="953" y="867"/>
                  <a:pt x="953" y="867"/>
                </a:cubicBezTo>
                <a:cubicBezTo>
                  <a:pt x="964" y="860"/>
                  <a:pt x="975" y="853"/>
                  <a:pt x="987" y="846"/>
                </a:cubicBezTo>
                <a:cubicBezTo>
                  <a:pt x="992" y="844"/>
                  <a:pt x="992" y="844"/>
                  <a:pt x="992" y="844"/>
                </a:cubicBezTo>
                <a:cubicBezTo>
                  <a:pt x="979" y="821"/>
                  <a:pt x="979" y="821"/>
                  <a:pt x="979" y="821"/>
                </a:cubicBezTo>
                <a:cubicBezTo>
                  <a:pt x="974" y="824"/>
                  <a:pt x="974" y="824"/>
                  <a:pt x="974" y="824"/>
                </a:cubicBezTo>
                <a:cubicBezTo>
                  <a:pt x="974" y="824"/>
                  <a:pt x="974" y="824"/>
                  <a:pt x="974" y="824"/>
                </a:cubicBezTo>
                <a:close/>
                <a:moveTo>
                  <a:pt x="1043" y="783"/>
                </a:moveTo>
                <a:cubicBezTo>
                  <a:pt x="1031" y="789"/>
                  <a:pt x="1019" y="796"/>
                  <a:pt x="1008" y="803"/>
                </a:cubicBezTo>
                <a:cubicBezTo>
                  <a:pt x="1003" y="806"/>
                  <a:pt x="1003" y="806"/>
                  <a:pt x="1003" y="806"/>
                </a:cubicBezTo>
                <a:cubicBezTo>
                  <a:pt x="1016" y="828"/>
                  <a:pt x="1016" y="828"/>
                  <a:pt x="1016" y="828"/>
                </a:cubicBezTo>
                <a:cubicBezTo>
                  <a:pt x="1021" y="825"/>
                  <a:pt x="1021" y="825"/>
                  <a:pt x="1021" y="825"/>
                </a:cubicBezTo>
                <a:cubicBezTo>
                  <a:pt x="1033" y="819"/>
                  <a:pt x="1045" y="813"/>
                  <a:pt x="1056" y="805"/>
                </a:cubicBezTo>
                <a:cubicBezTo>
                  <a:pt x="1062" y="803"/>
                  <a:pt x="1062" y="803"/>
                  <a:pt x="1062" y="803"/>
                </a:cubicBezTo>
                <a:cubicBezTo>
                  <a:pt x="1048" y="780"/>
                  <a:pt x="1048" y="780"/>
                  <a:pt x="1048" y="780"/>
                </a:cubicBezTo>
                <a:cubicBezTo>
                  <a:pt x="1043" y="783"/>
                  <a:pt x="1043" y="783"/>
                  <a:pt x="1043" y="783"/>
                </a:cubicBezTo>
                <a:cubicBezTo>
                  <a:pt x="1043" y="783"/>
                  <a:pt x="1043" y="783"/>
                  <a:pt x="1043" y="783"/>
                </a:cubicBezTo>
                <a:close/>
                <a:moveTo>
                  <a:pt x="838" y="909"/>
                </a:moveTo>
                <a:cubicBezTo>
                  <a:pt x="824" y="920"/>
                  <a:pt x="816" y="927"/>
                  <a:pt x="812" y="934"/>
                </a:cubicBezTo>
                <a:cubicBezTo>
                  <a:pt x="811" y="936"/>
                  <a:pt x="809" y="938"/>
                  <a:pt x="808" y="941"/>
                </a:cubicBezTo>
                <a:cubicBezTo>
                  <a:pt x="805" y="946"/>
                  <a:pt x="805" y="946"/>
                  <a:pt x="805" y="946"/>
                </a:cubicBezTo>
                <a:cubicBezTo>
                  <a:pt x="827" y="959"/>
                  <a:pt x="827" y="959"/>
                  <a:pt x="827" y="959"/>
                </a:cubicBezTo>
                <a:cubicBezTo>
                  <a:pt x="830" y="955"/>
                  <a:pt x="830" y="955"/>
                  <a:pt x="830" y="955"/>
                </a:cubicBezTo>
                <a:cubicBezTo>
                  <a:pt x="832" y="953"/>
                  <a:pt x="832" y="950"/>
                  <a:pt x="834" y="948"/>
                </a:cubicBezTo>
                <a:cubicBezTo>
                  <a:pt x="835" y="947"/>
                  <a:pt x="838" y="942"/>
                  <a:pt x="854" y="930"/>
                </a:cubicBezTo>
                <a:cubicBezTo>
                  <a:pt x="858" y="926"/>
                  <a:pt x="858" y="926"/>
                  <a:pt x="858" y="926"/>
                </a:cubicBezTo>
                <a:cubicBezTo>
                  <a:pt x="843" y="906"/>
                  <a:pt x="843" y="906"/>
                  <a:pt x="843" y="906"/>
                </a:cubicBezTo>
                <a:cubicBezTo>
                  <a:pt x="838" y="909"/>
                  <a:pt x="838" y="909"/>
                  <a:pt x="838" y="909"/>
                </a:cubicBezTo>
                <a:cubicBezTo>
                  <a:pt x="838" y="909"/>
                  <a:pt x="838" y="909"/>
                  <a:pt x="838" y="909"/>
                </a:cubicBezTo>
                <a:close/>
                <a:moveTo>
                  <a:pt x="905" y="864"/>
                </a:moveTo>
                <a:cubicBezTo>
                  <a:pt x="894" y="872"/>
                  <a:pt x="882" y="879"/>
                  <a:pt x="872" y="886"/>
                </a:cubicBezTo>
                <a:cubicBezTo>
                  <a:pt x="868" y="889"/>
                  <a:pt x="868" y="889"/>
                  <a:pt x="868" y="889"/>
                </a:cubicBezTo>
                <a:cubicBezTo>
                  <a:pt x="882" y="910"/>
                  <a:pt x="882" y="910"/>
                  <a:pt x="882" y="910"/>
                </a:cubicBezTo>
                <a:cubicBezTo>
                  <a:pt x="886" y="907"/>
                  <a:pt x="886" y="907"/>
                  <a:pt x="886" y="907"/>
                </a:cubicBezTo>
                <a:cubicBezTo>
                  <a:pt x="897" y="901"/>
                  <a:pt x="908" y="894"/>
                  <a:pt x="919" y="887"/>
                </a:cubicBezTo>
                <a:cubicBezTo>
                  <a:pt x="924" y="884"/>
                  <a:pt x="924" y="884"/>
                  <a:pt x="924" y="884"/>
                </a:cubicBezTo>
                <a:cubicBezTo>
                  <a:pt x="911" y="861"/>
                  <a:pt x="911" y="861"/>
                  <a:pt x="911" y="861"/>
                </a:cubicBezTo>
                <a:cubicBezTo>
                  <a:pt x="905" y="864"/>
                  <a:pt x="905" y="864"/>
                  <a:pt x="905" y="864"/>
                </a:cubicBezTo>
                <a:cubicBezTo>
                  <a:pt x="905" y="864"/>
                  <a:pt x="905" y="864"/>
                  <a:pt x="905" y="864"/>
                </a:cubicBezTo>
                <a:close/>
                <a:moveTo>
                  <a:pt x="1140" y="726"/>
                </a:moveTo>
                <a:cubicBezTo>
                  <a:pt x="1155" y="748"/>
                  <a:pt x="1155" y="748"/>
                  <a:pt x="1155" y="748"/>
                </a:cubicBezTo>
                <a:cubicBezTo>
                  <a:pt x="1199" y="723"/>
                  <a:pt x="1199" y="723"/>
                  <a:pt x="1199" y="723"/>
                </a:cubicBezTo>
                <a:cubicBezTo>
                  <a:pt x="1184" y="701"/>
                  <a:pt x="1184" y="701"/>
                  <a:pt x="1184" y="701"/>
                </a:cubicBezTo>
                <a:cubicBezTo>
                  <a:pt x="1140" y="726"/>
                  <a:pt x="1140" y="726"/>
                  <a:pt x="1140" y="726"/>
                </a:cubicBezTo>
                <a:cubicBezTo>
                  <a:pt x="1140" y="726"/>
                  <a:pt x="1140" y="726"/>
                  <a:pt x="1140" y="726"/>
                </a:cubicBezTo>
                <a:close/>
                <a:moveTo>
                  <a:pt x="48" y="303"/>
                </a:moveTo>
                <a:cubicBezTo>
                  <a:pt x="43" y="306"/>
                  <a:pt x="37" y="310"/>
                  <a:pt x="32" y="317"/>
                </a:cubicBezTo>
                <a:cubicBezTo>
                  <a:pt x="28" y="322"/>
                  <a:pt x="28" y="322"/>
                  <a:pt x="28" y="322"/>
                </a:cubicBezTo>
                <a:cubicBezTo>
                  <a:pt x="48" y="339"/>
                  <a:pt x="48" y="339"/>
                  <a:pt x="48" y="339"/>
                </a:cubicBezTo>
                <a:cubicBezTo>
                  <a:pt x="51" y="334"/>
                  <a:pt x="51" y="334"/>
                  <a:pt x="51" y="334"/>
                </a:cubicBezTo>
                <a:cubicBezTo>
                  <a:pt x="54" y="330"/>
                  <a:pt x="58" y="328"/>
                  <a:pt x="61" y="327"/>
                </a:cubicBezTo>
                <a:cubicBezTo>
                  <a:pt x="61" y="327"/>
                  <a:pt x="63" y="325"/>
                  <a:pt x="74" y="328"/>
                </a:cubicBezTo>
                <a:cubicBezTo>
                  <a:pt x="80" y="330"/>
                  <a:pt x="80" y="330"/>
                  <a:pt x="80" y="330"/>
                </a:cubicBezTo>
                <a:cubicBezTo>
                  <a:pt x="86" y="305"/>
                  <a:pt x="86" y="305"/>
                  <a:pt x="86" y="305"/>
                </a:cubicBezTo>
                <a:cubicBezTo>
                  <a:pt x="81" y="304"/>
                  <a:pt x="81" y="304"/>
                  <a:pt x="81" y="304"/>
                </a:cubicBezTo>
                <a:cubicBezTo>
                  <a:pt x="67" y="299"/>
                  <a:pt x="57" y="299"/>
                  <a:pt x="48" y="303"/>
                </a:cubicBezTo>
                <a:close/>
                <a:moveTo>
                  <a:pt x="1338" y="556"/>
                </a:moveTo>
                <a:cubicBezTo>
                  <a:pt x="1336" y="570"/>
                  <a:pt x="1333" y="583"/>
                  <a:pt x="1330" y="593"/>
                </a:cubicBezTo>
                <a:cubicBezTo>
                  <a:pt x="1328" y="598"/>
                  <a:pt x="1328" y="598"/>
                  <a:pt x="1328" y="598"/>
                </a:cubicBezTo>
                <a:cubicBezTo>
                  <a:pt x="1353" y="606"/>
                  <a:pt x="1353" y="606"/>
                  <a:pt x="1353" y="606"/>
                </a:cubicBezTo>
                <a:cubicBezTo>
                  <a:pt x="1355" y="601"/>
                  <a:pt x="1355" y="601"/>
                  <a:pt x="1355" y="601"/>
                </a:cubicBezTo>
                <a:cubicBezTo>
                  <a:pt x="1358" y="590"/>
                  <a:pt x="1361" y="576"/>
                  <a:pt x="1363" y="561"/>
                </a:cubicBezTo>
                <a:cubicBezTo>
                  <a:pt x="1364" y="555"/>
                  <a:pt x="1364" y="555"/>
                  <a:pt x="1364" y="555"/>
                </a:cubicBezTo>
                <a:cubicBezTo>
                  <a:pt x="1339" y="551"/>
                  <a:pt x="1339" y="551"/>
                  <a:pt x="1339" y="551"/>
                </a:cubicBezTo>
                <a:cubicBezTo>
                  <a:pt x="1338" y="556"/>
                  <a:pt x="1338" y="556"/>
                  <a:pt x="1338" y="556"/>
                </a:cubicBezTo>
                <a:cubicBezTo>
                  <a:pt x="1338" y="556"/>
                  <a:pt x="1338" y="556"/>
                  <a:pt x="1338" y="556"/>
                </a:cubicBezTo>
                <a:close/>
                <a:moveTo>
                  <a:pt x="1344" y="474"/>
                </a:moveTo>
                <a:cubicBezTo>
                  <a:pt x="1344" y="480"/>
                  <a:pt x="1344" y="480"/>
                  <a:pt x="1344" y="480"/>
                </a:cubicBezTo>
                <a:cubicBezTo>
                  <a:pt x="1344" y="493"/>
                  <a:pt x="1344" y="506"/>
                  <a:pt x="1342" y="518"/>
                </a:cubicBezTo>
                <a:cubicBezTo>
                  <a:pt x="1342" y="524"/>
                  <a:pt x="1342" y="524"/>
                  <a:pt x="1342" y="524"/>
                </a:cubicBezTo>
                <a:cubicBezTo>
                  <a:pt x="1367" y="526"/>
                  <a:pt x="1367" y="526"/>
                  <a:pt x="1367" y="526"/>
                </a:cubicBezTo>
                <a:cubicBezTo>
                  <a:pt x="1367" y="520"/>
                  <a:pt x="1367" y="520"/>
                  <a:pt x="1367" y="520"/>
                </a:cubicBezTo>
                <a:cubicBezTo>
                  <a:pt x="1368" y="507"/>
                  <a:pt x="1369" y="493"/>
                  <a:pt x="1369" y="480"/>
                </a:cubicBezTo>
                <a:cubicBezTo>
                  <a:pt x="1369" y="474"/>
                  <a:pt x="1369" y="474"/>
                  <a:pt x="1369" y="474"/>
                </a:cubicBezTo>
                <a:cubicBezTo>
                  <a:pt x="1344" y="474"/>
                  <a:pt x="1344" y="474"/>
                  <a:pt x="1344" y="474"/>
                </a:cubicBezTo>
                <a:cubicBezTo>
                  <a:pt x="1344" y="474"/>
                  <a:pt x="1344" y="474"/>
                  <a:pt x="1344" y="474"/>
                </a:cubicBezTo>
                <a:close/>
                <a:moveTo>
                  <a:pt x="791" y="972"/>
                </a:moveTo>
                <a:cubicBezTo>
                  <a:pt x="789" y="977"/>
                  <a:pt x="789" y="977"/>
                  <a:pt x="789" y="977"/>
                </a:cubicBezTo>
                <a:cubicBezTo>
                  <a:pt x="782" y="989"/>
                  <a:pt x="777" y="1000"/>
                  <a:pt x="771" y="1009"/>
                </a:cubicBezTo>
                <a:cubicBezTo>
                  <a:pt x="767" y="1014"/>
                  <a:pt x="767" y="1014"/>
                  <a:pt x="767" y="1014"/>
                </a:cubicBezTo>
                <a:cubicBezTo>
                  <a:pt x="789" y="1028"/>
                  <a:pt x="789" y="1028"/>
                  <a:pt x="789" y="1028"/>
                </a:cubicBezTo>
                <a:cubicBezTo>
                  <a:pt x="792" y="1024"/>
                  <a:pt x="792" y="1024"/>
                  <a:pt x="792" y="1024"/>
                </a:cubicBezTo>
                <a:cubicBezTo>
                  <a:pt x="799" y="1014"/>
                  <a:pt x="805" y="1002"/>
                  <a:pt x="812" y="988"/>
                </a:cubicBezTo>
                <a:cubicBezTo>
                  <a:pt x="814" y="984"/>
                  <a:pt x="814" y="984"/>
                  <a:pt x="814" y="984"/>
                </a:cubicBezTo>
                <a:cubicBezTo>
                  <a:pt x="804" y="977"/>
                  <a:pt x="804" y="977"/>
                  <a:pt x="804" y="977"/>
                </a:cubicBezTo>
                <a:cubicBezTo>
                  <a:pt x="791" y="972"/>
                  <a:pt x="791" y="972"/>
                  <a:pt x="791" y="972"/>
                </a:cubicBezTo>
                <a:cubicBezTo>
                  <a:pt x="791" y="972"/>
                  <a:pt x="791" y="972"/>
                  <a:pt x="791" y="972"/>
                </a:cubicBezTo>
                <a:close/>
                <a:moveTo>
                  <a:pt x="1249" y="662"/>
                </a:moveTo>
                <a:cubicBezTo>
                  <a:pt x="1238" y="669"/>
                  <a:pt x="1226" y="676"/>
                  <a:pt x="1214" y="683"/>
                </a:cubicBezTo>
                <a:cubicBezTo>
                  <a:pt x="1210" y="686"/>
                  <a:pt x="1210" y="686"/>
                  <a:pt x="1210" y="686"/>
                </a:cubicBezTo>
                <a:cubicBezTo>
                  <a:pt x="1222" y="709"/>
                  <a:pt x="1222" y="709"/>
                  <a:pt x="1222" y="709"/>
                </a:cubicBezTo>
                <a:cubicBezTo>
                  <a:pt x="1228" y="706"/>
                  <a:pt x="1228" y="706"/>
                  <a:pt x="1228" y="706"/>
                </a:cubicBezTo>
                <a:cubicBezTo>
                  <a:pt x="1240" y="698"/>
                  <a:pt x="1252" y="691"/>
                  <a:pt x="1262" y="685"/>
                </a:cubicBezTo>
                <a:cubicBezTo>
                  <a:pt x="1267" y="682"/>
                  <a:pt x="1267" y="682"/>
                  <a:pt x="1267" y="682"/>
                </a:cubicBezTo>
                <a:cubicBezTo>
                  <a:pt x="1253" y="660"/>
                  <a:pt x="1253" y="660"/>
                  <a:pt x="1253" y="660"/>
                </a:cubicBezTo>
                <a:cubicBezTo>
                  <a:pt x="1249" y="662"/>
                  <a:pt x="1249" y="662"/>
                  <a:pt x="1249" y="662"/>
                </a:cubicBezTo>
                <a:cubicBezTo>
                  <a:pt x="1249" y="662"/>
                  <a:pt x="1249" y="662"/>
                  <a:pt x="1249" y="662"/>
                </a:cubicBezTo>
                <a:close/>
                <a:moveTo>
                  <a:pt x="1314" y="619"/>
                </a:moveTo>
                <a:cubicBezTo>
                  <a:pt x="1307" y="625"/>
                  <a:pt x="1297" y="632"/>
                  <a:pt x="1283" y="641"/>
                </a:cubicBezTo>
                <a:cubicBezTo>
                  <a:pt x="1278" y="645"/>
                  <a:pt x="1278" y="645"/>
                  <a:pt x="1278" y="645"/>
                </a:cubicBezTo>
                <a:cubicBezTo>
                  <a:pt x="1292" y="666"/>
                  <a:pt x="1292" y="666"/>
                  <a:pt x="1292" y="666"/>
                </a:cubicBezTo>
                <a:cubicBezTo>
                  <a:pt x="1297" y="663"/>
                  <a:pt x="1297" y="663"/>
                  <a:pt x="1297" y="663"/>
                </a:cubicBezTo>
                <a:cubicBezTo>
                  <a:pt x="1312" y="653"/>
                  <a:pt x="1323" y="646"/>
                  <a:pt x="1330" y="640"/>
                </a:cubicBezTo>
                <a:cubicBezTo>
                  <a:pt x="1334" y="636"/>
                  <a:pt x="1334" y="636"/>
                  <a:pt x="1334" y="636"/>
                </a:cubicBezTo>
                <a:cubicBezTo>
                  <a:pt x="1318" y="616"/>
                  <a:pt x="1318" y="616"/>
                  <a:pt x="1318" y="616"/>
                </a:cubicBezTo>
                <a:cubicBezTo>
                  <a:pt x="1314" y="619"/>
                  <a:pt x="1314" y="619"/>
                  <a:pt x="1314" y="619"/>
                </a:cubicBezTo>
                <a:cubicBezTo>
                  <a:pt x="1314" y="619"/>
                  <a:pt x="1314" y="619"/>
                  <a:pt x="1314" y="619"/>
                </a:cubicBezTo>
                <a:close/>
                <a:moveTo>
                  <a:pt x="318" y="798"/>
                </a:moveTo>
                <a:cubicBezTo>
                  <a:pt x="314" y="795"/>
                  <a:pt x="314" y="795"/>
                  <a:pt x="314" y="795"/>
                </a:cubicBezTo>
                <a:cubicBezTo>
                  <a:pt x="300" y="818"/>
                  <a:pt x="300" y="818"/>
                  <a:pt x="300" y="818"/>
                </a:cubicBezTo>
                <a:cubicBezTo>
                  <a:pt x="306" y="821"/>
                  <a:pt x="306" y="821"/>
                  <a:pt x="306" y="821"/>
                </a:cubicBezTo>
                <a:cubicBezTo>
                  <a:pt x="317" y="828"/>
                  <a:pt x="328" y="834"/>
                  <a:pt x="339" y="841"/>
                </a:cubicBezTo>
                <a:cubicBezTo>
                  <a:pt x="344" y="844"/>
                  <a:pt x="344" y="844"/>
                  <a:pt x="344" y="844"/>
                </a:cubicBezTo>
                <a:cubicBezTo>
                  <a:pt x="357" y="821"/>
                  <a:pt x="357" y="821"/>
                  <a:pt x="357" y="821"/>
                </a:cubicBezTo>
                <a:cubicBezTo>
                  <a:pt x="353" y="818"/>
                  <a:pt x="353" y="818"/>
                  <a:pt x="353" y="818"/>
                </a:cubicBezTo>
                <a:cubicBezTo>
                  <a:pt x="341" y="812"/>
                  <a:pt x="330" y="805"/>
                  <a:pt x="318" y="798"/>
                </a:cubicBezTo>
                <a:close/>
                <a:moveTo>
                  <a:pt x="368" y="858"/>
                </a:moveTo>
                <a:cubicBezTo>
                  <a:pt x="413" y="883"/>
                  <a:pt x="413" y="883"/>
                  <a:pt x="413" y="883"/>
                </a:cubicBezTo>
                <a:cubicBezTo>
                  <a:pt x="425" y="861"/>
                  <a:pt x="425" y="861"/>
                  <a:pt x="425" y="861"/>
                </a:cubicBezTo>
                <a:cubicBezTo>
                  <a:pt x="381" y="834"/>
                  <a:pt x="381" y="834"/>
                  <a:pt x="381" y="834"/>
                </a:cubicBezTo>
                <a:cubicBezTo>
                  <a:pt x="368" y="858"/>
                  <a:pt x="368" y="858"/>
                  <a:pt x="368" y="858"/>
                </a:cubicBezTo>
                <a:cubicBezTo>
                  <a:pt x="368" y="858"/>
                  <a:pt x="368" y="858"/>
                  <a:pt x="368" y="858"/>
                </a:cubicBezTo>
                <a:close/>
                <a:moveTo>
                  <a:pt x="249" y="759"/>
                </a:moveTo>
                <a:cubicBezTo>
                  <a:pt x="244" y="756"/>
                  <a:pt x="244" y="756"/>
                  <a:pt x="244" y="756"/>
                </a:cubicBezTo>
                <a:cubicBezTo>
                  <a:pt x="231" y="779"/>
                  <a:pt x="231" y="779"/>
                  <a:pt x="231" y="779"/>
                </a:cubicBezTo>
                <a:cubicBezTo>
                  <a:pt x="236" y="781"/>
                  <a:pt x="236" y="781"/>
                  <a:pt x="236" y="781"/>
                </a:cubicBezTo>
                <a:cubicBezTo>
                  <a:pt x="247" y="787"/>
                  <a:pt x="259" y="794"/>
                  <a:pt x="271" y="801"/>
                </a:cubicBezTo>
                <a:cubicBezTo>
                  <a:pt x="276" y="803"/>
                  <a:pt x="276" y="803"/>
                  <a:pt x="276" y="803"/>
                </a:cubicBezTo>
                <a:cubicBezTo>
                  <a:pt x="289" y="781"/>
                  <a:pt x="289" y="781"/>
                  <a:pt x="289" y="781"/>
                </a:cubicBezTo>
                <a:cubicBezTo>
                  <a:pt x="284" y="778"/>
                  <a:pt x="284" y="778"/>
                  <a:pt x="284" y="778"/>
                </a:cubicBezTo>
                <a:cubicBezTo>
                  <a:pt x="271" y="771"/>
                  <a:pt x="260" y="765"/>
                  <a:pt x="249" y="759"/>
                </a:cubicBezTo>
                <a:close/>
                <a:moveTo>
                  <a:pt x="179" y="721"/>
                </a:moveTo>
                <a:cubicBezTo>
                  <a:pt x="174" y="718"/>
                  <a:pt x="174" y="718"/>
                  <a:pt x="174" y="718"/>
                </a:cubicBezTo>
                <a:cubicBezTo>
                  <a:pt x="162" y="741"/>
                  <a:pt x="162" y="741"/>
                  <a:pt x="162" y="741"/>
                </a:cubicBezTo>
                <a:cubicBezTo>
                  <a:pt x="167" y="744"/>
                  <a:pt x="167" y="744"/>
                  <a:pt x="167" y="744"/>
                </a:cubicBezTo>
                <a:cubicBezTo>
                  <a:pt x="177" y="749"/>
                  <a:pt x="188" y="756"/>
                  <a:pt x="202" y="762"/>
                </a:cubicBezTo>
                <a:cubicBezTo>
                  <a:pt x="206" y="765"/>
                  <a:pt x="206" y="765"/>
                  <a:pt x="206" y="765"/>
                </a:cubicBezTo>
                <a:cubicBezTo>
                  <a:pt x="219" y="742"/>
                  <a:pt x="219" y="742"/>
                  <a:pt x="219" y="742"/>
                </a:cubicBezTo>
                <a:cubicBezTo>
                  <a:pt x="214" y="740"/>
                  <a:pt x="214" y="740"/>
                  <a:pt x="214" y="740"/>
                </a:cubicBezTo>
                <a:cubicBezTo>
                  <a:pt x="200" y="732"/>
                  <a:pt x="188" y="726"/>
                  <a:pt x="179" y="721"/>
                </a:cubicBezTo>
                <a:close/>
                <a:moveTo>
                  <a:pt x="133" y="704"/>
                </a:moveTo>
                <a:cubicBezTo>
                  <a:pt x="131" y="704"/>
                  <a:pt x="131" y="704"/>
                  <a:pt x="131" y="704"/>
                </a:cubicBezTo>
                <a:cubicBezTo>
                  <a:pt x="124" y="704"/>
                  <a:pt x="114" y="702"/>
                  <a:pt x="101" y="698"/>
                </a:cubicBezTo>
                <a:cubicBezTo>
                  <a:pt x="96" y="696"/>
                  <a:pt x="96" y="696"/>
                  <a:pt x="96" y="696"/>
                </a:cubicBezTo>
                <a:cubicBezTo>
                  <a:pt x="88" y="721"/>
                  <a:pt x="88" y="721"/>
                  <a:pt x="88" y="721"/>
                </a:cubicBezTo>
                <a:cubicBezTo>
                  <a:pt x="93" y="722"/>
                  <a:pt x="93" y="722"/>
                  <a:pt x="93" y="722"/>
                </a:cubicBezTo>
                <a:cubicBezTo>
                  <a:pt x="103" y="726"/>
                  <a:pt x="117" y="729"/>
                  <a:pt x="129" y="729"/>
                </a:cubicBezTo>
                <a:cubicBezTo>
                  <a:pt x="130" y="729"/>
                  <a:pt x="132" y="729"/>
                  <a:pt x="133" y="729"/>
                </a:cubicBezTo>
                <a:cubicBezTo>
                  <a:pt x="133" y="729"/>
                  <a:pt x="133" y="729"/>
                  <a:pt x="133" y="729"/>
                </a:cubicBezTo>
                <a:cubicBezTo>
                  <a:pt x="139" y="731"/>
                  <a:pt x="139" y="731"/>
                  <a:pt x="139" y="731"/>
                </a:cubicBezTo>
                <a:cubicBezTo>
                  <a:pt x="144" y="706"/>
                  <a:pt x="144" y="706"/>
                  <a:pt x="144" y="706"/>
                </a:cubicBezTo>
                <a:cubicBezTo>
                  <a:pt x="139" y="704"/>
                  <a:pt x="139" y="704"/>
                  <a:pt x="139" y="704"/>
                </a:cubicBezTo>
                <a:cubicBezTo>
                  <a:pt x="137" y="704"/>
                  <a:pt x="135" y="704"/>
                  <a:pt x="133" y="704"/>
                </a:cubicBezTo>
                <a:close/>
                <a:moveTo>
                  <a:pt x="748" y="1029"/>
                </a:moveTo>
                <a:cubicBezTo>
                  <a:pt x="747" y="1029"/>
                  <a:pt x="747" y="1029"/>
                  <a:pt x="745" y="1030"/>
                </a:cubicBezTo>
                <a:cubicBezTo>
                  <a:pt x="738" y="1031"/>
                  <a:pt x="726" y="1031"/>
                  <a:pt x="714" y="1030"/>
                </a:cubicBezTo>
                <a:cubicBezTo>
                  <a:pt x="708" y="1029"/>
                  <a:pt x="708" y="1029"/>
                  <a:pt x="708" y="1029"/>
                </a:cubicBezTo>
                <a:cubicBezTo>
                  <a:pt x="706" y="1055"/>
                  <a:pt x="706" y="1055"/>
                  <a:pt x="706" y="1055"/>
                </a:cubicBezTo>
                <a:cubicBezTo>
                  <a:pt x="711" y="1056"/>
                  <a:pt x="711" y="1056"/>
                  <a:pt x="711" y="1056"/>
                </a:cubicBezTo>
                <a:cubicBezTo>
                  <a:pt x="718" y="1057"/>
                  <a:pt x="724" y="1057"/>
                  <a:pt x="729" y="1057"/>
                </a:cubicBezTo>
                <a:cubicBezTo>
                  <a:pt x="738" y="1057"/>
                  <a:pt x="744" y="1057"/>
                  <a:pt x="750" y="1055"/>
                </a:cubicBezTo>
                <a:cubicBezTo>
                  <a:pt x="752" y="1055"/>
                  <a:pt x="754" y="1055"/>
                  <a:pt x="756" y="1054"/>
                </a:cubicBezTo>
                <a:cubicBezTo>
                  <a:pt x="761" y="1052"/>
                  <a:pt x="761" y="1052"/>
                  <a:pt x="761" y="1052"/>
                </a:cubicBezTo>
                <a:cubicBezTo>
                  <a:pt x="753" y="1027"/>
                  <a:pt x="753" y="1027"/>
                  <a:pt x="753" y="1027"/>
                </a:cubicBezTo>
                <a:cubicBezTo>
                  <a:pt x="748" y="1029"/>
                  <a:pt x="748" y="1029"/>
                  <a:pt x="748" y="1029"/>
                </a:cubicBezTo>
                <a:cubicBezTo>
                  <a:pt x="748" y="1029"/>
                  <a:pt x="748" y="1029"/>
                  <a:pt x="748" y="1029"/>
                </a:cubicBezTo>
                <a:close/>
                <a:moveTo>
                  <a:pt x="606" y="985"/>
                </a:moveTo>
                <a:cubicBezTo>
                  <a:pt x="606" y="984"/>
                  <a:pt x="606" y="984"/>
                  <a:pt x="606" y="984"/>
                </a:cubicBezTo>
                <a:cubicBezTo>
                  <a:pt x="602" y="978"/>
                  <a:pt x="598" y="970"/>
                  <a:pt x="594" y="964"/>
                </a:cubicBezTo>
                <a:cubicBezTo>
                  <a:pt x="591" y="959"/>
                  <a:pt x="591" y="959"/>
                  <a:pt x="591" y="959"/>
                </a:cubicBezTo>
                <a:cubicBezTo>
                  <a:pt x="568" y="973"/>
                  <a:pt x="568" y="973"/>
                  <a:pt x="568" y="973"/>
                </a:cubicBezTo>
                <a:cubicBezTo>
                  <a:pt x="571" y="979"/>
                  <a:pt x="571" y="979"/>
                  <a:pt x="571" y="979"/>
                </a:cubicBezTo>
                <a:cubicBezTo>
                  <a:pt x="575" y="985"/>
                  <a:pt x="579" y="991"/>
                  <a:pt x="582" y="997"/>
                </a:cubicBezTo>
                <a:cubicBezTo>
                  <a:pt x="585" y="1002"/>
                  <a:pt x="589" y="1008"/>
                  <a:pt x="592" y="1013"/>
                </a:cubicBezTo>
                <a:cubicBezTo>
                  <a:pt x="595" y="1017"/>
                  <a:pt x="595" y="1017"/>
                  <a:pt x="595" y="1017"/>
                </a:cubicBezTo>
                <a:cubicBezTo>
                  <a:pt x="617" y="1003"/>
                  <a:pt x="617" y="1003"/>
                  <a:pt x="617" y="1003"/>
                </a:cubicBezTo>
                <a:cubicBezTo>
                  <a:pt x="614" y="998"/>
                  <a:pt x="614" y="998"/>
                  <a:pt x="614" y="998"/>
                </a:cubicBezTo>
                <a:cubicBezTo>
                  <a:pt x="612" y="994"/>
                  <a:pt x="609" y="990"/>
                  <a:pt x="606" y="985"/>
                </a:cubicBezTo>
                <a:close/>
                <a:moveTo>
                  <a:pt x="524" y="917"/>
                </a:moveTo>
                <a:cubicBezTo>
                  <a:pt x="519" y="914"/>
                  <a:pt x="519" y="914"/>
                  <a:pt x="519" y="914"/>
                </a:cubicBezTo>
                <a:cubicBezTo>
                  <a:pt x="507" y="937"/>
                  <a:pt x="507" y="937"/>
                  <a:pt x="507" y="937"/>
                </a:cubicBezTo>
                <a:cubicBezTo>
                  <a:pt x="511" y="940"/>
                  <a:pt x="511" y="940"/>
                  <a:pt x="511" y="940"/>
                </a:cubicBezTo>
                <a:cubicBezTo>
                  <a:pt x="538" y="955"/>
                  <a:pt x="545" y="958"/>
                  <a:pt x="549" y="958"/>
                </a:cubicBezTo>
                <a:cubicBezTo>
                  <a:pt x="555" y="961"/>
                  <a:pt x="555" y="961"/>
                  <a:pt x="555" y="961"/>
                </a:cubicBezTo>
                <a:cubicBezTo>
                  <a:pt x="562" y="935"/>
                  <a:pt x="562" y="935"/>
                  <a:pt x="562" y="935"/>
                </a:cubicBezTo>
                <a:cubicBezTo>
                  <a:pt x="555" y="933"/>
                  <a:pt x="555" y="933"/>
                  <a:pt x="555" y="933"/>
                </a:cubicBezTo>
                <a:cubicBezTo>
                  <a:pt x="555" y="933"/>
                  <a:pt x="550" y="931"/>
                  <a:pt x="524" y="917"/>
                </a:cubicBezTo>
                <a:close/>
                <a:moveTo>
                  <a:pt x="639" y="1015"/>
                </a:moveTo>
                <a:cubicBezTo>
                  <a:pt x="634" y="1013"/>
                  <a:pt x="634" y="1013"/>
                  <a:pt x="634" y="1013"/>
                </a:cubicBezTo>
                <a:cubicBezTo>
                  <a:pt x="625" y="1037"/>
                  <a:pt x="625" y="1037"/>
                  <a:pt x="625" y="1037"/>
                </a:cubicBezTo>
                <a:cubicBezTo>
                  <a:pt x="630" y="1039"/>
                  <a:pt x="630" y="1039"/>
                  <a:pt x="630" y="1039"/>
                </a:cubicBezTo>
                <a:cubicBezTo>
                  <a:pt x="642" y="1042"/>
                  <a:pt x="656" y="1046"/>
                  <a:pt x="671" y="1050"/>
                </a:cubicBezTo>
                <a:cubicBezTo>
                  <a:pt x="676" y="1050"/>
                  <a:pt x="676" y="1050"/>
                  <a:pt x="676" y="1050"/>
                </a:cubicBezTo>
                <a:cubicBezTo>
                  <a:pt x="682" y="1026"/>
                  <a:pt x="682" y="1026"/>
                  <a:pt x="682" y="1026"/>
                </a:cubicBezTo>
                <a:cubicBezTo>
                  <a:pt x="676" y="1024"/>
                  <a:pt x="676" y="1024"/>
                  <a:pt x="676" y="1024"/>
                </a:cubicBezTo>
                <a:cubicBezTo>
                  <a:pt x="663" y="1021"/>
                  <a:pt x="650" y="1018"/>
                  <a:pt x="639" y="1015"/>
                </a:cubicBezTo>
                <a:close/>
                <a:moveTo>
                  <a:pt x="455" y="878"/>
                </a:moveTo>
                <a:cubicBezTo>
                  <a:pt x="450" y="876"/>
                  <a:pt x="450" y="876"/>
                  <a:pt x="450" y="876"/>
                </a:cubicBezTo>
                <a:cubicBezTo>
                  <a:pt x="438" y="898"/>
                  <a:pt x="438" y="898"/>
                  <a:pt x="438" y="898"/>
                </a:cubicBezTo>
                <a:cubicBezTo>
                  <a:pt x="442" y="901"/>
                  <a:pt x="442" y="901"/>
                  <a:pt x="442" y="901"/>
                </a:cubicBezTo>
                <a:cubicBezTo>
                  <a:pt x="455" y="907"/>
                  <a:pt x="466" y="914"/>
                  <a:pt x="477" y="921"/>
                </a:cubicBezTo>
                <a:cubicBezTo>
                  <a:pt x="481" y="923"/>
                  <a:pt x="481" y="923"/>
                  <a:pt x="481" y="923"/>
                </a:cubicBezTo>
                <a:cubicBezTo>
                  <a:pt x="494" y="901"/>
                  <a:pt x="494" y="901"/>
                  <a:pt x="494" y="901"/>
                </a:cubicBezTo>
                <a:cubicBezTo>
                  <a:pt x="489" y="898"/>
                  <a:pt x="489" y="898"/>
                  <a:pt x="489" y="898"/>
                </a:cubicBezTo>
                <a:cubicBezTo>
                  <a:pt x="479" y="892"/>
                  <a:pt x="468" y="885"/>
                  <a:pt x="455" y="878"/>
                </a:cubicBezTo>
                <a:close/>
                <a:moveTo>
                  <a:pt x="737" y="694"/>
                </a:moveTo>
                <a:cubicBezTo>
                  <a:pt x="737" y="694"/>
                  <a:pt x="737" y="694"/>
                  <a:pt x="737" y="694"/>
                </a:cubicBezTo>
                <a:cubicBezTo>
                  <a:pt x="194" y="387"/>
                  <a:pt x="194" y="387"/>
                  <a:pt x="194" y="387"/>
                </a:cubicBezTo>
                <a:cubicBezTo>
                  <a:pt x="194" y="387"/>
                  <a:pt x="194" y="387"/>
                  <a:pt x="722" y="78"/>
                </a:cubicBezTo>
                <a:cubicBezTo>
                  <a:pt x="727" y="75"/>
                  <a:pt x="734" y="74"/>
                  <a:pt x="741" y="74"/>
                </a:cubicBezTo>
                <a:cubicBezTo>
                  <a:pt x="748" y="74"/>
                  <a:pt x="754" y="75"/>
                  <a:pt x="759" y="78"/>
                </a:cubicBezTo>
                <a:cubicBezTo>
                  <a:pt x="759" y="78"/>
                  <a:pt x="759" y="78"/>
                  <a:pt x="1268" y="374"/>
                </a:cubicBezTo>
                <a:cubicBezTo>
                  <a:pt x="1271" y="376"/>
                  <a:pt x="1272" y="376"/>
                  <a:pt x="1274" y="378"/>
                </a:cubicBezTo>
                <a:cubicBezTo>
                  <a:pt x="1274" y="378"/>
                  <a:pt x="1274" y="378"/>
                  <a:pt x="737" y="694"/>
                </a:cubicBezTo>
                <a:close/>
                <a:moveTo>
                  <a:pt x="246" y="640"/>
                </a:moveTo>
                <a:cubicBezTo>
                  <a:pt x="244" y="644"/>
                  <a:pt x="240" y="647"/>
                  <a:pt x="237" y="648"/>
                </a:cubicBezTo>
                <a:cubicBezTo>
                  <a:pt x="237" y="648"/>
                  <a:pt x="237" y="648"/>
                  <a:pt x="207" y="666"/>
                </a:cubicBezTo>
                <a:cubicBezTo>
                  <a:pt x="207" y="666"/>
                  <a:pt x="207" y="666"/>
                  <a:pt x="540" y="855"/>
                </a:cubicBezTo>
                <a:cubicBezTo>
                  <a:pt x="540" y="855"/>
                  <a:pt x="540" y="855"/>
                  <a:pt x="540" y="808"/>
                </a:cubicBezTo>
                <a:cubicBezTo>
                  <a:pt x="540" y="808"/>
                  <a:pt x="540" y="808"/>
                  <a:pt x="246" y="640"/>
                </a:cubicBezTo>
                <a:close/>
                <a:moveTo>
                  <a:pt x="756" y="741"/>
                </a:moveTo>
                <a:cubicBezTo>
                  <a:pt x="756" y="737"/>
                  <a:pt x="752" y="730"/>
                  <a:pt x="749" y="729"/>
                </a:cubicBezTo>
                <a:cubicBezTo>
                  <a:pt x="749" y="729"/>
                  <a:pt x="749" y="729"/>
                  <a:pt x="170" y="402"/>
                </a:cubicBezTo>
                <a:cubicBezTo>
                  <a:pt x="170" y="402"/>
                  <a:pt x="170" y="402"/>
                  <a:pt x="169" y="402"/>
                </a:cubicBezTo>
                <a:cubicBezTo>
                  <a:pt x="169" y="402"/>
                  <a:pt x="169" y="402"/>
                  <a:pt x="137" y="384"/>
                </a:cubicBezTo>
                <a:cubicBezTo>
                  <a:pt x="128" y="379"/>
                  <a:pt x="118" y="379"/>
                  <a:pt x="110" y="383"/>
                </a:cubicBezTo>
                <a:cubicBezTo>
                  <a:pt x="102" y="388"/>
                  <a:pt x="97" y="396"/>
                  <a:pt x="97" y="407"/>
                </a:cubicBezTo>
                <a:cubicBezTo>
                  <a:pt x="97" y="407"/>
                  <a:pt x="97" y="407"/>
                  <a:pt x="97" y="588"/>
                </a:cubicBezTo>
                <a:cubicBezTo>
                  <a:pt x="97" y="588"/>
                  <a:pt x="97" y="588"/>
                  <a:pt x="100" y="602"/>
                </a:cubicBezTo>
                <a:cubicBezTo>
                  <a:pt x="100" y="602"/>
                  <a:pt x="100" y="602"/>
                  <a:pt x="118" y="615"/>
                </a:cubicBezTo>
                <a:cubicBezTo>
                  <a:pt x="118" y="615"/>
                  <a:pt x="118" y="615"/>
                  <a:pt x="146" y="631"/>
                </a:cubicBezTo>
                <a:cubicBezTo>
                  <a:pt x="146" y="631"/>
                  <a:pt x="146" y="631"/>
                  <a:pt x="146" y="585"/>
                </a:cubicBezTo>
                <a:cubicBezTo>
                  <a:pt x="146" y="585"/>
                  <a:pt x="146" y="585"/>
                  <a:pt x="140" y="580"/>
                </a:cubicBezTo>
                <a:cubicBezTo>
                  <a:pt x="140" y="580"/>
                  <a:pt x="140" y="580"/>
                  <a:pt x="139" y="579"/>
                </a:cubicBezTo>
                <a:cubicBezTo>
                  <a:pt x="139" y="579"/>
                  <a:pt x="139" y="579"/>
                  <a:pt x="139" y="433"/>
                </a:cubicBezTo>
                <a:cubicBezTo>
                  <a:pt x="139" y="433"/>
                  <a:pt x="139" y="433"/>
                  <a:pt x="715" y="762"/>
                </a:cubicBezTo>
                <a:cubicBezTo>
                  <a:pt x="715" y="762"/>
                  <a:pt x="715" y="762"/>
                  <a:pt x="715" y="907"/>
                </a:cubicBezTo>
                <a:cubicBezTo>
                  <a:pt x="715" y="907"/>
                  <a:pt x="715" y="907"/>
                  <a:pt x="640" y="863"/>
                </a:cubicBezTo>
                <a:cubicBezTo>
                  <a:pt x="638" y="867"/>
                  <a:pt x="635" y="870"/>
                  <a:pt x="631" y="872"/>
                </a:cubicBezTo>
                <a:cubicBezTo>
                  <a:pt x="631" y="872"/>
                  <a:pt x="631" y="872"/>
                  <a:pt x="600" y="889"/>
                </a:cubicBezTo>
                <a:cubicBezTo>
                  <a:pt x="600" y="889"/>
                  <a:pt x="600" y="889"/>
                  <a:pt x="717" y="956"/>
                </a:cubicBezTo>
                <a:cubicBezTo>
                  <a:pt x="722" y="959"/>
                  <a:pt x="727" y="959"/>
                  <a:pt x="731" y="959"/>
                </a:cubicBezTo>
                <a:cubicBezTo>
                  <a:pt x="736" y="959"/>
                  <a:pt x="740" y="959"/>
                  <a:pt x="744" y="956"/>
                </a:cubicBezTo>
                <a:cubicBezTo>
                  <a:pt x="750" y="953"/>
                  <a:pt x="754" y="946"/>
                  <a:pt x="756" y="938"/>
                </a:cubicBezTo>
                <a:cubicBezTo>
                  <a:pt x="756" y="938"/>
                  <a:pt x="756" y="938"/>
                  <a:pt x="756" y="741"/>
                </a:cubicBezTo>
                <a:close/>
                <a:moveTo>
                  <a:pt x="1286" y="399"/>
                </a:moveTo>
                <a:cubicBezTo>
                  <a:pt x="1286" y="399"/>
                  <a:pt x="1286" y="399"/>
                  <a:pt x="1286" y="399"/>
                </a:cubicBezTo>
                <a:cubicBezTo>
                  <a:pt x="762" y="708"/>
                  <a:pt x="762" y="708"/>
                  <a:pt x="762" y="708"/>
                </a:cubicBezTo>
                <a:cubicBezTo>
                  <a:pt x="773" y="715"/>
                  <a:pt x="780" y="728"/>
                  <a:pt x="780" y="741"/>
                </a:cubicBezTo>
                <a:cubicBezTo>
                  <a:pt x="780" y="741"/>
                  <a:pt x="780" y="741"/>
                  <a:pt x="780" y="882"/>
                </a:cubicBezTo>
                <a:cubicBezTo>
                  <a:pt x="780" y="882"/>
                  <a:pt x="780" y="882"/>
                  <a:pt x="1268" y="603"/>
                </a:cubicBezTo>
                <a:cubicBezTo>
                  <a:pt x="1279" y="597"/>
                  <a:pt x="1287" y="584"/>
                  <a:pt x="1287" y="571"/>
                </a:cubicBezTo>
                <a:cubicBezTo>
                  <a:pt x="1287" y="571"/>
                  <a:pt x="1287" y="571"/>
                  <a:pt x="1287" y="407"/>
                </a:cubicBezTo>
                <a:cubicBezTo>
                  <a:pt x="1287" y="404"/>
                  <a:pt x="1287" y="402"/>
                  <a:pt x="1286" y="399"/>
                </a:cubicBezTo>
                <a:close/>
                <a:moveTo>
                  <a:pt x="487" y="733"/>
                </a:moveTo>
                <a:cubicBezTo>
                  <a:pt x="493" y="733"/>
                  <a:pt x="498" y="728"/>
                  <a:pt x="498" y="721"/>
                </a:cubicBezTo>
                <a:cubicBezTo>
                  <a:pt x="498" y="721"/>
                  <a:pt x="498" y="721"/>
                  <a:pt x="498" y="705"/>
                </a:cubicBezTo>
                <a:cubicBezTo>
                  <a:pt x="498" y="698"/>
                  <a:pt x="493" y="689"/>
                  <a:pt x="486" y="685"/>
                </a:cubicBezTo>
                <a:cubicBezTo>
                  <a:pt x="486" y="685"/>
                  <a:pt x="486" y="685"/>
                  <a:pt x="337" y="600"/>
                </a:cubicBezTo>
                <a:cubicBezTo>
                  <a:pt x="328" y="595"/>
                  <a:pt x="320" y="600"/>
                  <a:pt x="320" y="610"/>
                </a:cubicBezTo>
                <a:cubicBezTo>
                  <a:pt x="320" y="610"/>
                  <a:pt x="320" y="610"/>
                  <a:pt x="320" y="625"/>
                </a:cubicBezTo>
                <a:cubicBezTo>
                  <a:pt x="320" y="634"/>
                  <a:pt x="326" y="643"/>
                  <a:pt x="332" y="646"/>
                </a:cubicBezTo>
                <a:cubicBezTo>
                  <a:pt x="332" y="646"/>
                  <a:pt x="332" y="646"/>
                  <a:pt x="481" y="731"/>
                </a:cubicBezTo>
                <a:cubicBezTo>
                  <a:pt x="483" y="732"/>
                  <a:pt x="485" y="733"/>
                  <a:pt x="487" y="733"/>
                </a:cubicBezTo>
                <a:close/>
                <a:moveTo>
                  <a:pt x="626" y="842"/>
                </a:moveTo>
                <a:cubicBezTo>
                  <a:pt x="622" y="836"/>
                  <a:pt x="612" y="835"/>
                  <a:pt x="606" y="839"/>
                </a:cubicBezTo>
                <a:cubicBezTo>
                  <a:pt x="606" y="839"/>
                  <a:pt x="606" y="839"/>
                  <a:pt x="587" y="850"/>
                </a:cubicBezTo>
                <a:cubicBezTo>
                  <a:pt x="587" y="850"/>
                  <a:pt x="587" y="850"/>
                  <a:pt x="587" y="770"/>
                </a:cubicBezTo>
                <a:cubicBezTo>
                  <a:pt x="587" y="770"/>
                  <a:pt x="587" y="770"/>
                  <a:pt x="623" y="750"/>
                </a:cubicBezTo>
                <a:cubicBezTo>
                  <a:pt x="629" y="746"/>
                  <a:pt x="630" y="738"/>
                  <a:pt x="626" y="732"/>
                </a:cubicBezTo>
                <a:cubicBezTo>
                  <a:pt x="626" y="732"/>
                  <a:pt x="626" y="732"/>
                  <a:pt x="626" y="732"/>
                </a:cubicBezTo>
                <a:cubicBezTo>
                  <a:pt x="622" y="727"/>
                  <a:pt x="612" y="724"/>
                  <a:pt x="606" y="728"/>
                </a:cubicBezTo>
                <a:cubicBezTo>
                  <a:pt x="606" y="728"/>
                  <a:pt x="606" y="728"/>
                  <a:pt x="562" y="753"/>
                </a:cubicBezTo>
                <a:cubicBezTo>
                  <a:pt x="557" y="756"/>
                  <a:pt x="556" y="767"/>
                  <a:pt x="556" y="767"/>
                </a:cubicBezTo>
                <a:cubicBezTo>
                  <a:pt x="556" y="767"/>
                  <a:pt x="556" y="767"/>
                  <a:pt x="556" y="869"/>
                </a:cubicBezTo>
                <a:cubicBezTo>
                  <a:pt x="556" y="869"/>
                  <a:pt x="557" y="878"/>
                  <a:pt x="560" y="881"/>
                </a:cubicBezTo>
                <a:cubicBezTo>
                  <a:pt x="563" y="884"/>
                  <a:pt x="573" y="889"/>
                  <a:pt x="579" y="885"/>
                </a:cubicBezTo>
                <a:cubicBezTo>
                  <a:pt x="579" y="885"/>
                  <a:pt x="579" y="885"/>
                  <a:pt x="623" y="859"/>
                </a:cubicBezTo>
                <a:cubicBezTo>
                  <a:pt x="629" y="855"/>
                  <a:pt x="631" y="847"/>
                  <a:pt x="626" y="842"/>
                </a:cubicBezTo>
                <a:close/>
                <a:moveTo>
                  <a:pt x="233" y="619"/>
                </a:moveTo>
                <a:cubicBezTo>
                  <a:pt x="228" y="613"/>
                  <a:pt x="219" y="612"/>
                  <a:pt x="212" y="616"/>
                </a:cubicBezTo>
                <a:cubicBezTo>
                  <a:pt x="212" y="616"/>
                  <a:pt x="212" y="616"/>
                  <a:pt x="193" y="627"/>
                </a:cubicBezTo>
                <a:cubicBezTo>
                  <a:pt x="193" y="627"/>
                  <a:pt x="193" y="627"/>
                  <a:pt x="193" y="547"/>
                </a:cubicBezTo>
                <a:cubicBezTo>
                  <a:pt x="193" y="547"/>
                  <a:pt x="193" y="547"/>
                  <a:pt x="229" y="527"/>
                </a:cubicBezTo>
                <a:cubicBezTo>
                  <a:pt x="236" y="523"/>
                  <a:pt x="236" y="515"/>
                  <a:pt x="232" y="509"/>
                </a:cubicBezTo>
                <a:cubicBezTo>
                  <a:pt x="232" y="509"/>
                  <a:pt x="232" y="509"/>
                  <a:pt x="232" y="509"/>
                </a:cubicBezTo>
                <a:cubicBezTo>
                  <a:pt x="228" y="503"/>
                  <a:pt x="219" y="501"/>
                  <a:pt x="212" y="505"/>
                </a:cubicBezTo>
                <a:cubicBezTo>
                  <a:pt x="212" y="505"/>
                  <a:pt x="212" y="505"/>
                  <a:pt x="168" y="530"/>
                </a:cubicBezTo>
                <a:cubicBezTo>
                  <a:pt x="163" y="533"/>
                  <a:pt x="161" y="544"/>
                  <a:pt x="161" y="544"/>
                </a:cubicBezTo>
                <a:cubicBezTo>
                  <a:pt x="161" y="544"/>
                  <a:pt x="161" y="544"/>
                  <a:pt x="161" y="646"/>
                </a:cubicBezTo>
                <a:cubicBezTo>
                  <a:pt x="161" y="646"/>
                  <a:pt x="163" y="655"/>
                  <a:pt x="166" y="658"/>
                </a:cubicBezTo>
                <a:cubicBezTo>
                  <a:pt x="169" y="661"/>
                  <a:pt x="178" y="666"/>
                  <a:pt x="185" y="662"/>
                </a:cubicBezTo>
                <a:cubicBezTo>
                  <a:pt x="185" y="662"/>
                  <a:pt x="185" y="662"/>
                  <a:pt x="229" y="636"/>
                </a:cubicBezTo>
                <a:cubicBezTo>
                  <a:pt x="236" y="632"/>
                  <a:pt x="237" y="624"/>
                  <a:pt x="233" y="619"/>
                </a:cubicBezTo>
                <a:close/>
              </a:path>
            </a:pathLst>
          </a:custGeom>
          <a:solidFill>
            <a:schemeClr val="tx2"/>
          </a:solidFill>
          <a:ln>
            <a:noFill/>
          </a:ln>
        </p:spPr>
        <p:txBody>
          <a:bodyPr vert="horz" wrap="square" lIns="89635" tIns="44817" rIns="89635" bIns="44817" numCol="1" anchor="t" anchorCtr="0" compatLnSpc="1">
            <a:prstTxWarp prst="textNoShape">
              <a:avLst/>
            </a:prstTxWarp>
          </a:bodyPr>
          <a:lstStyle/>
          <a:p>
            <a:pPr marL="0" marR="0" lvl="0" indent="0" algn="l" defTabSz="91343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pic>
        <p:nvPicPr>
          <p:cNvPr id="6" name="Picture 4" descr="C:\Users\roslyn.ADI\Desktop\DVD_ART36\Artwork_Imagery\Icons - Illustrations\_ WINDOWS SERVER ICONS\Hardware\Virtual Servers 2.png">
            <a:extLst>
              <a:ext uri="{FF2B5EF4-FFF2-40B4-BE49-F238E27FC236}">
                <a16:creationId xmlns:a16="http://schemas.microsoft.com/office/drawing/2014/main" id="{C508A54C-3F91-5F8B-EA07-3DFFE69E07B9}"/>
              </a:ext>
            </a:extLst>
          </p:cNvPr>
          <p:cNvPicPr>
            <a:picLocks noChangeAspect="1" noChangeArrowheads="1"/>
          </p:cNvPicPr>
          <p:nvPr/>
        </p:nvPicPr>
        <p:blipFill>
          <a:blip r:embed="rId3" cstate="print"/>
          <a:srcRect/>
          <a:stretch>
            <a:fillRect/>
          </a:stretch>
        </p:blipFill>
        <p:spPr bwMode="auto">
          <a:xfrm>
            <a:off x="3686500" y="3819730"/>
            <a:ext cx="492017" cy="613536"/>
          </a:xfrm>
          <a:prstGeom prst="rect">
            <a:avLst/>
          </a:prstGeom>
          <a:noFill/>
        </p:spPr>
      </p:pic>
      <p:sp>
        <p:nvSpPr>
          <p:cNvPr id="7" name="テキスト ボックス 6">
            <a:extLst>
              <a:ext uri="{FF2B5EF4-FFF2-40B4-BE49-F238E27FC236}">
                <a16:creationId xmlns:a16="http://schemas.microsoft.com/office/drawing/2014/main" id="{68508D39-89F2-75A0-5E34-40DA087F50C9}"/>
              </a:ext>
            </a:extLst>
          </p:cNvPr>
          <p:cNvSpPr txBox="1"/>
          <p:nvPr/>
        </p:nvSpPr>
        <p:spPr>
          <a:xfrm>
            <a:off x="3490240" y="3512531"/>
            <a:ext cx="884537" cy="215444"/>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仮想マシン </a:t>
            </a:r>
            <a:r>
              <a:rPr kumimoji="1" lang="en-US" altLang="ja-JP" sz="1400" b="0"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1</a:t>
            </a:r>
            <a:endParaRPr kumimoji="1" lang="ja-JP" altLang="en-US" sz="1400" b="0"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
        <p:nvSpPr>
          <p:cNvPr id="8" name="テキスト ボックス 7">
            <a:extLst>
              <a:ext uri="{FF2B5EF4-FFF2-40B4-BE49-F238E27FC236}">
                <a16:creationId xmlns:a16="http://schemas.microsoft.com/office/drawing/2014/main" id="{6853617A-3B0B-1AB5-AF9A-09086CA44227}"/>
              </a:ext>
            </a:extLst>
          </p:cNvPr>
          <p:cNvSpPr txBox="1"/>
          <p:nvPr/>
        </p:nvSpPr>
        <p:spPr>
          <a:xfrm>
            <a:off x="3562695" y="3923219"/>
            <a:ext cx="648254" cy="492443"/>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1"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内部 </a:t>
            </a:r>
            <a:r>
              <a:rPr kumimoji="1" lang="en-US" altLang="ja-JP" sz="1600" b="1"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IP</a:t>
            </a:r>
            <a:r>
              <a:rPr kumimoji="1" lang="ja-JP" altLang="en-US" sz="1600" b="1"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 </a:t>
            </a:r>
            <a:endParaRPr kumimoji="1" lang="en-US" altLang="ja-JP" sz="1600" b="1"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1"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アドレス</a:t>
            </a:r>
            <a:endParaRPr kumimoji="1" lang="en-US" altLang="ja-JP" sz="1600" b="1"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cxnSp>
        <p:nvCxnSpPr>
          <p:cNvPr id="10" name="直線コネクタ 9">
            <a:extLst>
              <a:ext uri="{FF2B5EF4-FFF2-40B4-BE49-F238E27FC236}">
                <a16:creationId xmlns:a16="http://schemas.microsoft.com/office/drawing/2014/main" id="{F4BEFCAE-4A5C-4CD5-94AA-E537794F462B}"/>
              </a:ext>
            </a:extLst>
          </p:cNvPr>
          <p:cNvCxnSpPr/>
          <p:nvPr/>
        </p:nvCxnSpPr>
        <p:spPr>
          <a:xfrm flipV="1">
            <a:off x="2814780" y="5197481"/>
            <a:ext cx="6733309" cy="3273"/>
          </a:xfrm>
          <a:prstGeom prst="line">
            <a:avLst/>
          </a:prstGeom>
          <a:ln w="38100">
            <a:solidFill>
              <a:schemeClr val="accent1">
                <a:lumMod val="60000"/>
                <a:lumOff val="40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8B6503D8-FFE6-AE05-D9FA-F4C5386077B6}"/>
              </a:ext>
            </a:extLst>
          </p:cNvPr>
          <p:cNvCxnSpPr/>
          <p:nvPr/>
        </p:nvCxnSpPr>
        <p:spPr>
          <a:xfrm flipV="1">
            <a:off x="3932508" y="4695901"/>
            <a:ext cx="0" cy="501580"/>
          </a:xfrm>
          <a:prstGeom prst="straightConnector1">
            <a:avLst/>
          </a:prstGeom>
          <a:ln w="38100">
            <a:solidFill>
              <a:schemeClr val="accent1">
                <a:lumMod val="60000"/>
                <a:lumOff val="40000"/>
              </a:schemeClr>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3AFD6DA0-5A26-3686-38DC-352C7AE4A86B}"/>
              </a:ext>
            </a:extLst>
          </p:cNvPr>
          <p:cNvCxnSpPr/>
          <p:nvPr/>
        </p:nvCxnSpPr>
        <p:spPr>
          <a:xfrm flipV="1">
            <a:off x="5296478" y="4721011"/>
            <a:ext cx="0" cy="476470"/>
          </a:xfrm>
          <a:prstGeom prst="straightConnector1">
            <a:avLst/>
          </a:prstGeom>
          <a:ln w="38100">
            <a:solidFill>
              <a:schemeClr val="accent1">
                <a:lumMod val="60000"/>
                <a:lumOff val="40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8D193E15-D8EF-C527-7CA4-275B1EAE789E}"/>
              </a:ext>
            </a:extLst>
          </p:cNvPr>
          <p:cNvSpPr txBox="1"/>
          <p:nvPr/>
        </p:nvSpPr>
        <p:spPr>
          <a:xfrm>
            <a:off x="4854210" y="3512531"/>
            <a:ext cx="884537" cy="215444"/>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仮想マシン </a:t>
            </a:r>
            <a:r>
              <a:rPr kumimoji="1" lang="en-US" altLang="ja-JP" sz="1400" b="0"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2</a:t>
            </a:r>
            <a:endParaRPr kumimoji="1" lang="ja-JP" altLang="en-US" sz="1400" b="0"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
        <p:nvSpPr>
          <p:cNvPr id="14" name="Rounded Rectangle 75">
            <a:extLst>
              <a:ext uri="{FF2B5EF4-FFF2-40B4-BE49-F238E27FC236}">
                <a16:creationId xmlns:a16="http://schemas.microsoft.com/office/drawing/2014/main" id="{BABBACDF-5D36-5BF3-26F9-8E5C38C2FC47}"/>
              </a:ext>
            </a:extLst>
          </p:cNvPr>
          <p:cNvSpPr/>
          <p:nvPr/>
        </p:nvSpPr>
        <p:spPr bwMode="auto">
          <a:xfrm>
            <a:off x="7106226" y="3200648"/>
            <a:ext cx="1620982" cy="1726342"/>
          </a:xfrm>
          <a:prstGeom prst="roundRect">
            <a:avLst>
              <a:gd name="adj" fmla="val 10259"/>
            </a:avLst>
          </a:prstGeom>
          <a:noFill/>
          <a:ln w="28575">
            <a:solidFill>
              <a:schemeClr val="accent1">
                <a:lumMod val="60000"/>
                <a:lumOff val="4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79277" tIns="143422" rIns="179277" bIns="143422" numCol="1" spcCol="0" rtlCol="0" fromWordArt="0" anchor="t" anchorCtr="0" forceAA="0" compatLnSpc="1">
            <a:prstTxWarp prst="textNoShape">
              <a:avLst/>
            </a:prstTxWarp>
            <a:noAutofit/>
          </a:bodyPr>
          <a:lstStyle/>
          <a:p>
            <a:pPr marL="0" marR="0" lvl="0" indent="0" algn="ctr" defTabSz="896091" rtl="0" eaLnBrk="1" fontAlgn="base" latinLnBrk="0" hangingPunct="1">
              <a:lnSpc>
                <a:spcPct val="90000"/>
              </a:lnSpc>
              <a:spcBef>
                <a:spcPct val="0"/>
              </a:spcBef>
              <a:spcAft>
                <a:spcPct val="0"/>
              </a:spcAft>
              <a:buClrTx/>
              <a:buSzTx/>
              <a:buFontTx/>
              <a:buNone/>
              <a:tabLst/>
              <a:defRPr/>
            </a:pPr>
            <a:endParaRPr kumimoji="0" lang="en-US" sz="1800" b="0" i="0" u="none" strike="noStrike" kern="1200" cap="none" spc="-49"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cxnSp>
        <p:nvCxnSpPr>
          <p:cNvPr id="15" name="直線矢印コネクタ 14">
            <a:extLst>
              <a:ext uri="{FF2B5EF4-FFF2-40B4-BE49-F238E27FC236}">
                <a16:creationId xmlns:a16="http://schemas.microsoft.com/office/drawing/2014/main" id="{FB3CB2F9-E95A-0F8C-061B-26EF465ADDB3}"/>
              </a:ext>
            </a:extLst>
          </p:cNvPr>
          <p:cNvCxnSpPr/>
          <p:nvPr/>
        </p:nvCxnSpPr>
        <p:spPr>
          <a:xfrm flipV="1">
            <a:off x="7802421" y="4676575"/>
            <a:ext cx="6766" cy="524179"/>
          </a:xfrm>
          <a:prstGeom prst="straightConnector1">
            <a:avLst/>
          </a:prstGeom>
          <a:ln w="38100">
            <a:solidFill>
              <a:schemeClr val="accent1">
                <a:lumMod val="60000"/>
                <a:lumOff val="40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CDA07365-3A13-3483-D640-FF305A9BDB70}"/>
              </a:ext>
            </a:extLst>
          </p:cNvPr>
          <p:cNvSpPr txBox="1"/>
          <p:nvPr/>
        </p:nvSpPr>
        <p:spPr>
          <a:xfrm>
            <a:off x="7363535" y="3512531"/>
            <a:ext cx="884538" cy="215444"/>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仮想マシン </a:t>
            </a:r>
            <a:r>
              <a:rPr kumimoji="1" lang="en-US" altLang="ja-JP" sz="1400" b="0"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3</a:t>
            </a:r>
            <a:endParaRPr kumimoji="1" lang="ja-JP" altLang="en-US" sz="1400" b="0"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
        <p:nvSpPr>
          <p:cNvPr id="17" name="Freeform 24">
            <a:extLst>
              <a:ext uri="{FF2B5EF4-FFF2-40B4-BE49-F238E27FC236}">
                <a16:creationId xmlns:a16="http://schemas.microsoft.com/office/drawing/2014/main" id="{73F167EB-487D-D1CD-2E75-AF412828A50F}"/>
              </a:ext>
            </a:extLst>
          </p:cNvPr>
          <p:cNvSpPr>
            <a:spLocks noEditPoints="1"/>
          </p:cNvSpPr>
          <p:nvPr/>
        </p:nvSpPr>
        <p:spPr bwMode="black">
          <a:xfrm>
            <a:off x="4907894" y="4237601"/>
            <a:ext cx="777169" cy="386005"/>
          </a:xfrm>
          <a:custGeom>
            <a:avLst/>
            <a:gdLst>
              <a:gd name="T0" fmla="*/ 524 w 1369"/>
              <a:gd name="T1" fmla="*/ 115 h 1057"/>
              <a:gd name="T2" fmla="*/ 373 w 1369"/>
              <a:gd name="T3" fmla="*/ 228 h 1057"/>
              <a:gd name="T4" fmla="*/ 455 w 1369"/>
              <a:gd name="T5" fmla="*/ 153 h 1057"/>
              <a:gd name="T6" fmla="*/ 5 w 1369"/>
              <a:gd name="T7" fmla="*/ 634 h 1057"/>
              <a:gd name="T8" fmla="*/ 149 w 1369"/>
              <a:gd name="T9" fmla="*/ 320 h 1057"/>
              <a:gd name="T10" fmla="*/ 26 w 1369"/>
              <a:gd name="T11" fmla="*/ 509 h 1057"/>
              <a:gd name="T12" fmla="*/ 652 w 1369"/>
              <a:gd name="T13" fmla="*/ 75 h 1057"/>
              <a:gd name="T14" fmla="*/ 36 w 1369"/>
              <a:gd name="T15" fmla="*/ 435 h 1057"/>
              <a:gd name="T16" fmla="*/ 28 w 1369"/>
              <a:gd name="T17" fmla="*/ 478 h 1057"/>
              <a:gd name="T18" fmla="*/ 9 w 1369"/>
              <a:gd name="T19" fmla="*/ 353 h 1057"/>
              <a:gd name="T20" fmla="*/ 1045 w 1369"/>
              <a:gd name="T21" fmla="*/ 157 h 1057"/>
              <a:gd name="T22" fmla="*/ 1251 w 1369"/>
              <a:gd name="T23" fmla="*/ 278 h 1057"/>
              <a:gd name="T24" fmla="*/ 1184 w 1369"/>
              <a:gd name="T25" fmla="*/ 236 h 1057"/>
              <a:gd name="T26" fmla="*/ 1369 w 1369"/>
              <a:gd name="T27" fmla="*/ 439 h 1057"/>
              <a:gd name="T28" fmla="*/ 1349 w 1369"/>
              <a:gd name="T29" fmla="*/ 356 h 1057"/>
              <a:gd name="T30" fmla="*/ 1150 w 1369"/>
              <a:gd name="T31" fmla="*/ 216 h 1057"/>
              <a:gd name="T32" fmla="*/ 859 w 1369"/>
              <a:gd name="T33" fmla="*/ 52 h 1057"/>
              <a:gd name="T34" fmla="*/ 781 w 1369"/>
              <a:gd name="T35" fmla="*/ 39 h 1057"/>
              <a:gd name="T36" fmla="*/ 746 w 1369"/>
              <a:gd name="T37" fmla="*/ 26 h 1057"/>
              <a:gd name="T38" fmla="*/ 682 w 1369"/>
              <a:gd name="T39" fmla="*/ 56 h 1057"/>
              <a:gd name="T40" fmla="*/ 67 w 1369"/>
              <a:gd name="T41" fmla="*/ 682 h 1057"/>
              <a:gd name="T42" fmla="*/ 963 w 1369"/>
              <a:gd name="T43" fmla="*/ 142 h 1057"/>
              <a:gd name="T44" fmla="*/ 906 w 1369"/>
              <a:gd name="T45" fmla="*/ 82 h 1057"/>
              <a:gd name="T46" fmla="*/ 247 w 1369"/>
              <a:gd name="T47" fmla="*/ 268 h 1057"/>
              <a:gd name="T48" fmla="*/ 1073 w 1369"/>
              <a:gd name="T49" fmla="*/ 766 h 1057"/>
              <a:gd name="T50" fmla="*/ 974 w 1369"/>
              <a:gd name="T51" fmla="*/ 824 h 1057"/>
              <a:gd name="T52" fmla="*/ 1048 w 1369"/>
              <a:gd name="T53" fmla="*/ 780 h 1057"/>
              <a:gd name="T54" fmla="*/ 834 w 1369"/>
              <a:gd name="T55" fmla="*/ 948 h 1057"/>
              <a:gd name="T56" fmla="*/ 882 w 1369"/>
              <a:gd name="T57" fmla="*/ 910 h 1057"/>
              <a:gd name="T58" fmla="*/ 1199 w 1369"/>
              <a:gd name="T59" fmla="*/ 723 h 1057"/>
              <a:gd name="T60" fmla="*/ 61 w 1369"/>
              <a:gd name="T61" fmla="*/ 327 h 1057"/>
              <a:gd name="T62" fmla="*/ 1353 w 1369"/>
              <a:gd name="T63" fmla="*/ 606 h 1057"/>
              <a:gd name="T64" fmla="*/ 1342 w 1369"/>
              <a:gd name="T65" fmla="*/ 518 h 1057"/>
              <a:gd name="T66" fmla="*/ 789 w 1369"/>
              <a:gd name="T67" fmla="*/ 977 h 1057"/>
              <a:gd name="T68" fmla="*/ 791 w 1369"/>
              <a:gd name="T69" fmla="*/ 972 h 1057"/>
              <a:gd name="T70" fmla="*/ 1249 w 1369"/>
              <a:gd name="T71" fmla="*/ 662 h 1057"/>
              <a:gd name="T72" fmla="*/ 1318 w 1369"/>
              <a:gd name="T73" fmla="*/ 616 h 1057"/>
              <a:gd name="T74" fmla="*/ 357 w 1369"/>
              <a:gd name="T75" fmla="*/ 821 h 1057"/>
              <a:gd name="T76" fmla="*/ 249 w 1369"/>
              <a:gd name="T77" fmla="*/ 759 h 1057"/>
              <a:gd name="T78" fmla="*/ 179 w 1369"/>
              <a:gd name="T79" fmla="*/ 721 h 1057"/>
              <a:gd name="T80" fmla="*/ 133 w 1369"/>
              <a:gd name="T81" fmla="*/ 704 h 1057"/>
              <a:gd name="T82" fmla="*/ 139 w 1369"/>
              <a:gd name="T83" fmla="*/ 731 h 1057"/>
              <a:gd name="T84" fmla="*/ 711 w 1369"/>
              <a:gd name="T85" fmla="*/ 1056 h 1057"/>
              <a:gd name="T86" fmla="*/ 606 w 1369"/>
              <a:gd name="T87" fmla="*/ 984 h 1057"/>
              <a:gd name="T88" fmla="*/ 614 w 1369"/>
              <a:gd name="T89" fmla="*/ 998 h 1057"/>
              <a:gd name="T90" fmla="*/ 555 w 1369"/>
              <a:gd name="T91" fmla="*/ 933 h 1057"/>
              <a:gd name="T92" fmla="*/ 676 w 1369"/>
              <a:gd name="T93" fmla="*/ 1024 h 1057"/>
              <a:gd name="T94" fmla="*/ 489 w 1369"/>
              <a:gd name="T95" fmla="*/ 898 h 1057"/>
              <a:gd name="T96" fmla="*/ 1274 w 1369"/>
              <a:gd name="T97" fmla="*/ 378 h 1057"/>
              <a:gd name="T98" fmla="*/ 749 w 1369"/>
              <a:gd name="T99" fmla="*/ 729 h 1057"/>
              <a:gd name="T100" fmla="*/ 146 w 1369"/>
              <a:gd name="T101" fmla="*/ 631 h 1057"/>
              <a:gd name="T102" fmla="*/ 600 w 1369"/>
              <a:gd name="T103" fmla="*/ 889 h 1057"/>
              <a:gd name="T104" fmla="*/ 780 w 1369"/>
              <a:gd name="T105" fmla="*/ 741 h 1057"/>
              <a:gd name="T106" fmla="*/ 486 w 1369"/>
              <a:gd name="T107" fmla="*/ 685 h 1057"/>
              <a:gd name="T108" fmla="*/ 587 w 1369"/>
              <a:gd name="T109" fmla="*/ 850 h 1057"/>
              <a:gd name="T110" fmla="*/ 560 w 1369"/>
              <a:gd name="T111" fmla="*/ 881 h 1057"/>
              <a:gd name="T112" fmla="*/ 232 w 1369"/>
              <a:gd name="T113" fmla="*/ 509 h 1057"/>
              <a:gd name="T114" fmla="*/ 233 w 1369"/>
              <a:gd name="T115" fmla="*/ 619 h 10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69" h="1057">
                <a:moveTo>
                  <a:pt x="234" y="304"/>
                </a:moveTo>
                <a:cubicBezTo>
                  <a:pt x="234" y="304"/>
                  <a:pt x="234" y="304"/>
                  <a:pt x="234" y="304"/>
                </a:cubicBezTo>
                <a:cubicBezTo>
                  <a:pt x="190" y="329"/>
                  <a:pt x="190" y="329"/>
                  <a:pt x="190" y="329"/>
                </a:cubicBezTo>
                <a:cubicBezTo>
                  <a:pt x="178" y="305"/>
                  <a:pt x="178" y="305"/>
                  <a:pt x="178" y="305"/>
                </a:cubicBezTo>
                <a:cubicBezTo>
                  <a:pt x="222" y="280"/>
                  <a:pt x="222" y="280"/>
                  <a:pt x="222" y="280"/>
                </a:cubicBezTo>
                <a:cubicBezTo>
                  <a:pt x="234" y="304"/>
                  <a:pt x="234" y="304"/>
                  <a:pt x="234" y="304"/>
                </a:cubicBezTo>
                <a:close/>
                <a:moveTo>
                  <a:pt x="581" y="113"/>
                </a:moveTo>
                <a:cubicBezTo>
                  <a:pt x="569" y="91"/>
                  <a:pt x="569" y="91"/>
                  <a:pt x="569" y="91"/>
                </a:cubicBezTo>
                <a:cubicBezTo>
                  <a:pt x="524" y="115"/>
                  <a:pt x="524" y="115"/>
                  <a:pt x="524" y="115"/>
                </a:cubicBezTo>
                <a:cubicBezTo>
                  <a:pt x="537" y="138"/>
                  <a:pt x="537" y="138"/>
                  <a:pt x="537" y="138"/>
                </a:cubicBezTo>
                <a:cubicBezTo>
                  <a:pt x="581" y="113"/>
                  <a:pt x="581" y="113"/>
                  <a:pt x="581" y="113"/>
                </a:cubicBezTo>
                <a:cubicBezTo>
                  <a:pt x="581" y="113"/>
                  <a:pt x="581" y="113"/>
                  <a:pt x="581" y="113"/>
                </a:cubicBezTo>
                <a:close/>
                <a:moveTo>
                  <a:pt x="373" y="228"/>
                </a:moveTo>
                <a:cubicBezTo>
                  <a:pt x="360" y="205"/>
                  <a:pt x="360" y="205"/>
                  <a:pt x="360" y="205"/>
                </a:cubicBezTo>
                <a:cubicBezTo>
                  <a:pt x="316" y="230"/>
                  <a:pt x="316" y="230"/>
                  <a:pt x="316" y="230"/>
                </a:cubicBezTo>
                <a:cubicBezTo>
                  <a:pt x="329" y="252"/>
                  <a:pt x="329" y="252"/>
                  <a:pt x="329" y="252"/>
                </a:cubicBezTo>
                <a:cubicBezTo>
                  <a:pt x="373" y="228"/>
                  <a:pt x="373" y="228"/>
                  <a:pt x="373" y="228"/>
                </a:cubicBezTo>
                <a:cubicBezTo>
                  <a:pt x="373" y="228"/>
                  <a:pt x="373" y="228"/>
                  <a:pt x="373" y="228"/>
                </a:cubicBezTo>
                <a:close/>
                <a:moveTo>
                  <a:pt x="443" y="190"/>
                </a:moveTo>
                <a:cubicBezTo>
                  <a:pt x="430" y="167"/>
                  <a:pt x="430" y="167"/>
                  <a:pt x="430" y="167"/>
                </a:cubicBezTo>
                <a:cubicBezTo>
                  <a:pt x="385" y="190"/>
                  <a:pt x="385" y="190"/>
                  <a:pt x="385" y="190"/>
                </a:cubicBezTo>
                <a:cubicBezTo>
                  <a:pt x="398" y="214"/>
                  <a:pt x="398" y="214"/>
                  <a:pt x="398" y="214"/>
                </a:cubicBezTo>
                <a:cubicBezTo>
                  <a:pt x="443" y="190"/>
                  <a:pt x="443" y="190"/>
                  <a:pt x="443" y="190"/>
                </a:cubicBezTo>
                <a:cubicBezTo>
                  <a:pt x="443" y="190"/>
                  <a:pt x="443" y="190"/>
                  <a:pt x="443" y="190"/>
                </a:cubicBezTo>
                <a:close/>
                <a:moveTo>
                  <a:pt x="513" y="151"/>
                </a:moveTo>
                <a:cubicBezTo>
                  <a:pt x="501" y="129"/>
                  <a:pt x="501" y="129"/>
                  <a:pt x="501" y="129"/>
                </a:cubicBezTo>
                <a:cubicBezTo>
                  <a:pt x="455" y="153"/>
                  <a:pt x="455" y="153"/>
                  <a:pt x="455" y="153"/>
                </a:cubicBezTo>
                <a:cubicBezTo>
                  <a:pt x="468" y="176"/>
                  <a:pt x="468" y="176"/>
                  <a:pt x="468" y="176"/>
                </a:cubicBezTo>
                <a:cubicBezTo>
                  <a:pt x="513" y="151"/>
                  <a:pt x="513" y="151"/>
                  <a:pt x="513" y="151"/>
                </a:cubicBezTo>
                <a:cubicBezTo>
                  <a:pt x="513" y="151"/>
                  <a:pt x="513" y="151"/>
                  <a:pt x="513" y="151"/>
                </a:cubicBezTo>
                <a:close/>
                <a:moveTo>
                  <a:pt x="32" y="631"/>
                </a:moveTo>
                <a:cubicBezTo>
                  <a:pt x="30" y="620"/>
                  <a:pt x="30" y="607"/>
                  <a:pt x="29" y="592"/>
                </a:cubicBezTo>
                <a:cubicBezTo>
                  <a:pt x="28" y="587"/>
                  <a:pt x="28" y="587"/>
                  <a:pt x="28" y="587"/>
                </a:cubicBezTo>
                <a:cubicBezTo>
                  <a:pt x="1" y="589"/>
                  <a:pt x="1" y="589"/>
                  <a:pt x="1" y="589"/>
                </a:cubicBezTo>
                <a:cubicBezTo>
                  <a:pt x="1" y="595"/>
                  <a:pt x="1" y="595"/>
                  <a:pt x="1" y="595"/>
                </a:cubicBezTo>
                <a:cubicBezTo>
                  <a:pt x="3" y="608"/>
                  <a:pt x="3" y="622"/>
                  <a:pt x="5" y="634"/>
                </a:cubicBezTo>
                <a:cubicBezTo>
                  <a:pt x="6" y="639"/>
                  <a:pt x="6" y="639"/>
                  <a:pt x="6" y="639"/>
                </a:cubicBezTo>
                <a:cubicBezTo>
                  <a:pt x="33" y="636"/>
                  <a:pt x="33" y="636"/>
                  <a:pt x="33" y="636"/>
                </a:cubicBezTo>
                <a:cubicBezTo>
                  <a:pt x="32" y="631"/>
                  <a:pt x="32" y="631"/>
                  <a:pt x="32" y="631"/>
                </a:cubicBezTo>
                <a:cubicBezTo>
                  <a:pt x="32" y="631"/>
                  <a:pt x="32" y="631"/>
                  <a:pt x="32" y="631"/>
                </a:cubicBezTo>
                <a:close/>
                <a:moveTo>
                  <a:pt x="143" y="346"/>
                </a:moveTo>
                <a:cubicBezTo>
                  <a:pt x="148" y="346"/>
                  <a:pt x="152" y="346"/>
                  <a:pt x="157" y="344"/>
                </a:cubicBezTo>
                <a:cubicBezTo>
                  <a:pt x="162" y="343"/>
                  <a:pt x="162" y="343"/>
                  <a:pt x="162" y="343"/>
                </a:cubicBezTo>
                <a:cubicBezTo>
                  <a:pt x="154" y="318"/>
                  <a:pt x="154" y="318"/>
                  <a:pt x="154" y="318"/>
                </a:cubicBezTo>
                <a:cubicBezTo>
                  <a:pt x="149" y="320"/>
                  <a:pt x="149" y="320"/>
                  <a:pt x="149" y="320"/>
                </a:cubicBezTo>
                <a:cubicBezTo>
                  <a:pt x="143" y="322"/>
                  <a:pt x="133" y="320"/>
                  <a:pt x="118" y="316"/>
                </a:cubicBezTo>
                <a:cubicBezTo>
                  <a:pt x="113" y="315"/>
                  <a:pt x="113" y="315"/>
                  <a:pt x="113" y="315"/>
                </a:cubicBezTo>
                <a:cubicBezTo>
                  <a:pt x="105" y="338"/>
                  <a:pt x="105" y="338"/>
                  <a:pt x="105" y="338"/>
                </a:cubicBezTo>
                <a:cubicBezTo>
                  <a:pt x="110" y="341"/>
                  <a:pt x="110" y="341"/>
                  <a:pt x="110" y="341"/>
                </a:cubicBezTo>
                <a:cubicBezTo>
                  <a:pt x="124" y="344"/>
                  <a:pt x="134" y="346"/>
                  <a:pt x="143" y="346"/>
                </a:cubicBezTo>
                <a:close/>
                <a:moveTo>
                  <a:pt x="26" y="554"/>
                </a:moveTo>
                <a:cubicBezTo>
                  <a:pt x="26" y="543"/>
                  <a:pt x="26" y="534"/>
                  <a:pt x="26" y="525"/>
                </a:cubicBezTo>
                <a:cubicBezTo>
                  <a:pt x="26" y="521"/>
                  <a:pt x="26" y="518"/>
                  <a:pt x="26" y="514"/>
                </a:cubicBezTo>
                <a:cubicBezTo>
                  <a:pt x="26" y="509"/>
                  <a:pt x="26" y="509"/>
                  <a:pt x="26" y="509"/>
                </a:cubicBezTo>
                <a:cubicBezTo>
                  <a:pt x="0" y="509"/>
                  <a:pt x="0" y="509"/>
                  <a:pt x="0" y="509"/>
                </a:cubicBezTo>
                <a:cubicBezTo>
                  <a:pt x="0" y="514"/>
                  <a:pt x="0" y="514"/>
                  <a:pt x="0" y="514"/>
                </a:cubicBezTo>
                <a:cubicBezTo>
                  <a:pt x="0" y="517"/>
                  <a:pt x="0" y="521"/>
                  <a:pt x="0" y="525"/>
                </a:cubicBezTo>
                <a:cubicBezTo>
                  <a:pt x="0" y="534"/>
                  <a:pt x="0" y="544"/>
                  <a:pt x="0" y="554"/>
                </a:cubicBezTo>
                <a:cubicBezTo>
                  <a:pt x="0" y="560"/>
                  <a:pt x="0" y="560"/>
                  <a:pt x="0" y="560"/>
                </a:cubicBezTo>
                <a:cubicBezTo>
                  <a:pt x="26" y="559"/>
                  <a:pt x="26" y="559"/>
                  <a:pt x="26" y="559"/>
                </a:cubicBezTo>
                <a:cubicBezTo>
                  <a:pt x="26" y="554"/>
                  <a:pt x="26" y="554"/>
                  <a:pt x="26" y="554"/>
                </a:cubicBezTo>
                <a:cubicBezTo>
                  <a:pt x="26" y="554"/>
                  <a:pt x="26" y="554"/>
                  <a:pt x="26" y="554"/>
                </a:cubicBezTo>
                <a:close/>
                <a:moveTo>
                  <a:pt x="652" y="75"/>
                </a:moveTo>
                <a:cubicBezTo>
                  <a:pt x="639" y="54"/>
                  <a:pt x="639" y="54"/>
                  <a:pt x="639" y="54"/>
                </a:cubicBezTo>
                <a:cubicBezTo>
                  <a:pt x="594" y="77"/>
                  <a:pt x="594" y="77"/>
                  <a:pt x="594" y="77"/>
                </a:cubicBezTo>
                <a:cubicBezTo>
                  <a:pt x="606" y="101"/>
                  <a:pt x="606" y="101"/>
                  <a:pt x="606" y="101"/>
                </a:cubicBezTo>
                <a:cubicBezTo>
                  <a:pt x="652" y="75"/>
                  <a:pt x="652" y="75"/>
                  <a:pt x="652" y="75"/>
                </a:cubicBezTo>
                <a:cubicBezTo>
                  <a:pt x="652" y="75"/>
                  <a:pt x="652" y="75"/>
                  <a:pt x="652" y="75"/>
                </a:cubicBezTo>
                <a:close/>
                <a:moveTo>
                  <a:pt x="28" y="478"/>
                </a:moveTo>
                <a:cubicBezTo>
                  <a:pt x="29" y="476"/>
                  <a:pt x="29" y="475"/>
                  <a:pt x="29" y="475"/>
                </a:cubicBezTo>
                <a:cubicBezTo>
                  <a:pt x="34" y="468"/>
                  <a:pt x="36" y="458"/>
                  <a:pt x="36" y="446"/>
                </a:cubicBezTo>
                <a:cubicBezTo>
                  <a:pt x="36" y="443"/>
                  <a:pt x="36" y="439"/>
                  <a:pt x="36" y="435"/>
                </a:cubicBezTo>
                <a:cubicBezTo>
                  <a:pt x="35" y="430"/>
                  <a:pt x="35" y="430"/>
                  <a:pt x="35" y="430"/>
                </a:cubicBezTo>
                <a:cubicBezTo>
                  <a:pt x="9" y="431"/>
                  <a:pt x="9" y="431"/>
                  <a:pt x="9" y="431"/>
                </a:cubicBezTo>
                <a:cubicBezTo>
                  <a:pt x="9" y="437"/>
                  <a:pt x="9" y="437"/>
                  <a:pt x="9" y="437"/>
                </a:cubicBezTo>
                <a:cubicBezTo>
                  <a:pt x="9" y="440"/>
                  <a:pt x="9" y="443"/>
                  <a:pt x="9" y="446"/>
                </a:cubicBezTo>
                <a:cubicBezTo>
                  <a:pt x="9" y="456"/>
                  <a:pt x="8" y="460"/>
                  <a:pt x="7" y="461"/>
                </a:cubicBezTo>
                <a:cubicBezTo>
                  <a:pt x="5" y="464"/>
                  <a:pt x="3" y="467"/>
                  <a:pt x="2" y="472"/>
                </a:cubicBezTo>
                <a:cubicBezTo>
                  <a:pt x="1" y="477"/>
                  <a:pt x="1" y="477"/>
                  <a:pt x="1" y="477"/>
                </a:cubicBezTo>
                <a:cubicBezTo>
                  <a:pt x="27" y="484"/>
                  <a:pt x="27" y="484"/>
                  <a:pt x="27" y="484"/>
                </a:cubicBezTo>
                <a:cubicBezTo>
                  <a:pt x="28" y="478"/>
                  <a:pt x="28" y="478"/>
                  <a:pt x="28" y="478"/>
                </a:cubicBezTo>
                <a:cubicBezTo>
                  <a:pt x="28" y="478"/>
                  <a:pt x="28" y="478"/>
                  <a:pt x="28" y="478"/>
                </a:cubicBezTo>
                <a:close/>
                <a:moveTo>
                  <a:pt x="5" y="404"/>
                </a:moveTo>
                <a:cubicBezTo>
                  <a:pt x="31" y="400"/>
                  <a:pt x="31" y="400"/>
                  <a:pt x="31" y="400"/>
                </a:cubicBezTo>
                <a:cubicBezTo>
                  <a:pt x="30" y="395"/>
                  <a:pt x="30" y="395"/>
                  <a:pt x="30" y="395"/>
                </a:cubicBezTo>
                <a:cubicBezTo>
                  <a:pt x="29" y="391"/>
                  <a:pt x="28" y="384"/>
                  <a:pt x="28" y="382"/>
                </a:cubicBezTo>
                <a:cubicBezTo>
                  <a:pt x="28" y="380"/>
                  <a:pt x="29" y="374"/>
                  <a:pt x="34" y="363"/>
                </a:cubicBezTo>
                <a:cubicBezTo>
                  <a:pt x="36" y="358"/>
                  <a:pt x="36" y="358"/>
                  <a:pt x="36" y="358"/>
                </a:cubicBezTo>
                <a:cubicBezTo>
                  <a:pt x="11" y="348"/>
                  <a:pt x="11" y="348"/>
                  <a:pt x="11" y="348"/>
                </a:cubicBezTo>
                <a:cubicBezTo>
                  <a:pt x="9" y="353"/>
                  <a:pt x="9" y="353"/>
                  <a:pt x="9" y="353"/>
                </a:cubicBezTo>
                <a:cubicBezTo>
                  <a:pt x="6" y="361"/>
                  <a:pt x="1" y="373"/>
                  <a:pt x="1" y="382"/>
                </a:cubicBezTo>
                <a:cubicBezTo>
                  <a:pt x="1" y="386"/>
                  <a:pt x="2" y="391"/>
                  <a:pt x="3" y="399"/>
                </a:cubicBezTo>
                <a:cubicBezTo>
                  <a:pt x="5" y="404"/>
                  <a:pt x="5" y="404"/>
                  <a:pt x="5" y="404"/>
                </a:cubicBezTo>
                <a:cubicBezTo>
                  <a:pt x="5" y="404"/>
                  <a:pt x="5" y="404"/>
                  <a:pt x="5" y="404"/>
                </a:cubicBezTo>
                <a:close/>
                <a:moveTo>
                  <a:pt x="1067" y="199"/>
                </a:moveTo>
                <a:cubicBezTo>
                  <a:pt x="1072" y="201"/>
                  <a:pt x="1072" y="201"/>
                  <a:pt x="1072" y="201"/>
                </a:cubicBezTo>
                <a:cubicBezTo>
                  <a:pt x="1085" y="179"/>
                  <a:pt x="1085" y="179"/>
                  <a:pt x="1085" y="179"/>
                </a:cubicBezTo>
                <a:cubicBezTo>
                  <a:pt x="1080" y="176"/>
                  <a:pt x="1080" y="176"/>
                  <a:pt x="1080" y="176"/>
                </a:cubicBezTo>
                <a:cubicBezTo>
                  <a:pt x="1068" y="170"/>
                  <a:pt x="1057" y="163"/>
                  <a:pt x="1045" y="157"/>
                </a:cubicBezTo>
                <a:cubicBezTo>
                  <a:pt x="1040" y="154"/>
                  <a:pt x="1040" y="154"/>
                  <a:pt x="1040" y="154"/>
                </a:cubicBezTo>
                <a:cubicBezTo>
                  <a:pt x="1027" y="177"/>
                  <a:pt x="1027" y="177"/>
                  <a:pt x="1027" y="177"/>
                </a:cubicBezTo>
                <a:cubicBezTo>
                  <a:pt x="1032" y="180"/>
                  <a:pt x="1032" y="180"/>
                  <a:pt x="1032" y="180"/>
                </a:cubicBezTo>
                <a:cubicBezTo>
                  <a:pt x="1045" y="187"/>
                  <a:pt x="1057" y="193"/>
                  <a:pt x="1067" y="199"/>
                </a:cubicBezTo>
                <a:close/>
                <a:moveTo>
                  <a:pt x="1270" y="323"/>
                </a:moveTo>
                <a:cubicBezTo>
                  <a:pt x="1275" y="326"/>
                  <a:pt x="1275" y="326"/>
                  <a:pt x="1275" y="326"/>
                </a:cubicBezTo>
                <a:cubicBezTo>
                  <a:pt x="1290" y="304"/>
                  <a:pt x="1290" y="304"/>
                  <a:pt x="1290" y="304"/>
                </a:cubicBezTo>
                <a:cubicBezTo>
                  <a:pt x="1286" y="301"/>
                  <a:pt x="1286" y="301"/>
                  <a:pt x="1286" y="301"/>
                </a:cubicBezTo>
                <a:cubicBezTo>
                  <a:pt x="1276" y="294"/>
                  <a:pt x="1264" y="287"/>
                  <a:pt x="1251" y="278"/>
                </a:cubicBezTo>
                <a:cubicBezTo>
                  <a:pt x="1246" y="275"/>
                  <a:pt x="1246" y="275"/>
                  <a:pt x="1246" y="275"/>
                </a:cubicBezTo>
                <a:cubicBezTo>
                  <a:pt x="1232" y="297"/>
                  <a:pt x="1232" y="297"/>
                  <a:pt x="1232" y="297"/>
                </a:cubicBezTo>
                <a:cubicBezTo>
                  <a:pt x="1237" y="300"/>
                  <a:pt x="1237" y="300"/>
                  <a:pt x="1237" y="300"/>
                </a:cubicBezTo>
                <a:cubicBezTo>
                  <a:pt x="1249" y="308"/>
                  <a:pt x="1261" y="316"/>
                  <a:pt x="1270" y="323"/>
                </a:cubicBezTo>
                <a:close/>
                <a:moveTo>
                  <a:pt x="1204" y="279"/>
                </a:moveTo>
                <a:cubicBezTo>
                  <a:pt x="1209" y="282"/>
                  <a:pt x="1209" y="282"/>
                  <a:pt x="1209" y="282"/>
                </a:cubicBezTo>
                <a:cubicBezTo>
                  <a:pt x="1223" y="259"/>
                  <a:pt x="1223" y="259"/>
                  <a:pt x="1223" y="259"/>
                </a:cubicBezTo>
                <a:cubicBezTo>
                  <a:pt x="1217" y="257"/>
                  <a:pt x="1217" y="257"/>
                  <a:pt x="1217" y="257"/>
                </a:cubicBezTo>
                <a:cubicBezTo>
                  <a:pt x="1207" y="250"/>
                  <a:pt x="1196" y="243"/>
                  <a:pt x="1184" y="236"/>
                </a:cubicBezTo>
                <a:cubicBezTo>
                  <a:pt x="1179" y="233"/>
                  <a:pt x="1179" y="233"/>
                  <a:pt x="1179" y="233"/>
                </a:cubicBezTo>
                <a:cubicBezTo>
                  <a:pt x="1166" y="256"/>
                  <a:pt x="1166" y="256"/>
                  <a:pt x="1166" y="256"/>
                </a:cubicBezTo>
                <a:cubicBezTo>
                  <a:pt x="1170" y="259"/>
                  <a:pt x="1170" y="259"/>
                  <a:pt x="1170" y="259"/>
                </a:cubicBezTo>
                <a:cubicBezTo>
                  <a:pt x="1183" y="265"/>
                  <a:pt x="1194" y="272"/>
                  <a:pt x="1204" y="279"/>
                </a:cubicBezTo>
                <a:close/>
                <a:moveTo>
                  <a:pt x="1337" y="403"/>
                </a:moveTo>
                <a:cubicBezTo>
                  <a:pt x="1340" y="414"/>
                  <a:pt x="1341" y="427"/>
                  <a:pt x="1343" y="441"/>
                </a:cubicBezTo>
                <a:cubicBezTo>
                  <a:pt x="1343" y="447"/>
                  <a:pt x="1343" y="447"/>
                  <a:pt x="1343" y="447"/>
                </a:cubicBezTo>
                <a:cubicBezTo>
                  <a:pt x="1369" y="445"/>
                  <a:pt x="1369" y="445"/>
                  <a:pt x="1369" y="445"/>
                </a:cubicBezTo>
                <a:cubicBezTo>
                  <a:pt x="1369" y="439"/>
                  <a:pt x="1369" y="439"/>
                  <a:pt x="1369" y="439"/>
                </a:cubicBezTo>
                <a:cubicBezTo>
                  <a:pt x="1367" y="424"/>
                  <a:pt x="1365" y="410"/>
                  <a:pt x="1363" y="397"/>
                </a:cubicBezTo>
                <a:cubicBezTo>
                  <a:pt x="1362" y="392"/>
                  <a:pt x="1362" y="392"/>
                  <a:pt x="1362" y="392"/>
                </a:cubicBezTo>
                <a:cubicBezTo>
                  <a:pt x="1336" y="397"/>
                  <a:pt x="1336" y="397"/>
                  <a:pt x="1336" y="397"/>
                </a:cubicBezTo>
                <a:cubicBezTo>
                  <a:pt x="1337" y="403"/>
                  <a:pt x="1337" y="403"/>
                  <a:pt x="1337" y="403"/>
                </a:cubicBezTo>
                <a:cubicBezTo>
                  <a:pt x="1337" y="403"/>
                  <a:pt x="1337" y="403"/>
                  <a:pt x="1337" y="403"/>
                </a:cubicBezTo>
                <a:close/>
                <a:moveTo>
                  <a:pt x="1325" y="369"/>
                </a:moveTo>
                <a:cubicBezTo>
                  <a:pt x="1328" y="373"/>
                  <a:pt x="1328" y="373"/>
                  <a:pt x="1328" y="373"/>
                </a:cubicBezTo>
                <a:cubicBezTo>
                  <a:pt x="1352" y="362"/>
                  <a:pt x="1352" y="362"/>
                  <a:pt x="1352" y="362"/>
                </a:cubicBezTo>
                <a:cubicBezTo>
                  <a:pt x="1349" y="356"/>
                  <a:pt x="1349" y="356"/>
                  <a:pt x="1349" y="356"/>
                </a:cubicBezTo>
                <a:cubicBezTo>
                  <a:pt x="1344" y="348"/>
                  <a:pt x="1334" y="338"/>
                  <a:pt x="1318" y="325"/>
                </a:cubicBezTo>
                <a:cubicBezTo>
                  <a:pt x="1313" y="321"/>
                  <a:pt x="1313" y="321"/>
                  <a:pt x="1313" y="321"/>
                </a:cubicBezTo>
                <a:cubicBezTo>
                  <a:pt x="1296" y="342"/>
                  <a:pt x="1296" y="342"/>
                  <a:pt x="1296" y="342"/>
                </a:cubicBezTo>
                <a:cubicBezTo>
                  <a:pt x="1301" y="345"/>
                  <a:pt x="1301" y="345"/>
                  <a:pt x="1301" y="345"/>
                </a:cubicBezTo>
                <a:cubicBezTo>
                  <a:pt x="1319" y="359"/>
                  <a:pt x="1324" y="367"/>
                  <a:pt x="1325" y="369"/>
                </a:cubicBezTo>
                <a:close/>
                <a:moveTo>
                  <a:pt x="1136" y="238"/>
                </a:moveTo>
                <a:cubicBezTo>
                  <a:pt x="1141" y="241"/>
                  <a:pt x="1141" y="241"/>
                  <a:pt x="1141" y="241"/>
                </a:cubicBezTo>
                <a:cubicBezTo>
                  <a:pt x="1155" y="219"/>
                  <a:pt x="1155" y="219"/>
                  <a:pt x="1155" y="219"/>
                </a:cubicBezTo>
                <a:cubicBezTo>
                  <a:pt x="1150" y="216"/>
                  <a:pt x="1150" y="216"/>
                  <a:pt x="1150" y="216"/>
                </a:cubicBezTo>
                <a:cubicBezTo>
                  <a:pt x="1138" y="210"/>
                  <a:pt x="1127" y="203"/>
                  <a:pt x="1115" y="196"/>
                </a:cubicBezTo>
                <a:cubicBezTo>
                  <a:pt x="1109" y="194"/>
                  <a:pt x="1109" y="194"/>
                  <a:pt x="1109" y="194"/>
                </a:cubicBezTo>
                <a:cubicBezTo>
                  <a:pt x="1096" y="216"/>
                  <a:pt x="1096" y="216"/>
                  <a:pt x="1096" y="216"/>
                </a:cubicBezTo>
                <a:cubicBezTo>
                  <a:pt x="1101" y="219"/>
                  <a:pt x="1101" y="219"/>
                  <a:pt x="1101" y="219"/>
                </a:cubicBezTo>
                <a:cubicBezTo>
                  <a:pt x="1113" y="225"/>
                  <a:pt x="1125" y="232"/>
                  <a:pt x="1136" y="238"/>
                </a:cubicBezTo>
                <a:close/>
                <a:moveTo>
                  <a:pt x="844" y="74"/>
                </a:moveTo>
                <a:cubicBezTo>
                  <a:pt x="849" y="77"/>
                  <a:pt x="849" y="77"/>
                  <a:pt x="849" y="77"/>
                </a:cubicBezTo>
                <a:cubicBezTo>
                  <a:pt x="863" y="55"/>
                  <a:pt x="863" y="55"/>
                  <a:pt x="863" y="55"/>
                </a:cubicBezTo>
                <a:cubicBezTo>
                  <a:pt x="859" y="52"/>
                  <a:pt x="859" y="52"/>
                  <a:pt x="859" y="52"/>
                </a:cubicBezTo>
                <a:cubicBezTo>
                  <a:pt x="846" y="44"/>
                  <a:pt x="834" y="37"/>
                  <a:pt x="823" y="31"/>
                </a:cubicBezTo>
                <a:cubicBezTo>
                  <a:pt x="819" y="28"/>
                  <a:pt x="819" y="28"/>
                  <a:pt x="819" y="28"/>
                </a:cubicBezTo>
                <a:cubicBezTo>
                  <a:pt x="805" y="51"/>
                  <a:pt x="805" y="51"/>
                  <a:pt x="805" y="51"/>
                </a:cubicBezTo>
                <a:cubicBezTo>
                  <a:pt x="810" y="54"/>
                  <a:pt x="810" y="54"/>
                  <a:pt x="810" y="54"/>
                </a:cubicBezTo>
                <a:cubicBezTo>
                  <a:pt x="821" y="59"/>
                  <a:pt x="832" y="66"/>
                  <a:pt x="844" y="74"/>
                </a:cubicBezTo>
                <a:close/>
                <a:moveTo>
                  <a:pt x="746" y="26"/>
                </a:moveTo>
                <a:cubicBezTo>
                  <a:pt x="747" y="26"/>
                  <a:pt x="748" y="26"/>
                  <a:pt x="750" y="26"/>
                </a:cubicBezTo>
                <a:cubicBezTo>
                  <a:pt x="753" y="27"/>
                  <a:pt x="761" y="29"/>
                  <a:pt x="776" y="36"/>
                </a:cubicBezTo>
                <a:cubicBezTo>
                  <a:pt x="781" y="39"/>
                  <a:pt x="781" y="39"/>
                  <a:pt x="781" y="39"/>
                </a:cubicBezTo>
                <a:cubicBezTo>
                  <a:pt x="792" y="15"/>
                  <a:pt x="792" y="15"/>
                  <a:pt x="792" y="15"/>
                </a:cubicBezTo>
                <a:cubicBezTo>
                  <a:pt x="787" y="13"/>
                  <a:pt x="787" y="13"/>
                  <a:pt x="787" y="13"/>
                </a:cubicBezTo>
                <a:cubicBezTo>
                  <a:pt x="772" y="5"/>
                  <a:pt x="761" y="1"/>
                  <a:pt x="753" y="0"/>
                </a:cubicBezTo>
                <a:cubicBezTo>
                  <a:pt x="750" y="0"/>
                  <a:pt x="748" y="0"/>
                  <a:pt x="746" y="0"/>
                </a:cubicBezTo>
                <a:cubicBezTo>
                  <a:pt x="746" y="0"/>
                  <a:pt x="746" y="0"/>
                  <a:pt x="746" y="0"/>
                </a:cubicBezTo>
                <a:cubicBezTo>
                  <a:pt x="739" y="0"/>
                  <a:pt x="739" y="0"/>
                  <a:pt x="739" y="0"/>
                </a:cubicBezTo>
                <a:cubicBezTo>
                  <a:pt x="739" y="26"/>
                  <a:pt x="739" y="26"/>
                  <a:pt x="739" y="26"/>
                </a:cubicBezTo>
                <a:cubicBezTo>
                  <a:pt x="746" y="26"/>
                  <a:pt x="746" y="26"/>
                  <a:pt x="746" y="26"/>
                </a:cubicBezTo>
                <a:cubicBezTo>
                  <a:pt x="746" y="26"/>
                  <a:pt x="746" y="26"/>
                  <a:pt x="746" y="26"/>
                </a:cubicBezTo>
                <a:close/>
                <a:moveTo>
                  <a:pt x="682" y="56"/>
                </a:moveTo>
                <a:cubicBezTo>
                  <a:pt x="689" y="51"/>
                  <a:pt x="700" y="43"/>
                  <a:pt x="713" y="37"/>
                </a:cubicBezTo>
                <a:cubicBezTo>
                  <a:pt x="718" y="34"/>
                  <a:pt x="718" y="34"/>
                  <a:pt x="718" y="34"/>
                </a:cubicBezTo>
                <a:cubicBezTo>
                  <a:pt x="706" y="11"/>
                  <a:pt x="706" y="11"/>
                  <a:pt x="706" y="11"/>
                </a:cubicBezTo>
                <a:cubicBezTo>
                  <a:pt x="701" y="13"/>
                  <a:pt x="701" y="13"/>
                  <a:pt x="701" y="13"/>
                </a:cubicBezTo>
                <a:cubicBezTo>
                  <a:pt x="687" y="20"/>
                  <a:pt x="674" y="29"/>
                  <a:pt x="666" y="35"/>
                </a:cubicBezTo>
                <a:cubicBezTo>
                  <a:pt x="661" y="39"/>
                  <a:pt x="661" y="39"/>
                  <a:pt x="661" y="39"/>
                </a:cubicBezTo>
                <a:cubicBezTo>
                  <a:pt x="677" y="60"/>
                  <a:pt x="677" y="60"/>
                  <a:pt x="677" y="60"/>
                </a:cubicBezTo>
                <a:cubicBezTo>
                  <a:pt x="682" y="56"/>
                  <a:pt x="682" y="56"/>
                  <a:pt x="682" y="56"/>
                </a:cubicBezTo>
                <a:cubicBezTo>
                  <a:pt x="682" y="56"/>
                  <a:pt x="682" y="56"/>
                  <a:pt x="682" y="56"/>
                </a:cubicBezTo>
                <a:close/>
                <a:moveTo>
                  <a:pt x="38" y="662"/>
                </a:moveTo>
                <a:cubicBezTo>
                  <a:pt x="35" y="658"/>
                  <a:pt x="35" y="658"/>
                  <a:pt x="35" y="658"/>
                </a:cubicBezTo>
                <a:cubicBezTo>
                  <a:pt x="15" y="675"/>
                  <a:pt x="15" y="675"/>
                  <a:pt x="15" y="675"/>
                </a:cubicBezTo>
                <a:cubicBezTo>
                  <a:pt x="19" y="680"/>
                  <a:pt x="19" y="680"/>
                  <a:pt x="19" y="680"/>
                </a:cubicBezTo>
                <a:cubicBezTo>
                  <a:pt x="29" y="690"/>
                  <a:pt x="44" y="699"/>
                  <a:pt x="55" y="705"/>
                </a:cubicBezTo>
                <a:cubicBezTo>
                  <a:pt x="59" y="707"/>
                  <a:pt x="59" y="707"/>
                  <a:pt x="59" y="707"/>
                </a:cubicBezTo>
                <a:cubicBezTo>
                  <a:pt x="72" y="685"/>
                  <a:pt x="72" y="685"/>
                  <a:pt x="72" y="685"/>
                </a:cubicBezTo>
                <a:cubicBezTo>
                  <a:pt x="67" y="682"/>
                  <a:pt x="67" y="682"/>
                  <a:pt x="67" y="682"/>
                </a:cubicBezTo>
                <a:cubicBezTo>
                  <a:pt x="54" y="675"/>
                  <a:pt x="44" y="669"/>
                  <a:pt x="38" y="662"/>
                </a:cubicBezTo>
                <a:close/>
                <a:moveTo>
                  <a:pt x="997" y="161"/>
                </a:moveTo>
                <a:cubicBezTo>
                  <a:pt x="1002" y="163"/>
                  <a:pt x="1002" y="163"/>
                  <a:pt x="1002" y="163"/>
                </a:cubicBezTo>
                <a:cubicBezTo>
                  <a:pt x="1014" y="141"/>
                  <a:pt x="1014" y="141"/>
                  <a:pt x="1014" y="141"/>
                </a:cubicBezTo>
                <a:cubicBezTo>
                  <a:pt x="1010" y="138"/>
                  <a:pt x="1010" y="138"/>
                  <a:pt x="1010" y="138"/>
                </a:cubicBezTo>
                <a:cubicBezTo>
                  <a:pt x="997" y="131"/>
                  <a:pt x="986" y="125"/>
                  <a:pt x="975" y="119"/>
                </a:cubicBezTo>
                <a:cubicBezTo>
                  <a:pt x="970" y="116"/>
                  <a:pt x="970" y="116"/>
                  <a:pt x="970" y="116"/>
                </a:cubicBezTo>
                <a:cubicBezTo>
                  <a:pt x="958" y="139"/>
                  <a:pt x="958" y="139"/>
                  <a:pt x="958" y="139"/>
                </a:cubicBezTo>
                <a:cubicBezTo>
                  <a:pt x="963" y="142"/>
                  <a:pt x="963" y="142"/>
                  <a:pt x="963" y="142"/>
                </a:cubicBezTo>
                <a:cubicBezTo>
                  <a:pt x="973" y="148"/>
                  <a:pt x="985" y="154"/>
                  <a:pt x="997" y="161"/>
                </a:cubicBezTo>
                <a:close/>
                <a:moveTo>
                  <a:pt x="888" y="102"/>
                </a:moveTo>
                <a:cubicBezTo>
                  <a:pt x="891" y="103"/>
                  <a:pt x="892" y="104"/>
                  <a:pt x="892" y="104"/>
                </a:cubicBezTo>
                <a:cubicBezTo>
                  <a:pt x="893" y="105"/>
                  <a:pt x="893" y="105"/>
                  <a:pt x="893" y="105"/>
                </a:cubicBezTo>
                <a:cubicBezTo>
                  <a:pt x="894" y="106"/>
                  <a:pt x="907" y="112"/>
                  <a:pt x="928" y="124"/>
                </a:cubicBezTo>
                <a:cubicBezTo>
                  <a:pt x="932" y="126"/>
                  <a:pt x="932" y="126"/>
                  <a:pt x="932" y="126"/>
                </a:cubicBezTo>
                <a:cubicBezTo>
                  <a:pt x="945" y="103"/>
                  <a:pt x="945" y="103"/>
                  <a:pt x="945" y="103"/>
                </a:cubicBezTo>
                <a:cubicBezTo>
                  <a:pt x="940" y="100"/>
                  <a:pt x="940" y="100"/>
                  <a:pt x="940" y="100"/>
                </a:cubicBezTo>
                <a:cubicBezTo>
                  <a:pt x="917" y="88"/>
                  <a:pt x="909" y="84"/>
                  <a:pt x="906" y="82"/>
                </a:cubicBezTo>
                <a:cubicBezTo>
                  <a:pt x="906" y="82"/>
                  <a:pt x="906" y="82"/>
                  <a:pt x="906" y="82"/>
                </a:cubicBezTo>
                <a:cubicBezTo>
                  <a:pt x="906" y="82"/>
                  <a:pt x="900" y="78"/>
                  <a:pt x="891" y="73"/>
                </a:cubicBezTo>
                <a:cubicBezTo>
                  <a:pt x="887" y="69"/>
                  <a:pt x="887" y="69"/>
                  <a:pt x="887" y="69"/>
                </a:cubicBezTo>
                <a:cubicBezTo>
                  <a:pt x="873" y="91"/>
                  <a:pt x="873" y="91"/>
                  <a:pt x="873" y="91"/>
                </a:cubicBezTo>
                <a:cubicBezTo>
                  <a:pt x="877" y="94"/>
                  <a:pt x="877" y="94"/>
                  <a:pt x="877" y="94"/>
                </a:cubicBezTo>
                <a:cubicBezTo>
                  <a:pt x="882" y="97"/>
                  <a:pt x="886" y="100"/>
                  <a:pt x="888" y="102"/>
                </a:cubicBezTo>
                <a:close/>
                <a:moveTo>
                  <a:pt x="304" y="266"/>
                </a:moveTo>
                <a:cubicBezTo>
                  <a:pt x="291" y="242"/>
                  <a:pt x="291" y="242"/>
                  <a:pt x="291" y="242"/>
                </a:cubicBezTo>
                <a:cubicBezTo>
                  <a:pt x="247" y="268"/>
                  <a:pt x="247" y="268"/>
                  <a:pt x="247" y="268"/>
                </a:cubicBezTo>
                <a:cubicBezTo>
                  <a:pt x="260" y="290"/>
                  <a:pt x="260" y="290"/>
                  <a:pt x="260" y="290"/>
                </a:cubicBezTo>
                <a:cubicBezTo>
                  <a:pt x="304" y="266"/>
                  <a:pt x="304" y="266"/>
                  <a:pt x="304" y="266"/>
                </a:cubicBezTo>
                <a:cubicBezTo>
                  <a:pt x="304" y="266"/>
                  <a:pt x="304" y="266"/>
                  <a:pt x="304" y="266"/>
                </a:cubicBezTo>
                <a:close/>
                <a:moveTo>
                  <a:pt x="1073" y="766"/>
                </a:moveTo>
                <a:cubicBezTo>
                  <a:pt x="1085" y="787"/>
                  <a:pt x="1085" y="787"/>
                  <a:pt x="1085" y="787"/>
                </a:cubicBezTo>
                <a:cubicBezTo>
                  <a:pt x="1129" y="762"/>
                  <a:pt x="1129" y="762"/>
                  <a:pt x="1129" y="762"/>
                </a:cubicBezTo>
                <a:cubicBezTo>
                  <a:pt x="1117" y="740"/>
                  <a:pt x="1117" y="740"/>
                  <a:pt x="1117" y="740"/>
                </a:cubicBezTo>
                <a:cubicBezTo>
                  <a:pt x="1073" y="766"/>
                  <a:pt x="1073" y="766"/>
                  <a:pt x="1073" y="766"/>
                </a:cubicBezTo>
                <a:cubicBezTo>
                  <a:pt x="1073" y="766"/>
                  <a:pt x="1073" y="766"/>
                  <a:pt x="1073" y="766"/>
                </a:cubicBezTo>
                <a:close/>
                <a:moveTo>
                  <a:pt x="974" y="824"/>
                </a:moveTo>
                <a:cubicBezTo>
                  <a:pt x="961" y="831"/>
                  <a:pt x="950" y="838"/>
                  <a:pt x="940" y="844"/>
                </a:cubicBezTo>
                <a:cubicBezTo>
                  <a:pt x="936" y="847"/>
                  <a:pt x="936" y="847"/>
                  <a:pt x="936" y="847"/>
                </a:cubicBezTo>
                <a:cubicBezTo>
                  <a:pt x="949" y="870"/>
                  <a:pt x="949" y="870"/>
                  <a:pt x="949" y="870"/>
                </a:cubicBezTo>
                <a:cubicBezTo>
                  <a:pt x="953" y="867"/>
                  <a:pt x="953" y="867"/>
                  <a:pt x="953" y="867"/>
                </a:cubicBezTo>
                <a:cubicBezTo>
                  <a:pt x="964" y="860"/>
                  <a:pt x="975" y="853"/>
                  <a:pt x="987" y="846"/>
                </a:cubicBezTo>
                <a:cubicBezTo>
                  <a:pt x="992" y="844"/>
                  <a:pt x="992" y="844"/>
                  <a:pt x="992" y="844"/>
                </a:cubicBezTo>
                <a:cubicBezTo>
                  <a:pt x="979" y="821"/>
                  <a:pt x="979" y="821"/>
                  <a:pt x="979" y="821"/>
                </a:cubicBezTo>
                <a:cubicBezTo>
                  <a:pt x="974" y="824"/>
                  <a:pt x="974" y="824"/>
                  <a:pt x="974" y="824"/>
                </a:cubicBezTo>
                <a:cubicBezTo>
                  <a:pt x="974" y="824"/>
                  <a:pt x="974" y="824"/>
                  <a:pt x="974" y="824"/>
                </a:cubicBezTo>
                <a:close/>
                <a:moveTo>
                  <a:pt x="1043" y="783"/>
                </a:moveTo>
                <a:cubicBezTo>
                  <a:pt x="1031" y="789"/>
                  <a:pt x="1019" y="796"/>
                  <a:pt x="1008" y="803"/>
                </a:cubicBezTo>
                <a:cubicBezTo>
                  <a:pt x="1003" y="806"/>
                  <a:pt x="1003" y="806"/>
                  <a:pt x="1003" y="806"/>
                </a:cubicBezTo>
                <a:cubicBezTo>
                  <a:pt x="1016" y="828"/>
                  <a:pt x="1016" y="828"/>
                  <a:pt x="1016" y="828"/>
                </a:cubicBezTo>
                <a:cubicBezTo>
                  <a:pt x="1021" y="825"/>
                  <a:pt x="1021" y="825"/>
                  <a:pt x="1021" y="825"/>
                </a:cubicBezTo>
                <a:cubicBezTo>
                  <a:pt x="1033" y="819"/>
                  <a:pt x="1045" y="813"/>
                  <a:pt x="1056" y="805"/>
                </a:cubicBezTo>
                <a:cubicBezTo>
                  <a:pt x="1062" y="803"/>
                  <a:pt x="1062" y="803"/>
                  <a:pt x="1062" y="803"/>
                </a:cubicBezTo>
                <a:cubicBezTo>
                  <a:pt x="1048" y="780"/>
                  <a:pt x="1048" y="780"/>
                  <a:pt x="1048" y="780"/>
                </a:cubicBezTo>
                <a:cubicBezTo>
                  <a:pt x="1043" y="783"/>
                  <a:pt x="1043" y="783"/>
                  <a:pt x="1043" y="783"/>
                </a:cubicBezTo>
                <a:cubicBezTo>
                  <a:pt x="1043" y="783"/>
                  <a:pt x="1043" y="783"/>
                  <a:pt x="1043" y="783"/>
                </a:cubicBezTo>
                <a:close/>
                <a:moveTo>
                  <a:pt x="838" y="909"/>
                </a:moveTo>
                <a:cubicBezTo>
                  <a:pt x="824" y="920"/>
                  <a:pt x="816" y="927"/>
                  <a:pt x="812" y="934"/>
                </a:cubicBezTo>
                <a:cubicBezTo>
                  <a:pt x="811" y="936"/>
                  <a:pt x="809" y="938"/>
                  <a:pt x="808" y="941"/>
                </a:cubicBezTo>
                <a:cubicBezTo>
                  <a:pt x="805" y="946"/>
                  <a:pt x="805" y="946"/>
                  <a:pt x="805" y="946"/>
                </a:cubicBezTo>
                <a:cubicBezTo>
                  <a:pt x="827" y="959"/>
                  <a:pt x="827" y="959"/>
                  <a:pt x="827" y="959"/>
                </a:cubicBezTo>
                <a:cubicBezTo>
                  <a:pt x="830" y="955"/>
                  <a:pt x="830" y="955"/>
                  <a:pt x="830" y="955"/>
                </a:cubicBezTo>
                <a:cubicBezTo>
                  <a:pt x="832" y="953"/>
                  <a:pt x="832" y="950"/>
                  <a:pt x="834" y="948"/>
                </a:cubicBezTo>
                <a:cubicBezTo>
                  <a:pt x="835" y="947"/>
                  <a:pt x="838" y="942"/>
                  <a:pt x="854" y="930"/>
                </a:cubicBezTo>
                <a:cubicBezTo>
                  <a:pt x="858" y="926"/>
                  <a:pt x="858" y="926"/>
                  <a:pt x="858" y="926"/>
                </a:cubicBezTo>
                <a:cubicBezTo>
                  <a:pt x="843" y="906"/>
                  <a:pt x="843" y="906"/>
                  <a:pt x="843" y="906"/>
                </a:cubicBezTo>
                <a:cubicBezTo>
                  <a:pt x="838" y="909"/>
                  <a:pt x="838" y="909"/>
                  <a:pt x="838" y="909"/>
                </a:cubicBezTo>
                <a:cubicBezTo>
                  <a:pt x="838" y="909"/>
                  <a:pt x="838" y="909"/>
                  <a:pt x="838" y="909"/>
                </a:cubicBezTo>
                <a:close/>
                <a:moveTo>
                  <a:pt x="905" y="864"/>
                </a:moveTo>
                <a:cubicBezTo>
                  <a:pt x="894" y="872"/>
                  <a:pt x="882" y="879"/>
                  <a:pt x="872" y="886"/>
                </a:cubicBezTo>
                <a:cubicBezTo>
                  <a:pt x="868" y="889"/>
                  <a:pt x="868" y="889"/>
                  <a:pt x="868" y="889"/>
                </a:cubicBezTo>
                <a:cubicBezTo>
                  <a:pt x="882" y="910"/>
                  <a:pt x="882" y="910"/>
                  <a:pt x="882" y="910"/>
                </a:cubicBezTo>
                <a:cubicBezTo>
                  <a:pt x="886" y="907"/>
                  <a:pt x="886" y="907"/>
                  <a:pt x="886" y="907"/>
                </a:cubicBezTo>
                <a:cubicBezTo>
                  <a:pt x="897" y="901"/>
                  <a:pt x="908" y="894"/>
                  <a:pt x="919" y="887"/>
                </a:cubicBezTo>
                <a:cubicBezTo>
                  <a:pt x="924" y="884"/>
                  <a:pt x="924" y="884"/>
                  <a:pt x="924" y="884"/>
                </a:cubicBezTo>
                <a:cubicBezTo>
                  <a:pt x="911" y="861"/>
                  <a:pt x="911" y="861"/>
                  <a:pt x="911" y="861"/>
                </a:cubicBezTo>
                <a:cubicBezTo>
                  <a:pt x="905" y="864"/>
                  <a:pt x="905" y="864"/>
                  <a:pt x="905" y="864"/>
                </a:cubicBezTo>
                <a:cubicBezTo>
                  <a:pt x="905" y="864"/>
                  <a:pt x="905" y="864"/>
                  <a:pt x="905" y="864"/>
                </a:cubicBezTo>
                <a:close/>
                <a:moveTo>
                  <a:pt x="1140" y="726"/>
                </a:moveTo>
                <a:cubicBezTo>
                  <a:pt x="1155" y="748"/>
                  <a:pt x="1155" y="748"/>
                  <a:pt x="1155" y="748"/>
                </a:cubicBezTo>
                <a:cubicBezTo>
                  <a:pt x="1199" y="723"/>
                  <a:pt x="1199" y="723"/>
                  <a:pt x="1199" y="723"/>
                </a:cubicBezTo>
                <a:cubicBezTo>
                  <a:pt x="1184" y="701"/>
                  <a:pt x="1184" y="701"/>
                  <a:pt x="1184" y="701"/>
                </a:cubicBezTo>
                <a:cubicBezTo>
                  <a:pt x="1140" y="726"/>
                  <a:pt x="1140" y="726"/>
                  <a:pt x="1140" y="726"/>
                </a:cubicBezTo>
                <a:cubicBezTo>
                  <a:pt x="1140" y="726"/>
                  <a:pt x="1140" y="726"/>
                  <a:pt x="1140" y="726"/>
                </a:cubicBezTo>
                <a:close/>
                <a:moveTo>
                  <a:pt x="48" y="303"/>
                </a:moveTo>
                <a:cubicBezTo>
                  <a:pt x="43" y="306"/>
                  <a:pt x="37" y="310"/>
                  <a:pt x="32" y="317"/>
                </a:cubicBezTo>
                <a:cubicBezTo>
                  <a:pt x="28" y="322"/>
                  <a:pt x="28" y="322"/>
                  <a:pt x="28" y="322"/>
                </a:cubicBezTo>
                <a:cubicBezTo>
                  <a:pt x="48" y="339"/>
                  <a:pt x="48" y="339"/>
                  <a:pt x="48" y="339"/>
                </a:cubicBezTo>
                <a:cubicBezTo>
                  <a:pt x="51" y="334"/>
                  <a:pt x="51" y="334"/>
                  <a:pt x="51" y="334"/>
                </a:cubicBezTo>
                <a:cubicBezTo>
                  <a:pt x="54" y="330"/>
                  <a:pt x="58" y="328"/>
                  <a:pt x="61" y="327"/>
                </a:cubicBezTo>
                <a:cubicBezTo>
                  <a:pt x="61" y="327"/>
                  <a:pt x="63" y="325"/>
                  <a:pt x="74" y="328"/>
                </a:cubicBezTo>
                <a:cubicBezTo>
                  <a:pt x="80" y="330"/>
                  <a:pt x="80" y="330"/>
                  <a:pt x="80" y="330"/>
                </a:cubicBezTo>
                <a:cubicBezTo>
                  <a:pt x="86" y="305"/>
                  <a:pt x="86" y="305"/>
                  <a:pt x="86" y="305"/>
                </a:cubicBezTo>
                <a:cubicBezTo>
                  <a:pt x="81" y="304"/>
                  <a:pt x="81" y="304"/>
                  <a:pt x="81" y="304"/>
                </a:cubicBezTo>
                <a:cubicBezTo>
                  <a:pt x="67" y="299"/>
                  <a:pt x="57" y="299"/>
                  <a:pt x="48" y="303"/>
                </a:cubicBezTo>
                <a:close/>
                <a:moveTo>
                  <a:pt x="1338" y="556"/>
                </a:moveTo>
                <a:cubicBezTo>
                  <a:pt x="1336" y="570"/>
                  <a:pt x="1333" y="583"/>
                  <a:pt x="1330" y="593"/>
                </a:cubicBezTo>
                <a:cubicBezTo>
                  <a:pt x="1328" y="598"/>
                  <a:pt x="1328" y="598"/>
                  <a:pt x="1328" y="598"/>
                </a:cubicBezTo>
                <a:cubicBezTo>
                  <a:pt x="1353" y="606"/>
                  <a:pt x="1353" y="606"/>
                  <a:pt x="1353" y="606"/>
                </a:cubicBezTo>
                <a:cubicBezTo>
                  <a:pt x="1355" y="601"/>
                  <a:pt x="1355" y="601"/>
                  <a:pt x="1355" y="601"/>
                </a:cubicBezTo>
                <a:cubicBezTo>
                  <a:pt x="1358" y="590"/>
                  <a:pt x="1361" y="576"/>
                  <a:pt x="1363" y="561"/>
                </a:cubicBezTo>
                <a:cubicBezTo>
                  <a:pt x="1364" y="555"/>
                  <a:pt x="1364" y="555"/>
                  <a:pt x="1364" y="555"/>
                </a:cubicBezTo>
                <a:cubicBezTo>
                  <a:pt x="1339" y="551"/>
                  <a:pt x="1339" y="551"/>
                  <a:pt x="1339" y="551"/>
                </a:cubicBezTo>
                <a:cubicBezTo>
                  <a:pt x="1338" y="556"/>
                  <a:pt x="1338" y="556"/>
                  <a:pt x="1338" y="556"/>
                </a:cubicBezTo>
                <a:cubicBezTo>
                  <a:pt x="1338" y="556"/>
                  <a:pt x="1338" y="556"/>
                  <a:pt x="1338" y="556"/>
                </a:cubicBezTo>
                <a:close/>
                <a:moveTo>
                  <a:pt x="1344" y="474"/>
                </a:moveTo>
                <a:cubicBezTo>
                  <a:pt x="1344" y="480"/>
                  <a:pt x="1344" y="480"/>
                  <a:pt x="1344" y="480"/>
                </a:cubicBezTo>
                <a:cubicBezTo>
                  <a:pt x="1344" y="493"/>
                  <a:pt x="1344" y="506"/>
                  <a:pt x="1342" y="518"/>
                </a:cubicBezTo>
                <a:cubicBezTo>
                  <a:pt x="1342" y="524"/>
                  <a:pt x="1342" y="524"/>
                  <a:pt x="1342" y="524"/>
                </a:cubicBezTo>
                <a:cubicBezTo>
                  <a:pt x="1367" y="526"/>
                  <a:pt x="1367" y="526"/>
                  <a:pt x="1367" y="526"/>
                </a:cubicBezTo>
                <a:cubicBezTo>
                  <a:pt x="1367" y="520"/>
                  <a:pt x="1367" y="520"/>
                  <a:pt x="1367" y="520"/>
                </a:cubicBezTo>
                <a:cubicBezTo>
                  <a:pt x="1368" y="507"/>
                  <a:pt x="1369" y="493"/>
                  <a:pt x="1369" y="480"/>
                </a:cubicBezTo>
                <a:cubicBezTo>
                  <a:pt x="1369" y="474"/>
                  <a:pt x="1369" y="474"/>
                  <a:pt x="1369" y="474"/>
                </a:cubicBezTo>
                <a:cubicBezTo>
                  <a:pt x="1344" y="474"/>
                  <a:pt x="1344" y="474"/>
                  <a:pt x="1344" y="474"/>
                </a:cubicBezTo>
                <a:cubicBezTo>
                  <a:pt x="1344" y="474"/>
                  <a:pt x="1344" y="474"/>
                  <a:pt x="1344" y="474"/>
                </a:cubicBezTo>
                <a:close/>
                <a:moveTo>
                  <a:pt x="791" y="972"/>
                </a:moveTo>
                <a:cubicBezTo>
                  <a:pt x="789" y="977"/>
                  <a:pt x="789" y="977"/>
                  <a:pt x="789" y="977"/>
                </a:cubicBezTo>
                <a:cubicBezTo>
                  <a:pt x="782" y="989"/>
                  <a:pt x="777" y="1000"/>
                  <a:pt x="771" y="1009"/>
                </a:cubicBezTo>
                <a:cubicBezTo>
                  <a:pt x="767" y="1014"/>
                  <a:pt x="767" y="1014"/>
                  <a:pt x="767" y="1014"/>
                </a:cubicBezTo>
                <a:cubicBezTo>
                  <a:pt x="789" y="1028"/>
                  <a:pt x="789" y="1028"/>
                  <a:pt x="789" y="1028"/>
                </a:cubicBezTo>
                <a:cubicBezTo>
                  <a:pt x="792" y="1024"/>
                  <a:pt x="792" y="1024"/>
                  <a:pt x="792" y="1024"/>
                </a:cubicBezTo>
                <a:cubicBezTo>
                  <a:pt x="799" y="1014"/>
                  <a:pt x="805" y="1002"/>
                  <a:pt x="812" y="988"/>
                </a:cubicBezTo>
                <a:cubicBezTo>
                  <a:pt x="814" y="984"/>
                  <a:pt x="814" y="984"/>
                  <a:pt x="814" y="984"/>
                </a:cubicBezTo>
                <a:cubicBezTo>
                  <a:pt x="804" y="977"/>
                  <a:pt x="804" y="977"/>
                  <a:pt x="804" y="977"/>
                </a:cubicBezTo>
                <a:cubicBezTo>
                  <a:pt x="791" y="972"/>
                  <a:pt x="791" y="972"/>
                  <a:pt x="791" y="972"/>
                </a:cubicBezTo>
                <a:cubicBezTo>
                  <a:pt x="791" y="972"/>
                  <a:pt x="791" y="972"/>
                  <a:pt x="791" y="972"/>
                </a:cubicBezTo>
                <a:close/>
                <a:moveTo>
                  <a:pt x="1249" y="662"/>
                </a:moveTo>
                <a:cubicBezTo>
                  <a:pt x="1238" y="669"/>
                  <a:pt x="1226" y="676"/>
                  <a:pt x="1214" y="683"/>
                </a:cubicBezTo>
                <a:cubicBezTo>
                  <a:pt x="1210" y="686"/>
                  <a:pt x="1210" y="686"/>
                  <a:pt x="1210" y="686"/>
                </a:cubicBezTo>
                <a:cubicBezTo>
                  <a:pt x="1222" y="709"/>
                  <a:pt x="1222" y="709"/>
                  <a:pt x="1222" y="709"/>
                </a:cubicBezTo>
                <a:cubicBezTo>
                  <a:pt x="1228" y="706"/>
                  <a:pt x="1228" y="706"/>
                  <a:pt x="1228" y="706"/>
                </a:cubicBezTo>
                <a:cubicBezTo>
                  <a:pt x="1240" y="698"/>
                  <a:pt x="1252" y="691"/>
                  <a:pt x="1262" y="685"/>
                </a:cubicBezTo>
                <a:cubicBezTo>
                  <a:pt x="1267" y="682"/>
                  <a:pt x="1267" y="682"/>
                  <a:pt x="1267" y="682"/>
                </a:cubicBezTo>
                <a:cubicBezTo>
                  <a:pt x="1253" y="660"/>
                  <a:pt x="1253" y="660"/>
                  <a:pt x="1253" y="660"/>
                </a:cubicBezTo>
                <a:cubicBezTo>
                  <a:pt x="1249" y="662"/>
                  <a:pt x="1249" y="662"/>
                  <a:pt x="1249" y="662"/>
                </a:cubicBezTo>
                <a:cubicBezTo>
                  <a:pt x="1249" y="662"/>
                  <a:pt x="1249" y="662"/>
                  <a:pt x="1249" y="662"/>
                </a:cubicBezTo>
                <a:close/>
                <a:moveTo>
                  <a:pt x="1314" y="619"/>
                </a:moveTo>
                <a:cubicBezTo>
                  <a:pt x="1307" y="625"/>
                  <a:pt x="1297" y="632"/>
                  <a:pt x="1283" y="641"/>
                </a:cubicBezTo>
                <a:cubicBezTo>
                  <a:pt x="1278" y="645"/>
                  <a:pt x="1278" y="645"/>
                  <a:pt x="1278" y="645"/>
                </a:cubicBezTo>
                <a:cubicBezTo>
                  <a:pt x="1292" y="666"/>
                  <a:pt x="1292" y="666"/>
                  <a:pt x="1292" y="666"/>
                </a:cubicBezTo>
                <a:cubicBezTo>
                  <a:pt x="1297" y="663"/>
                  <a:pt x="1297" y="663"/>
                  <a:pt x="1297" y="663"/>
                </a:cubicBezTo>
                <a:cubicBezTo>
                  <a:pt x="1312" y="653"/>
                  <a:pt x="1323" y="646"/>
                  <a:pt x="1330" y="640"/>
                </a:cubicBezTo>
                <a:cubicBezTo>
                  <a:pt x="1334" y="636"/>
                  <a:pt x="1334" y="636"/>
                  <a:pt x="1334" y="636"/>
                </a:cubicBezTo>
                <a:cubicBezTo>
                  <a:pt x="1318" y="616"/>
                  <a:pt x="1318" y="616"/>
                  <a:pt x="1318" y="616"/>
                </a:cubicBezTo>
                <a:cubicBezTo>
                  <a:pt x="1314" y="619"/>
                  <a:pt x="1314" y="619"/>
                  <a:pt x="1314" y="619"/>
                </a:cubicBezTo>
                <a:cubicBezTo>
                  <a:pt x="1314" y="619"/>
                  <a:pt x="1314" y="619"/>
                  <a:pt x="1314" y="619"/>
                </a:cubicBezTo>
                <a:close/>
                <a:moveTo>
                  <a:pt x="318" y="798"/>
                </a:moveTo>
                <a:cubicBezTo>
                  <a:pt x="314" y="795"/>
                  <a:pt x="314" y="795"/>
                  <a:pt x="314" y="795"/>
                </a:cubicBezTo>
                <a:cubicBezTo>
                  <a:pt x="300" y="818"/>
                  <a:pt x="300" y="818"/>
                  <a:pt x="300" y="818"/>
                </a:cubicBezTo>
                <a:cubicBezTo>
                  <a:pt x="306" y="821"/>
                  <a:pt x="306" y="821"/>
                  <a:pt x="306" y="821"/>
                </a:cubicBezTo>
                <a:cubicBezTo>
                  <a:pt x="317" y="828"/>
                  <a:pt x="328" y="834"/>
                  <a:pt x="339" y="841"/>
                </a:cubicBezTo>
                <a:cubicBezTo>
                  <a:pt x="344" y="844"/>
                  <a:pt x="344" y="844"/>
                  <a:pt x="344" y="844"/>
                </a:cubicBezTo>
                <a:cubicBezTo>
                  <a:pt x="357" y="821"/>
                  <a:pt x="357" y="821"/>
                  <a:pt x="357" y="821"/>
                </a:cubicBezTo>
                <a:cubicBezTo>
                  <a:pt x="353" y="818"/>
                  <a:pt x="353" y="818"/>
                  <a:pt x="353" y="818"/>
                </a:cubicBezTo>
                <a:cubicBezTo>
                  <a:pt x="341" y="812"/>
                  <a:pt x="330" y="805"/>
                  <a:pt x="318" y="798"/>
                </a:cubicBezTo>
                <a:close/>
                <a:moveTo>
                  <a:pt x="368" y="858"/>
                </a:moveTo>
                <a:cubicBezTo>
                  <a:pt x="413" y="883"/>
                  <a:pt x="413" y="883"/>
                  <a:pt x="413" y="883"/>
                </a:cubicBezTo>
                <a:cubicBezTo>
                  <a:pt x="425" y="861"/>
                  <a:pt x="425" y="861"/>
                  <a:pt x="425" y="861"/>
                </a:cubicBezTo>
                <a:cubicBezTo>
                  <a:pt x="381" y="834"/>
                  <a:pt x="381" y="834"/>
                  <a:pt x="381" y="834"/>
                </a:cubicBezTo>
                <a:cubicBezTo>
                  <a:pt x="368" y="858"/>
                  <a:pt x="368" y="858"/>
                  <a:pt x="368" y="858"/>
                </a:cubicBezTo>
                <a:cubicBezTo>
                  <a:pt x="368" y="858"/>
                  <a:pt x="368" y="858"/>
                  <a:pt x="368" y="858"/>
                </a:cubicBezTo>
                <a:close/>
                <a:moveTo>
                  <a:pt x="249" y="759"/>
                </a:moveTo>
                <a:cubicBezTo>
                  <a:pt x="244" y="756"/>
                  <a:pt x="244" y="756"/>
                  <a:pt x="244" y="756"/>
                </a:cubicBezTo>
                <a:cubicBezTo>
                  <a:pt x="231" y="779"/>
                  <a:pt x="231" y="779"/>
                  <a:pt x="231" y="779"/>
                </a:cubicBezTo>
                <a:cubicBezTo>
                  <a:pt x="236" y="781"/>
                  <a:pt x="236" y="781"/>
                  <a:pt x="236" y="781"/>
                </a:cubicBezTo>
                <a:cubicBezTo>
                  <a:pt x="247" y="787"/>
                  <a:pt x="259" y="794"/>
                  <a:pt x="271" y="801"/>
                </a:cubicBezTo>
                <a:cubicBezTo>
                  <a:pt x="276" y="803"/>
                  <a:pt x="276" y="803"/>
                  <a:pt x="276" y="803"/>
                </a:cubicBezTo>
                <a:cubicBezTo>
                  <a:pt x="289" y="781"/>
                  <a:pt x="289" y="781"/>
                  <a:pt x="289" y="781"/>
                </a:cubicBezTo>
                <a:cubicBezTo>
                  <a:pt x="284" y="778"/>
                  <a:pt x="284" y="778"/>
                  <a:pt x="284" y="778"/>
                </a:cubicBezTo>
                <a:cubicBezTo>
                  <a:pt x="271" y="771"/>
                  <a:pt x="260" y="765"/>
                  <a:pt x="249" y="759"/>
                </a:cubicBezTo>
                <a:close/>
                <a:moveTo>
                  <a:pt x="179" y="721"/>
                </a:moveTo>
                <a:cubicBezTo>
                  <a:pt x="174" y="718"/>
                  <a:pt x="174" y="718"/>
                  <a:pt x="174" y="718"/>
                </a:cubicBezTo>
                <a:cubicBezTo>
                  <a:pt x="162" y="741"/>
                  <a:pt x="162" y="741"/>
                  <a:pt x="162" y="741"/>
                </a:cubicBezTo>
                <a:cubicBezTo>
                  <a:pt x="167" y="744"/>
                  <a:pt x="167" y="744"/>
                  <a:pt x="167" y="744"/>
                </a:cubicBezTo>
                <a:cubicBezTo>
                  <a:pt x="177" y="749"/>
                  <a:pt x="188" y="756"/>
                  <a:pt x="202" y="762"/>
                </a:cubicBezTo>
                <a:cubicBezTo>
                  <a:pt x="206" y="765"/>
                  <a:pt x="206" y="765"/>
                  <a:pt x="206" y="765"/>
                </a:cubicBezTo>
                <a:cubicBezTo>
                  <a:pt x="219" y="742"/>
                  <a:pt x="219" y="742"/>
                  <a:pt x="219" y="742"/>
                </a:cubicBezTo>
                <a:cubicBezTo>
                  <a:pt x="214" y="740"/>
                  <a:pt x="214" y="740"/>
                  <a:pt x="214" y="740"/>
                </a:cubicBezTo>
                <a:cubicBezTo>
                  <a:pt x="200" y="732"/>
                  <a:pt x="188" y="726"/>
                  <a:pt x="179" y="721"/>
                </a:cubicBezTo>
                <a:close/>
                <a:moveTo>
                  <a:pt x="133" y="704"/>
                </a:moveTo>
                <a:cubicBezTo>
                  <a:pt x="131" y="704"/>
                  <a:pt x="131" y="704"/>
                  <a:pt x="131" y="704"/>
                </a:cubicBezTo>
                <a:cubicBezTo>
                  <a:pt x="124" y="704"/>
                  <a:pt x="114" y="702"/>
                  <a:pt x="101" y="698"/>
                </a:cubicBezTo>
                <a:cubicBezTo>
                  <a:pt x="96" y="696"/>
                  <a:pt x="96" y="696"/>
                  <a:pt x="96" y="696"/>
                </a:cubicBezTo>
                <a:cubicBezTo>
                  <a:pt x="88" y="721"/>
                  <a:pt x="88" y="721"/>
                  <a:pt x="88" y="721"/>
                </a:cubicBezTo>
                <a:cubicBezTo>
                  <a:pt x="93" y="722"/>
                  <a:pt x="93" y="722"/>
                  <a:pt x="93" y="722"/>
                </a:cubicBezTo>
                <a:cubicBezTo>
                  <a:pt x="103" y="726"/>
                  <a:pt x="117" y="729"/>
                  <a:pt x="129" y="729"/>
                </a:cubicBezTo>
                <a:cubicBezTo>
                  <a:pt x="130" y="729"/>
                  <a:pt x="132" y="729"/>
                  <a:pt x="133" y="729"/>
                </a:cubicBezTo>
                <a:cubicBezTo>
                  <a:pt x="133" y="729"/>
                  <a:pt x="133" y="729"/>
                  <a:pt x="133" y="729"/>
                </a:cubicBezTo>
                <a:cubicBezTo>
                  <a:pt x="139" y="731"/>
                  <a:pt x="139" y="731"/>
                  <a:pt x="139" y="731"/>
                </a:cubicBezTo>
                <a:cubicBezTo>
                  <a:pt x="144" y="706"/>
                  <a:pt x="144" y="706"/>
                  <a:pt x="144" y="706"/>
                </a:cubicBezTo>
                <a:cubicBezTo>
                  <a:pt x="139" y="704"/>
                  <a:pt x="139" y="704"/>
                  <a:pt x="139" y="704"/>
                </a:cubicBezTo>
                <a:cubicBezTo>
                  <a:pt x="137" y="704"/>
                  <a:pt x="135" y="704"/>
                  <a:pt x="133" y="704"/>
                </a:cubicBezTo>
                <a:close/>
                <a:moveTo>
                  <a:pt x="748" y="1029"/>
                </a:moveTo>
                <a:cubicBezTo>
                  <a:pt x="747" y="1029"/>
                  <a:pt x="747" y="1029"/>
                  <a:pt x="745" y="1030"/>
                </a:cubicBezTo>
                <a:cubicBezTo>
                  <a:pt x="738" y="1031"/>
                  <a:pt x="726" y="1031"/>
                  <a:pt x="714" y="1030"/>
                </a:cubicBezTo>
                <a:cubicBezTo>
                  <a:pt x="708" y="1029"/>
                  <a:pt x="708" y="1029"/>
                  <a:pt x="708" y="1029"/>
                </a:cubicBezTo>
                <a:cubicBezTo>
                  <a:pt x="706" y="1055"/>
                  <a:pt x="706" y="1055"/>
                  <a:pt x="706" y="1055"/>
                </a:cubicBezTo>
                <a:cubicBezTo>
                  <a:pt x="711" y="1056"/>
                  <a:pt x="711" y="1056"/>
                  <a:pt x="711" y="1056"/>
                </a:cubicBezTo>
                <a:cubicBezTo>
                  <a:pt x="718" y="1057"/>
                  <a:pt x="724" y="1057"/>
                  <a:pt x="729" y="1057"/>
                </a:cubicBezTo>
                <a:cubicBezTo>
                  <a:pt x="738" y="1057"/>
                  <a:pt x="744" y="1057"/>
                  <a:pt x="750" y="1055"/>
                </a:cubicBezTo>
                <a:cubicBezTo>
                  <a:pt x="752" y="1055"/>
                  <a:pt x="754" y="1055"/>
                  <a:pt x="756" y="1054"/>
                </a:cubicBezTo>
                <a:cubicBezTo>
                  <a:pt x="761" y="1052"/>
                  <a:pt x="761" y="1052"/>
                  <a:pt x="761" y="1052"/>
                </a:cubicBezTo>
                <a:cubicBezTo>
                  <a:pt x="753" y="1027"/>
                  <a:pt x="753" y="1027"/>
                  <a:pt x="753" y="1027"/>
                </a:cubicBezTo>
                <a:cubicBezTo>
                  <a:pt x="748" y="1029"/>
                  <a:pt x="748" y="1029"/>
                  <a:pt x="748" y="1029"/>
                </a:cubicBezTo>
                <a:cubicBezTo>
                  <a:pt x="748" y="1029"/>
                  <a:pt x="748" y="1029"/>
                  <a:pt x="748" y="1029"/>
                </a:cubicBezTo>
                <a:close/>
                <a:moveTo>
                  <a:pt x="606" y="985"/>
                </a:moveTo>
                <a:cubicBezTo>
                  <a:pt x="606" y="984"/>
                  <a:pt x="606" y="984"/>
                  <a:pt x="606" y="984"/>
                </a:cubicBezTo>
                <a:cubicBezTo>
                  <a:pt x="602" y="978"/>
                  <a:pt x="598" y="970"/>
                  <a:pt x="594" y="964"/>
                </a:cubicBezTo>
                <a:cubicBezTo>
                  <a:pt x="591" y="959"/>
                  <a:pt x="591" y="959"/>
                  <a:pt x="591" y="959"/>
                </a:cubicBezTo>
                <a:cubicBezTo>
                  <a:pt x="568" y="973"/>
                  <a:pt x="568" y="973"/>
                  <a:pt x="568" y="973"/>
                </a:cubicBezTo>
                <a:cubicBezTo>
                  <a:pt x="571" y="979"/>
                  <a:pt x="571" y="979"/>
                  <a:pt x="571" y="979"/>
                </a:cubicBezTo>
                <a:cubicBezTo>
                  <a:pt x="575" y="985"/>
                  <a:pt x="579" y="991"/>
                  <a:pt x="582" y="997"/>
                </a:cubicBezTo>
                <a:cubicBezTo>
                  <a:pt x="585" y="1002"/>
                  <a:pt x="589" y="1008"/>
                  <a:pt x="592" y="1013"/>
                </a:cubicBezTo>
                <a:cubicBezTo>
                  <a:pt x="595" y="1017"/>
                  <a:pt x="595" y="1017"/>
                  <a:pt x="595" y="1017"/>
                </a:cubicBezTo>
                <a:cubicBezTo>
                  <a:pt x="617" y="1003"/>
                  <a:pt x="617" y="1003"/>
                  <a:pt x="617" y="1003"/>
                </a:cubicBezTo>
                <a:cubicBezTo>
                  <a:pt x="614" y="998"/>
                  <a:pt x="614" y="998"/>
                  <a:pt x="614" y="998"/>
                </a:cubicBezTo>
                <a:cubicBezTo>
                  <a:pt x="612" y="994"/>
                  <a:pt x="609" y="990"/>
                  <a:pt x="606" y="985"/>
                </a:cubicBezTo>
                <a:close/>
                <a:moveTo>
                  <a:pt x="524" y="917"/>
                </a:moveTo>
                <a:cubicBezTo>
                  <a:pt x="519" y="914"/>
                  <a:pt x="519" y="914"/>
                  <a:pt x="519" y="914"/>
                </a:cubicBezTo>
                <a:cubicBezTo>
                  <a:pt x="507" y="937"/>
                  <a:pt x="507" y="937"/>
                  <a:pt x="507" y="937"/>
                </a:cubicBezTo>
                <a:cubicBezTo>
                  <a:pt x="511" y="940"/>
                  <a:pt x="511" y="940"/>
                  <a:pt x="511" y="940"/>
                </a:cubicBezTo>
                <a:cubicBezTo>
                  <a:pt x="538" y="955"/>
                  <a:pt x="545" y="958"/>
                  <a:pt x="549" y="958"/>
                </a:cubicBezTo>
                <a:cubicBezTo>
                  <a:pt x="555" y="961"/>
                  <a:pt x="555" y="961"/>
                  <a:pt x="555" y="961"/>
                </a:cubicBezTo>
                <a:cubicBezTo>
                  <a:pt x="562" y="935"/>
                  <a:pt x="562" y="935"/>
                  <a:pt x="562" y="935"/>
                </a:cubicBezTo>
                <a:cubicBezTo>
                  <a:pt x="555" y="933"/>
                  <a:pt x="555" y="933"/>
                  <a:pt x="555" y="933"/>
                </a:cubicBezTo>
                <a:cubicBezTo>
                  <a:pt x="555" y="933"/>
                  <a:pt x="550" y="931"/>
                  <a:pt x="524" y="917"/>
                </a:cubicBezTo>
                <a:close/>
                <a:moveTo>
                  <a:pt x="639" y="1015"/>
                </a:moveTo>
                <a:cubicBezTo>
                  <a:pt x="634" y="1013"/>
                  <a:pt x="634" y="1013"/>
                  <a:pt x="634" y="1013"/>
                </a:cubicBezTo>
                <a:cubicBezTo>
                  <a:pt x="625" y="1037"/>
                  <a:pt x="625" y="1037"/>
                  <a:pt x="625" y="1037"/>
                </a:cubicBezTo>
                <a:cubicBezTo>
                  <a:pt x="630" y="1039"/>
                  <a:pt x="630" y="1039"/>
                  <a:pt x="630" y="1039"/>
                </a:cubicBezTo>
                <a:cubicBezTo>
                  <a:pt x="642" y="1042"/>
                  <a:pt x="656" y="1046"/>
                  <a:pt x="671" y="1050"/>
                </a:cubicBezTo>
                <a:cubicBezTo>
                  <a:pt x="676" y="1050"/>
                  <a:pt x="676" y="1050"/>
                  <a:pt x="676" y="1050"/>
                </a:cubicBezTo>
                <a:cubicBezTo>
                  <a:pt x="682" y="1026"/>
                  <a:pt x="682" y="1026"/>
                  <a:pt x="682" y="1026"/>
                </a:cubicBezTo>
                <a:cubicBezTo>
                  <a:pt x="676" y="1024"/>
                  <a:pt x="676" y="1024"/>
                  <a:pt x="676" y="1024"/>
                </a:cubicBezTo>
                <a:cubicBezTo>
                  <a:pt x="663" y="1021"/>
                  <a:pt x="650" y="1018"/>
                  <a:pt x="639" y="1015"/>
                </a:cubicBezTo>
                <a:close/>
                <a:moveTo>
                  <a:pt x="455" y="878"/>
                </a:moveTo>
                <a:cubicBezTo>
                  <a:pt x="450" y="876"/>
                  <a:pt x="450" y="876"/>
                  <a:pt x="450" y="876"/>
                </a:cubicBezTo>
                <a:cubicBezTo>
                  <a:pt x="438" y="898"/>
                  <a:pt x="438" y="898"/>
                  <a:pt x="438" y="898"/>
                </a:cubicBezTo>
                <a:cubicBezTo>
                  <a:pt x="442" y="901"/>
                  <a:pt x="442" y="901"/>
                  <a:pt x="442" y="901"/>
                </a:cubicBezTo>
                <a:cubicBezTo>
                  <a:pt x="455" y="907"/>
                  <a:pt x="466" y="914"/>
                  <a:pt x="477" y="921"/>
                </a:cubicBezTo>
                <a:cubicBezTo>
                  <a:pt x="481" y="923"/>
                  <a:pt x="481" y="923"/>
                  <a:pt x="481" y="923"/>
                </a:cubicBezTo>
                <a:cubicBezTo>
                  <a:pt x="494" y="901"/>
                  <a:pt x="494" y="901"/>
                  <a:pt x="494" y="901"/>
                </a:cubicBezTo>
                <a:cubicBezTo>
                  <a:pt x="489" y="898"/>
                  <a:pt x="489" y="898"/>
                  <a:pt x="489" y="898"/>
                </a:cubicBezTo>
                <a:cubicBezTo>
                  <a:pt x="479" y="892"/>
                  <a:pt x="468" y="885"/>
                  <a:pt x="455" y="878"/>
                </a:cubicBezTo>
                <a:close/>
                <a:moveTo>
                  <a:pt x="737" y="694"/>
                </a:moveTo>
                <a:cubicBezTo>
                  <a:pt x="737" y="694"/>
                  <a:pt x="737" y="694"/>
                  <a:pt x="737" y="694"/>
                </a:cubicBezTo>
                <a:cubicBezTo>
                  <a:pt x="194" y="387"/>
                  <a:pt x="194" y="387"/>
                  <a:pt x="194" y="387"/>
                </a:cubicBezTo>
                <a:cubicBezTo>
                  <a:pt x="194" y="387"/>
                  <a:pt x="194" y="387"/>
                  <a:pt x="722" y="78"/>
                </a:cubicBezTo>
                <a:cubicBezTo>
                  <a:pt x="727" y="75"/>
                  <a:pt x="734" y="74"/>
                  <a:pt x="741" y="74"/>
                </a:cubicBezTo>
                <a:cubicBezTo>
                  <a:pt x="748" y="74"/>
                  <a:pt x="754" y="75"/>
                  <a:pt x="759" y="78"/>
                </a:cubicBezTo>
                <a:cubicBezTo>
                  <a:pt x="759" y="78"/>
                  <a:pt x="759" y="78"/>
                  <a:pt x="1268" y="374"/>
                </a:cubicBezTo>
                <a:cubicBezTo>
                  <a:pt x="1271" y="376"/>
                  <a:pt x="1272" y="376"/>
                  <a:pt x="1274" y="378"/>
                </a:cubicBezTo>
                <a:cubicBezTo>
                  <a:pt x="1274" y="378"/>
                  <a:pt x="1274" y="378"/>
                  <a:pt x="737" y="694"/>
                </a:cubicBezTo>
                <a:close/>
                <a:moveTo>
                  <a:pt x="246" y="640"/>
                </a:moveTo>
                <a:cubicBezTo>
                  <a:pt x="244" y="644"/>
                  <a:pt x="240" y="647"/>
                  <a:pt x="237" y="648"/>
                </a:cubicBezTo>
                <a:cubicBezTo>
                  <a:pt x="237" y="648"/>
                  <a:pt x="237" y="648"/>
                  <a:pt x="207" y="666"/>
                </a:cubicBezTo>
                <a:cubicBezTo>
                  <a:pt x="207" y="666"/>
                  <a:pt x="207" y="666"/>
                  <a:pt x="540" y="855"/>
                </a:cubicBezTo>
                <a:cubicBezTo>
                  <a:pt x="540" y="855"/>
                  <a:pt x="540" y="855"/>
                  <a:pt x="540" y="808"/>
                </a:cubicBezTo>
                <a:cubicBezTo>
                  <a:pt x="540" y="808"/>
                  <a:pt x="540" y="808"/>
                  <a:pt x="246" y="640"/>
                </a:cubicBezTo>
                <a:close/>
                <a:moveTo>
                  <a:pt x="756" y="741"/>
                </a:moveTo>
                <a:cubicBezTo>
                  <a:pt x="756" y="737"/>
                  <a:pt x="752" y="730"/>
                  <a:pt x="749" y="729"/>
                </a:cubicBezTo>
                <a:cubicBezTo>
                  <a:pt x="749" y="729"/>
                  <a:pt x="749" y="729"/>
                  <a:pt x="170" y="402"/>
                </a:cubicBezTo>
                <a:cubicBezTo>
                  <a:pt x="170" y="402"/>
                  <a:pt x="170" y="402"/>
                  <a:pt x="169" y="402"/>
                </a:cubicBezTo>
                <a:cubicBezTo>
                  <a:pt x="169" y="402"/>
                  <a:pt x="169" y="402"/>
                  <a:pt x="137" y="384"/>
                </a:cubicBezTo>
                <a:cubicBezTo>
                  <a:pt x="128" y="379"/>
                  <a:pt x="118" y="379"/>
                  <a:pt x="110" y="383"/>
                </a:cubicBezTo>
                <a:cubicBezTo>
                  <a:pt x="102" y="388"/>
                  <a:pt x="97" y="396"/>
                  <a:pt x="97" y="407"/>
                </a:cubicBezTo>
                <a:cubicBezTo>
                  <a:pt x="97" y="407"/>
                  <a:pt x="97" y="407"/>
                  <a:pt x="97" y="588"/>
                </a:cubicBezTo>
                <a:cubicBezTo>
                  <a:pt x="97" y="588"/>
                  <a:pt x="97" y="588"/>
                  <a:pt x="100" y="602"/>
                </a:cubicBezTo>
                <a:cubicBezTo>
                  <a:pt x="100" y="602"/>
                  <a:pt x="100" y="602"/>
                  <a:pt x="118" y="615"/>
                </a:cubicBezTo>
                <a:cubicBezTo>
                  <a:pt x="118" y="615"/>
                  <a:pt x="118" y="615"/>
                  <a:pt x="146" y="631"/>
                </a:cubicBezTo>
                <a:cubicBezTo>
                  <a:pt x="146" y="631"/>
                  <a:pt x="146" y="631"/>
                  <a:pt x="146" y="585"/>
                </a:cubicBezTo>
                <a:cubicBezTo>
                  <a:pt x="146" y="585"/>
                  <a:pt x="146" y="585"/>
                  <a:pt x="140" y="580"/>
                </a:cubicBezTo>
                <a:cubicBezTo>
                  <a:pt x="140" y="580"/>
                  <a:pt x="140" y="580"/>
                  <a:pt x="139" y="579"/>
                </a:cubicBezTo>
                <a:cubicBezTo>
                  <a:pt x="139" y="579"/>
                  <a:pt x="139" y="579"/>
                  <a:pt x="139" y="433"/>
                </a:cubicBezTo>
                <a:cubicBezTo>
                  <a:pt x="139" y="433"/>
                  <a:pt x="139" y="433"/>
                  <a:pt x="715" y="762"/>
                </a:cubicBezTo>
                <a:cubicBezTo>
                  <a:pt x="715" y="762"/>
                  <a:pt x="715" y="762"/>
                  <a:pt x="715" y="907"/>
                </a:cubicBezTo>
                <a:cubicBezTo>
                  <a:pt x="715" y="907"/>
                  <a:pt x="715" y="907"/>
                  <a:pt x="640" y="863"/>
                </a:cubicBezTo>
                <a:cubicBezTo>
                  <a:pt x="638" y="867"/>
                  <a:pt x="635" y="870"/>
                  <a:pt x="631" y="872"/>
                </a:cubicBezTo>
                <a:cubicBezTo>
                  <a:pt x="631" y="872"/>
                  <a:pt x="631" y="872"/>
                  <a:pt x="600" y="889"/>
                </a:cubicBezTo>
                <a:cubicBezTo>
                  <a:pt x="600" y="889"/>
                  <a:pt x="600" y="889"/>
                  <a:pt x="717" y="956"/>
                </a:cubicBezTo>
                <a:cubicBezTo>
                  <a:pt x="722" y="959"/>
                  <a:pt x="727" y="959"/>
                  <a:pt x="731" y="959"/>
                </a:cubicBezTo>
                <a:cubicBezTo>
                  <a:pt x="736" y="959"/>
                  <a:pt x="740" y="959"/>
                  <a:pt x="744" y="956"/>
                </a:cubicBezTo>
                <a:cubicBezTo>
                  <a:pt x="750" y="953"/>
                  <a:pt x="754" y="946"/>
                  <a:pt x="756" y="938"/>
                </a:cubicBezTo>
                <a:cubicBezTo>
                  <a:pt x="756" y="938"/>
                  <a:pt x="756" y="938"/>
                  <a:pt x="756" y="741"/>
                </a:cubicBezTo>
                <a:close/>
                <a:moveTo>
                  <a:pt x="1286" y="399"/>
                </a:moveTo>
                <a:cubicBezTo>
                  <a:pt x="1286" y="399"/>
                  <a:pt x="1286" y="399"/>
                  <a:pt x="1286" y="399"/>
                </a:cubicBezTo>
                <a:cubicBezTo>
                  <a:pt x="762" y="708"/>
                  <a:pt x="762" y="708"/>
                  <a:pt x="762" y="708"/>
                </a:cubicBezTo>
                <a:cubicBezTo>
                  <a:pt x="773" y="715"/>
                  <a:pt x="780" y="728"/>
                  <a:pt x="780" y="741"/>
                </a:cubicBezTo>
                <a:cubicBezTo>
                  <a:pt x="780" y="741"/>
                  <a:pt x="780" y="741"/>
                  <a:pt x="780" y="882"/>
                </a:cubicBezTo>
                <a:cubicBezTo>
                  <a:pt x="780" y="882"/>
                  <a:pt x="780" y="882"/>
                  <a:pt x="1268" y="603"/>
                </a:cubicBezTo>
                <a:cubicBezTo>
                  <a:pt x="1279" y="597"/>
                  <a:pt x="1287" y="584"/>
                  <a:pt x="1287" y="571"/>
                </a:cubicBezTo>
                <a:cubicBezTo>
                  <a:pt x="1287" y="571"/>
                  <a:pt x="1287" y="571"/>
                  <a:pt x="1287" y="407"/>
                </a:cubicBezTo>
                <a:cubicBezTo>
                  <a:pt x="1287" y="404"/>
                  <a:pt x="1287" y="402"/>
                  <a:pt x="1286" y="399"/>
                </a:cubicBezTo>
                <a:close/>
                <a:moveTo>
                  <a:pt x="487" y="733"/>
                </a:moveTo>
                <a:cubicBezTo>
                  <a:pt x="493" y="733"/>
                  <a:pt x="498" y="728"/>
                  <a:pt x="498" y="721"/>
                </a:cubicBezTo>
                <a:cubicBezTo>
                  <a:pt x="498" y="721"/>
                  <a:pt x="498" y="721"/>
                  <a:pt x="498" y="705"/>
                </a:cubicBezTo>
                <a:cubicBezTo>
                  <a:pt x="498" y="698"/>
                  <a:pt x="493" y="689"/>
                  <a:pt x="486" y="685"/>
                </a:cubicBezTo>
                <a:cubicBezTo>
                  <a:pt x="486" y="685"/>
                  <a:pt x="486" y="685"/>
                  <a:pt x="337" y="600"/>
                </a:cubicBezTo>
                <a:cubicBezTo>
                  <a:pt x="328" y="595"/>
                  <a:pt x="320" y="600"/>
                  <a:pt x="320" y="610"/>
                </a:cubicBezTo>
                <a:cubicBezTo>
                  <a:pt x="320" y="610"/>
                  <a:pt x="320" y="610"/>
                  <a:pt x="320" y="625"/>
                </a:cubicBezTo>
                <a:cubicBezTo>
                  <a:pt x="320" y="634"/>
                  <a:pt x="326" y="643"/>
                  <a:pt x="332" y="646"/>
                </a:cubicBezTo>
                <a:cubicBezTo>
                  <a:pt x="332" y="646"/>
                  <a:pt x="332" y="646"/>
                  <a:pt x="481" y="731"/>
                </a:cubicBezTo>
                <a:cubicBezTo>
                  <a:pt x="483" y="732"/>
                  <a:pt x="485" y="733"/>
                  <a:pt x="487" y="733"/>
                </a:cubicBezTo>
                <a:close/>
                <a:moveTo>
                  <a:pt x="626" y="842"/>
                </a:moveTo>
                <a:cubicBezTo>
                  <a:pt x="622" y="836"/>
                  <a:pt x="612" y="835"/>
                  <a:pt x="606" y="839"/>
                </a:cubicBezTo>
                <a:cubicBezTo>
                  <a:pt x="606" y="839"/>
                  <a:pt x="606" y="839"/>
                  <a:pt x="587" y="850"/>
                </a:cubicBezTo>
                <a:cubicBezTo>
                  <a:pt x="587" y="850"/>
                  <a:pt x="587" y="850"/>
                  <a:pt x="587" y="770"/>
                </a:cubicBezTo>
                <a:cubicBezTo>
                  <a:pt x="587" y="770"/>
                  <a:pt x="587" y="770"/>
                  <a:pt x="623" y="750"/>
                </a:cubicBezTo>
                <a:cubicBezTo>
                  <a:pt x="629" y="746"/>
                  <a:pt x="630" y="738"/>
                  <a:pt x="626" y="732"/>
                </a:cubicBezTo>
                <a:cubicBezTo>
                  <a:pt x="626" y="732"/>
                  <a:pt x="626" y="732"/>
                  <a:pt x="626" y="732"/>
                </a:cubicBezTo>
                <a:cubicBezTo>
                  <a:pt x="622" y="727"/>
                  <a:pt x="612" y="724"/>
                  <a:pt x="606" y="728"/>
                </a:cubicBezTo>
                <a:cubicBezTo>
                  <a:pt x="606" y="728"/>
                  <a:pt x="606" y="728"/>
                  <a:pt x="562" y="753"/>
                </a:cubicBezTo>
                <a:cubicBezTo>
                  <a:pt x="557" y="756"/>
                  <a:pt x="556" y="767"/>
                  <a:pt x="556" y="767"/>
                </a:cubicBezTo>
                <a:cubicBezTo>
                  <a:pt x="556" y="767"/>
                  <a:pt x="556" y="767"/>
                  <a:pt x="556" y="869"/>
                </a:cubicBezTo>
                <a:cubicBezTo>
                  <a:pt x="556" y="869"/>
                  <a:pt x="557" y="878"/>
                  <a:pt x="560" y="881"/>
                </a:cubicBezTo>
                <a:cubicBezTo>
                  <a:pt x="563" y="884"/>
                  <a:pt x="573" y="889"/>
                  <a:pt x="579" y="885"/>
                </a:cubicBezTo>
                <a:cubicBezTo>
                  <a:pt x="579" y="885"/>
                  <a:pt x="579" y="885"/>
                  <a:pt x="623" y="859"/>
                </a:cubicBezTo>
                <a:cubicBezTo>
                  <a:pt x="629" y="855"/>
                  <a:pt x="631" y="847"/>
                  <a:pt x="626" y="842"/>
                </a:cubicBezTo>
                <a:close/>
                <a:moveTo>
                  <a:pt x="233" y="619"/>
                </a:moveTo>
                <a:cubicBezTo>
                  <a:pt x="228" y="613"/>
                  <a:pt x="219" y="612"/>
                  <a:pt x="212" y="616"/>
                </a:cubicBezTo>
                <a:cubicBezTo>
                  <a:pt x="212" y="616"/>
                  <a:pt x="212" y="616"/>
                  <a:pt x="193" y="627"/>
                </a:cubicBezTo>
                <a:cubicBezTo>
                  <a:pt x="193" y="627"/>
                  <a:pt x="193" y="627"/>
                  <a:pt x="193" y="547"/>
                </a:cubicBezTo>
                <a:cubicBezTo>
                  <a:pt x="193" y="547"/>
                  <a:pt x="193" y="547"/>
                  <a:pt x="229" y="527"/>
                </a:cubicBezTo>
                <a:cubicBezTo>
                  <a:pt x="236" y="523"/>
                  <a:pt x="236" y="515"/>
                  <a:pt x="232" y="509"/>
                </a:cubicBezTo>
                <a:cubicBezTo>
                  <a:pt x="232" y="509"/>
                  <a:pt x="232" y="509"/>
                  <a:pt x="232" y="509"/>
                </a:cubicBezTo>
                <a:cubicBezTo>
                  <a:pt x="228" y="503"/>
                  <a:pt x="219" y="501"/>
                  <a:pt x="212" y="505"/>
                </a:cubicBezTo>
                <a:cubicBezTo>
                  <a:pt x="212" y="505"/>
                  <a:pt x="212" y="505"/>
                  <a:pt x="168" y="530"/>
                </a:cubicBezTo>
                <a:cubicBezTo>
                  <a:pt x="163" y="533"/>
                  <a:pt x="161" y="544"/>
                  <a:pt x="161" y="544"/>
                </a:cubicBezTo>
                <a:cubicBezTo>
                  <a:pt x="161" y="544"/>
                  <a:pt x="161" y="544"/>
                  <a:pt x="161" y="646"/>
                </a:cubicBezTo>
                <a:cubicBezTo>
                  <a:pt x="161" y="646"/>
                  <a:pt x="163" y="655"/>
                  <a:pt x="166" y="658"/>
                </a:cubicBezTo>
                <a:cubicBezTo>
                  <a:pt x="169" y="661"/>
                  <a:pt x="178" y="666"/>
                  <a:pt x="185" y="662"/>
                </a:cubicBezTo>
                <a:cubicBezTo>
                  <a:pt x="185" y="662"/>
                  <a:pt x="185" y="662"/>
                  <a:pt x="229" y="636"/>
                </a:cubicBezTo>
                <a:cubicBezTo>
                  <a:pt x="236" y="632"/>
                  <a:pt x="237" y="624"/>
                  <a:pt x="233" y="619"/>
                </a:cubicBezTo>
                <a:close/>
              </a:path>
            </a:pathLst>
          </a:custGeom>
          <a:solidFill>
            <a:schemeClr val="tx2"/>
          </a:solidFill>
          <a:ln>
            <a:noFill/>
          </a:ln>
        </p:spPr>
        <p:txBody>
          <a:bodyPr vert="horz" wrap="square" lIns="89635" tIns="44817" rIns="89635" bIns="44817" numCol="1" anchor="t" anchorCtr="0" compatLnSpc="1">
            <a:prstTxWarp prst="textNoShape">
              <a:avLst/>
            </a:prstTxWarp>
          </a:bodyPr>
          <a:lstStyle/>
          <a:p>
            <a:pPr marL="0" marR="0" lvl="0" indent="0" algn="l" defTabSz="91343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pic>
        <p:nvPicPr>
          <p:cNvPr id="18" name="Picture 4" descr="C:\Users\roslyn.ADI\Desktop\DVD_ART36\Artwork_Imagery\Icons - Illustrations\_ WINDOWS SERVER ICONS\Hardware\Virtual Servers 2.png">
            <a:extLst>
              <a:ext uri="{FF2B5EF4-FFF2-40B4-BE49-F238E27FC236}">
                <a16:creationId xmlns:a16="http://schemas.microsoft.com/office/drawing/2014/main" id="{098D88F5-634D-5BBC-65CE-9FFE57C97952}"/>
              </a:ext>
            </a:extLst>
          </p:cNvPr>
          <p:cNvPicPr>
            <a:picLocks noChangeAspect="1" noChangeArrowheads="1"/>
          </p:cNvPicPr>
          <p:nvPr/>
        </p:nvPicPr>
        <p:blipFill>
          <a:blip r:embed="rId3" cstate="print"/>
          <a:srcRect/>
          <a:stretch>
            <a:fillRect/>
          </a:stretch>
        </p:blipFill>
        <p:spPr bwMode="auto">
          <a:xfrm>
            <a:off x="5050470" y="3819730"/>
            <a:ext cx="492017" cy="613536"/>
          </a:xfrm>
          <a:prstGeom prst="rect">
            <a:avLst/>
          </a:prstGeom>
          <a:noFill/>
        </p:spPr>
      </p:pic>
      <p:sp>
        <p:nvSpPr>
          <p:cNvPr id="19" name="Freeform 24">
            <a:extLst>
              <a:ext uri="{FF2B5EF4-FFF2-40B4-BE49-F238E27FC236}">
                <a16:creationId xmlns:a16="http://schemas.microsoft.com/office/drawing/2014/main" id="{DC6892AB-3131-0BE4-4EFD-42B4B37F9A08}"/>
              </a:ext>
            </a:extLst>
          </p:cNvPr>
          <p:cNvSpPr>
            <a:spLocks noEditPoints="1"/>
          </p:cNvSpPr>
          <p:nvPr/>
        </p:nvSpPr>
        <p:spPr bwMode="black">
          <a:xfrm>
            <a:off x="7417220" y="4237601"/>
            <a:ext cx="777169" cy="386005"/>
          </a:xfrm>
          <a:custGeom>
            <a:avLst/>
            <a:gdLst>
              <a:gd name="T0" fmla="*/ 524 w 1369"/>
              <a:gd name="T1" fmla="*/ 115 h 1057"/>
              <a:gd name="T2" fmla="*/ 373 w 1369"/>
              <a:gd name="T3" fmla="*/ 228 h 1057"/>
              <a:gd name="T4" fmla="*/ 455 w 1369"/>
              <a:gd name="T5" fmla="*/ 153 h 1057"/>
              <a:gd name="T6" fmla="*/ 5 w 1369"/>
              <a:gd name="T7" fmla="*/ 634 h 1057"/>
              <a:gd name="T8" fmla="*/ 149 w 1369"/>
              <a:gd name="T9" fmla="*/ 320 h 1057"/>
              <a:gd name="T10" fmla="*/ 26 w 1369"/>
              <a:gd name="T11" fmla="*/ 509 h 1057"/>
              <a:gd name="T12" fmla="*/ 652 w 1369"/>
              <a:gd name="T13" fmla="*/ 75 h 1057"/>
              <a:gd name="T14" fmla="*/ 36 w 1369"/>
              <a:gd name="T15" fmla="*/ 435 h 1057"/>
              <a:gd name="T16" fmla="*/ 28 w 1369"/>
              <a:gd name="T17" fmla="*/ 478 h 1057"/>
              <a:gd name="T18" fmla="*/ 9 w 1369"/>
              <a:gd name="T19" fmla="*/ 353 h 1057"/>
              <a:gd name="T20" fmla="*/ 1045 w 1369"/>
              <a:gd name="T21" fmla="*/ 157 h 1057"/>
              <a:gd name="T22" fmla="*/ 1251 w 1369"/>
              <a:gd name="T23" fmla="*/ 278 h 1057"/>
              <a:gd name="T24" fmla="*/ 1184 w 1369"/>
              <a:gd name="T25" fmla="*/ 236 h 1057"/>
              <a:gd name="T26" fmla="*/ 1369 w 1369"/>
              <a:gd name="T27" fmla="*/ 439 h 1057"/>
              <a:gd name="T28" fmla="*/ 1349 w 1369"/>
              <a:gd name="T29" fmla="*/ 356 h 1057"/>
              <a:gd name="T30" fmla="*/ 1150 w 1369"/>
              <a:gd name="T31" fmla="*/ 216 h 1057"/>
              <a:gd name="T32" fmla="*/ 859 w 1369"/>
              <a:gd name="T33" fmla="*/ 52 h 1057"/>
              <a:gd name="T34" fmla="*/ 781 w 1369"/>
              <a:gd name="T35" fmla="*/ 39 h 1057"/>
              <a:gd name="T36" fmla="*/ 746 w 1369"/>
              <a:gd name="T37" fmla="*/ 26 h 1057"/>
              <a:gd name="T38" fmla="*/ 682 w 1369"/>
              <a:gd name="T39" fmla="*/ 56 h 1057"/>
              <a:gd name="T40" fmla="*/ 67 w 1369"/>
              <a:gd name="T41" fmla="*/ 682 h 1057"/>
              <a:gd name="T42" fmla="*/ 963 w 1369"/>
              <a:gd name="T43" fmla="*/ 142 h 1057"/>
              <a:gd name="T44" fmla="*/ 906 w 1369"/>
              <a:gd name="T45" fmla="*/ 82 h 1057"/>
              <a:gd name="T46" fmla="*/ 247 w 1369"/>
              <a:gd name="T47" fmla="*/ 268 h 1057"/>
              <a:gd name="T48" fmla="*/ 1073 w 1369"/>
              <a:gd name="T49" fmla="*/ 766 h 1057"/>
              <a:gd name="T50" fmla="*/ 974 w 1369"/>
              <a:gd name="T51" fmla="*/ 824 h 1057"/>
              <a:gd name="T52" fmla="*/ 1048 w 1369"/>
              <a:gd name="T53" fmla="*/ 780 h 1057"/>
              <a:gd name="T54" fmla="*/ 834 w 1369"/>
              <a:gd name="T55" fmla="*/ 948 h 1057"/>
              <a:gd name="T56" fmla="*/ 882 w 1369"/>
              <a:gd name="T57" fmla="*/ 910 h 1057"/>
              <a:gd name="T58" fmla="*/ 1199 w 1369"/>
              <a:gd name="T59" fmla="*/ 723 h 1057"/>
              <a:gd name="T60" fmla="*/ 61 w 1369"/>
              <a:gd name="T61" fmla="*/ 327 h 1057"/>
              <a:gd name="T62" fmla="*/ 1353 w 1369"/>
              <a:gd name="T63" fmla="*/ 606 h 1057"/>
              <a:gd name="T64" fmla="*/ 1342 w 1369"/>
              <a:gd name="T65" fmla="*/ 518 h 1057"/>
              <a:gd name="T66" fmla="*/ 789 w 1369"/>
              <a:gd name="T67" fmla="*/ 977 h 1057"/>
              <a:gd name="T68" fmla="*/ 791 w 1369"/>
              <a:gd name="T69" fmla="*/ 972 h 1057"/>
              <a:gd name="T70" fmla="*/ 1249 w 1369"/>
              <a:gd name="T71" fmla="*/ 662 h 1057"/>
              <a:gd name="T72" fmla="*/ 1318 w 1369"/>
              <a:gd name="T73" fmla="*/ 616 h 1057"/>
              <a:gd name="T74" fmla="*/ 357 w 1369"/>
              <a:gd name="T75" fmla="*/ 821 h 1057"/>
              <a:gd name="T76" fmla="*/ 249 w 1369"/>
              <a:gd name="T77" fmla="*/ 759 h 1057"/>
              <a:gd name="T78" fmla="*/ 179 w 1369"/>
              <a:gd name="T79" fmla="*/ 721 h 1057"/>
              <a:gd name="T80" fmla="*/ 133 w 1369"/>
              <a:gd name="T81" fmla="*/ 704 h 1057"/>
              <a:gd name="T82" fmla="*/ 139 w 1369"/>
              <a:gd name="T83" fmla="*/ 731 h 1057"/>
              <a:gd name="T84" fmla="*/ 711 w 1369"/>
              <a:gd name="T85" fmla="*/ 1056 h 1057"/>
              <a:gd name="T86" fmla="*/ 606 w 1369"/>
              <a:gd name="T87" fmla="*/ 984 h 1057"/>
              <a:gd name="T88" fmla="*/ 614 w 1369"/>
              <a:gd name="T89" fmla="*/ 998 h 1057"/>
              <a:gd name="T90" fmla="*/ 555 w 1369"/>
              <a:gd name="T91" fmla="*/ 933 h 1057"/>
              <a:gd name="T92" fmla="*/ 676 w 1369"/>
              <a:gd name="T93" fmla="*/ 1024 h 1057"/>
              <a:gd name="T94" fmla="*/ 489 w 1369"/>
              <a:gd name="T95" fmla="*/ 898 h 1057"/>
              <a:gd name="T96" fmla="*/ 1274 w 1369"/>
              <a:gd name="T97" fmla="*/ 378 h 1057"/>
              <a:gd name="T98" fmla="*/ 749 w 1369"/>
              <a:gd name="T99" fmla="*/ 729 h 1057"/>
              <a:gd name="T100" fmla="*/ 146 w 1369"/>
              <a:gd name="T101" fmla="*/ 631 h 1057"/>
              <a:gd name="T102" fmla="*/ 600 w 1369"/>
              <a:gd name="T103" fmla="*/ 889 h 1057"/>
              <a:gd name="T104" fmla="*/ 780 w 1369"/>
              <a:gd name="T105" fmla="*/ 741 h 1057"/>
              <a:gd name="T106" fmla="*/ 486 w 1369"/>
              <a:gd name="T107" fmla="*/ 685 h 1057"/>
              <a:gd name="T108" fmla="*/ 587 w 1369"/>
              <a:gd name="T109" fmla="*/ 850 h 1057"/>
              <a:gd name="T110" fmla="*/ 560 w 1369"/>
              <a:gd name="T111" fmla="*/ 881 h 1057"/>
              <a:gd name="T112" fmla="*/ 232 w 1369"/>
              <a:gd name="T113" fmla="*/ 509 h 1057"/>
              <a:gd name="T114" fmla="*/ 233 w 1369"/>
              <a:gd name="T115" fmla="*/ 619 h 10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69" h="1057">
                <a:moveTo>
                  <a:pt x="234" y="304"/>
                </a:moveTo>
                <a:cubicBezTo>
                  <a:pt x="234" y="304"/>
                  <a:pt x="234" y="304"/>
                  <a:pt x="234" y="304"/>
                </a:cubicBezTo>
                <a:cubicBezTo>
                  <a:pt x="190" y="329"/>
                  <a:pt x="190" y="329"/>
                  <a:pt x="190" y="329"/>
                </a:cubicBezTo>
                <a:cubicBezTo>
                  <a:pt x="178" y="305"/>
                  <a:pt x="178" y="305"/>
                  <a:pt x="178" y="305"/>
                </a:cubicBezTo>
                <a:cubicBezTo>
                  <a:pt x="222" y="280"/>
                  <a:pt x="222" y="280"/>
                  <a:pt x="222" y="280"/>
                </a:cubicBezTo>
                <a:cubicBezTo>
                  <a:pt x="234" y="304"/>
                  <a:pt x="234" y="304"/>
                  <a:pt x="234" y="304"/>
                </a:cubicBezTo>
                <a:close/>
                <a:moveTo>
                  <a:pt x="581" y="113"/>
                </a:moveTo>
                <a:cubicBezTo>
                  <a:pt x="569" y="91"/>
                  <a:pt x="569" y="91"/>
                  <a:pt x="569" y="91"/>
                </a:cubicBezTo>
                <a:cubicBezTo>
                  <a:pt x="524" y="115"/>
                  <a:pt x="524" y="115"/>
                  <a:pt x="524" y="115"/>
                </a:cubicBezTo>
                <a:cubicBezTo>
                  <a:pt x="537" y="138"/>
                  <a:pt x="537" y="138"/>
                  <a:pt x="537" y="138"/>
                </a:cubicBezTo>
                <a:cubicBezTo>
                  <a:pt x="581" y="113"/>
                  <a:pt x="581" y="113"/>
                  <a:pt x="581" y="113"/>
                </a:cubicBezTo>
                <a:cubicBezTo>
                  <a:pt x="581" y="113"/>
                  <a:pt x="581" y="113"/>
                  <a:pt x="581" y="113"/>
                </a:cubicBezTo>
                <a:close/>
                <a:moveTo>
                  <a:pt x="373" y="228"/>
                </a:moveTo>
                <a:cubicBezTo>
                  <a:pt x="360" y="205"/>
                  <a:pt x="360" y="205"/>
                  <a:pt x="360" y="205"/>
                </a:cubicBezTo>
                <a:cubicBezTo>
                  <a:pt x="316" y="230"/>
                  <a:pt x="316" y="230"/>
                  <a:pt x="316" y="230"/>
                </a:cubicBezTo>
                <a:cubicBezTo>
                  <a:pt x="329" y="252"/>
                  <a:pt x="329" y="252"/>
                  <a:pt x="329" y="252"/>
                </a:cubicBezTo>
                <a:cubicBezTo>
                  <a:pt x="373" y="228"/>
                  <a:pt x="373" y="228"/>
                  <a:pt x="373" y="228"/>
                </a:cubicBezTo>
                <a:cubicBezTo>
                  <a:pt x="373" y="228"/>
                  <a:pt x="373" y="228"/>
                  <a:pt x="373" y="228"/>
                </a:cubicBezTo>
                <a:close/>
                <a:moveTo>
                  <a:pt x="443" y="190"/>
                </a:moveTo>
                <a:cubicBezTo>
                  <a:pt x="430" y="167"/>
                  <a:pt x="430" y="167"/>
                  <a:pt x="430" y="167"/>
                </a:cubicBezTo>
                <a:cubicBezTo>
                  <a:pt x="385" y="190"/>
                  <a:pt x="385" y="190"/>
                  <a:pt x="385" y="190"/>
                </a:cubicBezTo>
                <a:cubicBezTo>
                  <a:pt x="398" y="214"/>
                  <a:pt x="398" y="214"/>
                  <a:pt x="398" y="214"/>
                </a:cubicBezTo>
                <a:cubicBezTo>
                  <a:pt x="443" y="190"/>
                  <a:pt x="443" y="190"/>
                  <a:pt x="443" y="190"/>
                </a:cubicBezTo>
                <a:cubicBezTo>
                  <a:pt x="443" y="190"/>
                  <a:pt x="443" y="190"/>
                  <a:pt x="443" y="190"/>
                </a:cubicBezTo>
                <a:close/>
                <a:moveTo>
                  <a:pt x="513" y="151"/>
                </a:moveTo>
                <a:cubicBezTo>
                  <a:pt x="501" y="129"/>
                  <a:pt x="501" y="129"/>
                  <a:pt x="501" y="129"/>
                </a:cubicBezTo>
                <a:cubicBezTo>
                  <a:pt x="455" y="153"/>
                  <a:pt x="455" y="153"/>
                  <a:pt x="455" y="153"/>
                </a:cubicBezTo>
                <a:cubicBezTo>
                  <a:pt x="468" y="176"/>
                  <a:pt x="468" y="176"/>
                  <a:pt x="468" y="176"/>
                </a:cubicBezTo>
                <a:cubicBezTo>
                  <a:pt x="513" y="151"/>
                  <a:pt x="513" y="151"/>
                  <a:pt x="513" y="151"/>
                </a:cubicBezTo>
                <a:cubicBezTo>
                  <a:pt x="513" y="151"/>
                  <a:pt x="513" y="151"/>
                  <a:pt x="513" y="151"/>
                </a:cubicBezTo>
                <a:close/>
                <a:moveTo>
                  <a:pt x="32" y="631"/>
                </a:moveTo>
                <a:cubicBezTo>
                  <a:pt x="30" y="620"/>
                  <a:pt x="30" y="607"/>
                  <a:pt x="29" y="592"/>
                </a:cubicBezTo>
                <a:cubicBezTo>
                  <a:pt x="28" y="587"/>
                  <a:pt x="28" y="587"/>
                  <a:pt x="28" y="587"/>
                </a:cubicBezTo>
                <a:cubicBezTo>
                  <a:pt x="1" y="589"/>
                  <a:pt x="1" y="589"/>
                  <a:pt x="1" y="589"/>
                </a:cubicBezTo>
                <a:cubicBezTo>
                  <a:pt x="1" y="595"/>
                  <a:pt x="1" y="595"/>
                  <a:pt x="1" y="595"/>
                </a:cubicBezTo>
                <a:cubicBezTo>
                  <a:pt x="3" y="608"/>
                  <a:pt x="3" y="622"/>
                  <a:pt x="5" y="634"/>
                </a:cubicBezTo>
                <a:cubicBezTo>
                  <a:pt x="6" y="639"/>
                  <a:pt x="6" y="639"/>
                  <a:pt x="6" y="639"/>
                </a:cubicBezTo>
                <a:cubicBezTo>
                  <a:pt x="33" y="636"/>
                  <a:pt x="33" y="636"/>
                  <a:pt x="33" y="636"/>
                </a:cubicBezTo>
                <a:cubicBezTo>
                  <a:pt x="32" y="631"/>
                  <a:pt x="32" y="631"/>
                  <a:pt x="32" y="631"/>
                </a:cubicBezTo>
                <a:cubicBezTo>
                  <a:pt x="32" y="631"/>
                  <a:pt x="32" y="631"/>
                  <a:pt x="32" y="631"/>
                </a:cubicBezTo>
                <a:close/>
                <a:moveTo>
                  <a:pt x="143" y="346"/>
                </a:moveTo>
                <a:cubicBezTo>
                  <a:pt x="148" y="346"/>
                  <a:pt x="152" y="346"/>
                  <a:pt x="157" y="344"/>
                </a:cubicBezTo>
                <a:cubicBezTo>
                  <a:pt x="162" y="343"/>
                  <a:pt x="162" y="343"/>
                  <a:pt x="162" y="343"/>
                </a:cubicBezTo>
                <a:cubicBezTo>
                  <a:pt x="154" y="318"/>
                  <a:pt x="154" y="318"/>
                  <a:pt x="154" y="318"/>
                </a:cubicBezTo>
                <a:cubicBezTo>
                  <a:pt x="149" y="320"/>
                  <a:pt x="149" y="320"/>
                  <a:pt x="149" y="320"/>
                </a:cubicBezTo>
                <a:cubicBezTo>
                  <a:pt x="143" y="322"/>
                  <a:pt x="133" y="320"/>
                  <a:pt x="118" y="316"/>
                </a:cubicBezTo>
                <a:cubicBezTo>
                  <a:pt x="113" y="315"/>
                  <a:pt x="113" y="315"/>
                  <a:pt x="113" y="315"/>
                </a:cubicBezTo>
                <a:cubicBezTo>
                  <a:pt x="105" y="338"/>
                  <a:pt x="105" y="338"/>
                  <a:pt x="105" y="338"/>
                </a:cubicBezTo>
                <a:cubicBezTo>
                  <a:pt x="110" y="341"/>
                  <a:pt x="110" y="341"/>
                  <a:pt x="110" y="341"/>
                </a:cubicBezTo>
                <a:cubicBezTo>
                  <a:pt x="124" y="344"/>
                  <a:pt x="134" y="346"/>
                  <a:pt x="143" y="346"/>
                </a:cubicBezTo>
                <a:close/>
                <a:moveTo>
                  <a:pt x="26" y="554"/>
                </a:moveTo>
                <a:cubicBezTo>
                  <a:pt x="26" y="543"/>
                  <a:pt x="26" y="534"/>
                  <a:pt x="26" y="525"/>
                </a:cubicBezTo>
                <a:cubicBezTo>
                  <a:pt x="26" y="521"/>
                  <a:pt x="26" y="518"/>
                  <a:pt x="26" y="514"/>
                </a:cubicBezTo>
                <a:cubicBezTo>
                  <a:pt x="26" y="509"/>
                  <a:pt x="26" y="509"/>
                  <a:pt x="26" y="509"/>
                </a:cubicBezTo>
                <a:cubicBezTo>
                  <a:pt x="0" y="509"/>
                  <a:pt x="0" y="509"/>
                  <a:pt x="0" y="509"/>
                </a:cubicBezTo>
                <a:cubicBezTo>
                  <a:pt x="0" y="514"/>
                  <a:pt x="0" y="514"/>
                  <a:pt x="0" y="514"/>
                </a:cubicBezTo>
                <a:cubicBezTo>
                  <a:pt x="0" y="517"/>
                  <a:pt x="0" y="521"/>
                  <a:pt x="0" y="525"/>
                </a:cubicBezTo>
                <a:cubicBezTo>
                  <a:pt x="0" y="534"/>
                  <a:pt x="0" y="544"/>
                  <a:pt x="0" y="554"/>
                </a:cubicBezTo>
                <a:cubicBezTo>
                  <a:pt x="0" y="560"/>
                  <a:pt x="0" y="560"/>
                  <a:pt x="0" y="560"/>
                </a:cubicBezTo>
                <a:cubicBezTo>
                  <a:pt x="26" y="559"/>
                  <a:pt x="26" y="559"/>
                  <a:pt x="26" y="559"/>
                </a:cubicBezTo>
                <a:cubicBezTo>
                  <a:pt x="26" y="554"/>
                  <a:pt x="26" y="554"/>
                  <a:pt x="26" y="554"/>
                </a:cubicBezTo>
                <a:cubicBezTo>
                  <a:pt x="26" y="554"/>
                  <a:pt x="26" y="554"/>
                  <a:pt x="26" y="554"/>
                </a:cubicBezTo>
                <a:close/>
                <a:moveTo>
                  <a:pt x="652" y="75"/>
                </a:moveTo>
                <a:cubicBezTo>
                  <a:pt x="639" y="54"/>
                  <a:pt x="639" y="54"/>
                  <a:pt x="639" y="54"/>
                </a:cubicBezTo>
                <a:cubicBezTo>
                  <a:pt x="594" y="77"/>
                  <a:pt x="594" y="77"/>
                  <a:pt x="594" y="77"/>
                </a:cubicBezTo>
                <a:cubicBezTo>
                  <a:pt x="606" y="101"/>
                  <a:pt x="606" y="101"/>
                  <a:pt x="606" y="101"/>
                </a:cubicBezTo>
                <a:cubicBezTo>
                  <a:pt x="652" y="75"/>
                  <a:pt x="652" y="75"/>
                  <a:pt x="652" y="75"/>
                </a:cubicBezTo>
                <a:cubicBezTo>
                  <a:pt x="652" y="75"/>
                  <a:pt x="652" y="75"/>
                  <a:pt x="652" y="75"/>
                </a:cubicBezTo>
                <a:close/>
                <a:moveTo>
                  <a:pt x="28" y="478"/>
                </a:moveTo>
                <a:cubicBezTo>
                  <a:pt x="29" y="476"/>
                  <a:pt x="29" y="475"/>
                  <a:pt x="29" y="475"/>
                </a:cubicBezTo>
                <a:cubicBezTo>
                  <a:pt x="34" y="468"/>
                  <a:pt x="36" y="458"/>
                  <a:pt x="36" y="446"/>
                </a:cubicBezTo>
                <a:cubicBezTo>
                  <a:pt x="36" y="443"/>
                  <a:pt x="36" y="439"/>
                  <a:pt x="36" y="435"/>
                </a:cubicBezTo>
                <a:cubicBezTo>
                  <a:pt x="35" y="430"/>
                  <a:pt x="35" y="430"/>
                  <a:pt x="35" y="430"/>
                </a:cubicBezTo>
                <a:cubicBezTo>
                  <a:pt x="9" y="431"/>
                  <a:pt x="9" y="431"/>
                  <a:pt x="9" y="431"/>
                </a:cubicBezTo>
                <a:cubicBezTo>
                  <a:pt x="9" y="437"/>
                  <a:pt x="9" y="437"/>
                  <a:pt x="9" y="437"/>
                </a:cubicBezTo>
                <a:cubicBezTo>
                  <a:pt x="9" y="440"/>
                  <a:pt x="9" y="443"/>
                  <a:pt x="9" y="446"/>
                </a:cubicBezTo>
                <a:cubicBezTo>
                  <a:pt x="9" y="456"/>
                  <a:pt x="8" y="460"/>
                  <a:pt x="7" y="461"/>
                </a:cubicBezTo>
                <a:cubicBezTo>
                  <a:pt x="5" y="464"/>
                  <a:pt x="3" y="467"/>
                  <a:pt x="2" y="472"/>
                </a:cubicBezTo>
                <a:cubicBezTo>
                  <a:pt x="1" y="477"/>
                  <a:pt x="1" y="477"/>
                  <a:pt x="1" y="477"/>
                </a:cubicBezTo>
                <a:cubicBezTo>
                  <a:pt x="27" y="484"/>
                  <a:pt x="27" y="484"/>
                  <a:pt x="27" y="484"/>
                </a:cubicBezTo>
                <a:cubicBezTo>
                  <a:pt x="28" y="478"/>
                  <a:pt x="28" y="478"/>
                  <a:pt x="28" y="478"/>
                </a:cubicBezTo>
                <a:cubicBezTo>
                  <a:pt x="28" y="478"/>
                  <a:pt x="28" y="478"/>
                  <a:pt x="28" y="478"/>
                </a:cubicBezTo>
                <a:close/>
                <a:moveTo>
                  <a:pt x="5" y="404"/>
                </a:moveTo>
                <a:cubicBezTo>
                  <a:pt x="31" y="400"/>
                  <a:pt x="31" y="400"/>
                  <a:pt x="31" y="400"/>
                </a:cubicBezTo>
                <a:cubicBezTo>
                  <a:pt x="30" y="395"/>
                  <a:pt x="30" y="395"/>
                  <a:pt x="30" y="395"/>
                </a:cubicBezTo>
                <a:cubicBezTo>
                  <a:pt x="29" y="391"/>
                  <a:pt x="28" y="384"/>
                  <a:pt x="28" y="382"/>
                </a:cubicBezTo>
                <a:cubicBezTo>
                  <a:pt x="28" y="380"/>
                  <a:pt x="29" y="374"/>
                  <a:pt x="34" y="363"/>
                </a:cubicBezTo>
                <a:cubicBezTo>
                  <a:pt x="36" y="358"/>
                  <a:pt x="36" y="358"/>
                  <a:pt x="36" y="358"/>
                </a:cubicBezTo>
                <a:cubicBezTo>
                  <a:pt x="11" y="348"/>
                  <a:pt x="11" y="348"/>
                  <a:pt x="11" y="348"/>
                </a:cubicBezTo>
                <a:cubicBezTo>
                  <a:pt x="9" y="353"/>
                  <a:pt x="9" y="353"/>
                  <a:pt x="9" y="353"/>
                </a:cubicBezTo>
                <a:cubicBezTo>
                  <a:pt x="6" y="361"/>
                  <a:pt x="1" y="373"/>
                  <a:pt x="1" y="382"/>
                </a:cubicBezTo>
                <a:cubicBezTo>
                  <a:pt x="1" y="386"/>
                  <a:pt x="2" y="391"/>
                  <a:pt x="3" y="399"/>
                </a:cubicBezTo>
                <a:cubicBezTo>
                  <a:pt x="5" y="404"/>
                  <a:pt x="5" y="404"/>
                  <a:pt x="5" y="404"/>
                </a:cubicBezTo>
                <a:cubicBezTo>
                  <a:pt x="5" y="404"/>
                  <a:pt x="5" y="404"/>
                  <a:pt x="5" y="404"/>
                </a:cubicBezTo>
                <a:close/>
                <a:moveTo>
                  <a:pt x="1067" y="199"/>
                </a:moveTo>
                <a:cubicBezTo>
                  <a:pt x="1072" y="201"/>
                  <a:pt x="1072" y="201"/>
                  <a:pt x="1072" y="201"/>
                </a:cubicBezTo>
                <a:cubicBezTo>
                  <a:pt x="1085" y="179"/>
                  <a:pt x="1085" y="179"/>
                  <a:pt x="1085" y="179"/>
                </a:cubicBezTo>
                <a:cubicBezTo>
                  <a:pt x="1080" y="176"/>
                  <a:pt x="1080" y="176"/>
                  <a:pt x="1080" y="176"/>
                </a:cubicBezTo>
                <a:cubicBezTo>
                  <a:pt x="1068" y="170"/>
                  <a:pt x="1057" y="163"/>
                  <a:pt x="1045" y="157"/>
                </a:cubicBezTo>
                <a:cubicBezTo>
                  <a:pt x="1040" y="154"/>
                  <a:pt x="1040" y="154"/>
                  <a:pt x="1040" y="154"/>
                </a:cubicBezTo>
                <a:cubicBezTo>
                  <a:pt x="1027" y="177"/>
                  <a:pt x="1027" y="177"/>
                  <a:pt x="1027" y="177"/>
                </a:cubicBezTo>
                <a:cubicBezTo>
                  <a:pt x="1032" y="180"/>
                  <a:pt x="1032" y="180"/>
                  <a:pt x="1032" y="180"/>
                </a:cubicBezTo>
                <a:cubicBezTo>
                  <a:pt x="1045" y="187"/>
                  <a:pt x="1057" y="193"/>
                  <a:pt x="1067" y="199"/>
                </a:cubicBezTo>
                <a:close/>
                <a:moveTo>
                  <a:pt x="1270" y="323"/>
                </a:moveTo>
                <a:cubicBezTo>
                  <a:pt x="1275" y="326"/>
                  <a:pt x="1275" y="326"/>
                  <a:pt x="1275" y="326"/>
                </a:cubicBezTo>
                <a:cubicBezTo>
                  <a:pt x="1290" y="304"/>
                  <a:pt x="1290" y="304"/>
                  <a:pt x="1290" y="304"/>
                </a:cubicBezTo>
                <a:cubicBezTo>
                  <a:pt x="1286" y="301"/>
                  <a:pt x="1286" y="301"/>
                  <a:pt x="1286" y="301"/>
                </a:cubicBezTo>
                <a:cubicBezTo>
                  <a:pt x="1276" y="294"/>
                  <a:pt x="1264" y="287"/>
                  <a:pt x="1251" y="278"/>
                </a:cubicBezTo>
                <a:cubicBezTo>
                  <a:pt x="1246" y="275"/>
                  <a:pt x="1246" y="275"/>
                  <a:pt x="1246" y="275"/>
                </a:cubicBezTo>
                <a:cubicBezTo>
                  <a:pt x="1232" y="297"/>
                  <a:pt x="1232" y="297"/>
                  <a:pt x="1232" y="297"/>
                </a:cubicBezTo>
                <a:cubicBezTo>
                  <a:pt x="1237" y="300"/>
                  <a:pt x="1237" y="300"/>
                  <a:pt x="1237" y="300"/>
                </a:cubicBezTo>
                <a:cubicBezTo>
                  <a:pt x="1249" y="308"/>
                  <a:pt x="1261" y="316"/>
                  <a:pt x="1270" y="323"/>
                </a:cubicBezTo>
                <a:close/>
                <a:moveTo>
                  <a:pt x="1204" y="279"/>
                </a:moveTo>
                <a:cubicBezTo>
                  <a:pt x="1209" y="282"/>
                  <a:pt x="1209" y="282"/>
                  <a:pt x="1209" y="282"/>
                </a:cubicBezTo>
                <a:cubicBezTo>
                  <a:pt x="1223" y="259"/>
                  <a:pt x="1223" y="259"/>
                  <a:pt x="1223" y="259"/>
                </a:cubicBezTo>
                <a:cubicBezTo>
                  <a:pt x="1217" y="257"/>
                  <a:pt x="1217" y="257"/>
                  <a:pt x="1217" y="257"/>
                </a:cubicBezTo>
                <a:cubicBezTo>
                  <a:pt x="1207" y="250"/>
                  <a:pt x="1196" y="243"/>
                  <a:pt x="1184" y="236"/>
                </a:cubicBezTo>
                <a:cubicBezTo>
                  <a:pt x="1179" y="233"/>
                  <a:pt x="1179" y="233"/>
                  <a:pt x="1179" y="233"/>
                </a:cubicBezTo>
                <a:cubicBezTo>
                  <a:pt x="1166" y="256"/>
                  <a:pt x="1166" y="256"/>
                  <a:pt x="1166" y="256"/>
                </a:cubicBezTo>
                <a:cubicBezTo>
                  <a:pt x="1170" y="259"/>
                  <a:pt x="1170" y="259"/>
                  <a:pt x="1170" y="259"/>
                </a:cubicBezTo>
                <a:cubicBezTo>
                  <a:pt x="1183" y="265"/>
                  <a:pt x="1194" y="272"/>
                  <a:pt x="1204" y="279"/>
                </a:cubicBezTo>
                <a:close/>
                <a:moveTo>
                  <a:pt x="1337" y="403"/>
                </a:moveTo>
                <a:cubicBezTo>
                  <a:pt x="1340" y="414"/>
                  <a:pt x="1341" y="427"/>
                  <a:pt x="1343" y="441"/>
                </a:cubicBezTo>
                <a:cubicBezTo>
                  <a:pt x="1343" y="447"/>
                  <a:pt x="1343" y="447"/>
                  <a:pt x="1343" y="447"/>
                </a:cubicBezTo>
                <a:cubicBezTo>
                  <a:pt x="1369" y="445"/>
                  <a:pt x="1369" y="445"/>
                  <a:pt x="1369" y="445"/>
                </a:cubicBezTo>
                <a:cubicBezTo>
                  <a:pt x="1369" y="439"/>
                  <a:pt x="1369" y="439"/>
                  <a:pt x="1369" y="439"/>
                </a:cubicBezTo>
                <a:cubicBezTo>
                  <a:pt x="1367" y="424"/>
                  <a:pt x="1365" y="410"/>
                  <a:pt x="1363" y="397"/>
                </a:cubicBezTo>
                <a:cubicBezTo>
                  <a:pt x="1362" y="392"/>
                  <a:pt x="1362" y="392"/>
                  <a:pt x="1362" y="392"/>
                </a:cubicBezTo>
                <a:cubicBezTo>
                  <a:pt x="1336" y="397"/>
                  <a:pt x="1336" y="397"/>
                  <a:pt x="1336" y="397"/>
                </a:cubicBezTo>
                <a:cubicBezTo>
                  <a:pt x="1337" y="403"/>
                  <a:pt x="1337" y="403"/>
                  <a:pt x="1337" y="403"/>
                </a:cubicBezTo>
                <a:cubicBezTo>
                  <a:pt x="1337" y="403"/>
                  <a:pt x="1337" y="403"/>
                  <a:pt x="1337" y="403"/>
                </a:cubicBezTo>
                <a:close/>
                <a:moveTo>
                  <a:pt x="1325" y="369"/>
                </a:moveTo>
                <a:cubicBezTo>
                  <a:pt x="1328" y="373"/>
                  <a:pt x="1328" y="373"/>
                  <a:pt x="1328" y="373"/>
                </a:cubicBezTo>
                <a:cubicBezTo>
                  <a:pt x="1352" y="362"/>
                  <a:pt x="1352" y="362"/>
                  <a:pt x="1352" y="362"/>
                </a:cubicBezTo>
                <a:cubicBezTo>
                  <a:pt x="1349" y="356"/>
                  <a:pt x="1349" y="356"/>
                  <a:pt x="1349" y="356"/>
                </a:cubicBezTo>
                <a:cubicBezTo>
                  <a:pt x="1344" y="348"/>
                  <a:pt x="1334" y="338"/>
                  <a:pt x="1318" y="325"/>
                </a:cubicBezTo>
                <a:cubicBezTo>
                  <a:pt x="1313" y="321"/>
                  <a:pt x="1313" y="321"/>
                  <a:pt x="1313" y="321"/>
                </a:cubicBezTo>
                <a:cubicBezTo>
                  <a:pt x="1296" y="342"/>
                  <a:pt x="1296" y="342"/>
                  <a:pt x="1296" y="342"/>
                </a:cubicBezTo>
                <a:cubicBezTo>
                  <a:pt x="1301" y="345"/>
                  <a:pt x="1301" y="345"/>
                  <a:pt x="1301" y="345"/>
                </a:cubicBezTo>
                <a:cubicBezTo>
                  <a:pt x="1319" y="359"/>
                  <a:pt x="1324" y="367"/>
                  <a:pt x="1325" y="369"/>
                </a:cubicBezTo>
                <a:close/>
                <a:moveTo>
                  <a:pt x="1136" y="238"/>
                </a:moveTo>
                <a:cubicBezTo>
                  <a:pt x="1141" y="241"/>
                  <a:pt x="1141" y="241"/>
                  <a:pt x="1141" y="241"/>
                </a:cubicBezTo>
                <a:cubicBezTo>
                  <a:pt x="1155" y="219"/>
                  <a:pt x="1155" y="219"/>
                  <a:pt x="1155" y="219"/>
                </a:cubicBezTo>
                <a:cubicBezTo>
                  <a:pt x="1150" y="216"/>
                  <a:pt x="1150" y="216"/>
                  <a:pt x="1150" y="216"/>
                </a:cubicBezTo>
                <a:cubicBezTo>
                  <a:pt x="1138" y="210"/>
                  <a:pt x="1127" y="203"/>
                  <a:pt x="1115" y="196"/>
                </a:cubicBezTo>
                <a:cubicBezTo>
                  <a:pt x="1109" y="194"/>
                  <a:pt x="1109" y="194"/>
                  <a:pt x="1109" y="194"/>
                </a:cubicBezTo>
                <a:cubicBezTo>
                  <a:pt x="1096" y="216"/>
                  <a:pt x="1096" y="216"/>
                  <a:pt x="1096" y="216"/>
                </a:cubicBezTo>
                <a:cubicBezTo>
                  <a:pt x="1101" y="219"/>
                  <a:pt x="1101" y="219"/>
                  <a:pt x="1101" y="219"/>
                </a:cubicBezTo>
                <a:cubicBezTo>
                  <a:pt x="1113" y="225"/>
                  <a:pt x="1125" y="232"/>
                  <a:pt x="1136" y="238"/>
                </a:cubicBezTo>
                <a:close/>
                <a:moveTo>
                  <a:pt x="844" y="74"/>
                </a:moveTo>
                <a:cubicBezTo>
                  <a:pt x="849" y="77"/>
                  <a:pt x="849" y="77"/>
                  <a:pt x="849" y="77"/>
                </a:cubicBezTo>
                <a:cubicBezTo>
                  <a:pt x="863" y="55"/>
                  <a:pt x="863" y="55"/>
                  <a:pt x="863" y="55"/>
                </a:cubicBezTo>
                <a:cubicBezTo>
                  <a:pt x="859" y="52"/>
                  <a:pt x="859" y="52"/>
                  <a:pt x="859" y="52"/>
                </a:cubicBezTo>
                <a:cubicBezTo>
                  <a:pt x="846" y="44"/>
                  <a:pt x="834" y="37"/>
                  <a:pt x="823" y="31"/>
                </a:cubicBezTo>
                <a:cubicBezTo>
                  <a:pt x="819" y="28"/>
                  <a:pt x="819" y="28"/>
                  <a:pt x="819" y="28"/>
                </a:cubicBezTo>
                <a:cubicBezTo>
                  <a:pt x="805" y="51"/>
                  <a:pt x="805" y="51"/>
                  <a:pt x="805" y="51"/>
                </a:cubicBezTo>
                <a:cubicBezTo>
                  <a:pt x="810" y="54"/>
                  <a:pt x="810" y="54"/>
                  <a:pt x="810" y="54"/>
                </a:cubicBezTo>
                <a:cubicBezTo>
                  <a:pt x="821" y="59"/>
                  <a:pt x="832" y="66"/>
                  <a:pt x="844" y="74"/>
                </a:cubicBezTo>
                <a:close/>
                <a:moveTo>
                  <a:pt x="746" y="26"/>
                </a:moveTo>
                <a:cubicBezTo>
                  <a:pt x="747" y="26"/>
                  <a:pt x="748" y="26"/>
                  <a:pt x="750" y="26"/>
                </a:cubicBezTo>
                <a:cubicBezTo>
                  <a:pt x="753" y="27"/>
                  <a:pt x="761" y="29"/>
                  <a:pt x="776" y="36"/>
                </a:cubicBezTo>
                <a:cubicBezTo>
                  <a:pt x="781" y="39"/>
                  <a:pt x="781" y="39"/>
                  <a:pt x="781" y="39"/>
                </a:cubicBezTo>
                <a:cubicBezTo>
                  <a:pt x="792" y="15"/>
                  <a:pt x="792" y="15"/>
                  <a:pt x="792" y="15"/>
                </a:cubicBezTo>
                <a:cubicBezTo>
                  <a:pt x="787" y="13"/>
                  <a:pt x="787" y="13"/>
                  <a:pt x="787" y="13"/>
                </a:cubicBezTo>
                <a:cubicBezTo>
                  <a:pt x="772" y="5"/>
                  <a:pt x="761" y="1"/>
                  <a:pt x="753" y="0"/>
                </a:cubicBezTo>
                <a:cubicBezTo>
                  <a:pt x="750" y="0"/>
                  <a:pt x="748" y="0"/>
                  <a:pt x="746" y="0"/>
                </a:cubicBezTo>
                <a:cubicBezTo>
                  <a:pt x="746" y="0"/>
                  <a:pt x="746" y="0"/>
                  <a:pt x="746" y="0"/>
                </a:cubicBezTo>
                <a:cubicBezTo>
                  <a:pt x="739" y="0"/>
                  <a:pt x="739" y="0"/>
                  <a:pt x="739" y="0"/>
                </a:cubicBezTo>
                <a:cubicBezTo>
                  <a:pt x="739" y="26"/>
                  <a:pt x="739" y="26"/>
                  <a:pt x="739" y="26"/>
                </a:cubicBezTo>
                <a:cubicBezTo>
                  <a:pt x="746" y="26"/>
                  <a:pt x="746" y="26"/>
                  <a:pt x="746" y="26"/>
                </a:cubicBezTo>
                <a:cubicBezTo>
                  <a:pt x="746" y="26"/>
                  <a:pt x="746" y="26"/>
                  <a:pt x="746" y="26"/>
                </a:cubicBezTo>
                <a:close/>
                <a:moveTo>
                  <a:pt x="682" y="56"/>
                </a:moveTo>
                <a:cubicBezTo>
                  <a:pt x="689" y="51"/>
                  <a:pt x="700" y="43"/>
                  <a:pt x="713" y="37"/>
                </a:cubicBezTo>
                <a:cubicBezTo>
                  <a:pt x="718" y="34"/>
                  <a:pt x="718" y="34"/>
                  <a:pt x="718" y="34"/>
                </a:cubicBezTo>
                <a:cubicBezTo>
                  <a:pt x="706" y="11"/>
                  <a:pt x="706" y="11"/>
                  <a:pt x="706" y="11"/>
                </a:cubicBezTo>
                <a:cubicBezTo>
                  <a:pt x="701" y="13"/>
                  <a:pt x="701" y="13"/>
                  <a:pt x="701" y="13"/>
                </a:cubicBezTo>
                <a:cubicBezTo>
                  <a:pt x="687" y="20"/>
                  <a:pt x="674" y="29"/>
                  <a:pt x="666" y="35"/>
                </a:cubicBezTo>
                <a:cubicBezTo>
                  <a:pt x="661" y="39"/>
                  <a:pt x="661" y="39"/>
                  <a:pt x="661" y="39"/>
                </a:cubicBezTo>
                <a:cubicBezTo>
                  <a:pt x="677" y="60"/>
                  <a:pt x="677" y="60"/>
                  <a:pt x="677" y="60"/>
                </a:cubicBezTo>
                <a:cubicBezTo>
                  <a:pt x="682" y="56"/>
                  <a:pt x="682" y="56"/>
                  <a:pt x="682" y="56"/>
                </a:cubicBezTo>
                <a:cubicBezTo>
                  <a:pt x="682" y="56"/>
                  <a:pt x="682" y="56"/>
                  <a:pt x="682" y="56"/>
                </a:cubicBezTo>
                <a:close/>
                <a:moveTo>
                  <a:pt x="38" y="662"/>
                </a:moveTo>
                <a:cubicBezTo>
                  <a:pt x="35" y="658"/>
                  <a:pt x="35" y="658"/>
                  <a:pt x="35" y="658"/>
                </a:cubicBezTo>
                <a:cubicBezTo>
                  <a:pt x="15" y="675"/>
                  <a:pt x="15" y="675"/>
                  <a:pt x="15" y="675"/>
                </a:cubicBezTo>
                <a:cubicBezTo>
                  <a:pt x="19" y="680"/>
                  <a:pt x="19" y="680"/>
                  <a:pt x="19" y="680"/>
                </a:cubicBezTo>
                <a:cubicBezTo>
                  <a:pt x="29" y="690"/>
                  <a:pt x="44" y="699"/>
                  <a:pt x="55" y="705"/>
                </a:cubicBezTo>
                <a:cubicBezTo>
                  <a:pt x="59" y="707"/>
                  <a:pt x="59" y="707"/>
                  <a:pt x="59" y="707"/>
                </a:cubicBezTo>
                <a:cubicBezTo>
                  <a:pt x="72" y="685"/>
                  <a:pt x="72" y="685"/>
                  <a:pt x="72" y="685"/>
                </a:cubicBezTo>
                <a:cubicBezTo>
                  <a:pt x="67" y="682"/>
                  <a:pt x="67" y="682"/>
                  <a:pt x="67" y="682"/>
                </a:cubicBezTo>
                <a:cubicBezTo>
                  <a:pt x="54" y="675"/>
                  <a:pt x="44" y="669"/>
                  <a:pt x="38" y="662"/>
                </a:cubicBezTo>
                <a:close/>
                <a:moveTo>
                  <a:pt x="997" y="161"/>
                </a:moveTo>
                <a:cubicBezTo>
                  <a:pt x="1002" y="163"/>
                  <a:pt x="1002" y="163"/>
                  <a:pt x="1002" y="163"/>
                </a:cubicBezTo>
                <a:cubicBezTo>
                  <a:pt x="1014" y="141"/>
                  <a:pt x="1014" y="141"/>
                  <a:pt x="1014" y="141"/>
                </a:cubicBezTo>
                <a:cubicBezTo>
                  <a:pt x="1010" y="138"/>
                  <a:pt x="1010" y="138"/>
                  <a:pt x="1010" y="138"/>
                </a:cubicBezTo>
                <a:cubicBezTo>
                  <a:pt x="997" y="131"/>
                  <a:pt x="986" y="125"/>
                  <a:pt x="975" y="119"/>
                </a:cubicBezTo>
                <a:cubicBezTo>
                  <a:pt x="970" y="116"/>
                  <a:pt x="970" y="116"/>
                  <a:pt x="970" y="116"/>
                </a:cubicBezTo>
                <a:cubicBezTo>
                  <a:pt x="958" y="139"/>
                  <a:pt x="958" y="139"/>
                  <a:pt x="958" y="139"/>
                </a:cubicBezTo>
                <a:cubicBezTo>
                  <a:pt x="963" y="142"/>
                  <a:pt x="963" y="142"/>
                  <a:pt x="963" y="142"/>
                </a:cubicBezTo>
                <a:cubicBezTo>
                  <a:pt x="973" y="148"/>
                  <a:pt x="985" y="154"/>
                  <a:pt x="997" y="161"/>
                </a:cubicBezTo>
                <a:close/>
                <a:moveTo>
                  <a:pt x="888" y="102"/>
                </a:moveTo>
                <a:cubicBezTo>
                  <a:pt x="891" y="103"/>
                  <a:pt x="892" y="104"/>
                  <a:pt x="892" y="104"/>
                </a:cubicBezTo>
                <a:cubicBezTo>
                  <a:pt x="893" y="105"/>
                  <a:pt x="893" y="105"/>
                  <a:pt x="893" y="105"/>
                </a:cubicBezTo>
                <a:cubicBezTo>
                  <a:pt x="894" y="106"/>
                  <a:pt x="907" y="112"/>
                  <a:pt x="928" y="124"/>
                </a:cubicBezTo>
                <a:cubicBezTo>
                  <a:pt x="932" y="126"/>
                  <a:pt x="932" y="126"/>
                  <a:pt x="932" y="126"/>
                </a:cubicBezTo>
                <a:cubicBezTo>
                  <a:pt x="945" y="103"/>
                  <a:pt x="945" y="103"/>
                  <a:pt x="945" y="103"/>
                </a:cubicBezTo>
                <a:cubicBezTo>
                  <a:pt x="940" y="100"/>
                  <a:pt x="940" y="100"/>
                  <a:pt x="940" y="100"/>
                </a:cubicBezTo>
                <a:cubicBezTo>
                  <a:pt x="917" y="88"/>
                  <a:pt x="909" y="84"/>
                  <a:pt x="906" y="82"/>
                </a:cubicBezTo>
                <a:cubicBezTo>
                  <a:pt x="906" y="82"/>
                  <a:pt x="906" y="82"/>
                  <a:pt x="906" y="82"/>
                </a:cubicBezTo>
                <a:cubicBezTo>
                  <a:pt x="906" y="82"/>
                  <a:pt x="900" y="78"/>
                  <a:pt x="891" y="73"/>
                </a:cubicBezTo>
                <a:cubicBezTo>
                  <a:pt x="887" y="69"/>
                  <a:pt x="887" y="69"/>
                  <a:pt x="887" y="69"/>
                </a:cubicBezTo>
                <a:cubicBezTo>
                  <a:pt x="873" y="91"/>
                  <a:pt x="873" y="91"/>
                  <a:pt x="873" y="91"/>
                </a:cubicBezTo>
                <a:cubicBezTo>
                  <a:pt x="877" y="94"/>
                  <a:pt x="877" y="94"/>
                  <a:pt x="877" y="94"/>
                </a:cubicBezTo>
                <a:cubicBezTo>
                  <a:pt x="882" y="97"/>
                  <a:pt x="886" y="100"/>
                  <a:pt x="888" y="102"/>
                </a:cubicBezTo>
                <a:close/>
                <a:moveTo>
                  <a:pt x="304" y="266"/>
                </a:moveTo>
                <a:cubicBezTo>
                  <a:pt x="291" y="242"/>
                  <a:pt x="291" y="242"/>
                  <a:pt x="291" y="242"/>
                </a:cubicBezTo>
                <a:cubicBezTo>
                  <a:pt x="247" y="268"/>
                  <a:pt x="247" y="268"/>
                  <a:pt x="247" y="268"/>
                </a:cubicBezTo>
                <a:cubicBezTo>
                  <a:pt x="260" y="290"/>
                  <a:pt x="260" y="290"/>
                  <a:pt x="260" y="290"/>
                </a:cubicBezTo>
                <a:cubicBezTo>
                  <a:pt x="304" y="266"/>
                  <a:pt x="304" y="266"/>
                  <a:pt x="304" y="266"/>
                </a:cubicBezTo>
                <a:cubicBezTo>
                  <a:pt x="304" y="266"/>
                  <a:pt x="304" y="266"/>
                  <a:pt x="304" y="266"/>
                </a:cubicBezTo>
                <a:close/>
                <a:moveTo>
                  <a:pt x="1073" y="766"/>
                </a:moveTo>
                <a:cubicBezTo>
                  <a:pt x="1085" y="787"/>
                  <a:pt x="1085" y="787"/>
                  <a:pt x="1085" y="787"/>
                </a:cubicBezTo>
                <a:cubicBezTo>
                  <a:pt x="1129" y="762"/>
                  <a:pt x="1129" y="762"/>
                  <a:pt x="1129" y="762"/>
                </a:cubicBezTo>
                <a:cubicBezTo>
                  <a:pt x="1117" y="740"/>
                  <a:pt x="1117" y="740"/>
                  <a:pt x="1117" y="740"/>
                </a:cubicBezTo>
                <a:cubicBezTo>
                  <a:pt x="1073" y="766"/>
                  <a:pt x="1073" y="766"/>
                  <a:pt x="1073" y="766"/>
                </a:cubicBezTo>
                <a:cubicBezTo>
                  <a:pt x="1073" y="766"/>
                  <a:pt x="1073" y="766"/>
                  <a:pt x="1073" y="766"/>
                </a:cubicBezTo>
                <a:close/>
                <a:moveTo>
                  <a:pt x="974" y="824"/>
                </a:moveTo>
                <a:cubicBezTo>
                  <a:pt x="961" y="831"/>
                  <a:pt x="950" y="838"/>
                  <a:pt x="940" y="844"/>
                </a:cubicBezTo>
                <a:cubicBezTo>
                  <a:pt x="936" y="847"/>
                  <a:pt x="936" y="847"/>
                  <a:pt x="936" y="847"/>
                </a:cubicBezTo>
                <a:cubicBezTo>
                  <a:pt x="949" y="870"/>
                  <a:pt x="949" y="870"/>
                  <a:pt x="949" y="870"/>
                </a:cubicBezTo>
                <a:cubicBezTo>
                  <a:pt x="953" y="867"/>
                  <a:pt x="953" y="867"/>
                  <a:pt x="953" y="867"/>
                </a:cubicBezTo>
                <a:cubicBezTo>
                  <a:pt x="964" y="860"/>
                  <a:pt x="975" y="853"/>
                  <a:pt x="987" y="846"/>
                </a:cubicBezTo>
                <a:cubicBezTo>
                  <a:pt x="992" y="844"/>
                  <a:pt x="992" y="844"/>
                  <a:pt x="992" y="844"/>
                </a:cubicBezTo>
                <a:cubicBezTo>
                  <a:pt x="979" y="821"/>
                  <a:pt x="979" y="821"/>
                  <a:pt x="979" y="821"/>
                </a:cubicBezTo>
                <a:cubicBezTo>
                  <a:pt x="974" y="824"/>
                  <a:pt x="974" y="824"/>
                  <a:pt x="974" y="824"/>
                </a:cubicBezTo>
                <a:cubicBezTo>
                  <a:pt x="974" y="824"/>
                  <a:pt x="974" y="824"/>
                  <a:pt x="974" y="824"/>
                </a:cubicBezTo>
                <a:close/>
                <a:moveTo>
                  <a:pt x="1043" y="783"/>
                </a:moveTo>
                <a:cubicBezTo>
                  <a:pt x="1031" y="789"/>
                  <a:pt x="1019" y="796"/>
                  <a:pt x="1008" y="803"/>
                </a:cubicBezTo>
                <a:cubicBezTo>
                  <a:pt x="1003" y="806"/>
                  <a:pt x="1003" y="806"/>
                  <a:pt x="1003" y="806"/>
                </a:cubicBezTo>
                <a:cubicBezTo>
                  <a:pt x="1016" y="828"/>
                  <a:pt x="1016" y="828"/>
                  <a:pt x="1016" y="828"/>
                </a:cubicBezTo>
                <a:cubicBezTo>
                  <a:pt x="1021" y="825"/>
                  <a:pt x="1021" y="825"/>
                  <a:pt x="1021" y="825"/>
                </a:cubicBezTo>
                <a:cubicBezTo>
                  <a:pt x="1033" y="819"/>
                  <a:pt x="1045" y="813"/>
                  <a:pt x="1056" y="805"/>
                </a:cubicBezTo>
                <a:cubicBezTo>
                  <a:pt x="1062" y="803"/>
                  <a:pt x="1062" y="803"/>
                  <a:pt x="1062" y="803"/>
                </a:cubicBezTo>
                <a:cubicBezTo>
                  <a:pt x="1048" y="780"/>
                  <a:pt x="1048" y="780"/>
                  <a:pt x="1048" y="780"/>
                </a:cubicBezTo>
                <a:cubicBezTo>
                  <a:pt x="1043" y="783"/>
                  <a:pt x="1043" y="783"/>
                  <a:pt x="1043" y="783"/>
                </a:cubicBezTo>
                <a:cubicBezTo>
                  <a:pt x="1043" y="783"/>
                  <a:pt x="1043" y="783"/>
                  <a:pt x="1043" y="783"/>
                </a:cubicBezTo>
                <a:close/>
                <a:moveTo>
                  <a:pt x="838" y="909"/>
                </a:moveTo>
                <a:cubicBezTo>
                  <a:pt x="824" y="920"/>
                  <a:pt x="816" y="927"/>
                  <a:pt x="812" y="934"/>
                </a:cubicBezTo>
                <a:cubicBezTo>
                  <a:pt x="811" y="936"/>
                  <a:pt x="809" y="938"/>
                  <a:pt x="808" y="941"/>
                </a:cubicBezTo>
                <a:cubicBezTo>
                  <a:pt x="805" y="946"/>
                  <a:pt x="805" y="946"/>
                  <a:pt x="805" y="946"/>
                </a:cubicBezTo>
                <a:cubicBezTo>
                  <a:pt x="827" y="959"/>
                  <a:pt x="827" y="959"/>
                  <a:pt x="827" y="959"/>
                </a:cubicBezTo>
                <a:cubicBezTo>
                  <a:pt x="830" y="955"/>
                  <a:pt x="830" y="955"/>
                  <a:pt x="830" y="955"/>
                </a:cubicBezTo>
                <a:cubicBezTo>
                  <a:pt x="832" y="953"/>
                  <a:pt x="832" y="950"/>
                  <a:pt x="834" y="948"/>
                </a:cubicBezTo>
                <a:cubicBezTo>
                  <a:pt x="835" y="947"/>
                  <a:pt x="838" y="942"/>
                  <a:pt x="854" y="930"/>
                </a:cubicBezTo>
                <a:cubicBezTo>
                  <a:pt x="858" y="926"/>
                  <a:pt x="858" y="926"/>
                  <a:pt x="858" y="926"/>
                </a:cubicBezTo>
                <a:cubicBezTo>
                  <a:pt x="843" y="906"/>
                  <a:pt x="843" y="906"/>
                  <a:pt x="843" y="906"/>
                </a:cubicBezTo>
                <a:cubicBezTo>
                  <a:pt x="838" y="909"/>
                  <a:pt x="838" y="909"/>
                  <a:pt x="838" y="909"/>
                </a:cubicBezTo>
                <a:cubicBezTo>
                  <a:pt x="838" y="909"/>
                  <a:pt x="838" y="909"/>
                  <a:pt x="838" y="909"/>
                </a:cubicBezTo>
                <a:close/>
                <a:moveTo>
                  <a:pt x="905" y="864"/>
                </a:moveTo>
                <a:cubicBezTo>
                  <a:pt x="894" y="872"/>
                  <a:pt x="882" y="879"/>
                  <a:pt x="872" y="886"/>
                </a:cubicBezTo>
                <a:cubicBezTo>
                  <a:pt x="868" y="889"/>
                  <a:pt x="868" y="889"/>
                  <a:pt x="868" y="889"/>
                </a:cubicBezTo>
                <a:cubicBezTo>
                  <a:pt x="882" y="910"/>
                  <a:pt x="882" y="910"/>
                  <a:pt x="882" y="910"/>
                </a:cubicBezTo>
                <a:cubicBezTo>
                  <a:pt x="886" y="907"/>
                  <a:pt x="886" y="907"/>
                  <a:pt x="886" y="907"/>
                </a:cubicBezTo>
                <a:cubicBezTo>
                  <a:pt x="897" y="901"/>
                  <a:pt x="908" y="894"/>
                  <a:pt x="919" y="887"/>
                </a:cubicBezTo>
                <a:cubicBezTo>
                  <a:pt x="924" y="884"/>
                  <a:pt x="924" y="884"/>
                  <a:pt x="924" y="884"/>
                </a:cubicBezTo>
                <a:cubicBezTo>
                  <a:pt x="911" y="861"/>
                  <a:pt x="911" y="861"/>
                  <a:pt x="911" y="861"/>
                </a:cubicBezTo>
                <a:cubicBezTo>
                  <a:pt x="905" y="864"/>
                  <a:pt x="905" y="864"/>
                  <a:pt x="905" y="864"/>
                </a:cubicBezTo>
                <a:cubicBezTo>
                  <a:pt x="905" y="864"/>
                  <a:pt x="905" y="864"/>
                  <a:pt x="905" y="864"/>
                </a:cubicBezTo>
                <a:close/>
                <a:moveTo>
                  <a:pt x="1140" y="726"/>
                </a:moveTo>
                <a:cubicBezTo>
                  <a:pt x="1155" y="748"/>
                  <a:pt x="1155" y="748"/>
                  <a:pt x="1155" y="748"/>
                </a:cubicBezTo>
                <a:cubicBezTo>
                  <a:pt x="1199" y="723"/>
                  <a:pt x="1199" y="723"/>
                  <a:pt x="1199" y="723"/>
                </a:cubicBezTo>
                <a:cubicBezTo>
                  <a:pt x="1184" y="701"/>
                  <a:pt x="1184" y="701"/>
                  <a:pt x="1184" y="701"/>
                </a:cubicBezTo>
                <a:cubicBezTo>
                  <a:pt x="1140" y="726"/>
                  <a:pt x="1140" y="726"/>
                  <a:pt x="1140" y="726"/>
                </a:cubicBezTo>
                <a:cubicBezTo>
                  <a:pt x="1140" y="726"/>
                  <a:pt x="1140" y="726"/>
                  <a:pt x="1140" y="726"/>
                </a:cubicBezTo>
                <a:close/>
                <a:moveTo>
                  <a:pt x="48" y="303"/>
                </a:moveTo>
                <a:cubicBezTo>
                  <a:pt x="43" y="306"/>
                  <a:pt x="37" y="310"/>
                  <a:pt x="32" y="317"/>
                </a:cubicBezTo>
                <a:cubicBezTo>
                  <a:pt x="28" y="322"/>
                  <a:pt x="28" y="322"/>
                  <a:pt x="28" y="322"/>
                </a:cubicBezTo>
                <a:cubicBezTo>
                  <a:pt x="48" y="339"/>
                  <a:pt x="48" y="339"/>
                  <a:pt x="48" y="339"/>
                </a:cubicBezTo>
                <a:cubicBezTo>
                  <a:pt x="51" y="334"/>
                  <a:pt x="51" y="334"/>
                  <a:pt x="51" y="334"/>
                </a:cubicBezTo>
                <a:cubicBezTo>
                  <a:pt x="54" y="330"/>
                  <a:pt x="58" y="328"/>
                  <a:pt x="61" y="327"/>
                </a:cubicBezTo>
                <a:cubicBezTo>
                  <a:pt x="61" y="327"/>
                  <a:pt x="63" y="325"/>
                  <a:pt x="74" y="328"/>
                </a:cubicBezTo>
                <a:cubicBezTo>
                  <a:pt x="80" y="330"/>
                  <a:pt x="80" y="330"/>
                  <a:pt x="80" y="330"/>
                </a:cubicBezTo>
                <a:cubicBezTo>
                  <a:pt x="86" y="305"/>
                  <a:pt x="86" y="305"/>
                  <a:pt x="86" y="305"/>
                </a:cubicBezTo>
                <a:cubicBezTo>
                  <a:pt x="81" y="304"/>
                  <a:pt x="81" y="304"/>
                  <a:pt x="81" y="304"/>
                </a:cubicBezTo>
                <a:cubicBezTo>
                  <a:pt x="67" y="299"/>
                  <a:pt x="57" y="299"/>
                  <a:pt x="48" y="303"/>
                </a:cubicBezTo>
                <a:close/>
                <a:moveTo>
                  <a:pt x="1338" y="556"/>
                </a:moveTo>
                <a:cubicBezTo>
                  <a:pt x="1336" y="570"/>
                  <a:pt x="1333" y="583"/>
                  <a:pt x="1330" y="593"/>
                </a:cubicBezTo>
                <a:cubicBezTo>
                  <a:pt x="1328" y="598"/>
                  <a:pt x="1328" y="598"/>
                  <a:pt x="1328" y="598"/>
                </a:cubicBezTo>
                <a:cubicBezTo>
                  <a:pt x="1353" y="606"/>
                  <a:pt x="1353" y="606"/>
                  <a:pt x="1353" y="606"/>
                </a:cubicBezTo>
                <a:cubicBezTo>
                  <a:pt x="1355" y="601"/>
                  <a:pt x="1355" y="601"/>
                  <a:pt x="1355" y="601"/>
                </a:cubicBezTo>
                <a:cubicBezTo>
                  <a:pt x="1358" y="590"/>
                  <a:pt x="1361" y="576"/>
                  <a:pt x="1363" y="561"/>
                </a:cubicBezTo>
                <a:cubicBezTo>
                  <a:pt x="1364" y="555"/>
                  <a:pt x="1364" y="555"/>
                  <a:pt x="1364" y="555"/>
                </a:cubicBezTo>
                <a:cubicBezTo>
                  <a:pt x="1339" y="551"/>
                  <a:pt x="1339" y="551"/>
                  <a:pt x="1339" y="551"/>
                </a:cubicBezTo>
                <a:cubicBezTo>
                  <a:pt x="1338" y="556"/>
                  <a:pt x="1338" y="556"/>
                  <a:pt x="1338" y="556"/>
                </a:cubicBezTo>
                <a:cubicBezTo>
                  <a:pt x="1338" y="556"/>
                  <a:pt x="1338" y="556"/>
                  <a:pt x="1338" y="556"/>
                </a:cubicBezTo>
                <a:close/>
                <a:moveTo>
                  <a:pt x="1344" y="474"/>
                </a:moveTo>
                <a:cubicBezTo>
                  <a:pt x="1344" y="480"/>
                  <a:pt x="1344" y="480"/>
                  <a:pt x="1344" y="480"/>
                </a:cubicBezTo>
                <a:cubicBezTo>
                  <a:pt x="1344" y="493"/>
                  <a:pt x="1344" y="506"/>
                  <a:pt x="1342" y="518"/>
                </a:cubicBezTo>
                <a:cubicBezTo>
                  <a:pt x="1342" y="524"/>
                  <a:pt x="1342" y="524"/>
                  <a:pt x="1342" y="524"/>
                </a:cubicBezTo>
                <a:cubicBezTo>
                  <a:pt x="1367" y="526"/>
                  <a:pt x="1367" y="526"/>
                  <a:pt x="1367" y="526"/>
                </a:cubicBezTo>
                <a:cubicBezTo>
                  <a:pt x="1367" y="520"/>
                  <a:pt x="1367" y="520"/>
                  <a:pt x="1367" y="520"/>
                </a:cubicBezTo>
                <a:cubicBezTo>
                  <a:pt x="1368" y="507"/>
                  <a:pt x="1369" y="493"/>
                  <a:pt x="1369" y="480"/>
                </a:cubicBezTo>
                <a:cubicBezTo>
                  <a:pt x="1369" y="474"/>
                  <a:pt x="1369" y="474"/>
                  <a:pt x="1369" y="474"/>
                </a:cubicBezTo>
                <a:cubicBezTo>
                  <a:pt x="1344" y="474"/>
                  <a:pt x="1344" y="474"/>
                  <a:pt x="1344" y="474"/>
                </a:cubicBezTo>
                <a:cubicBezTo>
                  <a:pt x="1344" y="474"/>
                  <a:pt x="1344" y="474"/>
                  <a:pt x="1344" y="474"/>
                </a:cubicBezTo>
                <a:close/>
                <a:moveTo>
                  <a:pt x="791" y="972"/>
                </a:moveTo>
                <a:cubicBezTo>
                  <a:pt x="789" y="977"/>
                  <a:pt x="789" y="977"/>
                  <a:pt x="789" y="977"/>
                </a:cubicBezTo>
                <a:cubicBezTo>
                  <a:pt x="782" y="989"/>
                  <a:pt x="777" y="1000"/>
                  <a:pt x="771" y="1009"/>
                </a:cubicBezTo>
                <a:cubicBezTo>
                  <a:pt x="767" y="1014"/>
                  <a:pt x="767" y="1014"/>
                  <a:pt x="767" y="1014"/>
                </a:cubicBezTo>
                <a:cubicBezTo>
                  <a:pt x="789" y="1028"/>
                  <a:pt x="789" y="1028"/>
                  <a:pt x="789" y="1028"/>
                </a:cubicBezTo>
                <a:cubicBezTo>
                  <a:pt x="792" y="1024"/>
                  <a:pt x="792" y="1024"/>
                  <a:pt x="792" y="1024"/>
                </a:cubicBezTo>
                <a:cubicBezTo>
                  <a:pt x="799" y="1014"/>
                  <a:pt x="805" y="1002"/>
                  <a:pt x="812" y="988"/>
                </a:cubicBezTo>
                <a:cubicBezTo>
                  <a:pt x="814" y="984"/>
                  <a:pt x="814" y="984"/>
                  <a:pt x="814" y="984"/>
                </a:cubicBezTo>
                <a:cubicBezTo>
                  <a:pt x="804" y="977"/>
                  <a:pt x="804" y="977"/>
                  <a:pt x="804" y="977"/>
                </a:cubicBezTo>
                <a:cubicBezTo>
                  <a:pt x="791" y="972"/>
                  <a:pt x="791" y="972"/>
                  <a:pt x="791" y="972"/>
                </a:cubicBezTo>
                <a:cubicBezTo>
                  <a:pt x="791" y="972"/>
                  <a:pt x="791" y="972"/>
                  <a:pt x="791" y="972"/>
                </a:cubicBezTo>
                <a:close/>
                <a:moveTo>
                  <a:pt x="1249" y="662"/>
                </a:moveTo>
                <a:cubicBezTo>
                  <a:pt x="1238" y="669"/>
                  <a:pt x="1226" y="676"/>
                  <a:pt x="1214" y="683"/>
                </a:cubicBezTo>
                <a:cubicBezTo>
                  <a:pt x="1210" y="686"/>
                  <a:pt x="1210" y="686"/>
                  <a:pt x="1210" y="686"/>
                </a:cubicBezTo>
                <a:cubicBezTo>
                  <a:pt x="1222" y="709"/>
                  <a:pt x="1222" y="709"/>
                  <a:pt x="1222" y="709"/>
                </a:cubicBezTo>
                <a:cubicBezTo>
                  <a:pt x="1228" y="706"/>
                  <a:pt x="1228" y="706"/>
                  <a:pt x="1228" y="706"/>
                </a:cubicBezTo>
                <a:cubicBezTo>
                  <a:pt x="1240" y="698"/>
                  <a:pt x="1252" y="691"/>
                  <a:pt x="1262" y="685"/>
                </a:cubicBezTo>
                <a:cubicBezTo>
                  <a:pt x="1267" y="682"/>
                  <a:pt x="1267" y="682"/>
                  <a:pt x="1267" y="682"/>
                </a:cubicBezTo>
                <a:cubicBezTo>
                  <a:pt x="1253" y="660"/>
                  <a:pt x="1253" y="660"/>
                  <a:pt x="1253" y="660"/>
                </a:cubicBezTo>
                <a:cubicBezTo>
                  <a:pt x="1249" y="662"/>
                  <a:pt x="1249" y="662"/>
                  <a:pt x="1249" y="662"/>
                </a:cubicBezTo>
                <a:cubicBezTo>
                  <a:pt x="1249" y="662"/>
                  <a:pt x="1249" y="662"/>
                  <a:pt x="1249" y="662"/>
                </a:cubicBezTo>
                <a:close/>
                <a:moveTo>
                  <a:pt x="1314" y="619"/>
                </a:moveTo>
                <a:cubicBezTo>
                  <a:pt x="1307" y="625"/>
                  <a:pt x="1297" y="632"/>
                  <a:pt x="1283" y="641"/>
                </a:cubicBezTo>
                <a:cubicBezTo>
                  <a:pt x="1278" y="645"/>
                  <a:pt x="1278" y="645"/>
                  <a:pt x="1278" y="645"/>
                </a:cubicBezTo>
                <a:cubicBezTo>
                  <a:pt x="1292" y="666"/>
                  <a:pt x="1292" y="666"/>
                  <a:pt x="1292" y="666"/>
                </a:cubicBezTo>
                <a:cubicBezTo>
                  <a:pt x="1297" y="663"/>
                  <a:pt x="1297" y="663"/>
                  <a:pt x="1297" y="663"/>
                </a:cubicBezTo>
                <a:cubicBezTo>
                  <a:pt x="1312" y="653"/>
                  <a:pt x="1323" y="646"/>
                  <a:pt x="1330" y="640"/>
                </a:cubicBezTo>
                <a:cubicBezTo>
                  <a:pt x="1334" y="636"/>
                  <a:pt x="1334" y="636"/>
                  <a:pt x="1334" y="636"/>
                </a:cubicBezTo>
                <a:cubicBezTo>
                  <a:pt x="1318" y="616"/>
                  <a:pt x="1318" y="616"/>
                  <a:pt x="1318" y="616"/>
                </a:cubicBezTo>
                <a:cubicBezTo>
                  <a:pt x="1314" y="619"/>
                  <a:pt x="1314" y="619"/>
                  <a:pt x="1314" y="619"/>
                </a:cubicBezTo>
                <a:cubicBezTo>
                  <a:pt x="1314" y="619"/>
                  <a:pt x="1314" y="619"/>
                  <a:pt x="1314" y="619"/>
                </a:cubicBezTo>
                <a:close/>
                <a:moveTo>
                  <a:pt x="318" y="798"/>
                </a:moveTo>
                <a:cubicBezTo>
                  <a:pt x="314" y="795"/>
                  <a:pt x="314" y="795"/>
                  <a:pt x="314" y="795"/>
                </a:cubicBezTo>
                <a:cubicBezTo>
                  <a:pt x="300" y="818"/>
                  <a:pt x="300" y="818"/>
                  <a:pt x="300" y="818"/>
                </a:cubicBezTo>
                <a:cubicBezTo>
                  <a:pt x="306" y="821"/>
                  <a:pt x="306" y="821"/>
                  <a:pt x="306" y="821"/>
                </a:cubicBezTo>
                <a:cubicBezTo>
                  <a:pt x="317" y="828"/>
                  <a:pt x="328" y="834"/>
                  <a:pt x="339" y="841"/>
                </a:cubicBezTo>
                <a:cubicBezTo>
                  <a:pt x="344" y="844"/>
                  <a:pt x="344" y="844"/>
                  <a:pt x="344" y="844"/>
                </a:cubicBezTo>
                <a:cubicBezTo>
                  <a:pt x="357" y="821"/>
                  <a:pt x="357" y="821"/>
                  <a:pt x="357" y="821"/>
                </a:cubicBezTo>
                <a:cubicBezTo>
                  <a:pt x="353" y="818"/>
                  <a:pt x="353" y="818"/>
                  <a:pt x="353" y="818"/>
                </a:cubicBezTo>
                <a:cubicBezTo>
                  <a:pt x="341" y="812"/>
                  <a:pt x="330" y="805"/>
                  <a:pt x="318" y="798"/>
                </a:cubicBezTo>
                <a:close/>
                <a:moveTo>
                  <a:pt x="368" y="858"/>
                </a:moveTo>
                <a:cubicBezTo>
                  <a:pt x="413" y="883"/>
                  <a:pt x="413" y="883"/>
                  <a:pt x="413" y="883"/>
                </a:cubicBezTo>
                <a:cubicBezTo>
                  <a:pt x="425" y="861"/>
                  <a:pt x="425" y="861"/>
                  <a:pt x="425" y="861"/>
                </a:cubicBezTo>
                <a:cubicBezTo>
                  <a:pt x="381" y="834"/>
                  <a:pt x="381" y="834"/>
                  <a:pt x="381" y="834"/>
                </a:cubicBezTo>
                <a:cubicBezTo>
                  <a:pt x="368" y="858"/>
                  <a:pt x="368" y="858"/>
                  <a:pt x="368" y="858"/>
                </a:cubicBezTo>
                <a:cubicBezTo>
                  <a:pt x="368" y="858"/>
                  <a:pt x="368" y="858"/>
                  <a:pt x="368" y="858"/>
                </a:cubicBezTo>
                <a:close/>
                <a:moveTo>
                  <a:pt x="249" y="759"/>
                </a:moveTo>
                <a:cubicBezTo>
                  <a:pt x="244" y="756"/>
                  <a:pt x="244" y="756"/>
                  <a:pt x="244" y="756"/>
                </a:cubicBezTo>
                <a:cubicBezTo>
                  <a:pt x="231" y="779"/>
                  <a:pt x="231" y="779"/>
                  <a:pt x="231" y="779"/>
                </a:cubicBezTo>
                <a:cubicBezTo>
                  <a:pt x="236" y="781"/>
                  <a:pt x="236" y="781"/>
                  <a:pt x="236" y="781"/>
                </a:cubicBezTo>
                <a:cubicBezTo>
                  <a:pt x="247" y="787"/>
                  <a:pt x="259" y="794"/>
                  <a:pt x="271" y="801"/>
                </a:cubicBezTo>
                <a:cubicBezTo>
                  <a:pt x="276" y="803"/>
                  <a:pt x="276" y="803"/>
                  <a:pt x="276" y="803"/>
                </a:cubicBezTo>
                <a:cubicBezTo>
                  <a:pt x="289" y="781"/>
                  <a:pt x="289" y="781"/>
                  <a:pt x="289" y="781"/>
                </a:cubicBezTo>
                <a:cubicBezTo>
                  <a:pt x="284" y="778"/>
                  <a:pt x="284" y="778"/>
                  <a:pt x="284" y="778"/>
                </a:cubicBezTo>
                <a:cubicBezTo>
                  <a:pt x="271" y="771"/>
                  <a:pt x="260" y="765"/>
                  <a:pt x="249" y="759"/>
                </a:cubicBezTo>
                <a:close/>
                <a:moveTo>
                  <a:pt x="179" y="721"/>
                </a:moveTo>
                <a:cubicBezTo>
                  <a:pt x="174" y="718"/>
                  <a:pt x="174" y="718"/>
                  <a:pt x="174" y="718"/>
                </a:cubicBezTo>
                <a:cubicBezTo>
                  <a:pt x="162" y="741"/>
                  <a:pt x="162" y="741"/>
                  <a:pt x="162" y="741"/>
                </a:cubicBezTo>
                <a:cubicBezTo>
                  <a:pt x="167" y="744"/>
                  <a:pt x="167" y="744"/>
                  <a:pt x="167" y="744"/>
                </a:cubicBezTo>
                <a:cubicBezTo>
                  <a:pt x="177" y="749"/>
                  <a:pt x="188" y="756"/>
                  <a:pt x="202" y="762"/>
                </a:cubicBezTo>
                <a:cubicBezTo>
                  <a:pt x="206" y="765"/>
                  <a:pt x="206" y="765"/>
                  <a:pt x="206" y="765"/>
                </a:cubicBezTo>
                <a:cubicBezTo>
                  <a:pt x="219" y="742"/>
                  <a:pt x="219" y="742"/>
                  <a:pt x="219" y="742"/>
                </a:cubicBezTo>
                <a:cubicBezTo>
                  <a:pt x="214" y="740"/>
                  <a:pt x="214" y="740"/>
                  <a:pt x="214" y="740"/>
                </a:cubicBezTo>
                <a:cubicBezTo>
                  <a:pt x="200" y="732"/>
                  <a:pt x="188" y="726"/>
                  <a:pt x="179" y="721"/>
                </a:cubicBezTo>
                <a:close/>
                <a:moveTo>
                  <a:pt x="133" y="704"/>
                </a:moveTo>
                <a:cubicBezTo>
                  <a:pt x="131" y="704"/>
                  <a:pt x="131" y="704"/>
                  <a:pt x="131" y="704"/>
                </a:cubicBezTo>
                <a:cubicBezTo>
                  <a:pt x="124" y="704"/>
                  <a:pt x="114" y="702"/>
                  <a:pt x="101" y="698"/>
                </a:cubicBezTo>
                <a:cubicBezTo>
                  <a:pt x="96" y="696"/>
                  <a:pt x="96" y="696"/>
                  <a:pt x="96" y="696"/>
                </a:cubicBezTo>
                <a:cubicBezTo>
                  <a:pt x="88" y="721"/>
                  <a:pt x="88" y="721"/>
                  <a:pt x="88" y="721"/>
                </a:cubicBezTo>
                <a:cubicBezTo>
                  <a:pt x="93" y="722"/>
                  <a:pt x="93" y="722"/>
                  <a:pt x="93" y="722"/>
                </a:cubicBezTo>
                <a:cubicBezTo>
                  <a:pt x="103" y="726"/>
                  <a:pt x="117" y="729"/>
                  <a:pt x="129" y="729"/>
                </a:cubicBezTo>
                <a:cubicBezTo>
                  <a:pt x="130" y="729"/>
                  <a:pt x="132" y="729"/>
                  <a:pt x="133" y="729"/>
                </a:cubicBezTo>
                <a:cubicBezTo>
                  <a:pt x="133" y="729"/>
                  <a:pt x="133" y="729"/>
                  <a:pt x="133" y="729"/>
                </a:cubicBezTo>
                <a:cubicBezTo>
                  <a:pt x="139" y="731"/>
                  <a:pt x="139" y="731"/>
                  <a:pt x="139" y="731"/>
                </a:cubicBezTo>
                <a:cubicBezTo>
                  <a:pt x="144" y="706"/>
                  <a:pt x="144" y="706"/>
                  <a:pt x="144" y="706"/>
                </a:cubicBezTo>
                <a:cubicBezTo>
                  <a:pt x="139" y="704"/>
                  <a:pt x="139" y="704"/>
                  <a:pt x="139" y="704"/>
                </a:cubicBezTo>
                <a:cubicBezTo>
                  <a:pt x="137" y="704"/>
                  <a:pt x="135" y="704"/>
                  <a:pt x="133" y="704"/>
                </a:cubicBezTo>
                <a:close/>
                <a:moveTo>
                  <a:pt x="748" y="1029"/>
                </a:moveTo>
                <a:cubicBezTo>
                  <a:pt x="747" y="1029"/>
                  <a:pt x="747" y="1029"/>
                  <a:pt x="745" y="1030"/>
                </a:cubicBezTo>
                <a:cubicBezTo>
                  <a:pt x="738" y="1031"/>
                  <a:pt x="726" y="1031"/>
                  <a:pt x="714" y="1030"/>
                </a:cubicBezTo>
                <a:cubicBezTo>
                  <a:pt x="708" y="1029"/>
                  <a:pt x="708" y="1029"/>
                  <a:pt x="708" y="1029"/>
                </a:cubicBezTo>
                <a:cubicBezTo>
                  <a:pt x="706" y="1055"/>
                  <a:pt x="706" y="1055"/>
                  <a:pt x="706" y="1055"/>
                </a:cubicBezTo>
                <a:cubicBezTo>
                  <a:pt x="711" y="1056"/>
                  <a:pt x="711" y="1056"/>
                  <a:pt x="711" y="1056"/>
                </a:cubicBezTo>
                <a:cubicBezTo>
                  <a:pt x="718" y="1057"/>
                  <a:pt x="724" y="1057"/>
                  <a:pt x="729" y="1057"/>
                </a:cubicBezTo>
                <a:cubicBezTo>
                  <a:pt x="738" y="1057"/>
                  <a:pt x="744" y="1057"/>
                  <a:pt x="750" y="1055"/>
                </a:cubicBezTo>
                <a:cubicBezTo>
                  <a:pt x="752" y="1055"/>
                  <a:pt x="754" y="1055"/>
                  <a:pt x="756" y="1054"/>
                </a:cubicBezTo>
                <a:cubicBezTo>
                  <a:pt x="761" y="1052"/>
                  <a:pt x="761" y="1052"/>
                  <a:pt x="761" y="1052"/>
                </a:cubicBezTo>
                <a:cubicBezTo>
                  <a:pt x="753" y="1027"/>
                  <a:pt x="753" y="1027"/>
                  <a:pt x="753" y="1027"/>
                </a:cubicBezTo>
                <a:cubicBezTo>
                  <a:pt x="748" y="1029"/>
                  <a:pt x="748" y="1029"/>
                  <a:pt x="748" y="1029"/>
                </a:cubicBezTo>
                <a:cubicBezTo>
                  <a:pt x="748" y="1029"/>
                  <a:pt x="748" y="1029"/>
                  <a:pt x="748" y="1029"/>
                </a:cubicBezTo>
                <a:close/>
                <a:moveTo>
                  <a:pt x="606" y="985"/>
                </a:moveTo>
                <a:cubicBezTo>
                  <a:pt x="606" y="984"/>
                  <a:pt x="606" y="984"/>
                  <a:pt x="606" y="984"/>
                </a:cubicBezTo>
                <a:cubicBezTo>
                  <a:pt x="602" y="978"/>
                  <a:pt x="598" y="970"/>
                  <a:pt x="594" y="964"/>
                </a:cubicBezTo>
                <a:cubicBezTo>
                  <a:pt x="591" y="959"/>
                  <a:pt x="591" y="959"/>
                  <a:pt x="591" y="959"/>
                </a:cubicBezTo>
                <a:cubicBezTo>
                  <a:pt x="568" y="973"/>
                  <a:pt x="568" y="973"/>
                  <a:pt x="568" y="973"/>
                </a:cubicBezTo>
                <a:cubicBezTo>
                  <a:pt x="571" y="979"/>
                  <a:pt x="571" y="979"/>
                  <a:pt x="571" y="979"/>
                </a:cubicBezTo>
                <a:cubicBezTo>
                  <a:pt x="575" y="985"/>
                  <a:pt x="579" y="991"/>
                  <a:pt x="582" y="997"/>
                </a:cubicBezTo>
                <a:cubicBezTo>
                  <a:pt x="585" y="1002"/>
                  <a:pt x="589" y="1008"/>
                  <a:pt x="592" y="1013"/>
                </a:cubicBezTo>
                <a:cubicBezTo>
                  <a:pt x="595" y="1017"/>
                  <a:pt x="595" y="1017"/>
                  <a:pt x="595" y="1017"/>
                </a:cubicBezTo>
                <a:cubicBezTo>
                  <a:pt x="617" y="1003"/>
                  <a:pt x="617" y="1003"/>
                  <a:pt x="617" y="1003"/>
                </a:cubicBezTo>
                <a:cubicBezTo>
                  <a:pt x="614" y="998"/>
                  <a:pt x="614" y="998"/>
                  <a:pt x="614" y="998"/>
                </a:cubicBezTo>
                <a:cubicBezTo>
                  <a:pt x="612" y="994"/>
                  <a:pt x="609" y="990"/>
                  <a:pt x="606" y="985"/>
                </a:cubicBezTo>
                <a:close/>
                <a:moveTo>
                  <a:pt x="524" y="917"/>
                </a:moveTo>
                <a:cubicBezTo>
                  <a:pt x="519" y="914"/>
                  <a:pt x="519" y="914"/>
                  <a:pt x="519" y="914"/>
                </a:cubicBezTo>
                <a:cubicBezTo>
                  <a:pt x="507" y="937"/>
                  <a:pt x="507" y="937"/>
                  <a:pt x="507" y="937"/>
                </a:cubicBezTo>
                <a:cubicBezTo>
                  <a:pt x="511" y="940"/>
                  <a:pt x="511" y="940"/>
                  <a:pt x="511" y="940"/>
                </a:cubicBezTo>
                <a:cubicBezTo>
                  <a:pt x="538" y="955"/>
                  <a:pt x="545" y="958"/>
                  <a:pt x="549" y="958"/>
                </a:cubicBezTo>
                <a:cubicBezTo>
                  <a:pt x="555" y="961"/>
                  <a:pt x="555" y="961"/>
                  <a:pt x="555" y="961"/>
                </a:cubicBezTo>
                <a:cubicBezTo>
                  <a:pt x="562" y="935"/>
                  <a:pt x="562" y="935"/>
                  <a:pt x="562" y="935"/>
                </a:cubicBezTo>
                <a:cubicBezTo>
                  <a:pt x="555" y="933"/>
                  <a:pt x="555" y="933"/>
                  <a:pt x="555" y="933"/>
                </a:cubicBezTo>
                <a:cubicBezTo>
                  <a:pt x="555" y="933"/>
                  <a:pt x="550" y="931"/>
                  <a:pt x="524" y="917"/>
                </a:cubicBezTo>
                <a:close/>
                <a:moveTo>
                  <a:pt x="639" y="1015"/>
                </a:moveTo>
                <a:cubicBezTo>
                  <a:pt x="634" y="1013"/>
                  <a:pt x="634" y="1013"/>
                  <a:pt x="634" y="1013"/>
                </a:cubicBezTo>
                <a:cubicBezTo>
                  <a:pt x="625" y="1037"/>
                  <a:pt x="625" y="1037"/>
                  <a:pt x="625" y="1037"/>
                </a:cubicBezTo>
                <a:cubicBezTo>
                  <a:pt x="630" y="1039"/>
                  <a:pt x="630" y="1039"/>
                  <a:pt x="630" y="1039"/>
                </a:cubicBezTo>
                <a:cubicBezTo>
                  <a:pt x="642" y="1042"/>
                  <a:pt x="656" y="1046"/>
                  <a:pt x="671" y="1050"/>
                </a:cubicBezTo>
                <a:cubicBezTo>
                  <a:pt x="676" y="1050"/>
                  <a:pt x="676" y="1050"/>
                  <a:pt x="676" y="1050"/>
                </a:cubicBezTo>
                <a:cubicBezTo>
                  <a:pt x="682" y="1026"/>
                  <a:pt x="682" y="1026"/>
                  <a:pt x="682" y="1026"/>
                </a:cubicBezTo>
                <a:cubicBezTo>
                  <a:pt x="676" y="1024"/>
                  <a:pt x="676" y="1024"/>
                  <a:pt x="676" y="1024"/>
                </a:cubicBezTo>
                <a:cubicBezTo>
                  <a:pt x="663" y="1021"/>
                  <a:pt x="650" y="1018"/>
                  <a:pt x="639" y="1015"/>
                </a:cubicBezTo>
                <a:close/>
                <a:moveTo>
                  <a:pt x="455" y="878"/>
                </a:moveTo>
                <a:cubicBezTo>
                  <a:pt x="450" y="876"/>
                  <a:pt x="450" y="876"/>
                  <a:pt x="450" y="876"/>
                </a:cubicBezTo>
                <a:cubicBezTo>
                  <a:pt x="438" y="898"/>
                  <a:pt x="438" y="898"/>
                  <a:pt x="438" y="898"/>
                </a:cubicBezTo>
                <a:cubicBezTo>
                  <a:pt x="442" y="901"/>
                  <a:pt x="442" y="901"/>
                  <a:pt x="442" y="901"/>
                </a:cubicBezTo>
                <a:cubicBezTo>
                  <a:pt x="455" y="907"/>
                  <a:pt x="466" y="914"/>
                  <a:pt x="477" y="921"/>
                </a:cubicBezTo>
                <a:cubicBezTo>
                  <a:pt x="481" y="923"/>
                  <a:pt x="481" y="923"/>
                  <a:pt x="481" y="923"/>
                </a:cubicBezTo>
                <a:cubicBezTo>
                  <a:pt x="494" y="901"/>
                  <a:pt x="494" y="901"/>
                  <a:pt x="494" y="901"/>
                </a:cubicBezTo>
                <a:cubicBezTo>
                  <a:pt x="489" y="898"/>
                  <a:pt x="489" y="898"/>
                  <a:pt x="489" y="898"/>
                </a:cubicBezTo>
                <a:cubicBezTo>
                  <a:pt x="479" y="892"/>
                  <a:pt x="468" y="885"/>
                  <a:pt x="455" y="878"/>
                </a:cubicBezTo>
                <a:close/>
                <a:moveTo>
                  <a:pt x="737" y="694"/>
                </a:moveTo>
                <a:cubicBezTo>
                  <a:pt x="737" y="694"/>
                  <a:pt x="737" y="694"/>
                  <a:pt x="737" y="694"/>
                </a:cubicBezTo>
                <a:cubicBezTo>
                  <a:pt x="194" y="387"/>
                  <a:pt x="194" y="387"/>
                  <a:pt x="194" y="387"/>
                </a:cubicBezTo>
                <a:cubicBezTo>
                  <a:pt x="194" y="387"/>
                  <a:pt x="194" y="387"/>
                  <a:pt x="722" y="78"/>
                </a:cubicBezTo>
                <a:cubicBezTo>
                  <a:pt x="727" y="75"/>
                  <a:pt x="734" y="74"/>
                  <a:pt x="741" y="74"/>
                </a:cubicBezTo>
                <a:cubicBezTo>
                  <a:pt x="748" y="74"/>
                  <a:pt x="754" y="75"/>
                  <a:pt x="759" y="78"/>
                </a:cubicBezTo>
                <a:cubicBezTo>
                  <a:pt x="759" y="78"/>
                  <a:pt x="759" y="78"/>
                  <a:pt x="1268" y="374"/>
                </a:cubicBezTo>
                <a:cubicBezTo>
                  <a:pt x="1271" y="376"/>
                  <a:pt x="1272" y="376"/>
                  <a:pt x="1274" y="378"/>
                </a:cubicBezTo>
                <a:cubicBezTo>
                  <a:pt x="1274" y="378"/>
                  <a:pt x="1274" y="378"/>
                  <a:pt x="737" y="694"/>
                </a:cubicBezTo>
                <a:close/>
                <a:moveTo>
                  <a:pt x="246" y="640"/>
                </a:moveTo>
                <a:cubicBezTo>
                  <a:pt x="244" y="644"/>
                  <a:pt x="240" y="647"/>
                  <a:pt x="237" y="648"/>
                </a:cubicBezTo>
                <a:cubicBezTo>
                  <a:pt x="237" y="648"/>
                  <a:pt x="237" y="648"/>
                  <a:pt x="207" y="666"/>
                </a:cubicBezTo>
                <a:cubicBezTo>
                  <a:pt x="207" y="666"/>
                  <a:pt x="207" y="666"/>
                  <a:pt x="540" y="855"/>
                </a:cubicBezTo>
                <a:cubicBezTo>
                  <a:pt x="540" y="855"/>
                  <a:pt x="540" y="855"/>
                  <a:pt x="540" y="808"/>
                </a:cubicBezTo>
                <a:cubicBezTo>
                  <a:pt x="540" y="808"/>
                  <a:pt x="540" y="808"/>
                  <a:pt x="246" y="640"/>
                </a:cubicBezTo>
                <a:close/>
                <a:moveTo>
                  <a:pt x="756" y="741"/>
                </a:moveTo>
                <a:cubicBezTo>
                  <a:pt x="756" y="737"/>
                  <a:pt x="752" y="730"/>
                  <a:pt x="749" y="729"/>
                </a:cubicBezTo>
                <a:cubicBezTo>
                  <a:pt x="749" y="729"/>
                  <a:pt x="749" y="729"/>
                  <a:pt x="170" y="402"/>
                </a:cubicBezTo>
                <a:cubicBezTo>
                  <a:pt x="170" y="402"/>
                  <a:pt x="170" y="402"/>
                  <a:pt x="169" y="402"/>
                </a:cubicBezTo>
                <a:cubicBezTo>
                  <a:pt x="169" y="402"/>
                  <a:pt x="169" y="402"/>
                  <a:pt x="137" y="384"/>
                </a:cubicBezTo>
                <a:cubicBezTo>
                  <a:pt x="128" y="379"/>
                  <a:pt x="118" y="379"/>
                  <a:pt x="110" y="383"/>
                </a:cubicBezTo>
                <a:cubicBezTo>
                  <a:pt x="102" y="388"/>
                  <a:pt x="97" y="396"/>
                  <a:pt x="97" y="407"/>
                </a:cubicBezTo>
                <a:cubicBezTo>
                  <a:pt x="97" y="407"/>
                  <a:pt x="97" y="407"/>
                  <a:pt x="97" y="588"/>
                </a:cubicBezTo>
                <a:cubicBezTo>
                  <a:pt x="97" y="588"/>
                  <a:pt x="97" y="588"/>
                  <a:pt x="100" y="602"/>
                </a:cubicBezTo>
                <a:cubicBezTo>
                  <a:pt x="100" y="602"/>
                  <a:pt x="100" y="602"/>
                  <a:pt x="118" y="615"/>
                </a:cubicBezTo>
                <a:cubicBezTo>
                  <a:pt x="118" y="615"/>
                  <a:pt x="118" y="615"/>
                  <a:pt x="146" y="631"/>
                </a:cubicBezTo>
                <a:cubicBezTo>
                  <a:pt x="146" y="631"/>
                  <a:pt x="146" y="631"/>
                  <a:pt x="146" y="585"/>
                </a:cubicBezTo>
                <a:cubicBezTo>
                  <a:pt x="146" y="585"/>
                  <a:pt x="146" y="585"/>
                  <a:pt x="140" y="580"/>
                </a:cubicBezTo>
                <a:cubicBezTo>
                  <a:pt x="140" y="580"/>
                  <a:pt x="140" y="580"/>
                  <a:pt x="139" y="579"/>
                </a:cubicBezTo>
                <a:cubicBezTo>
                  <a:pt x="139" y="579"/>
                  <a:pt x="139" y="579"/>
                  <a:pt x="139" y="433"/>
                </a:cubicBezTo>
                <a:cubicBezTo>
                  <a:pt x="139" y="433"/>
                  <a:pt x="139" y="433"/>
                  <a:pt x="715" y="762"/>
                </a:cubicBezTo>
                <a:cubicBezTo>
                  <a:pt x="715" y="762"/>
                  <a:pt x="715" y="762"/>
                  <a:pt x="715" y="907"/>
                </a:cubicBezTo>
                <a:cubicBezTo>
                  <a:pt x="715" y="907"/>
                  <a:pt x="715" y="907"/>
                  <a:pt x="640" y="863"/>
                </a:cubicBezTo>
                <a:cubicBezTo>
                  <a:pt x="638" y="867"/>
                  <a:pt x="635" y="870"/>
                  <a:pt x="631" y="872"/>
                </a:cubicBezTo>
                <a:cubicBezTo>
                  <a:pt x="631" y="872"/>
                  <a:pt x="631" y="872"/>
                  <a:pt x="600" y="889"/>
                </a:cubicBezTo>
                <a:cubicBezTo>
                  <a:pt x="600" y="889"/>
                  <a:pt x="600" y="889"/>
                  <a:pt x="717" y="956"/>
                </a:cubicBezTo>
                <a:cubicBezTo>
                  <a:pt x="722" y="959"/>
                  <a:pt x="727" y="959"/>
                  <a:pt x="731" y="959"/>
                </a:cubicBezTo>
                <a:cubicBezTo>
                  <a:pt x="736" y="959"/>
                  <a:pt x="740" y="959"/>
                  <a:pt x="744" y="956"/>
                </a:cubicBezTo>
                <a:cubicBezTo>
                  <a:pt x="750" y="953"/>
                  <a:pt x="754" y="946"/>
                  <a:pt x="756" y="938"/>
                </a:cubicBezTo>
                <a:cubicBezTo>
                  <a:pt x="756" y="938"/>
                  <a:pt x="756" y="938"/>
                  <a:pt x="756" y="741"/>
                </a:cubicBezTo>
                <a:close/>
                <a:moveTo>
                  <a:pt x="1286" y="399"/>
                </a:moveTo>
                <a:cubicBezTo>
                  <a:pt x="1286" y="399"/>
                  <a:pt x="1286" y="399"/>
                  <a:pt x="1286" y="399"/>
                </a:cubicBezTo>
                <a:cubicBezTo>
                  <a:pt x="762" y="708"/>
                  <a:pt x="762" y="708"/>
                  <a:pt x="762" y="708"/>
                </a:cubicBezTo>
                <a:cubicBezTo>
                  <a:pt x="773" y="715"/>
                  <a:pt x="780" y="728"/>
                  <a:pt x="780" y="741"/>
                </a:cubicBezTo>
                <a:cubicBezTo>
                  <a:pt x="780" y="741"/>
                  <a:pt x="780" y="741"/>
                  <a:pt x="780" y="882"/>
                </a:cubicBezTo>
                <a:cubicBezTo>
                  <a:pt x="780" y="882"/>
                  <a:pt x="780" y="882"/>
                  <a:pt x="1268" y="603"/>
                </a:cubicBezTo>
                <a:cubicBezTo>
                  <a:pt x="1279" y="597"/>
                  <a:pt x="1287" y="584"/>
                  <a:pt x="1287" y="571"/>
                </a:cubicBezTo>
                <a:cubicBezTo>
                  <a:pt x="1287" y="571"/>
                  <a:pt x="1287" y="571"/>
                  <a:pt x="1287" y="407"/>
                </a:cubicBezTo>
                <a:cubicBezTo>
                  <a:pt x="1287" y="404"/>
                  <a:pt x="1287" y="402"/>
                  <a:pt x="1286" y="399"/>
                </a:cubicBezTo>
                <a:close/>
                <a:moveTo>
                  <a:pt x="487" y="733"/>
                </a:moveTo>
                <a:cubicBezTo>
                  <a:pt x="493" y="733"/>
                  <a:pt x="498" y="728"/>
                  <a:pt x="498" y="721"/>
                </a:cubicBezTo>
                <a:cubicBezTo>
                  <a:pt x="498" y="721"/>
                  <a:pt x="498" y="721"/>
                  <a:pt x="498" y="705"/>
                </a:cubicBezTo>
                <a:cubicBezTo>
                  <a:pt x="498" y="698"/>
                  <a:pt x="493" y="689"/>
                  <a:pt x="486" y="685"/>
                </a:cubicBezTo>
                <a:cubicBezTo>
                  <a:pt x="486" y="685"/>
                  <a:pt x="486" y="685"/>
                  <a:pt x="337" y="600"/>
                </a:cubicBezTo>
                <a:cubicBezTo>
                  <a:pt x="328" y="595"/>
                  <a:pt x="320" y="600"/>
                  <a:pt x="320" y="610"/>
                </a:cubicBezTo>
                <a:cubicBezTo>
                  <a:pt x="320" y="610"/>
                  <a:pt x="320" y="610"/>
                  <a:pt x="320" y="625"/>
                </a:cubicBezTo>
                <a:cubicBezTo>
                  <a:pt x="320" y="634"/>
                  <a:pt x="326" y="643"/>
                  <a:pt x="332" y="646"/>
                </a:cubicBezTo>
                <a:cubicBezTo>
                  <a:pt x="332" y="646"/>
                  <a:pt x="332" y="646"/>
                  <a:pt x="481" y="731"/>
                </a:cubicBezTo>
                <a:cubicBezTo>
                  <a:pt x="483" y="732"/>
                  <a:pt x="485" y="733"/>
                  <a:pt x="487" y="733"/>
                </a:cubicBezTo>
                <a:close/>
                <a:moveTo>
                  <a:pt x="626" y="842"/>
                </a:moveTo>
                <a:cubicBezTo>
                  <a:pt x="622" y="836"/>
                  <a:pt x="612" y="835"/>
                  <a:pt x="606" y="839"/>
                </a:cubicBezTo>
                <a:cubicBezTo>
                  <a:pt x="606" y="839"/>
                  <a:pt x="606" y="839"/>
                  <a:pt x="587" y="850"/>
                </a:cubicBezTo>
                <a:cubicBezTo>
                  <a:pt x="587" y="850"/>
                  <a:pt x="587" y="850"/>
                  <a:pt x="587" y="770"/>
                </a:cubicBezTo>
                <a:cubicBezTo>
                  <a:pt x="587" y="770"/>
                  <a:pt x="587" y="770"/>
                  <a:pt x="623" y="750"/>
                </a:cubicBezTo>
                <a:cubicBezTo>
                  <a:pt x="629" y="746"/>
                  <a:pt x="630" y="738"/>
                  <a:pt x="626" y="732"/>
                </a:cubicBezTo>
                <a:cubicBezTo>
                  <a:pt x="626" y="732"/>
                  <a:pt x="626" y="732"/>
                  <a:pt x="626" y="732"/>
                </a:cubicBezTo>
                <a:cubicBezTo>
                  <a:pt x="622" y="727"/>
                  <a:pt x="612" y="724"/>
                  <a:pt x="606" y="728"/>
                </a:cubicBezTo>
                <a:cubicBezTo>
                  <a:pt x="606" y="728"/>
                  <a:pt x="606" y="728"/>
                  <a:pt x="562" y="753"/>
                </a:cubicBezTo>
                <a:cubicBezTo>
                  <a:pt x="557" y="756"/>
                  <a:pt x="556" y="767"/>
                  <a:pt x="556" y="767"/>
                </a:cubicBezTo>
                <a:cubicBezTo>
                  <a:pt x="556" y="767"/>
                  <a:pt x="556" y="767"/>
                  <a:pt x="556" y="869"/>
                </a:cubicBezTo>
                <a:cubicBezTo>
                  <a:pt x="556" y="869"/>
                  <a:pt x="557" y="878"/>
                  <a:pt x="560" y="881"/>
                </a:cubicBezTo>
                <a:cubicBezTo>
                  <a:pt x="563" y="884"/>
                  <a:pt x="573" y="889"/>
                  <a:pt x="579" y="885"/>
                </a:cubicBezTo>
                <a:cubicBezTo>
                  <a:pt x="579" y="885"/>
                  <a:pt x="579" y="885"/>
                  <a:pt x="623" y="859"/>
                </a:cubicBezTo>
                <a:cubicBezTo>
                  <a:pt x="629" y="855"/>
                  <a:pt x="631" y="847"/>
                  <a:pt x="626" y="842"/>
                </a:cubicBezTo>
                <a:close/>
                <a:moveTo>
                  <a:pt x="233" y="619"/>
                </a:moveTo>
                <a:cubicBezTo>
                  <a:pt x="228" y="613"/>
                  <a:pt x="219" y="612"/>
                  <a:pt x="212" y="616"/>
                </a:cubicBezTo>
                <a:cubicBezTo>
                  <a:pt x="212" y="616"/>
                  <a:pt x="212" y="616"/>
                  <a:pt x="193" y="627"/>
                </a:cubicBezTo>
                <a:cubicBezTo>
                  <a:pt x="193" y="627"/>
                  <a:pt x="193" y="627"/>
                  <a:pt x="193" y="547"/>
                </a:cubicBezTo>
                <a:cubicBezTo>
                  <a:pt x="193" y="547"/>
                  <a:pt x="193" y="547"/>
                  <a:pt x="229" y="527"/>
                </a:cubicBezTo>
                <a:cubicBezTo>
                  <a:pt x="236" y="523"/>
                  <a:pt x="236" y="515"/>
                  <a:pt x="232" y="509"/>
                </a:cubicBezTo>
                <a:cubicBezTo>
                  <a:pt x="232" y="509"/>
                  <a:pt x="232" y="509"/>
                  <a:pt x="232" y="509"/>
                </a:cubicBezTo>
                <a:cubicBezTo>
                  <a:pt x="228" y="503"/>
                  <a:pt x="219" y="501"/>
                  <a:pt x="212" y="505"/>
                </a:cubicBezTo>
                <a:cubicBezTo>
                  <a:pt x="212" y="505"/>
                  <a:pt x="212" y="505"/>
                  <a:pt x="168" y="530"/>
                </a:cubicBezTo>
                <a:cubicBezTo>
                  <a:pt x="163" y="533"/>
                  <a:pt x="161" y="544"/>
                  <a:pt x="161" y="544"/>
                </a:cubicBezTo>
                <a:cubicBezTo>
                  <a:pt x="161" y="544"/>
                  <a:pt x="161" y="544"/>
                  <a:pt x="161" y="646"/>
                </a:cubicBezTo>
                <a:cubicBezTo>
                  <a:pt x="161" y="646"/>
                  <a:pt x="163" y="655"/>
                  <a:pt x="166" y="658"/>
                </a:cubicBezTo>
                <a:cubicBezTo>
                  <a:pt x="169" y="661"/>
                  <a:pt x="178" y="666"/>
                  <a:pt x="185" y="662"/>
                </a:cubicBezTo>
                <a:cubicBezTo>
                  <a:pt x="185" y="662"/>
                  <a:pt x="185" y="662"/>
                  <a:pt x="229" y="636"/>
                </a:cubicBezTo>
                <a:cubicBezTo>
                  <a:pt x="236" y="632"/>
                  <a:pt x="237" y="624"/>
                  <a:pt x="233" y="619"/>
                </a:cubicBezTo>
                <a:close/>
              </a:path>
            </a:pathLst>
          </a:custGeom>
          <a:solidFill>
            <a:schemeClr val="tx2"/>
          </a:solidFill>
          <a:ln>
            <a:noFill/>
          </a:ln>
        </p:spPr>
        <p:txBody>
          <a:bodyPr vert="horz" wrap="square" lIns="89635" tIns="44817" rIns="89635" bIns="44817" numCol="1" anchor="t" anchorCtr="0" compatLnSpc="1">
            <a:prstTxWarp prst="textNoShape">
              <a:avLst/>
            </a:prstTxWarp>
          </a:bodyPr>
          <a:lstStyle/>
          <a:p>
            <a:pPr marL="0" marR="0" lvl="0" indent="0" algn="l" defTabSz="91343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pic>
        <p:nvPicPr>
          <p:cNvPr id="20" name="Picture 4" descr="C:\Users\roslyn.ADI\Desktop\DVD_ART36\Artwork_Imagery\Icons - Illustrations\_ WINDOWS SERVER ICONS\Hardware\Virtual Servers 2.png">
            <a:extLst>
              <a:ext uri="{FF2B5EF4-FFF2-40B4-BE49-F238E27FC236}">
                <a16:creationId xmlns:a16="http://schemas.microsoft.com/office/drawing/2014/main" id="{BCDA6423-7E3B-4292-4B3A-622728E20794}"/>
              </a:ext>
            </a:extLst>
          </p:cNvPr>
          <p:cNvPicPr>
            <a:picLocks noChangeAspect="1" noChangeArrowheads="1"/>
          </p:cNvPicPr>
          <p:nvPr/>
        </p:nvPicPr>
        <p:blipFill>
          <a:blip r:embed="rId3" cstate="print"/>
          <a:srcRect/>
          <a:stretch>
            <a:fillRect/>
          </a:stretch>
        </p:blipFill>
        <p:spPr bwMode="auto">
          <a:xfrm>
            <a:off x="7559796" y="3819730"/>
            <a:ext cx="492017" cy="613536"/>
          </a:xfrm>
          <a:prstGeom prst="rect">
            <a:avLst/>
          </a:prstGeom>
          <a:noFill/>
        </p:spPr>
      </p:pic>
      <p:sp>
        <p:nvSpPr>
          <p:cNvPr id="21" name="円/楕円 20">
            <a:extLst>
              <a:ext uri="{FF2B5EF4-FFF2-40B4-BE49-F238E27FC236}">
                <a16:creationId xmlns:a16="http://schemas.microsoft.com/office/drawing/2014/main" id="{1C152BD2-BAFE-492E-7E6B-0B85F8BA2B9F}"/>
              </a:ext>
            </a:extLst>
          </p:cNvPr>
          <p:cNvSpPr/>
          <p:nvPr/>
        </p:nvSpPr>
        <p:spPr bwMode="auto">
          <a:xfrm>
            <a:off x="5170478" y="4443901"/>
            <a:ext cx="252000" cy="252000"/>
          </a:xfrm>
          <a:prstGeom prst="ellipse">
            <a:avLst/>
          </a:prstGeom>
          <a:solidFill>
            <a:srgbClr val="FF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1" lang="ja-JP" altLang="en-US" sz="22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22" name="円/楕円 21">
            <a:extLst>
              <a:ext uri="{FF2B5EF4-FFF2-40B4-BE49-F238E27FC236}">
                <a16:creationId xmlns:a16="http://schemas.microsoft.com/office/drawing/2014/main" id="{E34F864B-B245-CB5C-A95B-2860A6AB436E}"/>
              </a:ext>
            </a:extLst>
          </p:cNvPr>
          <p:cNvSpPr/>
          <p:nvPr/>
        </p:nvSpPr>
        <p:spPr bwMode="auto">
          <a:xfrm>
            <a:off x="3806508" y="4424575"/>
            <a:ext cx="252000" cy="252000"/>
          </a:xfrm>
          <a:prstGeom prst="ellipse">
            <a:avLst/>
          </a:prstGeom>
          <a:solidFill>
            <a:srgbClr val="FF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1" lang="ja-JP" altLang="en-US" sz="22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23" name="円/楕円 22">
            <a:extLst>
              <a:ext uri="{FF2B5EF4-FFF2-40B4-BE49-F238E27FC236}">
                <a16:creationId xmlns:a16="http://schemas.microsoft.com/office/drawing/2014/main" id="{47CBC45D-8594-16DE-B8C3-8DDB0DB98DB6}"/>
              </a:ext>
            </a:extLst>
          </p:cNvPr>
          <p:cNvSpPr/>
          <p:nvPr/>
        </p:nvSpPr>
        <p:spPr bwMode="auto">
          <a:xfrm>
            <a:off x="7679804" y="4424575"/>
            <a:ext cx="252000" cy="252000"/>
          </a:xfrm>
          <a:prstGeom prst="ellipse">
            <a:avLst/>
          </a:prstGeom>
          <a:solidFill>
            <a:srgbClr val="FF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1" lang="ja-JP" altLang="en-US" sz="22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24" name="フリーフォーム 23">
            <a:extLst>
              <a:ext uri="{FF2B5EF4-FFF2-40B4-BE49-F238E27FC236}">
                <a16:creationId xmlns:a16="http://schemas.microsoft.com/office/drawing/2014/main" id="{B327AFF7-1749-2954-9840-A21E7B1E5D5E}"/>
              </a:ext>
            </a:extLst>
          </p:cNvPr>
          <p:cNvSpPr/>
          <p:nvPr/>
        </p:nvSpPr>
        <p:spPr bwMode="auto">
          <a:xfrm>
            <a:off x="4104599" y="4694391"/>
            <a:ext cx="3497272" cy="342301"/>
          </a:xfrm>
          <a:custGeom>
            <a:avLst/>
            <a:gdLst>
              <a:gd name="connsiteX0" fmla="*/ 0 w 1704975"/>
              <a:gd name="connsiteY0" fmla="*/ 0 h 818580"/>
              <a:gd name="connsiteX1" fmla="*/ 342900 w 1704975"/>
              <a:gd name="connsiteY1" fmla="*/ 704850 h 818580"/>
              <a:gd name="connsiteX2" fmla="*/ 1304925 w 1704975"/>
              <a:gd name="connsiteY2" fmla="*/ 752475 h 818580"/>
              <a:gd name="connsiteX3" fmla="*/ 1704975 w 1704975"/>
              <a:gd name="connsiteY3" fmla="*/ 57150 h 818580"/>
            </a:gdLst>
            <a:ahLst/>
            <a:cxnLst>
              <a:cxn ang="0">
                <a:pos x="connsiteX0" y="connsiteY0"/>
              </a:cxn>
              <a:cxn ang="0">
                <a:pos x="connsiteX1" y="connsiteY1"/>
              </a:cxn>
              <a:cxn ang="0">
                <a:pos x="connsiteX2" y="connsiteY2"/>
              </a:cxn>
              <a:cxn ang="0">
                <a:pos x="connsiteX3" y="connsiteY3"/>
              </a:cxn>
            </a:cxnLst>
            <a:rect l="l" t="t" r="r" b="b"/>
            <a:pathLst>
              <a:path w="1704975" h="818580">
                <a:moveTo>
                  <a:pt x="0" y="0"/>
                </a:moveTo>
                <a:cubicBezTo>
                  <a:pt x="62706" y="289719"/>
                  <a:pt x="125413" y="579438"/>
                  <a:pt x="342900" y="704850"/>
                </a:cubicBezTo>
                <a:cubicBezTo>
                  <a:pt x="560388" y="830263"/>
                  <a:pt x="1077912" y="860425"/>
                  <a:pt x="1304925" y="752475"/>
                </a:cubicBezTo>
                <a:cubicBezTo>
                  <a:pt x="1531938" y="644525"/>
                  <a:pt x="1618456" y="350837"/>
                  <a:pt x="1704975" y="57150"/>
                </a:cubicBezTo>
              </a:path>
            </a:pathLst>
          </a:custGeom>
          <a:noFill/>
          <a:ln w="38100">
            <a:solidFill>
              <a:srgbClr val="FFC000"/>
            </a:solidFill>
            <a:headEnd type="triangle" w="med" len="med"/>
            <a:tailEnd type="triangle" w="med" len="med"/>
          </a:ln>
          <a:effectLst>
            <a:outerShdw blurRad="50800" dist="38100" dir="13500000" algn="br"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lIns="89639" tIns="44819" rIns="89639" bIns="44819"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pic>
        <p:nvPicPr>
          <p:cNvPr id="25" name="Picture 2" descr="C:\Users\Administrator\AppData\Local\Microsoft\Windows\Temporary Internet Files\Content.IE5\I11C6EYZ\MC900223368[1].wmf">
            <a:extLst>
              <a:ext uri="{FF2B5EF4-FFF2-40B4-BE49-F238E27FC236}">
                <a16:creationId xmlns:a16="http://schemas.microsoft.com/office/drawing/2014/main" id="{F022FA7B-65DF-F945-29A7-75B715AE8E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80260" y="5035718"/>
            <a:ext cx="1331642" cy="423641"/>
          </a:xfrm>
          <a:prstGeom prst="rect">
            <a:avLst/>
          </a:prstGeom>
          <a:noFill/>
          <a:ln>
            <a:solidFill>
              <a:schemeClr val="accent1">
                <a:lumMod val="20000"/>
                <a:lumOff val="80000"/>
              </a:schemeClr>
            </a:solidFill>
          </a:ln>
          <a:extLst>
            <a:ext uri="{909E8E84-426E-40DD-AFC4-6F175D3DCCD1}">
              <a14:hiddenFill xmlns:a14="http://schemas.microsoft.com/office/drawing/2010/main">
                <a:solidFill>
                  <a:srgbClr val="FFFFFF"/>
                </a:solidFill>
              </a14:hiddenFill>
            </a:ext>
          </a:extLst>
        </p:spPr>
      </p:pic>
      <p:sp>
        <p:nvSpPr>
          <p:cNvPr id="26" name="フリーフォーム 25">
            <a:extLst>
              <a:ext uri="{FF2B5EF4-FFF2-40B4-BE49-F238E27FC236}">
                <a16:creationId xmlns:a16="http://schemas.microsoft.com/office/drawing/2014/main" id="{11E6F940-88AC-33B7-7E1E-9E591514BC78}"/>
              </a:ext>
            </a:extLst>
          </p:cNvPr>
          <p:cNvSpPr/>
          <p:nvPr/>
        </p:nvSpPr>
        <p:spPr bwMode="auto">
          <a:xfrm>
            <a:off x="5463567" y="4561962"/>
            <a:ext cx="2012557" cy="294775"/>
          </a:xfrm>
          <a:custGeom>
            <a:avLst/>
            <a:gdLst>
              <a:gd name="connsiteX0" fmla="*/ 0 w 1704975"/>
              <a:gd name="connsiteY0" fmla="*/ 0 h 818580"/>
              <a:gd name="connsiteX1" fmla="*/ 342900 w 1704975"/>
              <a:gd name="connsiteY1" fmla="*/ 704850 h 818580"/>
              <a:gd name="connsiteX2" fmla="*/ 1304925 w 1704975"/>
              <a:gd name="connsiteY2" fmla="*/ 752475 h 818580"/>
              <a:gd name="connsiteX3" fmla="*/ 1704975 w 1704975"/>
              <a:gd name="connsiteY3" fmla="*/ 57150 h 818580"/>
            </a:gdLst>
            <a:ahLst/>
            <a:cxnLst>
              <a:cxn ang="0">
                <a:pos x="connsiteX0" y="connsiteY0"/>
              </a:cxn>
              <a:cxn ang="0">
                <a:pos x="connsiteX1" y="connsiteY1"/>
              </a:cxn>
              <a:cxn ang="0">
                <a:pos x="connsiteX2" y="connsiteY2"/>
              </a:cxn>
              <a:cxn ang="0">
                <a:pos x="connsiteX3" y="connsiteY3"/>
              </a:cxn>
            </a:cxnLst>
            <a:rect l="l" t="t" r="r" b="b"/>
            <a:pathLst>
              <a:path w="1704975" h="818580">
                <a:moveTo>
                  <a:pt x="0" y="0"/>
                </a:moveTo>
                <a:cubicBezTo>
                  <a:pt x="62706" y="289719"/>
                  <a:pt x="125413" y="579438"/>
                  <a:pt x="342900" y="704850"/>
                </a:cubicBezTo>
                <a:cubicBezTo>
                  <a:pt x="560388" y="830263"/>
                  <a:pt x="1077912" y="860425"/>
                  <a:pt x="1304925" y="752475"/>
                </a:cubicBezTo>
                <a:cubicBezTo>
                  <a:pt x="1531938" y="644525"/>
                  <a:pt x="1618456" y="350837"/>
                  <a:pt x="1704975" y="57150"/>
                </a:cubicBezTo>
              </a:path>
            </a:pathLst>
          </a:custGeom>
          <a:noFill/>
          <a:ln w="38100">
            <a:solidFill>
              <a:srgbClr val="FFC000"/>
            </a:solidFill>
            <a:headEnd type="triangle" w="med" len="med"/>
            <a:tailEnd type="triangle" w="med" len="med"/>
          </a:ln>
          <a:effectLst>
            <a:outerShdw blurRad="50800" dist="38100" dir="13500000" algn="br"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lIns="89639" tIns="44819" rIns="89639" bIns="44819"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
        <p:nvSpPr>
          <p:cNvPr id="27" name="正方形/長方形 26">
            <a:extLst>
              <a:ext uri="{FF2B5EF4-FFF2-40B4-BE49-F238E27FC236}">
                <a16:creationId xmlns:a16="http://schemas.microsoft.com/office/drawing/2014/main" id="{3F15DC37-7B6E-FDCA-7618-3234E3FCC22E}"/>
              </a:ext>
            </a:extLst>
          </p:cNvPr>
          <p:cNvSpPr/>
          <p:nvPr/>
        </p:nvSpPr>
        <p:spPr bwMode="auto">
          <a:xfrm>
            <a:off x="2241826" y="2760727"/>
            <a:ext cx="7799308" cy="2908676"/>
          </a:xfrm>
          <a:prstGeom prst="rect">
            <a:avLst/>
          </a:prstGeom>
          <a:noFill/>
          <a:ln w="57150" cap="flat" cmpd="sng" algn="ctr">
            <a:solidFill>
              <a:srgbClr val="0079D6"/>
            </a:solidFill>
            <a:prstDash val="solid"/>
            <a:headEnd type="none" w="med" len="med"/>
            <a:tailEnd type="none" w="med" len="med"/>
          </a:ln>
          <a:effectLst/>
        </p:spPr>
        <p:txBody>
          <a:bodyPr vert="horz" wrap="square" lIns="0" tIns="38858" rIns="0" bIns="38858" numCol="1" rtlCol="0" anchor="ctr" anchorCtr="0" compatLnSpc="1">
            <a:prstTxWarp prst="textNoShape">
              <a:avLst/>
            </a:prstTxWarp>
          </a:bodyPr>
          <a:lstStyle/>
          <a:p>
            <a:pPr marL="0" marR="0" lvl="0" indent="0" algn="ctr" defTabSz="776936" rtl="0" eaLnBrk="1" fontAlgn="base" latinLnBrk="0" hangingPunct="1">
              <a:lnSpc>
                <a:spcPct val="100000"/>
              </a:lnSpc>
              <a:spcBef>
                <a:spcPct val="0"/>
              </a:spcBef>
              <a:spcAft>
                <a:spcPct val="0"/>
              </a:spcAft>
              <a:buClrTx/>
              <a:buSzTx/>
              <a:buFontTx/>
              <a:buNone/>
              <a:tabLst/>
              <a:defRPr/>
            </a:pPr>
            <a:endParaRPr kumimoji="0" lang="ja-JP" altLang="en-US" sz="2400" b="0" i="0" u="none" strike="noStrike" kern="0" cap="none" spc="0" normalizeH="0" baseline="0" noProof="0">
              <a:ln>
                <a:solidFill>
                  <a:srgbClr val="FFFFFF"/>
                </a:solid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
        <p:nvSpPr>
          <p:cNvPr id="28" name="テキスト ボックス 27">
            <a:extLst>
              <a:ext uri="{FF2B5EF4-FFF2-40B4-BE49-F238E27FC236}">
                <a16:creationId xmlns:a16="http://schemas.microsoft.com/office/drawing/2014/main" id="{4FC3E480-BE91-0DF6-B408-48D8A7313879}"/>
              </a:ext>
            </a:extLst>
          </p:cNvPr>
          <p:cNvSpPr txBox="1"/>
          <p:nvPr/>
        </p:nvSpPr>
        <p:spPr>
          <a:xfrm>
            <a:off x="4926665" y="3923219"/>
            <a:ext cx="648254" cy="492443"/>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1"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内部 </a:t>
            </a:r>
            <a:r>
              <a:rPr kumimoji="1" lang="en-US" altLang="ja-JP" sz="1600" b="1"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IP</a:t>
            </a:r>
            <a:r>
              <a:rPr kumimoji="1" lang="ja-JP" altLang="en-US" sz="1600" b="1"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 </a:t>
            </a:r>
            <a:endParaRPr kumimoji="1" lang="en-US" altLang="ja-JP" sz="1600" b="1"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1"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アドレス</a:t>
            </a:r>
            <a:endParaRPr kumimoji="1" lang="en-US" altLang="ja-JP" sz="1600" b="1"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
        <p:nvSpPr>
          <p:cNvPr id="29" name="テキスト ボックス 28">
            <a:extLst>
              <a:ext uri="{FF2B5EF4-FFF2-40B4-BE49-F238E27FC236}">
                <a16:creationId xmlns:a16="http://schemas.microsoft.com/office/drawing/2014/main" id="{4E1D62EB-937C-C254-9CC3-109EAFC880E7}"/>
              </a:ext>
            </a:extLst>
          </p:cNvPr>
          <p:cNvSpPr txBox="1"/>
          <p:nvPr/>
        </p:nvSpPr>
        <p:spPr>
          <a:xfrm>
            <a:off x="7435991" y="3923219"/>
            <a:ext cx="648254" cy="492443"/>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1"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内部 </a:t>
            </a:r>
            <a:r>
              <a:rPr kumimoji="1" lang="en-US" altLang="ja-JP" sz="1600" b="1"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IP</a:t>
            </a:r>
            <a:r>
              <a:rPr kumimoji="1" lang="ja-JP" altLang="en-US" sz="1600" b="1"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 </a:t>
            </a:r>
            <a:endParaRPr kumimoji="1" lang="en-US" altLang="ja-JP" sz="1600" b="1"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1"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アドレス</a:t>
            </a:r>
            <a:endParaRPr kumimoji="1" lang="en-US" altLang="ja-JP" sz="1600" b="1"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pic>
        <p:nvPicPr>
          <p:cNvPr id="30" name="Picture 2">
            <a:extLst>
              <a:ext uri="{FF2B5EF4-FFF2-40B4-BE49-F238E27FC236}">
                <a16:creationId xmlns:a16="http://schemas.microsoft.com/office/drawing/2014/main" id="{2EA888ED-4D08-9AF3-7A68-3A74D1DF9A0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2690" y="5334953"/>
            <a:ext cx="838200" cy="581025"/>
          </a:xfrm>
          <a:prstGeom prst="rect">
            <a:avLst/>
          </a:prstGeom>
          <a:noFill/>
          <a:extLst>
            <a:ext uri="{909E8E84-426E-40DD-AFC4-6F175D3DCCD1}">
              <a14:hiddenFill xmlns:a14="http://schemas.microsoft.com/office/drawing/2010/main">
                <a:solidFill>
                  <a:srgbClr val="FFFFFF"/>
                </a:solidFill>
              </a14:hiddenFill>
            </a:ext>
          </a:extLst>
        </p:spPr>
      </p:pic>
      <p:sp>
        <p:nvSpPr>
          <p:cNvPr id="31" name="四角形吹き出し 49">
            <a:extLst>
              <a:ext uri="{FF2B5EF4-FFF2-40B4-BE49-F238E27FC236}">
                <a16:creationId xmlns:a16="http://schemas.microsoft.com/office/drawing/2014/main" id="{E61D51A8-FE9C-FA16-69C8-FD02B3E6BFC8}"/>
              </a:ext>
            </a:extLst>
          </p:cNvPr>
          <p:cNvSpPr/>
          <p:nvPr/>
        </p:nvSpPr>
        <p:spPr>
          <a:xfrm>
            <a:off x="5843424" y="5769971"/>
            <a:ext cx="2891590" cy="925671"/>
          </a:xfrm>
          <a:prstGeom prst="wedgeRectCallout">
            <a:avLst>
              <a:gd name="adj1" fmla="val -20428"/>
              <a:gd name="adj2" fmla="val -90339"/>
            </a:avLst>
          </a:prstGeom>
          <a:solidFill>
            <a:srgbClr val="B1D6F2"/>
          </a:solid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a:solidFill>
                  <a:schemeClr val="tx1">
                    <a:lumMod val="75000"/>
                    <a:lumOff val="25000"/>
                  </a:schemeClr>
                </a:solidFill>
                <a:latin typeface="Yu Gothic UI" panose="020B0500000000000000" pitchFamily="34" charset="-128"/>
                <a:ea typeface="Yu Gothic UI" panose="020B0500000000000000" pitchFamily="34" charset="-128"/>
              </a:rPr>
              <a:t>既定で自動的にルーティング</a:t>
            </a:r>
            <a:endParaRPr kumimoji="1"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
        <p:nvSpPr>
          <p:cNvPr id="32" name="テキスト ボックス 31">
            <a:extLst>
              <a:ext uri="{FF2B5EF4-FFF2-40B4-BE49-F238E27FC236}">
                <a16:creationId xmlns:a16="http://schemas.microsoft.com/office/drawing/2014/main" id="{1E958DFB-F44A-DA84-2356-D16B033D7E20}"/>
              </a:ext>
            </a:extLst>
          </p:cNvPr>
          <p:cNvSpPr txBox="1"/>
          <p:nvPr/>
        </p:nvSpPr>
        <p:spPr>
          <a:xfrm>
            <a:off x="1872097" y="5739839"/>
            <a:ext cx="756938"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0" i="0" u="none" strike="noStrike" kern="1200" cap="none" spc="0" normalizeH="0" baseline="0" noProof="0" err="1">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VNet</a:t>
            </a:r>
            <a:endParaRPr kumimoji="1" lang="ja-JP" altLang="en-US" sz="20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
        <p:nvSpPr>
          <p:cNvPr id="33" name="テキスト ボックス 32">
            <a:extLst>
              <a:ext uri="{FF2B5EF4-FFF2-40B4-BE49-F238E27FC236}">
                <a16:creationId xmlns:a16="http://schemas.microsoft.com/office/drawing/2014/main" id="{052973D0-2CBC-6AAF-1FC1-DFB31EE87612}"/>
              </a:ext>
            </a:extLst>
          </p:cNvPr>
          <p:cNvSpPr txBox="1"/>
          <p:nvPr/>
        </p:nvSpPr>
        <p:spPr>
          <a:xfrm>
            <a:off x="2492577" y="2793918"/>
            <a:ext cx="1401346"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サブネット１</a:t>
            </a:r>
          </a:p>
        </p:txBody>
      </p:sp>
      <p:sp>
        <p:nvSpPr>
          <p:cNvPr id="34" name="テキスト ボックス 33">
            <a:extLst>
              <a:ext uri="{FF2B5EF4-FFF2-40B4-BE49-F238E27FC236}">
                <a16:creationId xmlns:a16="http://schemas.microsoft.com/office/drawing/2014/main" id="{023C38EB-A905-23F5-BC89-F69C396F8E0B}"/>
              </a:ext>
            </a:extLst>
          </p:cNvPr>
          <p:cNvSpPr txBox="1"/>
          <p:nvPr/>
        </p:nvSpPr>
        <p:spPr>
          <a:xfrm>
            <a:off x="6469845" y="2793918"/>
            <a:ext cx="1401346"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サブネット２</a:t>
            </a:r>
          </a:p>
        </p:txBody>
      </p:sp>
      <p:sp>
        <p:nvSpPr>
          <p:cNvPr id="35" name="テキスト プレースホルダー 11">
            <a:extLst>
              <a:ext uri="{FF2B5EF4-FFF2-40B4-BE49-F238E27FC236}">
                <a16:creationId xmlns:a16="http://schemas.microsoft.com/office/drawing/2014/main" id="{2B7E4A71-4666-7CC8-97FC-159AA70DCCE8}"/>
              </a:ext>
            </a:extLst>
          </p:cNvPr>
          <p:cNvSpPr txBox="1">
            <a:spLocks/>
          </p:cNvSpPr>
          <p:nvPr/>
        </p:nvSpPr>
        <p:spPr>
          <a:xfrm>
            <a:off x="319664" y="1611320"/>
            <a:ext cx="11277600" cy="94795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lvl="1"/>
            <a:r>
              <a:rPr lang="en-US" altLang="ja-JP" sz="2800" dirty="0" err="1">
                <a:solidFill>
                  <a:schemeClr val="tx1">
                    <a:lumMod val="75000"/>
                    <a:lumOff val="25000"/>
                  </a:schemeClr>
                </a:solidFill>
                <a:latin typeface="Yu Gothic UI" panose="020B0500000000000000" pitchFamily="34" charset="-128"/>
                <a:ea typeface="Yu Gothic UI" panose="020B0500000000000000" pitchFamily="34" charset="-128"/>
              </a:rPr>
              <a:t>VNet</a:t>
            </a:r>
            <a:r>
              <a:rPr lang="ja-JP" altLang="en-US" sz="2800">
                <a:solidFill>
                  <a:schemeClr val="tx1">
                    <a:lumMod val="75000"/>
                    <a:lumOff val="25000"/>
                  </a:schemeClr>
                </a:solidFill>
                <a:latin typeface="Yu Gothic UI" panose="020B0500000000000000" pitchFamily="34" charset="-128"/>
                <a:ea typeface="Yu Gothic UI" panose="020B0500000000000000" pitchFamily="34" charset="-128"/>
              </a:rPr>
              <a:t>内は自動的にルーティングされる</a:t>
            </a:r>
          </a:p>
          <a:p>
            <a:pPr lvl="1"/>
            <a:r>
              <a:rPr lang="ja-JP" altLang="en-US" sz="2800">
                <a:solidFill>
                  <a:schemeClr val="tx1">
                    <a:lumMod val="75000"/>
                    <a:lumOff val="25000"/>
                  </a:schemeClr>
                </a:solidFill>
                <a:latin typeface="Yu Gothic UI" panose="020B0500000000000000" pitchFamily="34" charset="-128"/>
                <a:ea typeface="Yu Gothic UI" panose="020B0500000000000000" pitchFamily="34" charset="-128"/>
              </a:rPr>
              <a:t>ルートテーブルにより既定のルーティングを変更することも可能</a:t>
            </a:r>
          </a:p>
        </p:txBody>
      </p:sp>
    </p:spTree>
    <p:extLst>
      <p:ext uri="{BB962C8B-B14F-4D97-AF65-F5344CB8AC3E}">
        <p14:creationId xmlns:p14="http://schemas.microsoft.com/office/powerpoint/2010/main" val="12508339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A0CA9-4EA1-3ED3-C1E6-2C259C9614B0}"/>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13CA1E2-C08E-9195-7323-258D0B3B3D55}"/>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ja-JP" altLang="en-US" sz="2000" b="1">
                <a:solidFill>
                  <a:srgbClr val="1F2937"/>
                </a:solidFill>
                <a:latin typeface="Yu Gothic"/>
                <a:ea typeface="Yu Gothic"/>
                <a:cs typeface="Yu Gothic"/>
              </a:rPr>
              <a:t>仮想ネットワーク </a:t>
            </a:r>
            <a:r>
              <a:rPr lang="en-US" altLang="ja-JP" sz="2000" b="1" dirty="0">
                <a:solidFill>
                  <a:srgbClr val="1F2937"/>
                </a:solidFill>
                <a:latin typeface="Yu Gothic"/>
                <a:ea typeface="Yu Gothic"/>
                <a:cs typeface="Yu Gothic"/>
              </a:rPr>
              <a:t>(</a:t>
            </a:r>
            <a:r>
              <a:rPr lang="en" altLang="ja-JP" sz="2000" b="1" dirty="0">
                <a:solidFill>
                  <a:srgbClr val="1F2937"/>
                </a:solidFill>
                <a:latin typeface="Yu Gothic"/>
                <a:ea typeface="Yu Gothic"/>
                <a:cs typeface="Yu Gothic"/>
              </a:rPr>
              <a:t>Virtual Network, </a:t>
            </a:r>
            <a:r>
              <a:rPr lang="en" altLang="ja-JP" sz="2000" b="1" dirty="0" err="1">
                <a:solidFill>
                  <a:srgbClr val="1F2937"/>
                </a:solidFill>
                <a:latin typeface="Yu Gothic"/>
                <a:ea typeface="Yu Gothic"/>
                <a:cs typeface="Yu Gothic"/>
              </a:rPr>
              <a:t>VNet</a:t>
            </a:r>
            <a:r>
              <a:rPr lang="en" altLang="ja-JP" sz="2000" b="1" dirty="0">
                <a:solidFill>
                  <a:srgbClr val="1F2937"/>
                </a:solidFill>
                <a:latin typeface="Yu Gothic"/>
                <a:ea typeface="Yu Gothic"/>
                <a:cs typeface="Yu Gothic"/>
              </a:rPr>
              <a:t>)</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D5F78487-83E0-9347-C652-F7EFE60EF4C6}"/>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7</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A8594372-5235-69AD-0E27-64F2ED9FF202}"/>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テキスト プレースホルダー 11">
            <a:extLst>
              <a:ext uri="{FF2B5EF4-FFF2-40B4-BE49-F238E27FC236}">
                <a16:creationId xmlns:a16="http://schemas.microsoft.com/office/drawing/2014/main" id="{47326CF0-2F3C-05D7-F0CE-9626978F92FC}"/>
              </a:ext>
            </a:extLst>
          </p:cNvPr>
          <p:cNvSpPr txBox="1">
            <a:spLocks/>
          </p:cNvSpPr>
          <p:nvPr/>
        </p:nvSpPr>
        <p:spPr>
          <a:xfrm>
            <a:off x="291070" y="1272429"/>
            <a:ext cx="11277600" cy="129266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lvl="1"/>
            <a:r>
              <a:rPr lang="en-US" altLang="ja-JP" dirty="0" err="1">
                <a:solidFill>
                  <a:schemeClr val="tx1">
                    <a:lumMod val="75000"/>
                    <a:lumOff val="25000"/>
                  </a:schemeClr>
                </a:solidFill>
                <a:latin typeface="Yu Gothic UI" panose="020B0500000000000000" pitchFamily="34" charset="-128"/>
                <a:ea typeface="Yu Gothic UI" panose="020B0500000000000000" pitchFamily="34" charset="-128"/>
              </a:rPr>
              <a:t>VNet</a:t>
            </a:r>
            <a:r>
              <a:rPr lang="en-US" altLang="ja-JP" dirty="0">
                <a:solidFill>
                  <a:schemeClr val="tx1">
                    <a:lumMod val="75000"/>
                    <a:lumOff val="25000"/>
                  </a:schemeClr>
                </a:solidFill>
                <a:latin typeface="Yu Gothic UI" panose="020B0500000000000000" pitchFamily="34" charset="-128"/>
                <a:ea typeface="Yu Gothic UI" panose="020B0500000000000000" pitchFamily="34" charset="-128"/>
              </a:rPr>
              <a:t> Peering </a:t>
            </a:r>
            <a:r>
              <a:rPr lang="ja-JP" altLang="en-US">
                <a:solidFill>
                  <a:schemeClr val="tx1">
                    <a:lumMod val="75000"/>
                    <a:lumOff val="25000"/>
                  </a:schemeClr>
                </a:solidFill>
                <a:latin typeface="Yu Gothic UI" panose="020B0500000000000000" pitchFamily="34" charset="-128"/>
                <a:ea typeface="Yu Gothic UI" panose="020B0500000000000000" pitchFamily="34" charset="-128"/>
              </a:rPr>
              <a:t>は直接ピアリングした</a:t>
            </a:r>
            <a:r>
              <a:rPr lang="en-US" altLang="ja-JP" dirty="0">
                <a:solidFill>
                  <a:schemeClr val="tx1">
                    <a:lumMod val="75000"/>
                    <a:lumOff val="25000"/>
                  </a:schemeClr>
                </a:solidFill>
                <a:latin typeface="Yu Gothic UI" panose="020B0500000000000000" pitchFamily="34" charset="-128"/>
                <a:ea typeface="Yu Gothic UI" panose="020B0500000000000000" pitchFamily="34" charset="-128"/>
              </a:rPr>
              <a:t> </a:t>
            </a:r>
            <a:r>
              <a:rPr lang="en-US" altLang="ja-JP" dirty="0" err="1">
                <a:solidFill>
                  <a:schemeClr val="tx1">
                    <a:lumMod val="75000"/>
                    <a:lumOff val="25000"/>
                  </a:schemeClr>
                </a:solidFill>
                <a:latin typeface="Yu Gothic UI" panose="020B0500000000000000" pitchFamily="34" charset="-128"/>
                <a:ea typeface="Yu Gothic UI" panose="020B0500000000000000" pitchFamily="34" charset="-128"/>
              </a:rPr>
              <a:t>VNet</a:t>
            </a:r>
            <a:r>
              <a:rPr lang="en-US" altLang="ja-JP" dirty="0">
                <a:solidFill>
                  <a:schemeClr val="tx1">
                    <a:lumMod val="75000"/>
                    <a:lumOff val="25000"/>
                  </a:schemeClr>
                </a:solidFill>
                <a:latin typeface="Yu Gothic UI" panose="020B0500000000000000" pitchFamily="34" charset="-128"/>
                <a:ea typeface="Yu Gothic UI" panose="020B0500000000000000" pitchFamily="34" charset="-128"/>
              </a:rPr>
              <a:t> </a:t>
            </a:r>
            <a:r>
              <a:rPr lang="ja-JP" altLang="en-US">
                <a:solidFill>
                  <a:schemeClr val="tx1">
                    <a:lumMod val="75000"/>
                    <a:lumOff val="25000"/>
                  </a:schemeClr>
                </a:solidFill>
                <a:latin typeface="Yu Gothic UI" panose="020B0500000000000000" pitchFamily="34" charset="-128"/>
                <a:ea typeface="Yu Gothic UI" panose="020B0500000000000000" pitchFamily="34" charset="-128"/>
              </a:rPr>
              <a:t>同士のルーティングは可能。</a:t>
            </a:r>
            <a:endParaRPr lang="en-US" altLang="ja-JP" dirty="0">
              <a:solidFill>
                <a:schemeClr val="tx1">
                  <a:lumMod val="75000"/>
                  <a:lumOff val="25000"/>
                </a:schemeClr>
              </a:solidFill>
              <a:latin typeface="Yu Gothic UI" panose="020B0500000000000000" pitchFamily="34" charset="-128"/>
              <a:ea typeface="Yu Gothic UI" panose="020B0500000000000000" pitchFamily="34" charset="-128"/>
            </a:endParaRPr>
          </a:p>
          <a:p>
            <a:pPr lvl="1"/>
            <a:r>
              <a:rPr lang="ja-JP" altLang="en-US">
                <a:solidFill>
                  <a:schemeClr val="tx1">
                    <a:lumMod val="75000"/>
                    <a:lumOff val="25000"/>
                  </a:schemeClr>
                </a:solidFill>
                <a:latin typeface="Yu Gothic UI" panose="020B0500000000000000" pitchFamily="34" charset="-128"/>
                <a:ea typeface="Yu Gothic UI" panose="020B0500000000000000" pitchFamily="34" charset="-128"/>
              </a:rPr>
              <a:t>直接接続していない</a:t>
            </a:r>
            <a:r>
              <a:rPr lang="en-US" altLang="ja-JP" dirty="0">
                <a:solidFill>
                  <a:schemeClr val="tx1">
                    <a:lumMod val="75000"/>
                    <a:lumOff val="25000"/>
                  </a:schemeClr>
                </a:solidFill>
                <a:latin typeface="Yu Gothic UI" panose="020B0500000000000000" pitchFamily="34" charset="-128"/>
                <a:ea typeface="Yu Gothic UI" panose="020B0500000000000000" pitchFamily="34" charset="-128"/>
              </a:rPr>
              <a:t> </a:t>
            </a:r>
            <a:r>
              <a:rPr lang="en-US" altLang="ja-JP" dirty="0" err="1">
                <a:solidFill>
                  <a:schemeClr val="tx1">
                    <a:lumMod val="75000"/>
                    <a:lumOff val="25000"/>
                  </a:schemeClr>
                </a:solidFill>
                <a:latin typeface="Yu Gothic UI" panose="020B0500000000000000" pitchFamily="34" charset="-128"/>
                <a:ea typeface="Yu Gothic UI" panose="020B0500000000000000" pitchFamily="34" charset="-128"/>
              </a:rPr>
              <a:t>VNet</a:t>
            </a:r>
            <a:r>
              <a:rPr lang="en-US" altLang="ja-JP" dirty="0">
                <a:solidFill>
                  <a:schemeClr val="tx1">
                    <a:lumMod val="75000"/>
                    <a:lumOff val="25000"/>
                  </a:schemeClr>
                </a:solidFill>
                <a:latin typeface="Yu Gothic UI" panose="020B0500000000000000" pitchFamily="34" charset="-128"/>
                <a:ea typeface="Yu Gothic UI" panose="020B0500000000000000" pitchFamily="34" charset="-128"/>
              </a:rPr>
              <a:t> </a:t>
            </a:r>
            <a:r>
              <a:rPr lang="ja-JP" altLang="en-US">
                <a:solidFill>
                  <a:schemeClr val="tx1">
                    <a:lumMod val="75000"/>
                    <a:lumOff val="25000"/>
                  </a:schemeClr>
                </a:solidFill>
                <a:latin typeface="Yu Gothic UI" panose="020B0500000000000000" pitchFamily="34" charset="-128"/>
                <a:ea typeface="Yu Gothic UI" panose="020B0500000000000000" pitchFamily="34" charset="-128"/>
              </a:rPr>
              <a:t>同士の非推移的なルーティングはできない。下記の</a:t>
            </a:r>
            <a:r>
              <a:rPr lang="en-US" altLang="ja-JP" dirty="0" err="1">
                <a:solidFill>
                  <a:schemeClr val="tx1">
                    <a:lumMod val="75000"/>
                    <a:lumOff val="25000"/>
                  </a:schemeClr>
                </a:solidFill>
                <a:latin typeface="Yu Gothic UI" panose="020B0500000000000000" pitchFamily="34" charset="-128"/>
                <a:ea typeface="Yu Gothic UI" panose="020B0500000000000000" pitchFamily="34" charset="-128"/>
              </a:rPr>
              <a:t>VNet</a:t>
            </a:r>
            <a:r>
              <a:rPr lang="en-US" altLang="ja-JP" dirty="0">
                <a:solidFill>
                  <a:schemeClr val="tx1">
                    <a:lumMod val="75000"/>
                    <a:lumOff val="25000"/>
                  </a:schemeClr>
                </a:solidFill>
                <a:latin typeface="Yu Gothic UI" panose="020B0500000000000000" pitchFamily="34" charset="-128"/>
                <a:ea typeface="Yu Gothic UI" panose="020B0500000000000000" pitchFamily="34" charset="-128"/>
              </a:rPr>
              <a:t> 1 </a:t>
            </a:r>
            <a:r>
              <a:rPr lang="ja-JP" altLang="en-US">
                <a:solidFill>
                  <a:schemeClr val="tx1">
                    <a:lumMod val="75000"/>
                    <a:lumOff val="25000"/>
                  </a:schemeClr>
                </a:solidFill>
                <a:latin typeface="Yu Gothic UI" panose="020B0500000000000000" pitchFamily="34" charset="-128"/>
                <a:ea typeface="Yu Gothic UI" panose="020B0500000000000000" pitchFamily="34" charset="-128"/>
              </a:rPr>
              <a:t>と</a:t>
            </a:r>
            <a:r>
              <a:rPr lang="en-US" altLang="ja-JP" dirty="0">
                <a:solidFill>
                  <a:schemeClr val="tx1">
                    <a:lumMod val="75000"/>
                    <a:lumOff val="25000"/>
                  </a:schemeClr>
                </a:solidFill>
                <a:latin typeface="Yu Gothic UI" panose="020B0500000000000000" pitchFamily="34" charset="-128"/>
                <a:ea typeface="Yu Gothic UI" panose="020B0500000000000000" pitchFamily="34" charset="-128"/>
              </a:rPr>
              <a:t> 3 </a:t>
            </a:r>
            <a:r>
              <a:rPr lang="ja-JP" altLang="en-US">
                <a:solidFill>
                  <a:schemeClr val="tx1">
                    <a:lumMod val="75000"/>
                    <a:lumOff val="25000"/>
                  </a:schemeClr>
                </a:solidFill>
                <a:latin typeface="Yu Gothic UI" panose="020B0500000000000000" pitchFamily="34" charset="-128"/>
                <a:ea typeface="Yu Gothic UI" panose="020B0500000000000000" pitchFamily="34" charset="-128"/>
              </a:rPr>
              <a:t>の間で通信を行いたい場合は</a:t>
            </a:r>
            <a:r>
              <a:rPr lang="en-US" altLang="ja-JP" dirty="0">
                <a:solidFill>
                  <a:schemeClr val="tx1">
                    <a:lumMod val="75000"/>
                    <a:lumOff val="25000"/>
                  </a:schemeClr>
                </a:solidFill>
                <a:latin typeface="Yu Gothic UI" panose="020B0500000000000000" pitchFamily="34" charset="-128"/>
                <a:ea typeface="Yu Gothic UI" panose="020B0500000000000000" pitchFamily="34" charset="-128"/>
              </a:rPr>
              <a:t> </a:t>
            </a:r>
            <a:r>
              <a:rPr lang="en-US" altLang="ja-JP" dirty="0" err="1">
                <a:solidFill>
                  <a:schemeClr val="tx1">
                    <a:lumMod val="75000"/>
                    <a:lumOff val="25000"/>
                  </a:schemeClr>
                </a:solidFill>
                <a:latin typeface="Yu Gothic UI" panose="020B0500000000000000" pitchFamily="34" charset="-128"/>
                <a:ea typeface="Yu Gothic UI" panose="020B0500000000000000" pitchFamily="34" charset="-128"/>
              </a:rPr>
              <a:t>VNet</a:t>
            </a:r>
            <a:r>
              <a:rPr lang="en-US" altLang="ja-JP" dirty="0">
                <a:solidFill>
                  <a:schemeClr val="tx1">
                    <a:lumMod val="75000"/>
                    <a:lumOff val="25000"/>
                  </a:schemeClr>
                </a:solidFill>
                <a:latin typeface="Yu Gothic UI" panose="020B0500000000000000" pitchFamily="34" charset="-128"/>
                <a:ea typeface="Yu Gothic UI" panose="020B0500000000000000" pitchFamily="34" charset="-128"/>
              </a:rPr>
              <a:t> 2 </a:t>
            </a:r>
            <a:r>
              <a:rPr lang="ja-JP" altLang="en-US">
                <a:solidFill>
                  <a:schemeClr val="tx1">
                    <a:lumMod val="75000"/>
                    <a:lumOff val="25000"/>
                  </a:schemeClr>
                </a:solidFill>
                <a:latin typeface="Yu Gothic UI" panose="020B0500000000000000" pitchFamily="34" charset="-128"/>
                <a:ea typeface="Yu Gothic UI" panose="020B0500000000000000" pitchFamily="34" charset="-128"/>
              </a:rPr>
              <a:t>でパケット転送できるインスタンスを用意し、</a:t>
            </a:r>
            <a:r>
              <a:rPr lang="en-US" altLang="ja-JP" dirty="0" err="1">
                <a:solidFill>
                  <a:schemeClr val="tx1">
                    <a:lumMod val="75000"/>
                    <a:lumOff val="25000"/>
                  </a:schemeClr>
                </a:solidFill>
                <a:latin typeface="Yu Gothic UI" panose="020B0500000000000000" pitchFamily="34" charset="-128"/>
                <a:ea typeface="Yu Gothic UI" panose="020B0500000000000000" pitchFamily="34" charset="-128"/>
              </a:rPr>
              <a:t>VNet</a:t>
            </a:r>
            <a:r>
              <a:rPr lang="en-US" altLang="ja-JP" dirty="0">
                <a:solidFill>
                  <a:schemeClr val="tx1">
                    <a:lumMod val="75000"/>
                    <a:lumOff val="25000"/>
                  </a:schemeClr>
                </a:solidFill>
                <a:latin typeface="Yu Gothic UI" panose="020B0500000000000000" pitchFamily="34" charset="-128"/>
                <a:ea typeface="Yu Gothic UI" panose="020B0500000000000000" pitchFamily="34" charset="-128"/>
              </a:rPr>
              <a:t> 1</a:t>
            </a:r>
            <a:r>
              <a:rPr lang="ja-JP" altLang="en-US">
                <a:solidFill>
                  <a:schemeClr val="tx1">
                    <a:lumMod val="75000"/>
                    <a:lumOff val="25000"/>
                  </a:schemeClr>
                </a:solidFill>
                <a:latin typeface="Yu Gothic UI" panose="020B0500000000000000" pitchFamily="34" charset="-128"/>
                <a:ea typeface="Yu Gothic UI" panose="020B0500000000000000" pitchFamily="34" charset="-128"/>
              </a:rPr>
              <a:t>、</a:t>
            </a:r>
            <a:r>
              <a:rPr lang="en-US" altLang="ja-JP" dirty="0">
                <a:solidFill>
                  <a:schemeClr val="tx1">
                    <a:lumMod val="75000"/>
                    <a:lumOff val="25000"/>
                  </a:schemeClr>
                </a:solidFill>
                <a:latin typeface="Yu Gothic UI" panose="020B0500000000000000" pitchFamily="34" charset="-128"/>
                <a:ea typeface="Yu Gothic UI" panose="020B0500000000000000" pitchFamily="34" charset="-128"/>
              </a:rPr>
              <a:t>3 </a:t>
            </a:r>
            <a:r>
              <a:rPr lang="ja-JP" altLang="en-US">
                <a:solidFill>
                  <a:schemeClr val="tx1">
                    <a:lumMod val="75000"/>
                    <a:lumOff val="25000"/>
                  </a:schemeClr>
                </a:solidFill>
                <a:latin typeface="Yu Gothic UI" panose="020B0500000000000000" pitchFamily="34" charset="-128"/>
                <a:ea typeface="Yu Gothic UI" panose="020B0500000000000000" pitchFamily="34" charset="-128"/>
              </a:rPr>
              <a:t>それぞれで</a:t>
            </a:r>
            <a:r>
              <a:rPr lang="en-US" altLang="ja-JP" dirty="0">
                <a:solidFill>
                  <a:schemeClr val="tx1">
                    <a:lumMod val="75000"/>
                    <a:lumOff val="25000"/>
                  </a:schemeClr>
                </a:solidFill>
                <a:latin typeface="Yu Gothic UI" panose="020B0500000000000000" pitchFamily="34" charset="-128"/>
                <a:ea typeface="Yu Gothic UI" panose="020B0500000000000000" pitchFamily="34" charset="-128"/>
              </a:rPr>
              <a:t> Route Table </a:t>
            </a:r>
            <a:r>
              <a:rPr lang="ja-JP" altLang="en-US">
                <a:solidFill>
                  <a:schemeClr val="tx1">
                    <a:lumMod val="75000"/>
                    <a:lumOff val="25000"/>
                  </a:schemeClr>
                </a:solidFill>
                <a:latin typeface="Yu Gothic UI" panose="020B0500000000000000" pitchFamily="34" charset="-128"/>
                <a:ea typeface="Yu Gothic UI" panose="020B0500000000000000" pitchFamily="34" charset="-128"/>
              </a:rPr>
              <a:t>を用意し補助する必要がある。</a:t>
            </a:r>
          </a:p>
        </p:txBody>
      </p:sp>
      <p:sp>
        <p:nvSpPr>
          <p:cNvPr id="5" name="Rounded Rectangle 75">
            <a:extLst>
              <a:ext uri="{FF2B5EF4-FFF2-40B4-BE49-F238E27FC236}">
                <a16:creationId xmlns:a16="http://schemas.microsoft.com/office/drawing/2014/main" id="{7FB9ED6E-296D-B13B-4295-4F99D1A56B1C}"/>
              </a:ext>
            </a:extLst>
          </p:cNvPr>
          <p:cNvSpPr/>
          <p:nvPr/>
        </p:nvSpPr>
        <p:spPr bwMode="auto">
          <a:xfrm>
            <a:off x="1799249" y="3367228"/>
            <a:ext cx="2857500" cy="1731562"/>
          </a:xfrm>
          <a:prstGeom prst="roundRect">
            <a:avLst>
              <a:gd name="adj" fmla="val 10259"/>
            </a:avLst>
          </a:prstGeom>
          <a:noFill/>
          <a:ln w="28575">
            <a:solidFill>
              <a:schemeClr val="accent1">
                <a:lumMod val="60000"/>
                <a:lumOff val="4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79277" tIns="143422" rIns="179277" bIns="143422" numCol="1" spcCol="0" rtlCol="0" fromWordArt="0" anchor="t" anchorCtr="0" forceAA="0" compatLnSpc="1">
            <a:prstTxWarp prst="textNoShape">
              <a:avLst/>
            </a:prstTxWarp>
            <a:noAutofit/>
          </a:bodyPr>
          <a:lstStyle/>
          <a:p>
            <a:pPr marL="0" marR="0" lvl="0" indent="0" algn="ctr" defTabSz="896091" rtl="0" eaLnBrk="1" fontAlgn="base" latinLnBrk="0" hangingPunct="1">
              <a:lnSpc>
                <a:spcPct val="90000"/>
              </a:lnSpc>
              <a:spcBef>
                <a:spcPct val="0"/>
              </a:spcBef>
              <a:spcAft>
                <a:spcPct val="0"/>
              </a:spcAft>
              <a:buClrTx/>
              <a:buSzTx/>
              <a:buFontTx/>
              <a:buNone/>
              <a:tabLst/>
              <a:defRPr/>
            </a:pPr>
            <a:endParaRPr kumimoji="0" lang="en-US" sz="1800" b="0" i="0" u="none" strike="noStrike" kern="1200" cap="none" spc="-49"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
        <p:nvSpPr>
          <p:cNvPr id="6" name="Freeform 24">
            <a:extLst>
              <a:ext uri="{FF2B5EF4-FFF2-40B4-BE49-F238E27FC236}">
                <a16:creationId xmlns:a16="http://schemas.microsoft.com/office/drawing/2014/main" id="{4CD9574A-8AD6-FD33-E329-432D1C1BCC15}"/>
              </a:ext>
            </a:extLst>
          </p:cNvPr>
          <p:cNvSpPr>
            <a:spLocks noEditPoints="1"/>
          </p:cNvSpPr>
          <p:nvPr/>
        </p:nvSpPr>
        <p:spPr bwMode="black">
          <a:xfrm>
            <a:off x="2195884" y="4409401"/>
            <a:ext cx="777169" cy="386005"/>
          </a:xfrm>
          <a:custGeom>
            <a:avLst/>
            <a:gdLst>
              <a:gd name="T0" fmla="*/ 524 w 1369"/>
              <a:gd name="T1" fmla="*/ 115 h 1057"/>
              <a:gd name="T2" fmla="*/ 373 w 1369"/>
              <a:gd name="T3" fmla="*/ 228 h 1057"/>
              <a:gd name="T4" fmla="*/ 455 w 1369"/>
              <a:gd name="T5" fmla="*/ 153 h 1057"/>
              <a:gd name="T6" fmla="*/ 5 w 1369"/>
              <a:gd name="T7" fmla="*/ 634 h 1057"/>
              <a:gd name="T8" fmla="*/ 149 w 1369"/>
              <a:gd name="T9" fmla="*/ 320 h 1057"/>
              <a:gd name="T10" fmla="*/ 26 w 1369"/>
              <a:gd name="T11" fmla="*/ 509 h 1057"/>
              <a:gd name="T12" fmla="*/ 652 w 1369"/>
              <a:gd name="T13" fmla="*/ 75 h 1057"/>
              <a:gd name="T14" fmla="*/ 36 w 1369"/>
              <a:gd name="T15" fmla="*/ 435 h 1057"/>
              <a:gd name="T16" fmla="*/ 28 w 1369"/>
              <a:gd name="T17" fmla="*/ 478 h 1057"/>
              <a:gd name="T18" fmla="*/ 9 w 1369"/>
              <a:gd name="T19" fmla="*/ 353 h 1057"/>
              <a:gd name="T20" fmla="*/ 1045 w 1369"/>
              <a:gd name="T21" fmla="*/ 157 h 1057"/>
              <a:gd name="T22" fmla="*/ 1251 w 1369"/>
              <a:gd name="T23" fmla="*/ 278 h 1057"/>
              <a:gd name="T24" fmla="*/ 1184 w 1369"/>
              <a:gd name="T25" fmla="*/ 236 h 1057"/>
              <a:gd name="T26" fmla="*/ 1369 w 1369"/>
              <a:gd name="T27" fmla="*/ 439 h 1057"/>
              <a:gd name="T28" fmla="*/ 1349 w 1369"/>
              <a:gd name="T29" fmla="*/ 356 h 1057"/>
              <a:gd name="T30" fmla="*/ 1150 w 1369"/>
              <a:gd name="T31" fmla="*/ 216 h 1057"/>
              <a:gd name="T32" fmla="*/ 859 w 1369"/>
              <a:gd name="T33" fmla="*/ 52 h 1057"/>
              <a:gd name="T34" fmla="*/ 781 w 1369"/>
              <a:gd name="T35" fmla="*/ 39 h 1057"/>
              <a:gd name="T36" fmla="*/ 746 w 1369"/>
              <a:gd name="T37" fmla="*/ 26 h 1057"/>
              <a:gd name="T38" fmla="*/ 682 w 1369"/>
              <a:gd name="T39" fmla="*/ 56 h 1057"/>
              <a:gd name="T40" fmla="*/ 67 w 1369"/>
              <a:gd name="T41" fmla="*/ 682 h 1057"/>
              <a:gd name="T42" fmla="*/ 963 w 1369"/>
              <a:gd name="T43" fmla="*/ 142 h 1057"/>
              <a:gd name="T44" fmla="*/ 906 w 1369"/>
              <a:gd name="T45" fmla="*/ 82 h 1057"/>
              <a:gd name="T46" fmla="*/ 247 w 1369"/>
              <a:gd name="T47" fmla="*/ 268 h 1057"/>
              <a:gd name="T48" fmla="*/ 1073 w 1369"/>
              <a:gd name="T49" fmla="*/ 766 h 1057"/>
              <a:gd name="T50" fmla="*/ 974 w 1369"/>
              <a:gd name="T51" fmla="*/ 824 h 1057"/>
              <a:gd name="T52" fmla="*/ 1048 w 1369"/>
              <a:gd name="T53" fmla="*/ 780 h 1057"/>
              <a:gd name="T54" fmla="*/ 834 w 1369"/>
              <a:gd name="T55" fmla="*/ 948 h 1057"/>
              <a:gd name="T56" fmla="*/ 882 w 1369"/>
              <a:gd name="T57" fmla="*/ 910 h 1057"/>
              <a:gd name="T58" fmla="*/ 1199 w 1369"/>
              <a:gd name="T59" fmla="*/ 723 h 1057"/>
              <a:gd name="T60" fmla="*/ 61 w 1369"/>
              <a:gd name="T61" fmla="*/ 327 h 1057"/>
              <a:gd name="T62" fmla="*/ 1353 w 1369"/>
              <a:gd name="T63" fmla="*/ 606 h 1057"/>
              <a:gd name="T64" fmla="*/ 1342 w 1369"/>
              <a:gd name="T65" fmla="*/ 518 h 1057"/>
              <a:gd name="T66" fmla="*/ 789 w 1369"/>
              <a:gd name="T67" fmla="*/ 977 h 1057"/>
              <a:gd name="T68" fmla="*/ 791 w 1369"/>
              <a:gd name="T69" fmla="*/ 972 h 1057"/>
              <a:gd name="T70" fmla="*/ 1249 w 1369"/>
              <a:gd name="T71" fmla="*/ 662 h 1057"/>
              <a:gd name="T72" fmla="*/ 1318 w 1369"/>
              <a:gd name="T73" fmla="*/ 616 h 1057"/>
              <a:gd name="T74" fmla="*/ 357 w 1369"/>
              <a:gd name="T75" fmla="*/ 821 h 1057"/>
              <a:gd name="T76" fmla="*/ 249 w 1369"/>
              <a:gd name="T77" fmla="*/ 759 h 1057"/>
              <a:gd name="T78" fmla="*/ 179 w 1369"/>
              <a:gd name="T79" fmla="*/ 721 h 1057"/>
              <a:gd name="T80" fmla="*/ 133 w 1369"/>
              <a:gd name="T81" fmla="*/ 704 h 1057"/>
              <a:gd name="T82" fmla="*/ 139 w 1369"/>
              <a:gd name="T83" fmla="*/ 731 h 1057"/>
              <a:gd name="T84" fmla="*/ 711 w 1369"/>
              <a:gd name="T85" fmla="*/ 1056 h 1057"/>
              <a:gd name="T86" fmla="*/ 606 w 1369"/>
              <a:gd name="T87" fmla="*/ 984 h 1057"/>
              <a:gd name="T88" fmla="*/ 614 w 1369"/>
              <a:gd name="T89" fmla="*/ 998 h 1057"/>
              <a:gd name="T90" fmla="*/ 555 w 1369"/>
              <a:gd name="T91" fmla="*/ 933 h 1057"/>
              <a:gd name="T92" fmla="*/ 676 w 1369"/>
              <a:gd name="T93" fmla="*/ 1024 h 1057"/>
              <a:gd name="T94" fmla="*/ 489 w 1369"/>
              <a:gd name="T95" fmla="*/ 898 h 1057"/>
              <a:gd name="T96" fmla="*/ 1274 w 1369"/>
              <a:gd name="T97" fmla="*/ 378 h 1057"/>
              <a:gd name="T98" fmla="*/ 749 w 1369"/>
              <a:gd name="T99" fmla="*/ 729 h 1057"/>
              <a:gd name="T100" fmla="*/ 146 w 1369"/>
              <a:gd name="T101" fmla="*/ 631 h 1057"/>
              <a:gd name="T102" fmla="*/ 600 w 1369"/>
              <a:gd name="T103" fmla="*/ 889 h 1057"/>
              <a:gd name="T104" fmla="*/ 780 w 1369"/>
              <a:gd name="T105" fmla="*/ 741 h 1057"/>
              <a:gd name="T106" fmla="*/ 486 w 1369"/>
              <a:gd name="T107" fmla="*/ 685 h 1057"/>
              <a:gd name="T108" fmla="*/ 587 w 1369"/>
              <a:gd name="T109" fmla="*/ 850 h 1057"/>
              <a:gd name="T110" fmla="*/ 560 w 1369"/>
              <a:gd name="T111" fmla="*/ 881 h 1057"/>
              <a:gd name="T112" fmla="*/ 232 w 1369"/>
              <a:gd name="T113" fmla="*/ 509 h 1057"/>
              <a:gd name="T114" fmla="*/ 233 w 1369"/>
              <a:gd name="T115" fmla="*/ 619 h 10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69" h="1057">
                <a:moveTo>
                  <a:pt x="234" y="304"/>
                </a:moveTo>
                <a:cubicBezTo>
                  <a:pt x="234" y="304"/>
                  <a:pt x="234" y="304"/>
                  <a:pt x="234" y="304"/>
                </a:cubicBezTo>
                <a:cubicBezTo>
                  <a:pt x="190" y="329"/>
                  <a:pt x="190" y="329"/>
                  <a:pt x="190" y="329"/>
                </a:cubicBezTo>
                <a:cubicBezTo>
                  <a:pt x="178" y="305"/>
                  <a:pt x="178" y="305"/>
                  <a:pt x="178" y="305"/>
                </a:cubicBezTo>
                <a:cubicBezTo>
                  <a:pt x="222" y="280"/>
                  <a:pt x="222" y="280"/>
                  <a:pt x="222" y="280"/>
                </a:cubicBezTo>
                <a:cubicBezTo>
                  <a:pt x="234" y="304"/>
                  <a:pt x="234" y="304"/>
                  <a:pt x="234" y="304"/>
                </a:cubicBezTo>
                <a:close/>
                <a:moveTo>
                  <a:pt x="581" y="113"/>
                </a:moveTo>
                <a:cubicBezTo>
                  <a:pt x="569" y="91"/>
                  <a:pt x="569" y="91"/>
                  <a:pt x="569" y="91"/>
                </a:cubicBezTo>
                <a:cubicBezTo>
                  <a:pt x="524" y="115"/>
                  <a:pt x="524" y="115"/>
                  <a:pt x="524" y="115"/>
                </a:cubicBezTo>
                <a:cubicBezTo>
                  <a:pt x="537" y="138"/>
                  <a:pt x="537" y="138"/>
                  <a:pt x="537" y="138"/>
                </a:cubicBezTo>
                <a:cubicBezTo>
                  <a:pt x="581" y="113"/>
                  <a:pt x="581" y="113"/>
                  <a:pt x="581" y="113"/>
                </a:cubicBezTo>
                <a:cubicBezTo>
                  <a:pt x="581" y="113"/>
                  <a:pt x="581" y="113"/>
                  <a:pt x="581" y="113"/>
                </a:cubicBezTo>
                <a:close/>
                <a:moveTo>
                  <a:pt x="373" y="228"/>
                </a:moveTo>
                <a:cubicBezTo>
                  <a:pt x="360" y="205"/>
                  <a:pt x="360" y="205"/>
                  <a:pt x="360" y="205"/>
                </a:cubicBezTo>
                <a:cubicBezTo>
                  <a:pt x="316" y="230"/>
                  <a:pt x="316" y="230"/>
                  <a:pt x="316" y="230"/>
                </a:cubicBezTo>
                <a:cubicBezTo>
                  <a:pt x="329" y="252"/>
                  <a:pt x="329" y="252"/>
                  <a:pt x="329" y="252"/>
                </a:cubicBezTo>
                <a:cubicBezTo>
                  <a:pt x="373" y="228"/>
                  <a:pt x="373" y="228"/>
                  <a:pt x="373" y="228"/>
                </a:cubicBezTo>
                <a:cubicBezTo>
                  <a:pt x="373" y="228"/>
                  <a:pt x="373" y="228"/>
                  <a:pt x="373" y="228"/>
                </a:cubicBezTo>
                <a:close/>
                <a:moveTo>
                  <a:pt x="443" y="190"/>
                </a:moveTo>
                <a:cubicBezTo>
                  <a:pt x="430" y="167"/>
                  <a:pt x="430" y="167"/>
                  <a:pt x="430" y="167"/>
                </a:cubicBezTo>
                <a:cubicBezTo>
                  <a:pt x="385" y="190"/>
                  <a:pt x="385" y="190"/>
                  <a:pt x="385" y="190"/>
                </a:cubicBezTo>
                <a:cubicBezTo>
                  <a:pt x="398" y="214"/>
                  <a:pt x="398" y="214"/>
                  <a:pt x="398" y="214"/>
                </a:cubicBezTo>
                <a:cubicBezTo>
                  <a:pt x="443" y="190"/>
                  <a:pt x="443" y="190"/>
                  <a:pt x="443" y="190"/>
                </a:cubicBezTo>
                <a:cubicBezTo>
                  <a:pt x="443" y="190"/>
                  <a:pt x="443" y="190"/>
                  <a:pt x="443" y="190"/>
                </a:cubicBezTo>
                <a:close/>
                <a:moveTo>
                  <a:pt x="513" y="151"/>
                </a:moveTo>
                <a:cubicBezTo>
                  <a:pt x="501" y="129"/>
                  <a:pt x="501" y="129"/>
                  <a:pt x="501" y="129"/>
                </a:cubicBezTo>
                <a:cubicBezTo>
                  <a:pt x="455" y="153"/>
                  <a:pt x="455" y="153"/>
                  <a:pt x="455" y="153"/>
                </a:cubicBezTo>
                <a:cubicBezTo>
                  <a:pt x="468" y="176"/>
                  <a:pt x="468" y="176"/>
                  <a:pt x="468" y="176"/>
                </a:cubicBezTo>
                <a:cubicBezTo>
                  <a:pt x="513" y="151"/>
                  <a:pt x="513" y="151"/>
                  <a:pt x="513" y="151"/>
                </a:cubicBezTo>
                <a:cubicBezTo>
                  <a:pt x="513" y="151"/>
                  <a:pt x="513" y="151"/>
                  <a:pt x="513" y="151"/>
                </a:cubicBezTo>
                <a:close/>
                <a:moveTo>
                  <a:pt x="32" y="631"/>
                </a:moveTo>
                <a:cubicBezTo>
                  <a:pt x="30" y="620"/>
                  <a:pt x="30" y="607"/>
                  <a:pt x="29" y="592"/>
                </a:cubicBezTo>
                <a:cubicBezTo>
                  <a:pt x="28" y="587"/>
                  <a:pt x="28" y="587"/>
                  <a:pt x="28" y="587"/>
                </a:cubicBezTo>
                <a:cubicBezTo>
                  <a:pt x="1" y="589"/>
                  <a:pt x="1" y="589"/>
                  <a:pt x="1" y="589"/>
                </a:cubicBezTo>
                <a:cubicBezTo>
                  <a:pt x="1" y="595"/>
                  <a:pt x="1" y="595"/>
                  <a:pt x="1" y="595"/>
                </a:cubicBezTo>
                <a:cubicBezTo>
                  <a:pt x="3" y="608"/>
                  <a:pt x="3" y="622"/>
                  <a:pt x="5" y="634"/>
                </a:cubicBezTo>
                <a:cubicBezTo>
                  <a:pt x="6" y="639"/>
                  <a:pt x="6" y="639"/>
                  <a:pt x="6" y="639"/>
                </a:cubicBezTo>
                <a:cubicBezTo>
                  <a:pt x="33" y="636"/>
                  <a:pt x="33" y="636"/>
                  <a:pt x="33" y="636"/>
                </a:cubicBezTo>
                <a:cubicBezTo>
                  <a:pt x="32" y="631"/>
                  <a:pt x="32" y="631"/>
                  <a:pt x="32" y="631"/>
                </a:cubicBezTo>
                <a:cubicBezTo>
                  <a:pt x="32" y="631"/>
                  <a:pt x="32" y="631"/>
                  <a:pt x="32" y="631"/>
                </a:cubicBezTo>
                <a:close/>
                <a:moveTo>
                  <a:pt x="143" y="346"/>
                </a:moveTo>
                <a:cubicBezTo>
                  <a:pt x="148" y="346"/>
                  <a:pt x="152" y="346"/>
                  <a:pt x="157" y="344"/>
                </a:cubicBezTo>
                <a:cubicBezTo>
                  <a:pt x="162" y="343"/>
                  <a:pt x="162" y="343"/>
                  <a:pt x="162" y="343"/>
                </a:cubicBezTo>
                <a:cubicBezTo>
                  <a:pt x="154" y="318"/>
                  <a:pt x="154" y="318"/>
                  <a:pt x="154" y="318"/>
                </a:cubicBezTo>
                <a:cubicBezTo>
                  <a:pt x="149" y="320"/>
                  <a:pt x="149" y="320"/>
                  <a:pt x="149" y="320"/>
                </a:cubicBezTo>
                <a:cubicBezTo>
                  <a:pt x="143" y="322"/>
                  <a:pt x="133" y="320"/>
                  <a:pt x="118" y="316"/>
                </a:cubicBezTo>
                <a:cubicBezTo>
                  <a:pt x="113" y="315"/>
                  <a:pt x="113" y="315"/>
                  <a:pt x="113" y="315"/>
                </a:cubicBezTo>
                <a:cubicBezTo>
                  <a:pt x="105" y="338"/>
                  <a:pt x="105" y="338"/>
                  <a:pt x="105" y="338"/>
                </a:cubicBezTo>
                <a:cubicBezTo>
                  <a:pt x="110" y="341"/>
                  <a:pt x="110" y="341"/>
                  <a:pt x="110" y="341"/>
                </a:cubicBezTo>
                <a:cubicBezTo>
                  <a:pt x="124" y="344"/>
                  <a:pt x="134" y="346"/>
                  <a:pt x="143" y="346"/>
                </a:cubicBezTo>
                <a:close/>
                <a:moveTo>
                  <a:pt x="26" y="554"/>
                </a:moveTo>
                <a:cubicBezTo>
                  <a:pt x="26" y="543"/>
                  <a:pt x="26" y="534"/>
                  <a:pt x="26" y="525"/>
                </a:cubicBezTo>
                <a:cubicBezTo>
                  <a:pt x="26" y="521"/>
                  <a:pt x="26" y="518"/>
                  <a:pt x="26" y="514"/>
                </a:cubicBezTo>
                <a:cubicBezTo>
                  <a:pt x="26" y="509"/>
                  <a:pt x="26" y="509"/>
                  <a:pt x="26" y="509"/>
                </a:cubicBezTo>
                <a:cubicBezTo>
                  <a:pt x="0" y="509"/>
                  <a:pt x="0" y="509"/>
                  <a:pt x="0" y="509"/>
                </a:cubicBezTo>
                <a:cubicBezTo>
                  <a:pt x="0" y="514"/>
                  <a:pt x="0" y="514"/>
                  <a:pt x="0" y="514"/>
                </a:cubicBezTo>
                <a:cubicBezTo>
                  <a:pt x="0" y="517"/>
                  <a:pt x="0" y="521"/>
                  <a:pt x="0" y="525"/>
                </a:cubicBezTo>
                <a:cubicBezTo>
                  <a:pt x="0" y="534"/>
                  <a:pt x="0" y="544"/>
                  <a:pt x="0" y="554"/>
                </a:cubicBezTo>
                <a:cubicBezTo>
                  <a:pt x="0" y="560"/>
                  <a:pt x="0" y="560"/>
                  <a:pt x="0" y="560"/>
                </a:cubicBezTo>
                <a:cubicBezTo>
                  <a:pt x="26" y="559"/>
                  <a:pt x="26" y="559"/>
                  <a:pt x="26" y="559"/>
                </a:cubicBezTo>
                <a:cubicBezTo>
                  <a:pt x="26" y="554"/>
                  <a:pt x="26" y="554"/>
                  <a:pt x="26" y="554"/>
                </a:cubicBezTo>
                <a:cubicBezTo>
                  <a:pt x="26" y="554"/>
                  <a:pt x="26" y="554"/>
                  <a:pt x="26" y="554"/>
                </a:cubicBezTo>
                <a:close/>
                <a:moveTo>
                  <a:pt x="652" y="75"/>
                </a:moveTo>
                <a:cubicBezTo>
                  <a:pt x="639" y="54"/>
                  <a:pt x="639" y="54"/>
                  <a:pt x="639" y="54"/>
                </a:cubicBezTo>
                <a:cubicBezTo>
                  <a:pt x="594" y="77"/>
                  <a:pt x="594" y="77"/>
                  <a:pt x="594" y="77"/>
                </a:cubicBezTo>
                <a:cubicBezTo>
                  <a:pt x="606" y="101"/>
                  <a:pt x="606" y="101"/>
                  <a:pt x="606" y="101"/>
                </a:cubicBezTo>
                <a:cubicBezTo>
                  <a:pt x="652" y="75"/>
                  <a:pt x="652" y="75"/>
                  <a:pt x="652" y="75"/>
                </a:cubicBezTo>
                <a:cubicBezTo>
                  <a:pt x="652" y="75"/>
                  <a:pt x="652" y="75"/>
                  <a:pt x="652" y="75"/>
                </a:cubicBezTo>
                <a:close/>
                <a:moveTo>
                  <a:pt x="28" y="478"/>
                </a:moveTo>
                <a:cubicBezTo>
                  <a:pt x="29" y="476"/>
                  <a:pt x="29" y="475"/>
                  <a:pt x="29" y="475"/>
                </a:cubicBezTo>
                <a:cubicBezTo>
                  <a:pt x="34" y="468"/>
                  <a:pt x="36" y="458"/>
                  <a:pt x="36" y="446"/>
                </a:cubicBezTo>
                <a:cubicBezTo>
                  <a:pt x="36" y="443"/>
                  <a:pt x="36" y="439"/>
                  <a:pt x="36" y="435"/>
                </a:cubicBezTo>
                <a:cubicBezTo>
                  <a:pt x="35" y="430"/>
                  <a:pt x="35" y="430"/>
                  <a:pt x="35" y="430"/>
                </a:cubicBezTo>
                <a:cubicBezTo>
                  <a:pt x="9" y="431"/>
                  <a:pt x="9" y="431"/>
                  <a:pt x="9" y="431"/>
                </a:cubicBezTo>
                <a:cubicBezTo>
                  <a:pt x="9" y="437"/>
                  <a:pt x="9" y="437"/>
                  <a:pt x="9" y="437"/>
                </a:cubicBezTo>
                <a:cubicBezTo>
                  <a:pt x="9" y="440"/>
                  <a:pt x="9" y="443"/>
                  <a:pt x="9" y="446"/>
                </a:cubicBezTo>
                <a:cubicBezTo>
                  <a:pt x="9" y="456"/>
                  <a:pt x="8" y="460"/>
                  <a:pt x="7" y="461"/>
                </a:cubicBezTo>
                <a:cubicBezTo>
                  <a:pt x="5" y="464"/>
                  <a:pt x="3" y="467"/>
                  <a:pt x="2" y="472"/>
                </a:cubicBezTo>
                <a:cubicBezTo>
                  <a:pt x="1" y="477"/>
                  <a:pt x="1" y="477"/>
                  <a:pt x="1" y="477"/>
                </a:cubicBezTo>
                <a:cubicBezTo>
                  <a:pt x="27" y="484"/>
                  <a:pt x="27" y="484"/>
                  <a:pt x="27" y="484"/>
                </a:cubicBezTo>
                <a:cubicBezTo>
                  <a:pt x="28" y="478"/>
                  <a:pt x="28" y="478"/>
                  <a:pt x="28" y="478"/>
                </a:cubicBezTo>
                <a:cubicBezTo>
                  <a:pt x="28" y="478"/>
                  <a:pt x="28" y="478"/>
                  <a:pt x="28" y="478"/>
                </a:cubicBezTo>
                <a:close/>
                <a:moveTo>
                  <a:pt x="5" y="404"/>
                </a:moveTo>
                <a:cubicBezTo>
                  <a:pt x="31" y="400"/>
                  <a:pt x="31" y="400"/>
                  <a:pt x="31" y="400"/>
                </a:cubicBezTo>
                <a:cubicBezTo>
                  <a:pt x="30" y="395"/>
                  <a:pt x="30" y="395"/>
                  <a:pt x="30" y="395"/>
                </a:cubicBezTo>
                <a:cubicBezTo>
                  <a:pt x="29" y="391"/>
                  <a:pt x="28" y="384"/>
                  <a:pt x="28" y="382"/>
                </a:cubicBezTo>
                <a:cubicBezTo>
                  <a:pt x="28" y="380"/>
                  <a:pt x="29" y="374"/>
                  <a:pt x="34" y="363"/>
                </a:cubicBezTo>
                <a:cubicBezTo>
                  <a:pt x="36" y="358"/>
                  <a:pt x="36" y="358"/>
                  <a:pt x="36" y="358"/>
                </a:cubicBezTo>
                <a:cubicBezTo>
                  <a:pt x="11" y="348"/>
                  <a:pt x="11" y="348"/>
                  <a:pt x="11" y="348"/>
                </a:cubicBezTo>
                <a:cubicBezTo>
                  <a:pt x="9" y="353"/>
                  <a:pt x="9" y="353"/>
                  <a:pt x="9" y="353"/>
                </a:cubicBezTo>
                <a:cubicBezTo>
                  <a:pt x="6" y="361"/>
                  <a:pt x="1" y="373"/>
                  <a:pt x="1" y="382"/>
                </a:cubicBezTo>
                <a:cubicBezTo>
                  <a:pt x="1" y="386"/>
                  <a:pt x="2" y="391"/>
                  <a:pt x="3" y="399"/>
                </a:cubicBezTo>
                <a:cubicBezTo>
                  <a:pt x="5" y="404"/>
                  <a:pt x="5" y="404"/>
                  <a:pt x="5" y="404"/>
                </a:cubicBezTo>
                <a:cubicBezTo>
                  <a:pt x="5" y="404"/>
                  <a:pt x="5" y="404"/>
                  <a:pt x="5" y="404"/>
                </a:cubicBezTo>
                <a:close/>
                <a:moveTo>
                  <a:pt x="1067" y="199"/>
                </a:moveTo>
                <a:cubicBezTo>
                  <a:pt x="1072" y="201"/>
                  <a:pt x="1072" y="201"/>
                  <a:pt x="1072" y="201"/>
                </a:cubicBezTo>
                <a:cubicBezTo>
                  <a:pt x="1085" y="179"/>
                  <a:pt x="1085" y="179"/>
                  <a:pt x="1085" y="179"/>
                </a:cubicBezTo>
                <a:cubicBezTo>
                  <a:pt x="1080" y="176"/>
                  <a:pt x="1080" y="176"/>
                  <a:pt x="1080" y="176"/>
                </a:cubicBezTo>
                <a:cubicBezTo>
                  <a:pt x="1068" y="170"/>
                  <a:pt x="1057" y="163"/>
                  <a:pt x="1045" y="157"/>
                </a:cubicBezTo>
                <a:cubicBezTo>
                  <a:pt x="1040" y="154"/>
                  <a:pt x="1040" y="154"/>
                  <a:pt x="1040" y="154"/>
                </a:cubicBezTo>
                <a:cubicBezTo>
                  <a:pt x="1027" y="177"/>
                  <a:pt x="1027" y="177"/>
                  <a:pt x="1027" y="177"/>
                </a:cubicBezTo>
                <a:cubicBezTo>
                  <a:pt x="1032" y="180"/>
                  <a:pt x="1032" y="180"/>
                  <a:pt x="1032" y="180"/>
                </a:cubicBezTo>
                <a:cubicBezTo>
                  <a:pt x="1045" y="187"/>
                  <a:pt x="1057" y="193"/>
                  <a:pt x="1067" y="199"/>
                </a:cubicBezTo>
                <a:close/>
                <a:moveTo>
                  <a:pt x="1270" y="323"/>
                </a:moveTo>
                <a:cubicBezTo>
                  <a:pt x="1275" y="326"/>
                  <a:pt x="1275" y="326"/>
                  <a:pt x="1275" y="326"/>
                </a:cubicBezTo>
                <a:cubicBezTo>
                  <a:pt x="1290" y="304"/>
                  <a:pt x="1290" y="304"/>
                  <a:pt x="1290" y="304"/>
                </a:cubicBezTo>
                <a:cubicBezTo>
                  <a:pt x="1286" y="301"/>
                  <a:pt x="1286" y="301"/>
                  <a:pt x="1286" y="301"/>
                </a:cubicBezTo>
                <a:cubicBezTo>
                  <a:pt x="1276" y="294"/>
                  <a:pt x="1264" y="287"/>
                  <a:pt x="1251" y="278"/>
                </a:cubicBezTo>
                <a:cubicBezTo>
                  <a:pt x="1246" y="275"/>
                  <a:pt x="1246" y="275"/>
                  <a:pt x="1246" y="275"/>
                </a:cubicBezTo>
                <a:cubicBezTo>
                  <a:pt x="1232" y="297"/>
                  <a:pt x="1232" y="297"/>
                  <a:pt x="1232" y="297"/>
                </a:cubicBezTo>
                <a:cubicBezTo>
                  <a:pt x="1237" y="300"/>
                  <a:pt x="1237" y="300"/>
                  <a:pt x="1237" y="300"/>
                </a:cubicBezTo>
                <a:cubicBezTo>
                  <a:pt x="1249" y="308"/>
                  <a:pt x="1261" y="316"/>
                  <a:pt x="1270" y="323"/>
                </a:cubicBezTo>
                <a:close/>
                <a:moveTo>
                  <a:pt x="1204" y="279"/>
                </a:moveTo>
                <a:cubicBezTo>
                  <a:pt x="1209" y="282"/>
                  <a:pt x="1209" y="282"/>
                  <a:pt x="1209" y="282"/>
                </a:cubicBezTo>
                <a:cubicBezTo>
                  <a:pt x="1223" y="259"/>
                  <a:pt x="1223" y="259"/>
                  <a:pt x="1223" y="259"/>
                </a:cubicBezTo>
                <a:cubicBezTo>
                  <a:pt x="1217" y="257"/>
                  <a:pt x="1217" y="257"/>
                  <a:pt x="1217" y="257"/>
                </a:cubicBezTo>
                <a:cubicBezTo>
                  <a:pt x="1207" y="250"/>
                  <a:pt x="1196" y="243"/>
                  <a:pt x="1184" y="236"/>
                </a:cubicBezTo>
                <a:cubicBezTo>
                  <a:pt x="1179" y="233"/>
                  <a:pt x="1179" y="233"/>
                  <a:pt x="1179" y="233"/>
                </a:cubicBezTo>
                <a:cubicBezTo>
                  <a:pt x="1166" y="256"/>
                  <a:pt x="1166" y="256"/>
                  <a:pt x="1166" y="256"/>
                </a:cubicBezTo>
                <a:cubicBezTo>
                  <a:pt x="1170" y="259"/>
                  <a:pt x="1170" y="259"/>
                  <a:pt x="1170" y="259"/>
                </a:cubicBezTo>
                <a:cubicBezTo>
                  <a:pt x="1183" y="265"/>
                  <a:pt x="1194" y="272"/>
                  <a:pt x="1204" y="279"/>
                </a:cubicBezTo>
                <a:close/>
                <a:moveTo>
                  <a:pt x="1337" y="403"/>
                </a:moveTo>
                <a:cubicBezTo>
                  <a:pt x="1340" y="414"/>
                  <a:pt x="1341" y="427"/>
                  <a:pt x="1343" y="441"/>
                </a:cubicBezTo>
                <a:cubicBezTo>
                  <a:pt x="1343" y="447"/>
                  <a:pt x="1343" y="447"/>
                  <a:pt x="1343" y="447"/>
                </a:cubicBezTo>
                <a:cubicBezTo>
                  <a:pt x="1369" y="445"/>
                  <a:pt x="1369" y="445"/>
                  <a:pt x="1369" y="445"/>
                </a:cubicBezTo>
                <a:cubicBezTo>
                  <a:pt x="1369" y="439"/>
                  <a:pt x="1369" y="439"/>
                  <a:pt x="1369" y="439"/>
                </a:cubicBezTo>
                <a:cubicBezTo>
                  <a:pt x="1367" y="424"/>
                  <a:pt x="1365" y="410"/>
                  <a:pt x="1363" y="397"/>
                </a:cubicBezTo>
                <a:cubicBezTo>
                  <a:pt x="1362" y="392"/>
                  <a:pt x="1362" y="392"/>
                  <a:pt x="1362" y="392"/>
                </a:cubicBezTo>
                <a:cubicBezTo>
                  <a:pt x="1336" y="397"/>
                  <a:pt x="1336" y="397"/>
                  <a:pt x="1336" y="397"/>
                </a:cubicBezTo>
                <a:cubicBezTo>
                  <a:pt x="1337" y="403"/>
                  <a:pt x="1337" y="403"/>
                  <a:pt x="1337" y="403"/>
                </a:cubicBezTo>
                <a:cubicBezTo>
                  <a:pt x="1337" y="403"/>
                  <a:pt x="1337" y="403"/>
                  <a:pt x="1337" y="403"/>
                </a:cubicBezTo>
                <a:close/>
                <a:moveTo>
                  <a:pt x="1325" y="369"/>
                </a:moveTo>
                <a:cubicBezTo>
                  <a:pt x="1328" y="373"/>
                  <a:pt x="1328" y="373"/>
                  <a:pt x="1328" y="373"/>
                </a:cubicBezTo>
                <a:cubicBezTo>
                  <a:pt x="1352" y="362"/>
                  <a:pt x="1352" y="362"/>
                  <a:pt x="1352" y="362"/>
                </a:cubicBezTo>
                <a:cubicBezTo>
                  <a:pt x="1349" y="356"/>
                  <a:pt x="1349" y="356"/>
                  <a:pt x="1349" y="356"/>
                </a:cubicBezTo>
                <a:cubicBezTo>
                  <a:pt x="1344" y="348"/>
                  <a:pt x="1334" y="338"/>
                  <a:pt x="1318" y="325"/>
                </a:cubicBezTo>
                <a:cubicBezTo>
                  <a:pt x="1313" y="321"/>
                  <a:pt x="1313" y="321"/>
                  <a:pt x="1313" y="321"/>
                </a:cubicBezTo>
                <a:cubicBezTo>
                  <a:pt x="1296" y="342"/>
                  <a:pt x="1296" y="342"/>
                  <a:pt x="1296" y="342"/>
                </a:cubicBezTo>
                <a:cubicBezTo>
                  <a:pt x="1301" y="345"/>
                  <a:pt x="1301" y="345"/>
                  <a:pt x="1301" y="345"/>
                </a:cubicBezTo>
                <a:cubicBezTo>
                  <a:pt x="1319" y="359"/>
                  <a:pt x="1324" y="367"/>
                  <a:pt x="1325" y="369"/>
                </a:cubicBezTo>
                <a:close/>
                <a:moveTo>
                  <a:pt x="1136" y="238"/>
                </a:moveTo>
                <a:cubicBezTo>
                  <a:pt x="1141" y="241"/>
                  <a:pt x="1141" y="241"/>
                  <a:pt x="1141" y="241"/>
                </a:cubicBezTo>
                <a:cubicBezTo>
                  <a:pt x="1155" y="219"/>
                  <a:pt x="1155" y="219"/>
                  <a:pt x="1155" y="219"/>
                </a:cubicBezTo>
                <a:cubicBezTo>
                  <a:pt x="1150" y="216"/>
                  <a:pt x="1150" y="216"/>
                  <a:pt x="1150" y="216"/>
                </a:cubicBezTo>
                <a:cubicBezTo>
                  <a:pt x="1138" y="210"/>
                  <a:pt x="1127" y="203"/>
                  <a:pt x="1115" y="196"/>
                </a:cubicBezTo>
                <a:cubicBezTo>
                  <a:pt x="1109" y="194"/>
                  <a:pt x="1109" y="194"/>
                  <a:pt x="1109" y="194"/>
                </a:cubicBezTo>
                <a:cubicBezTo>
                  <a:pt x="1096" y="216"/>
                  <a:pt x="1096" y="216"/>
                  <a:pt x="1096" y="216"/>
                </a:cubicBezTo>
                <a:cubicBezTo>
                  <a:pt x="1101" y="219"/>
                  <a:pt x="1101" y="219"/>
                  <a:pt x="1101" y="219"/>
                </a:cubicBezTo>
                <a:cubicBezTo>
                  <a:pt x="1113" y="225"/>
                  <a:pt x="1125" y="232"/>
                  <a:pt x="1136" y="238"/>
                </a:cubicBezTo>
                <a:close/>
                <a:moveTo>
                  <a:pt x="844" y="74"/>
                </a:moveTo>
                <a:cubicBezTo>
                  <a:pt x="849" y="77"/>
                  <a:pt x="849" y="77"/>
                  <a:pt x="849" y="77"/>
                </a:cubicBezTo>
                <a:cubicBezTo>
                  <a:pt x="863" y="55"/>
                  <a:pt x="863" y="55"/>
                  <a:pt x="863" y="55"/>
                </a:cubicBezTo>
                <a:cubicBezTo>
                  <a:pt x="859" y="52"/>
                  <a:pt x="859" y="52"/>
                  <a:pt x="859" y="52"/>
                </a:cubicBezTo>
                <a:cubicBezTo>
                  <a:pt x="846" y="44"/>
                  <a:pt x="834" y="37"/>
                  <a:pt x="823" y="31"/>
                </a:cubicBezTo>
                <a:cubicBezTo>
                  <a:pt x="819" y="28"/>
                  <a:pt x="819" y="28"/>
                  <a:pt x="819" y="28"/>
                </a:cubicBezTo>
                <a:cubicBezTo>
                  <a:pt x="805" y="51"/>
                  <a:pt x="805" y="51"/>
                  <a:pt x="805" y="51"/>
                </a:cubicBezTo>
                <a:cubicBezTo>
                  <a:pt x="810" y="54"/>
                  <a:pt x="810" y="54"/>
                  <a:pt x="810" y="54"/>
                </a:cubicBezTo>
                <a:cubicBezTo>
                  <a:pt x="821" y="59"/>
                  <a:pt x="832" y="66"/>
                  <a:pt x="844" y="74"/>
                </a:cubicBezTo>
                <a:close/>
                <a:moveTo>
                  <a:pt x="746" y="26"/>
                </a:moveTo>
                <a:cubicBezTo>
                  <a:pt x="747" y="26"/>
                  <a:pt x="748" y="26"/>
                  <a:pt x="750" y="26"/>
                </a:cubicBezTo>
                <a:cubicBezTo>
                  <a:pt x="753" y="27"/>
                  <a:pt x="761" y="29"/>
                  <a:pt x="776" y="36"/>
                </a:cubicBezTo>
                <a:cubicBezTo>
                  <a:pt x="781" y="39"/>
                  <a:pt x="781" y="39"/>
                  <a:pt x="781" y="39"/>
                </a:cubicBezTo>
                <a:cubicBezTo>
                  <a:pt x="792" y="15"/>
                  <a:pt x="792" y="15"/>
                  <a:pt x="792" y="15"/>
                </a:cubicBezTo>
                <a:cubicBezTo>
                  <a:pt x="787" y="13"/>
                  <a:pt x="787" y="13"/>
                  <a:pt x="787" y="13"/>
                </a:cubicBezTo>
                <a:cubicBezTo>
                  <a:pt x="772" y="5"/>
                  <a:pt x="761" y="1"/>
                  <a:pt x="753" y="0"/>
                </a:cubicBezTo>
                <a:cubicBezTo>
                  <a:pt x="750" y="0"/>
                  <a:pt x="748" y="0"/>
                  <a:pt x="746" y="0"/>
                </a:cubicBezTo>
                <a:cubicBezTo>
                  <a:pt x="746" y="0"/>
                  <a:pt x="746" y="0"/>
                  <a:pt x="746" y="0"/>
                </a:cubicBezTo>
                <a:cubicBezTo>
                  <a:pt x="739" y="0"/>
                  <a:pt x="739" y="0"/>
                  <a:pt x="739" y="0"/>
                </a:cubicBezTo>
                <a:cubicBezTo>
                  <a:pt x="739" y="26"/>
                  <a:pt x="739" y="26"/>
                  <a:pt x="739" y="26"/>
                </a:cubicBezTo>
                <a:cubicBezTo>
                  <a:pt x="746" y="26"/>
                  <a:pt x="746" y="26"/>
                  <a:pt x="746" y="26"/>
                </a:cubicBezTo>
                <a:cubicBezTo>
                  <a:pt x="746" y="26"/>
                  <a:pt x="746" y="26"/>
                  <a:pt x="746" y="26"/>
                </a:cubicBezTo>
                <a:close/>
                <a:moveTo>
                  <a:pt x="682" y="56"/>
                </a:moveTo>
                <a:cubicBezTo>
                  <a:pt x="689" y="51"/>
                  <a:pt x="700" y="43"/>
                  <a:pt x="713" y="37"/>
                </a:cubicBezTo>
                <a:cubicBezTo>
                  <a:pt x="718" y="34"/>
                  <a:pt x="718" y="34"/>
                  <a:pt x="718" y="34"/>
                </a:cubicBezTo>
                <a:cubicBezTo>
                  <a:pt x="706" y="11"/>
                  <a:pt x="706" y="11"/>
                  <a:pt x="706" y="11"/>
                </a:cubicBezTo>
                <a:cubicBezTo>
                  <a:pt x="701" y="13"/>
                  <a:pt x="701" y="13"/>
                  <a:pt x="701" y="13"/>
                </a:cubicBezTo>
                <a:cubicBezTo>
                  <a:pt x="687" y="20"/>
                  <a:pt x="674" y="29"/>
                  <a:pt x="666" y="35"/>
                </a:cubicBezTo>
                <a:cubicBezTo>
                  <a:pt x="661" y="39"/>
                  <a:pt x="661" y="39"/>
                  <a:pt x="661" y="39"/>
                </a:cubicBezTo>
                <a:cubicBezTo>
                  <a:pt x="677" y="60"/>
                  <a:pt x="677" y="60"/>
                  <a:pt x="677" y="60"/>
                </a:cubicBezTo>
                <a:cubicBezTo>
                  <a:pt x="682" y="56"/>
                  <a:pt x="682" y="56"/>
                  <a:pt x="682" y="56"/>
                </a:cubicBezTo>
                <a:cubicBezTo>
                  <a:pt x="682" y="56"/>
                  <a:pt x="682" y="56"/>
                  <a:pt x="682" y="56"/>
                </a:cubicBezTo>
                <a:close/>
                <a:moveTo>
                  <a:pt x="38" y="662"/>
                </a:moveTo>
                <a:cubicBezTo>
                  <a:pt x="35" y="658"/>
                  <a:pt x="35" y="658"/>
                  <a:pt x="35" y="658"/>
                </a:cubicBezTo>
                <a:cubicBezTo>
                  <a:pt x="15" y="675"/>
                  <a:pt x="15" y="675"/>
                  <a:pt x="15" y="675"/>
                </a:cubicBezTo>
                <a:cubicBezTo>
                  <a:pt x="19" y="680"/>
                  <a:pt x="19" y="680"/>
                  <a:pt x="19" y="680"/>
                </a:cubicBezTo>
                <a:cubicBezTo>
                  <a:pt x="29" y="690"/>
                  <a:pt x="44" y="699"/>
                  <a:pt x="55" y="705"/>
                </a:cubicBezTo>
                <a:cubicBezTo>
                  <a:pt x="59" y="707"/>
                  <a:pt x="59" y="707"/>
                  <a:pt x="59" y="707"/>
                </a:cubicBezTo>
                <a:cubicBezTo>
                  <a:pt x="72" y="685"/>
                  <a:pt x="72" y="685"/>
                  <a:pt x="72" y="685"/>
                </a:cubicBezTo>
                <a:cubicBezTo>
                  <a:pt x="67" y="682"/>
                  <a:pt x="67" y="682"/>
                  <a:pt x="67" y="682"/>
                </a:cubicBezTo>
                <a:cubicBezTo>
                  <a:pt x="54" y="675"/>
                  <a:pt x="44" y="669"/>
                  <a:pt x="38" y="662"/>
                </a:cubicBezTo>
                <a:close/>
                <a:moveTo>
                  <a:pt x="997" y="161"/>
                </a:moveTo>
                <a:cubicBezTo>
                  <a:pt x="1002" y="163"/>
                  <a:pt x="1002" y="163"/>
                  <a:pt x="1002" y="163"/>
                </a:cubicBezTo>
                <a:cubicBezTo>
                  <a:pt x="1014" y="141"/>
                  <a:pt x="1014" y="141"/>
                  <a:pt x="1014" y="141"/>
                </a:cubicBezTo>
                <a:cubicBezTo>
                  <a:pt x="1010" y="138"/>
                  <a:pt x="1010" y="138"/>
                  <a:pt x="1010" y="138"/>
                </a:cubicBezTo>
                <a:cubicBezTo>
                  <a:pt x="997" y="131"/>
                  <a:pt x="986" y="125"/>
                  <a:pt x="975" y="119"/>
                </a:cubicBezTo>
                <a:cubicBezTo>
                  <a:pt x="970" y="116"/>
                  <a:pt x="970" y="116"/>
                  <a:pt x="970" y="116"/>
                </a:cubicBezTo>
                <a:cubicBezTo>
                  <a:pt x="958" y="139"/>
                  <a:pt x="958" y="139"/>
                  <a:pt x="958" y="139"/>
                </a:cubicBezTo>
                <a:cubicBezTo>
                  <a:pt x="963" y="142"/>
                  <a:pt x="963" y="142"/>
                  <a:pt x="963" y="142"/>
                </a:cubicBezTo>
                <a:cubicBezTo>
                  <a:pt x="973" y="148"/>
                  <a:pt x="985" y="154"/>
                  <a:pt x="997" y="161"/>
                </a:cubicBezTo>
                <a:close/>
                <a:moveTo>
                  <a:pt x="888" y="102"/>
                </a:moveTo>
                <a:cubicBezTo>
                  <a:pt x="891" y="103"/>
                  <a:pt x="892" y="104"/>
                  <a:pt x="892" y="104"/>
                </a:cubicBezTo>
                <a:cubicBezTo>
                  <a:pt x="893" y="105"/>
                  <a:pt x="893" y="105"/>
                  <a:pt x="893" y="105"/>
                </a:cubicBezTo>
                <a:cubicBezTo>
                  <a:pt x="894" y="106"/>
                  <a:pt x="907" y="112"/>
                  <a:pt x="928" y="124"/>
                </a:cubicBezTo>
                <a:cubicBezTo>
                  <a:pt x="932" y="126"/>
                  <a:pt x="932" y="126"/>
                  <a:pt x="932" y="126"/>
                </a:cubicBezTo>
                <a:cubicBezTo>
                  <a:pt x="945" y="103"/>
                  <a:pt x="945" y="103"/>
                  <a:pt x="945" y="103"/>
                </a:cubicBezTo>
                <a:cubicBezTo>
                  <a:pt x="940" y="100"/>
                  <a:pt x="940" y="100"/>
                  <a:pt x="940" y="100"/>
                </a:cubicBezTo>
                <a:cubicBezTo>
                  <a:pt x="917" y="88"/>
                  <a:pt x="909" y="84"/>
                  <a:pt x="906" y="82"/>
                </a:cubicBezTo>
                <a:cubicBezTo>
                  <a:pt x="906" y="82"/>
                  <a:pt x="906" y="82"/>
                  <a:pt x="906" y="82"/>
                </a:cubicBezTo>
                <a:cubicBezTo>
                  <a:pt x="906" y="82"/>
                  <a:pt x="900" y="78"/>
                  <a:pt x="891" y="73"/>
                </a:cubicBezTo>
                <a:cubicBezTo>
                  <a:pt x="887" y="69"/>
                  <a:pt x="887" y="69"/>
                  <a:pt x="887" y="69"/>
                </a:cubicBezTo>
                <a:cubicBezTo>
                  <a:pt x="873" y="91"/>
                  <a:pt x="873" y="91"/>
                  <a:pt x="873" y="91"/>
                </a:cubicBezTo>
                <a:cubicBezTo>
                  <a:pt x="877" y="94"/>
                  <a:pt x="877" y="94"/>
                  <a:pt x="877" y="94"/>
                </a:cubicBezTo>
                <a:cubicBezTo>
                  <a:pt x="882" y="97"/>
                  <a:pt x="886" y="100"/>
                  <a:pt x="888" y="102"/>
                </a:cubicBezTo>
                <a:close/>
                <a:moveTo>
                  <a:pt x="304" y="266"/>
                </a:moveTo>
                <a:cubicBezTo>
                  <a:pt x="291" y="242"/>
                  <a:pt x="291" y="242"/>
                  <a:pt x="291" y="242"/>
                </a:cubicBezTo>
                <a:cubicBezTo>
                  <a:pt x="247" y="268"/>
                  <a:pt x="247" y="268"/>
                  <a:pt x="247" y="268"/>
                </a:cubicBezTo>
                <a:cubicBezTo>
                  <a:pt x="260" y="290"/>
                  <a:pt x="260" y="290"/>
                  <a:pt x="260" y="290"/>
                </a:cubicBezTo>
                <a:cubicBezTo>
                  <a:pt x="304" y="266"/>
                  <a:pt x="304" y="266"/>
                  <a:pt x="304" y="266"/>
                </a:cubicBezTo>
                <a:cubicBezTo>
                  <a:pt x="304" y="266"/>
                  <a:pt x="304" y="266"/>
                  <a:pt x="304" y="266"/>
                </a:cubicBezTo>
                <a:close/>
                <a:moveTo>
                  <a:pt x="1073" y="766"/>
                </a:moveTo>
                <a:cubicBezTo>
                  <a:pt x="1085" y="787"/>
                  <a:pt x="1085" y="787"/>
                  <a:pt x="1085" y="787"/>
                </a:cubicBezTo>
                <a:cubicBezTo>
                  <a:pt x="1129" y="762"/>
                  <a:pt x="1129" y="762"/>
                  <a:pt x="1129" y="762"/>
                </a:cubicBezTo>
                <a:cubicBezTo>
                  <a:pt x="1117" y="740"/>
                  <a:pt x="1117" y="740"/>
                  <a:pt x="1117" y="740"/>
                </a:cubicBezTo>
                <a:cubicBezTo>
                  <a:pt x="1073" y="766"/>
                  <a:pt x="1073" y="766"/>
                  <a:pt x="1073" y="766"/>
                </a:cubicBezTo>
                <a:cubicBezTo>
                  <a:pt x="1073" y="766"/>
                  <a:pt x="1073" y="766"/>
                  <a:pt x="1073" y="766"/>
                </a:cubicBezTo>
                <a:close/>
                <a:moveTo>
                  <a:pt x="974" y="824"/>
                </a:moveTo>
                <a:cubicBezTo>
                  <a:pt x="961" y="831"/>
                  <a:pt x="950" y="838"/>
                  <a:pt x="940" y="844"/>
                </a:cubicBezTo>
                <a:cubicBezTo>
                  <a:pt x="936" y="847"/>
                  <a:pt x="936" y="847"/>
                  <a:pt x="936" y="847"/>
                </a:cubicBezTo>
                <a:cubicBezTo>
                  <a:pt x="949" y="870"/>
                  <a:pt x="949" y="870"/>
                  <a:pt x="949" y="870"/>
                </a:cubicBezTo>
                <a:cubicBezTo>
                  <a:pt x="953" y="867"/>
                  <a:pt x="953" y="867"/>
                  <a:pt x="953" y="867"/>
                </a:cubicBezTo>
                <a:cubicBezTo>
                  <a:pt x="964" y="860"/>
                  <a:pt x="975" y="853"/>
                  <a:pt x="987" y="846"/>
                </a:cubicBezTo>
                <a:cubicBezTo>
                  <a:pt x="992" y="844"/>
                  <a:pt x="992" y="844"/>
                  <a:pt x="992" y="844"/>
                </a:cubicBezTo>
                <a:cubicBezTo>
                  <a:pt x="979" y="821"/>
                  <a:pt x="979" y="821"/>
                  <a:pt x="979" y="821"/>
                </a:cubicBezTo>
                <a:cubicBezTo>
                  <a:pt x="974" y="824"/>
                  <a:pt x="974" y="824"/>
                  <a:pt x="974" y="824"/>
                </a:cubicBezTo>
                <a:cubicBezTo>
                  <a:pt x="974" y="824"/>
                  <a:pt x="974" y="824"/>
                  <a:pt x="974" y="824"/>
                </a:cubicBezTo>
                <a:close/>
                <a:moveTo>
                  <a:pt x="1043" y="783"/>
                </a:moveTo>
                <a:cubicBezTo>
                  <a:pt x="1031" y="789"/>
                  <a:pt x="1019" y="796"/>
                  <a:pt x="1008" y="803"/>
                </a:cubicBezTo>
                <a:cubicBezTo>
                  <a:pt x="1003" y="806"/>
                  <a:pt x="1003" y="806"/>
                  <a:pt x="1003" y="806"/>
                </a:cubicBezTo>
                <a:cubicBezTo>
                  <a:pt x="1016" y="828"/>
                  <a:pt x="1016" y="828"/>
                  <a:pt x="1016" y="828"/>
                </a:cubicBezTo>
                <a:cubicBezTo>
                  <a:pt x="1021" y="825"/>
                  <a:pt x="1021" y="825"/>
                  <a:pt x="1021" y="825"/>
                </a:cubicBezTo>
                <a:cubicBezTo>
                  <a:pt x="1033" y="819"/>
                  <a:pt x="1045" y="813"/>
                  <a:pt x="1056" y="805"/>
                </a:cubicBezTo>
                <a:cubicBezTo>
                  <a:pt x="1062" y="803"/>
                  <a:pt x="1062" y="803"/>
                  <a:pt x="1062" y="803"/>
                </a:cubicBezTo>
                <a:cubicBezTo>
                  <a:pt x="1048" y="780"/>
                  <a:pt x="1048" y="780"/>
                  <a:pt x="1048" y="780"/>
                </a:cubicBezTo>
                <a:cubicBezTo>
                  <a:pt x="1043" y="783"/>
                  <a:pt x="1043" y="783"/>
                  <a:pt x="1043" y="783"/>
                </a:cubicBezTo>
                <a:cubicBezTo>
                  <a:pt x="1043" y="783"/>
                  <a:pt x="1043" y="783"/>
                  <a:pt x="1043" y="783"/>
                </a:cubicBezTo>
                <a:close/>
                <a:moveTo>
                  <a:pt x="838" y="909"/>
                </a:moveTo>
                <a:cubicBezTo>
                  <a:pt x="824" y="920"/>
                  <a:pt x="816" y="927"/>
                  <a:pt x="812" y="934"/>
                </a:cubicBezTo>
                <a:cubicBezTo>
                  <a:pt x="811" y="936"/>
                  <a:pt x="809" y="938"/>
                  <a:pt x="808" y="941"/>
                </a:cubicBezTo>
                <a:cubicBezTo>
                  <a:pt x="805" y="946"/>
                  <a:pt x="805" y="946"/>
                  <a:pt x="805" y="946"/>
                </a:cubicBezTo>
                <a:cubicBezTo>
                  <a:pt x="827" y="959"/>
                  <a:pt x="827" y="959"/>
                  <a:pt x="827" y="959"/>
                </a:cubicBezTo>
                <a:cubicBezTo>
                  <a:pt x="830" y="955"/>
                  <a:pt x="830" y="955"/>
                  <a:pt x="830" y="955"/>
                </a:cubicBezTo>
                <a:cubicBezTo>
                  <a:pt x="832" y="953"/>
                  <a:pt x="832" y="950"/>
                  <a:pt x="834" y="948"/>
                </a:cubicBezTo>
                <a:cubicBezTo>
                  <a:pt x="835" y="947"/>
                  <a:pt x="838" y="942"/>
                  <a:pt x="854" y="930"/>
                </a:cubicBezTo>
                <a:cubicBezTo>
                  <a:pt x="858" y="926"/>
                  <a:pt x="858" y="926"/>
                  <a:pt x="858" y="926"/>
                </a:cubicBezTo>
                <a:cubicBezTo>
                  <a:pt x="843" y="906"/>
                  <a:pt x="843" y="906"/>
                  <a:pt x="843" y="906"/>
                </a:cubicBezTo>
                <a:cubicBezTo>
                  <a:pt x="838" y="909"/>
                  <a:pt x="838" y="909"/>
                  <a:pt x="838" y="909"/>
                </a:cubicBezTo>
                <a:cubicBezTo>
                  <a:pt x="838" y="909"/>
                  <a:pt x="838" y="909"/>
                  <a:pt x="838" y="909"/>
                </a:cubicBezTo>
                <a:close/>
                <a:moveTo>
                  <a:pt x="905" y="864"/>
                </a:moveTo>
                <a:cubicBezTo>
                  <a:pt x="894" y="872"/>
                  <a:pt x="882" y="879"/>
                  <a:pt x="872" y="886"/>
                </a:cubicBezTo>
                <a:cubicBezTo>
                  <a:pt x="868" y="889"/>
                  <a:pt x="868" y="889"/>
                  <a:pt x="868" y="889"/>
                </a:cubicBezTo>
                <a:cubicBezTo>
                  <a:pt x="882" y="910"/>
                  <a:pt x="882" y="910"/>
                  <a:pt x="882" y="910"/>
                </a:cubicBezTo>
                <a:cubicBezTo>
                  <a:pt x="886" y="907"/>
                  <a:pt x="886" y="907"/>
                  <a:pt x="886" y="907"/>
                </a:cubicBezTo>
                <a:cubicBezTo>
                  <a:pt x="897" y="901"/>
                  <a:pt x="908" y="894"/>
                  <a:pt x="919" y="887"/>
                </a:cubicBezTo>
                <a:cubicBezTo>
                  <a:pt x="924" y="884"/>
                  <a:pt x="924" y="884"/>
                  <a:pt x="924" y="884"/>
                </a:cubicBezTo>
                <a:cubicBezTo>
                  <a:pt x="911" y="861"/>
                  <a:pt x="911" y="861"/>
                  <a:pt x="911" y="861"/>
                </a:cubicBezTo>
                <a:cubicBezTo>
                  <a:pt x="905" y="864"/>
                  <a:pt x="905" y="864"/>
                  <a:pt x="905" y="864"/>
                </a:cubicBezTo>
                <a:cubicBezTo>
                  <a:pt x="905" y="864"/>
                  <a:pt x="905" y="864"/>
                  <a:pt x="905" y="864"/>
                </a:cubicBezTo>
                <a:close/>
                <a:moveTo>
                  <a:pt x="1140" y="726"/>
                </a:moveTo>
                <a:cubicBezTo>
                  <a:pt x="1155" y="748"/>
                  <a:pt x="1155" y="748"/>
                  <a:pt x="1155" y="748"/>
                </a:cubicBezTo>
                <a:cubicBezTo>
                  <a:pt x="1199" y="723"/>
                  <a:pt x="1199" y="723"/>
                  <a:pt x="1199" y="723"/>
                </a:cubicBezTo>
                <a:cubicBezTo>
                  <a:pt x="1184" y="701"/>
                  <a:pt x="1184" y="701"/>
                  <a:pt x="1184" y="701"/>
                </a:cubicBezTo>
                <a:cubicBezTo>
                  <a:pt x="1140" y="726"/>
                  <a:pt x="1140" y="726"/>
                  <a:pt x="1140" y="726"/>
                </a:cubicBezTo>
                <a:cubicBezTo>
                  <a:pt x="1140" y="726"/>
                  <a:pt x="1140" y="726"/>
                  <a:pt x="1140" y="726"/>
                </a:cubicBezTo>
                <a:close/>
                <a:moveTo>
                  <a:pt x="48" y="303"/>
                </a:moveTo>
                <a:cubicBezTo>
                  <a:pt x="43" y="306"/>
                  <a:pt x="37" y="310"/>
                  <a:pt x="32" y="317"/>
                </a:cubicBezTo>
                <a:cubicBezTo>
                  <a:pt x="28" y="322"/>
                  <a:pt x="28" y="322"/>
                  <a:pt x="28" y="322"/>
                </a:cubicBezTo>
                <a:cubicBezTo>
                  <a:pt x="48" y="339"/>
                  <a:pt x="48" y="339"/>
                  <a:pt x="48" y="339"/>
                </a:cubicBezTo>
                <a:cubicBezTo>
                  <a:pt x="51" y="334"/>
                  <a:pt x="51" y="334"/>
                  <a:pt x="51" y="334"/>
                </a:cubicBezTo>
                <a:cubicBezTo>
                  <a:pt x="54" y="330"/>
                  <a:pt x="58" y="328"/>
                  <a:pt x="61" y="327"/>
                </a:cubicBezTo>
                <a:cubicBezTo>
                  <a:pt x="61" y="327"/>
                  <a:pt x="63" y="325"/>
                  <a:pt x="74" y="328"/>
                </a:cubicBezTo>
                <a:cubicBezTo>
                  <a:pt x="80" y="330"/>
                  <a:pt x="80" y="330"/>
                  <a:pt x="80" y="330"/>
                </a:cubicBezTo>
                <a:cubicBezTo>
                  <a:pt x="86" y="305"/>
                  <a:pt x="86" y="305"/>
                  <a:pt x="86" y="305"/>
                </a:cubicBezTo>
                <a:cubicBezTo>
                  <a:pt x="81" y="304"/>
                  <a:pt x="81" y="304"/>
                  <a:pt x="81" y="304"/>
                </a:cubicBezTo>
                <a:cubicBezTo>
                  <a:pt x="67" y="299"/>
                  <a:pt x="57" y="299"/>
                  <a:pt x="48" y="303"/>
                </a:cubicBezTo>
                <a:close/>
                <a:moveTo>
                  <a:pt x="1338" y="556"/>
                </a:moveTo>
                <a:cubicBezTo>
                  <a:pt x="1336" y="570"/>
                  <a:pt x="1333" y="583"/>
                  <a:pt x="1330" y="593"/>
                </a:cubicBezTo>
                <a:cubicBezTo>
                  <a:pt x="1328" y="598"/>
                  <a:pt x="1328" y="598"/>
                  <a:pt x="1328" y="598"/>
                </a:cubicBezTo>
                <a:cubicBezTo>
                  <a:pt x="1353" y="606"/>
                  <a:pt x="1353" y="606"/>
                  <a:pt x="1353" y="606"/>
                </a:cubicBezTo>
                <a:cubicBezTo>
                  <a:pt x="1355" y="601"/>
                  <a:pt x="1355" y="601"/>
                  <a:pt x="1355" y="601"/>
                </a:cubicBezTo>
                <a:cubicBezTo>
                  <a:pt x="1358" y="590"/>
                  <a:pt x="1361" y="576"/>
                  <a:pt x="1363" y="561"/>
                </a:cubicBezTo>
                <a:cubicBezTo>
                  <a:pt x="1364" y="555"/>
                  <a:pt x="1364" y="555"/>
                  <a:pt x="1364" y="555"/>
                </a:cubicBezTo>
                <a:cubicBezTo>
                  <a:pt x="1339" y="551"/>
                  <a:pt x="1339" y="551"/>
                  <a:pt x="1339" y="551"/>
                </a:cubicBezTo>
                <a:cubicBezTo>
                  <a:pt x="1338" y="556"/>
                  <a:pt x="1338" y="556"/>
                  <a:pt x="1338" y="556"/>
                </a:cubicBezTo>
                <a:cubicBezTo>
                  <a:pt x="1338" y="556"/>
                  <a:pt x="1338" y="556"/>
                  <a:pt x="1338" y="556"/>
                </a:cubicBezTo>
                <a:close/>
                <a:moveTo>
                  <a:pt x="1344" y="474"/>
                </a:moveTo>
                <a:cubicBezTo>
                  <a:pt x="1344" y="480"/>
                  <a:pt x="1344" y="480"/>
                  <a:pt x="1344" y="480"/>
                </a:cubicBezTo>
                <a:cubicBezTo>
                  <a:pt x="1344" y="493"/>
                  <a:pt x="1344" y="506"/>
                  <a:pt x="1342" y="518"/>
                </a:cubicBezTo>
                <a:cubicBezTo>
                  <a:pt x="1342" y="524"/>
                  <a:pt x="1342" y="524"/>
                  <a:pt x="1342" y="524"/>
                </a:cubicBezTo>
                <a:cubicBezTo>
                  <a:pt x="1367" y="526"/>
                  <a:pt x="1367" y="526"/>
                  <a:pt x="1367" y="526"/>
                </a:cubicBezTo>
                <a:cubicBezTo>
                  <a:pt x="1367" y="520"/>
                  <a:pt x="1367" y="520"/>
                  <a:pt x="1367" y="520"/>
                </a:cubicBezTo>
                <a:cubicBezTo>
                  <a:pt x="1368" y="507"/>
                  <a:pt x="1369" y="493"/>
                  <a:pt x="1369" y="480"/>
                </a:cubicBezTo>
                <a:cubicBezTo>
                  <a:pt x="1369" y="474"/>
                  <a:pt x="1369" y="474"/>
                  <a:pt x="1369" y="474"/>
                </a:cubicBezTo>
                <a:cubicBezTo>
                  <a:pt x="1344" y="474"/>
                  <a:pt x="1344" y="474"/>
                  <a:pt x="1344" y="474"/>
                </a:cubicBezTo>
                <a:cubicBezTo>
                  <a:pt x="1344" y="474"/>
                  <a:pt x="1344" y="474"/>
                  <a:pt x="1344" y="474"/>
                </a:cubicBezTo>
                <a:close/>
                <a:moveTo>
                  <a:pt x="791" y="972"/>
                </a:moveTo>
                <a:cubicBezTo>
                  <a:pt x="789" y="977"/>
                  <a:pt x="789" y="977"/>
                  <a:pt x="789" y="977"/>
                </a:cubicBezTo>
                <a:cubicBezTo>
                  <a:pt x="782" y="989"/>
                  <a:pt x="777" y="1000"/>
                  <a:pt x="771" y="1009"/>
                </a:cubicBezTo>
                <a:cubicBezTo>
                  <a:pt x="767" y="1014"/>
                  <a:pt x="767" y="1014"/>
                  <a:pt x="767" y="1014"/>
                </a:cubicBezTo>
                <a:cubicBezTo>
                  <a:pt x="789" y="1028"/>
                  <a:pt x="789" y="1028"/>
                  <a:pt x="789" y="1028"/>
                </a:cubicBezTo>
                <a:cubicBezTo>
                  <a:pt x="792" y="1024"/>
                  <a:pt x="792" y="1024"/>
                  <a:pt x="792" y="1024"/>
                </a:cubicBezTo>
                <a:cubicBezTo>
                  <a:pt x="799" y="1014"/>
                  <a:pt x="805" y="1002"/>
                  <a:pt x="812" y="988"/>
                </a:cubicBezTo>
                <a:cubicBezTo>
                  <a:pt x="814" y="984"/>
                  <a:pt x="814" y="984"/>
                  <a:pt x="814" y="984"/>
                </a:cubicBezTo>
                <a:cubicBezTo>
                  <a:pt x="804" y="977"/>
                  <a:pt x="804" y="977"/>
                  <a:pt x="804" y="977"/>
                </a:cubicBezTo>
                <a:cubicBezTo>
                  <a:pt x="791" y="972"/>
                  <a:pt x="791" y="972"/>
                  <a:pt x="791" y="972"/>
                </a:cubicBezTo>
                <a:cubicBezTo>
                  <a:pt x="791" y="972"/>
                  <a:pt x="791" y="972"/>
                  <a:pt x="791" y="972"/>
                </a:cubicBezTo>
                <a:close/>
                <a:moveTo>
                  <a:pt x="1249" y="662"/>
                </a:moveTo>
                <a:cubicBezTo>
                  <a:pt x="1238" y="669"/>
                  <a:pt x="1226" y="676"/>
                  <a:pt x="1214" y="683"/>
                </a:cubicBezTo>
                <a:cubicBezTo>
                  <a:pt x="1210" y="686"/>
                  <a:pt x="1210" y="686"/>
                  <a:pt x="1210" y="686"/>
                </a:cubicBezTo>
                <a:cubicBezTo>
                  <a:pt x="1222" y="709"/>
                  <a:pt x="1222" y="709"/>
                  <a:pt x="1222" y="709"/>
                </a:cubicBezTo>
                <a:cubicBezTo>
                  <a:pt x="1228" y="706"/>
                  <a:pt x="1228" y="706"/>
                  <a:pt x="1228" y="706"/>
                </a:cubicBezTo>
                <a:cubicBezTo>
                  <a:pt x="1240" y="698"/>
                  <a:pt x="1252" y="691"/>
                  <a:pt x="1262" y="685"/>
                </a:cubicBezTo>
                <a:cubicBezTo>
                  <a:pt x="1267" y="682"/>
                  <a:pt x="1267" y="682"/>
                  <a:pt x="1267" y="682"/>
                </a:cubicBezTo>
                <a:cubicBezTo>
                  <a:pt x="1253" y="660"/>
                  <a:pt x="1253" y="660"/>
                  <a:pt x="1253" y="660"/>
                </a:cubicBezTo>
                <a:cubicBezTo>
                  <a:pt x="1249" y="662"/>
                  <a:pt x="1249" y="662"/>
                  <a:pt x="1249" y="662"/>
                </a:cubicBezTo>
                <a:cubicBezTo>
                  <a:pt x="1249" y="662"/>
                  <a:pt x="1249" y="662"/>
                  <a:pt x="1249" y="662"/>
                </a:cubicBezTo>
                <a:close/>
                <a:moveTo>
                  <a:pt x="1314" y="619"/>
                </a:moveTo>
                <a:cubicBezTo>
                  <a:pt x="1307" y="625"/>
                  <a:pt x="1297" y="632"/>
                  <a:pt x="1283" y="641"/>
                </a:cubicBezTo>
                <a:cubicBezTo>
                  <a:pt x="1278" y="645"/>
                  <a:pt x="1278" y="645"/>
                  <a:pt x="1278" y="645"/>
                </a:cubicBezTo>
                <a:cubicBezTo>
                  <a:pt x="1292" y="666"/>
                  <a:pt x="1292" y="666"/>
                  <a:pt x="1292" y="666"/>
                </a:cubicBezTo>
                <a:cubicBezTo>
                  <a:pt x="1297" y="663"/>
                  <a:pt x="1297" y="663"/>
                  <a:pt x="1297" y="663"/>
                </a:cubicBezTo>
                <a:cubicBezTo>
                  <a:pt x="1312" y="653"/>
                  <a:pt x="1323" y="646"/>
                  <a:pt x="1330" y="640"/>
                </a:cubicBezTo>
                <a:cubicBezTo>
                  <a:pt x="1334" y="636"/>
                  <a:pt x="1334" y="636"/>
                  <a:pt x="1334" y="636"/>
                </a:cubicBezTo>
                <a:cubicBezTo>
                  <a:pt x="1318" y="616"/>
                  <a:pt x="1318" y="616"/>
                  <a:pt x="1318" y="616"/>
                </a:cubicBezTo>
                <a:cubicBezTo>
                  <a:pt x="1314" y="619"/>
                  <a:pt x="1314" y="619"/>
                  <a:pt x="1314" y="619"/>
                </a:cubicBezTo>
                <a:cubicBezTo>
                  <a:pt x="1314" y="619"/>
                  <a:pt x="1314" y="619"/>
                  <a:pt x="1314" y="619"/>
                </a:cubicBezTo>
                <a:close/>
                <a:moveTo>
                  <a:pt x="318" y="798"/>
                </a:moveTo>
                <a:cubicBezTo>
                  <a:pt x="314" y="795"/>
                  <a:pt x="314" y="795"/>
                  <a:pt x="314" y="795"/>
                </a:cubicBezTo>
                <a:cubicBezTo>
                  <a:pt x="300" y="818"/>
                  <a:pt x="300" y="818"/>
                  <a:pt x="300" y="818"/>
                </a:cubicBezTo>
                <a:cubicBezTo>
                  <a:pt x="306" y="821"/>
                  <a:pt x="306" y="821"/>
                  <a:pt x="306" y="821"/>
                </a:cubicBezTo>
                <a:cubicBezTo>
                  <a:pt x="317" y="828"/>
                  <a:pt x="328" y="834"/>
                  <a:pt x="339" y="841"/>
                </a:cubicBezTo>
                <a:cubicBezTo>
                  <a:pt x="344" y="844"/>
                  <a:pt x="344" y="844"/>
                  <a:pt x="344" y="844"/>
                </a:cubicBezTo>
                <a:cubicBezTo>
                  <a:pt x="357" y="821"/>
                  <a:pt x="357" y="821"/>
                  <a:pt x="357" y="821"/>
                </a:cubicBezTo>
                <a:cubicBezTo>
                  <a:pt x="353" y="818"/>
                  <a:pt x="353" y="818"/>
                  <a:pt x="353" y="818"/>
                </a:cubicBezTo>
                <a:cubicBezTo>
                  <a:pt x="341" y="812"/>
                  <a:pt x="330" y="805"/>
                  <a:pt x="318" y="798"/>
                </a:cubicBezTo>
                <a:close/>
                <a:moveTo>
                  <a:pt x="368" y="858"/>
                </a:moveTo>
                <a:cubicBezTo>
                  <a:pt x="413" y="883"/>
                  <a:pt x="413" y="883"/>
                  <a:pt x="413" y="883"/>
                </a:cubicBezTo>
                <a:cubicBezTo>
                  <a:pt x="425" y="861"/>
                  <a:pt x="425" y="861"/>
                  <a:pt x="425" y="861"/>
                </a:cubicBezTo>
                <a:cubicBezTo>
                  <a:pt x="381" y="834"/>
                  <a:pt x="381" y="834"/>
                  <a:pt x="381" y="834"/>
                </a:cubicBezTo>
                <a:cubicBezTo>
                  <a:pt x="368" y="858"/>
                  <a:pt x="368" y="858"/>
                  <a:pt x="368" y="858"/>
                </a:cubicBezTo>
                <a:cubicBezTo>
                  <a:pt x="368" y="858"/>
                  <a:pt x="368" y="858"/>
                  <a:pt x="368" y="858"/>
                </a:cubicBezTo>
                <a:close/>
                <a:moveTo>
                  <a:pt x="249" y="759"/>
                </a:moveTo>
                <a:cubicBezTo>
                  <a:pt x="244" y="756"/>
                  <a:pt x="244" y="756"/>
                  <a:pt x="244" y="756"/>
                </a:cubicBezTo>
                <a:cubicBezTo>
                  <a:pt x="231" y="779"/>
                  <a:pt x="231" y="779"/>
                  <a:pt x="231" y="779"/>
                </a:cubicBezTo>
                <a:cubicBezTo>
                  <a:pt x="236" y="781"/>
                  <a:pt x="236" y="781"/>
                  <a:pt x="236" y="781"/>
                </a:cubicBezTo>
                <a:cubicBezTo>
                  <a:pt x="247" y="787"/>
                  <a:pt x="259" y="794"/>
                  <a:pt x="271" y="801"/>
                </a:cubicBezTo>
                <a:cubicBezTo>
                  <a:pt x="276" y="803"/>
                  <a:pt x="276" y="803"/>
                  <a:pt x="276" y="803"/>
                </a:cubicBezTo>
                <a:cubicBezTo>
                  <a:pt x="289" y="781"/>
                  <a:pt x="289" y="781"/>
                  <a:pt x="289" y="781"/>
                </a:cubicBezTo>
                <a:cubicBezTo>
                  <a:pt x="284" y="778"/>
                  <a:pt x="284" y="778"/>
                  <a:pt x="284" y="778"/>
                </a:cubicBezTo>
                <a:cubicBezTo>
                  <a:pt x="271" y="771"/>
                  <a:pt x="260" y="765"/>
                  <a:pt x="249" y="759"/>
                </a:cubicBezTo>
                <a:close/>
                <a:moveTo>
                  <a:pt x="179" y="721"/>
                </a:moveTo>
                <a:cubicBezTo>
                  <a:pt x="174" y="718"/>
                  <a:pt x="174" y="718"/>
                  <a:pt x="174" y="718"/>
                </a:cubicBezTo>
                <a:cubicBezTo>
                  <a:pt x="162" y="741"/>
                  <a:pt x="162" y="741"/>
                  <a:pt x="162" y="741"/>
                </a:cubicBezTo>
                <a:cubicBezTo>
                  <a:pt x="167" y="744"/>
                  <a:pt x="167" y="744"/>
                  <a:pt x="167" y="744"/>
                </a:cubicBezTo>
                <a:cubicBezTo>
                  <a:pt x="177" y="749"/>
                  <a:pt x="188" y="756"/>
                  <a:pt x="202" y="762"/>
                </a:cubicBezTo>
                <a:cubicBezTo>
                  <a:pt x="206" y="765"/>
                  <a:pt x="206" y="765"/>
                  <a:pt x="206" y="765"/>
                </a:cubicBezTo>
                <a:cubicBezTo>
                  <a:pt x="219" y="742"/>
                  <a:pt x="219" y="742"/>
                  <a:pt x="219" y="742"/>
                </a:cubicBezTo>
                <a:cubicBezTo>
                  <a:pt x="214" y="740"/>
                  <a:pt x="214" y="740"/>
                  <a:pt x="214" y="740"/>
                </a:cubicBezTo>
                <a:cubicBezTo>
                  <a:pt x="200" y="732"/>
                  <a:pt x="188" y="726"/>
                  <a:pt x="179" y="721"/>
                </a:cubicBezTo>
                <a:close/>
                <a:moveTo>
                  <a:pt x="133" y="704"/>
                </a:moveTo>
                <a:cubicBezTo>
                  <a:pt x="131" y="704"/>
                  <a:pt x="131" y="704"/>
                  <a:pt x="131" y="704"/>
                </a:cubicBezTo>
                <a:cubicBezTo>
                  <a:pt x="124" y="704"/>
                  <a:pt x="114" y="702"/>
                  <a:pt x="101" y="698"/>
                </a:cubicBezTo>
                <a:cubicBezTo>
                  <a:pt x="96" y="696"/>
                  <a:pt x="96" y="696"/>
                  <a:pt x="96" y="696"/>
                </a:cubicBezTo>
                <a:cubicBezTo>
                  <a:pt x="88" y="721"/>
                  <a:pt x="88" y="721"/>
                  <a:pt x="88" y="721"/>
                </a:cubicBezTo>
                <a:cubicBezTo>
                  <a:pt x="93" y="722"/>
                  <a:pt x="93" y="722"/>
                  <a:pt x="93" y="722"/>
                </a:cubicBezTo>
                <a:cubicBezTo>
                  <a:pt x="103" y="726"/>
                  <a:pt x="117" y="729"/>
                  <a:pt x="129" y="729"/>
                </a:cubicBezTo>
                <a:cubicBezTo>
                  <a:pt x="130" y="729"/>
                  <a:pt x="132" y="729"/>
                  <a:pt x="133" y="729"/>
                </a:cubicBezTo>
                <a:cubicBezTo>
                  <a:pt x="133" y="729"/>
                  <a:pt x="133" y="729"/>
                  <a:pt x="133" y="729"/>
                </a:cubicBezTo>
                <a:cubicBezTo>
                  <a:pt x="139" y="731"/>
                  <a:pt x="139" y="731"/>
                  <a:pt x="139" y="731"/>
                </a:cubicBezTo>
                <a:cubicBezTo>
                  <a:pt x="144" y="706"/>
                  <a:pt x="144" y="706"/>
                  <a:pt x="144" y="706"/>
                </a:cubicBezTo>
                <a:cubicBezTo>
                  <a:pt x="139" y="704"/>
                  <a:pt x="139" y="704"/>
                  <a:pt x="139" y="704"/>
                </a:cubicBezTo>
                <a:cubicBezTo>
                  <a:pt x="137" y="704"/>
                  <a:pt x="135" y="704"/>
                  <a:pt x="133" y="704"/>
                </a:cubicBezTo>
                <a:close/>
                <a:moveTo>
                  <a:pt x="748" y="1029"/>
                </a:moveTo>
                <a:cubicBezTo>
                  <a:pt x="747" y="1029"/>
                  <a:pt x="747" y="1029"/>
                  <a:pt x="745" y="1030"/>
                </a:cubicBezTo>
                <a:cubicBezTo>
                  <a:pt x="738" y="1031"/>
                  <a:pt x="726" y="1031"/>
                  <a:pt x="714" y="1030"/>
                </a:cubicBezTo>
                <a:cubicBezTo>
                  <a:pt x="708" y="1029"/>
                  <a:pt x="708" y="1029"/>
                  <a:pt x="708" y="1029"/>
                </a:cubicBezTo>
                <a:cubicBezTo>
                  <a:pt x="706" y="1055"/>
                  <a:pt x="706" y="1055"/>
                  <a:pt x="706" y="1055"/>
                </a:cubicBezTo>
                <a:cubicBezTo>
                  <a:pt x="711" y="1056"/>
                  <a:pt x="711" y="1056"/>
                  <a:pt x="711" y="1056"/>
                </a:cubicBezTo>
                <a:cubicBezTo>
                  <a:pt x="718" y="1057"/>
                  <a:pt x="724" y="1057"/>
                  <a:pt x="729" y="1057"/>
                </a:cubicBezTo>
                <a:cubicBezTo>
                  <a:pt x="738" y="1057"/>
                  <a:pt x="744" y="1057"/>
                  <a:pt x="750" y="1055"/>
                </a:cubicBezTo>
                <a:cubicBezTo>
                  <a:pt x="752" y="1055"/>
                  <a:pt x="754" y="1055"/>
                  <a:pt x="756" y="1054"/>
                </a:cubicBezTo>
                <a:cubicBezTo>
                  <a:pt x="761" y="1052"/>
                  <a:pt x="761" y="1052"/>
                  <a:pt x="761" y="1052"/>
                </a:cubicBezTo>
                <a:cubicBezTo>
                  <a:pt x="753" y="1027"/>
                  <a:pt x="753" y="1027"/>
                  <a:pt x="753" y="1027"/>
                </a:cubicBezTo>
                <a:cubicBezTo>
                  <a:pt x="748" y="1029"/>
                  <a:pt x="748" y="1029"/>
                  <a:pt x="748" y="1029"/>
                </a:cubicBezTo>
                <a:cubicBezTo>
                  <a:pt x="748" y="1029"/>
                  <a:pt x="748" y="1029"/>
                  <a:pt x="748" y="1029"/>
                </a:cubicBezTo>
                <a:close/>
                <a:moveTo>
                  <a:pt x="606" y="985"/>
                </a:moveTo>
                <a:cubicBezTo>
                  <a:pt x="606" y="984"/>
                  <a:pt x="606" y="984"/>
                  <a:pt x="606" y="984"/>
                </a:cubicBezTo>
                <a:cubicBezTo>
                  <a:pt x="602" y="978"/>
                  <a:pt x="598" y="970"/>
                  <a:pt x="594" y="964"/>
                </a:cubicBezTo>
                <a:cubicBezTo>
                  <a:pt x="591" y="959"/>
                  <a:pt x="591" y="959"/>
                  <a:pt x="591" y="959"/>
                </a:cubicBezTo>
                <a:cubicBezTo>
                  <a:pt x="568" y="973"/>
                  <a:pt x="568" y="973"/>
                  <a:pt x="568" y="973"/>
                </a:cubicBezTo>
                <a:cubicBezTo>
                  <a:pt x="571" y="979"/>
                  <a:pt x="571" y="979"/>
                  <a:pt x="571" y="979"/>
                </a:cubicBezTo>
                <a:cubicBezTo>
                  <a:pt x="575" y="985"/>
                  <a:pt x="579" y="991"/>
                  <a:pt x="582" y="997"/>
                </a:cubicBezTo>
                <a:cubicBezTo>
                  <a:pt x="585" y="1002"/>
                  <a:pt x="589" y="1008"/>
                  <a:pt x="592" y="1013"/>
                </a:cubicBezTo>
                <a:cubicBezTo>
                  <a:pt x="595" y="1017"/>
                  <a:pt x="595" y="1017"/>
                  <a:pt x="595" y="1017"/>
                </a:cubicBezTo>
                <a:cubicBezTo>
                  <a:pt x="617" y="1003"/>
                  <a:pt x="617" y="1003"/>
                  <a:pt x="617" y="1003"/>
                </a:cubicBezTo>
                <a:cubicBezTo>
                  <a:pt x="614" y="998"/>
                  <a:pt x="614" y="998"/>
                  <a:pt x="614" y="998"/>
                </a:cubicBezTo>
                <a:cubicBezTo>
                  <a:pt x="612" y="994"/>
                  <a:pt x="609" y="990"/>
                  <a:pt x="606" y="985"/>
                </a:cubicBezTo>
                <a:close/>
                <a:moveTo>
                  <a:pt x="524" y="917"/>
                </a:moveTo>
                <a:cubicBezTo>
                  <a:pt x="519" y="914"/>
                  <a:pt x="519" y="914"/>
                  <a:pt x="519" y="914"/>
                </a:cubicBezTo>
                <a:cubicBezTo>
                  <a:pt x="507" y="937"/>
                  <a:pt x="507" y="937"/>
                  <a:pt x="507" y="937"/>
                </a:cubicBezTo>
                <a:cubicBezTo>
                  <a:pt x="511" y="940"/>
                  <a:pt x="511" y="940"/>
                  <a:pt x="511" y="940"/>
                </a:cubicBezTo>
                <a:cubicBezTo>
                  <a:pt x="538" y="955"/>
                  <a:pt x="545" y="958"/>
                  <a:pt x="549" y="958"/>
                </a:cubicBezTo>
                <a:cubicBezTo>
                  <a:pt x="555" y="961"/>
                  <a:pt x="555" y="961"/>
                  <a:pt x="555" y="961"/>
                </a:cubicBezTo>
                <a:cubicBezTo>
                  <a:pt x="562" y="935"/>
                  <a:pt x="562" y="935"/>
                  <a:pt x="562" y="935"/>
                </a:cubicBezTo>
                <a:cubicBezTo>
                  <a:pt x="555" y="933"/>
                  <a:pt x="555" y="933"/>
                  <a:pt x="555" y="933"/>
                </a:cubicBezTo>
                <a:cubicBezTo>
                  <a:pt x="555" y="933"/>
                  <a:pt x="550" y="931"/>
                  <a:pt x="524" y="917"/>
                </a:cubicBezTo>
                <a:close/>
                <a:moveTo>
                  <a:pt x="639" y="1015"/>
                </a:moveTo>
                <a:cubicBezTo>
                  <a:pt x="634" y="1013"/>
                  <a:pt x="634" y="1013"/>
                  <a:pt x="634" y="1013"/>
                </a:cubicBezTo>
                <a:cubicBezTo>
                  <a:pt x="625" y="1037"/>
                  <a:pt x="625" y="1037"/>
                  <a:pt x="625" y="1037"/>
                </a:cubicBezTo>
                <a:cubicBezTo>
                  <a:pt x="630" y="1039"/>
                  <a:pt x="630" y="1039"/>
                  <a:pt x="630" y="1039"/>
                </a:cubicBezTo>
                <a:cubicBezTo>
                  <a:pt x="642" y="1042"/>
                  <a:pt x="656" y="1046"/>
                  <a:pt x="671" y="1050"/>
                </a:cubicBezTo>
                <a:cubicBezTo>
                  <a:pt x="676" y="1050"/>
                  <a:pt x="676" y="1050"/>
                  <a:pt x="676" y="1050"/>
                </a:cubicBezTo>
                <a:cubicBezTo>
                  <a:pt x="682" y="1026"/>
                  <a:pt x="682" y="1026"/>
                  <a:pt x="682" y="1026"/>
                </a:cubicBezTo>
                <a:cubicBezTo>
                  <a:pt x="676" y="1024"/>
                  <a:pt x="676" y="1024"/>
                  <a:pt x="676" y="1024"/>
                </a:cubicBezTo>
                <a:cubicBezTo>
                  <a:pt x="663" y="1021"/>
                  <a:pt x="650" y="1018"/>
                  <a:pt x="639" y="1015"/>
                </a:cubicBezTo>
                <a:close/>
                <a:moveTo>
                  <a:pt x="455" y="878"/>
                </a:moveTo>
                <a:cubicBezTo>
                  <a:pt x="450" y="876"/>
                  <a:pt x="450" y="876"/>
                  <a:pt x="450" y="876"/>
                </a:cubicBezTo>
                <a:cubicBezTo>
                  <a:pt x="438" y="898"/>
                  <a:pt x="438" y="898"/>
                  <a:pt x="438" y="898"/>
                </a:cubicBezTo>
                <a:cubicBezTo>
                  <a:pt x="442" y="901"/>
                  <a:pt x="442" y="901"/>
                  <a:pt x="442" y="901"/>
                </a:cubicBezTo>
                <a:cubicBezTo>
                  <a:pt x="455" y="907"/>
                  <a:pt x="466" y="914"/>
                  <a:pt x="477" y="921"/>
                </a:cubicBezTo>
                <a:cubicBezTo>
                  <a:pt x="481" y="923"/>
                  <a:pt x="481" y="923"/>
                  <a:pt x="481" y="923"/>
                </a:cubicBezTo>
                <a:cubicBezTo>
                  <a:pt x="494" y="901"/>
                  <a:pt x="494" y="901"/>
                  <a:pt x="494" y="901"/>
                </a:cubicBezTo>
                <a:cubicBezTo>
                  <a:pt x="489" y="898"/>
                  <a:pt x="489" y="898"/>
                  <a:pt x="489" y="898"/>
                </a:cubicBezTo>
                <a:cubicBezTo>
                  <a:pt x="479" y="892"/>
                  <a:pt x="468" y="885"/>
                  <a:pt x="455" y="878"/>
                </a:cubicBezTo>
                <a:close/>
                <a:moveTo>
                  <a:pt x="737" y="694"/>
                </a:moveTo>
                <a:cubicBezTo>
                  <a:pt x="737" y="694"/>
                  <a:pt x="737" y="694"/>
                  <a:pt x="737" y="694"/>
                </a:cubicBezTo>
                <a:cubicBezTo>
                  <a:pt x="194" y="387"/>
                  <a:pt x="194" y="387"/>
                  <a:pt x="194" y="387"/>
                </a:cubicBezTo>
                <a:cubicBezTo>
                  <a:pt x="194" y="387"/>
                  <a:pt x="194" y="387"/>
                  <a:pt x="722" y="78"/>
                </a:cubicBezTo>
                <a:cubicBezTo>
                  <a:pt x="727" y="75"/>
                  <a:pt x="734" y="74"/>
                  <a:pt x="741" y="74"/>
                </a:cubicBezTo>
                <a:cubicBezTo>
                  <a:pt x="748" y="74"/>
                  <a:pt x="754" y="75"/>
                  <a:pt x="759" y="78"/>
                </a:cubicBezTo>
                <a:cubicBezTo>
                  <a:pt x="759" y="78"/>
                  <a:pt x="759" y="78"/>
                  <a:pt x="1268" y="374"/>
                </a:cubicBezTo>
                <a:cubicBezTo>
                  <a:pt x="1271" y="376"/>
                  <a:pt x="1272" y="376"/>
                  <a:pt x="1274" y="378"/>
                </a:cubicBezTo>
                <a:cubicBezTo>
                  <a:pt x="1274" y="378"/>
                  <a:pt x="1274" y="378"/>
                  <a:pt x="737" y="694"/>
                </a:cubicBezTo>
                <a:close/>
                <a:moveTo>
                  <a:pt x="246" y="640"/>
                </a:moveTo>
                <a:cubicBezTo>
                  <a:pt x="244" y="644"/>
                  <a:pt x="240" y="647"/>
                  <a:pt x="237" y="648"/>
                </a:cubicBezTo>
                <a:cubicBezTo>
                  <a:pt x="237" y="648"/>
                  <a:pt x="237" y="648"/>
                  <a:pt x="207" y="666"/>
                </a:cubicBezTo>
                <a:cubicBezTo>
                  <a:pt x="207" y="666"/>
                  <a:pt x="207" y="666"/>
                  <a:pt x="540" y="855"/>
                </a:cubicBezTo>
                <a:cubicBezTo>
                  <a:pt x="540" y="855"/>
                  <a:pt x="540" y="855"/>
                  <a:pt x="540" y="808"/>
                </a:cubicBezTo>
                <a:cubicBezTo>
                  <a:pt x="540" y="808"/>
                  <a:pt x="540" y="808"/>
                  <a:pt x="246" y="640"/>
                </a:cubicBezTo>
                <a:close/>
                <a:moveTo>
                  <a:pt x="756" y="741"/>
                </a:moveTo>
                <a:cubicBezTo>
                  <a:pt x="756" y="737"/>
                  <a:pt x="752" y="730"/>
                  <a:pt x="749" y="729"/>
                </a:cubicBezTo>
                <a:cubicBezTo>
                  <a:pt x="749" y="729"/>
                  <a:pt x="749" y="729"/>
                  <a:pt x="170" y="402"/>
                </a:cubicBezTo>
                <a:cubicBezTo>
                  <a:pt x="170" y="402"/>
                  <a:pt x="170" y="402"/>
                  <a:pt x="169" y="402"/>
                </a:cubicBezTo>
                <a:cubicBezTo>
                  <a:pt x="169" y="402"/>
                  <a:pt x="169" y="402"/>
                  <a:pt x="137" y="384"/>
                </a:cubicBezTo>
                <a:cubicBezTo>
                  <a:pt x="128" y="379"/>
                  <a:pt x="118" y="379"/>
                  <a:pt x="110" y="383"/>
                </a:cubicBezTo>
                <a:cubicBezTo>
                  <a:pt x="102" y="388"/>
                  <a:pt x="97" y="396"/>
                  <a:pt x="97" y="407"/>
                </a:cubicBezTo>
                <a:cubicBezTo>
                  <a:pt x="97" y="407"/>
                  <a:pt x="97" y="407"/>
                  <a:pt x="97" y="588"/>
                </a:cubicBezTo>
                <a:cubicBezTo>
                  <a:pt x="97" y="588"/>
                  <a:pt x="97" y="588"/>
                  <a:pt x="100" y="602"/>
                </a:cubicBezTo>
                <a:cubicBezTo>
                  <a:pt x="100" y="602"/>
                  <a:pt x="100" y="602"/>
                  <a:pt x="118" y="615"/>
                </a:cubicBezTo>
                <a:cubicBezTo>
                  <a:pt x="118" y="615"/>
                  <a:pt x="118" y="615"/>
                  <a:pt x="146" y="631"/>
                </a:cubicBezTo>
                <a:cubicBezTo>
                  <a:pt x="146" y="631"/>
                  <a:pt x="146" y="631"/>
                  <a:pt x="146" y="585"/>
                </a:cubicBezTo>
                <a:cubicBezTo>
                  <a:pt x="146" y="585"/>
                  <a:pt x="146" y="585"/>
                  <a:pt x="140" y="580"/>
                </a:cubicBezTo>
                <a:cubicBezTo>
                  <a:pt x="140" y="580"/>
                  <a:pt x="140" y="580"/>
                  <a:pt x="139" y="579"/>
                </a:cubicBezTo>
                <a:cubicBezTo>
                  <a:pt x="139" y="579"/>
                  <a:pt x="139" y="579"/>
                  <a:pt x="139" y="433"/>
                </a:cubicBezTo>
                <a:cubicBezTo>
                  <a:pt x="139" y="433"/>
                  <a:pt x="139" y="433"/>
                  <a:pt x="715" y="762"/>
                </a:cubicBezTo>
                <a:cubicBezTo>
                  <a:pt x="715" y="762"/>
                  <a:pt x="715" y="762"/>
                  <a:pt x="715" y="907"/>
                </a:cubicBezTo>
                <a:cubicBezTo>
                  <a:pt x="715" y="907"/>
                  <a:pt x="715" y="907"/>
                  <a:pt x="640" y="863"/>
                </a:cubicBezTo>
                <a:cubicBezTo>
                  <a:pt x="638" y="867"/>
                  <a:pt x="635" y="870"/>
                  <a:pt x="631" y="872"/>
                </a:cubicBezTo>
                <a:cubicBezTo>
                  <a:pt x="631" y="872"/>
                  <a:pt x="631" y="872"/>
                  <a:pt x="600" y="889"/>
                </a:cubicBezTo>
                <a:cubicBezTo>
                  <a:pt x="600" y="889"/>
                  <a:pt x="600" y="889"/>
                  <a:pt x="717" y="956"/>
                </a:cubicBezTo>
                <a:cubicBezTo>
                  <a:pt x="722" y="959"/>
                  <a:pt x="727" y="959"/>
                  <a:pt x="731" y="959"/>
                </a:cubicBezTo>
                <a:cubicBezTo>
                  <a:pt x="736" y="959"/>
                  <a:pt x="740" y="959"/>
                  <a:pt x="744" y="956"/>
                </a:cubicBezTo>
                <a:cubicBezTo>
                  <a:pt x="750" y="953"/>
                  <a:pt x="754" y="946"/>
                  <a:pt x="756" y="938"/>
                </a:cubicBezTo>
                <a:cubicBezTo>
                  <a:pt x="756" y="938"/>
                  <a:pt x="756" y="938"/>
                  <a:pt x="756" y="741"/>
                </a:cubicBezTo>
                <a:close/>
                <a:moveTo>
                  <a:pt x="1286" y="399"/>
                </a:moveTo>
                <a:cubicBezTo>
                  <a:pt x="1286" y="399"/>
                  <a:pt x="1286" y="399"/>
                  <a:pt x="1286" y="399"/>
                </a:cubicBezTo>
                <a:cubicBezTo>
                  <a:pt x="762" y="708"/>
                  <a:pt x="762" y="708"/>
                  <a:pt x="762" y="708"/>
                </a:cubicBezTo>
                <a:cubicBezTo>
                  <a:pt x="773" y="715"/>
                  <a:pt x="780" y="728"/>
                  <a:pt x="780" y="741"/>
                </a:cubicBezTo>
                <a:cubicBezTo>
                  <a:pt x="780" y="741"/>
                  <a:pt x="780" y="741"/>
                  <a:pt x="780" y="882"/>
                </a:cubicBezTo>
                <a:cubicBezTo>
                  <a:pt x="780" y="882"/>
                  <a:pt x="780" y="882"/>
                  <a:pt x="1268" y="603"/>
                </a:cubicBezTo>
                <a:cubicBezTo>
                  <a:pt x="1279" y="597"/>
                  <a:pt x="1287" y="584"/>
                  <a:pt x="1287" y="571"/>
                </a:cubicBezTo>
                <a:cubicBezTo>
                  <a:pt x="1287" y="571"/>
                  <a:pt x="1287" y="571"/>
                  <a:pt x="1287" y="407"/>
                </a:cubicBezTo>
                <a:cubicBezTo>
                  <a:pt x="1287" y="404"/>
                  <a:pt x="1287" y="402"/>
                  <a:pt x="1286" y="399"/>
                </a:cubicBezTo>
                <a:close/>
                <a:moveTo>
                  <a:pt x="487" y="733"/>
                </a:moveTo>
                <a:cubicBezTo>
                  <a:pt x="493" y="733"/>
                  <a:pt x="498" y="728"/>
                  <a:pt x="498" y="721"/>
                </a:cubicBezTo>
                <a:cubicBezTo>
                  <a:pt x="498" y="721"/>
                  <a:pt x="498" y="721"/>
                  <a:pt x="498" y="705"/>
                </a:cubicBezTo>
                <a:cubicBezTo>
                  <a:pt x="498" y="698"/>
                  <a:pt x="493" y="689"/>
                  <a:pt x="486" y="685"/>
                </a:cubicBezTo>
                <a:cubicBezTo>
                  <a:pt x="486" y="685"/>
                  <a:pt x="486" y="685"/>
                  <a:pt x="337" y="600"/>
                </a:cubicBezTo>
                <a:cubicBezTo>
                  <a:pt x="328" y="595"/>
                  <a:pt x="320" y="600"/>
                  <a:pt x="320" y="610"/>
                </a:cubicBezTo>
                <a:cubicBezTo>
                  <a:pt x="320" y="610"/>
                  <a:pt x="320" y="610"/>
                  <a:pt x="320" y="625"/>
                </a:cubicBezTo>
                <a:cubicBezTo>
                  <a:pt x="320" y="634"/>
                  <a:pt x="326" y="643"/>
                  <a:pt x="332" y="646"/>
                </a:cubicBezTo>
                <a:cubicBezTo>
                  <a:pt x="332" y="646"/>
                  <a:pt x="332" y="646"/>
                  <a:pt x="481" y="731"/>
                </a:cubicBezTo>
                <a:cubicBezTo>
                  <a:pt x="483" y="732"/>
                  <a:pt x="485" y="733"/>
                  <a:pt x="487" y="733"/>
                </a:cubicBezTo>
                <a:close/>
                <a:moveTo>
                  <a:pt x="626" y="842"/>
                </a:moveTo>
                <a:cubicBezTo>
                  <a:pt x="622" y="836"/>
                  <a:pt x="612" y="835"/>
                  <a:pt x="606" y="839"/>
                </a:cubicBezTo>
                <a:cubicBezTo>
                  <a:pt x="606" y="839"/>
                  <a:pt x="606" y="839"/>
                  <a:pt x="587" y="850"/>
                </a:cubicBezTo>
                <a:cubicBezTo>
                  <a:pt x="587" y="850"/>
                  <a:pt x="587" y="850"/>
                  <a:pt x="587" y="770"/>
                </a:cubicBezTo>
                <a:cubicBezTo>
                  <a:pt x="587" y="770"/>
                  <a:pt x="587" y="770"/>
                  <a:pt x="623" y="750"/>
                </a:cubicBezTo>
                <a:cubicBezTo>
                  <a:pt x="629" y="746"/>
                  <a:pt x="630" y="738"/>
                  <a:pt x="626" y="732"/>
                </a:cubicBezTo>
                <a:cubicBezTo>
                  <a:pt x="626" y="732"/>
                  <a:pt x="626" y="732"/>
                  <a:pt x="626" y="732"/>
                </a:cubicBezTo>
                <a:cubicBezTo>
                  <a:pt x="622" y="727"/>
                  <a:pt x="612" y="724"/>
                  <a:pt x="606" y="728"/>
                </a:cubicBezTo>
                <a:cubicBezTo>
                  <a:pt x="606" y="728"/>
                  <a:pt x="606" y="728"/>
                  <a:pt x="562" y="753"/>
                </a:cubicBezTo>
                <a:cubicBezTo>
                  <a:pt x="557" y="756"/>
                  <a:pt x="556" y="767"/>
                  <a:pt x="556" y="767"/>
                </a:cubicBezTo>
                <a:cubicBezTo>
                  <a:pt x="556" y="767"/>
                  <a:pt x="556" y="767"/>
                  <a:pt x="556" y="869"/>
                </a:cubicBezTo>
                <a:cubicBezTo>
                  <a:pt x="556" y="869"/>
                  <a:pt x="557" y="878"/>
                  <a:pt x="560" y="881"/>
                </a:cubicBezTo>
                <a:cubicBezTo>
                  <a:pt x="563" y="884"/>
                  <a:pt x="573" y="889"/>
                  <a:pt x="579" y="885"/>
                </a:cubicBezTo>
                <a:cubicBezTo>
                  <a:pt x="579" y="885"/>
                  <a:pt x="579" y="885"/>
                  <a:pt x="623" y="859"/>
                </a:cubicBezTo>
                <a:cubicBezTo>
                  <a:pt x="629" y="855"/>
                  <a:pt x="631" y="847"/>
                  <a:pt x="626" y="842"/>
                </a:cubicBezTo>
                <a:close/>
                <a:moveTo>
                  <a:pt x="233" y="619"/>
                </a:moveTo>
                <a:cubicBezTo>
                  <a:pt x="228" y="613"/>
                  <a:pt x="219" y="612"/>
                  <a:pt x="212" y="616"/>
                </a:cubicBezTo>
                <a:cubicBezTo>
                  <a:pt x="212" y="616"/>
                  <a:pt x="212" y="616"/>
                  <a:pt x="193" y="627"/>
                </a:cubicBezTo>
                <a:cubicBezTo>
                  <a:pt x="193" y="627"/>
                  <a:pt x="193" y="627"/>
                  <a:pt x="193" y="547"/>
                </a:cubicBezTo>
                <a:cubicBezTo>
                  <a:pt x="193" y="547"/>
                  <a:pt x="193" y="547"/>
                  <a:pt x="229" y="527"/>
                </a:cubicBezTo>
                <a:cubicBezTo>
                  <a:pt x="236" y="523"/>
                  <a:pt x="236" y="515"/>
                  <a:pt x="232" y="509"/>
                </a:cubicBezTo>
                <a:cubicBezTo>
                  <a:pt x="232" y="509"/>
                  <a:pt x="232" y="509"/>
                  <a:pt x="232" y="509"/>
                </a:cubicBezTo>
                <a:cubicBezTo>
                  <a:pt x="228" y="503"/>
                  <a:pt x="219" y="501"/>
                  <a:pt x="212" y="505"/>
                </a:cubicBezTo>
                <a:cubicBezTo>
                  <a:pt x="212" y="505"/>
                  <a:pt x="212" y="505"/>
                  <a:pt x="168" y="530"/>
                </a:cubicBezTo>
                <a:cubicBezTo>
                  <a:pt x="163" y="533"/>
                  <a:pt x="161" y="544"/>
                  <a:pt x="161" y="544"/>
                </a:cubicBezTo>
                <a:cubicBezTo>
                  <a:pt x="161" y="544"/>
                  <a:pt x="161" y="544"/>
                  <a:pt x="161" y="646"/>
                </a:cubicBezTo>
                <a:cubicBezTo>
                  <a:pt x="161" y="646"/>
                  <a:pt x="163" y="655"/>
                  <a:pt x="166" y="658"/>
                </a:cubicBezTo>
                <a:cubicBezTo>
                  <a:pt x="169" y="661"/>
                  <a:pt x="178" y="666"/>
                  <a:pt x="185" y="662"/>
                </a:cubicBezTo>
                <a:cubicBezTo>
                  <a:pt x="185" y="662"/>
                  <a:pt x="185" y="662"/>
                  <a:pt x="229" y="636"/>
                </a:cubicBezTo>
                <a:cubicBezTo>
                  <a:pt x="236" y="632"/>
                  <a:pt x="237" y="624"/>
                  <a:pt x="233" y="619"/>
                </a:cubicBezTo>
                <a:close/>
              </a:path>
            </a:pathLst>
          </a:custGeom>
          <a:solidFill>
            <a:schemeClr val="tx2"/>
          </a:solidFill>
          <a:ln>
            <a:noFill/>
          </a:ln>
        </p:spPr>
        <p:txBody>
          <a:bodyPr vert="horz" wrap="square" lIns="89635" tIns="44817" rIns="89635" bIns="44817" numCol="1" anchor="t" anchorCtr="0" compatLnSpc="1">
            <a:prstTxWarp prst="textNoShape">
              <a:avLst/>
            </a:prstTxWarp>
          </a:bodyPr>
          <a:lstStyle/>
          <a:p>
            <a:pPr marL="0" marR="0" lvl="0" indent="0" algn="l" defTabSz="91343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pic>
        <p:nvPicPr>
          <p:cNvPr id="7" name="Picture 4" descr="C:\Users\roslyn.ADI\Desktop\DVD_ART36\Artwork_Imagery\Icons - Illustrations\_ WINDOWS SERVER ICONS\Hardware\Virtual Servers 2.png">
            <a:extLst>
              <a:ext uri="{FF2B5EF4-FFF2-40B4-BE49-F238E27FC236}">
                <a16:creationId xmlns:a16="http://schemas.microsoft.com/office/drawing/2014/main" id="{4C8F06CC-294C-EA5C-1B09-6B58BC353289}"/>
              </a:ext>
            </a:extLst>
          </p:cNvPr>
          <p:cNvPicPr>
            <a:picLocks noChangeAspect="1" noChangeArrowheads="1"/>
          </p:cNvPicPr>
          <p:nvPr/>
        </p:nvPicPr>
        <p:blipFill>
          <a:blip r:embed="rId3" cstate="print"/>
          <a:srcRect/>
          <a:stretch>
            <a:fillRect/>
          </a:stretch>
        </p:blipFill>
        <p:spPr bwMode="auto">
          <a:xfrm>
            <a:off x="2338460" y="3991530"/>
            <a:ext cx="492017" cy="613536"/>
          </a:xfrm>
          <a:prstGeom prst="rect">
            <a:avLst/>
          </a:prstGeom>
          <a:noFill/>
        </p:spPr>
      </p:pic>
      <p:sp>
        <p:nvSpPr>
          <p:cNvPr id="8" name="テキスト ボックス 7">
            <a:extLst>
              <a:ext uri="{FF2B5EF4-FFF2-40B4-BE49-F238E27FC236}">
                <a16:creationId xmlns:a16="http://schemas.microsoft.com/office/drawing/2014/main" id="{65E6BE22-F0A9-E251-729D-F460F40A6B10}"/>
              </a:ext>
            </a:extLst>
          </p:cNvPr>
          <p:cNvSpPr txBox="1"/>
          <p:nvPr/>
        </p:nvSpPr>
        <p:spPr>
          <a:xfrm>
            <a:off x="2142200" y="3684331"/>
            <a:ext cx="884537" cy="215444"/>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仮想マシン </a:t>
            </a:r>
            <a:r>
              <a:rPr kumimoji="1" lang="en-US" altLang="ja-JP" sz="1400" b="0"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1</a:t>
            </a:r>
            <a:endParaRPr kumimoji="1" lang="ja-JP" altLang="en-US" sz="1400" b="0"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
        <p:nvSpPr>
          <p:cNvPr id="10" name="テキスト ボックス 9">
            <a:extLst>
              <a:ext uri="{FF2B5EF4-FFF2-40B4-BE49-F238E27FC236}">
                <a16:creationId xmlns:a16="http://schemas.microsoft.com/office/drawing/2014/main" id="{AD7B488B-7806-8FB1-08F6-6C5CC7A52E98}"/>
              </a:ext>
            </a:extLst>
          </p:cNvPr>
          <p:cNvSpPr txBox="1"/>
          <p:nvPr/>
        </p:nvSpPr>
        <p:spPr>
          <a:xfrm>
            <a:off x="2214655" y="4095019"/>
            <a:ext cx="648254" cy="492443"/>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1"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内部 </a:t>
            </a:r>
            <a:r>
              <a:rPr kumimoji="1" lang="en-US" altLang="ja-JP" sz="1600" b="1"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IP</a:t>
            </a:r>
            <a:r>
              <a:rPr kumimoji="1" lang="ja-JP" altLang="en-US" sz="1600" b="1"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 </a:t>
            </a:r>
            <a:endParaRPr kumimoji="1" lang="en-US" altLang="ja-JP" sz="1600" b="1"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1"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アドレス</a:t>
            </a:r>
            <a:endParaRPr kumimoji="1" lang="en-US" altLang="ja-JP" sz="1600" b="1"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cxnSp>
        <p:nvCxnSpPr>
          <p:cNvPr id="11" name="直線コネクタ 10">
            <a:extLst>
              <a:ext uri="{FF2B5EF4-FFF2-40B4-BE49-F238E27FC236}">
                <a16:creationId xmlns:a16="http://schemas.microsoft.com/office/drawing/2014/main" id="{121F5516-9D50-0265-4C6B-45FE3E137E72}"/>
              </a:ext>
            </a:extLst>
          </p:cNvPr>
          <p:cNvCxnSpPr>
            <a:cxnSpLocks/>
          </p:cNvCxnSpPr>
          <p:nvPr/>
        </p:nvCxnSpPr>
        <p:spPr>
          <a:xfrm flipV="1">
            <a:off x="1466740" y="5369281"/>
            <a:ext cx="3384001" cy="3273"/>
          </a:xfrm>
          <a:prstGeom prst="line">
            <a:avLst/>
          </a:prstGeom>
          <a:ln w="38100">
            <a:solidFill>
              <a:schemeClr val="accent1">
                <a:lumMod val="60000"/>
                <a:lumOff val="40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51D3271F-4742-3D1C-A921-92E3CA1FEF73}"/>
              </a:ext>
            </a:extLst>
          </p:cNvPr>
          <p:cNvCxnSpPr/>
          <p:nvPr/>
        </p:nvCxnSpPr>
        <p:spPr>
          <a:xfrm flipV="1">
            <a:off x="2584468" y="4867701"/>
            <a:ext cx="0" cy="501580"/>
          </a:xfrm>
          <a:prstGeom prst="straightConnector1">
            <a:avLst/>
          </a:prstGeom>
          <a:ln w="38100">
            <a:solidFill>
              <a:schemeClr val="accent1">
                <a:lumMod val="60000"/>
                <a:lumOff val="40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84FB3B95-BE5E-A5B9-71B0-8273390BBEB4}"/>
              </a:ext>
            </a:extLst>
          </p:cNvPr>
          <p:cNvSpPr txBox="1"/>
          <p:nvPr/>
        </p:nvSpPr>
        <p:spPr>
          <a:xfrm>
            <a:off x="3506170" y="3684331"/>
            <a:ext cx="884537" cy="215444"/>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仮想マシン </a:t>
            </a:r>
            <a:r>
              <a:rPr kumimoji="1" lang="en-US" altLang="ja-JP" sz="1400" b="0"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2</a:t>
            </a:r>
            <a:endParaRPr kumimoji="1" lang="ja-JP" altLang="en-US" sz="1400" b="0"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
        <p:nvSpPr>
          <p:cNvPr id="14" name="Freeform 24">
            <a:extLst>
              <a:ext uri="{FF2B5EF4-FFF2-40B4-BE49-F238E27FC236}">
                <a16:creationId xmlns:a16="http://schemas.microsoft.com/office/drawing/2014/main" id="{9B038558-0675-44C5-A227-F5FF6C59C58F}"/>
              </a:ext>
            </a:extLst>
          </p:cNvPr>
          <p:cNvSpPr>
            <a:spLocks noEditPoints="1"/>
          </p:cNvSpPr>
          <p:nvPr/>
        </p:nvSpPr>
        <p:spPr bwMode="black">
          <a:xfrm>
            <a:off x="3559854" y="4409401"/>
            <a:ext cx="777169" cy="386005"/>
          </a:xfrm>
          <a:custGeom>
            <a:avLst/>
            <a:gdLst>
              <a:gd name="T0" fmla="*/ 524 w 1369"/>
              <a:gd name="T1" fmla="*/ 115 h 1057"/>
              <a:gd name="T2" fmla="*/ 373 w 1369"/>
              <a:gd name="T3" fmla="*/ 228 h 1057"/>
              <a:gd name="T4" fmla="*/ 455 w 1369"/>
              <a:gd name="T5" fmla="*/ 153 h 1057"/>
              <a:gd name="T6" fmla="*/ 5 w 1369"/>
              <a:gd name="T7" fmla="*/ 634 h 1057"/>
              <a:gd name="T8" fmla="*/ 149 w 1369"/>
              <a:gd name="T9" fmla="*/ 320 h 1057"/>
              <a:gd name="T10" fmla="*/ 26 w 1369"/>
              <a:gd name="T11" fmla="*/ 509 h 1057"/>
              <a:gd name="T12" fmla="*/ 652 w 1369"/>
              <a:gd name="T13" fmla="*/ 75 h 1057"/>
              <a:gd name="T14" fmla="*/ 36 w 1369"/>
              <a:gd name="T15" fmla="*/ 435 h 1057"/>
              <a:gd name="T16" fmla="*/ 28 w 1369"/>
              <a:gd name="T17" fmla="*/ 478 h 1057"/>
              <a:gd name="T18" fmla="*/ 9 w 1369"/>
              <a:gd name="T19" fmla="*/ 353 h 1057"/>
              <a:gd name="T20" fmla="*/ 1045 w 1369"/>
              <a:gd name="T21" fmla="*/ 157 h 1057"/>
              <a:gd name="T22" fmla="*/ 1251 w 1369"/>
              <a:gd name="T23" fmla="*/ 278 h 1057"/>
              <a:gd name="T24" fmla="*/ 1184 w 1369"/>
              <a:gd name="T25" fmla="*/ 236 h 1057"/>
              <a:gd name="T26" fmla="*/ 1369 w 1369"/>
              <a:gd name="T27" fmla="*/ 439 h 1057"/>
              <a:gd name="T28" fmla="*/ 1349 w 1369"/>
              <a:gd name="T29" fmla="*/ 356 h 1057"/>
              <a:gd name="T30" fmla="*/ 1150 w 1369"/>
              <a:gd name="T31" fmla="*/ 216 h 1057"/>
              <a:gd name="T32" fmla="*/ 859 w 1369"/>
              <a:gd name="T33" fmla="*/ 52 h 1057"/>
              <a:gd name="T34" fmla="*/ 781 w 1369"/>
              <a:gd name="T35" fmla="*/ 39 h 1057"/>
              <a:gd name="T36" fmla="*/ 746 w 1369"/>
              <a:gd name="T37" fmla="*/ 26 h 1057"/>
              <a:gd name="T38" fmla="*/ 682 w 1369"/>
              <a:gd name="T39" fmla="*/ 56 h 1057"/>
              <a:gd name="T40" fmla="*/ 67 w 1369"/>
              <a:gd name="T41" fmla="*/ 682 h 1057"/>
              <a:gd name="T42" fmla="*/ 963 w 1369"/>
              <a:gd name="T43" fmla="*/ 142 h 1057"/>
              <a:gd name="T44" fmla="*/ 906 w 1369"/>
              <a:gd name="T45" fmla="*/ 82 h 1057"/>
              <a:gd name="T46" fmla="*/ 247 w 1369"/>
              <a:gd name="T47" fmla="*/ 268 h 1057"/>
              <a:gd name="T48" fmla="*/ 1073 w 1369"/>
              <a:gd name="T49" fmla="*/ 766 h 1057"/>
              <a:gd name="T50" fmla="*/ 974 w 1369"/>
              <a:gd name="T51" fmla="*/ 824 h 1057"/>
              <a:gd name="T52" fmla="*/ 1048 w 1369"/>
              <a:gd name="T53" fmla="*/ 780 h 1057"/>
              <a:gd name="T54" fmla="*/ 834 w 1369"/>
              <a:gd name="T55" fmla="*/ 948 h 1057"/>
              <a:gd name="T56" fmla="*/ 882 w 1369"/>
              <a:gd name="T57" fmla="*/ 910 h 1057"/>
              <a:gd name="T58" fmla="*/ 1199 w 1369"/>
              <a:gd name="T59" fmla="*/ 723 h 1057"/>
              <a:gd name="T60" fmla="*/ 61 w 1369"/>
              <a:gd name="T61" fmla="*/ 327 h 1057"/>
              <a:gd name="T62" fmla="*/ 1353 w 1369"/>
              <a:gd name="T63" fmla="*/ 606 h 1057"/>
              <a:gd name="T64" fmla="*/ 1342 w 1369"/>
              <a:gd name="T65" fmla="*/ 518 h 1057"/>
              <a:gd name="T66" fmla="*/ 789 w 1369"/>
              <a:gd name="T67" fmla="*/ 977 h 1057"/>
              <a:gd name="T68" fmla="*/ 791 w 1369"/>
              <a:gd name="T69" fmla="*/ 972 h 1057"/>
              <a:gd name="T70" fmla="*/ 1249 w 1369"/>
              <a:gd name="T71" fmla="*/ 662 h 1057"/>
              <a:gd name="T72" fmla="*/ 1318 w 1369"/>
              <a:gd name="T73" fmla="*/ 616 h 1057"/>
              <a:gd name="T74" fmla="*/ 357 w 1369"/>
              <a:gd name="T75" fmla="*/ 821 h 1057"/>
              <a:gd name="T76" fmla="*/ 249 w 1369"/>
              <a:gd name="T77" fmla="*/ 759 h 1057"/>
              <a:gd name="T78" fmla="*/ 179 w 1369"/>
              <a:gd name="T79" fmla="*/ 721 h 1057"/>
              <a:gd name="T80" fmla="*/ 133 w 1369"/>
              <a:gd name="T81" fmla="*/ 704 h 1057"/>
              <a:gd name="T82" fmla="*/ 139 w 1369"/>
              <a:gd name="T83" fmla="*/ 731 h 1057"/>
              <a:gd name="T84" fmla="*/ 711 w 1369"/>
              <a:gd name="T85" fmla="*/ 1056 h 1057"/>
              <a:gd name="T86" fmla="*/ 606 w 1369"/>
              <a:gd name="T87" fmla="*/ 984 h 1057"/>
              <a:gd name="T88" fmla="*/ 614 w 1369"/>
              <a:gd name="T89" fmla="*/ 998 h 1057"/>
              <a:gd name="T90" fmla="*/ 555 w 1369"/>
              <a:gd name="T91" fmla="*/ 933 h 1057"/>
              <a:gd name="T92" fmla="*/ 676 w 1369"/>
              <a:gd name="T93" fmla="*/ 1024 h 1057"/>
              <a:gd name="T94" fmla="*/ 489 w 1369"/>
              <a:gd name="T95" fmla="*/ 898 h 1057"/>
              <a:gd name="T96" fmla="*/ 1274 w 1369"/>
              <a:gd name="T97" fmla="*/ 378 h 1057"/>
              <a:gd name="T98" fmla="*/ 749 w 1369"/>
              <a:gd name="T99" fmla="*/ 729 h 1057"/>
              <a:gd name="T100" fmla="*/ 146 w 1369"/>
              <a:gd name="T101" fmla="*/ 631 h 1057"/>
              <a:gd name="T102" fmla="*/ 600 w 1369"/>
              <a:gd name="T103" fmla="*/ 889 h 1057"/>
              <a:gd name="T104" fmla="*/ 780 w 1369"/>
              <a:gd name="T105" fmla="*/ 741 h 1057"/>
              <a:gd name="T106" fmla="*/ 486 w 1369"/>
              <a:gd name="T107" fmla="*/ 685 h 1057"/>
              <a:gd name="T108" fmla="*/ 587 w 1369"/>
              <a:gd name="T109" fmla="*/ 850 h 1057"/>
              <a:gd name="T110" fmla="*/ 560 w 1369"/>
              <a:gd name="T111" fmla="*/ 881 h 1057"/>
              <a:gd name="T112" fmla="*/ 232 w 1369"/>
              <a:gd name="T113" fmla="*/ 509 h 1057"/>
              <a:gd name="T114" fmla="*/ 233 w 1369"/>
              <a:gd name="T115" fmla="*/ 619 h 10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69" h="1057">
                <a:moveTo>
                  <a:pt x="234" y="304"/>
                </a:moveTo>
                <a:cubicBezTo>
                  <a:pt x="234" y="304"/>
                  <a:pt x="234" y="304"/>
                  <a:pt x="234" y="304"/>
                </a:cubicBezTo>
                <a:cubicBezTo>
                  <a:pt x="190" y="329"/>
                  <a:pt x="190" y="329"/>
                  <a:pt x="190" y="329"/>
                </a:cubicBezTo>
                <a:cubicBezTo>
                  <a:pt x="178" y="305"/>
                  <a:pt x="178" y="305"/>
                  <a:pt x="178" y="305"/>
                </a:cubicBezTo>
                <a:cubicBezTo>
                  <a:pt x="222" y="280"/>
                  <a:pt x="222" y="280"/>
                  <a:pt x="222" y="280"/>
                </a:cubicBezTo>
                <a:cubicBezTo>
                  <a:pt x="234" y="304"/>
                  <a:pt x="234" y="304"/>
                  <a:pt x="234" y="304"/>
                </a:cubicBezTo>
                <a:close/>
                <a:moveTo>
                  <a:pt x="581" y="113"/>
                </a:moveTo>
                <a:cubicBezTo>
                  <a:pt x="569" y="91"/>
                  <a:pt x="569" y="91"/>
                  <a:pt x="569" y="91"/>
                </a:cubicBezTo>
                <a:cubicBezTo>
                  <a:pt x="524" y="115"/>
                  <a:pt x="524" y="115"/>
                  <a:pt x="524" y="115"/>
                </a:cubicBezTo>
                <a:cubicBezTo>
                  <a:pt x="537" y="138"/>
                  <a:pt x="537" y="138"/>
                  <a:pt x="537" y="138"/>
                </a:cubicBezTo>
                <a:cubicBezTo>
                  <a:pt x="581" y="113"/>
                  <a:pt x="581" y="113"/>
                  <a:pt x="581" y="113"/>
                </a:cubicBezTo>
                <a:cubicBezTo>
                  <a:pt x="581" y="113"/>
                  <a:pt x="581" y="113"/>
                  <a:pt x="581" y="113"/>
                </a:cubicBezTo>
                <a:close/>
                <a:moveTo>
                  <a:pt x="373" y="228"/>
                </a:moveTo>
                <a:cubicBezTo>
                  <a:pt x="360" y="205"/>
                  <a:pt x="360" y="205"/>
                  <a:pt x="360" y="205"/>
                </a:cubicBezTo>
                <a:cubicBezTo>
                  <a:pt x="316" y="230"/>
                  <a:pt x="316" y="230"/>
                  <a:pt x="316" y="230"/>
                </a:cubicBezTo>
                <a:cubicBezTo>
                  <a:pt x="329" y="252"/>
                  <a:pt x="329" y="252"/>
                  <a:pt x="329" y="252"/>
                </a:cubicBezTo>
                <a:cubicBezTo>
                  <a:pt x="373" y="228"/>
                  <a:pt x="373" y="228"/>
                  <a:pt x="373" y="228"/>
                </a:cubicBezTo>
                <a:cubicBezTo>
                  <a:pt x="373" y="228"/>
                  <a:pt x="373" y="228"/>
                  <a:pt x="373" y="228"/>
                </a:cubicBezTo>
                <a:close/>
                <a:moveTo>
                  <a:pt x="443" y="190"/>
                </a:moveTo>
                <a:cubicBezTo>
                  <a:pt x="430" y="167"/>
                  <a:pt x="430" y="167"/>
                  <a:pt x="430" y="167"/>
                </a:cubicBezTo>
                <a:cubicBezTo>
                  <a:pt x="385" y="190"/>
                  <a:pt x="385" y="190"/>
                  <a:pt x="385" y="190"/>
                </a:cubicBezTo>
                <a:cubicBezTo>
                  <a:pt x="398" y="214"/>
                  <a:pt x="398" y="214"/>
                  <a:pt x="398" y="214"/>
                </a:cubicBezTo>
                <a:cubicBezTo>
                  <a:pt x="443" y="190"/>
                  <a:pt x="443" y="190"/>
                  <a:pt x="443" y="190"/>
                </a:cubicBezTo>
                <a:cubicBezTo>
                  <a:pt x="443" y="190"/>
                  <a:pt x="443" y="190"/>
                  <a:pt x="443" y="190"/>
                </a:cubicBezTo>
                <a:close/>
                <a:moveTo>
                  <a:pt x="513" y="151"/>
                </a:moveTo>
                <a:cubicBezTo>
                  <a:pt x="501" y="129"/>
                  <a:pt x="501" y="129"/>
                  <a:pt x="501" y="129"/>
                </a:cubicBezTo>
                <a:cubicBezTo>
                  <a:pt x="455" y="153"/>
                  <a:pt x="455" y="153"/>
                  <a:pt x="455" y="153"/>
                </a:cubicBezTo>
                <a:cubicBezTo>
                  <a:pt x="468" y="176"/>
                  <a:pt x="468" y="176"/>
                  <a:pt x="468" y="176"/>
                </a:cubicBezTo>
                <a:cubicBezTo>
                  <a:pt x="513" y="151"/>
                  <a:pt x="513" y="151"/>
                  <a:pt x="513" y="151"/>
                </a:cubicBezTo>
                <a:cubicBezTo>
                  <a:pt x="513" y="151"/>
                  <a:pt x="513" y="151"/>
                  <a:pt x="513" y="151"/>
                </a:cubicBezTo>
                <a:close/>
                <a:moveTo>
                  <a:pt x="32" y="631"/>
                </a:moveTo>
                <a:cubicBezTo>
                  <a:pt x="30" y="620"/>
                  <a:pt x="30" y="607"/>
                  <a:pt x="29" y="592"/>
                </a:cubicBezTo>
                <a:cubicBezTo>
                  <a:pt x="28" y="587"/>
                  <a:pt x="28" y="587"/>
                  <a:pt x="28" y="587"/>
                </a:cubicBezTo>
                <a:cubicBezTo>
                  <a:pt x="1" y="589"/>
                  <a:pt x="1" y="589"/>
                  <a:pt x="1" y="589"/>
                </a:cubicBezTo>
                <a:cubicBezTo>
                  <a:pt x="1" y="595"/>
                  <a:pt x="1" y="595"/>
                  <a:pt x="1" y="595"/>
                </a:cubicBezTo>
                <a:cubicBezTo>
                  <a:pt x="3" y="608"/>
                  <a:pt x="3" y="622"/>
                  <a:pt x="5" y="634"/>
                </a:cubicBezTo>
                <a:cubicBezTo>
                  <a:pt x="6" y="639"/>
                  <a:pt x="6" y="639"/>
                  <a:pt x="6" y="639"/>
                </a:cubicBezTo>
                <a:cubicBezTo>
                  <a:pt x="33" y="636"/>
                  <a:pt x="33" y="636"/>
                  <a:pt x="33" y="636"/>
                </a:cubicBezTo>
                <a:cubicBezTo>
                  <a:pt x="32" y="631"/>
                  <a:pt x="32" y="631"/>
                  <a:pt x="32" y="631"/>
                </a:cubicBezTo>
                <a:cubicBezTo>
                  <a:pt x="32" y="631"/>
                  <a:pt x="32" y="631"/>
                  <a:pt x="32" y="631"/>
                </a:cubicBezTo>
                <a:close/>
                <a:moveTo>
                  <a:pt x="143" y="346"/>
                </a:moveTo>
                <a:cubicBezTo>
                  <a:pt x="148" y="346"/>
                  <a:pt x="152" y="346"/>
                  <a:pt x="157" y="344"/>
                </a:cubicBezTo>
                <a:cubicBezTo>
                  <a:pt x="162" y="343"/>
                  <a:pt x="162" y="343"/>
                  <a:pt x="162" y="343"/>
                </a:cubicBezTo>
                <a:cubicBezTo>
                  <a:pt x="154" y="318"/>
                  <a:pt x="154" y="318"/>
                  <a:pt x="154" y="318"/>
                </a:cubicBezTo>
                <a:cubicBezTo>
                  <a:pt x="149" y="320"/>
                  <a:pt x="149" y="320"/>
                  <a:pt x="149" y="320"/>
                </a:cubicBezTo>
                <a:cubicBezTo>
                  <a:pt x="143" y="322"/>
                  <a:pt x="133" y="320"/>
                  <a:pt x="118" y="316"/>
                </a:cubicBezTo>
                <a:cubicBezTo>
                  <a:pt x="113" y="315"/>
                  <a:pt x="113" y="315"/>
                  <a:pt x="113" y="315"/>
                </a:cubicBezTo>
                <a:cubicBezTo>
                  <a:pt x="105" y="338"/>
                  <a:pt x="105" y="338"/>
                  <a:pt x="105" y="338"/>
                </a:cubicBezTo>
                <a:cubicBezTo>
                  <a:pt x="110" y="341"/>
                  <a:pt x="110" y="341"/>
                  <a:pt x="110" y="341"/>
                </a:cubicBezTo>
                <a:cubicBezTo>
                  <a:pt x="124" y="344"/>
                  <a:pt x="134" y="346"/>
                  <a:pt x="143" y="346"/>
                </a:cubicBezTo>
                <a:close/>
                <a:moveTo>
                  <a:pt x="26" y="554"/>
                </a:moveTo>
                <a:cubicBezTo>
                  <a:pt x="26" y="543"/>
                  <a:pt x="26" y="534"/>
                  <a:pt x="26" y="525"/>
                </a:cubicBezTo>
                <a:cubicBezTo>
                  <a:pt x="26" y="521"/>
                  <a:pt x="26" y="518"/>
                  <a:pt x="26" y="514"/>
                </a:cubicBezTo>
                <a:cubicBezTo>
                  <a:pt x="26" y="509"/>
                  <a:pt x="26" y="509"/>
                  <a:pt x="26" y="509"/>
                </a:cubicBezTo>
                <a:cubicBezTo>
                  <a:pt x="0" y="509"/>
                  <a:pt x="0" y="509"/>
                  <a:pt x="0" y="509"/>
                </a:cubicBezTo>
                <a:cubicBezTo>
                  <a:pt x="0" y="514"/>
                  <a:pt x="0" y="514"/>
                  <a:pt x="0" y="514"/>
                </a:cubicBezTo>
                <a:cubicBezTo>
                  <a:pt x="0" y="517"/>
                  <a:pt x="0" y="521"/>
                  <a:pt x="0" y="525"/>
                </a:cubicBezTo>
                <a:cubicBezTo>
                  <a:pt x="0" y="534"/>
                  <a:pt x="0" y="544"/>
                  <a:pt x="0" y="554"/>
                </a:cubicBezTo>
                <a:cubicBezTo>
                  <a:pt x="0" y="560"/>
                  <a:pt x="0" y="560"/>
                  <a:pt x="0" y="560"/>
                </a:cubicBezTo>
                <a:cubicBezTo>
                  <a:pt x="26" y="559"/>
                  <a:pt x="26" y="559"/>
                  <a:pt x="26" y="559"/>
                </a:cubicBezTo>
                <a:cubicBezTo>
                  <a:pt x="26" y="554"/>
                  <a:pt x="26" y="554"/>
                  <a:pt x="26" y="554"/>
                </a:cubicBezTo>
                <a:cubicBezTo>
                  <a:pt x="26" y="554"/>
                  <a:pt x="26" y="554"/>
                  <a:pt x="26" y="554"/>
                </a:cubicBezTo>
                <a:close/>
                <a:moveTo>
                  <a:pt x="652" y="75"/>
                </a:moveTo>
                <a:cubicBezTo>
                  <a:pt x="639" y="54"/>
                  <a:pt x="639" y="54"/>
                  <a:pt x="639" y="54"/>
                </a:cubicBezTo>
                <a:cubicBezTo>
                  <a:pt x="594" y="77"/>
                  <a:pt x="594" y="77"/>
                  <a:pt x="594" y="77"/>
                </a:cubicBezTo>
                <a:cubicBezTo>
                  <a:pt x="606" y="101"/>
                  <a:pt x="606" y="101"/>
                  <a:pt x="606" y="101"/>
                </a:cubicBezTo>
                <a:cubicBezTo>
                  <a:pt x="652" y="75"/>
                  <a:pt x="652" y="75"/>
                  <a:pt x="652" y="75"/>
                </a:cubicBezTo>
                <a:cubicBezTo>
                  <a:pt x="652" y="75"/>
                  <a:pt x="652" y="75"/>
                  <a:pt x="652" y="75"/>
                </a:cubicBezTo>
                <a:close/>
                <a:moveTo>
                  <a:pt x="28" y="478"/>
                </a:moveTo>
                <a:cubicBezTo>
                  <a:pt x="29" y="476"/>
                  <a:pt x="29" y="475"/>
                  <a:pt x="29" y="475"/>
                </a:cubicBezTo>
                <a:cubicBezTo>
                  <a:pt x="34" y="468"/>
                  <a:pt x="36" y="458"/>
                  <a:pt x="36" y="446"/>
                </a:cubicBezTo>
                <a:cubicBezTo>
                  <a:pt x="36" y="443"/>
                  <a:pt x="36" y="439"/>
                  <a:pt x="36" y="435"/>
                </a:cubicBezTo>
                <a:cubicBezTo>
                  <a:pt x="35" y="430"/>
                  <a:pt x="35" y="430"/>
                  <a:pt x="35" y="430"/>
                </a:cubicBezTo>
                <a:cubicBezTo>
                  <a:pt x="9" y="431"/>
                  <a:pt x="9" y="431"/>
                  <a:pt x="9" y="431"/>
                </a:cubicBezTo>
                <a:cubicBezTo>
                  <a:pt x="9" y="437"/>
                  <a:pt x="9" y="437"/>
                  <a:pt x="9" y="437"/>
                </a:cubicBezTo>
                <a:cubicBezTo>
                  <a:pt x="9" y="440"/>
                  <a:pt x="9" y="443"/>
                  <a:pt x="9" y="446"/>
                </a:cubicBezTo>
                <a:cubicBezTo>
                  <a:pt x="9" y="456"/>
                  <a:pt x="8" y="460"/>
                  <a:pt x="7" y="461"/>
                </a:cubicBezTo>
                <a:cubicBezTo>
                  <a:pt x="5" y="464"/>
                  <a:pt x="3" y="467"/>
                  <a:pt x="2" y="472"/>
                </a:cubicBezTo>
                <a:cubicBezTo>
                  <a:pt x="1" y="477"/>
                  <a:pt x="1" y="477"/>
                  <a:pt x="1" y="477"/>
                </a:cubicBezTo>
                <a:cubicBezTo>
                  <a:pt x="27" y="484"/>
                  <a:pt x="27" y="484"/>
                  <a:pt x="27" y="484"/>
                </a:cubicBezTo>
                <a:cubicBezTo>
                  <a:pt x="28" y="478"/>
                  <a:pt x="28" y="478"/>
                  <a:pt x="28" y="478"/>
                </a:cubicBezTo>
                <a:cubicBezTo>
                  <a:pt x="28" y="478"/>
                  <a:pt x="28" y="478"/>
                  <a:pt x="28" y="478"/>
                </a:cubicBezTo>
                <a:close/>
                <a:moveTo>
                  <a:pt x="5" y="404"/>
                </a:moveTo>
                <a:cubicBezTo>
                  <a:pt x="31" y="400"/>
                  <a:pt x="31" y="400"/>
                  <a:pt x="31" y="400"/>
                </a:cubicBezTo>
                <a:cubicBezTo>
                  <a:pt x="30" y="395"/>
                  <a:pt x="30" y="395"/>
                  <a:pt x="30" y="395"/>
                </a:cubicBezTo>
                <a:cubicBezTo>
                  <a:pt x="29" y="391"/>
                  <a:pt x="28" y="384"/>
                  <a:pt x="28" y="382"/>
                </a:cubicBezTo>
                <a:cubicBezTo>
                  <a:pt x="28" y="380"/>
                  <a:pt x="29" y="374"/>
                  <a:pt x="34" y="363"/>
                </a:cubicBezTo>
                <a:cubicBezTo>
                  <a:pt x="36" y="358"/>
                  <a:pt x="36" y="358"/>
                  <a:pt x="36" y="358"/>
                </a:cubicBezTo>
                <a:cubicBezTo>
                  <a:pt x="11" y="348"/>
                  <a:pt x="11" y="348"/>
                  <a:pt x="11" y="348"/>
                </a:cubicBezTo>
                <a:cubicBezTo>
                  <a:pt x="9" y="353"/>
                  <a:pt x="9" y="353"/>
                  <a:pt x="9" y="353"/>
                </a:cubicBezTo>
                <a:cubicBezTo>
                  <a:pt x="6" y="361"/>
                  <a:pt x="1" y="373"/>
                  <a:pt x="1" y="382"/>
                </a:cubicBezTo>
                <a:cubicBezTo>
                  <a:pt x="1" y="386"/>
                  <a:pt x="2" y="391"/>
                  <a:pt x="3" y="399"/>
                </a:cubicBezTo>
                <a:cubicBezTo>
                  <a:pt x="5" y="404"/>
                  <a:pt x="5" y="404"/>
                  <a:pt x="5" y="404"/>
                </a:cubicBezTo>
                <a:cubicBezTo>
                  <a:pt x="5" y="404"/>
                  <a:pt x="5" y="404"/>
                  <a:pt x="5" y="404"/>
                </a:cubicBezTo>
                <a:close/>
                <a:moveTo>
                  <a:pt x="1067" y="199"/>
                </a:moveTo>
                <a:cubicBezTo>
                  <a:pt x="1072" y="201"/>
                  <a:pt x="1072" y="201"/>
                  <a:pt x="1072" y="201"/>
                </a:cubicBezTo>
                <a:cubicBezTo>
                  <a:pt x="1085" y="179"/>
                  <a:pt x="1085" y="179"/>
                  <a:pt x="1085" y="179"/>
                </a:cubicBezTo>
                <a:cubicBezTo>
                  <a:pt x="1080" y="176"/>
                  <a:pt x="1080" y="176"/>
                  <a:pt x="1080" y="176"/>
                </a:cubicBezTo>
                <a:cubicBezTo>
                  <a:pt x="1068" y="170"/>
                  <a:pt x="1057" y="163"/>
                  <a:pt x="1045" y="157"/>
                </a:cubicBezTo>
                <a:cubicBezTo>
                  <a:pt x="1040" y="154"/>
                  <a:pt x="1040" y="154"/>
                  <a:pt x="1040" y="154"/>
                </a:cubicBezTo>
                <a:cubicBezTo>
                  <a:pt x="1027" y="177"/>
                  <a:pt x="1027" y="177"/>
                  <a:pt x="1027" y="177"/>
                </a:cubicBezTo>
                <a:cubicBezTo>
                  <a:pt x="1032" y="180"/>
                  <a:pt x="1032" y="180"/>
                  <a:pt x="1032" y="180"/>
                </a:cubicBezTo>
                <a:cubicBezTo>
                  <a:pt x="1045" y="187"/>
                  <a:pt x="1057" y="193"/>
                  <a:pt x="1067" y="199"/>
                </a:cubicBezTo>
                <a:close/>
                <a:moveTo>
                  <a:pt x="1270" y="323"/>
                </a:moveTo>
                <a:cubicBezTo>
                  <a:pt x="1275" y="326"/>
                  <a:pt x="1275" y="326"/>
                  <a:pt x="1275" y="326"/>
                </a:cubicBezTo>
                <a:cubicBezTo>
                  <a:pt x="1290" y="304"/>
                  <a:pt x="1290" y="304"/>
                  <a:pt x="1290" y="304"/>
                </a:cubicBezTo>
                <a:cubicBezTo>
                  <a:pt x="1286" y="301"/>
                  <a:pt x="1286" y="301"/>
                  <a:pt x="1286" y="301"/>
                </a:cubicBezTo>
                <a:cubicBezTo>
                  <a:pt x="1276" y="294"/>
                  <a:pt x="1264" y="287"/>
                  <a:pt x="1251" y="278"/>
                </a:cubicBezTo>
                <a:cubicBezTo>
                  <a:pt x="1246" y="275"/>
                  <a:pt x="1246" y="275"/>
                  <a:pt x="1246" y="275"/>
                </a:cubicBezTo>
                <a:cubicBezTo>
                  <a:pt x="1232" y="297"/>
                  <a:pt x="1232" y="297"/>
                  <a:pt x="1232" y="297"/>
                </a:cubicBezTo>
                <a:cubicBezTo>
                  <a:pt x="1237" y="300"/>
                  <a:pt x="1237" y="300"/>
                  <a:pt x="1237" y="300"/>
                </a:cubicBezTo>
                <a:cubicBezTo>
                  <a:pt x="1249" y="308"/>
                  <a:pt x="1261" y="316"/>
                  <a:pt x="1270" y="323"/>
                </a:cubicBezTo>
                <a:close/>
                <a:moveTo>
                  <a:pt x="1204" y="279"/>
                </a:moveTo>
                <a:cubicBezTo>
                  <a:pt x="1209" y="282"/>
                  <a:pt x="1209" y="282"/>
                  <a:pt x="1209" y="282"/>
                </a:cubicBezTo>
                <a:cubicBezTo>
                  <a:pt x="1223" y="259"/>
                  <a:pt x="1223" y="259"/>
                  <a:pt x="1223" y="259"/>
                </a:cubicBezTo>
                <a:cubicBezTo>
                  <a:pt x="1217" y="257"/>
                  <a:pt x="1217" y="257"/>
                  <a:pt x="1217" y="257"/>
                </a:cubicBezTo>
                <a:cubicBezTo>
                  <a:pt x="1207" y="250"/>
                  <a:pt x="1196" y="243"/>
                  <a:pt x="1184" y="236"/>
                </a:cubicBezTo>
                <a:cubicBezTo>
                  <a:pt x="1179" y="233"/>
                  <a:pt x="1179" y="233"/>
                  <a:pt x="1179" y="233"/>
                </a:cubicBezTo>
                <a:cubicBezTo>
                  <a:pt x="1166" y="256"/>
                  <a:pt x="1166" y="256"/>
                  <a:pt x="1166" y="256"/>
                </a:cubicBezTo>
                <a:cubicBezTo>
                  <a:pt x="1170" y="259"/>
                  <a:pt x="1170" y="259"/>
                  <a:pt x="1170" y="259"/>
                </a:cubicBezTo>
                <a:cubicBezTo>
                  <a:pt x="1183" y="265"/>
                  <a:pt x="1194" y="272"/>
                  <a:pt x="1204" y="279"/>
                </a:cubicBezTo>
                <a:close/>
                <a:moveTo>
                  <a:pt x="1337" y="403"/>
                </a:moveTo>
                <a:cubicBezTo>
                  <a:pt x="1340" y="414"/>
                  <a:pt x="1341" y="427"/>
                  <a:pt x="1343" y="441"/>
                </a:cubicBezTo>
                <a:cubicBezTo>
                  <a:pt x="1343" y="447"/>
                  <a:pt x="1343" y="447"/>
                  <a:pt x="1343" y="447"/>
                </a:cubicBezTo>
                <a:cubicBezTo>
                  <a:pt x="1369" y="445"/>
                  <a:pt x="1369" y="445"/>
                  <a:pt x="1369" y="445"/>
                </a:cubicBezTo>
                <a:cubicBezTo>
                  <a:pt x="1369" y="439"/>
                  <a:pt x="1369" y="439"/>
                  <a:pt x="1369" y="439"/>
                </a:cubicBezTo>
                <a:cubicBezTo>
                  <a:pt x="1367" y="424"/>
                  <a:pt x="1365" y="410"/>
                  <a:pt x="1363" y="397"/>
                </a:cubicBezTo>
                <a:cubicBezTo>
                  <a:pt x="1362" y="392"/>
                  <a:pt x="1362" y="392"/>
                  <a:pt x="1362" y="392"/>
                </a:cubicBezTo>
                <a:cubicBezTo>
                  <a:pt x="1336" y="397"/>
                  <a:pt x="1336" y="397"/>
                  <a:pt x="1336" y="397"/>
                </a:cubicBezTo>
                <a:cubicBezTo>
                  <a:pt x="1337" y="403"/>
                  <a:pt x="1337" y="403"/>
                  <a:pt x="1337" y="403"/>
                </a:cubicBezTo>
                <a:cubicBezTo>
                  <a:pt x="1337" y="403"/>
                  <a:pt x="1337" y="403"/>
                  <a:pt x="1337" y="403"/>
                </a:cubicBezTo>
                <a:close/>
                <a:moveTo>
                  <a:pt x="1325" y="369"/>
                </a:moveTo>
                <a:cubicBezTo>
                  <a:pt x="1328" y="373"/>
                  <a:pt x="1328" y="373"/>
                  <a:pt x="1328" y="373"/>
                </a:cubicBezTo>
                <a:cubicBezTo>
                  <a:pt x="1352" y="362"/>
                  <a:pt x="1352" y="362"/>
                  <a:pt x="1352" y="362"/>
                </a:cubicBezTo>
                <a:cubicBezTo>
                  <a:pt x="1349" y="356"/>
                  <a:pt x="1349" y="356"/>
                  <a:pt x="1349" y="356"/>
                </a:cubicBezTo>
                <a:cubicBezTo>
                  <a:pt x="1344" y="348"/>
                  <a:pt x="1334" y="338"/>
                  <a:pt x="1318" y="325"/>
                </a:cubicBezTo>
                <a:cubicBezTo>
                  <a:pt x="1313" y="321"/>
                  <a:pt x="1313" y="321"/>
                  <a:pt x="1313" y="321"/>
                </a:cubicBezTo>
                <a:cubicBezTo>
                  <a:pt x="1296" y="342"/>
                  <a:pt x="1296" y="342"/>
                  <a:pt x="1296" y="342"/>
                </a:cubicBezTo>
                <a:cubicBezTo>
                  <a:pt x="1301" y="345"/>
                  <a:pt x="1301" y="345"/>
                  <a:pt x="1301" y="345"/>
                </a:cubicBezTo>
                <a:cubicBezTo>
                  <a:pt x="1319" y="359"/>
                  <a:pt x="1324" y="367"/>
                  <a:pt x="1325" y="369"/>
                </a:cubicBezTo>
                <a:close/>
                <a:moveTo>
                  <a:pt x="1136" y="238"/>
                </a:moveTo>
                <a:cubicBezTo>
                  <a:pt x="1141" y="241"/>
                  <a:pt x="1141" y="241"/>
                  <a:pt x="1141" y="241"/>
                </a:cubicBezTo>
                <a:cubicBezTo>
                  <a:pt x="1155" y="219"/>
                  <a:pt x="1155" y="219"/>
                  <a:pt x="1155" y="219"/>
                </a:cubicBezTo>
                <a:cubicBezTo>
                  <a:pt x="1150" y="216"/>
                  <a:pt x="1150" y="216"/>
                  <a:pt x="1150" y="216"/>
                </a:cubicBezTo>
                <a:cubicBezTo>
                  <a:pt x="1138" y="210"/>
                  <a:pt x="1127" y="203"/>
                  <a:pt x="1115" y="196"/>
                </a:cubicBezTo>
                <a:cubicBezTo>
                  <a:pt x="1109" y="194"/>
                  <a:pt x="1109" y="194"/>
                  <a:pt x="1109" y="194"/>
                </a:cubicBezTo>
                <a:cubicBezTo>
                  <a:pt x="1096" y="216"/>
                  <a:pt x="1096" y="216"/>
                  <a:pt x="1096" y="216"/>
                </a:cubicBezTo>
                <a:cubicBezTo>
                  <a:pt x="1101" y="219"/>
                  <a:pt x="1101" y="219"/>
                  <a:pt x="1101" y="219"/>
                </a:cubicBezTo>
                <a:cubicBezTo>
                  <a:pt x="1113" y="225"/>
                  <a:pt x="1125" y="232"/>
                  <a:pt x="1136" y="238"/>
                </a:cubicBezTo>
                <a:close/>
                <a:moveTo>
                  <a:pt x="844" y="74"/>
                </a:moveTo>
                <a:cubicBezTo>
                  <a:pt x="849" y="77"/>
                  <a:pt x="849" y="77"/>
                  <a:pt x="849" y="77"/>
                </a:cubicBezTo>
                <a:cubicBezTo>
                  <a:pt x="863" y="55"/>
                  <a:pt x="863" y="55"/>
                  <a:pt x="863" y="55"/>
                </a:cubicBezTo>
                <a:cubicBezTo>
                  <a:pt x="859" y="52"/>
                  <a:pt x="859" y="52"/>
                  <a:pt x="859" y="52"/>
                </a:cubicBezTo>
                <a:cubicBezTo>
                  <a:pt x="846" y="44"/>
                  <a:pt x="834" y="37"/>
                  <a:pt x="823" y="31"/>
                </a:cubicBezTo>
                <a:cubicBezTo>
                  <a:pt x="819" y="28"/>
                  <a:pt x="819" y="28"/>
                  <a:pt x="819" y="28"/>
                </a:cubicBezTo>
                <a:cubicBezTo>
                  <a:pt x="805" y="51"/>
                  <a:pt x="805" y="51"/>
                  <a:pt x="805" y="51"/>
                </a:cubicBezTo>
                <a:cubicBezTo>
                  <a:pt x="810" y="54"/>
                  <a:pt x="810" y="54"/>
                  <a:pt x="810" y="54"/>
                </a:cubicBezTo>
                <a:cubicBezTo>
                  <a:pt x="821" y="59"/>
                  <a:pt x="832" y="66"/>
                  <a:pt x="844" y="74"/>
                </a:cubicBezTo>
                <a:close/>
                <a:moveTo>
                  <a:pt x="746" y="26"/>
                </a:moveTo>
                <a:cubicBezTo>
                  <a:pt x="747" y="26"/>
                  <a:pt x="748" y="26"/>
                  <a:pt x="750" y="26"/>
                </a:cubicBezTo>
                <a:cubicBezTo>
                  <a:pt x="753" y="27"/>
                  <a:pt x="761" y="29"/>
                  <a:pt x="776" y="36"/>
                </a:cubicBezTo>
                <a:cubicBezTo>
                  <a:pt x="781" y="39"/>
                  <a:pt x="781" y="39"/>
                  <a:pt x="781" y="39"/>
                </a:cubicBezTo>
                <a:cubicBezTo>
                  <a:pt x="792" y="15"/>
                  <a:pt x="792" y="15"/>
                  <a:pt x="792" y="15"/>
                </a:cubicBezTo>
                <a:cubicBezTo>
                  <a:pt x="787" y="13"/>
                  <a:pt x="787" y="13"/>
                  <a:pt x="787" y="13"/>
                </a:cubicBezTo>
                <a:cubicBezTo>
                  <a:pt x="772" y="5"/>
                  <a:pt x="761" y="1"/>
                  <a:pt x="753" y="0"/>
                </a:cubicBezTo>
                <a:cubicBezTo>
                  <a:pt x="750" y="0"/>
                  <a:pt x="748" y="0"/>
                  <a:pt x="746" y="0"/>
                </a:cubicBezTo>
                <a:cubicBezTo>
                  <a:pt x="746" y="0"/>
                  <a:pt x="746" y="0"/>
                  <a:pt x="746" y="0"/>
                </a:cubicBezTo>
                <a:cubicBezTo>
                  <a:pt x="739" y="0"/>
                  <a:pt x="739" y="0"/>
                  <a:pt x="739" y="0"/>
                </a:cubicBezTo>
                <a:cubicBezTo>
                  <a:pt x="739" y="26"/>
                  <a:pt x="739" y="26"/>
                  <a:pt x="739" y="26"/>
                </a:cubicBezTo>
                <a:cubicBezTo>
                  <a:pt x="746" y="26"/>
                  <a:pt x="746" y="26"/>
                  <a:pt x="746" y="26"/>
                </a:cubicBezTo>
                <a:cubicBezTo>
                  <a:pt x="746" y="26"/>
                  <a:pt x="746" y="26"/>
                  <a:pt x="746" y="26"/>
                </a:cubicBezTo>
                <a:close/>
                <a:moveTo>
                  <a:pt x="682" y="56"/>
                </a:moveTo>
                <a:cubicBezTo>
                  <a:pt x="689" y="51"/>
                  <a:pt x="700" y="43"/>
                  <a:pt x="713" y="37"/>
                </a:cubicBezTo>
                <a:cubicBezTo>
                  <a:pt x="718" y="34"/>
                  <a:pt x="718" y="34"/>
                  <a:pt x="718" y="34"/>
                </a:cubicBezTo>
                <a:cubicBezTo>
                  <a:pt x="706" y="11"/>
                  <a:pt x="706" y="11"/>
                  <a:pt x="706" y="11"/>
                </a:cubicBezTo>
                <a:cubicBezTo>
                  <a:pt x="701" y="13"/>
                  <a:pt x="701" y="13"/>
                  <a:pt x="701" y="13"/>
                </a:cubicBezTo>
                <a:cubicBezTo>
                  <a:pt x="687" y="20"/>
                  <a:pt x="674" y="29"/>
                  <a:pt x="666" y="35"/>
                </a:cubicBezTo>
                <a:cubicBezTo>
                  <a:pt x="661" y="39"/>
                  <a:pt x="661" y="39"/>
                  <a:pt x="661" y="39"/>
                </a:cubicBezTo>
                <a:cubicBezTo>
                  <a:pt x="677" y="60"/>
                  <a:pt x="677" y="60"/>
                  <a:pt x="677" y="60"/>
                </a:cubicBezTo>
                <a:cubicBezTo>
                  <a:pt x="682" y="56"/>
                  <a:pt x="682" y="56"/>
                  <a:pt x="682" y="56"/>
                </a:cubicBezTo>
                <a:cubicBezTo>
                  <a:pt x="682" y="56"/>
                  <a:pt x="682" y="56"/>
                  <a:pt x="682" y="56"/>
                </a:cubicBezTo>
                <a:close/>
                <a:moveTo>
                  <a:pt x="38" y="662"/>
                </a:moveTo>
                <a:cubicBezTo>
                  <a:pt x="35" y="658"/>
                  <a:pt x="35" y="658"/>
                  <a:pt x="35" y="658"/>
                </a:cubicBezTo>
                <a:cubicBezTo>
                  <a:pt x="15" y="675"/>
                  <a:pt x="15" y="675"/>
                  <a:pt x="15" y="675"/>
                </a:cubicBezTo>
                <a:cubicBezTo>
                  <a:pt x="19" y="680"/>
                  <a:pt x="19" y="680"/>
                  <a:pt x="19" y="680"/>
                </a:cubicBezTo>
                <a:cubicBezTo>
                  <a:pt x="29" y="690"/>
                  <a:pt x="44" y="699"/>
                  <a:pt x="55" y="705"/>
                </a:cubicBezTo>
                <a:cubicBezTo>
                  <a:pt x="59" y="707"/>
                  <a:pt x="59" y="707"/>
                  <a:pt x="59" y="707"/>
                </a:cubicBezTo>
                <a:cubicBezTo>
                  <a:pt x="72" y="685"/>
                  <a:pt x="72" y="685"/>
                  <a:pt x="72" y="685"/>
                </a:cubicBezTo>
                <a:cubicBezTo>
                  <a:pt x="67" y="682"/>
                  <a:pt x="67" y="682"/>
                  <a:pt x="67" y="682"/>
                </a:cubicBezTo>
                <a:cubicBezTo>
                  <a:pt x="54" y="675"/>
                  <a:pt x="44" y="669"/>
                  <a:pt x="38" y="662"/>
                </a:cubicBezTo>
                <a:close/>
                <a:moveTo>
                  <a:pt x="997" y="161"/>
                </a:moveTo>
                <a:cubicBezTo>
                  <a:pt x="1002" y="163"/>
                  <a:pt x="1002" y="163"/>
                  <a:pt x="1002" y="163"/>
                </a:cubicBezTo>
                <a:cubicBezTo>
                  <a:pt x="1014" y="141"/>
                  <a:pt x="1014" y="141"/>
                  <a:pt x="1014" y="141"/>
                </a:cubicBezTo>
                <a:cubicBezTo>
                  <a:pt x="1010" y="138"/>
                  <a:pt x="1010" y="138"/>
                  <a:pt x="1010" y="138"/>
                </a:cubicBezTo>
                <a:cubicBezTo>
                  <a:pt x="997" y="131"/>
                  <a:pt x="986" y="125"/>
                  <a:pt x="975" y="119"/>
                </a:cubicBezTo>
                <a:cubicBezTo>
                  <a:pt x="970" y="116"/>
                  <a:pt x="970" y="116"/>
                  <a:pt x="970" y="116"/>
                </a:cubicBezTo>
                <a:cubicBezTo>
                  <a:pt x="958" y="139"/>
                  <a:pt x="958" y="139"/>
                  <a:pt x="958" y="139"/>
                </a:cubicBezTo>
                <a:cubicBezTo>
                  <a:pt x="963" y="142"/>
                  <a:pt x="963" y="142"/>
                  <a:pt x="963" y="142"/>
                </a:cubicBezTo>
                <a:cubicBezTo>
                  <a:pt x="973" y="148"/>
                  <a:pt x="985" y="154"/>
                  <a:pt x="997" y="161"/>
                </a:cubicBezTo>
                <a:close/>
                <a:moveTo>
                  <a:pt x="888" y="102"/>
                </a:moveTo>
                <a:cubicBezTo>
                  <a:pt x="891" y="103"/>
                  <a:pt x="892" y="104"/>
                  <a:pt x="892" y="104"/>
                </a:cubicBezTo>
                <a:cubicBezTo>
                  <a:pt x="893" y="105"/>
                  <a:pt x="893" y="105"/>
                  <a:pt x="893" y="105"/>
                </a:cubicBezTo>
                <a:cubicBezTo>
                  <a:pt x="894" y="106"/>
                  <a:pt x="907" y="112"/>
                  <a:pt x="928" y="124"/>
                </a:cubicBezTo>
                <a:cubicBezTo>
                  <a:pt x="932" y="126"/>
                  <a:pt x="932" y="126"/>
                  <a:pt x="932" y="126"/>
                </a:cubicBezTo>
                <a:cubicBezTo>
                  <a:pt x="945" y="103"/>
                  <a:pt x="945" y="103"/>
                  <a:pt x="945" y="103"/>
                </a:cubicBezTo>
                <a:cubicBezTo>
                  <a:pt x="940" y="100"/>
                  <a:pt x="940" y="100"/>
                  <a:pt x="940" y="100"/>
                </a:cubicBezTo>
                <a:cubicBezTo>
                  <a:pt x="917" y="88"/>
                  <a:pt x="909" y="84"/>
                  <a:pt x="906" y="82"/>
                </a:cubicBezTo>
                <a:cubicBezTo>
                  <a:pt x="906" y="82"/>
                  <a:pt x="906" y="82"/>
                  <a:pt x="906" y="82"/>
                </a:cubicBezTo>
                <a:cubicBezTo>
                  <a:pt x="906" y="82"/>
                  <a:pt x="900" y="78"/>
                  <a:pt x="891" y="73"/>
                </a:cubicBezTo>
                <a:cubicBezTo>
                  <a:pt x="887" y="69"/>
                  <a:pt x="887" y="69"/>
                  <a:pt x="887" y="69"/>
                </a:cubicBezTo>
                <a:cubicBezTo>
                  <a:pt x="873" y="91"/>
                  <a:pt x="873" y="91"/>
                  <a:pt x="873" y="91"/>
                </a:cubicBezTo>
                <a:cubicBezTo>
                  <a:pt x="877" y="94"/>
                  <a:pt x="877" y="94"/>
                  <a:pt x="877" y="94"/>
                </a:cubicBezTo>
                <a:cubicBezTo>
                  <a:pt x="882" y="97"/>
                  <a:pt x="886" y="100"/>
                  <a:pt x="888" y="102"/>
                </a:cubicBezTo>
                <a:close/>
                <a:moveTo>
                  <a:pt x="304" y="266"/>
                </a:moveTo>
                <a:cubicBezTo>
                  <a:pt x="291" y="242"/>
                  <a:pt x="291" y="242"/>
                  <a:pt x="291" y="242"/>
                </a:cubicBezTo>
                <a:cubicBezTo>
                  <a:pt x="247" y="268"/>
                  <a:pt x="247" y="268"/>
                  <a:pt x="247" y="268"/>
                </a:cubicBezTo>
                <a:cubicBezTo>
                  <a:pt x="260" y="290"/>
                  <a:pt x="260" y="290"/>
                  <a:pt x="260" y="290"/>
                </a:cubicBezTo>
                <a:cubicBezTo>
                  <a:pt x="304" y="266"/>
                  <a:pt x="304" y="266"/>
                  <a:pt x="304" y="266"/>
                </a:cubicBezTo>
                <a:cubicBezTo>
                  <a:pt x="304" y="266"/>
                  <a:pt x="304" y="266"/>
                  <a:pt x="304" y="266"/>
                </a:cubicBezTo>
                <a:close/>
                <a:moveTo>
                  <a:pt x="1073" y="766"/>
                </a:moveTo>
                <a:cubicBezTo>
                  <a:pt x="1085" y="787"/>
                  <a:pt x="1085" y="787"/>
                  <a:pt x="1085" y="787"/>
                </a:cubicBezTo>
                <a:cubicBezTo>
                  <a:pt x="1129" y="762"/>
                  <a:pt x="1129" y="762"/>
                  <a:pt x="1129" y="762"/>
                </a:cubicBezTo>
                <a:cubicBezTo>
                  <a:pt x="1117" y="740"/>
                  <a:pt x="1117" y="740"/>
                  <a:pt x="1117" y="740"/>
                </a:cubicBezTo>
                <a:cubicBezTo>
                  <a:pt x="1073" y="766"/>
                  <a:pt x="1073" y="766"/>
                  <a:pt x="1073" y="766"/>
                </a:cubicBezTo>
                <a:cubicBezTo>
                  <a:pt x="1073" y="766"/>
                  <a:pt x="1073" y="766"/>
                  <a:pt x="1073" y="766"/>
                </a:cubicBezTo>
                <a:close/>
                <a:moveTo>
                  <a:pt x="974" y="824"/>
                </a:moveTo>
                <a:cubicBezTo>
                  <a:pt x="961" y="831"/>
                  <a:pt x="950" y="838"/>
                  <a:pt x="940" y="844"/>
                </a:cubicBezTo>
                <a:cubicBezTo>
                  <a:pt x="936" y="847"/>
                  <a:pt x="936" y="847"/>
                  <a:pt x="936" y="847"/>
                </a:cubicBezTo>
                <a:cubicBezTo>
                  <a:pt x="949" y="870"/>
                  <a:pt x="949" y="870"/>
                  <a:pt x="949" y="870"/>
                </a:cubicBezTo>
                <a:cubicBezTo>
                  <a:pt x="953" y="867"/>
                  <a:pt x="953" y="867"/>
                  <a:pt x="953" y="867"/>
                </a:cubicBezTo>
                <a:cubicBezTo>
                  <a:pt x="964" y="860"/>
                  <a:pt x="975" y="853"/>
                  <a:pt x="987" y="846"/>
                </a:cubicBezTo>
                <a:cubicBezTo>
                  <a:pt x="992" y="844"/>
                  <a:pt x="992" y="844"/>
                  <a:pt x="992" y="844"/>
                </a:cubicBezTo>
                <a:cubicBezTo>
                  <a:pt x="979" y="821"/>
                  <a:pt x="979" y="821"/>
                  <a:pt x="979" y="821"/>
                </a:cubicBezTo>
                <a:cubicBezTo>
                  <a:pt x="974" y="824"/>
                  <a:pt x="974" y="824"/>
                  <a:pt x="974" y="824"/>
                </a:cubicBezTo>
                <a:cubicBezTo>
                  <a:pt x="974" y="824"/>
                  <a:pt x="974" y="824"/>
                  <a:pt x="974" y="824"/>
                </a:cubicBezTo>
                <a:close/>
                <a:moveTo>
                  <a:pt x="1043" y="783"/>
                </a:moveTo>
                <a:cubicBezTo>
                  <a:pt x="1031" y="789"/>
                  <a:pt x="1019" y="796"/>
                  <a:pt x="1008" y="803"/>
                </a:cubicBezTo>
                <a:cubicBezTo>
                  <a:pt x="1003" y="806"/>
                  <a:pt x="1003" y="806"/>
                  <a:pt x="1003" y="806"/>
                </a:cubicBezTo>
                <a:cubicBezTo>
                  <a:pt x="1016" y="828"/>
                  <a:pt x="1016" y="828"/>
                  <a:pt x="1016" y="828"/>
                </a:cubicBezTo>
                <a:cubicBezTo>
                  <a:pt x="1021" y="825"/>
                  <a:pt x="1021" y="825"/>
                  <a:pt x="1021" y="825"/>
                </a:cubicBezTo>
                <a:cubicBezTo>
                  <a:pt x="1033" y="819"/>
                  <a:pt x="1045" y="813"/>
                  <a:pt x="1056" y="805"/>
                </a:cubicBezTo>
                <a:cubicBezTo>
                  <a:pt x="1062" y="803"/>
                  <a:pt x="1062" y="803"/>
                  <a:pt x="1062" y="803"/>
                </a:cubicBezTo>
                <a:cubicBezTo>
                  <a:pt x="1048" y="780"/>
                  <a:pt x="1048" y="780"/>
                  <a:pt x="1048" y="780"/>
                </a:cubicBezTo>
                <a:cubicBezTo>
                  <a:pt x="1043" y="783"/>
                  <a:pt x="1043" y="783"/>
                  <a:pt x="1043" y="783"/>
                </a:cubicBezTo>
                <a:cubicBezTo>
                  <a:pt x="1043" y="783"/>
                  <a:pt x="1043" y="783"/>
                  <a:pt x="1043" y="783"/>
                </a:cubicBezTo>
                <a:close/>
                <a:moveTo>
                  <a:pt x="838" y="909"/>
                </a:moveTo>
                <a:cubicBezTo>
                  <a:pt x="824" y="920"/>
                  <a:pt x="816" y="927"/>
                  <a:pt x="812" y="934"/>
                </a:cubicBezTo>
                <a:cubicBezTo>
                  <a:pt x="811" y="936"/>
                  <a:pt x="809" y="938"/>
                  <a:pt x="808" y="941"/>
                </a:cubicBezTo>
                <a:cubicBezTo>
                  <a:pt x="805" y="946"/>
                  <a:pt x="805" y="946"/>
                  <a:pt x="805" y="946"/>
                </a:cubicBezTo>
                <a:cubicBezTo>
                  <a:pt x="827" y="959"/>
                  <a:pt x="827" y="959"/>
                  <a:pt x="827" y="959"/>
                </a:cubicBezTo>
                <a:cubicBezTo>
                  <a:pt x="830" y="955"/>
                  <a:pt x="830" y="955"/>
                  <a:pt x="830" y="955"/>
                </a:cubicBezTo>
                <a:cubicBezTo>
                  <a:pt x="832" y="953"/>
                  <a:pt x="832" y="950"/>
                  <a:pt x="834" y="948"/>
                </a:cubicBezTo>
                <a:cubicBezTo>
                  <a:pt x="835" y="947"/>
                  <a:pt x="838" y="942"/>
                  <a:pt x="854" y="930"/>
                </a:cubicBezTo>
                <a:cubicBezTo>
                  <a:pt x="858" y="926"/>
                  <a:pt x="858" y="926"/>
                  <a:pt x="858" y="926"/>
                </a:cubicBezTo>
                <a:cubicBezTo>
                  <a:pt x="843" y="906"/>
                  <a:pt x="843" y="906"/>
                  <a:pt x="843" y="906"/>
                </a:cubicBezTo>
                <a:cubicBezTo>
                  <a:pt x="838" y="909"/>
                  <a:pt x="838" y="909"/>
                  <a:pt x="838" y="909"/>
                </a:cubicBezTo>
                <a:cubicBezTo>
                  <a:pt x="838" y="909"/>
                  <a:pt x="838" y="909"/>
                  <a:pt x="838" y="909"/>
                </a:cubicBezTo>
                <a:close/>
                <a:moveTo>
                  <a:pt x="905" y="864"/>
                </a:moveTo>
                <a:cubicBezTo>
                  <a:pt x="894" y="872"/>
                  <a:pt x="882" y="879"/>
                  <a:pt x="872" y="886"/>
                </a:cubicBezTo>
                <a:cubicBezTo>
                  <a:pt x="868" y="889"/>
                  <a:pt x="868" y="889"/>
                  <a:pt x="868" y="889"/>
                </a:cubicBezTo>
                <a:cubicBezTo>
                  <a:pt x="882" y="910"/>
                  <a:pt x="882" y="910"/>
                  <a:pt x="882" y="910"/>
                </a:cubicBezTo>
                <a:cubicBezTo>
                  <a:pt x="886" y="907"/>
                  <a:pt x="886" y="907"/>
                  <a:pt x="886" y="907"/>
                </a:cubicBezTo>
                <a:cubicBezTo>
                  <a:pt x="897" y="901"/>
                  <a:pt x="908" y="894"/>
                  <a:pt x="919" y="887"/>
                </a:cubicBezTo>
                <a:cubicBezTo>
                  <a:pt x="924" y="884"/>
                  <a:pt x="924" y="884"/>
                  <a:pt x="924" y="884"/>
                </a:cubicBezTo>
                <a:cubicBezTo>
                  <a:pt x="911" y="861"/>
                  <a:pt x="911" y="861"/>
                  <a:pt x="911" y="861"/>
                </a:cubicBezTo>
                <a:cubicBezTo>
                  <a:pt x="905" y="864"/>
                  <a:pt x="905" y="864"/>
                  <a:pt x="905" y="864"/>
                </a:cubicBezTo>
                <a:cubicBezTo>
                  <a:pt x="905" y="864"/>
                  <a:pt x="905" y="864"/>
                  <a:pt x="905" y="864"/>
                </a:cubicBezTo>
                <a:close/>
                <a:moveTo>
                  <a:pt x="1140" y="726"/>
                </a:moveTo>
                <a:cubicBezTo>
                  <a:pt x="1155" y="748"/>
                  <a:pt x="1155" y="748"/>
                  <a:pt x="1155" y="748"/>
                </a:cubicBezTo>
                <a:cubicBezTo>
                  <a:pt x="1199" y="723"/>
                  <a:pt x="1199" y="723"/>
                  <a:pt x="1199" y="723"/>
                </a:cubicBezTo>
                <a:cubicBezTo>
                  <a:pt x="1184" y="701"/>
                  <a:pt x="1184" y="701"/>
                  <a:pt x="1184" y="701"/>
                </a:cubicBezTo>
                <a:cubicBezTo>
                  <a:pt x="1140" y="726"/>
                  <a:pt x="1140" y="726"/>
                  <a:pt x="1140" y="726"/>
                </a:cubicBezTo>
                <a:cubicBezTo>
                  <a:pt x="1140" y="726"/>
                  <a:pt x="1140" y="726"/>
                  <a:pt x="1140" y="726"/>
                </a:cubicBezTo>
                <a:close/>
                <a:moveTo>
                  <a:pt x="48" y="303"/>
                </a:moveTo>
                <a:cubicBezTo>
                  <a:pt x="43" y="306"/>
                  <a:pt x="37" y="310"/>
                  <a:pt x="32" y="317"/>
                </a:cubicBezTo>
                <a:cubicBezTo>
                  <a:pt x="28" y="322"/>
                  <a:pt x="28" y="322"/>
                  <a:pt x="28" y="322"/>
                </a:cubicBezTo>
                <a:cubicBezTo>
                  <a:pt x="48" y="339"/>
                  <a:pt x="48" y="339"/>
                  <a:pt x="48" y="339"/>
                </a:cubicBezTo>
                <a:cubicBezTo>
                  <a:pt x="51" y="334"/>
                  <a:pt x="51" y="334"/>
                  <a:pt x="51" y="334"/>
                </a:cubicBezTo>
                <a:cubicBezTo>
                  <a:pt x="54" y="330"/>
                  <a:pt x="58" y="328"/>
                  <a:pt x="61" y="327"/>
                </a:cubicBezTo>
                <a:cubicBezTo>
                  <a:pt x="61" y="327"/>
                  <a:pt x="63" y="325"/>
                  <a:pt x="74" y="328"/>
                </a:cubicBezTo>
                <a:cubicBezTo>
                  <a:pt x="80" y="330"/>
                  <a:pt x="80" y="330"/>
                  <a:pt x="80" y="330"/>
                </a:cubicBezTo>
                <a:cubicBezTo>
                  <a:pt x="86" y="305"/>
                  <a:pt x="86" y="305"/>
                  <a:pt x="86" y="305"/>
                </a:cubicBezTo>
                <a:cubicBezTo>
                  <a:pt x="81" y="304"/>
                  <a:pt x="81" y="304"/>
                  <a:pt x="81" y="304"/>
                </a:cubicBezTo>
                <a:cubicBezTo>
                  <a:pt x="67" y="299"/>
                  <a:pt x="57" y="299"/>
                  <a:pt x="48" y="303"/>
                </a:cubicBezTo>
                <a:close/>
                <a:moveTo>
                  <a:pt x="1338" y="556"/>
                </a:moveTo>
                <a:cubicBezTo>
                  <a:pt x="1336" y="570"/>
                  <a:pt x="1333" y="583"/>
                  <a:pt x="1330" y="593"/>
                </a:cubicBezTo>
                <a:cubicBezTo>
                  <a:pt x="1328" y="598"/>
                  <a:pt x="1328" y="598"/>
                  <a:pt x="1328" y="598"/>
                </a:cubicBezTo>
                <a:cubicBezTo>
                  <a:pt x="1353" y="606"/>
                  <a:pt x="1353" y="606"/>
                  <a:pt x="1353" y="606"/>
                </a:cubicBezTo>
                <a:cubicBezTo>
                  <a:pt x="1355" y="601"/>
                  <a:pt x="1355" y="601"/>
                  <a:pt x="1355" y="601"/>
                </a:cubicBezTo>
                <a:cubicBezTo>
                  <a:pt x="1358" y="590"/>
                  <a:pt x="1361" y="576"/>
                  <a:pt x="1363" y="561"/>
                </a:cubicBezTo>
                <a:cubicBezTo>
                  <a:pt x="1364" y="555"/>
                  <a:pt x="1364" y="555"/>
                  <a:pt x="1364" y="555"/>
                </a:cubicBezTo>
                <a:cubicBezTo>
                  <a:pt x="1339" y="551"/>
                  <a:pt x="1339" y="551"/>
                  <a:pt x="1339" y="551"/>
                </a:cubicBezTo>
                <a:cubicBezTo>
                  <a:pt x="1338" y="556"/>
                  <a:pt x="1338" y="556"/>
                  <a:pt x="1338" y="556"/>
                </a:cubicBezTo>
                <a:cubicBezTo>
                  <a:pt x="1338" y="556"/>
                  <a:pt x="1338" y="556"/>
                  <a:pt x="1338" y="556"/>
                </a:cubicBezTo>
                <a:close/>
                <a:moveTo>
                  <a:pt x="1344" y="474"/>
                </a:moveTo>
                <a:cubicBezTo>
                  <a:pt x="1344" y="480"/>
                  <a:pt x="1344" y="480"/>
                  <a:pt x="1344" y="480"/>
                </a:cubicBezTo>
                <a:cubicBezTo>
                  <a:pt x="1344" y="493"/>
                  <a:pt x="1344" y="506"/>
                  <a:pt x="1342" y="518"/>
                </a:cubicBezTo>
                <a:cubicBezTo>
                  <a:pt x="1342" y="524"/>
                  <a:pt x="1342" y="524"/>
                  <a:pt x="1342" y="524"/>
                </a:cubicBezTo>
                <a:cubicBezTo>
                  <a:pt x="1367" y="526"/>
                  <a:pt x="1367" y="526"/>
                  <a:pt x="1367" y="526"/>
                </a:cubicBezTo>
                <a:cubicBezTo>
                  <a:pt x="1367" y="520"/>
                  <a:pt x="1367" y="520"/>
                  <a:pt x="1367" y="520"/>
                </a:cubicBezTo>
                <a:cubicBezTo>
                  <a:pt x="1368" y="507"/>
                  <a:pt x="1369" y="493"/>
                  <a:pt x="1369" y="480"/>
                </a:cubicBezTo>
                <a:cubicBezTo>
                  <a:pt x="1369" y="474"/>
                  <a:pt x="1369" y="474"/>
                  <a:pt x="1369" y="474"/>
                </a:cubicBezTo>
                <a:cubicBezTo>
                  <a:pt x="1344" y="474"/>
                  <a:pt x="1344" y="474"/>
                  <a:pt x="1344" y="474"/>
                </a:cubicBezTo>
                <a:cubicBezTo>
                  <a:pt x="1344" y="474"/>
                  <a:pt x="1344" y="474"/>
                  <a:pt x="1344" y="474"/>
                </a:cubicBezTo>
                <a:close/>
                <a:moveTo>
                  <a:pt x="791" y="972"/>
                </a:moveTo>
                <a:cubicBezTo>
                  <a:pt x="789" y="977"/>
                  <a:pt x="789" y="977"/>
                  <a:pt x="789" y="977"/>
                </a:cubicBezTo>
                <a:cubicBezTo>
                  <a:pt x="782" y="989"/>
                  <a:pt x="777" y="1000"/>
                  <a:pt x="771" y="1009"/>
                </a:cubicBezTo>
                <a:cubicBezTo>
                  <a:pt x="767" y="1014"/>
                  <a:pt x="767" y="1014"/>
                  <a:pt x="767" y="1014"/>
                </a:cubicBezTo>
                <a:cubicBezTo>
                  <a:pt x="789" y="1028"/>
                  <a:pt x="789" y="1028"/>
                  <a:pt x="789" y="1028"/>
                </a:cubicBezTo>
                <a:cubicBezTo>
                  <a:pt x="792" y="1024"/>
                  <a:pt x="792" y="1024"/>
                  <a:pt x="792" y="1024"/>
                </a:cubicBezTo>
                <a:cubicBezTo>
                  <a:pt x="799" y="1014"/>
                  <a:pt x="805" y="1002"/>
                  <a:pt x="812" y="988"/>
                </a:cubicBezTo>
                <a:cubicBezTo>
                  <a:pt x="814" y="984"/>
                  <a:pt x="814" y="984"/>
                  <a:pt x="814" y="984"/>
                </a:cubicBezTo>
                <a:cubicBezTo>
                  <a:pt x="804" y="977"/>
                  <a:pt x="804" y="977"/>
                  <a:pt x="804" y="977"/>
                </a:cubicBezTo>
                <a:cubicBezTo>
                  <a:pt x="791" y="972"/>
                  <a:pt x="791" y="972"/>
                  <a:pt x="791" y="972"/>
                </a:cubicBezTo>
                <a:cubicBezTo>
                  <a:pt x="791" y="972"/>
                  <a:pt x="791" y="972"/>
                  <a:pt x="791" y="972"/>
                </a:cubicBezTo>
                <a:close/>
                <a:moveTo>
                  <a:pt x="1249" y="662"/>
                </a:moveTo>
                <a:cubicBezTo>
                  <a:pt x="1238" y="669"/>
                  <a:pt x="1226" y="676"/>
                  <a:pt x="1214" y="683"/>
                </a:cubicBezTo>
                <a:cubicBezTo>
                  <a:pt x="1210" y="686"/>
                  <a:pt x="1210" y="686"/>
                  <a:pt x="1210" y="686"/>
                </a:cubicBezTo>
                <a:cubicBezTo>
                  <a:pt x="1222" y="709"/>
                  <a:pt x="1222" y="709"/>
                  <a:pt x="1222" y="709"/>
                </a:cubicBezTo>
                <a:cubicBezTo>
                  <a:pt x="1228" y="706"/>
                  <a:pt x="1228" y="706"/>
                  <a:pt x="1228" y="706"/>
                </a:cubicBezTo>
                <a:cubicBezTo>
                  <a:pt x="1240" y="698"/>
                  <a:pt x="1252" y="691"/>
                  <a:pt x="1262" y="685"/>
                </a:cubicBezTo>
                <a:cubicBezTo>
                  <a:pt x="1267" y="682"/>
                  <a:pt x="1267" y="682"/>
                  <a:pt x="1267" y="682"/>
                </a:cubicBezTo>
                <a:cubicBezTo>
                  <a:pt x="1253" y="660"/>
                  <a:pt x="1253" y="660"/>
                  <a:pt x="1253" y="660"/>
                </a:cubicBezTo>
                <a:cubicBezTo>
                  <a:pt x="1249" y="662"/>
                  <a:pt x="1249" y="662"/>
                  <a:pt x="1249" y="662"/>
                </a:cubicBezTo>
                <a:cubicBezTo>
                  <a:pt x="1249" y="662"/>
                  <a:pt x="1249" y="662"/>
                  <a:pt x="1249" y="662"/>
                </a:cubicBezTo>
                <a:close/>
                <a:moveTo>
                  <a:pt x="1314" y="619"/>
                </a:moveTo>
                <a:cubicBezTo>
                  <a:pt x="1307" y="625"/>
                  <a:pt x="1297" y="632"/>
                  <a:pt x="1283" y="641"/>
                </a:cubicBezTo>
                <a:cubicBezTo>
                  <a:pt x="1278" y="645"/>
                  <a:pt x="1278" y="645"/>
                  <a:pt x="1278" y="645"/>
                </a:cubicBezTo>
                <a:cubicBezTo>
                  <a:pt x="1292" y="666"/>
                  <a:pt x="1292" y="666"/>
                  <a:pt x="1292" y="666"/>
                </a:cubicBezTo>
                <a:cubicBezTo>
                  <a:pt x="1297" y="663"/>
                  <a:pt x="1297" y="663"/>
                  <a:pt x="1297" y="663"/>
                </a:cubicBezTo>
                <a:cubicBezTo>
                  <a:pt x="1312" y="653"/>
                  <a:pt x="1323" y="646"/>
                  <a:pt x="1330" y="640"/>
                </a:cubicBezTo>
                <a:cubicBezTo>
                  <a:pt x="1334" y="636"/>
                  <a:pt x="1334" y="636"/>
                  <a:pt x="1334" y="636"/>
                </a:cubicBezTo>
                <a:cubicBezTo>
                  <a:pt x="1318" y="616"/>
                  <a:pt x="1318" y="616"/>
                  <a:pt x="1318" y="616"/>
                </a:cubicBezTo>
                <a:cubicBezTo>
                  <a:pt x="1314" y="619"/>
                  <a:pt x="1314" y="619"/>
                  <a:pt x="1314" y="619"/>
                </a:cubicBezTo>
                <a:cubicBezTo>
                  <a:pt x="1314" y="619"/>
                  <a:pt x="1314" y="619"/>
                  <a:pt x="1314" y="619"/>
                </a:cubicBezTo>
                <a:close/>
                <a:moveTo>
                  <a:pt x="318" y="798"/>
                </a:moveTo>
                <a:cubicBezTo>
                  <a:pt x="314" y="795"/>
                  <a:pt x="314" y="795"/>
                  <a:pt x="314" y="795"/>
                </a:cubicBezTo>
                <a:cubicBezTo>
                  <a:pt x="300" y="818"/>
                  <a:pt x="300" y="818"/>
                  <a:pt x="300" y="818"/>
                </a:cubicBezTo>
                <a:cubicBezTo>
                  <a:pt x="306" y="821"/>
                  <a:pt x="306" y="821"/>
                  <a:pt x="306" y="821"/>
                </a:cubicBezTo>
                <a:cubicBezTo>
                  <a:pt x="317" y="828"/>
                  <a:pt x="328" y="834"/>
                  <a:pt x="339" y="841"/>
                </a:cubicBezTo>
                <a:cubicBezTo>
                  <a:pt x="344" y="844"/>
                  <a:pt x="344" y="844"/>
                  <a:pt x="344" y="844"/>
                </a:cubicBezTo>
                <a:cubicBezTo>
                  <a:pt x="357" y="821"/>
                  <a:pt x="357" y="821"/>
                  <a:pt x="357" y="821"/>
                </a:cubicBezTo>
                <a:cubicBezTo>
                  <a:pt x="353" y="818"/>
                  <a:pt x="353" y="818"/>
                  <a:pt x="353" y="818"/>
                </a:cubicBezTo>
                <a:cubicBezTo>
                  <a:pt x="341" y="812"/>
                  <a:pt x="330" y="805"/>
                  <a:pt x="318" y="798"/>
                </a:cubicBezTo>
                <a:close/>
                <a:moveTo>
                  <a:pt x="368" y="858"/>
                </a:moveTo>
                <a:cubicBezTo>
                  <a:pt x="413" y="883"/>
                  <a:pt x="413" y="883"/>
                  <a:pt x="413" y="883"/>
                </a:cubicBezTo>
                <a:cubicBezTo>
                  <a:pt x="425" y="861"/>
                  <a:pt x="425" y="861"/>
                  <a:pt x="425" y="861"/>
                </a:cubicBezTo>
                <a:cubicBezTo>
                  <a:pt x="381" y="834"/>
                  <a:pt x="381" y="834"/>
                  <a:pt x="381" y="834"/>
                </a:cubicBezTo>
                <a:cubicBezTo>
                  <a:pt x="368" y="858"/>
                  <a:pt x="368" y="858"/>
                  <a:pt x="368" y="858"/>
                </a:cubicBezTo>
                <a:cubicBezTo>
                  <a:pt x="368" y="858"/>
                  <a:pt x="368" y="858"/>
                  <a:pt x="368" y="858"/>
                </a:cubicBezTo>
                <a:close/>
                <a:moveTo>
                  <a:pt x="249" y="759"/>
                </a:moveTo>
                <a:cubicBezTo>
                  <a:pt x="244" y="756"/>
                  <a:pt x="244" y="756"/>
                  <a:pt x="244" y="756"/>
                </a:cubicBezTo>
                <a:cubicBezTo>
                  <a:pt x="231" y="779"/>
                  <a:pt x="231" y="779"/>
                  <a:pt x="231" y="779"/>
                </a:cubicBezTo>
                <a:cubicBezTo>
                  <a:pt x="236" y="781"/>
                  <a:pt x="236" y="781"/>
                  <a:pt x="236" y="781"/>
                </a:cubicBezTo>
                <a:cubicBezTo>
                  <a:pt x="247" y="787"/>
                  <a:pt x="259" y="794"/>
                  <a:pt x="271" y="801"/>
                </a:cubicBezTo>
                <a:cubicBezTo>
                  <a:pt x="276" y="803"/>
                  <a:pt x="276" y="803"/>
                  <a:pt x="276" y="803"/>
                </a:cubicBezTo>
                <a:cubicBezTo>
                  <a:pt x="289" y="781"/>
                  <a:pt x="289" y="781"/>
                  <a:pt x="289" y="781"/>
                </a:cubicBezTo>
                <a:cubicBezTo>
                  <a:pt x="284" y="778"/>
                  <a:pt x="284" y="778"/>
                  <a:pt x="284" y="778"/>
                </a:cubicBezTo>
                <a:cubicBezTo>
                  <a:pt x="271" y="771"/>
                  <a:pt x="260" y="765"/>
                  <a:pt x="249" y="759"/>
                </a:cubicBezTo>
                <a:close/>
                <a:moveTo>
                  <a:pt x="179" y="721"/>
                </a:moveTo>
                <a:cubicBezTo>
                  <a:pt x="174" y="718"/>
                  <a:pt x="174" y="718"/>
                  <a:pt x="174" y="718"/>
                </a:cubicBezTo>
                <a:cubicBezTo>
                  <a:pt x="162" y="741"/>
                  <a:pt x="162" y="741"/>
                  <a:pt x="162" y="741"/>
                </a:cubicBezTo>
                <a:cubicBezTo>
                  <a:pt x="167" y="744"/>
                  <a:pt x="167" y="744"/>
                  <a:pt x="167" y="744"/>
                </a:cubicBezTo>
                <a:cubicBezTo>
                  <a:pt x="177" y="749"/>
                  <a:pt x="188" y="756"/>
                  <a:pt x="202" y="762"/>
                </a:cubicBezTo>
                <a:cubicBezTo>
                  <a:pt x="206" y="765"/>
                  <a:pt x="206" y="765"/>
                  <a:pt x="206" y="765"/>
                </a:cubicBezTo>
                <a:cubicBezTo>
                  <a:pt x="219" y="742"/>
                  <a:pt x="219" y="742"/>
                  <a:pt x="219" y="742"/>
                </a:cubicBezTo>
                <a:cubicBezTo>
                  <a:pt x="214" y="740"/>
                  <a:pt x="214" y="740"/>
                  <a:pt x="214" y="740"/>
                </a:cubicBezTo>
                <a:cubicBezTo>
                  <a:pt x="200" y="732"/>
                  <a:pt x="188" y="726"/>
                  <a:pt x="179" y="721"/>
                </a:cubicBezTo>
                <a:close/>
                <a:moveTo>
                  <a:pt x="133" y="704"/>
                </a:moveTo>
                <a:cubicBezTo>
                  <a:pt x="131" y="704"/>
                  <a:pt x="131" y="704"/>
                  <a:pt x="131" y="704"/>
                </a:cubicBezTo>
                <a:cubicBezTo>
                  <a:pt x="124" y="704"/>
                  <a:pt x="114" y="702"/>
                  <a:pt x="101" y="698"/>
                </a:cubicBezTo>
                <a:cubicBezTo>
                  <a:pt x="96" y="696"/>
                  <a:pt x="96" y="696"/>
                  <a:pt x="96" y="696"/>
                </a:cubicBezTo>
                <a:cubicBezTo>
                  <a:pt x="88" y="721"/>
                  <a:pt x="88" y="721"/>
                  <a:pt x="88" y="721"/>
                </a:cubicBezTo>
                <a:cubicBezTo>
                  <a:pt x="93" y="722"/>
                  <a:pt x="93" y="722"/>
                  <a:pt x="93" y="722"/>
                </a:cubicBezTo>
                <a:cubicBezTo>
                  <a:pt x="103" y="726"/>
                  <a:pt x="117" y="729"/>
                  <a:pt x="129" y="729"/>
                </a:cubicBezTo>
                <a:cubicBezTo>
                  <a:pt x="130" y="729"/>
                  <a:pt x="132" y="729"/>
                  <a:pt x="133" y="729"/>
                </a:cubicBezTo>
                <a:cubicBezTo>
                  <a:pt x="133" y="729"/>
                  <a:pt x="133" y="729"/>
                  <a:pt x="133" y="729"/>
                </a:cubicBezTo>
                <a:cubicBezTo>
                  <a:pt x="139" y="731"/>
                  <a:pt x="139" y="731"/>
                  <a:pt x="139" y="731"/>
                </a:cubicBezTo>
                <a:cubicBezTo>
                  <a:pt x="144" y="706"/>
                  <a:pt x="144" y="706"/>
                  <a:pt x="144" y="706"/>
                </a:cubicBezTo>
                <a:cubicBezTo>
                  <a:pt x="139" y="704"/>
                  <a:pt x="139" y="704"/>
                  <a:pt x="139" y="704"/>
                </a:cubicBezTo>
                <a:cubicBezTo>
                  <a:pt x="137" y="704"/>
                  <a:pt x="135" y="704"/>
                  <a:pt x="133" y="704"/>
                </a:cubicBezTo>
                <a:close/>
                <a:moveTo>
                  <a:pt x="748" y="1029"/>
                </a:moveTo>
                <a:cubicBezTo>
                  <a:pt x="747" y="1029"/>
                  <a:pt x="747" y="1029"/>
                  <a:pt x="745" y="1030"/>
                </a:cubicBezTo>
                <a:cubicBezTo>
                  <a:pt x="738" y="1031"/>
                  <a:pt x="726" y="1031"/>
                  <a:pt x="714" y="1030"/>
                </a:cubicBezTo>
                <a:cubicBezTo>
                  <a:pt x="708" y="1029"/>
                  <a:pt x="708" y="1029"/>
                  <a:pt x="708" y="1029"/>
                </a:cubicBezTo>
                <a:cubicBezTo>
                  <a:pt x="706" y="1055"/>
                  <a:pt x="706" y="1055"/>
                  <a:pt x="706" y="1055"/>
                </a:cubicBezTo>
                <a:cubicBezTo>
                  <a:pt x="711" y="1056"/>
                  <a:pt x="711" y="1056"/>
                  <a:pt x="711" y="1056"/>
                </a:cubicBezTo>
                <a:cubicBezTo>
                  <a:pt x="718" y="1057"/>
                  <a:pt x="724" y="1057"/>
                  <a:pt x="729" y="1057"/>
                </a:cubicBezTo>
                <a:cubicBezTo>
                  <a:pt x="738" y="1057"/>
                  <a:pt x="744" y="1057"/>
                  <a:pt x="750" y="1055"/>
                </a:cubicBezTo>
                <a:cubicBezTo>
                  <a:pt x="752" y="1055"/>
                  <a:pt x="754" y="1055"/>
                  <a:pt x="756" y="1054"/>
                </a:cubicBezTo>
                <a:cubicBezTo>
                  <a:pt x="761" y="1052"/>
                  <a:pt x="761" y="1052"/>
                  <a:pt x="761" y="1052"/>
                </a:cubicBezTo>
                <a:cubicBezTo>
                  <a:pt x="753" y="1027"/>
                  <a:pt x="753" y="1027"/>
                  <a:pt x="753" y="1027"/>
                </a:cubicBezTo>
                <a:cubicBezTo>
                  <a:pt x="748" y="1029"/>
                  <a:pt x="748" y="1029"/>
                  <a:pt x="748" y="1029"/>
                </a:cubicBezTo>
                <a:cubicBezTo>
                  <a:pt x="748" y="1029"/>
                  <a:pt x="748" y="1029"/>
                  <a:pt x="748" y="1029"/>
                </a:cubicBezTo>
                <a:close/>
                <a:moveTo>
                  <a:pt x="606" y="985"/>
                </a:moveTo>
                <a:cubicBezTo>
                  <a:pt x="606" y="984"/>
                  <a:pt x="606" y="984"/>
                  <a:pt x="606" y="984"/>
                </a:cubicBezTo>
                <a:cubicBezTo>
                  <a:pt x="602" y="978"/>
                  <a:pt x="598" y="970"/>
                  <a:pt x="594" y="964"/>
                </a:cubicBezTo>
                <a:cubicBezTo>
                  <a:pt x="591" y="959"/>
                  <a:pt x="591" y="959"/>
                  <a:pt x="591" y="959"/>
                </a:cubicBezTo>
                <a:cubicBezTo>
                  <a:pt x="568" y="973"/>
                  <a:pt x="568" y="973"/>
                  <a:pt x="568" y="973"/>
                </a:cubicBezTo>
                <a:cubicBezTo>
                  <a:pt x="571" y="979"/>
                  <a:pt x="571" y="979"/>
                  <a:pt x="571" y="979"/>
                </a:cubicBezTo>
                <a:cubicBezTo>
                  <a:pt x="575" y="985"/>
                  <a:pt x="579" y="991"/>
                  <a:pt x="582" y="997"/>
                </a:cubicBezTo>
                <a:cubicBezTo>
                  <a:pt x="585" y="1002"/>
                  <a:pt x="589" y="1008"/>
                  <a:pt x="592" y="1013"/>
                </a:cubicBezTo>
                <a:cubicBezTo>
                  <a:pt x="595" y="1017"/>
                  <a:pt x="595" y="1017"/>
                  <a:pt x="595" y="1017"/>
                </a:cubicBezTo>
                <a:cubicBezTo>
                  <a:pt x="617" y="1003"/>
                  <a:pt x="617" y="1003"/>
                  <a:pt x="617" y="1003"/>
                </a:cubicBezTo>
                <a:cubicBezTo>
                  <a:pt x="614" y="998"/>
                  <a:pt x="614" y="998"/>
                  <a:pt x="614" y="998"/>
                </a:cubicBezTo>
                <a:cubicBezTo>
                  <a:pt x="612" y="994"/>
                  <a:pt x="609" y="990"/>
                  <a:pt x="606" y="985"/>
                </a:cubicBezTo>
                <a:close/>
                <a:moveTo>
                  <a:pt x="524" y="917"/>
                </a:moveTo>
                <a:cubicBezTo>
                  <a:pt x="519" y="914"/>
                  <a:pt x="519" y="914"/>
                  <a:pt x="519" y="914"/>
                </a:cubicBezTo>
                <a:cubicBezTo>
                  <a:pt x="507" y="937"/>
                  <a:pt x="507" y="937"/>
                  <a:pt x="507" y="937"/>
                </a:cubicBezTo>
                <a:cubicBezTo>
                  <a:pt x="511" y="940"/>
                  <a:pt x="511" y="940"/>
                  <a:pt x="511" y="940"/>
                </a:cubicBezTo>
                <a:cubicBezTo>
                  <a:pt x="538" y="955"/>
                  <a:pt x="545" y="958"/>
                  <a:pt x="549" y="958"/>
                </a:cubicBezTo>
                <a:cubicBezTo>
                  <a:pt x="555" y="961"/>
                  <a:pt x="555" y="961"/>
                  <a:pt x="555" y="961"/>
                </a:cubicBezTo>
                <a:cubicBezTo>
                  <a:pt x="562" y="935"/>
                  <a:pt x="562" y="935"/>
                  <a:pt x="562" y="935"/>
                </a:cubicBezTo>
                <a:cubicBezTo>
                  <a:pt x="555" y="933"/>
                  <a:pt x="555" y="933"/>
                  <a:pt x="555" y="933"/>
                </a:cubicBezTo>
                <a:cubicBezTo>
                  <a:pt x="555" y="933"/>
                  <a:pt x="550" y="931"/>
                  <a:pt x="524" y="917"/>
                </a:cubicBezTo>
                <a:close/>
                <a:moveTo>
                  <a:pt x="639" y="1015"/>
                </a:moveTo>
                <a:cubicBezTo>
                  <a:pt x="634" y="1013"/>
                  <a:pt x="634" y="1013"/>
                  <a:pt x="634" y="1013"/>
                </a:cubicBezTo>
                <a:cubicBezTo>
                  <a:pt x="625" y="1037"/>
                  <a:pt x="625" y="1037"/>
                  <a:pt x="625" y="1037"/>
                </a:cubicBezTo>
                <a:cubicBezTo>
                  <a:pt x="630" y="1039"/>
                  <a:pt x="630" y="1039"/>
                  <a:pt x="630" y="1039"/>
                </a:cubicBezTo>
                <a:cubicBezTo>
                  <a:pt x="642" y="1042"/>
                  <a:pt x="656" y="1046"/>
                  <a:pt x="671" y="1050"/>
                </a:cubicBezTo>
                <a:cubicBezTo>
                  <a:pt x="676" y="1050"/>
                  <a:pt x="676" y="1050"/>
                  <a:pt x="676" y="1050"/>
                </a:cubicBezTo>
                <a:cubicBezTo>
                  <a:pt x="682" y="1026"/>
                  <a:pt x="682" y="1026"/>
                  <a:pt x="682" y="1026"/>
                </a:cubicBezTo>
                <a:cubicBezTo>
                  <a:pt x="676" y="1024"/>
                  <a:pt x="676" y="1024"/>
                  <a:pt x="676" y="1024"/>
                </a:cubicBezTo>
                <a:cubicBezTo>
                  <a:pt x="663" y="1021"/>
                  <a:pt x="650" y="1018"/>
                  <a:pt x="639" y="1015"/>
                </a:cubicBezTo>
                <a:close/>
                <a:moveTo>
                  <a:pt x="455" y="878"/>
                </a:moveTo>
                <a:cubicBezTo>
                  <a:pt x="450" y="876"/>
                  <a:pt x="450" y="876"/>
                  <a:pt x="450" y="876"/>
                </a:cubicBezTo>
                <a:cubicBezTo>
                  <a:pt x="438" y="898"/>
                  <a:pt x="438" y="898"/>
                  <a:pt x="438" y="898"/>
                </a:cubicBezTo>
                <a:cubicBezTo>
                  <a:pt x="442" y="901"/>
                  <a:pt x="442" y="901"/>
                  <a:pt x="442" y="901"/>
                </a:cubicBezTo>
                <a:cubicBezTo>
                  <a:pt x="455" y="907"/>
                  <a:pt x="466" y="914"/>
                  <a:pt x="477" y="921"/>
                </a:cubicBezTo>
                <a:cubicBezTo>
                  <a:pt x="481" y="923"/>
                  <a:pt x="481" y="923"/>
                  <a:pt x="481" y="923"/>
                </a:cubicBezTo>
                <a:cubicBezTo>
                  <a:pt x="494" y="901"/>
                  <a:pt x="494" y="901"/>
                  <a:pt x="494" y="901"/>
                </a:cubicBezTo>
                <a:cubicBezTo>
                  <a:pt x="489" y="898"/>
                  <a:pt x="489" y="898"/>
                  <a:pt x="489" y="898"/>
                </a:cubicBezTo>
                <a:cubicBezTo>
                  <a:pt x="479" y="892"/>
                  <a:pt x="468" y="885"/>
                  <a:pt x="455" y="878"/>
                </a:cubicBezTo>
                <a:close/>
                <a:moveTo>
                  <a:pt x="737" y="694"/>
                </a:moveTo>
                <a:cubicBezTo>
                  <a:pt x="737" y="694"/>
                  <a:pt x="737" y="694"/>
                  <a:pt x="737" y="694"/>
                </a:cubicBezTo>
                <a:cubicBezTo>
                  <a:pt x="194" y="387"/>
                  <a:pt x="194" y="387"/>
                  <a:pt x="194" y="387"/>
                </a:cubicBezTo>
                <a:cubicBezTo>
                  <a:pt x="194" y="387"/>
                  <a:pt x="194" y="387"/>
                  <a:pt x="722" y="78"/>
                </a:cubicBezTo>
                <a:cubicBezTo>
                  <a:pt x="727" y="75"/>
                  <a:pt x="734" y="74"/>
                  <a:pt x="741" y="74"/>
                </a:cubicBezTo>
                <a:cubicBezTo>
                  <a:pt x="748" y="74"/>
                  <a:pt x="754" y="75"/>
                  <a:pt x="759" y="78"/>
                </a:cubicBezTo>
                <a:cubicBezTo>
                  <a:pt x="759" y="78"/>
                  <a:pt x="759" y="78"/>
                  <a:pt x="1268" y="374"/>
                </a:cubicBezTo>
                <a:cubicBezTo>
                  <a:pt x="1271" y="376"/>
                  <a:pt x="1272" y="376"/>
                  <a:pt x="1274" y="378"/>
                </a:cubicBezTo>
                <a:cubicBezTo>
                  <a:pt x="1274" y="378"/>
                  <a:pt x="1274" y="378"/>
                  <a:pt x="737" y="694"/>
                </a:cubicBezTo>
                <a:close/>
                <a:moveTo>
                  <a:pt x="246" y="640"/>
                </a:moveTo>
                <a:cubicBezTo>
                  <a:pt x="244" y="644"/>
                  <a:pt x="240" y="647"/>
                  <a:pt x="237" y="648"/>
                </a:cubicBezTo>
                <a:cubicBezTo>
                  <a:pt x="237" y="648"/>
                  <a:pt x="237" y="648"/>
                  <a:pt x="207" y="666"/>
                </a:cubicBezTo>
                <a:cubicBezTo>
                  <a:pt x="207" y="666"/>
                  <a:pt x="207" y="666"/>
                  <a:pt x="540" y="855"/>
                </a:cubicBezTo>
                <a:cubicBezTo>
                  <a:pt x="540" y="855"/>
                  <a:pt x="540" y="855"/>
                  <a:pt x="540" y="808"/>
                </a:cubicBezTo>
                <a:cubicBezTo>
                  <a:pt x="540" y="808"/>
                  <a:pt x="540" y="808"/>
                  <a:pt x="246" y="640"/>
                </a:cubicBezTo>
                <a:close/>
                <a:moveTo>
                  <a:pt x="756" y="741"/>
                </a:moveTo>
                <a:cubicBezTo>
                  <a:pt x="756" y="737"/>
                  <a:pt x="752" y="730"/>
                  <a:pt x="749" y="729"/>
                </a:cubicBezTo>
                <a:cubicBezTo>
                  <a:pt x="749" y="729"/>
                  <a:pt x="749" y="729"/>
                  <a:pt x="170" y="402"/>
                </a:cubicBezTo>
                <a:cubicBezTo>
                  <a:pt x="170" y="402"/>
                  <a:pt x="170" y="402"/>
                  <a:pt x="169" y="402"/>
                </a:cubicBezTo>
                <a:cubicBezTo>
                  <a:pt x="169" y="402"/>
                  <a:pt x="169" y="402"/>
                  <a:pt x="137" y="384"/>
                </a:cubicBezTo>
                <a:cubicBezTo>
                  <a:pt x="128" y="379"/>
                  <a:pt x="118" y="379"/>
                  <a:pt x="110" y="383"/>
                </a:cubicBezTo>
                <a:cubicBezTo>
                  <a:pt x="102" y="388"/>
                  <a:pt x="97" y="396"/>
                  <a:pt x="97" y="407"/>
                </a:cubicBezTo>
                <a:cubicBezTo>
                  <a:pt x="97" y="407"/>
                  <a:pt x="97" y="407"/>
                  <a:pt x="97" y="588"/>
                </a:cubicBezTo>
                <a:cubicBezTo>
                  <a:pt x="97" y="588"/>
                  <a:pt x="97" y="588"/>
                  <a:pt x="100" y="602"/>
                </a:cubicBezTo>
                <a:cubicBezTo>
                  <a:pt x="100" y="602"/>
                  <a:pt x="100" y="602"/>
                  <a:pt x="118" y="615"/>
                </a:cubicBezTo>
                <a:cubicBezTo>
                  <a:pt x="118" y="615"/>
                  <a:pt x="118" y="615"/>
                  <a:pt x="146" y="631"/>
                </a:cubicBezTo>
                <a:cubicBezTo>
                  <a:pt x="146" y="631"/>
                  <a:pt x="146" y="631"/>
                  <a:pt x="146" y="585"/>
                </a:cubicBezTo>
                <a:cubicBezTo>
                  <a:pt x="146" y="585"/>
                  <a:pt x="146" y="585"/>
                  <a:pt x="140" y="580"/>
                </a:cubicBezTo>
                <a:cubicBezTo>
                  <a:pt x="140" y="580"/>
                  <a:pt x="140" y="580"/>
                  <a:pt x="139" y="579"/>
                </a:cubicBezTo>
                <a:cubicBezTo>
                  <a:pt x="139" y="579"/>
                  <a:pt x="139" y="579"/>
                  <a:pt x="139" y="433"/>
                </a:cubicBezTo>
                <a:cubicBezTo>
                  <a:pt x="139" y="433"/>
                  <a:pt x="139" y="433"/>
                  <a:pt x="715" y="762"/>
                </a:cubicBezTo>
                <a:cubicBezTo>
                  <a:pt x="715" y="762"/>
                  <a:pt x="715" y="762"/>
                  <a:pt x="715" y="907"/>
                </a:cubicBezTo>
                <a:cubicBezTo>
                  <a:pt x="715" y="907"/>
                  <a:pt x="715" y="907"/>
                  <a:pt x="640" y="863"/>
                </a:cubicBezTo>
                <a:cubicBezTo>
                  <a:pt x="638" y="867"/>
                  <a:pt x="635" y="870"/>
                  <a:pt x="631" y="872"/>
                </a:cubicBezTo>
                <a:cubicBezTo>
                  <a:pt x="631" y="872"/>
                  <a:pt x="631" y="872"/>
                  <a:pt x="600" y="889"/>
                </a:cubicBezTo>
                <a:cubicBezTo>
                  <a:pt x="600" y="889"/>
                  <a:pt x="600" y="889"/>
                  <a:pt x="717" y="956"/>
                </a:cubicBezTo>
                <a:cubicBezTo>
                  <a:pt x="722" y="959"/>
                  <a:pt x="727" y="959"/>
                  <a:pt x="731" y="959"/>
                </a:cubicBezTo>
                <a:cubicBezTo>
                  <a:pt x="736" y="959"/>
                  <a:pt x="740" y="959"/>
                  <a:pt x="744" y="956"/>
                </a:cubicBezTo>
                <a:cubicBezTo>
                  <a:pt x="750" y="953"/>
                  <a:pt x="754" y="946"/>
                  <a:pt x="756" y="938"/>
                </a:cubicBezTo>
                <a:cubicBezTo>
                  <a:pt x="756" y="938"/>
                  <a:pt x="756" y="938"/>
                  <a:pt x="756" y="741"/>
                </a:cubicBezTo>
                <a:close/>
                <a:moveTo>
                  <a:pt x="1286" y="399"/>
                </a:moveTo>
                <a:cubicBezTo>
                  <a:pt x="1286" y="399"/>
                  <a:pt x="1286" y="399"/>
                  <a:pt x="1286" y="399"/>
                </a:cubicBezTo>
                <a:cubicBezTo>
                  <a:pt x="762" y="708"/>
                  <a:pt x="762" y="708"/>
                  <a:pt x="762" y="708"/>
                </a:cubicBezTo>
                <a:cubicBezTo>
                  <a:pt x="773" y="715"/>
                  <a:pt x="780" y="728"/>
                  <a:pt x="780" y="741"/>
                </a:cubicBezTo>
                <a:cubicBezTo>
                  <a:pt x="780" y="741"/>
                  <a:pt x="780" y="741"/>
                  <a:pt x="780" y="882"/>
                </a:cubicBezTo>
                <a:cubicBezTo>
                  <a:pt x="780" y="882"/>
                  <a:pt x="780" y="882"/>
                  <a:pt x="1268" y="603"/>
                </a:cubicBezTo>
                <a:cubicBezTo>
                  <a:pt x="1279" y="597"/>
                  <a:pt x="1287" y="584"/>
                  <a:pt x="1287" y="571"/>
                </a:cubicBezTo>
                <a:cubicBezTo>
                  <a:pt x="1287" y="571"/>
                  <a:pt x="1287" y="571"/>
                  <a:pt x="1287" y="407"/>
                </a:cubicBezTo>
                <a:cubicBezTo>
                  <a:pt x="1287" y="404"/>
                  <a:pt x="1287" y="402"/>
                  <a:pt x="1286" y="399"/>
                </a:cubicBezTo>
                <a:close/>
                <a:moveTo>
                  <a:pt x="487" y="733"/>
                </a:moveTo>
                <a:cubicBezTo>
                  <a:pt x="493" y="733"/>
                  <a:pt x="498" y="728"/>
                  <a:pt x="498" y="721"/>
                </a:cubicBezTo>
                <a:cubicBezTo>
                  <a:pt x="498" y="721"/>
                  <a:pt x="498" y="721"/>
                  <a:pt x="498" y="705"/>
                </a:cubicBezTo>
                <a:cubicBezTo>
                  <a:pt x="498" y="698"/>
                  <a:pt x="493" y="689"/>
                  <a:pt x="486" y="685"/>
                </a:cubicBezTo>
                <a:cubicBezTo>
                  <a:pt x="486" y="685"/>
                  <a:pt x="486" y="685"/>
                  <a:pt x="337" y="600"/>
                </a:cubicBezTo>
                <a:cubicBezTo>
                  <a:pt x="328" y="595"/>
                  <a:pt x="320" y="600"/>
                  <a:pt x="320" y="610"/>
                </a:cubicBezTo>
                <a:cubicBezTo>
                  <a:pt x="320" y="610"/>
                  <a:pt x="320" y="610"/>
                  <a:pt x="320" y="625"/>
                </a:cubicBezTo>
                <a:cubicBezTo>
                  <a:pt x="320" y="634"/>
                  <a:pt x="326" y="643"/>
                  <a:pt x="332" y="646"/>
                </a:cubicBezTo>
                <a:cubicBezTo>
                  <a:pt x="332" y="646"/>
                  <a:pt x="332" y="646"/>
                  <a:pt x="481" y="731"/>
                </a:cubicBezTo>
                <a:cubicBezTo>
                  <a:pt x="483" y="732"/>
                  <a:pt x="485" y="733"/>
                  <a:pt x="487" y="733"/>
                </a:cubicBezTo>
                <a:close/>
                <a:moveTo>
                  <a:pt x="626" y="842"/>
                </a:moveTo>
                <a:cubicBezTo>
                  <a:pt x="622" y="836"/>
                  <a:pt x="612" y="835"/>
                  <a:pt x="606" y="839"/>
                </a:cubicBezTo>
                <a:cubicBezTo>
                  <a:pt x="606" y="839"/>
                  <a:pt x="606" y="839"/>
                  <a:pt x="587" y="850"/>
                </a:cubicBezTo>
                <a:cubicBezTo>
                  <a:pt x="587" y="850"/>
                  <a:pt x="587" y="850"/>
                  <a:pt x="587" y="770"/>
                </a:cubicBezTo>
                <a:cubicBezTo>
                  <a:pt x="587" y="770"/>
                  <a:pt x="587" y="770"/>
                  <a:pt x="623" y="750"/>
                </a:cubicBezTo>
                <a:cubicBezTo>
                  <a:pt x="629" y="746"/>
                  <a:pt x="630" y="738"/>
                  <a:pt x="626" y="732"/>
                </a:cubicBezTo>
                <a:cubicBezTo>
                  <a:pt x="626" y="732"/>
                  <a:pt x="626" y="732"/>
                  <a:pt x="626" y="732"/>
                </a:cubicBezTo>
                <a:cubicBezTo>
                  <a:pt x="622" y="727"/>
                  <a:pt x="612" y="724"/>
                  <a:pt x="606" y="728"/>
                </a:cubicBezTo>
                <a:cubicBezTo>
                  <a:pt x="606" y="728"/>
                  <a:pt x="606" y="728"/>
                  <a:pt x="562" y="753"/>
                </a:cubicBezTo>
                <a:cubicBezTo>
                  <a:pt x="557" y="756"/>
                  <a:pt x="556" y="767"/>
                  <a:pt x="556" y="767"/>
                </a:cubicBezTo>
                <a:cubicBezTo>
                  <a:pt x="556" y="767"/>
                  <a:pt x="556" y="767"/>
                  <a:pt x="556" y="869"/>
                </a:cubicBezTo>
                <a:cubicBezTo>
                  <a:pt x="556" y="869"/>
                  <a:pt x="557" y="878"/>
                  <a:pt x="560" y="881"/>
                </a:cubicBezTo>
                <a:cubicBezTo>
                  <a:pt x="563" y="884"/>
                  <a:pt x="573" y="889"/>
                  <a:pt x="579" y="885"/>
                </a:cubicBezTo>
                <a:cubicBezTo>
                  <a:pt x="579" y="885"/>
                  <a:pt x="579" y="885"/>
                  <a:pt x="623" y="859"/>
                </a:cubicBezTo>
                <a:cubicBezTo>
                  <a:pt x="629" y="855"/>
                  <a:pt x="631" y="847"/>
                  <a:pt x="626" y="842"/>
                </a:cubicBezTo>
                <a:close/>
                <a:moveTo>
                  <a:pt x="233" y="619"/>
                </a:moveTo>
                <a:cubicBezTo>
                  <a:pt x="228" y="613"/>
                  <a:pt x="219" y="612"/>
                  <a:pt x="212" y="616"/>
                </a:cubicBezTo>
                <a:cubicBezTo>
                  <a:pt x="212" y="616"/>
                  <a:pt x="212" y="616"/>
                  <a:pt x="193" y="627"/>
                </a:cubicBezTo>
                <a:cubicBezTo>
                  <a:pt x="193" y="627"/>
                  <a:pt x="193" y="627"/>
                  <a:pt x="193" y="547"/>
                </a:cubicBezTo>
                <a:cubicBezTo>
                  <a:pt x="193" y="547"/>
                  <a:pt x="193" y="547"/>
                  <a:pt x="229" y="527"/>
                </a:cubicBezTo>
                <a:cubicBezTo>
                  <a:pt x="236" y="523"/>
                  <a:pt x="236" y="515"/>
                  <a:pt x="232" y="509"/>
                </a:cubicBezTo>
                <a:cubicBezTo>
                  <a:pt x="232" y="509"/>
                  <a:pt x="232" y="509"/>
                  <a:pt x="232" y="509"/>
                </a:cubicBezTo>
                <a:cubicBezTo>
                  <a:pt x="228" y="503"/>
                  <a:pt x="219" y="501"/>
                  <a:pt x="212" y="505"/>
                </a:cubicBezTo>
                <a:cubicBezTo>
                  <a:pt x="212" y="505"/>
                  <a:pt x="212" y="505"/>
                  <a:pt x="168" y="530"/>
                </a:cubicBezTo>
                <a:cubicBezTo>
                  <a:pt x="163" y="533"/>
                  <a:pt x="161" y="544"/>
                  <a:pt x="161" y="544"/>
                </a:cubicBezTo>
                <a:cubicBezTo>
                  <a:pt x="161" y="544"/>
                  <a:pt x="161" y="544"/>
                  <a:pt x="161" y="646"/>
                </a:cubicBezTo>
                <a:cubicBezTo>
                  <a:pt x="161" y="646"/>
                  <a:pt x="163" y="655"/>
                  <a:pt x="166" y="658"/>
                </a:cubicBezTo>
                <a:cubicBezTo>
                  <a:pt x="169" y="661"/>
                  <a:pt x="178" y="666"/>
                  <a:pt x="185" y="662"/>
                </a:cubicBezTo>
                <a:cubicBezTo>
                  <a:pt x="185" y="662"/>
                  <a:pt x="185" y="662"/>
                  <a:pt x="229" y="636"/>
                </a:cubicBezTo>
                <a:cubicBezTo>
                  <a:pt x="236" y="632"/>
                  <a:pt x="237" y="624"/>
                  <a:pt x="233" y="619"/>
                </a:cubicBezTo>
                <a:close/>
              </a:path>
            </a:pathLst>
          </a:custGeom>
          <a:solidFill>
            <a:schemeClr val="tx2"/>
          </a:solidFill>
          <a:ln>
            <a:noFill/>
          </a:ln>
        </p:spPr>
        <p:txBody>
          <a:bodyPr vert="horz" wrap="square" lIns="89635" tIns="44817" rIns="89635" bIns="44817" numCol="1" anchor="t" anchorCtr="0" compatLnSpc="1">
            <a:prstTxWarp prst="textNoShape">
              <a:avLst/>
            </a:prstTxWarp>
          </a:bodyPr>
          <a:lstStyle/>
          <a:p>
            <a:pPr marL="0" marR="0" lvl="0" indent="0" algn="l" defTabSz="91343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pic>
        <p:nvPicPr>
          <p:cNvPr id="15" name="Picture 4" descr="C:\Users\roslyn.ADI\Desktop\DVD_ART36\Artwork_Imagery\Icons - Illustrations\_ WINDOWS SERVER ICONS\Hardware\Virtual Servers 2.png">
            <a:extLst>
              <a:ext uri="{FF2B5EF4-FFF2-40B4-BE49-F238E27FC236}">
                <a16:creationId xmlns:a16="http://schemas.microsoft.com/office/drawing/2014/main" id="{1776E0E5-6D70-DA7C-DB16-631DABB07344}"/>
              </a:ext>
            </a:extLst>
          </p:cNvPr>
          <p:cNvPicPr>
            <a:picLocks noChangeAspect="1" noChangeArrowheads="1"/>
          </p:cNvPicPr>
          <p:nvPr/>
        </p:nvPicPr>
        <p:blipFill>
          <a:blip r:embed="rId3" cstate="print"/>
          <a:srcRect/>
          <a:stretch>
            <a:fillRect/>
          </a:stretch>
        </p:blipFill>
        <p:spPr bwMode="auto">
          <a:xfrm>
            <a:off x="3702430" y="3991530"/>
            <a:ext cx="492017" cy="613536"/>
          </a:xfrm>
          <a:prstGeom prst="rect">
            <a:avLst/>
          </a:prstGeom>
          <a:noFill/>
        </p:spPr>
      </p:pic>
      <p:sp>
        <p:nvSpPr>
          <p:cNvPr id="16" name="円/楕円 15">
            <a:extLst>
              <a:ext uri="{FF2B5EF4-FFF2-40B4-BE49-F238E27FC236}">
                <a16:creationId xmlns:a16="http://schemas.microsoft.com/office/drawing/2014/main" id="{FED678BE-732B-59E3-1A94-C43947266504}"/>
              </a:ext>
            </a:extLst>
          </p:cNvPr>
          <p:cNvSpPr/>
          <p:nvPr/>
        </p:nvSpPr>
        <p:spPr bwMode="auto">
          <a:xfrm>
            <a:off x="3822438" y="4615701"/>
            <a:ext cx="252000" cy="252000"/>
          </a:xfrm>
          <a:prstGeom prst="ellipse">
            <a:avLst/>
          </a:prstGeom>
          <a:solidFill>
            <a:srgbClr val="FF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1" lang="ja-JP" altLang="en-US" sz="22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17" name="円/楕円 16">
            <a:extLst>
              <a:ext uri="{FF2B5EF4-FFF2-40B4-BE49-F238E27FC236}">
                <a16:creationId xmlns:a16="http://schemas.microsoft.com/office/drawing/2014/main" id="{0374268B-18C1-42E9-C475-AA7E8C260B39}"/>
              </a:ext>
            </a:extLst>
          </p:cNvPr>
          <p:cNvSpPr/>
          <p:nvPr/>
        </p:nvSpPr>
        <p:spPr bwMode="auto">
          <a:xfrm>
            <a:off x="2458468" y="4596375"/>
            <a:ext cx="252000" cy="252000"/>
          </a:xfrm>
          <a:prstGeom prst="ellipse">
            <a:avLst/>
          </a:prstGeom>
          <a:solidFill>
            <a:srgbClr val="FF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1" lang="ja-JP" altLang="en-US" sz="22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18" name="正方形/長方形 17">
            <a:extLst>
              <a:ext uri="{FF2B5EF4-FFF2-40B4-BE49-F238E27FC236}">
                <a16:creationId xmlns:a16="http://schemas.microsoft.com/office/drawing/2014/main" id="{FB5E27C2-67B0-49D8-82DC-43DC6C90BF71}"/>
              </a:ext>
            </a:extLst>
          </p:cNvPr>
          <p:cNvSpPr/>
          <p:nvPr/>
        </p:nvSpPr>
        <p:spPr bwMode="auto">
          <a:xfrm>
            <a:off x="893786" y="2932527"/>
            <a:ext cx="4339727" cy="2908676"/>
          </a:xfrm>
          <a:prstGeom prst="rect">
            <a:avLst/>
          </a:prstGeom>
          <a:noFill/>
          <a:ln w="57150" cap="flat" cmpd="sng" algn="ctr">
            <a:solidFill>
              <a:srgbClr val="0079D6"/>
            </a:solidFill>
            <a:prstDash val="solid"/>
            <a:headEnd type="none" w="med" len="med"/>
            <a:tailEnd type="none" w="med" len="med"/>
          </a:ln>
          <a:effectLst/>
        </p:spPr>
        <p:txBody>
          <a:bodyPr vert="horz" wrap="square" lIns="0" tIns="38858" rIns="0" bIns="38858" numCol="1" rtlCol="0" anchor="ctr" anchorCtr="0" compatLnSpc="1">
            <a:prstTxWarp prst="textNoShape">
              <a:avLst/>
            </a:prstTxWarp>
          </a:bodyPr>
          <a:lstStyle/>
          <a:p>
            <a:pPr marL="0" marR="0" lvl="0" indent="0" algn="ctr" defTabSz="776936" rtl="0" eaLnBrk="1" fontAlgn="base" latinLnBrk="0" hangingPunct="1">
              <a:lnSpc>
                <a:spcPct val="100000"/>
              </a:lnSpc>
              <a:spcBef>
                <a:spcPct val="0"/>
              </a:spcBef>
              <a:spcAft>
                <a:spcPct val="0"/>
              </a:spcAft>
              <a:buClrTx/>
              <a:buSzTx/>
              <a:buFontTx/>
              <a:buNone/>
              <a:tabLst/>
              <a:defRPr/>
            </a:pPr>
            <a:endParaRPr kumimoji="0" lang="ja-JP" altLang="en-US" sz="2400" b="0" i="0" u="none" strike="noStrike" kern="0" cap="none" spc="0" normalizeH="0" baseline="0" noProof="0">
              <a:ln>
                <a:solidFill>
                  <a:srgbClr val="FFFFFF"/>
                </a:solid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
        <p:nvSpPr>
          <p:cNvPr id="19" name="テキスト ボックス 18">
            <a:extLst>
              <a:ext uri="{FF2B5EF4-FFF2-40B4-BE49-F238E27FC236}">
                <a16:creationId xmlns:a16="http://schemas.microsoft.com/office/drawing/2014/main" id="{15299D50-CC83-0E48-ED71-B23CFD1F2554}"/>
              </a:ext>
            </a:extLst>
          </p:cNvPr>
          <p:cNvSpPr txBox="1"/>
          <p:nvPr/>
        </p:nvSpPr>
        <p:spPr>
          <a:xfrm>
            <a:off x="3578625" y="4095019"/>
            <a:ext cx="648254" cy="492443"/>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1"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内部 </a:t>
            </a:r>
            <a:r>
              <a:rPr kumimoji="1" lang="en-US" altLang="ja-JP" sz="1600" b="1"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IP</a:t>
            </a:r>
            <a:r>
              <a:rPr kumimoji="1" lang="ja-JP" altLang="en-US" sz="1600" b="1"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 </a:t>
            </a:r>
            <a:endParaRPr kumimoji="1" lang="en-US" altLang="ja-JP" sz="1600" b="1"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1"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アドレス</a:t>
            </a:r>
            <a:endParaRPr kumimoji="1" lang="en-US" altLang="ja-JP" sz="1600" b="1"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pic>
        <p:nvPicPr>
          <p:cNvPr id="20" name="Picture 2">
            <a:extLst>
              <a:ext uri="{FF2B5EF4-FFF2-40B4-BE49-F238E27FC236}">
                <a16:creationId xmlns:a16="http://schemas.microsoft.com/office/drawing/2014/main" id="{7B80D12D-8B41-F85E-AE51-1F1833723F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650" y="5506753"/>
            <a:ext cx="838200" cy="581025"/>
          </a:xfrm>
          <a:prstGeom prst="rect">
            <a:avLst/>
          </a:prstGeom>
          <a:noFill/>
          <a:extLst>
            <a:ext uri="{909E8E84-426E-40DD-AFC4-6F175D3DCCD1}">
              <a14:hiddenFill xmlns:a14="http://schemas.microsoft.com/office/drawing/2010/main">
                <a:solidFill>
                  <a:srgbClr val="FFFFFF"/>
                </a:solidFill>
              </a14:hiddenFill>
            </a:ext>
          </a:extLst>
        </p:spPr>
      </p:pic>
      <p:sp>
        <p:nvSpPr>
          <p:cNvPr id="21" name="テキスト ボックス 20">
            <a:extLst>
              <a:ext uri="{FF2B5EF4-FFF2-40B4-BE49-F238E27FC236}">
                <a16:creationId xmlns:a16="http://schemas.microsoft.com/office/drawing/2014/main" id="{3DC36467-9CF6-7B84-1C95-4DE3A9AA32A6}"/>
              </a:ext>
            </a:extLst>
          </p:cNvPr>
          <p:cNvSpPr txBox="1"/>
          <p:nvPr/>
        </p:nvSpPr>
        <p:spPr>
          <a:xfrm>
            <a:off x="524057" y="5911639"/>
            <a:ext cx="106019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0" i="0" u="none" strike="noStrike" kern="1200" cap="none" spc="0" normalizeH="0" baseline="0" noProof="0" err="1">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VNet</a:t>
            </a:r>
            <a:r>
              <a:rPr kumimoji="1" lang="en-US" altLang="ja-JP" sz="20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 1</a:t>
            </a:r>
            <a:endParaRPr kumimoji="1" lang="ja-JP" altLang="en-US" sz="20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
        <p:nvSpPr>
          <p:cNvPr id="22" name="テキスト ボックス 21">
            <a:extLst>
              <a:ext uri="{FF2B5EF4-FFF2-40B4-BE49-F238E27FC236}">
                <a16:creationId xmlns:a16="http://schemas.microsoft.com/office/drawing/2014/main" id="{55C3D16C-A880-449F-D93D-107A8DD76B7A}"/>
              </a:ext>
            </a:extLst>
          </p:cNvPr>
          <p:cNvSpPr txBox="1"/>
          <p:nvPr/>
        </p:nvSpPr>
        <p:spPr>
          <a:xfrm>
            <a:off x="1144537" y="2965718"/>
            <a:ext cx="1401346"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サブネット１</a:t>
            </a:r>
          </a:p>
        </p:txBody>
      </p:sp>
      <p:sp>
        <p:nvSpPr>
          <p:cNvPr id="23" name="正方形/長方形 22">
            <a:extLst>
              <a:ext uri="{FF2B5EF4-FFF2-40B4-BE49-F238E27FC236}">
                <a16:creationId xmlns:a16="http://schemas.microsoft.com/office/drawing/2014/main" id="{422A510D-189B-4812-35A4-9E91B9F129D7}"/>
              </a:ext>
            </a:extLst>
          </p:cNvPr>
          <p:cNvSpPr/>
          <p:nvPr/>
        </p:nvSpPr>
        <p:spPr bwMode="auto">
          <a:xfrm>
            <a:off x="5929870" y="3805619"/>
            <a:ext cx="1876900" cy="1162492"/>
          </a:xfrm>
          <a:prstGeom prst="rect">
            <a:avLst/>
          </a:prstGeom>
          <a:noFill/>
          <a:ln w="57150" cap="flat" cmpd="sng" algn="ctr">
            <a:solidFill>
              <a:srgbClr val="0079D6"/>
            </a:solidFill>
            <a:prstDash val="solid"/>
            <a:headEnd type="none" w="med" len="med"/>
            <a:tailEnd type="none" w="med" len="med"/>
          </a:ln>
          <a:effectLst/>
        </p:spPr>
        <p:txBody>
          <a:bodyPr vert="horz" wrap="square" lIns="0" tIns="38858" rIns="0" bIns="38858" numCol="1" rtlCol="0" anchor="ctr" anchorCtr="0" compatLnSpc="1">
            <a:prstTxWarp prst="textNoShape">
              <a:avLst/>
            </a:prstTxWarp>
          </a:bodyPr>
          <a:lstStyle/>
          <a:p>
            <a:pPr marL="0" marR="0" lvl="0" indent="0" algn="ctr" defTabSz="776936" rtl="0" eaLnBrk="1" fontAlgn="base" latinLnBrk="0" hangingPunct="1">
              <a:lnSpc>
                <a:spcPct val="100000"/>
              </a:lnSpc>
              <a:spcBef>
                <a:spcPct val="0"/>
              </a:spcBef>
              <a:spcAft>
                <a:spcPct val="0"/>
              </a:spcAft>
              <a:buClrTx/>
              <a:buSzTx/>
              <a:buFontTx/>
              <a:buNone/>
              <a:tabLst/>
              <a:defRPr/>
            </a:pPr>
            <a:endParaRPr kumimoji="0" lang="ja-JP" altLang="en-US" sz="2400" b="0" i="0" u="none" strike="noStrike" kern="0" cap="none" spc="0" normalizeH="0" baseline="0" noProof="0">
              <a:ln>
                <a:solidFill>
                  <a:srgbClr val="FFFFFF"/>
                </a:solid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pic>
        <p:nvPicPr>
          <p:cNvPr id="24" name="Picture 2">
            <a:extLst>
              <a:ext uri="{FF2B5EF4-FFF2-40B4-BE49-F238E27FC236}">
                <a16:creationId xmlns:a16="http://schemas.microsoft.com/office/drawing/2014/main" id="{664AF5FE-0743-FA0E-BE30-1DA636FA81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36377" y="4020843"/>
            <a:ext cx="838200" cy="581025"/>
          </a:xfrm>
          <a:prstGeom prst="rect">
            <a:avLst/>
          </a:prstGeom>
          <a:noFill/>
          <a:extLst>
            <a:ext uri="{909E8E84-426E-40DD-AFC4-6F175D3DCCD1}">
              <a14:hiddenFill xmlns:a14="http://schemas.microsoft.com/office/drawing/2010/main">
                <a:solidFill>
                  <a:srgbClr val="FFFFFF"/>
                </a:solidFill>
              </a14:hiddenFill>
            </a:ext>
          </a:extLst>
        </p:spPr>
      </p:pic>
      <p:sp>
        <p:nvSpPr>
          <p:cNvPr id="25" name="テキスト ボックス 24">
            <a:extLst>
              <a:ext uri="{FF2B5EF4-FFF2-40B4-BE49-F238E27FC236}">
                <a16:creationId xmlns:a16="http://schemas.microsoft.com/office/drawing/2014/main" id="{D8120DA8-87D6-5DD3-39D5-322C8A7C2C6E}"/>
              </a:ext>
            </a:extLst>
          </p:cNvPr>
          <p:cNvSpPr txBox="1"/>
          <p:nvPr/>
        </p:nvSpPr>
        <p:spPr>
          <a:xfrm>
            <a:off x="6605784" y="4425729"/>
            <a:ext cx="106019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0" i="0" u="none" strike="noStrike" kern="1200" cap="none" spc="0" normalizeH="0" baseline="0" noProof="0" err="1">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VNet</a:t>
            </a:r>
            <a:r>
              <a:rPr kumimoji="1" lang="en-US" altLang="ja-JP" sz="20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 2</a:t>
            </a:r>
            <a:endParaRPr kumimoji="1" lang="ja-JP" altLang="en-US" sz="20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
        <p:nvSpPr>
          <p:cNvPr id="26" name="Rounded Rectangle 75">
            <a:extLst>
              <a:ext uri="{FF2B5EF4-FFF2-40B4-BE49-F238E27FC236}">
                <a16:creationId xmlns:a16="http://schemas.microsoft.com/office/drawing/2014/main" id="{7294B4F4-C376-790F-7384-9E6F877964DE}"/>
              </a:ext>
            </a:extLst>
          </p:cNvPr>
          <p:cNvSpPr/>
          <p:nvPr/>
        </p:nvSpPr>
        <p:spPr bwMode="auto">
          <a:xfrm>
            <a:off x="9393910" y="3367228"/>
            <a:ext cx="1600155" cy="1731562"/>
          </a:xfrm>
          <a:prstGeom prst="roundRect">
            <a:avLst>
              <a:gd name="adj" fmla="val 10259"/>
            </a:avLst>
          </a:prstGeom>
          <a:noFill/>
          <a:ln w="28575">
            <a:solidFill>
              <a:schemeClr val="accent1">
                <a:lumMod val="60000"/>
                <a:lumOff val="4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79277" tIns="143422" rIns="179277" bIns="143422" numCol="1" spcCol="0" rtlCol="0" fromWordArt="0" anchor="t" anchorCtr="0" forceAA="0" compatLnSpc="1">
            <a:prstTxWarp prst="textNoShape">
              <a:avLst/>
            </a:prstTxWarp>
            <a:noAutofit/>
          </a:bodyPr>
          <a:lstStyle/>
          <a:p>
            <a:pPr marL="0" marR="0" lvl="0" indent="0" algn="ctr" defTabSz="896091" rtl="0" eaLnBrk="1" fontAlgn="base" latinLnBrk="0" hangingPunct="1">
              <a:lnSpc>
                <a:spcPct val="90000"/>
              </a:lnSpc>
              <a:spcBef>
                <a:spcPct val="0"/>
              </a:spcBef>
              <a:spcAft>
                <a:spcPct val="0"/>
              </a:spcAft>
              <a:buClrTx/>
              <a:buSzTx/>
              <a:buFontTx/>
              <a:buNone/>
              <a:tabLst/>
              <a:defRPr/>
            </a:pPr>
            <a:endParaRPr kumimoji="0" lang="en-US" sz="1800" b="0" i="0" u="none" strike="noStrike" kern="1200" cap="none" spc="-49"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
        <p:nvSpPr>
          <p:cNvPr id="27" name="Freeform 24">
            <a:extLst>
              <a:ext uri="{FF2B5EF4-FFF2-40B4-BE49-F238E27FC236}">
                <a16:creationId xmlns:a16="http://schemas.microsoft.com/office/drawing/2014/main" id="{EF3AA59D-BC2D-7BB9-5337-811FAFA3BCF1}"/>
              </a:ext>
            </a:extLst>
          </p:cNvPr>
          <p:cNvSpPr>
            <a:spLocks noEditPoints="1"/>
          </p:cNvSpPr>
          <p:nvPr/>
        </p:nvSpPr>
        <p:spPr bwMode="black">
          <a:xfrm>
            <a:off x="9790545" y="4409401"/>
            <a:ext cx="777169" cy="386005"/>
          </a:xfrm>
          <a:custGeom>
            <a:avLst/>
            <a:gdLst>
              <a:gd name="T0" fmla="*/ 524 w 1369"/>
              <a:gd name="T1" fmla="*/ 115 h 1057"/>
              <a:gd name="T2" fmla="*/ 373 w 1369"/>
              <a:gd name="T3" fmla="*/ 228 h 1057"/>
              <a:gd name="T4" fmla="*/ 455 w 1369"/>
              <a:gd name="T5" fmla="*/ 153 h 1057"/>
              <a:gd name="T6" fmla="*/ 5 w 1369"/>
              <a:gd name="T7" fmla="*/ 634 h 1057"/>
              <a:gd name="T8" fmla="*/ 149 w 1369"/>
              <a:gd name="T9" fmla="*/ 320 h 1057"/>
              <a:gd name="T10" fmla="*/ 26 w 1369"/>
              <a:gd name="T11" fmla="*/ 509 h 1057"/>
              <a:gd name="T12" fmla="*/ 652 w 1369"/>
              <a:gd name="T13" fmla="*/ 75 h 1057"/>
              <a:gd name="T14" fmla="*/ 36 w 1369"/>
              <a:gd name="T15" fmla="*/ 435 h 1057"/>
              <a:gd name="T16" fmla="*/ 28 w 1369"/>
              <a:gd name="T17" fmla="*/ 478 h 1057"/>
              <a:gd name="T18" fmla="*/ 9 w 1369"/>
              <a:gd name="T19" fmla="*/ 353 h 1057"/>
              <a:gd name="T20" fmla="*/ 1045 w 1369"/>
              <a:gd name="T21" fmla="*/ 157 h 1057"/>
              <a:gd name="T22" fmla="*/ 1251 w 1369"/>
              <a:gd name="T23" fmla="*/ 278 h 1057"/>
              <a:gd name="T24" fmla="*/ 1184 w 1369"/>
              <a:gd name="T25" fmla="*/ 236 h 1057"/>
              <a:gd name="T26" fmla="*/ 1369 w 1369"/>
              <a:gd name="T27" fmla="*/ 439 h 1057"/>
              <a:gd name="T28" fmla="*/ 1349 w 1369"/>
              <a:gd name="T29" fmla="*/ 356 h 1057"/>
              <a:gd name="T30" fmla="*/ 1150 w 1369"/>
              <a:gd name="T31" fmla="*/ 216 h 1057"/>
              <a:gd name="T32" fmla="*/ 859 w 1369"/>
              <a:gd name="T33" fmla="*/ 52 h 1057"/>
              <a:gd name="T34" fmla="*/ 781 w 1369"/>
              <a:gd name="T35" fmla="*/ 39 h 1057"/>
              <a:gd name="T36" fmla="*/ 746 w 1369"/>
              <a:gd name="T37" fmla="*/ 26 h 1057"/>
              <a:gd name="T38" fmla="*/ 682 w 1369"/>
              <a:gd name="T39" fmla="*/ 56 h 1057"/>
              <a:gd name="T40" fmla="*/ 67 w 1369"/>
              <a:gd name="T41" fmla="*/ 682 h 1057"/>
              <a:gd name="T42" fmla="*/ 963 w 1369"/>
              <a:gd name="T43" fmla="*/ 142 h 1057"/>
              <a:gd name="T44" fmla="*/ 906 w 1369"/>
              <a:gd name="T45" fmla="*/ 82 h 1057"/>
              <a:gd name="T46" fmla="*/ 247 w 1369"/>
              <a:gd name="T47" fmla="*/ 268 h 1057"/>
              <a:gd name="T48" fmla="*/ 1073 w 1369"/>
              <a:gd name="T49" fmla="*/ 766 h 1057"/>
              <a:gd name="T50" fmla="*/ 974 w 1369"/>
              <a:gd name="T51" fmla="*/ 824 h 1057"/>
              <a:gd name="T52" fmla="*/ 1048 w 1369"/>
              <a:gd name="T53" fmla="*/ 780 h 1057"/>
              <a:gd name="T54" fmla="*/ 834 w 1369"/>
              <a:gd name="T55" fmla="*/ 948 h 1057"/>
              <a:gd name="T56" fmla="*/ 882 w 1369"/>
              <a:gd name="T57" fmla="*/ 910 h 1057"/>
              <a:gd name="T58" fmla="*/ 1199 w 1369"/>
              <a:gd name="T59" fmla="*/ 723 h 1057"/>
              <a:gd name="T60" fmla="*/ 61 w 1369"/>
              <a:gd name="T61" fmla="*/ 327 h 1057"/>
              <a:gd name="T62" fmla="*/ 1353 w 1369"/>
              <a:gd name="T63" fmla="*/ 606 h 1057"/>
              <a:gd name="T64" fmla="*/ 1342 w 1369"/>
              <a:gd name="T65" fmla="*/ 518 h 1057"/>
              <a:gd name="T66" fmla="*/ 789 w 1369"/>
              <a:gd name="T67" fmla="*/ 977 h 1057"/>
              <a:gd name="T68" fmla="*/ 791 w 1369"/>
              <a:gd name="T69" fmla="*/ 972 h 1057"/>
              <a:gd name="T70" fmla="*/ 1249 w 1369"/>
              <a:gd name="T71" fmla="*/ 662 h 1057"/>
              <a:gd name="T72" fmla="*/ 1318 w 1369"/>
              <a:gd name="T73" fmla="*/ 616 h 1057"/>
              <a:gd name="T74" fmla="*/ 357 w 1369"/>
              <a:gd name="T75" fmla="*/ 821 h 1057"/>
              <a:gd name="T76" fmla="*/ 249 w 1369"/>
              <a:gd name="T77" fmla="*/ 759 h 1057"/>
              <a:gd name="T78" fmla="*/ 179 w 1369"/>
              <a:gd name="T79" fmla="*/ 721 h 1057"/>
              <a:gd name="T80" fmla="*/ 133 w 1369"/>
              <a:gd name="T81" fmla="*/ 704 h 1057"/>
              <a:gd name="T82" fmla="*/ 139 w 1369"/>
              <a:gd name="T83" fmla="*/ 731 h 1057"/>
              <a:gd name="T84" fmla="*/ 711 w 1369"/>
              <a:gd name="T85" fmla="*/ 1056 h 1057"/>
              <a:gd name="T86" fmla="*/ 606 w 1369"/>
              <a:gd name="T87" fmla="*/ 984 h 1057"/>
              <a:gd name="T88" fmla="*/ 614 w 1369"/>
              <a:gd name="T89" fmla="*/ 998 h 1057"/>
              <a:gd name="T90" fmla="*/ 555 w 1369"/>
              <a:gd name="T91" fmla="*/ 933 h 1057"/>
              <a:gd name="T92" fmla="*/ 676 w 1369"/>
              <a:gd name="T93" fmla="*/ 1024 h 1057"/>
              <a:gd name="T94" fmla="*/ 489 w 1369"/>
              <a:gd name="T95" fmla="*/ 898 h 1057"/>
              <a:gd name="T96" fmla="*/ 1274 w 1369"/>
              <a:gd name="T97" fmla="*/ 378 h 1057"/>
              <a:gd name="T98" fmla="*/ 749 w 1369"/>
              <a:gd name="T99" fmla="*/ 729 h 1057"/>
              <a:gd name="T100" fmla="*/ 146 w 1369"/>
              <a:gd name="T101" fmla="*/ 631 h 1057"/>
              <a:gd name="T102" fmla="*/ 600 w 1369"/>
              <a:gd name="T103" fmla="*/ 889 h 1057"/>
              <a:gd name="T104" fmla="*/ 780 w 1369"/>
              <a:gd name="T105" fmla="*/ 741 h 1057"/>
              <a:gd name="T106" fmla="*/ 486 w 1369"/>
              <a:gd name="T107" fmla="*/ 685 h 1057"/>
              <a:gd name="T108" fmla="*/ 587 w 1369"/>
              <a:gd name="T109" fmla="*/ 850 h 1057"/>
              <a:gd name="T110" fmla="*/ 560 w 1369"/>
              <a:gd name="T111" fmla="*/ 881 h 1057"/>
              <a:gd name="T112" fmla="*/ 232 w 1369"/>
              <a:gd name="T113" fmla="*/ 509 h 1057"/>
              <a:gd name="T114" fmla="*/ 233 w 1369"/>
              <a:gd name="T115" fmla="*/ 619 h 10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69" h="1057">
                <a:moveTo>
                  <a:pt x="234" y="304"/>
                </a:moveTo>
                <a:cubicBezTo>
                  <a:pt x="234" y="304"/>
                  <a:pt x="234" y="304"/>
                  <a:pt x="234" y="304"/>
                </a:cubicBezTo>
                <a:cubicBezTo>
                  <a:pt x="190" y="329"/>
                  <a:pt x="190" y="329"/>
                  <a:pt x="190" y="329"/>
                </a:cubicBezTo>
                <a:cubicBezTo>
                  <a:pt x="178" y="305"/>
                  <a:pt x="178" y="305"/>
                  <a:pt x="178" y="305"/>
                </a:cubicBezTo>
                <a:cubicBezTo>
                  <a:pt x="222" y="280"/>
                  <a:pt x="222" y="280"/>
                  <a:pt x="222" y="280"/>
                </a:cubicBezTo>
                <a:cubicBezTo>
                  <a:pt x="234" y="304"/>
                  <a:pt x="234" y="304"/>
                  <a:pt x="234" y="304"/>
                </a:cubicBezTo>
                <a:close/>
                <a:moveTo>
                  <a:pt x="581" y="113"/>
                </a:moveTo>
                <a:cubicBezTo>
                  <a:pt x="569" y="91"/>
                  <a:pt x="569" y="91"/>
                  <a:pt x="569" y="91"/>
                </a:cubicBezTo>
                <a:cubicBezTo>
                  <a:pt x="524" y="115"/>
                  <a:pt x="524" y="115"/>
                  <a:pt x="524" y="115"/>
                </a:cubicBezTo>
                <a:cubicBezTo>
                  <a:pt x="537" y="138"/>
                  <a:pt x="537" y="138"/>
                  <a:pt x="537" y="138"/>
                </a:cubicBezTo>
                <a:cubicBezTo>
                  <a:pt x="581" y="113"/>
                  <a:pt x="581" y="113"/>
                  <a:pt x="581" y="113"/>
                </a:cubicBezTo>
                <a:cubicBezTo>
                  <a:pt x="581" y="113"/>
                  <a:pt x="581" y="113"/>
                  <a:pt x="581" y="113"/>
                </a:cubicBezTo>
                <a:close/>
                <a:moveTo>
                  <a:pt x="373" y="228"/>
                </a:moveTo>
                <a:cubicBezTo>
                  <a:pt x="360" y="205"/>
                  <a:pt x="360" y="205"/>
                  <a:pt x="360" y="205"/>
                </a:cubicBezTo>
                <a:cubicBezTo>
                  <a:pt x="316" y="230"/>
                  <a:pt x="316" y="230"/>
                  <a:pt x="316" y="230"/>
                </a:cubicBezTo>
                <a:cubicBezTo>
                  <a:pt x="329" y="252"/>
                  <a:pt x="329" y="252"/>
                  <a:pt x="329" y="252"/>
                </a:cubicBezTo>
                <a:cubicBezTo>
                  <a:pt x="373" y="228"/>
                  <a:pt x="373" y="228"/>
                  <a:pt x="373" y="228"/>
                </a:cubicBezTo>
                <a:cubicBezTo>
                  <a:pt x="373" y="228"/>
                  <a:pt x="373" y="228"/>
                  <a:pt x="373" y="228"/>
                </a:cubicBezTo>
                <a:close/>
                <a:moveTo>
                  <a:pt x="443" y="190"/>
                </a:moveTo>
                <a:cubicBezTo>
                  <a:pt x="430" y="167"/>
                  <a:pt x="430" y="167"/>
                  <a:pt x="430" y="167"/>
                </a:cubicBezTo>
                <a:cubicBezTo>
                  <a:pt x="385" y="190"/>
                  <a:pt x="385" y="190"/>
                  <a:pt x="385" y="190"/>
                </a:cubicBezTo>
                <a:cubicBezTo>
                  <a:pt x="398" y="214"/>
                  <a:pt x="398" y="214"/>
                  <a:pt x="398" y="214"/>
                </a:cubicBezTo>
                <a:cubicBezTo>
                  <a:pt x="443" y="190"/>
                  <a:pt x="443" y="190"/>
                  <a:pt x="443" y="190"/>
                </a:cubicBezTo>
                <a:cubicBezTo>
                  <a:pt x="443" y="190"/>
                  <a:pt x="443" y="190"/>
                  <a:pt x="443" y="190"/>
                </a:cubicBezTo>
                <a:close/>
                <a:moveTo>
                  <a:pt x="513" y="151"/>
                </a:moveTo>
                <a:cubicBezTo>
                  <a:pt x="501" y="129"/>
                  <a:pt x="501" y="129"/>
                  <a:pt x="501" y="129"/>
                </a:cubicBezTo>
                <a:cubicBezTo>
                  <a:pt x="455" y="153"/>
                  <a:pt x="455" y="153"/>
                  <a:pt x="455" y="153"/>
                </a:cubicBezTo>
                <a:cubicBezTo>
                  <a:pt x="468" y="176"/>
                  <a:pt x="468" y="176"/>
                  <a:pt x="468" y="176"/>
                </a:cubicBezTo>
                <a:cubicBezTo>
                  <a:pt x="513" y="151"/>
                  <a:pt x="513" y="151"/>
                  <a:pt x="513" y="151"/>
                </a:cubicBezTo>
                <a:cubicBezTo>
                  <a:pt x="513" y="151"/>
                  <a:pt x="513" y="151"/>
                  <a:pt x="513" y="151"/>
                </a:cubicBezTo>
                <a:close/>
                <a:moveTo>
                  <a:pt x="32" y="631"/>
                </a:moveTo>
                <a:cubicBezTo>
                  <a:pt x="30" y="620"/>
                  <a:pt x="30" y="607"/>
                  <a:pt x="29" y="592"/>
                </a:cubicBezTo>
                <a:cubicBezTo>
                  <a:pt x="28" y="587"/>
                  <a:pt x="28" y="587"/>
                  <a:pt x="28" y="587"/>
                </a:cubicBezTo>
                <a:cubicBezTo>
                  <a:pt x="1" y="589"/>
                  <a:pt x="1" y="589"/>
                  <a:pt x="1" y="589"/>
                </a:cubicBezTo>
                <a:cubicBezTo>
                  <a:pt x="1" y="595"/>
                  <a:pt x="1" y="595"/>
                  <a:pt x="1" y="595"/>
                </a:cubicBezTo>
                <a:cubicBezTo>
                  <a:pt x="3" y="608"/>
                  <a:pt x="3" y="622"/>
                  <a:pt x="5" y="634"/>
                </a:cubicBezTo>
                <a:cubicBezTo>
                  <a:pt x="6" y="639"/>
                  <a:pt x="6" y="639"/>
                  <a:pt x="6" y="639"/>
                </a:cubicBezTo>
                <a:cubicBezTo>
                  <a:pt x="33" y="636"/>
                  <a:pt x="33" y="636"/>
                  <a:pt x="33" y="636"/>
                </a:cubicBezTo>
                <a:cubicBezTo>
                  <a:pt x="32" y="631"/>
                  <a:pt x="32" y="631"/>
                  <a:pt x="32" y="631"/>
                </a:cubicBezTo>
                <a:cubicBezTo>
                  <a:pt x="32" y="631"/>
                  <a:pt x="32" y="631"/>
                  <a:pt x="32" y="631"/>
                </a:cubicBezTo>
                <a:close/>
                <a:moveTo>
                  <a:pt x="143" y="346"/>
                </a:moveTo>
                <a:cubicBezTo>
                  <a:pt x="148" y="346"/>
                  <a:pt x="152" y="346"/>
                  <a:pt x="157" y="344"/>
                </a:cubicBezTo>
                <a:cubicBezTo>
                  <a:pt x="162" y="343"/>
                  <a:pt x="162" y="343"/>
                  <a:pt x="162" y="343"/>
                </a:cubicBezTo>
                <a:cubicBezTo>
                  <a:pt x="154" y="318"/>
                  <a:pt x="154" y="318"/>
                  <a:pt x="154" y="318"/>
                </a:cubicBezTo>
                <a:cubicBezTo>
                  <a:pt x="149" y="320"/>
                  <a:pt x="149" y="320"/>
                  <a:pt x="149" y="320"/>
                </a:cubicBezTo>
                <a:cubicBezTo>
                  <a:pt x="143" y="322"/>
                  <a:pt x="133" y="320"/>
                  <a:pt x="118" y="316"/>
                </a:cubicBezTo>
                <a:cubicBezTo>
                  <a:pt x="113" y="315"/>
                  <a:pt x="113" y="315"/>
                  <a:pt x="113" y="315"/>
                </a:cubicBezTo>
                <a:cubicBezTo>
                  <a:pt x="105" y="338"/>
                  <a:pt x="105" y="338"/>
                  <a:pt x="105" y="338"/>
                </a:cubicBezTo>
                <a:cubicBezTo>
                  <a:pt x="110" y="341"/>
                  <a:pt x="110" y="341"/>
                  <a:pt x="110" y="341"/>
                </a:cubicBezTo>
                <a:cubicBezTo>
                  <a:pt x="124" y="344"/>
                  <a:pt x="134" y="346"/>
                  <a:pt x="143" y="346"/>
                </a:cubicBezTo>
                <a:close/>
                <a:moveTo>
                  <a:pt x="26" y="554"/>
                </a:moveTo>
                <a:cubicBezTo>
                  <a:pt x="26" y="543"/>
                  <a:pt x="26" y="534"/>
                  <a:pt x="26" y="525"/>
                </a:cubicBezTo>
                <a:cubicBezTo>
                  <a:pt x="26" y="521"/>
                  <a:pt x="26" y="518"/>
                  <a:pt x="26" y="514"/>
                </a:cubicBezTo>
                <a:cubicBezTo>
                  <a:pt x="26" y="509"/>
                  <a:pt x="26" y="509"/>
                  <a:pt x="26" y="509"/>
                </a:cubicBezTo>
                <a:cubicBezTo>
                  <a:pt x="0" y="509"/>
                  <a:pt x="0" y="509"/>
                  <a:pt x="0" y="509"/>
                </a:cubicBezTo>
                <a:cubicBezTo>
                  <a:pt x="0" y="514"/>
                  <a:pt x="0" y="514"/>
                  <a:pt x="0" y="514"/>
                </a:cubicBezTo>
                <a:cubicBezTo>
                  <a:pt x="0" y="517"/>
                  <a:pt x="0" y="521"/>
                  <a:pt x="0" y="525"/>
                </a:cubicBezTo>
                <a:cubicBezTo>
                  <a:pt x="0" y="534"/>
                  <a:pt x="0" y="544"/>
                  <a:pt x="0" y="554"/>
                </a:cubicBezTo>
                <a:cubicBezTo>
                  <a:pt x="0" y="560"/>
                  <a:pt x="0" y="560"/>
                  <a:pt x="0" y="560"/>
                </a:cubicBezTo>
                <a:cubicBezTo>
                  <a:pt x="26" y="559"/>
                  <a:pt x="26" y="559"/>
                  <a:pt x="26" y="559"/>
                </a:cubicBezTo>
                <a:cubicBezTo>
                  <a:pt x="26" y="554"/>
                  <a:pt x="26" y="554"/>
                  <a:pt x="26" y="554"/>
                </a:cubicBezTo>
                <a:cubicBezTo>
                  <a:pt x="26" y="554"/>
                  <a:pt x="26" y="554"/>
                  <a:pt x="26" y="554"/>
                </a:cubicBezTo>
                <a:close/>
                <a:moveTo>
                  <a:pt x="652" y="75"/>
                </a:moveTo>
                <a:cubicBezTo>
                  <a:pt x="639" y="54"/>
                  <a:pt x="639" y="54"/>
                  <a:pt x="639" y="54"/>
                </a:cubicBezTo>
                <a:cubicBezTo>
                  <a:pt x="594" y="77"/>
                  <a:pt x="594" y="77"/>
                  <a:pt x="594" y="77"/>
                </a:cubicBezTo>
                <a:cubicBezTo>
                  <a:pt x="606" y="101"/>
                  <a:pt x="606" y="101"/>
                  <a:pt x="606" y="101"/>
                </a:cubicBezTo>
                <a:cubicBezTo>
                  <a:pt x="652" y="75"/>
                  <a:pt x="652" y="75"/>
                  <a:pt x="652" y="75"/>
                </a:cubicBezTo>
                <a:cubicBezTo>
                  <a:pt x="652" y="75"/>
                  <a:pt x="652" y="75"/>
                  <a:pt x="652" y="75"/>
                </a:cubicBezTo>
                <a:close/>
                <a:moveTo>
                  <a:pt x="28" y="478"/>
                </a:moveTo>
                <a:cubicBezTo>
                  <a:pt x="29" y="476"/>
                  <a:pt x="29" y="475"/>
                  <a:pt x="29" y="475"/>
                </a:cubicBezTo>
                <a:cubicBezTo>
                  <a:pt x="34" y="468"/>
                  <a:pt x="36" y="458"/>
                  <a:pt x="36" y="446"/>
                </a:cubicBezTo>
                <a:cubicBezTo>
                  <a:pt x="36" y="443"/>
                  <a:pt x="36" y="439"/>
                  <a:pt x="36" y="435"/>
                </a:cubicBezTo>
                <a:cubicBezTo>
                  <a:pt x="35" y="430"/>
                  <a:pt x="35" y="430"/>
                  <a:pt x="35" y="430"/>
                </a:cubicBezTo>
                <a:cubicBezTo>
                  <a:pt x="9" y="431"/>
                  <a:pt x="9" y="431"/>
                  <a:pt x="9" y="431"/>
                </a:cubicBezTo>
                <a:cubicBezTo>
                  <a:pt x="9" y="437"/>
                  <a:pt x="9" y="437"/>
                  <a:pt x="9" y="437"/>
                </a:cubicBezTo>
                <a:cubicBezTo>
                  <a:pt x="9" y="440"/>
                  <a:pt x="9" y="443"/>
                  <a:pt x="9" y="446"/>
                </a:cubicBezTo>
                <a:cubicBezTo>
                  <a:pt x="9" y="456"/>
                  <a:pt x="8" y="460"/>
                  <a:pt x="7" y="461"/>
                </a:cubicBezTo>
                <a:cubicBezTo>
                  <a:pt x="5" y="464"/>
                  <a:pt x="3" y="467"/>
                  <a:pt x="2" y="472"/>
                </a:cubicBezTo>
                <a:cubicBezTo>
                  <a:pt x="1" y="477"/>
                  <a:pt x="1" y="477"/>
                  <a:pt x="1" y="477"/>
                </a:cubicBezTo>
                <a:cubicBezTo>
                  <a:pt x="27" y="484"/>
                  <a:pt x="27" y="484"/>
                  <a:pt x="27" y="484"/>
                </a:cubicBezTo>
                <a:cubicBezTo>
                  <a:pt x="28" y="478"/>
                  <a:pt x="28" y="478"/>
                  <a:pt x="28" y="478"/>
                </a:cubicBezTo>
                <a:cubicBezTo>
                  <a:pt x="28" y="478"/>
                  <a:pt x="28" y="478"/>
                  <a:pt x="28" y="478"/>
                </a:cubicBezTo>
                <a:close/>
                <a:moveTo>
                  <a:pt x="5" y="404"/>
                </a:moveTo>
                <a:cubicBezTo>
                  <a:pt x="31" y="400"/>
                  <a:pt x="31" y="400"/>
                  <a:pt x="31" y="400"/>
                </a:cubicBezTo>
                <a:cubicBezTo>
                  <a:pt x="30" y="395"/>
                  <a:pt x="30" y="395"/>
                  <a:pt x="30" y="395"/>
                </a:cubicBezTo>
                <a:cubicBezTo>
                  <a:pt x="29" y="391"/>
                  <a:pt x="28" y="384"/>
                  <a:pt x="28" y="382"/>
                </a:cubicBezTo>
                <a:cubicBezTo>
                  <a:pt x="28" y="380"/>
                  <a:pt x="29" y="374"/>
                  <a:pt x="34" y="363"/>
                </a:cubicBezTo>
                <a:cubicBezTo>
                  <a:pt x="36" y="358"/>
                  <a:pt x="36" y="358"/>
                  <a:pt x="36" y="358"/>
                </a:cubicBezTo>
                <a:cubicBezTo>
                  <a:pt x="11" y="348"/>
                  <a:pt x="11" y="348"/>
                  <a:pt x="11" y="348"/>
                </a:cubicBezTo>
                <a:cubicBezTo>
                  <a:pt x="9" y="353"/>
                  <a:pt x="9" y="353"/>
                  <a:pt x="9" y="353"/>
                </a:cubicBezTo>
                <a:cubicBezTo>
                  <a:pt x="6" y="361"/>
                  <a:pt x="1" y="373"/>
                  <a:pt x="1" y="382"/>
                </a:cubicBezTo>
                <a:cubicBezTo>
                  <a:pt x="1" y="386"/>
                  <a:pt x="2" y="391"/>
                  <a:pt x="3" y="399"/>
                </a:cubicBezTo>
                <a:cubicBezTo>
                  <a:pt x="5" y="404"/>
                  <a:pt x="5" y="404"/>
                  <a:pt x="5" y="404"/>
                </a:cubicBezTo>
                <a:cubicBezTo>
                  <a:pt x="5" y="404"/>
                  <a:pt x="5" y="404"/>
                  <a:pt x="5" y="404"/>
                </a:cubicBezTo>
                <a:close/>
                <a:moveTo>
                  <a:pt x="1067" y="199"/>
                </a:moveTo>
                <a:cubicBezTo>
                  <a:pt x="1072" y="201"/>
                  <a:pt x="1072" y="201"/>
                  <a:pt x="1072" y="201"/>
                </a:cubicBezTo>
                <a:cubicBezTo>
                  <a:pt x="1085" y="179"/>
                  <a:pt x="1085" y="179"/>
                  <a:pt x="1085" y="179"/>
                </a:cubicBezTo>
                <a:cubicBezTo>
                  <a:pt x="1080" y="176"/>
                  <a:pt x="1080" y="176"/>
                  <a:pt x="1080" y="176"/>
                </a:cubicBezTo>
                <a:cubicBezTo>
                  <a:pt x="1068" y="170"/>
                  <a:pt x="1057" y="163"/>
                  <a:pt x="1045" y="157"/>
                </a:cubicBezTo>
                <a:cubicBezTo>
                  <a:pt x="1040" y="154"/>
                  <a:pt x="1040" y="154"/>
                  <a:pt x="1040" y="154"/>
                </a:cubicBezTo>
                <a:cubicBezTo>
                  <a:pt x="1027" y="177"/>
                  <a:pt x="1027" y="177"/>
                  <a:pt x="1027" y="177"/>
                </a:cubicBezTo>
                <a:cubicBezTo>
                  <a:pt x="1032" y="180"/>
                  <a:pt x="1032" y="180"/>
                  <a:pt x="1032" y="180"/>
                </a:cubicBezTo>
                <a:cubicBezTo>
                  <a:pt x="1045" y="187"/>
                  <a:pt x="1057" y="193"/>
                  <a:pt x="1067" y="199"/>
                </a:cubicBezTo>
                <a:close/>
                <a:moveTo>
                  <a:pt x="1270" y="323"/>
                </a:moveTo>
                <a:cubicBezTo>
                  <a:pt x="1275" y="326"/>
                  <a:pt x="1275" y="326"/>
                  <a:pt x="1275" y="326"/>
                </a:cubicBezTo>
                <a:cubicBezTo>
                  <a:pt x="1290" y="304"/>
                  <a:pt x="1290" y="304"/>
                  <a:pt x="1290" y="304"/>
                </a:cubicBezTo>
                <a:cubicBezTo>
                  <a:pt x="1286" y="301"/>
                  <a:pt x="1286" y="301"/>
                  <a:pt x="1286" y="301"/>
                </a:cubicBezTo>
                <a:cubicBezTo>
                  <a:pt x="1276" y="294"/>
                  <a:pt x="1264" y="287"/>
                  <a:pt x="1251" y="278"/>
                </a:cubicBezTo>
                <a:cubicBezTo>
                  <a:pt x="1246" y="275"/>
                  <a:pt x="1246" y="275"/>
                  <a:pt x="1246" y="275"/>
                </a:cubicBezTo>
                <a:cubicBezTo>
                  <a:pt x="1232" y="297"/>
                  <a:pt x="1232" y="297"/>
                  <a:pt x="1232" y="297"/>
                </a:cubicBezTo>
                <a:cubicBezTo>
                  <a:pt x="1237" y="300"/>
                  <a:pt x="1237" y="300"/>
                  <a:pt x="1237" y="300"/>
                </a:cubicBezTo>
                <a:cubicBezTo>
                  <a:pt x="1249" y="308"/>
                  <a:pt x="1261" y="316"/>
                  <a:pt x="1270" y="323"/>
                </a:cubicBezTo>
                <a:close/>
                <a:moveTo>
                  <a:pt x="1204" y="279"/>
                </a:moveTo>
                <a:cubicBezTo>
                  <a:pt x="1209" y="282"/>
                  <a:pt x="1209" y="282"/>
                  <a:pt x="1209" y="282"/>
                </a:cubicBezTo>
                <a:cubicBezTo>
                  <a:pt x="1223" y="259"/>
                  <a:pt x="1223" y="259"/>
                  <a:pt x="1223" y="259"/>
                </a:cubicBezTo>
                <a:cubicBezTo>
                  <a:pt x="1217" y="257"/>
                  <a:pt x="1217" y="257"/>
                  <a:pt x="1217" y="257"/>
                </a:cubicBezTo>
                <a:cubicBezTo>
                  <a:pt x="1207" y="250"/>
                  <a:pt x="1196" y="243"/>
                  <a:pt x="1184" y="236"/>
                </a:cubicBezTo>
                <a:cubicBezTo>
                  <a:pt x="1179" y="233"/>
                  <a:pt x="1179" y="233"/>
                  <a:pt x="1179" y="233"/>
                </a:cubicBezTo>
                <a:cubicBezTo>
                  <a:pt x="1166" y="256"/>
                  <a:pt x="1166" y="256"/>
                  <a:pt x="1166" y="256"/>
                </a:cubicBezTo>
                <a:cubicBezTo>
                  <a:pt x="1170" y="259"/>
                  <a:pt x="1170" y="259"/>
                  <a:pt x="1170" y="259"/>
                </a:cubicBezTo>
                <a:cubicBezTo>
                  <a:pt x="1183" y="265"/>
                  <a:pt x="1194" y="272"/>
                  <a:pt x="1204" y="279"/>
                </a:cubicBezTo>
                <a:close/>
                <a:moveTo>
                  <a:pt x="1337" y="403"/>
                </a:moveTo>
                <a:cubicBezTo>
                  <a:pt x="1340" y="414"/>
                  <a:pt x="1341" y="427"/>
                  <a:pt x="1343" y="441"/>
                </a:cubicBezTo>
                <a:cubicBezTo>
                  <a:pt x="1343" y="447"/>
                  <a:pt x="1343" y="447"/>
                  <a:pt x="1343" y="447"/>
                </a:cubicBezTo>
                <a:cubicBezTo>
                  <a:pt x="1369" y="445"/>
                  <a:pt x="1369" y="445"/>
                  <a:pt x="1369" y="445"/>
                </a:cubicBezTo>
                <a:cubicBezTo>
                  <a:pt x="1369" y="439"/>
                  <a:pt x="1369" y="439"/>
                  <a:pt x="1369" y="439"/>
                </a:cubicBezTo>
                <a:cubicBezTo>
                  <a:pt x="1367" y="424"/>
                  <a:pt x="1365" y="410"/>
                  <a:pt x="1363" y="397"/>
                </a:cubicBezTo>
                <a:cubicBezTo>
                  <a:pt x="1362" y="392"/>
                  <a:pt x="1362" y="392"/>
                  <a:pt x="1362" y="392"/>
                </a:cubicBezTo>
                <a:cubicBezTo>
                  <a:pt x="1336" y="397"/>
                  <a:pt x="1336" y="397"/>
                  <a:pt x="1336" y="397"/>
                </a:cubicBezTo>
                <a:cubicBezTo>
                  <a:pt x="1337" y="403"/>
                  <a:pt x="1337" y="403"/>
                  <a:pt x="1337" y="403"/>
                </a:cubicBezTo>
                <a:cubicBezTo>
                  <a:pt x="1337" y="403"/>
                  <a:pt x="1337" y="403"/>
                  <a:pt x="1337" y="403"/>
                </a:cubicBezTo>
                <a:close/>
                <a:moveTo>
                  <a:pt x="1325" y="369"/>
                </a:moveTo>
                <a:cubicBezTo>
                  <a:pt x="1328" y="373"/>
                  <a:pt x="1328" y="373"/>
                  <a:pt x="1328" y="373"/>
                </a:cubicBezTo>
                <a:cubicBezTo>
                  <a:pt x="1352" y="362"/>
                  <a:pt x="1352" y="362"/>
                  <a:pt x="1352" y="362"/>
                </a:cubicBezTo>
                <a:cubicBezTo>
                  <a:pt x="1349" y="356"/>
                  <a:pt x="1349" y="356"/>
                  <a:pt x="1349" y="356"/>
                </a:cubicBezTo>
                <a:cubicBezTo>
                  <a:pt x="1344" y="348"/>
                  <a:pt x="1334" y="338"/>
                  <a:pt x="1318" y="325"/>
                </a:cubicBezTo>
                <a:cubicBezTo>
                  <a:pt x="1313" y="321"/>
                  <a:pt x="1313" y="321"/>
                  <a:pt x="1313" y="321"/>
                </a:cubicBezTo>
                <a:cubicBezTo>
                  <a:pt x="1296" y="342"/>
                  <a:pt x="1296" y="342"/>
                  <a:pt x="1296" y="342"/>
                </a:cubicBezTo>
                <a:cubicBezTo>
                  <a:pt x="1301" y="345"/>
                  <a:pt x="1301" y="345"/>
                  <a:pt x="1301" y="345"/>
                </a:cubicBezTo>
                <a:cubicBezTo>
                  <a:pt x="1319" y="359"/>
                  <a:pt x="1324" y="367"/>
                  <a:pt x="1325" y="369"/>
                </a:cubicBezTo>
                <a:close/>
                <a:moveTo>
                  <a:pt x="1136" y="238"/>
                </a:moveTo>
                <a:cubicBezTo>
                  <a:pt x="1141" y="241"/>
                  <a:pt x="1141" y="241"/>
                  <a:pt x="1141" y="241"/>
                </a:cubicBezTo>
                <a:cubicBezTo>
                  <a:pt x="1155" y="219"/>
                  <a:pt x="1155" y="219"/>
                  <a:pt x="1155" y="219"/>
                </a:cubicBezTo>
                <a:cubicBezTo>
                  <a:pt x="1150" y="216"/>
                  <a:pt x="1150" y="216"/>
                  <a:pt x="1150" y="216"/>
                </a:cubicBezTo>
                <a:cubicBezTo>
                  <a:pt x="1138" y="210"/>
                  <a:pt x="1127" y="203"/>
                  <a:pt x="1115" y="196"/>
                </a:cubicBezTo>
                <a:cubicBezTo>
                  <a:pt x="1109" y="194"/>
                  <a:pt x="1109" y="194"/>
                  <a:pt x="1109" y="194"/>
                </a:cubicBezTo>
                <a:cubicBezTo>
                  <a:pt x="1096" y="216"/>
                  <a:pt x="1096" y="216"/>
                  <a:pt x="1096" y="216"/>
                </a:cubicBezTo>
                <a:cubicBezTo>
                  <a:pt x="1101" y="219"/>
                  <a:pt x="1101" y="219"/>
                  <a:pt x="1101" y="219"/>
                </a:cubicBezTo>
                <a:cubicBezTo>
                  <a:pt x="1113" y="225"/>
                  <a:pt x="1125" y="232"/>
                  <a:pt x="1136" y="238"/>
                </a:cubicBezTo>
                <a:close/>
                <a:moveTo>
                  <a:pt x="844" y="74"/>
                </a:moveTo>
                <a:cubicBezTo>
                  <a:pt x="849" y="77"/>
                  <a:pt x="849" y="77"/>
                  <a:pt x="849" y="77"/>
                </a:cubicBezTo>
                <a:cubicBezTo>
                  <a:pt x="863" y="55"/>
                  <a:pt x="863" y="55"/>
                  <a:pt x="863" y="55"/>
                </a:cubicBezTo>
                <a:cubicBezTo>
                  <a:pt x="859" y="52"/>
                  <a:pt x="859" y="52"/>
                  <a:pt x="859" y="52"/>
                </a:cubicBezTo>
                <a:cubicBezTo>
                  <a:pt x="846" y="44"/>
                  <a:pt x="834" y="37"/>
                  <a:pt x="823" y="31"/>
                </a:cubicBezTo>
                <a:cubicBezTo>
                  <a:pt x="819" y="28"/>
                  <a:pt x="819" y="28"/>
                  <a:pt x="819" y="28"/>
                </a:cubicBezTo>
                <a:cubicBezTo>
                  <a:pt x="805" y="51"/>
                  <a:pt x="805" y="51"/>
                  <a:pt x="805" y="51"/>
                </a:cubicBezTo>
                <a:cubicBezTo>
                  <a:pt x="810" y="54"/>
                  <a:pt x="810" y="54"/>
                  <a:pt x="810" y="54"/>
                </a:cubicBezTo>
                <a:cubicBezTo>
                  <a:pt x="821" y="59"/>
                  <a:pt x="832" y="66"/>
                  <a:pt x="844" y="74"/>
                </a:cubicBezTo>
                <a:close/>
                <a:moveTo>
                  <a:pt x="746" y="26"/>
                </a:moveTo>
                <a:cubicBezTo>
                  <a:pt x="747" y="26"/>
                  <a:pt x="748" y="26"/>
                  <a:pt x="750" y="26"/>
                </a:cubicBezTo>
                <a:cubicBezTo>
                  <a:pt x="753" y="27"/>
                  <a:pt x="761" y="29"/>
                  <a:pt x="776" y="36"/>
                </a:cubicBezTo>
                <a:cubicBezTo>
                  <a:pt x="781" y="39"/>
                  <a:pt x="781" y="39"/>
                  <a:pt x="781" y="39"/>
                </a:cubicBezTo>
                <a:cubicBezTo>
                  <a:pt x="792" y="15"/>
                  <a:pt x="792" y="15"/>
                  <a:pt x="792" y="15"/>
                </a:cubicBezTo>
                <a:cubicBezTo>
                  <a:pt x="787" y="13"/>
                  <a:pt x="787" y="13"/>
                  <a:pt x="787" y="13"/>
                </a:cubicBezTo>
                <a:cubicBezTo>
                  <a:pt x="772" y="5"/>
                  <a:pt x="761" y="1"/>
                  <a:pt x="753" y="0"/>
                </a:cubicBezTo>
                <a:cubicBezTo>
                  <a:pt x="750" y="0"/>
                  <a:pt x="748" y="0"/>
                  <a:pt x="746" y="0"/>
                </a:cubicBezTo>
                <a:cubicBezTo>
                  <a:pt x="746" y="0"/>
                  <a:pt x="746" y="0"/>
                  <a:pt x="746" y="0"/>
                </a:cubicBezTo>
                <a:cubicBezTo>
                  <a:pt x="739" y="0"/>
                  <a:pt x="739" y="0"/>
                  <a:pt x="739" y="0"/>
                </a:cubicBezTo>
                <a:cubicBezTo>
                  <a:pt x="739" y="26"/>
                  <a:pt x="739" y="26"/>
                  <a:pt x="739" y="26"/>
                </a:cubicBezTo>
                <a:cubicBezTo>
                  <a:pt x="746" y="26"/>
                  <a:pt x="746" y="26"/>
                  <a:pt x="746" y="26"/>
                </a:cubicBezTo>
                <a:cubicBezTo>
                  <a:pt x="746" y="26"/>
                  <a:pt x="746" y="26"/>
                  <a:pt x="746" y="26"/>
                </a:cubicBezTo>
                <a:close/>
                <a:moveTo>
                  <a:pt x="682" y="56"/>
                </a:moveTo>
                <a:cubicBezTo>
                  <a:pt x="689" y="51"/>
                  <a:pt x="700" y="43"/>
                  <a:pt x="713" y="37"/>
                </a:cubicBezTo>
                <a:cubicBezTo>
                  <a:pt x="718" y="34"/>
                  <a:pt x="718" y="34"/>
                  <a:pt x="718" y="34"/>
                </a:cubicBezTo>
                <a:cubicBezTo>
                  <a:pt x="706" y="11"/>
                  <a:pt x="706" y="11"/>
                  <a:pt x="706" y="11"/>
                </a:cubicBezTo>
                <a:cubicBezTo>
                  <a:pt x="701" y="13"/>
                  <a:pt x="701" y="13"/>
                  <a:pt x="701" y="13"/>
                </a:cubicBezTo>
                <a:cubicBezTo>
                  <a:pt x="687" y="20"/>
                  <a:pt x="674" y="29"/>
                  <a:pt x="666" y="35"/>
                </a:cubicBezTo>
                <a:cubicBezTo>
                  <a:pt x="661" y="39"/>
                  <a:pt x="661" y="39"/>
                  <a:pt x="661" y="39"/>
                </a:cubicBezTo>
                <a:cubicBezTo>
                  <a:pt x="677" y="60"/>
                  <a:pt x="677" y="60"/>
                  <a:pt x="677" y="60"/>
                </a:cubicBezTo>
                <a:cubicBezTo>
                  <a:pt x="682" y="56"/>
                  <a:pt x="682" y="56"/>
                  <a:pt x="682" y="56"/>
                </a:cubicBezTo>
                <a:cubicBezTo>
                  <a:pt x="682" y="56"/>
                  <a:pt x="682" y="56"/>
                  <a:pt x="682" y="56"/>
                </a:cubicBezTo>
                <a:close/>
                <a:moveTo>
                  <a:pt x="38" y="662"/>
                </a:moveTo>
                <a:cubicBezTo>
                  <a:pt x="35" y="658"/>
                  <a:pt x="35" y="658"/>
                  <a:pt x="35" y="658"/>
                </a:cubicBezTo>
                <a:cubicBezTo>
                  <a:pt x="15" y="675"/>
                  <a:pt x="15" y="675"/>
                  <a:pt x="15" y="675"/>
                </a:cubicBezTo>
                <a:cubicBezTo>
                  <a:pt x="19" y="680"/>
                  <a:pt x="19" y="680"/>
                  <a:pt x="19" y="680"/>
                </a:cubicBezTo>
                <a:cubicBezTo>
                  <a:pt x="29" y="690"/>
                  <a:pt x="44" y="699"/>
                  <a:pt x="55" y="705"/>
                </a:cubicBezTo>
                <a:cubicBezTo>
                  <a:pt x="59" y="707"/>
                  <a:pt x="59" y="707"/>
                  <a:pt x="59" y="707"/>
                </a:cubicBezTo>
                <a:cubicBezTo>
                  <a:pt x="72" y="685"/>
                  <a:pt x="72" y="685"/>
                  <a:pt x="72" y="685"/>
                </a:cubicBezTo>
                <a:cubicBezTo>
                  <a:pt x="67" y="682"/>
                  <a:pt x="67" y="682"/>
                  <a:pt x="67" y="682"/>
                </a:cubicBezTo>
                <a:cubicBezTo>
                  <a:pt x="54" y="675"/>
                  <a:pt x="44" y="669"/>
                  <a:pt x="38" y="662"/>
                </a:cubicBezTo>
                <a:close/>
                <a:moveTo>
                  <a:pt x="997" y="161"/>
                </a:moveTo>
                <a:cubicBezTo>
                  <a:pt x="1002" y="163"/>
                  <a:pt x="1002" y="163"/>
                  <a:pt x="1002" y="163"/>
                </a:cubicBezTo>
                <a:cubicBezTo>
                  <a:pt x="1014" y="141"/>
                  <a:pt x="1014" y="141"/>
                  <a:pt x="1014" y="141"/>
                </a:cubicBezTo>
                <a:cubicBezTo>
                  <a:pt x="1010" y="138"/>
                  <a:pt x="1010" y="138"/>
                  <a:pt x="1010" y="138"/>
                </a:cubicBezTo>
                <a:cubicBezTo>
                  <a:pt x="997" y="131"/>
                  <a:pt x="986" y="125"/>
                  <a:pt x="975" y="119"/>
                </a:cubicBezTo>
                <a:cubicBezTo>
                  <a:pt x="970" y="116"/>
                  <a:pt x="970" y="116"/>
                  <a:pt x="970" y="116"/>
                </a:cubicBezTo>
                <a:cubicBezTo>
                  <a:pt x="958" y="139"/>
                  <a:pt x="958" y="139"/>
                  <a:pt x="958" y="139"/>
                </a:cubicBezTo>
                <a:cubicBezTo>
                  <a:pt x="963" y="142"/>
                  <a:pt x="963" y="142"/>
                  <a:pt x="963" y="142"/>
                </a:cubicBezTo>
                <a:cubicBezTo>
                  <a:pt x="973" y="148"/>
                  <a:pt x="985" y="154"/>
                  <a:pt x="997" y="161"/>
                </a:cubicBezTo>
                <a:close/>
                <a:moveTo>
                  <a:pt x="888" y="102"/>
                </a:moveTo>
                <a:cubicBezTo>
                  <a:pt x="891" y="103"/>
                  <a:pt x="892" y="104"/>
                  <a:pt x="892" y="104"/>
                </a:cubicBezTo>
                <a:cubicBezTo>
                  <a:pt x="893" y="105"/>
                  <a:pt x="893" y="105"/>
                  <a:pt x="893" y="105"/>
                </a:cubicBezTo>
                <a:cubicBezTo>
                  <a:pt x="894" y="106"/>
                  <a:pt x="907" y="112"/>
                  <a:pt x="928" y="124"/>
                </a:cubicBezTo>
                <a:cubicBezTo>
                  <a:pt x="932" y="126"/>
                  <a:pt x="932" y="126"/>
                  <a:pt x="932" y="126"/>
                </a:cubicBezTo>
                <a:cubicBezTo>
                  <a:pt x="945" y="103"/>
                  <a:pt x="945" y="103"/>
                  <a:pt x="945" y="103"/>
                </a:cubicBezTo>
                <a:cubicBezTo>
                  <a:pt x="940" y="100"/>
                  <a:pt x="940" y="100"/>
                  <a:pt x="940" y="100"/>
                </a:cubicBezTo>
                <a:cubicBezTo>
                  <a:pt x="917" y="88"/>
                  <a:pt x="909" y="84"/>
                  <a:pt x="906" y="82"/>
                </a:cubicBezTo>
                <a:cubicBezTo>
                  <a:pt x="906" y="82"/>
                  <a:pt x="906" y="82"/>
                  <a:pt x="906" y="82"/>
                </a:cubicBezTo>
                <a:cubicBezTo>
                  <a:pt x="906" y="82"/>
                  <a:pt x="900" y="78"/>
                  <a:pt x="891" y="73"/>
                </a:cubicBezTo>
                <a:cubicBezTo>
                  <a:pt x="887" y="69"/>
                  <a:pt x="887" y="69"/>
                  <a:pt x="887" y="69"/>
                </a:cubicBezTo>
                <a:cubicBezTo>
                  <a:pt x="873" y="91"/>
                  <a:pt x="873" y="91"/>
                  <a:pt x="873" y="91"/>
                </a:cubicBezTo>
                <a:cubicBezTo>
                  <a:pt x="877" y="94"/>
                  <a:pt x="877" y="94"/>
                  <a:pt x="877" y="94"/>
                </a:cubicBezTo>
                <a:cubicBezTo>
                  <a:pt x="882" y="97"/>
                  <a:pt x="886" y="100"/>
                  <a:pt x="888" y="102"/>
                </a:cubicBezTo>
                <a:close/>
                <a:moveTo>
                  <a:pt x="304" y="266"/>
                </a:moveTo>
                <a:cubicBezTo>
                  <a:pt x="291" y="242"/>
                  <a:pt x="291" y="242"/>
                  <a:pt x="291" y="242"/>
                </a:cubicBezTo>
                <a:cubicBezTo>
                  <a:pt x="247" y="268"/>
                  <a:pt x="247" y="268"/>
                  <a:pt x="247" y="268"/>
                </a:cubicBezTo>
                <a:cubicBezTo>
                  <a:pt x="260" y="290"/>
                  <a:pt x="260" y="290"/>
                  <a:pt x="260" y="290"/>
                </a:cubicBezTo>
                <a:cubicBezTo>
                  <a:pt x="304" y="266"/>
                  <a:pt x="304" y="266"/>
                  <a:pt x="304" y="266"/>
                </a:cubicBezTo>
                <a:cubicBezTo>
                  <a:pt x="304" y="266"/>
                  <a:pt x="304" y="266"/>
                  <a:pt x="304" y="266"/>
                </a:cubicBezTo>
                <a:close/>
                <a:moveTo>
                  <a:pt x="1073" y="766"/>
                </a:moveTo>
                <a:cubicBezTo>
                  <a:pt x="1085" y="787"/>
                  <a:pt x="1085" y="787"/>
                  <a:pt x="1085" y="787"/>
                </a:cubicBezTo>
                <a:cubicBezTo>
                  <a:pt x="1129" y="762"/>
                  <a:pt x="1129" y="762"/>
                  <a:pt x="1129" y="762"/>
                </a:cubicBezTo>
                <a:cubicBezTo>
                  <a:pt x="1117" y="740"/>
                  <a:pt x="1117" y="740"/>
                  <a:pt x="1117" y="740"/>
                </a:cubicBezTo>
                <a:cubicBezTo>
                  <a:pt x="1073" y="766"/>
                  <a:pt x="1073" y="766"/>
                  <a:pt x="1073" y="766"/>
                </a:cubicBezTo>
                <a:cubicBezTo>
                  <a:pt x="1073" y="766"/>
                  <a:pt x="1073" y="766"/>
                  <a:pt x="1073" y="766"/>
                </a:cubicBezTo>
                <a:close/>
                <a:moveTo>
                  <a:pt x="974" y="824"/>
                </a:moveTo>
                <a:cubicBezTo>
                  <a:pt x="961" y="831"/>
                  <a:pt x="950" y="838"/>
                  <a:pt x="940" y="844"/>
                </a:cubicBezTo>
                <a:cubicBezTo>
                  <a:pt x="936" y="847"/>
                  <a:pt x="936" y="847"/>
                  <a:pt x="936" y="847"/>
                </a:cubicBezTo>
                <a:cubicBezTo>
                  <a:pt x="949" y="870"/>
                  <a:pt x="949" y="870"/>
                  <a:pt x="949" y="870"/>
                </a:cubicBezTo>
                <a:cubicBezTo>
                  <a:pt x="953" y="867"/>
                  <a:pt x="953" y="867"/>
                  <a:pt x="953" y="867"/>
                </a:cubicBezTo>
                <a:cubicBezTo>
                  <a:pt x="964" y="860"/>
                  <a:pt x="975" y="853"/>
                  <a:pt x="987" y="846"/>
                </a:cubicBezTo>
                <a:cubicBezTo>
                  <a:pt x="992" y="844"/>
                  <a:pt x="992" y="844"/>
                  <a:pt x="992" y="844"/>
                </a:cubicBezTo>
                <a:cubicBezTo>
                  <a:pt x="979" y="821"/>
                  <a:pt x="979" y="821"/>
                  <a:pt x="979" y="821"/>
                </a:cubicBezTo>
                <a:cubicBezTo>
                  <a:pt x="974" y="824"/>
                  <a:pt x="974" y="824"/>
                  <a:pt x="974" y="824"/>
                </a:cubicBezTo>
                <a:cubicBezTo>
                  <a:pt x="974" y="824"/>
                  <a:pt x="974" y="824"/>
                  <a:pt x="974" y="824"/>
                </a:cubicBezTo>
                <a:close/>
                <a:moveTo>
                  <a:pt x="1043" y="783"/>
                </a:moveTo>
                <a:cubicBezTo>
                  <a:pt x="1031" y="789"/>
                  <a:pt x="1019" y="796"/>
                  <a:pt x="1008" y="803"/>
                </a:cubicBezTo>
                <a:cubicBezTo>
                  <a:pt x="1003" y="806"/>
                  <a:pt x="1003" y="806"/>
                  <a:pt x="1003" y="806"/>
                </a:cubicBezTo>
                <a:cubicBezTo>
                  <a:pt x="1016" y="828"/>
                  <a:pt x="1016" y="828"/>
                  <a:pt x="1016" y="828"/>
                </a:cubicBezTo>
                <a:cubicBezTo>
                  <a:pt x="1021" y="825"/>
                  <a:pt x="1021" y="825"/>
                  <a:pt x="1021" y="825"/>
                </a:cubicBezTo>
                <a:cubicBezTo>
                  <a:pt x="1033" y="819"/>
                  <a:pt x="1045" y="813"/>
                  <a:pt x="1056" y="805"/>
                </a:cubicBezTo>
                <a:cubicBezTo>
                  <a:pt x="1062" y="803"/>
                  <a:pt x="1062" y="803"/>
                  <a:pt x="1062" y="803"/>
                </a:cubicBezTo>
                <a:cubicBezTo>
                  <a:pt x="1048" y="780"/>
                  <a:pt x="1048" y="780"/>
                  <a:pt x="1048" y="780"/>
                </a:cubicBezTo>
                <a:cubicBezTo>
                  <a:pt x="1043" y="783"/>
                  <a:pt x="1043" y="783"/>
                  <a:pt x="1043" y="783"/>
                </a:cubicBezTo>
                <a:cubicBezTo>
                  <a:pt x="1043" y="783"/>
                  <a:pt x="1043" y="783"/>
                  <a:pt x="1043" y="783"/>
                </a:cubicBezTo>
                <a:close/>
                <a:moveTo>
                  <a:pt x="838" y="909"/>
                </a:moveTo>
                <a:cubicBezTo>
                  <a:pt x="824" y="920"/>
                  <a:pt x="816" y="927"/>
                  <a:pt x="812" y="934"/>
                </a:cubicBezTo>
                <a:cubicBezTo>
                  <a:pt x="811" y="936"/>
                  <a:pt x="809" y="938"/>
                  <a:pt x="808" y="941"/>
                </a:cubicBezTo>
                <a:cubicBezTo>
                  <a:pt x="805" y="946"/>
                  <a:pt x="805" y="946"/>
                  <a:pt x="805" y="946"/>
                </a:cubicBezTo>
                <a:cubicBezTo>
                  <a:pt x="827" y="959"/>
                  <a:pt x="827" y="959"/>
                  <a:pt x="827" y="959"/>
                </a:cubicBezTo>
                <a:cubicBezTo>
                  <a:pt x="830" y="955"/>
                  <a:pt x="830" y="955"/>
                  <a:pt x="830" y="955"/>
                </a:cubicBezTo>
                <a:cubicBezTo>
                  <a:pt x="832" y="953"/>
                  <a:pt x="832" y="950"/>
                  <a:pt x="834" y="948"/>
                </a:cubicBezTo>
                <a:cubicBezTo>
                  <a:pt x="835" y="947"/>
                  <a:pt x="838" y="942"/>
                  <a:pt x="854" y="930"/>
                </a:cubicBezTo>
                <a:cubicBezTo>
                  <a:pt x="858" y="926"/>
                  <a:pt x="858" y="926"/>
                  <a:pt x="858" y="926"/>
                </a:cubicBezTo>
                <a:cubicBezTo>
                  <a:pt x="843" y="906"/>
                  <a:pt x="843" y="906"/>
                  <a:pt x="843" y="906"/>
                </a:cubicBezTo>
                <a:cubicBezTo>
                  <a:pt x="838" y="909"/>
                  <a:pt x="838" y="909"/>
                  <a:pt x="838" y="909"/>
                </a:cubicBezTo>
                <a:cubicBezTo>
                  <a:pt x="838" y="909"/>
                  <a:pt x="838" y="909"/>
                  <a:pt x="838" y="909"/>
                </a:cubicBezTo>
                <a:close/>
                <a:moveTo>
                  <a:pt x="905" y="864"/>
                </a:moveTo>
                <a:cubicBezTo>
                  <a:pt x="894" y="872"/>
                  <a:pt x="882" y="879"/>
                  <a:pt x="872" y="886"/>
                </a:cubicBezTo>
                <a:cubicBezTo>
                  <a:pt x="868" y="889"/>
                  <a:pt x="868" y="889"/>
                  <a:pt x="868" y="889"/>
                </a:cubicBezTo>
                <a:cubicBezTo>
                  <a:pt x="882" y="910"/>
                  <a:pt x="882" y="910"/>
                  <a:pt x="882" y="910"/>
                </a:cubicBezTo>
                <a:cubicBezTo>
                  <a:pt x="886" y="907"/>
                  <a:pt x="886" y="907"/>
                  <a:pt x="886" y="907"/>
                </a:cubicBezTo>
                <a:cubicBezTo>
                  <a:pt x="897" y="901"/>
                  <a:pt x="908" y="894"/>
                  <a:pt x="919" y="887"/>
                </a:cubicBezTo>
                <a:cubicBezTo>
                  <a:pt x="924" y="884"/>
                  <a:pt x="924" y="884"/>
                  <a:pt x="924" y="884"/>
                </a:cubicBezTo>
                <a:cubicBezTo>
                  <a:pt x="911" y="861"/>
                  <a:pt x="911" y="861"/>
                  <a:pt x="911" y="861"/>
                </a:cubicBezTo>
                <a:cubicBezTo>
                  <a:pt x="905" y="864"/>
                  <a:pt x="905" y="864"/>
                  <a:pt x="905" y="864"/>
                </a:cubicBezTo>
                <a:cubicBezTo>
                  <a:pt x="905" y="864"/>
                  <a:pt x="905" y="864"/>
                  <a:pt x="905" y="864"/>
                </a:cubicBezTo>
                <a:close/>
                <a:moveTo>
                  <a:pt x="1140" y="726"/>
                </a:moveTo>
                <a:cubicBezTo>
                  <a:pt x="1155" y="748"/>
                  <a:pt x="1155" y="748"/>
                  <a:pt x="1155" y="748"/>
                </a:cubicBezTo>
                <a:cubicBezTo>
                  <a:pt x="1199" y="723"/>
                  <a:pt x="1199" y="723"/>
                  <a:pt x="1199" y="723"/>
                </a:cubicBezTo>
                <a:cubicBezTo>
                  <a:pt x="1184" y="701"/>
                  <a:pt x="1184" y="701"/>
                  <a:pt x="1184" y="701"/>
                </a:cubicBezTo>
                <a:cubicBezTo>
                  <a:pt x="1140" y="726"/>
                  <a:pt x="1140" y="726"/>
                  <a:pt x="1140" y="726"/>
                </a:cubicBezTo>
                <a:cubicBezTo>
                  <a:pt x="1140" y="726"/>
                  <a:pt x="1140" y="726"/>
                  <a:pt x="1140" y="726"/>
                </a:cubicBezTo>
                <a:close/>
                <a:moveTo>
                  <a:pt x="48" y="303"/>
                </a:moveTo>
                <a:cubicBezTo>
                  <a:pt x="43" y="306"/>
                  <a:pt x="37" y="310"/>
                  <a:pt x="32" y="317"/>
                </a:cubicBezTo>
                <a:cubicBezTo>
                  <a:pt x="28" y="322"/>
                  <a:pt x="28" y="322"/>
                  <a:pt x="28" y="322"/>
                </a:cubicBezTo>
                <a:cubicBezTo>
                  <a:pt x="48" y="339"/>
                  <a:pt x="48" y="339"/>
                  <a:pt x="48" y="339"/>
                </a:cubicBezTo>
                <a:cubicBezTo>
                  <a:pt x="51" y="334"/>
                  <a:pt x="51" y="334"/>
                  <a:pt x="51" y="334"/>
                </a:cubicBezTo>
                <a:cubicBezTo>
                  <a:pt x="54" y="330"/>
                  <a:pt x="58" y="328"/>
                  <a:pt x="61" y="327"/>
                </a:cubicBezTo>
                <a:cubicBezTo>
                  <a:pt x="61" y="327"/>
                  <a:pt x="63" y="325"/>
                  <a:pt x="74" y="328"/>
                </a:cubicBezTo>
                <a:cubicBezTo>
                  <a:pt x="80" y="330"/>
                  <a:pt x="80" y="330"/>
                  <a:pt x="80" y="330"/>
                </a:cubicBezTo>
                <a:cubicBezTo>
                  <a:pt x="86" y="305"/>
                  <a:pt x="86" y="305"/>
                  <a:pt x="86" y="305"/>
                </a:cubicBezTo>
                <a:cubicBezTo>
                  <a:pt x="81" y="304"/>
                  <a:pt x="81" y="304"/>
                  <a:pt x="81" y="304"/>
                </a:cubicBezTo>
                <a:cubicBezTo>
                  <a:pt x="67" y="299"/>
                  <a:pt x="57" y="299"/>
                  <a:pt x="48" y="303"/>
                </a:cubicBezTo>
                <a:close/>
                <a:moveTo>
                  <a:pt x="1338" y="556"/>
                </a:moveTo>
                <a:cubicBezTo>
                  <a:pt x="1336" y="570"/>
                  <a:pt x="1333" y="583"/>
                  <a:pt x="1330" y="593"/>
                </a:cubicBezTo>
                <a:cubicBezTo>
                  <a:pt x="1328" y="598"/>
                  <a:pt x="1328" y="598"/>
                  <a:pt x="1328" y="598"/>
                </a:cubicBezTo>
                <a:cubicBezTo>
                  <a:pt x="1353" y="606"/>
                  <a:pt x="1353" y="606"/>
                  <a:pt x="1353" y="606"/>
                </a:cubicBezTo>
                <a:cubicBezTo>
                  <a:pt x="1355" y="601"/>
                  <a:pt x="1355" y="601"/>
                  <a:pt x="1355" y="601"/>
                </a:cubicBezTo>
                <a:cubicBezTo>
                  <a:pt x="1358" y="590"/>
                  <a:pt x="1361" y="576"/>
                  <a:pt x="1363" y="561"/>
                </a:cubicBezTo>
                <a:cubicBezTo>
                  <a:pt x="1364" y="555"/>
                  <a:pt x="1364" y="555"/>
                  <a:pt x="1364" y="555"/>
                </a:cubicBezTo>
                <a:cubicBezTo>
                  <a:pt x="1339" y="551"/>
                  <a:pt x="1339" y="551"/>
                  <a:pt x="1339" y="551"/>
                </a:cubicBezTo>
                <a:cubicBezTo>
                  <a:pt x="1338" y="556"/>
                  <a:pt x="1338" y="556"/>
                  <a:pt x="1338" y="556"/>
                </a:cubicBezTo>
                <a:cubicBezTo>
                  <a:pt x="1338" y="556"/>
                  <a:pt x="1338" y="556"/>
                  <a:pt x="1338" y="556"/>
                </a:cubicBezTo>
                <a:close/>
                <a:moveTo>
                  <a:pt x="1344" y="474"/>
                </a:moveTo>
                <a:cubicBezTo>
                  <a:pt x="1344" y="480"/>
                  <a:pt x="1344" y="480"/>
                  <a:pt x="1344" y="480"/>
                </a:cubicBezTo>
                <a:cubicBezTo>
                  <a:pt x="1344" y="493"/>
                  <a:pt x="1344" y="506"/>
                  <a:pt x="1342" y="518"/>
                </a:cubicBezTo>
                <a:cubicBezTo>
                  <a:pt x="1342" y="524"/>
                  <a:pt x="1342" y="524"/>
                  <a:pt x="1342" y="524"/>
                </a:cubicBezTo>
                <a:cubicBezTo>
                  <a:pt x="1367" y="526"/>
                  <a:pt x="1367" y="526"/>
                  <a:pt x="1367" y="526"/>
                </a:cubicBezTo>
                <a:cubicBezTo>
                  <a:pt x="1367" y="520"/>
                  <a:pt x="1367" y="520"/>
                  <a:pt x="1367" y="520"/>
                </a:cubicBezTo>
                <a:cubicBezTo>
                  <a:pt x="1368" y="507"/>
                  <a:pt x="1369" y="493"/>
                  <a:pt x="1369" y="480"/>
                </a:cubicBezTo>
                <a:cubicBezTo>
                  <a:pt x="1369" y="474"/>
                  <a:pt x="1369" y="474"/>
                  <a:pt x="1369" y="474"/>
                </a:cubicBezTo>
                <a:cubicBezTo>
                  <a:pt x="1344" y="474"/>
                  <a:pt x="1344" y="474"/>
                  <a:pt x="1344" y="474"/>
                </a:cubicBezTo>
                <a:cubicBezTo>
                  <a:pt x="1344" y="474"/>
                  <a:pt x="1344" y="474"/>
                  <a:pt x="1344" y="474"/>
                </a:cubicBezTo>
                <a:close/>
                <a:moveTo>
                  <a:pt x="791" y="972"/>
                </a:moveTo>
                <a:cubicBezTo>
                  <a:pt x="789" y="977"/>
                  <a:pt x="789" y="977"/>
                  <a:pt x="789" y="977"/>
                </a:cubicBezTo>
                <a:cubicBezTo>
                  <a:pt x="782" y="989"/>
                  <a:pt x="777" y="1000"/>
                  <a:pt x="771" y="1009"/>
                </a:cubicBezTo>
                <a:cubicBezTo>
                  <a:pt x="767" y="1014"/>
                  <a:pt x="767" y="1014"/>
                  <a:pt x="767" y="1014"/>
                </a:cubicBezTo>
                <a:cubicBezTo>
                  <a:pt x="789" y="1028"/>
                  <a:pt x="789" y="1028"/>
                  <a:pt x="789" y="1028"/>
                </a:cubicBezTo>
                <a:cubicBezTo>
                  <a:pt x="792" y="1024"/>
                  <a:pt x="792" y="1024"/>
                  <a:pt x="792" y="1024"/>
                </a:cubicBezTo>
                <a:cubicBezTo>
                  <a:pt x="799" y="1014"/>
                  <a:pt x="805" y="1002"/>
                  <a:pt x="812" y="988"/>
                </a:cubicBezTo>
                <a:cubicBezTo>
                  <a:pt x="814" y="984"/>
                  <a:pt x="814" y="984"/>
                  <a:pt x="814" y="984"/>
                </a:cubicBezTo>
                <a:cubicBezTo>
                  <a:pt x="804" y="977"/>
                  <a:pt x="804" y="977"/>
                  <a:pt x="804" y="977"/>
                </a:cubicBezTo>
                <a:cubicBezTo>
                  <a:pt x="791" y="972"/>
                  <a:pt x="791" y="972"/>
                  <a:pt x="791" y="972"/>
                </a:cubicBezTo>
                <a:cubicBezTo>
                  <a:pt x="791" y="972"/>
                  <a:pt x="791" y="972"/>
                  <a:pt x="791" y="972"/>
                </a:cubicBezTo>
                <a:close/>
                <a:moveTo>
                  <a:pt x="1249" y="662"/>
                </a:moveTo>
                <a:cubicBezTo>
                  <a:pt x="1238" y="669"/>
                  <a:pt x="1226" y="676"/>
                  <a:pt x="1214" y="683"/>
                </a:cubicBezTo>
                <a:cubicBezTo>
                  <a:pt x="1210" y="686"/>
                  <a:pt x="1210" y="686"/>
                  <a:pt x="1210" y="686"/>
                </a:cubicBezTo>
                <a:cubicBezTo>
                  <a:pt x="1222" y="709"/>
                  <a:pt x="1222" y="709"/>
                  <a:pt x="1222" y="709"/>
                </a:cubicBezTo>
                <a:cubicBezTo>
                  <a:pt x="1228" y="706"/>
                  <a:pt x="1228" y="706"/>
                  <a:pt x="1228" y="706"/>
                </a:cubicBezTo>
                <a:cubicBezTo>
                  <a:pt x="1240" y="698"/>
                  <a:pt x="1252" y="691"/>
                  <a:pt x="1262" y="685"/>
                </a:cubicBezTo>
                <a:cubicBezTo>
                  <a:pt x="1267" y="682"/>
                  <a:pt x="1267" y="682"/>
                  <a:pt x="1267" y="682"/>
                </a:cubicBezTo>
                <a:cubicBezTo>
                  <a:pt x="1253" y="660"/>
                  <a:pt x="1253" y="660"/>
                  <a:pt x="1253" y="660"/>
                </a:cubicBezTo>
                <a:cubicBezTo>
                  <a:pt x="1249" y="662"/>
                  <a:pt x="1249" y="662"/>
                  <a:pt x="1249" y="662"/>
                </a:cubicBezTo>
                <a:cubicBezTo>
                  <a:pt x="1249" y="662"/>
                  <a:pt x="1249" y="662"/>
                  <a:pt x="1249" y="662"/>
                </a:cubicBezTo>
                <a:close/>
                <a:moveTo>
                  <a:pt x="1314" y="619"/>
                </a:moveTo>
                <a:cubicBezTo>
                  <a:pt x="1307" y="625"/>
                  <a:pt x="1297" y="632"/>
                  <a:pt x="1283" y="641"/>
                </a:cubicBezTo>
                <a:cubicBezTo>
                  <a:pt x="1278" y="645"/>
                  <a:pt x="1278" y="645"/>
                  <a:pt x="1278" y="645"/>
                </a:cubicBezTo>
                <a:cubicBezTo>
                  <a:pt x="1292" y="666"/>
                  <a:pt x="1292" y="666"/>
                  <a:pt x="1292" y="666"/>
                </a:cubicBezTo>
                <a:cubicBezTo>
                  <a:pt x="1297" y="663"/>
                  <a:pt x="1297" y="663"/>
                  <a:pt x="1297" y="663"/>
                </a:cubicBezTo>
                <a:cubicBezTo>
                  <a:pt x="1312" y="653"/>
                  <a:pt x="1323" y="646"/>
                  <a:pt x="1330" y="640"/>
                </a:cubicBezTo>
                <a:cubicBezTo>
                  <a:pt x="1334" y="636"/>
                  <a:pt x="1334" y="636"/>
                  <a:pt x="1334" y="636"/>
                </a:cubicBezTo>
                <a:cubicBezTo>
                  <a:pt x="1318" y="616"/>
                  <a:pt x="1318" y="616"/>
                  <a:pt x="1318" y="616"/>
                </a:cubicBezTo>
                <a:cubicBezTo>
                  <a:pt x="1314" y="619"/>
                  <a:pt x="1314" y="619"/>
                  <a:pt x="1314" y="619"/>
                </a:cubicBezTo>
                <a:cubicBezTo>
                  <a:pt x="1314" y="619"/>
                  <a:pt x="1314" y="619"/>
                  <a:pt x="1314" y="619"/>
                </a:cubicBezTo>
                <a:close/>
                <a:moveTo>
                  <a:pt x="318" y="798"/>
                </a:moveTo>
                <a:cubicBezTo>
                  <a:pt x="314" y="795"/>
                  <a:pt x="314" y="795"/>
                  <a:pt x="314" y="795"/>
                </a:cubicBezTo>
                <a:cubicBezTo>
                  <a:pt x="300" y="818"/>
                  <a:pt x="300" y="818"/>
                  <a:pt x="300" y="818"/>
                </a:cubicBezTo>
                <a:cubicBezTo>
                  <a:pt x="306" y="821"/>
                  <a:pt x="306" y="821"/>
                  <a:pt x="306" y="821"/>
                </a:cubicBezTo>
                <a:cubicBezTo>
                  <a:pt x="317" y="828"/>
                  <a:pt x="328" y="834"/>
                  <a:pt x="339" y="841"/>
                </a:cubicBezTo>
                <a:cubicBezTo>
                  <a:pt x="344" y="844"/>
                  <a:pt x="344" y="844"/>
                  <a:pt x="344" y="844"/>
                </a:cubicBezTo>
                <a:cubicBezTo>
                  <a:pt x="357" y="821"/>
                  <a:pt x="357" y="821"/>
                  <a:pt x="357" y="821"/>
                </a:cubicBezTo>
                <a:cubicBezTo>
                  <a:pt x="353" y="818"/>
                  <a:pt x="353" y="818"/>
                  <a:pt x="353" y="818"/>
                </a:cubicBezTo>
                <a:cubicBezTo>
                  <a:pt x="341" y="812"/>
                  <a:pt x="330" y="805"/>
                  <a:pt x="318" y="798"/>
                </a:cubicBezTo>
                <a:close/>
                <a:moveTo>
                  <a:pt x="368" y="858"/>
                </a:moveTo>
                <a:cubicBezTo>
                  <a:pt x="413" y="883"/>
                  <a:pt x="413" y="883"/>
                  <a:pt x="413" y="883"/>
                </a:cubicBezTo>
                <a:cubicBezTo>
                  <a:pt x="425" y="861"/>
                  <a:pt x="425" y="861"/>
                  <a:pt x="425" y="861"/>
                </a:cubicBezTo>
                <a:cubicBezTo>
                  <a:pt x="381" y="834"/>
                  <a:pt x="381" y="834"/>
                  <a:pt x="381" y="834"/>
                </a:cubicBezTo>
                <a:cubicBezTo>
                  <a:pt x="368" y="858"/>
                  <a:pt x="368" y="858"/>
                  <a:pt x="368" y="858"/>
                </a:cubicBezTo>
                <a:cubicBezTo>
                  <a:pt x="368" y="858"/>
                  <a:pt x="368" y="858"/>
                  <a:pt x="368" y="858"/>
                </a:cubicBezTo>
                <a:close/>
                <a:moveTo>
                  <a:pt x="249" y="759"/>
                </a:moveTo>
                <a:cubicBezTo>
                  <a:pt x="244" y="756"/>
                  <a:pt x="244" y="756"/>
                  <a:pt x="244" y="756"/>
                </a:cubicBezTo>
                <a:cubicBezTo>
                  <a:pt x="231" y="779"/>
                  <a:pt x="231" y="779"/>
                  <a:pt x="231" y="779"/>
                </a:cubicBezTo>
                <a:cubicBezTo>
                  <a:pt x="236" y="781"/>
                  <a:pt x="236" y="781"/>
                  <a:pt x="236" y="781"/>
                </a:cubicBezTo>
                <a:cubicBezTo>
                  <a:pt x="247" y="787"/>
                  <a:pt x="259" y="794"/>
                  <a:pt x="271" y="801"/>
                </a:cubicBezTo>
                <a:cubicBezTo>
                  <a:pt x="276" y="803"/>
                  <a:pt x="276" y="803"/>
                  <a:pt x="276" y="803"/>
                </a:cubicBezTo>
                <a:cubicBezTo>
                  <a:pt x="289" y="781"/>
                  <a:pt x="289" y="781"/>
                  <a:pt x="289" y="781"/>
                </a:cubicBezTo>
                <a:cubicBezTo>
                  <a:pt x="284" y="778"/>
                  <a:pt x="284" y="778"/>
                  <a:pt x="284" y="778"/>
                </a:cubicBezTo>
                <a:cubicBezTo>
                  <a:pt x="271" y="771"/>
                  <a:pt x="260" y="765"/>
                  <a:pt x="249" y="759"/>
                </a:cubicBezTo>
                <a:close/>
                <a:moveTo>
                  <a:pt x="179" y="721"/>
                </a:moveTo>
                <a:cubicBezTo>
                  <a:pt x="174" y="718"/>
                  <a:pt x="174" y="718"/>
                  <a:pt x="174" y="718"/>
                </a:cubicBezTo>
                <a:cubicBezTo>
                  <a:pt x="162" y="741"/>
                  <a:pt x="162" y="741"/>
                  <a:pt x="162" y="741"/>
                </a:cubicBezTo>
                <a:cubicBezTo>
                  <a:pt x="167" y="744"/>
                  <a:pt x="167" y="744"/>
                  <a:pt x="167" y="744"/>
                </a:cubicBezTo>
                <a:cubicBezTo>
                  <a:pt x="177" y="749"/>
                  <a:pt x="188" y="756"/>
                  <a:pt x="202" y="762"/>
                </a:cubicBezTo>
                <a:cubicBezTo>
                  <a:pt x="206" y="765"/>
                  <a:pt x="206" y="765"/>
                  <a:pt x="206" y="765"/>
                </a:cubicBezTo>
                <a:cubicBezTo>
                  <a:pt x="219" y="742"/>
                  <a:pt x="219" y="742"/>
                  <a:pt x="219" y="742"/>
                </a:cubicBezTo>
                <a:cubicBezTo>
                  <a:pt x="214" y="740"/>
                  <a:pt x="214" y="740"/>
                  <a:pt x="214" y="740"/>
                </a:cubicBezTo>
                <a:cubicBezTo>
                  <a:pt x="200" y="732"/>
                  <a:pt x="188" y="726"/>
                  <a:pt x="179" y="721"/>
                </a:cubicBezTo>
                <a:close/>
                <a:moveTo>
                  <a:pt x="133" y="704"/>
                </a:moveTo>
                <a:cubicBezTo>
                  <a:pt x="131" y="704"/>
                  <a:pt x="131" y="704"/>
                  <a:pt x="131" y="704"/>
                </a:cubicBezTo>
                <a:cubicBezTo>
                  <a:pt x="124" y="704"/>
                  <a:pt x="114" y="702"/>
                  <a:pt x="101" y="698"/>
                </a:cubicBezTo>
                <a:cubicBezTo>
                  <a:pt x="96" y="696"/>
                  <a:pt x="96" y="696"/>
                  <a:pt x="96" y="696"/>
                </a:cubicBezTo>
                <a:cubicBezTo>
                  <a:pt x="88" y="721"/>
                  <a:pt x="88" y="721"/>
                  <a:pt x="88" y="721"/>
                </a:cubicBezTo>
                <a:cubicBezTo>
                  <a:pt x="93" y="722"/>
                  <a:pt x="93" y="722"/>
                  <a:pt x="93" y="722"/>
                </a:cubicBezTo>
                <a:cubicBezTo>
                  <a:pt x="103" y="726"/>
                  <a:pt x="117" y="729"/>
                  <a:pt x="129" y="729"/>
                </a:cubicBezTo>
                <a:cubicBezTo>
                  <a:pt x="130" y="729"/>
                  <a:pt x="132" y="729"/>
                  <a:pt x="133" y="729"/>
                </a:cubicBezTo>
                <a:cubicBezTo>
                  <a:pt x="133" y="729"/>
                  <a:pt x="133" y="729"/>
                  <a:pt x="133" y="729"/>
                </a:cubicBezTo>
                <a:cubicBezTo>
                  <a:pt x="139" y="731"/>
                  <a:pt x="139" y="731"/>
                  <a:pt x="139" y="731"/>
                </a:cubicBezTo>
                <a:cubicBezTo>
                  <a:pt x="144" y="706"/>
                  <a:pt x="144" y="706"/>
                  <a:pt x="144" y="706"/>
                </a:cubicBezTo>
                <a:cubicBezTo>
                  <a:pt x="139" y="704"/>
                  <a:pt x="139" y="704"/>
                  <a:pt x="139" y="704"/>
                </a:cubicBezTo>
                <a:cubicBezTo>
                  <a:pt x="137" y="704"/>
                  <a:pt x="135" y="704"/>
                  <a:pt x="133" y="704"/>
                </a:cubicBezTo>
                <a:close/>
                <a:moveTo>
                  <a:pt x="748" y="1029"/>
                </a:moveTo>
                <a:cubicBezTo>
                  <a:pt x="747" y="1029"/>
                  <a:pt x="747" y="1029"/>
                  <a:pt x="745" y="1030"/>
                </a:cubicBezTo>
                <a:cubicBezTo>
                  <a:pt x="738" y="1031"/>
                  <a:pt x="726" y="1031"/>
                  <a:pt x="714" y="1030"/>
                </a:cubicBezTo>
                <a:cubicBezTo>
                  <a:pt x="708" y="1029"/>
                  <a:pt x="708" y="1029"/>
                  <a:pt x="708" y="1029"/>
                </a:cubicBezTo>
                <a:cubicBezTo>
                  <a:pt x="706" y="1055"/>
                  <a:pt x="706" y="1055"/>
                  <a:pt x="706" y="1055"/>
                </a:cubicBezTo>
                <a:cubicBezTo>
                  <a:pt x="711" y="1056"/>
                  <a:pt x="711" y="1056"/>
                  <a:pt x="711" y="1056"/>
                </a:cubicBezTo>
                <a:cubicBezTo>
                  <a:pt x="718" y="1057"/>
                  <a:pt x="724" y="1057"/>
                  <a:pt x="729" y="1057"/>
                </a:cubicBezTo>
                <a:cubicBezTo>
                  <a:pt x="738" y="1057"/>
                  <a:pt x="744" y="1057"/>
                  <a:pt x="750" y="1055"/>
                </a:cubicBezTo>
                <a:cubicBezTo>
                  <a:pt x="752" y="1055"/>
                  <a:pt x="754" y="1055"/>
                  <a:pt x="756" y="1054"/>
                </a:cubicBezTo>
                <a:cubicBezTo>
                  <a:pt x="761" y="1052"/>
                  <a:pt x="761" y="1052"/>
                  <a:pt x="761" y="1052"/>
                </a:cubicBezTo>
                <a:cubicBezTo>
                  <a:pt x="753" y="1027"/>
                  <a:pt x="753" y="1027"/>
                  <a:pt x="753" y="1027"/>
                </a:cubicBezTo>
                <a:cubicBezTo>
                  <a:pt x="748" y="1029"/>
                  <a:pt x="748" y="1029"/>
                  <a:pt x="748" y="1029"/>
                </a:cubicBezTo>
                <a:cubicBezTo>
                  <a:pt x="748" y="1029"/>
                  <a:pt x="748" y="1029"/>
                  <a:pt x="748" y="1029"/>
                </a:cubicBezTo>
                <a:close/>
                <a:moveTo>
                  <a:pt x="606" y="985"/>
                </a:moveTo>
                <a:cubicBezTo>
                  <a:pt x="606" y="984"/>
                  <a:pt x="606" y="984"/>
                  <a:pt x="606" y="984"/>
                </a:cubicBezTo>
                <a:cubicBezTo>
                  <a:pt x="602" y="978"/>
                  <a:pt x="598" y="970"/>
                  <a:pt x="594" y="964"/>
                </a:cubicBezTo>
                <a:cubicBezTo>
                  <a:pt x="591" y="959"/>
                  <a:pt x="591" y="959"/>
                  <a:pt x="591" y="959"/>
                </a:cubicBezTo>
                <a:cubicBezTo>
                  <a:pt x="568" y="973"/>
                  <a:pt x="568" y="973"/>
                  <a:pt x="568" y="973"/>
                </a:cubicBezTo>
                <a:cubicBezTo>
                  <a:pt x="571" y="979"/>
                  <a:pt x="571" y="979"/>
                  <a:pt x="571" y="979"/>
                </a:cubicBezTo>
                <a:cubicBezTo>
                  <a:pt x="575" y="985"/>
                  <a:pt x="579" y="991"/>
                  <a:pt x="582" y="997"/>
                </a:cubicBezTo>
                <a:cubicBezTo>
                  <a:pt x="585" y="1002"/>
                  <a:pt x="589" y="1008"/>
                  <a:pt x="592" y="1013"/>
                </a:cubicBezTo>
                <a:cubicBezTo>
                  <a:pt x="595" y="1017"/>
                  <a:pt x="595" y="1017"/>
                  <a:pt x="595" y="1017"/>
                </a:cubicBezTo>
                <a:cubicBezTo>
                  <a:pt x="617" y="1003"/>
                  <a:pt x="617" y="1003"/>
                  <a:pt x="617" y="1003"/>
                </a:cubicBezTo>
                <a:cubicBezTo>
                  <a:pt x="614" y="998"/>
                  <a:pt x="614" y="998"/>
                  <a:pt x="614" y="998"/>
                </a:cubicBezTo>
                <a:cubicBezTo>
                  <a:pt x="612" y="994"/>
                  <a:pt x="609" y="990"/>
                  <a:pt x="606" y="985"/>
                </a:cubicBezTo>
                <a:close/>
                <a:moveTo>
                  <a:pt x="524" y="917"/>
                </a:moveTo>
                <a:cubicBezTo>
                  <a:pt x="519" y="914"/>
                  <a:pt x="519" y="914"/>
                  <a:pt x="519" y="914"/>
                </a:cubicBezTo>
                <a:cubicBezTo>
                  <a:pt x="507" y="937"/>
                  <a:pt x="507" y="937"/>
                  <a:pt x="507" y="937"/>
                </a:cubicBezTo>
                <a:cubicBezTo>
                  <a:pt x="511" y="940"/>
                  <a:pt x="511" y="940"/>
                  <a:pt x="511" y="940"/>
                </a:cubicBezTo>
                <a:cubicBezTo>
                  <a:pt x="538" y="955"/>
                  <a:pt x="545" y="958"/>
                  <a:pt x="549" y="958"/>
                </a:cubicBezTo>
                <a:cubicBezTo>
                  <a:pt x="555" y="961"/>
                  <a:pt x="555" y="961"/>
                  <a:pt x="555" y="961"/>
                </a:cubicBezTo>
                <a:cubicBezTo>
                  <a:pt x="562" y="935"/>
                  <a:pt x="562" y="935"/>
                  <a:pt x="562" y="935"/>
                </a:cubicBezTo>
                <a:cubicBezTo>
                  <a:pt x="555" y="933"/>
                  <a:pt x="555" y="933"/>
                  <a:pt x="555" y="933"/>
                </a:cubicBezTo>
                <a:cubicBezTo>
                  <a:pt x="555" y="933"/>
                  <a:pt x="550" y="931"/>
                  <a:pt x="524" y="917"/>
                </a:cubicBezTo>
                <a:close/>
                <a:moveTo>
                  <a:pt x="639" y="1015"/>
                </a:moveTo>
                <a:cubicBezTo>
                  <a:pt x="634" y="1013"/>
                  <a:pt x="634" y="1013"/>
                  <a:pt x="634" y="1013"/>
                </a:cubicBezTo>
                <a:cubicBezTo>
                  <a:pt x="625" y="1037"/>
                  <a:pt x="625" y="1037"/>
                  <a:pt x="625" y="1037"/>
                </a:cubicBezTo>
                <a:cubicBezTo>
                  <a:pt x="630" y="1039"/>
                  <a:pt x="630" y="1039"/>
                  <a:pt x="630" y="1039"/>
                </a:cubicBezTo>
                <a:cubicBezTo>
                  <a:pt x="642" y="1042"/>
                  <a:pt x="656" y="1046"/>
                  <a:pt x="671" y="1050"/>
                </a:cubicBezTo>
                <a:cubicBezTo>
                  <a:pt x="676" y="1050"/>
                  <a:pt x="676" y="1050"/>
                  <a:pt x="676" y="1050"/>
                </a:cubicBezTo>
                <a:cubicBezTo>
                  <a:pt x="682" y="1026"/>
                  <a:pt x="682" y="1026"/>
                  <a:pt x="682" y="1026"/>
                </a:cubicBezTo>
                <a:cubicBezTo>
                  <a:pt x="676" y="1024"/>
                  <a:pt x="676" y="1024"/>
                  <a:pt x="676" y="1024"/>
                </a:cubicBezTo>
                <a:cubicBezTo>
                  <a:pt x="663" y="1021"/>
                  <a:pt x="650" y="1018"/>
                  <a:pt x="639" y="1015"/>
                </a:cubicBezTo>
                <a:close/>
                <a:moveTo>
                  <a:pt x="455" y="878"/>
                </a:moveTo>
                <a:cubicBezTo>
                  <a:pt x="450" y="876"/>
                  <a:pt x="450" y="876"/>
                  <a:pt x="450" y="876"/>
                </a:cubicBezTo>
                <a:cubicBezTo>
                  <a:pt x="438" y="898"/>
                  <a:pt x="438" y="898"/>
                  <a:pt x="438" y="898"/>
                </a:cubicBezTo>
                <a:cubicBezTo>
                  <a:pt x="442" y="901"/>
                  <a:pt x="442" y="901"/>
                  <a:pt x="442" y="901"/>
                </a:cubicBezTo>
                <a:cubicBezTo>
                  <a:pt x="455" y="907"/>
                  <a:pt x="466" y="914"/>
                  <a:pt x="477" y="921"/>
                </a:cubicBezTo>
                <a:cubicBezTo>
                  <a:pt x="481" y="923"/>
                  <a:pt x="481" y="923"/>
                  <a:pt x="481" y="923"/>
                </a:cubicBezTo>
                <a:cubicBezTo>
                  <a:pt x="494" y="901"/>
                  <a:pt x="494" y="901"/>
                  <a:pt x="494" y="901"/>
                </a:cubicBezTo>
                <a:cubicBezTo>
                  <a:pt x="489" y="898"/>
                  <a:pt x="489" y="898"/>
                  <a:pt x="489" y="898"/>
                </a:cubicBezTo>
                <a:cubicBezTo>
                  <a:pt x="479" y="892"/>
                  <a:pt x="468" y="885"/>
                  <a:pt x="455" y="878"/>
                </a:cubicBezTo>
                <a:close/>
                <a:moveTo>
                  <a:pt x="737" y="694"/>
                </a:moveTo>
                <a:cubicBezTo>
                  <a:pt x="737" y="694"/>
                  <a:pt x="737" y="694"/>
                  <a:pt x="737" y="694"/>
                </a:cubicBezTo>
                <a:cubicBezTo>
                  <a:pt x="194" y="387"/>
                  <a:pt x="194" y="387"/>
                  <a:pt x="194" y="387"/>
                </a:cubicBezTo>
                <a:cubicBezTo>
                  <a:pt x="194" y="387"/>
                  <a:pt x="194" y="387"/>
                  <a:pt x="722" y="78"/>
                </a:cubicBezTo>
                <a:cubicBezTo>
                  <a:pt x="727" y="75"/>
                  <a:pt x="734" y="74"/>
                  <a:pt x="741" y="74"/>
                </a:cubicBezTo>
                <a:cubicBezTo>
                  <a:pt x="748" y="74"/>
                  <a:pt x="754" y="75"/>
                  <a:pt x="759" y="78"/>
                </a:cubicBezTo>
                <a:cubicBezTo>
                  <a:pt x="759" y="78"/>
                  <a:pt x="759" y="78"/>
                  <a:pt x="1268" y="374"/>
                </a:cubicBezTo>
                <a:cubicBezTo>
                  <a:pt x="1271" y="376"/>
                  <a:pt x="1272" y="376"/>
                  <a:pt x="1274" y="378"/>
                </a:cubicBezTo>
                <a:cubicBezTo>
                  <a:pt x="1274" y="378"/>
                  <a:pt x="1274" y="378"/>
                  <a:pt x="737" y="694"/>
                </a:cubicBezTo>
                <a:close/>
                <a:moveTo>
                  <a:pt x="246" y="640"/>
                </a:moveTo>
                <a:cubicBezTo>
                  <a:pt x="244" y="644"/>
                  <a:pt x="240" y="647"/>
                  <a:pt x="237" y="648"/>
                </a:cubicBezTo>
                <a:cubicBezTo>
                  <a:pt x="237" y="648"/>
                  <a:pt x="237" y="648"/>
                  <a:pt x="207" y="666"/>
                </a:cubicBezTo>
                <a:cubicBezTo>
                  <a:pt x="207" y="666"/>
                  <a:pt x="207" y="666"/>
                  <a:pt x="540" y="855"/>
                </a:cubicBezTo>
                <a:cubicBezTo>
                  <a:pt x="540" y="855"/>
                  <a:pt x="540" y="855"/>
                  <a:pt x="540" y="808"/>
                </a:cubicBezTo>
                <a:cubicBezTo>
                  <a:pt x="540" y="808"/>
                  <a:pt x="540" y="808"/>
                  <a:pt x="246" y="640"/>
                </a:cubicBezTo>
                <a:close/>
                <a:moveTo>
                  <a:pt x="756" y="741"/>
                </a:moveTo>
                <a:cubicBezTo>
                  <a:pt x="756" y="737"/>
                  <a:pt x="752" y="730"/>
                  <a:pt x="749" y="729"/>
                </a:cubicBezTo>
                <a:cubicBezTo>
                  <a:pt x="749" y="729"/>
                  <a:pt x="749" y="729"/>
                  <a:pt x="170" y="402"/>
                </a:cubicBezTo>
                <a:cubicBezTo>
                  <a:pt x="170" y="402"/>
                  <a:pt x="170" y="402"/>
                  <a:pt x="169" y="402"/>
                </a:cubicBezTo>
                <a:cubicBezTo>
                  <a:pt x="169" y="402"/>
                  <a:pt x="169" y="402"/>
                  <a:pt x="137" y="384"/>
                </a:cubicBezTo>
                <a:cubicBezTo>
                  <a:pt x="128" y="379"/>
                  <a:pt x="118" y="379"/>
                  <a:pt x="110" y="383"/>
                </a:cubicBezTo>
                <a:cubicBezTo>
                  <a:pt x="102" y="388"/>
                  <a:pt x="97" y="396"/>
                  <a:pt x="97" y="407"/>
                </a:cubicBezTo>
                <a:cubicBezTo>
                  <a:pt x="97" y="407"/>
                  <a:pt x="97" y="407"/>
                  <a:pt x="97" y="588"/>
                </a:cubicBezTo>
                <a:cubicBezTo>
                  <a:pt x="97" y="588"/>
                  <a:pt x="97" y="588"/>
                  <a:pt x="100" y="602"/>
                </a:cubicBezTo>
                <a:cubicBezTo>
                  <a:pt x="100" y="602"/>
                  <a:pt x="100" y="602"/>
                  <a:pt x="118" y="615"/>
                </a:cubicBezTo>
                <a:cubicBezTo>
                  <a:pt x="118" y="615"/>
                  <a:pt x="118" y="615"/>
                  <a:pt x="146" y="631"/>
                </a:cubicBezTo>
                <a:cubicBezTo>
                  <a:pt x="146" y="631"/>
                  <a:pt x="146" y="631"/>
                  <a:pt x="146" y="585"/>
                </a:cubicBezTo>
                <a:cubicBezTo>
                  <a:pt x="146" y="585"/>
                  <a:pt x="146" y="585"/>
                  <a:pt x="140" y="580"/>
                </a:cubicBezTo>
                <a:cubicBezTo>
                  <a:pt x="140" y="580"/>
                  <a:pt x="140" y="580"/>
                  <a:pt x="139" y="579"/>
                </a:cubicBezTo>
                <a:cubicBezTo>
                  <a:pt x="139" y="579"/>
                  <a:pt x="139" y="579"/>
                  <a:pt x="139" y="433"/>
                </a:cubicBezTo>
                <a:cubicBezTo>
                  <a:pt x="139" y="433"/>
                  <a:pt x="139" y="433"/>
                  <a:pt x="715" y="762"/>
                </a:cubicBezTo>
                <a:cubicBezTo>
                  <a:pt x="715" y="762"/>
                  <a:pt x="715" y="762"/>
                  <a:pt x="715" y="907"/>
                </a:cubicBezTo>
                <a:cubicBezTo>
                  <a:pt x="715" y="907"/>
                  <a:pt x="715" y="907"/>
                  <a:pt x="640" y="863"/>
                </a:cubicBezTo>
                <a:cubicBezTo>
                  <a:pt x="638" y="867"/>
                  <a:pt x="635" y="870"/>
                  <a:pt x="631" y="872"/>
                </a:cubicBezTo>
                <a:cubicBezTo>
                  <a:pt x="631" y="872"/>
                  <a:pt x="631" y="872"/>
                  <a:pt x="600" y="889"/>
                </a:cubicBezTo>
                <a:cubicBezTo>
                  <a:pt x="600" y="889"/>
                  <a:pt x="600" y="889"/>
                  <a:pt x="717" y="956"/>
                </a:cubicBezTo>
                <a:cubicBezTo>
                  <a:pt x="722" y="959"/>
                  <a:pt x="727" y="959"/>
                  <a:pt x="731" y="959"/>
                </a:cubicBezTo>
                <a:cubicBezTo>
                  <a:pt x="736" y="959"/>
                  <a:pt x="740" y="959"/>
                  <a:pt x="744" y="956"/>
                </a:cubicBezTo>
                <a:cubicBezTo>
                  <a:pt x="750" y="953"/>
                  <a:pt x="754" y="946"/>
                  <a:pt x="756" y="938"/>
                </a:cubicBezTo>
                <a:cubicBezTo>
                  <a:pt x="756" y="938"/>
                  <a:pt x="756" y="938"/>
                  <a:pt x="756" y="741"/>
                </a:cubicBezTo>
                <a:close/>
                <a:moveTo>
                  <a:pt x="1286" y="399"/>
                </a:moveTo>
                <a:cubicBezTo>
                  <a:pt x="1286" y="399"/>
                  <a:pt x="1286" y="399"/>
                  <a:pt x="1286" y="399"/>
                </a:cubicBezTo>
                <a:cubicBezTo>
                  <a:pt x="762" y="708"/>
                  <a:pt x="762" y="708"/>
                  <a:pt x="762" y="708"/>
                </a:cubicBezTo>
                <a:cubicBezTo>
                  <a:pt x="773" y="715"/>
                  <a:pt x="780" y="728"/>
                  <a:pt x="780" y="741"/>
                </a:cubicBezTo>
                <a:cubicBezTo>
                  <a:pt x="780" y="741"/>
                  <a:pt x="780" y="741"/>
                  <a:pt x="780" y="882"/>
                </a:cubicBezTo>
                <a:cubicBezTo>
                  <a:pt x="780" y="882"/>
                  <a:pt x="780" y="882"/>
                  <a:pt x="1268" y="603"/>
                </a:cubicBezTo>
                <a:cubicBezTo>
                  <a:pt x="1279" y="597"/>
                  <a:pt x="1287" y="584"/>
                  <a:pt x="1287" y="571"/>
                </a:cubicBezTo>
                <a:cubicBezTo>
                  <a:pt x="1287" y="571"/>
                  <a:pt x="1287" y="571"/>
                  <a:pt x="1287" y="407"/>
                </a:cubicBezTo>
                <a:cubicBezTo>
                  <a:pt x="1287" y="404"/>
                  <a:pt x="1287" y="402"/>
                  <a:pt x="1286" y="399"/>
                </a:cubicBezTo>
                <a:close/>
                <a:moveTo>
                  <a:pt x="487" y="733"/>
                </a:moveTo>
                <a:cubicBezTo>
                  <a:pt x="493" y="733"/>
                  <a:pt x="498" y="728"/>
                  <a:pt x="498" y="721"/>
                </a:cubicBezTo>
                <a:cubicBezTo>
                  <a:pt x="498" y="721"/>
                  <a:pt x="498" y="721"/>
                  <a:pt x="498" y="705"/>
                </a:cubicBezTo>
                <a:cubicBezTo>
                  <a:pt x="498" y="698"/>
                  <a:pt x="493" y="689"/>
                  <a:pt x="486" y="685"/>
                </a:cubicBezTo>
                <a:cubicBezTo>
                  <a:pt x="486" y="685"/>
                  <a:pt x="486" y="685"/>
                  <a:pt x="337" y="600"/>
                </a:cubicBezTo>
                <a:cubicBezTo>
                  <a:pt x="328" y="595"/>
                  <a:pt x="320" y="600"/>
                  <a:pt x="320" y="610"/>
                </a:cubicBezTo>
                <a:cubicBezTo>
                  <a:pt x="320" y="610"/>
                  <a:pt x="320" y="610"/>
                  <a:pt x="320" y="625"/>
                </a:cubicBezTo>
                <a:cubicBezTo>
                  <a:pt x="320" y="634"/>
                  <a:pt x="326" y="643"/>
                  <a:pt x="332" y="646"/>
                </a:cubicBezTo>
                <a:cubicBezTo>
                  <a:pt x="332" y="646"/>
                  <a:pt x="332" y="646"/>
                  <a:pt x="481" y="731"/>
                </a:cubicBezTo>
                <a:cubicBezTo>
                  <a:pt x="483" y="732"/>
                  <a:pt x="485" y="733"/>
                  <a:pt x="487" y="733"/>
                </a:cubicBezTo>
                <a:close/>
                <a:moveTo>
                  <a:pt x="626" y="842"/>
                </a:moveTo>
                <a:cubicBezTo>
                  <a:pt x="622" y="836"/>
                  <a:pt x="612" y="835"/>
                  <a:pt x="606" y="839"/>
                </a:cubicBezTo>
                <a:cubicBezTo>
                  <a:pt x="606" y="839"/>
                  <a:pt x="606" y="839"/>
                  <a:pt x="587" y="850"/>
                </a:cubicBezTo>
                <a:cubicBezTo>
                  <a:pt x="587" y="850"/>
                  <a:pt x="587" y="850"/>
                  <a:pt x="587" y="770"/>
                </a:cubicBezTo>
                <a:cubicBezTo>
                  <a:pt x="587" y="770"/>
                  <a:pt x="587" y="770"/>
                  <a:pt x="623" y="750"/>
                </a:cubicBezTo>
                <a:cubicBezTo>
                  <a:pt x="629" y="746"/>
                  <a:pt x="630" y="738"/>
                  <a:pt x="626" y="732"/>
                </a:cubicBezTo>
                <a:cubicBezTo>
                  <a:pt x="626" y="732"/>
                  <a:pt x="626" y="732"/>
                  <a:pt x="626" y="732"/>
                </a:cubicBezTo>
                <a:cubicBezTo>
                  <a:pt x="622" y="727"/>
                  <a:pt x="612" y="724"/>
                  <a:pt x="606" y="728"/>
                </a:cubicBezTo>
                <a:cubicBezTo>
                  <a:pt x="606" y="728"/>
                  <a:pt x="606" y="728"/>
                  <a:pt x="562" y="753"/>
                </a:cubicBezTo>
                <a:cubicBezTo>
                  <a:pt x="557" y="756"/>
                  <a:pt x="556" y="767"/>
                  <a:pt x="556" y="767"/>
                </a:cubicBezTo>
                <a:cubicBezTo>
                  <a:pt x="556" y="767"/>
                  <a:pt x="556" y="767"/>
                  <a:pt x="556" y="869"/>
                </a:cubicBezTo>
                <a:cubicBezTo>
                  <a:pt x="556" y="869"/>
                  <a:pt x="557" y="878"/>
                  <a:pt x="560" y="881"/>
                </a:cubicBezTo>
                <a:cubicBezTo>
                  <a:pt x="563" y="884"/>
                  <a:pt x="573" y="889"/>
                  <a:pt x="579" y="885"/>
                </a:cubicBezTo>
                <a:cubicBezTo>
                  <a:pt x="579" y="885"/>
                  <a:pt x="579" y="885"/>
                  <a:pt x="623" y="859"/>
                </a:cubicBezTo>
                <a:cubicBezTo>
                  <a:pt x="629" y="855"/>
                  <a:pt x="631" y="847"/>
                  <a:pt x="626" y="842"/>
                </a:cubicBezTo>
                <a:close/>
                <a:moveTo>
                  <a:pt x="233" y="619"/>
                </a:moveTo>
                <a:cubicBezTo>
                  <a:pt x="228" y="613"/>
                  <a:pt x="219" y="612"/>
                  <a:pt x="212" y="616"/>
                </a:cubicBezTo>
                <a:cubicBezTo>
                  <a:pt x="212" y="616"/>
                  <a:pt x="212" y="616"/>
                  <a:pt x="193" y="627"/>
                </a:cubicBezTo>
                <a:cubicBezTo>
                  <a:pt x="193" y="627"/>
                  <a:pt x="193" y="627"/>
                  <a:pt x="193" y="547"/>
                </a:cubicBezTo>
                <a:cubicBezTo>
                  <a:pt x="193" y="547"/>
                  <a:pt x="193" y="547"/>
                  <a:pt x="229" y="527"/>
                </a:cubicBezTo>
                <a:cubicBezTo>
                  <a:pt x="236" y="523"/>
                  <a:pt x="236" y="515"/>
                  <a:pt x="232" y="509"/>
                </a:cubicBezTo>
                <a:cubicBezTo>
                  <a:pt x="232" y="509"/>
                  <a:pt x="232" y="509"/>
                  <a:pt x="232" y="509"/>
                </a:cubicBezTo>
                <a:cubicBezTo>
                  <a:pt x="228" y="503"/>
                  <a:pt x="219" y="501"/>
                  <a:pt x="212" y="505"/>
                </a:cubicBezTo>
                <a:cubicBezTo>
                  <a:pt x="212" y="505"/>
                  <a:pt x="212" y="505"/>
                  <a:pt x="168" y="530"/>
                </a:cubicBezTo>
                <a:cubicBezTo>
                  <a:pt x="163" y="533"/>
                  <a:pt x="161" y="544"/>
                  <a:pt x="161" y="544"/>
                </a:cubicBezTo>
                <a:cubicBezTo>
                  <a:pt x="161" y="544"/>
                  <a:pt x="161" y="544"/>
                  <a:pt x="161" y="646"/>
                </a:cubicBezTo>
                <a:cubicBezTo>
                  <a:pt x="161" y="646"/>
                  <a:pt x="163" y="655"/>
                  <a:pt x="166" y="658"/>
                </a:cubicBezTo>
                <a:cubicBezTo>
                  <a:pt x="169" y="661"/>
                  <a:pt x="178" y="666"/>
                  <a:pt x="185" y="662"/>
                </a:cubicBezTo>
                <a:cubicBezTo>
                  <a:pt x="185" y="662"/>
                  <a:pt x="185" y="662"/>
                  <a:pt x="229" y="636"/>
                </a:cubicBezTo>
                <a:cubicBezTo>
                  <a:pt x="236" y="632"/>
                  <a:pt x="237" y="624"/>
                  <a:pt x="233" y="619"/>
                </a:cubicBezTo>
                <a:close/>
              </a:path>
            </a:pathLst>
          </a:custGeom>
          <a:solidFill>
            <a:schemeClr val="tx2"/>
          </a:solidFill>
          <a:ln>
            <a:noFill/>
          </a:ln>
        </p:spPr>
        <p:txBody>
          <a:bodyPr vert="horz" wrap="square" lIns="89635" tIns="44817" rIns="89635" bIns="44817" numCol="1" anchor="t" anchorCtr="0" compatLnSpc="1">
            <a:prstTxWarp prst="textNoShape">
              <a:avLst/>
            </a:prstTxWarp>
          </a:bodyPr>
          <a:lstStyle/>
          <a:p>
            <a:pPr marL="0" marR="0" lvl="0" indent="0" algn="l" defTabSz="913430" rtl="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pic>
        <p:nvPicPr>
          <p:cNvPr id="28" name="Picture 4" descr="C:\Users\roslyn.ADI\Desktop\DVD_ART36\Artwork_Imagery\Icons - Illustrations\_ WINDOWS SERVER ICONS\Hardware\Virtual Servers 2.png">
            <a:extLst>
              <a:ext uri="{FF2B5EF4-FFF2-40B4-BE49-F238E27FC236}">
                <a16:creationId xmlns:a16="http://schemas.microsoft.com/office/drawing/2014/main" id="{CC9C2F1C-2C51-70DC-1392-D35ED10A0482}"/>
              </a:ext>
            </a:extLst>
          </p:cNvPr>
          <p:cNvPicPr>
            <a:picLocks noChangeAspect="1" noChangeArrowheads="1"/>
          </p:cNvPicPr>
          <p:nvPr/>
        </p:nvPicPr>
        <p:blipFill>
          <a:blip r:embed="rId3" cstate="print"/>
          <a:srcRect/>
          <a:stretch>
            <a:fillRect/>
          </a:stretch>
        </p:blipFill>
        <p:spPr bwMode="auto">
          <a:xfrm>
            <a:off x="9933121" y="3991530"/>
            <a:ext cx="492017" cy="613536"/>
          </a:xfrm>
          <a:prstGeom prst="rect">
            <a:avLst/>
          </a:prstGeom>
          <a:noFill/>
        </p:spPr>
      </p:pic>
      <p:sp>
        <p:nvSpPr>
          <p:cNvPr id="29" name="テキスト ボックス 28">
            <a:extLst>
              <a:ext uri="{FF2B5EF4-FFF2-40B4-BE49-F238E27FC236}">
                <a16:creationId xmlns:a16="http://schemas.microsoft.com/office/drawing/2014/main" id="{6B4672E7-3972-1387-F384-A1894F563504}"/>
              </a:ext>
            </a:extLst>
          </p:cNvPr>
          <p:cNvSpPr txBox="1"/>
          <p:nvPr/>
        </p:nvSpPr>
        <p:spPr>
          <a:xfrm>
            <a:off x="9736861" y="3684331"/>
            <a:ext cx="884537" cy="215444"/>
          </a:xfrm>
          <a:prstGeom prst="rect">
            <a:avLst/>
          </a:prstGeom>
          <a:noFill/>
        </p:spPr>
        <p:txBody>
          <a:bodyPr wrap="non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仮想マシン </a:t>
            </a:r>
            <a:r>
              <a:rPr kumimoji="1" lang="en-US" altLang="ja-JP" sz="1400" b="0"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1</a:t>
            </a:r>
            <a:endParaRPr kumimoji="1" lang="ja-JP" altLang="en-US" sz="1400" b="0"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
        <p:nvSpPr>
          <p:cNvPr id="30" name="テキスト ボックス 29">
            <a:extLst>
              <a:ext uri="{FF2B5EF4-FFF2-40B4-BE49-F238E27FC236}">
                <a16:creationId xmlns:a16="http://schemas.microsoft.com/office/drawing/2014/main" id="{4F79D22E-AF26-D816-DA35-A630AD294CF6}"/>
              </a:ext>
            </a:extLst>
          </p:cNvPr>
          <p:cNvSpPr txBox="1"/>
          <p:nvPr/>
        </p:nvSpPr>
        <p:spPr>
          <a:xfrm>
            <a:off x="9809316" y="4095019"/>
            <a:ext cx="648254" cy="492443"/>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1"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内部 </a:t>
            </a:r>
            <a:r>
              <a:rPr kumimoji="1" lang="en-US" altLang="ja-JP" sz="1600" b="1"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IP</a:t>
            </a:r>
            <a:r>
              <a:rPr kumimoji="1" lang="ja-JP" altLang="en-US" sz="1600" b="1"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 </a:t>
            </a:r>
            <a:endParaRPr kumimoji="1" lang="en-US" altLang="ja-JP" sz="1600" b="1"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1"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アドレス</a:t>
            </a:r>
            <a:endParaRPr kumimoji="1" lang="en-US" altLang="ja-JP" sz="1600" b="1" i="0" u="none" strike="noStrike" kern="1200" cap="none" spc="-7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cxnSp>
        <p:nvCxnSpPr>
          <p:cNvPr id="31" name="直線コネクタ 30">
            <a:extLst>
              <a:ext uri="{FF2B5EF4-FFF2-40B4-BE49-F238E27FC236}">
                <a16:creationId xmlns:a16="http://schemas.microsoft.com/office/drawing/2014/main" id="{CBE36740-807F-0C64-FE51-3C1E309E7C41}"/>
              </a:ext>
            </a:extLst>
          </p:cNvPr>
          <p:cNvCxnSpPr>
            <a:cxnSpLocks/>
          </p:cNvCxnSpPr>
          <p:nvPr/>
        </p:nvCxnSpPr>
        <p:spPr>
          <a:xfrm>
            <a:off x="9061401" y="5372554"/>
            <a:ext cx="2357966" cy="0"/>
          </a:xfrm>
          <a:prstGeom prst="line">
            <a:avLst/>
          </a:prstGeom>
          <a:ln w="38100">
            <a:solidFill>
              <a:schemeClr val="accent1">
                <a:lumMod val="60000"/>
                <a:lumOff val="40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32" name="直線矢印コネクタ 31">
            <a:extLst>
              <a:ext uri="{FF2B5EF4-FFF2-40B4-BE49-F238E27FC236}">
                <a16:creationId xmlns:a16="http://schemas.microsoft.com/office/drawing/2014/main" id="{38313D97-3A9E-424A-B2ED-47D6DFC5C3D4}"/>
              </a:ext>
            </a:extLst>
          </p:cNvPr>
          <p:cNvCxnSpPr/>
          <p:nvPr/>
        </p:nvCxnSpPr>
        <p:spPr>
          <a:xfrm flipV="1">
            <a:off x="10179129" y="4867701"/>
            <a:ext cx="0" cy="501580"/>
          </a:xfrm>
          <a:prstGeom prst="straightConnector1">
            <a:avLst/>
          </a:prstGeom>
          <a:ln w="38100">
            <a:solidFill>
              <a:schemeClr val="accent1">
                <a:lumMod val="60000"/>
                <a:lumOff val="40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33" name="円/楕円 32">
            <a:extLst>
              <a:ext uri="{FF2B5EF4-FFF2-40B4-BE49-F238E27FC236}">
                <a16:creationId xmlns:a16="http://schemas.microsoft.com/office/drawing/2014/main" id="{1A9FD8BC-A9C7-2DBB-67A1-D764B980B585}"/>
              </a:ext>
            </a:extLst>
          </p:cNvPr>
          <p:cNvSpPr/>
          <p:nvPr/>
        </p:nvSpPr>
        <p:spPr bwMode="auto">
          <a:xfrm>
            <a:off x="10053129" y="4596375"/>
            <a:ext cx="252000" cy="252000"/>
          </a:xfrm>
          <a:prstGeom prst="ellipse">
            <a:avLst/>
          </a:prstGeom>
          <a:solidFill>
            <a:srgbClr val="FF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1" lang="ja-JP" altLang="en-US" sz="22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34" name="正方形/長方形 33">
            <a:extLst>
              <a:ext uri="{FF2B5EF4-FFF2-40B4-BE49-F238E27FC236}">
                <a16:creationId xmlns:a16="http://schemas.microsoft.com/office/drawing/2014/main" id="{E2B5CD00-E604-17F7-BEAB-30FA07AE3417}"/>
              </a:ext>
            </a:extLst>
          </p:cNvPr>
          <p:cNvSpPr/>
          <p:nvPr/>
        </p:nvSpPr>
        <p:spPr bwMode="auto">
          <a:xfrm>
            <a:off x="8488447" y="2932527"/>
            <a:ext cx="3277823" cy="2908676"/>
          </a:xfrm>
          <a:prstGeom prst="rect">
            <a:avLst/>
          </a:prstGeom>
          <a:noFill/>
          <a:ln w="57150" cap="flat" cmpd="sng" algn="ctr">
            <a:solidFill>
              <a:srgbClr val="0079D6"/>
            </a:solidFill>
            <a:prstDash val="solid"/>
            <a:headEnd type="none" w="med" len="med"/>
            <a:tailEnd type="none" w="med" len="med"/>
          </a:ln>
          <a:effectLst/>
        </p:spPr>
        <p:txBody>
          <a:bodyPr vert="horz" wrap="square" lIns="0" tIns="38858" rIns="0" bIns="38858" numCol="1" rtlCol="0" anchor="ctr" anchorCtr="0" compatLnSpc="1">
            <a:prstTxWarp prst="textNoShape">
              <a:avLst/>
            </a:prstTxWarp>
          </a:bodyPr>
          <a:lstStyle/>
          <a:p>
            <a:pPr marL="0" marR="0" lvl="0" indent="0" algn="ctr" defTabSz="776936" rtl="0" eaLnBrk="1" fontAlgn="base" latinLnBrk="0" hangingPunct="1">
              <a:lnSpc>
                <a:spcPct val="100000"/>
              </a:lnSpc>
              <a:spcBef>
                <a:spcPct val="0"/>
              </a:spcBef>
              <a:spcAft>
                <a:spcPct val="0"/>
              </a:spcAft>
              <a:buClrTx/>
              <a:buSzTx/>
              <a:buFontTx/>
              <a:buNone/>
              <a:tabLst/>
              <a:defRPr/>
            </a:pPr>
            <a:endParaRPr kumimoji="0" lang="ja-JP" altLang="en-US" sz="2400" b="0" i="0" u="none" strike="noStrike" kern="0" cap="none" spc="0" normalizeH="0" baseline="0" noProof="0">
              <a:ln>
                <a:solidFill>
                  <a:srgbClr val="FFFFFF"/>
                </a:solid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pic>
        <p:nvPicPr>
          <p:cNvPr id="35" name="Picture 2">
            <a:extLst>
              <a:ext uri="{FF2B5EF4-FFF2-40B4-BE49-F238E27FC236}">
                <a16:creationId xmlns:a16="http://schemas.microsoft.com/office/drawing/2014/main" id="{1BCB250F-E0BF-6180-2215-EA2E2AF8D1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49311" y="5506753"/>
            <a:ext cx="838200" cy="581025"/>
          </a:xfrm>
          <a:prstGeom prst="rect">
            <a:avLst/>
          </a:prstGeom>
          <a:noFill/>
          <a:extLst>
            <a:ext uri="{909E8E84-426E-40DD-AFC4-6F175D3DCCD1}">
              <a14:hiddenFill xmlns:a14="http://schemas.microsoft.com/office/drawing/2010/main">
                <a:solidFill>
                  <a:srgbClr val="FFFFFF"/>
                </a:solidFill>
              </a14:hiddenFill>
            </a:ext>
          </a:extLst>
        </p:spPr>
      </p:pic>
      <p:sp>
        <p:nvSpPr>
          <p:cNvPr id="36" name="テキスト ボックス 35">
            <a:extLst>
              <a:ext uri="{FF2B5EF4-FFF2-40B4-BE49-F238E27FC236}">
                <a16:creationId xmlns:a16="http://schemas.microsoft.com/office/drawing/2014/main" id="{0D5504D8-62D2-9BA3-9245-E64120B6651B}"/>
              </a:ext>
            </a:extLst>
          </p:cNvPr>
          <p:cNvSpPr txBox="1"/>
          <p:nvPr/>
        </p:nvSpPr>
        <p:spPr>
          <a:xfrm>
            <a:off x="8118718" y="5911639"/>
            <a:ext cx="106019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000" b="0" i="0" u="none" strike="noStrike" kern="1200" cap="none" spc="0" normalizeH="0" baseline="0" noProof="0" err="1">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VNet</a:t>
            </a:r>
            <a:r>
              <a:rPr kumimoji="1" lang="en-US" altLang="ja-JP" sz="20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 3</a:t>
            </a:r>
            <a:endParaRPr kumimoji="1" lang="ja-JP" altLang="en-US" sz="20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
        <p:nvSpPr>
          <p:cNvPr id="37" name="テキスト ボックス 36">
            <a:extLst>
              <a:ext uri="{FF2B5EF4-FFF2-40B4-BE49-F238E27FC236}">
                <a16:creationId xmlns:a16="http://schemas.microsoft.com/office/drawing/2014/main" id="{29786B76-EC1C-C263-CEF8-3D0558A456C1}"/>
              </a:ext>
            </a:extLst>
          </p:cNvPr>
          <p:cNvSpPr txBox="1"/>
          <p:nvPr/>
        </p:nvSpPr>
        <p:spPr>
          <a:xfrm>
            <a:off x="8739198" y="2965718"/>
            <a:ext cx="1401346"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サブネット１</a:t>
            </a:r>
          </a:p>
        </p:txBody>
      </p:sp>
      <p:cxnSp>
        <p:nvCxnSpPr>
          <p:cNvPr id="38" name="直線コネクタ 37">
            <a:extLst>
              <a:ext uri="{FF2B5EF4-FFF2-40B4-BE49-F238E27FC236}">
                <a16:creationId xmlns:a16="http://schemas.microsoft.com/office/drawing/2014/main" id="{6A8747A8-9DD8-0DEB-1BC6-54FF2C563CCC}"/>
              </a:ext>
            </a:extLst>
          </p:cNvPr>
          <p:cNvCxnSpPr>
            <a:cxnSpLocks/>
            <a:stCxn id="18" idx="3"/>
            <a:endCxn id="23" idx="1"/>
          </p:cNvCxnSpPr>
          <p:nvPr/>
        </p:nvCxnSpPr>
        <p:spPr>
          <a:xfrm>
            <a:off x="5233513" y="4386865"/>
            <a:ext cx="696357" cy="0"/>
          </a:xfrm>
          <a:prstGeom prst="line">
            <a:avLst/>
          </a:prstGeom>
          <a:ln w="2540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直線コネクタ 38">
            <a:extLst>
              <a:ext uri="{FF2B5EF4-FFF2-40B4-BE49-F238E27FC236}">
                <a16:creationId xmlns:a16="http://schemas.microsoft.com/office/drawing/2014/main" id="{76872A13-3A23-5AED-0395-C4456696B56E}"/>
              </a:ext>
            </a:extLst>
          </p:cNvPr>
          <p:cNvCxnSpPr>
            <a:cxnSpLocks/>
            <a:stCxn id="23" idx="3"/>
            <a:endCxn id="34" idx="1"/>
          </p:cNvCxnSpPr>
          <p:nvPr/>
        </p:nvCxnSpPr>
        <p:spPr>
          <a:xfrm>
            <a:off x="7806770" y="4386865"/>
            <a:ext cx="681677" cy="0"/>
          </a:xfrm>
          <a:prstGeom prst="line">
            <a:avLst/>
          </a:prstGeom>
          <a:ln w="2540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円弧 39">
            <a:extLst>
              <a:ext uri="{FF2B5EF4-FFF2-40B4-BE49-F238E27FC236}">
                <a16:creationId xmlns:a16="http://schemas.microsoft.com/office/drawing/2014/main" id="{3AE7D753-479A-2EFB-DA94-136D5D6538D1}"/>
              </a:ext>
            </a:extLst>
          </p:cNvPr>
          <p:cNvSpPr/>
          <p:nvPr/>
        </p:nvSpPr>
        <p:spPr>
          <a:xfrm rot="10800000">
            <a:off x="4061250" y="4675417"/>
            <a:ext cx="2166737" cy="621949"/>
          </a:xfrm>
          <a:prstGeom prst="arc">
            <a:avLst>
              <a:gd name="adj1" fmla="val 10885203"/>
              <a:gd name="adj2" fmla="val 0"/>
            </a:avLst>
          </a:prstGeom>
          <a:ln w="28575">
            <a:solidFill>
              <a:srgbClr val="9BF00B"/>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75000"/>
                  <a:lumOff val="25000"/>
                </a:schemeClr>
              </a:solidFill>
            </a:endParaRPr>
          </a:p>
        </p:txBody>
      </p:sp>
      <p:sp>
        <p:nvSpPr>
          <p:cNvPr id="41" name="円弧 40">
            <a:extLst>
              <a:ext uri="{FF2B5EF4-FFF2-40B4-BE49-F238E27FC236}">
                <a16:creationId xmlns:a16="http://schemas.microsoft.com/office/drawing/2014/main" id="{39E68B9F-9479-4DF8-11FA-6A214529DA2C}"/>
              </a:ext>
            </a:extLst>
          </p:cNvPr>
          <p:cNvSpPr/>
          <p:nvPr/>
        </p:nvSpPr>
        <p:spPr>
          <a:xfrm rot="10800000">
            <a:off x="6936577" y="4700034"/>
            <a:ext cx="2166737" cy="621949"/>
          </a:xfrm>
          <a:prstGeom prst="arc">
            <a:avLst>
              <a:gd name="adj1" fmla="val 10885203"/>
              <a:gd name="adj2" fmla="val 0"/>
            </a:avLst>
          </a:prstGeom>
          <a:ln w="28575">
            <a:solidFill>
              <a:srgbClr val="9BF00B"/>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75000"/>
                  <a:lumOff val="25000"/>
                </a:schemeClr>
              </a:solidFill>
            </a:endParaRPr>
          </a:p>
        </p:txBody>
      </p:sp>
      <p:sp>
        <p:nvSpPr>
          <p:cNvPr id="42" name="円弧 41">
            <a:extLst>
              <a:ext uri="{FF2B5EF4-FFF2-40B4-BE49-F238E27FC236}">
                <a16:creationId xmlns:a16="http://schemas.microsoft.com/office/drawing/2014/main" id="{E4FD1C24-F595-B98C-5E06-B9861D457DA8}"/>
              </a:ext>
            </a:extLst>
          </p:cNvPr>
          <p:cNvSpPr/>
          <p:nvPr/>
        </p:nvSpPr>
        <p:spPr>
          <a:xfrm>
            <a:off x="4107983" y="3140496"/>
            <a:ext cx="4913259" cy="597790"/>
          </a:xfrm>
          <a:prstGeom prst="arc">
            <a:avLst>
              <a:gd name="adj1" fmla="val 10885203"/>
              <a:gd name="adj2" fmla="val 0"/>
            </a:avLst>
          </a:prstGeom>
          <a:ln w="28575">
            <a:solidFill>
              <a:srgbClr val="D83B01"/>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75000"/>
                  <a:lumOff val="25000"/>
                </a:schemeClr>
              </a:solidFill>
            </a:endParaRPr>
          </a:p>
        </p:txBody>
      </p:sp>
      <p:cxnSp>
        <p:nvCxnSpPr>
          <p:cNvPr id="43" name="直線コネクタ 42">
            <a:extLst>
              <a:ext uri="{FF2B5EF4-FFF2-40B4-BE49-F238E27FC236}">
                <a16:creationId xmlns:a16="http://schemas.microsoft.com/office/drawing/2014/main" id="{C19FDD43-79DE-C6FF-D366-EC931A83DBB7}"/>
              </a:ext>
            </a:extLst>
          </p:cNvPr>
          <p:cNvCxnSpPr/>
          <p:nvPr/>
        </p:nvCxnSpPr>
        <p:spPr>
          <a:xfrm>
            <a:off x="6379208" y="2862354"/>
            <a:ext cx="631470" cy="577022"/>
          </a:xfrm>
          <a:prstGeom prst="line">
            <a:avLst/>
          </a:prstGeom>
          <a:ln w="31750">
            <a:solidFill>
              <a:srgbClr val="D83B0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4" name="直線矢印コネクタ 43">
            <a:extLst>
              <a:ext uri="{FF2B5EF4-FFF2-40B4-BE49-F238E27FC236}">
                <a16:creationId xmlns:a16="http://schemas.microsoft.com/office/drawing/2014/main" id="{A60B453F-548A-6031-5C96-36D3F4BEE638}"/>
              </a:ext>
            </a:extLst>
          </p:cNvPr>
          <p:cNvCxnSpPr/>
          <p:nvPr/>
        </p:nvCxnSpPr>
        <p:spPr>
          <a:xfrm flipV="1">
            <a:off x="3937706" y="4848000"/>
            <a:ext cx="0" cy="501580"/>
          </a:xfrm>
          <a:prstGeom prst="straightConnector1">
            <a:avLst/>
          </a:prstGeom>
          <a:ln w="38100">
            <a:solidFill>
              <a:schemeClr val="accent1">
                <a:lumMod val="60000"/>
                <a:lumOff val="40000"/>
              </a:schemeClr>
            </a:solidFill>
            <a:headEnd type="ova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33653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B4CCD-9D85-CD33-CDAD-0444B06E0AF9}"/>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636684F-93C6-CC99-0051-EDC73A03BF33}"/>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ja-JP" altLang="en-US" sz="2000" b="1">
                <a:solidFill>
                  <a:srgbClr val="1F2937"/>
                </a:solidFill>
                <a:latin typeface="Yu Gothic"/>
                <a:ea typeface="Yu Gothic"/>
                <a:cs typeface="Yu Gothic"/>
              </a:rPr>
              <a:t>仮想ネットワーク </a:t>
            </a:r>
            <a:r>
              <a:rPr lang="en-US" altLang="ja-JP" sz="2000" b="1" dirty="0">
                <a:solidFill>
                  <a:srgbClr val="1F2937"/>
                </a:solidFill>
                <a:latin typeface="Yu Gothic"/>
                <a:ea typeface="Yu Gothic"/>
                <a:cs typeface="Yu Gothic"/>
              </a:rPr>
              <a:t>(</a:t>
            </a:r>
            <a:r>
              <a:rPr lang="en" altLang="ja-JP" sz="2000" b="1" dirty="0">
                <a:solidFill>
                  <a:srgbClr val="1F2937"/>
                </a:solidFill>
                <a:latin typeface="Yu Gothic"/>
                <a:ea typeface="Yu Gothic"/>
                <a:cs typeface="Yu Gothic"/>
              </a:rPr>
              <a:t>Virtual Network, </a:t>
            </a:r>
            <a:r>
              <a:rPr lang="en" altLang="ja-JP" sz="2000" b="1" dirty="0" err="1">
                <a:solidFill>
                  <a:srgbClr val="1F2937"/>
                </a:solidFill>
                <a:latin typeface="Yu Gothic"/>
                <a:ea typeface="Yu Gothic"/>
                <a:cs typeface="Yu Gothic"/>
              </a:rPr>
              <a:t>VNet</a:t>
            </a:r>
            <a:r>
              <a:rPr lang="en" altLang="ja-JP" sz="2000" b="1" dirty="0">
                <a:solidFill>
                  <a:srgbClr val="1F2937"/>
                </a:solidFill>
                <a:latin typeface="Yu Gothic"/>
                <a:ea typeface="Yu Gothic"/>
                <a:cs typeface="Yu Gothic"/>
              </a:rPr>
              <a:t>)</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4B634733-89BF-79F6-0207-8C4C5E21A762}"/>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7</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313B6BC6-DAC1-2018-3F83-271BB52AD1F0}"/>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テキスト ボックス 2">
            <a:extLst>
              <a:ext uri="{FF2B5EF4-FFF2-40B4-BE49-F238E27FC236}">
                <a16:creationId xmlns:a16="http://schemas.microsoft.com/office/drawing/2014/main" id="{588F9E79-CE2F-FF9B-7A07-F9D11B66D943}"/>
              </a:ext>
            </a:extLst>
          </p:cNvPr>
          <p:cNvSpPr txBox="1"/>
          <p:nvPr/>
        </p:nvSpPr>
        <p:spPr>
          <a:xfrm>
            <a:off x="349727" y="1374134"/>
            <a:ext cx="11655078" cy="3542508"/>
          </a:xfrm>
          <a:prstGeom prst="rect">
            <a:avLst/>
          </a:prstGeom>
          <a:noFill/>
        </p:spPr>
        <p:txBody>
          <a:bodyPr wrap="square" lIns="182880" tIns="146304" rIns="182880" bIns="146304" rtlCol="0">
            <a:spAutoFit/>
          </a:bodyPr>
          <a:lstStyle/>
          <a:p>
            <a:pPr>
              <a:spcAft>
                <a:spcPts val="600"/>
              </a:spcAft>
            </a:pPr>
            <a:r>
              <a:rPr kumimoji="1" lang="en-US" altLang="ja-JP" sz="2400" b="1" dirty="0">
                <a:solidFill>
                  <a:schemeClr val="tx1">
                    <a:lumMod val="75000"/>
                    <a:lumOff val="25000"/>
                  </a:schemeClr>
                </a:solidFill>
                <a:latin typeface="Yu Gothic UI" panose="020B0500000000000000" pitchFamily="34" charset="-128"/>
                <a:ea typeface="Yu Gothic UI" panose="020B0500000000000000" pitchFamily="34" charset="-128"/>
              </a:rPr>
              <a:t>Azure</a:t>
            </a:r>
            <a:r>
              <a:rPr kumimoji="1" lang="ja-JP" altLang="en-US" sz="2400" b="1">
                <a:solidFill>
                  <a:schemeClr val="tx1">
                    <a:lumMod val="75000"/>
                    <a:lumOff val="25000"/>
                  </a:schemeClr>
                </a:solidFill>
                <a:latin typeface="Yu Gothic UI" panose="020B0500000000000000" pitchFamily="34" charset="-128"/>
                <a:ea typeface="Yu Gothic UI" panose="020B0500000000000000" pitchFamily="34" charset="-128"/>
              </a:rPr>
              <a:t>の仮想ネットワークは、</a:t>
            </a:r>
          </a:p>
          <a:p>
            <a:pPr>
              <a:spcAft>
                <a:spcPts val="600"/>
              </a:spcAft>
            </a:pPr>
            <a:r>
              <a:rPr kumimoji="1" lang="ja-JP" altLang="en-US" sz="2400" b="1">
                <a:solidFill>
                  <a:schemeClr val="tx1">
                    <a:lumMod val="75000"/>
                    <a:lumOff val="25000"/>
                  </a:schemeClr>
                </a:solidFill>
                <a:latin typeface="Yu Gothic UI" panose="020B0500000000000000" pitchFamily="34" charset="-128"/>
                <a:ea typeface="Yu Gothic UI" panose="020B0500000000000000" pitchFamily="34" charset="-128"/>
              </a:rPr>
              <a:t>オンプレミスのネットワークと似て非なるものです。</a:t>
            </a:r>
          </a:p>
          <a:p>
            <a:pPr>
              <a:spcAft>
                <a:spcPts val="600"/>
              </a:spcAft>
            </a:pPr>
            <a:endParaRPr lang="ja-JP" altLang="en-US" sz="2000">
              <a:solidFill>
                <a:schemeClr val="tx1">
                  <a:lumMod val="75000"/>
                  <a:lumOff val="25000"/>
                </a:schemeClr>
              </a:solidFill>
              <a:latin typeface="Yu Gothic UI" panose="020B0500000000000000" pitchFamily="34" charset="-128"/>
              <a:ea typeface="Yu Gothic UI" panose="020B0500000000000000" pitchFamily="34" charset="-128"/>
            </a:endParaRPr>
          </a:p>
          <a:p>
            <a:pPr marL="342900" indent="-342900">
              <a:spcAft>
                <a:spcPts val="600"/>
              </a:spcAft>
              <a:buFont typeface="Arial" panose="020B0604020202020204" pitchFamily="34" charset="0"/>
              <a:buChar char="•"/>
            </a:pPr>
            <a:r>
              <a:rPr lang="ja-JP" altLang="en-US" sz="1800">
                <a:solidFill>
                  <a:schemeClr val="tx1">
                    <a:lumMod val="75000"/>
                    <a:lumOff val="25000"/>
                  </a:schemeClr>
                </a:solidFill>
                <a:latin typeface="Yu Gothic UI" panose="020B0500000000000000" pitchFamily="34" charset="-128"/>
                <a:ea typeface="Yu Gothic UI" panose="020B0500000000000000" pitchFamily="34" charset="-128"/>
              </a:rPr>
              <a:t>仮想ネットワークは</a:t>
            </a:r>
            <a:r>
              <a:rPr lang="en-US" altLang="ja-JP" sz="1800" dirty="0">
                <a:solidFill>
                  <a:schemeClr val="tx1">
                    <a:lumMod val="75000"/>
                    <a:lumOff val="25000"/>
                  </a:schemeClr>
                </a:solidFill>
                <a:latin typeface="Yu Gothic UI" panose="020B0500000000000000" pitchFamily="34" charset="-128"/>
                <a:ea typeface="Yu Gothic UI" panose="020B0500000000000000" pitchFamily="34" charset="-128"/>
              </a:rPr>
              <a:t>SDN</a:t>
            </a:r>
            <a:r>
              <a:rPr lang="ja-JP" altLang="en-US" sz="1800">
                <a:solidFill>
                  <a:schemeClr val="tx1">
                    <a:lumMod val="75000"/>
                    <a:lumOff val="25000"/>
                  </a:schemeClr>
                </a:solidFill>
                <a:latin typeface="Yu Gothic UI" panose="020B0500000000000000" pitchFamily="34" charset="-128"/>
                <a:ea typeface="Yu Gothic UI" panose="020B0500000000000000" pitchFamily="34" charset="-128"/>
              </a:rPr>
              <a:t>であり、冗長化された物理ネットワーク上にオーバーレイで動作しています。</a:t>
            </a:r>
          </a:p>
          <a:p>
            <a:pPr marL="342900" indent="-342900">
              <a:spcAft>
                <a:spcPts val="600"/>
              </a:spcAft>
              <a:buFont typeface="Arial" panose="020B0604020202020204" pitchFamily="34" charset="0"/>
              <a:buChar char="•"/>
            </a:pPr>
            <a:r>
              <a:rPr kumimoji="1" lang="ja-JP" altLang="en-US" sz="1800">
                <a:solidFill>
                  <a:schemeClr val="tx1">
                    <a:lumMod val="75000"/>
                    <a:lumOff val="25000"/>
                  </a:schemeClr>
                </a:solidFill>
                <a:latin typeface="Yu Gothic UI" panose="020B0500000000000000" pitchFamily="34" charset="-128"/>
                <a:ea typeface="Yu Gothic UI" panose="020B0500000000000000" pitchFamily="34" charset="-128"/>
              </a:rPr>
              <a:t>仮想の</a:t>
            </a:r>
            <a:r>
              <a:rPr kumimoji="1" lang="en-US" altLang="ja-JP" sz="1800" dirty="0">
                <a:solidFill>
                  <a:schemeClr val="tx1">
                    <a:lumMod val="75000"/>
                    <a:lumOff val="25000"/>
                  </a:schemeClr>
                </a:solidFill>
                <a:latin typeface="Yu Gothic UI" panose="020B0500000000000000" pitchFamily="34" charset="-128"/>
                <a:ea typeface="Yu Gothic UI" panose="020B0500000000000000" pitchFamily="34" charset="-128"/>
              </a:rPr>
              <a:t>L3</a:t>
            </a:r>
            <a:r>
              <a:rPr kumimoji="1" lang="ja-JP" altLang="en-US" sz="1800">
                <a:solidFill>
                  <a:schemeClr val="tx1">
                    <a:lumMod val="75000"/>
                    <a:lumOff val="25000"/>
                  </a:schemeClr>
                </a:solidFill>
                <a:latin typeface="Yu Gothic UI" panose="020B0500000000000000" pitchFamily="34" charset="-128"/>
                <a:ea typeface="Yu Gothic UI" panose="020B0500000000000000" pitchFamily="34" charset="-128"/>
              </a:rPr>
              <a:t>スイッチ相当の存在はありますが、不可視です。</a:t>
            </a:r>
            <a:endParaRPr lang="ja-JP" altLang="en-US" sz="1800">
              <a:solidFill>
                <a:schemeClr val="tx1">
                  <a:lumMod val="75000"/>
                  <a:lumOff val="25000"/>
                </a:schemeClr>
              </a:solidFill>
              <a:latin typeface="Yu Gothic UI" panose="020B0500000000000000" pitchFamily="34" charset="-128"/>
              <a:ea typeface="Yu Gothic UI" panose="020B0500000000000000" pitchFamily="34" charset="-128"/>
            </a:endParaRPr>
          </a:p>
          <a:p>
            <a:pPr marL="342900" indent="-342900">
              <a:spcAft>
                <a:spcPts val="600"/>
              </a:spcAft>
              <a:buFont typeface="Arial" panose="020B0604020202020204" pitchFamily="34" charset="0"/>
              <a:buChar char="•"/>
            </a:pPr>
            <a:r>
              <a:rPr kumimoji="1" lang="ja-JP" altLang="en-US" sz="1800">
                <a:solidFill>
                  <a:schemeClr val="tx1">
                    <a:lumMod val="75000"/>
                    <a:lumOff val="25000"/>
                  </a:schemeClr>
                </a:solidFill>
                <a:latin typeface="Yu Gothic UI" panose="020B0500000000000000" pitchFamily="34" charset="-128"/>
                <a:ea typeface="Yu Gothic UI" panose="020B0500000000000000" pitchFamily="34" charset="-128"/>
              </a:rPr>
              <a:t>基本的には</a:t>
            </a:r>
            <a:r>
              <a:rPr kumimoji="1" lang="en-US" altLang="ja-JP" sz="1800" dirty="0">
                <a:solidFill>
                  <a:schemeClr val="tx1">
                    <a:lumMod val="75000"/>
                    <a:lumOff val="25000"/>
                  </a:schemeClr>
                </a:solidFill>
                <a:latin typeface="Yu Gothic UI" panose="020B0500000000000000" pitchFamily="34" charset="-128"/>
                <a:ea typeface="Yu Gothic UI" panose="020B0500000000000000" pitchFamily="34" charset="-128"/>
              </a:rPr>
              <a:t>L3</a:t>
            </a:r>
            <a:r>
              <a:rPr kumimoji="1" lang="ja-JP" altLang="en-US" sz="1800">
                <a:solidFill>
                  <a:schemeClr val="tx1">
                    <a:lumMod val="75000"/>
                    <a:lumOff val="25000"/>
                  </a:schemeClr>
                </a:solidFill>
                <a:latin typeface="Yu Gothic UI" panose="020B0500000000000000" pitchFamily="34" charset="-128"/>
                <a:ea typeface="Yu Gothic UI" panose="020B0500000000000000" pitchFamily="34" charset="-128"/>
              </a:rPr>
              <a:t>以上のことだけ意識すれば</a:t>
            </a:r>
            <a:r>
              <a:rPr kumimoji="1" lang="en-US" altLang="ja-JP" sz="1800" dirty="0">
                <a:solidFill>
                  <a:schemeClr val="tx1">
                    <a:lumMod val="75000"/>
                    <a:lumOff val="25000"/>
                  </a:schemeClr>
                </a:solidFill>
                <a:latin typeface="Yu Gothic UI" panose="020B0500000000000000" pitchFamily="34" charset="-128"/>
                <a:ea typeface="Yu Gothic UI" panose="020B0500000000000000" pitchFamily="34" charset="-128"/>
              </a:rPr>
              <a:t>OK</a:t>
            </a:r>
            <a:r>
              <a:rPr kumimoji="1" lang="ja-JP" altLang="en-US" sz="1800">
                <a:solidFill>
                  <a:schemeClr val="tx1">
                    <a:lumMod val="75000"/>
                    <a:lumOff val="25000"/>
                  </a:schemeClr>
                </a:solidFill>
                <a:latin typeface="Yu Gothic UI" panose="020B0500000000000000" pitchFamily="34" charset="-128"/>
                <a:ea typeface="Yu Gothic UI" panose="020B0500000000000000" pitchFamily="34" charset="-128"/>
              </a:rPr>
              <a:t>です。</a:t>
            </a:r>
            <a:br>
              <a:rPr lang="ja-JP" altLang="en-US" sz="1800">
                <a:solidFill>
                  <a:schemeClr val="tx1">
                    <a:lumMod val="75000"/>
                    <a:lumOff val="25000"/>
                  </a:schemeClr>
                </a:solidFill>
                <a:latin typeface="Yu Gothic UI" panose="020B0500000000000000" pitchFamily="34" charset="-128"/>
                <a:ea typeface="Yu Gothic UI" panose="020B0500000000000000" pitchFamily="34" charset="-128"/>
              </a:rPr>
            </a:br>
            <a:r>
              <a:rPr lang="en-US" altLang="ja-JP" sz="1800" dirty="0">
                <a:solidFill>
                  <a:schemeClr val="tx1">
                    <a:lumMod val="75000"/>
                    <a:lumOff val="25000"/>
                  </a:schemeClr>
                </a:solidFill>
                <a:latin typeface="Yu Gothic UI" panose="020B0500000000000000" pitchFamily="34" charset="-128"/>
                <a:ea typeface="Yu Gothic UI" panose="020B0500000000000000" pitchFamily="34" charset="-128"/>
              </a:rPr>
              <a:t>VRRP</a:t>
            </a:r>
            <a:r>
              <a:rPr lang="ja-JP" altLang="en-US" sz="1800">
                <a:solidFill>
                  <a:schemeClr val="tx1">
                    <a:lumMod val="75000"/>
                    <a:lumOff val="25000"/>
                  </a:schemeClr>
                </a:solidFill>
                <a:latin typeface="Yu Gothic UI" panose="020B0500000000000000" pitchFamily="34" charset="-128"/>
                <a:ea typeface="Yu Gothic UI" panose="020B0500000000000000" pitchFamily="34" charset="-128"/>
              </a:rPr>
              <a:t>や</a:t>
            </a:r>
            <a:r>
              <a:rPr lang="en-US" altLang="ja-JP" sz="1800" dirty="0">
                <a:solidFill>
                  <a:schemeClr val="tx1">
                    <a:lumMod val="75000"/>
                    <a:lumOff val="25000"/>
                  </a:schemeClr>
                </a:solidFill>
                <a:latin typeface="Yu Gothic UI" panose="020B0500000000000000" pitchFamily="34" charset="-128"/>
                <a:ea typeface="Yu Gothic UI" panose="020B0500000000000000" pitchFamily="34" charset="-128"/>
              </a:rPr>
              <a:t>LACP</a:t>
            </a:r>
            <a:r>
              <a:rPr lang="ja-JP" altLang="en-US" sz="1800">
                <a:solidFill>
                  <a:schemeClr val="tx1">
                    <a:lumMod val="75000"/>
                    <a:lumOff val="25000"/>
                  </a:schemeClr>
                </a:solidFill>
                <a:latin typeface="Yu Gothic UI" panose="020B0500000000000000" pitchFamily="34" charset="-128"/>
                <a:ea typeface="Yu Gothic UI" panose="020B0500000000000000" pitchFamily="34" charset="-128"/>
              </a:rPr>
              <a:t>や</a:t>
            </a:r>
            <a:r>
              <a:rPr lang="en-US" altLang="ja-JP" sz="1800" dirty="0">
                <a:solidFill>
                  <a:schemeClr val="tx1">
                    <a:lumMod val="75000"/>
                    <a:lumOff val="25000"/>
                  </a:schemeClr>
                </a:solidFill>
                <a:latin typeface="Yu Gothic UI" panose="020B0500000000000000" pitchFamily="34" charset="-128"/>
                <a:ea typeface="Yu Gothic UI" panose="020B0500000000000000" pitchFamily="34" charset="-128"/>
              </a:rPr>
              <a:t>LAG</a:t>
            </a:r>
            <a:r>
              <a:rPr lang="ja-JP" altLang="en-US" sz="1800">
                <a:solidFill>
                  <a:schemeClr val="tx1">
                    <a:lumMod val="75000"/>
                    <a:lumOff val="25000"/>
                  </a:schemeClr>
                </a:solidFill>
                <a:latin typeface="Yu Gothic UI" panose="020B0500000000000000" pitchFamily="34" charset="-128"/>
                <a:ea typeface="Yu Gothic UI" panose="020B0500000000000000" pitchFamily="34" charset="-128"/>
              </a:rPr>
              <a:t>は利用できない → </a:t>
            </a:r>
            <a:r>
              <a:rPr lang="en-US" altLang="ja-JP" sz="1800" dirty="0">
                <a:solidFill>
                  <a:schemeClr val="tx1">
                    <a:lumMod val="75000"/>
                    <a:lumOff val="25000"/>
                  </a:schemeClr>
                </a:solidFill>
                <a:latin typeface="Yu Gothic UI" panose="020B0500000000000000" pitchFamily="34" charset="-128"/>
                <a:ea typeface="Yu Gothic UI" panose="020B0500000000000000" pitchFamily="34" charset="-128"/>
              </a:rPr>
              <a:t>L2</a:t>
            </a:r>
            <a:r>
              <a:rPr lang="ja-JP" altLang="en-US" sz="1800">
                <a:solidFill>
                  <a:schemeClr val="tx1">
                    <a:lumMod val="75000"/>
                    <a:lumOff val="25000"/>
                  </a:schemeClr>
                </a:solidFill>
                <a:latin typeface="Yu Gothic UI" panose="020B0500000000000000" pitchFamily="34" charset="-128"/>
                <a:ea typeface="Yu Gothic UI" panose="020B0500000000000000" pitchFamily="34" charset="-128"/>
              </a:rPr>
              <a:t>までのネットワークの冗長化は考える必要がありません。</a:t>
            </a:r>
            <a:endParaRPr lang="en-US" altLang="ja-JP" sz="1800" dirty="0">
              <a:solidFill>
                <a:schemeClr val="tx1">
                  <a:lumMod val="75000"/>
                  <a:lumOff val="25000"/>
                </a:schemeClr>
              </a:solidFill>
              <a:latin typeface="Yu Gothic UI" panose="020B0500000000000000" pitchFamily="34" charset="-128"/>
              <a:ea typeface="Yu Gothic UI" panose="020B0500000000000000" pitchFamily="34" charset="-128"/>
            </a:endParaRPr>
          </a:p>
          <a:p>
            <a:pPr marL="342900" indent="-342900">
              <a:spcAft>
                <a:spcPts val="600"/>
              </a:spcAft>
              <a:buFont typeface="Arial" panose="020B0604020202020204" pitchFamily="34" charset="0"/>
              <a:buChar char="•"/>
            </a:pPr>
            <a:r>
              <a:rPr lang="en-US" altLang="ja-JP" sz="1800" dirty="0">
                <a:solidFill>
                  <a:schemeClr val="tx1">
                    <a:lumMod val="75000"/>
                    <a:lumOff val="25000"/>
                  </a:schemeClr>
                </a:solidFill>
                <a:latin typeface="Yu Gothic UI" panose="020B0500000000000000" pitchFamily="34" charset="-128"/>
                <a:ea typeface="Yu Gothic UI" panose="020B0500000000000000" pitchFamily="34" charset="-128"/>
              </a:rPr>
              <a:t>L3</a:t>
            </a:r>
            <a:r>
              <a:rPr lang="ja-JP" altLang="en-US" sz="1800">
                <a:solidFill>
                  <a:schemeClr val="tx1">
                    <a:lumMod val="75000"/>
                    <a:lumOff val="25000"/>
                  </a:schemeClr>
                </a:solidFill>
                <a:latin typeface="Yu Gothic UI" panose="020B0500000000000000" pitchFamily="34" charset="-128"/>
                <a:ea typeface="Yu Gothic UI" panose="020B0500000000000000" pitchFamily="34" charset="-128"/>
              </a:rPr>
              <a:t>についても</a:t>
            </a:r>
            <a:r>
              <a:rPr lang="en-US" altLang="ja-JP" sz="1800" dirty="0">
                <a:solidFill>
                  <a:schemeClr val="tx1">
                    <a:lumMod val="75000"/>
                    <a:lumOff val="25000"/>
                  </a:schemeClr>
                </a:solidFill>
                <a:latin typeface="Yu Gothic UI" panose="020B0500000000000000" pitchFamily="34" charset="-128"/>
                <a:ea typeface="Yu Gothic UI" panose="020B0500000000000000" pitchFamily="34" charset="-128"/>
              </a:rPr>
              <a:t>GRE</a:t>
            </a:r>
            <a:r>
              <a:rPr lang="ja-JP" altLang="en-US" sz="1800">
                <a:solidFill>
                  <a:schemeClr val="tx1">
                    <a:lumMod val="75000"/>
                    <a:lumOff val="25000"/>
                  </a:schemeClr>
                </a:solidFill>
                <a:latin typeface="Yu Gothic UI" panose="020B0500000000000000" pitchFamily="34" charset="-128"/>
                <a:ea typeface="Yu Gothic UI" panose="020B0500000000000000" pitchFamily="34" charset="-128"/>
              </a:rPr>
              <a:t>、</a:t>
            </a:r>
            <a:r>
              <a:rPr lang="en-US" altLang="ja-JP" sz="1800" dirty="0">
                <a:solidFill>
                  <a:schemeClr val="tx1">
                    <a:lumMod val="75000"/>
                    <a:lumOff val="25000"/>
                  </a:schemeClr>
                </a:solidFill>
                <a:latin typeface="Yu Gothic UI" panose="020B0500000000000000" pitchFamily="34" charset="-128"/>
                <a:ea typeface="Yu Gothic UI" panose="020B0500000000000000" pitchFamily="34" charset="-128"/>
              </a:rPr>
              <a:t>DHCP</a:t>
            </a:r>
            <a:r>
              <a:rPr lang="ja-JP" altLang="en-US" sz="1800">
                <a:solidFill>
                  <a:schemeClr val="tx1">
                    <a:lumMod val="75000"/>
                    <a:lumOff val="25000"/>
                  </a:schemeClr>
                </a:solidFill>
                <a:latin typeface="Yu Gothic UI" panose="020B0500000000000000" pitchFamily="34" charset="-128"/>
                <a:ea typeface="Yu Gothic UI" panose="020B0500000000000000" pitchFamily="34" charset="-128"/>
              </a:rPr>
              <a:t>、マルチキャストなど制限されるプロトコルが存在します。</a:t>
            </a:r>
          </a:p>
          <a:p>
            <a:pPr marL="342900" indent="-342900">
              <a:spcAft>
                <a:spcPts val="600"/>
              </a:spcAft>
              <a:buFont typeface="Arial" panose="020B0604020202020204" pitchFamily="34" charset="0"/>
              <a:buChar char="•"/>
            </a:pPr>
            <a:r>
              <a:rPr kumimoji="1" lang="en-US" altLang="ja-JP" sz="1800" dirty="0">
                <a:solidFill>
                  <a:schemeClr val="tx1">
                    <a:lumMod val="75000"/>
                    <a:lumOff val="25000"/>
                  </a:schemeClr>
                </a:solidFill>
                <a:latin typeface="Yu Gothic UI" panose="020B0500000000000000" pitchFamily="34" charset="-128"/>
                <a:ea typeface="Yu Gothic UI" panose="020B0500000000000000" pitchFamily="34" charset="-128"/>
              </a:rPr>
              <a:t>VM</a:t>
            </a:r>
            <a:r>
              <a:rPr kumimoji="1" lang="ja-JP" altLang="en-US" sz="1800">
                <a:solidFill>
                  <a:schemeClr val="tx1">
                    <a:lumMod val="75000"/>
                    <a:lumOff val="25000"/>
                  </a:schemeClr>
                </a:solidFill>
                <a:latin typeface="Yu Gothic UI" panose="020B0500000000000000" pitchFamily="34" charset="-128"/>
                <a:ea typeface="Yu Gothic UI" panose="020B0500000000000000" pitchFamily="34" charset="-128"/>
              </a:rPr>
              <a:t>などホスト側で</a:t>
            </a:r>
            <a:r>
              <a:rPr kumimoji="1" lang="en-US" altLang="ja-JP" sz="1800" dirty="0">
                <a:solidFill>
                  <a:schemeClr val="tx1">
                    <a:lumMod val="75000"/>
                    <a:lumOff val="25000"/>
                  </a:schemeClr>
                </a:solidFill>
                <a:latin typeface="Yu Gothic UI" panose="020B0500000000000000" pitchFamily="34" charset="-128"/>
                <a:ea typeface="Yu Gothic UI" panose="020B0500000000000000" pitchFamily="34" charset="-128"/>
              </a:rPr>
              <a:t>IP</a:t>
            </a:r>
            <a:r>
              <a:rPr kumimoji="1" lang="ja-JP" altLang="en-US" sz="1800">
                <a:solidFill>
                  <a:schemeClr val="tx1">
                    <a:lumMod val="75000"/>
                    <a:lumOff val="25000"/>
                  </a:schemeClr>
                </a:solidFill>
                <a:latin typeface="Yu Gothic UI" panose="020B0500000000000000" pitchFamily="34" charset="-128"/>
                <a:ea typeface="Yu Gothic UI" panose="020B0500000000000000" pitchFamily="34" charset="-128"/>
              </a:rPr>
              <a:t>を指定せずに、</a:t>
            </a:r>
            <a:r>
              <a:rPr kumimoji="1" lang="en-US" altLang="ja-JP" sz="1800" dirty="0" err="1">
                <a:solidFill>
                  <a:schemeClr val="tx1">
                    <a:lumMod val="75000"/>
                    <a:lumOff val="25000"/>
                  </a:schemeClr>
                </a:solidFill>
                <a:latin typeface="Yu Gothic UI" panose="020B0500000000000000" pitchFamily="34" charset="-128"/>
                <a:ea typeface="Yu Gothic UI" panose="020B0500000000000000" pitchFamily="34" charset="-128"/>
              </a:rPr>
              <a:t>VNet</a:t>
            </a:r>
            <a:r>
              <a:rPr kumimoji="1" lang="ja-JP" altLang="en-US" sz="1800">
                <a:solidFill>
                  <a:schemeClr val="tx1">
                    <a:lumMod val="75000"/>
                    <a:lumOff val="25000"/>
                  </a:schemeClr>
                </a:solidFill>
                <a:latin typeface="Yu Gothic UI" panose="020B0500000000000000" pitchFamily="34" charset="-128"/>
                <a:ea typeface="Yu Gothic UI" panose="020B0500000000000000" pitchFamily="34" charset="-128"/>
              </a:rPr>
              <a:t>の</a:t>
            </a:r>
            <a:r>
              <a:rPr kumimoji="1" lang="en-US" altLang="ja-JP" sz="1800" dirty="0">
                <a:solidFill>
                  <a:schemeClr val="tx1">
                    <a:lumMod val="75000"/>
                    <a:lumOff val="25000"/>
                  </a:schemeClr>
                </a:solidFill>
                <a:latin typeface="Yu Gothic UI" panose="020B0500000000000000" pitchFamily="34" charset="-128"/>
                <a:ea typeface="Yu Gothic UI" panose="020B0500000000000000" pitchFamily="34" charset="-128"/>
              </a:rPr>
              <a:t>DHCP</a:t>
            </a:r>
            <a:r>
              <a:rPr kumimoji="1" lang="ja-JP" altLang="en-US" sz="1800">
                <a:solidFill>
                  <a:schemeClr val="tx1">
                    <a:lumMod val="75000"/>
                    <a:lumOff val="25000"/>
                  </a:schemeClr>
                </a:solidFill>
                <a:latin typeface="Yu Gothic UI" panose="020B0500000000000000" pitchFamily="34" charset="-128"/>
                <a:ea typeface="Yu Gothic UI" panose="020B0500000000000000" pitchFamily="34" charset="-128"/>
              </a:rPr>
              <a:t>で</a:t>
            </a:r>
            <a:r>
              <a:rPr kumimoji="1" lang="en-US" altLang="ja-JP" sz="1800" dirty="0">
                <a:solidFill>
                  <a:schemeClr val="tx1">
                    <a:lumMod val="75000"/>
                    <a:lumOff val="25000"/>
                  </a:schemeClr>
                </a:solidFill>
                <a:latin typeface="Yu Gothic UI" panose="020B0500000000000000" pitchFamily="34" charset="-128"/>
                <a:ea typeface="Yu Gothic UI" panose="020B0500000000000000" pitchFamily="34" charset="-128"/>
              </a:rPr>
              <a:t>IP</a:t>
            </a:r>
            <a:r>
              <a:rPr kumimoji="1" lang="ja-JP" altLang="en-US" sz="1800">
                <a:solidFill>
                  <a:schemeClr val="tx1">
                    <a:lumMod val="75000"/>
                    <a:lumOff val="25000"/>
                  </a:schemeClr>
                </a:solidFill>
                <a:latin typeface="Yu Gothic UI" panose="020B0500000000000000" pitchFamily="34" charset="-128"/>
                <a:ea typeface="Yu Gothic UI" panose="020B0500000000000000" pitchFamily="34" charset="-128"/>
              </a:rPr>
              <a:t>を指定します。</a:t>
            </a:r>
            <a:r>
              <a:rPr kumimoji="1" lang="en-US" altLang="ja-JP" sz="1800" dirty="0">
                <a:solidFill>
                  <a:schemeClr val="tx1">
                    <a:lumMod val="75000"/>
                    <a:lumOff val="25000"/>
                  </a:schemeClr>
                </a:solidFill>
                <a:latin typeface="Yu Gothic UI" panose="020B0500000000000000" pitchFamily="34" charset="-128"/>
                <a:ea typeface="Yu Gothic UI" panose="020B0500000000000000" pitchFamily="34" charset="-128"/>
              </a:rPr>
              <a:t>IP</a:t>
            </a:r>
            <a:r>
              <a:rPr kumimoji="1" lang="ja-JP" altLang="en-US" sz="1800">
                <a:solidFill>
                  <a:schemeClr val="tx1">
                    <a:lumMod val="75000"/>
                    <a:lumOff val="25000"/>
                  </a:schemeClr>
                </a:solidFill>
                <a:latin typeface="Yu Gothic UI" panose="020B0500000000000000" pitchFamily="34" charset="-128"/>
                <a:ea typeface="Yu Gothic UI" panose="020B0500000000000000" pitchFamily="34" charset="-128"/>
              </a:rPr>
              <a:t>の固定も同様です。</a:t>
            </a:r>
          </a:p>
        </p:txBody>
      </p:sp>
    </p:spTree>
    <p:extLst>
      <p:ext uri="{BB962C8B-B14F-4D97-AF65-F5344CB8AC3E}">
        <p14:creationId xmlns:p14="http://schemas.microsoft.com/office/powerpoint/2010/main" val="34558893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24DC8-0FC4-C4BB-69B2-A93F56A8B96A}"/>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7C8A141C-C758-3505-11F4-E6A14ABACC73}"/>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ja-JP" altLang="en-US" sz="2000" b="1">
                <a:solidFill>
                  <a:srgbClr val="1F2937"/>
                </a:solidFill>
                <a:latin typeface="Yu Gothic"/>
                <a:ea typeface="Yu Gothic"/>
                <a:cs typeface="Yu Gothic"/>
              </a:rPr>
              <a:t>ルートテーブル </a:t>
            </a:r>
            <a:r>
              <a:rPr lang="en-US" altLang="ja-JP" sz="2000" b="1" dirty="0">
                <a:solidFill>
                  <a:srgbClr val="1F2937"/>
                </a:solidFill>
                <a:latin typeface="Yu Gothic"/>
                <a:ea typeface="Yu Gothic"/>
                <a:cs typeface="Yu Gothic"/>
              </a:rPr>
              <a:t>(</a:t>
            </a:r>
            <a:r>
              <a:rPr lang="en" altLang="ja-JP" sz="2000" b="1" dirty="0">
                <a:solidFill>
                  <a:srgbClr val="1F2937"/>
                </a:solidFill>
                <a:latin typeface="Yu Gothic"/>
                <a:ea typeface="Yu Gothic"/>
                <a:cs typeface="Yu Gothic"/>
              </a:rPr>
              <a:t>Route Table, </a:t>
            </a:r>
            <a:r>
              <a:rPr lang="ja-JP" altLang="en-US" sz="2000" b="1">
                <a:solidFill>
                  <a:srgbClr val="1F2937"/>
                </a:solidFill>
                <a:latin typeface="Yu Gothic"/>
                <a:ea typeface="Yu Gothic"/>
                <a:cs typeface="Yu Gothic"/>
              </a:rPr>
              <a:t>特に</a:t>
            </a:r>
            <a:r>
              <a:rPr lang="en" altLang="ja-JP" sz="2000" b="1" dirty="0">
                <a:solidFill>
                  <a:srgbClr val="1F2937"/>
                </a:solidFill>
                <a:latin typeface="Yu Gothic"/>
                <a:ea typeface="Yu Gothic"/>
                <a:cs typeface="Yu Gothic"/>
              </a:rPr>
              <a:t>User Defined Route, UDR)</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9EA34FAB-A72E-5F4D-5F12-3918B1AB976D}"/>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7</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00E330EA-0F5B-D592-87E5-B7202A1D72D9}"/>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字幕 5">
            <a:extLst>
              <a:ext uri="{FF2B5EF4-FFF2-40B4-BE49-F238E27FC236}">
                <a16:creationId xmlns:a16="http://schemas.microsoft.com/office/drawing/2014/main" id="{68848202-0DA3-1A09-C227-BA2A9E67C64C}"/>
              </a:ext>
            </a:extLst>
          </p:cNvPr>
          <p:cNvSpPr txBox="1">
            <a:spLocks/>
          </p:cNvSpPr>
          <p:nvPr/>
        </p:nvSpPr>
        <p:spPr>
          <a:xfrm>
            <a:off x="584200" y="1435100"/>
            <a:ext cx="11018838" cy="1982081"/>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r>
              <a:rPr lang="ja-JP" altLang="en-US">
                <a:solidFill>
                  <a:schemeClr val="tx1">
                    <a:lumMod val="75000"/>
                    <a:lumOff val="25000"/>
                  </a:schemeClr>
                </a:solidFill>
                <a:latin typeface="Yu Gothic UI" panose="020B0500000000000000" pitchFamily="34" charset="-128"/>
                <a:ea typeface="Yu Gothic UI" panose="020B0500000000000000" pitchFamily="34" charset="-128"/>
              </a:rPr>
              <a:t>既定のシステムルートを上書き・追加する（ユーザ定義ルート（</a:t>
            </a:r>
            <a:r>
              <a:rPr lang="en-US" altLang="ja-JP">
                <a:solidFill>
                  <a:schemeClr val="tx1">
                    <a:lumMod val="75000"/>
                    <a:lumOff val="25000"/>
                  </a:schemeClr>
                </a:solidFill>
                <a:latin typeface="Yu Gothic UI" panose="020B0500000000000000" pitchFamily="34" charset="-128"/>
                <a:ea typeface="Yu Gothic UI" panose="020B0500000000000000" pitchFamily="34" charset="-128"/>
              </a:rPr>
              <a:t>UDR</a:t>
            </a:r>
            <a:r>
              <a:rPr lang="ja-JP" altLang="en-US">
                <a:solidFill>
                  <a:schemeClr val="tx1">
                    <a:lumMod val="75000"/>
                    <a:lumOff val="25000"/>
                  </a:schemeClr>
                </a:solidFill>
                <a:latin typeface="Yu Gothic UI" panose="020B0500000000000000" pitchFamily="34" charset="-128"/>
                <a:ea typeface="Yu Gothic UI" panose="020B0500000000000000" pitchFamily="34" charset="-128"/>
              </a:rPr>
              <a:t>））</a:t>
            </a:r>
            <a:endParaRPr lang="en-US" altLang="ja-JP">
              <a:solidFill>
                <a:schemeClr val="tx1">
                  <a:lumMod val="75000"/>
                  <a:lumOff val="25000"/>
                </a:schemeClr>
              </a:solidFill>
              <a:latin typeface="Yu Gothic UI" panose="020B0500000000000000" pitchFamily="34" charset="-128"/>
              <a:ea typeface="Yu Gothic UI" panose="020B0500000000000000" pitchFamily="34" charset="-128"/>
            </a:endParaRPr>
          </a:p>
          <a:p>
            <a:r>
              <a:rPr lang="ja-JP" altLang="en-US">
                <a:solidFill>
                  <a:schemeClr val="tx1">
                    <a:lumMod val="75000"/>
                    <a:lumOff val="25000"/>
                  </a:schemeClr>
                </a:solidFill>
                <a:latin typeface="Yu Gothic UI" panose="020B0500000000000000" pitchFamily="34" charset="-128"/>
                <a:ea typeface="Yu Gothic UI" panose="020B0500000000000000" pitchFamily="34" charset="-128"/>
              </a:rPr>
              <a:t>サブネット単位で割り当て</a:t>
            </a:r>
            <a:endParaRPr lang="en-US" altLang="ja-JP">
              <a:solidFill>
                <a:schemeClr val="tx1">
                  <a:lumMod val="75000"/>
                  <a:lumOff val="25000"/>
                </a:schemeClr>
              </a:solidFill>
              <a:latin typeface="Yu Gothic UI" panose="020B0500000000000000" pitchFamily="34" charset="-128"/>
              <a:ea typeface="Yu Gothic UI" panose="020B0500000000000000" pitchFamily="34" charset="-128"/>
            </a:endParaRPr>
          </a:p>
          <a:p>
            <a:r>
              <a:rPr lang="ja-JP" altLang="en-US">
                <a:solidFill>
                  <a:schemeClr val="tx1">
                    <a:lumMod val="75000"/>
                    <a:lumOff val="25000"/>
                  </a:schemeClr>
                </a:solidFill>
                <a:latin typeface="Yu Gothic UI" panose="020B0500000000000000" pitchFamily="34" charset="-128"/>
                <a:ea typeface="Yu Gothic UI" panose="020B0500000000000000" pitchFamily="34" charset="-128"/>
              </a:rPr>
              <a:t>仮想アプライアンスを経由させる場合や強制トンネリングなどに使用</a:t>
            </a:r>
            <a:endParaRPr lang="en-US" altLang="ja-JP">
              <a:solidFill>
                <a:schemeClr val="tx1">
                  <a:lumMod val="75000"/>
                  <a:lumOff val="25000"/>
                </a:schemeClr>
              </a:solidFill>
              <a:latin typeface="Yu Gothic UI" panose="020B0500000000000000" pitchFamily="34" charset="-128"/>
              <a:ea typeface="Yu Gothic UI" panose="020B0500000000000000" pitchFamily="34" charset="-128"/>
            </a:endParaRPr>
          </a:p>
          <a:p>
            <a:endParaRPr lang="en-US" altLang="ja-JP">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5" name="図 4">
            <a:extLst>
              <a:ext uri="{FF2B5EF4-FFF2-40B4-BE49-F238E27FC236}">
                <a16:creationId xmlns:a16="http://schemas.microsoft.com/office/drawing/2014/main" id="{64605FC3-E526-FDF2-BAC3-64C7C5473EC2}"/>
              </a:ext>
            </a:extLst>
          </p:cNvPr>
          <p:cNvPicPr>
            <a:picLocks noChangeAspect="1"/>
          </p:cNvPicPr>
          <p:nvPr/>
        </p:nvPicPr>
        <p:blipFill>
          <a:blip r:embed="rId3"/>
          <a:stretch>
            <a:fillRect/>
          </a:stretch>
        </p:blipFill>
        <p:spPr>
          <a:xfrm>
            <a:off x="347606" y="3251133"/>
            <a:ext cx="7124814" cy="1804537"/>
          </a:xfrm>
          <a:prstGeom prst="rect">
            <a:avLst/>
          </a:prstGeom>
          <a:ln>
            <a:solidFill>
              <a:schemeClr val="tx1">
                <a:lumMod val="75000"/>
                <a:lumOff val="25000"/>
              </a:schemeClr>
            </a:solidFill>
          </a:ln>
        </p:spPr>
      </p:pic>
      <p:pic>
        <p:nvPicPr>
          <p:cNvPr id="6" name="図 5">
            <a:extLst>
              <a:ext uri="{FF2B5EF4-FFF2-40B4-BE49-F238E27FC236}">
                <a16:creationId xmlns:a16="http://schemas.microsoft.com/office/drawing/2014/main" id="{A764B1DA-8331-067A-FC46-3ADF25BFE10A}"/>
              </a:ext>
            </a:extLst>
          </p:cNvPr>
          <p:cNvPicPr>
            <a:picLocks noChangeAspect="1"/>
          </p:cNvPicPr>
          <p:nvPr/>
        </p:nvPicPr>
        <p:blipFill>
          <a:blip r:embed="rId4"/>
          <a:stretch>
            <a:fillRect/>
          </a:stretch>
        </p:blipFill>
        <p:spPr>
          <a:xfrm>
            <a:off x="527510" y="5549898"/>
            <a:ext cx="10508130" cy="314346"/>
          </a:xfrm>
          <a:prstGeom prst="rect">
            <a:avLst/>
          </a:prstGeom>
          <a:ln>
            <a:solidFill>
              <a:schemeClr val="tx1">
                <a:lumMod val="75000"/>
                <a:lumOff val="25000"/>
              </a:schemeClr>
            </a:solidFill>
          </a:ln>
        </p:spPr>
      </p:pic>
      <p:sp>
        <p:nvSpPr>
          <p:cNvPr id="7" name="四角形吹き出し 49">
            <a:extLst>
              <a:ext uri="{FF2B5EF4-FFF2-40B4-BE49-F238E27FC236}">
                <a16:creationId xmlns:a16="http://schemas.microsoft.com/office/drawing/2014/main" id="{DA47393E-E8E3-E7D3-BE35-54418CED934D}"/>
              </a:ext>
            </a:extLst>
          </p:cNvPr>
          <p:cNvSpPr/>
          <p:nvPr/>
        </p:nvSpPr>
        <p:spPr>
          <a:xfrm>
            <a:off x="8296450" y="4220983"/>
            <a:ext cx="2891590" cy="925671"/>
          </a:xfrm>
          <a:prstGeom prst="wedgeRectCallout">
            <a:avLst>
              <a:gd name="adj1" fmla="val -93775"/>
              <a:gd name="adj2" fmla="val -32715"/>
            </a:avLst>
          </a:prstGeom>
          <a:solidFill>
            <a:srgbClr val="B1D6F2"/>
          </a:solid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a:solidFill>
                  <a:schemeClr val="tx1">
                    <a:lumMod val="75000"/>
                    <a:lumOff val="25000"/>
                  </a:schemeClr>
                </a:solidFill>
                <a:latin typeface="Yu Gothic UI" panose="020B0500000000000000" pitchFamily="34" charset="-128"/>
                <a:ea typeface="Yu Gothic UI" panose="020B0500000000000000" pitchFamily="34" charset="-128"/>
              </a:rPr>
              <a:t>既定のシステムルートを</a:t>
            </a:r>
            <a:r>
              <a:rPr lang="en-US" altLang="ja-JP">
                <a:solidFill>
                  <a:schemeClr val="tx1">
                    <a:lumMod val="75000"/>
                    <a:lumOff val="25000"/>
                  </a:schemeClr>
                </a:solidFill>
                <a:latin typeface="Yu Gothic UI" panose="020B0500000000000000" pitchFamily="34" charset="-128"/>
                <a:ea typeface="Yu Gothic UI" panose="020B0500000000000000" pitchFamily="34" charset="-128"/>
              </a:rPr>
              <a:t>UDR</a:t>
            </a:r>
            <a:r>
              <a:rPr lang="ja-JP" altLang="en-US">
                <a:solidFill>
                  <a:schemeClr val="tx1">
                    <a:lumMod val="75000"/>
                    <a:lumOff val="25000"/>
                  </a:schemeClr>
                </a:solidFill>
                <a:latin typeface="Yu Gothic UI" panose="020B0500000000000000" pitchFamily="34" charset="-128"/>
                <a:ea typeface="Yu Gothic UI" panose="020B0500000000000000" pitchFamily="34" charset="-128"/>
              </a:rPr>
              <a:t>で上書き</a:t>
            </a:r>
            <a:endParaRPr kumimoji="1"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
        <p:nvSpPr>
          <p:cNvPr id="8" name="四角形吹き出し 49">
            <a:extLst>
              <a:ext uri="{FF2B5EF4-FFF2-40B4-BE49-F238E27FC236}">
                <a16:creationId xmlns:a16="http://schemas.microsoft.com/office/drawing/2014/main" id="{F44A74DA-1F3A-BD6A-BA23-6DECFDFA234D}"/>
              </a:ext>
            </a:extLst>
          </p:cNvPr>
          <p:cNvSpPr/>
          <p:nvPr/>
        </p:nvSpPr>
        <p:spPr>
          <a:xfrm>
            <a:off x="8296450" y="4220983"/>
            <a:ext cx="2891590" cy="925671"/>
          </a:xfrm>
          <a:prstGeom prst="wedgeRectCallout">
            <a:avLst>
              <a:gd name="adj1" fmla="val -110027"/>
              <a:gd name="adj2" fmla="val 97623"/>
            </a:avLst>
          </a:prstGeom>
          <a:solidFill>
            <a:srgbClr val="B1D6F2"/>
          </a:solid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a:solidFill>
                  <a:schemeClr val="tx1">
                    <a:lumMod val="75000"/>
                    <a:lumOff val="25000"/>
                  </a:schemeClr>
                </a:solidFill>
                <a:latin typeface="Yu Gothic UI" panose="020B0500000000000000" pitchFamily="34" charset="-128"/>
                <a:ea typeface="Yu Gothic UI" panose="020B0500000000000000" pitchFamily="34" charset="-128"/>
              </a:rPr>
              <a:t>既定のシステムルートの一部を</a:t>
            </a:r>
            <a:r>
              <a:rPr lang="en-US" altLang="ja-JP">
                <a:solidFill>
                  <a:schemeClr val="tx1">
                    <a:lumMod val="75000"/>
                    <a:lumOff val="25000"/>
                  </a:schemeClr>
                </a:solidFill>
                <a:latin typeface="Yu Gothic UI" panose="020B0500000000000000" pitchFamily="34" charset="-128"/>
                <a:ea typeface="Yu Gothic UI" panose="020B0500000000000000" pitchFamily="34" charset="-128"/>
              </a:rPr>
              <a:t>UDR</a:t>
            </a:r>
            <a:r>
              <a:rPr lang="ja-JP" altLang="en-US">
                <a:solidFill>
                  <a:schemeClr val="tx1">
                    <a:lumMod val="75000"/>
                    <a:lumOff val="25000"/>
                  </a:schemeClr>
                </a:solidFill>
                <a:latin typeface="Yu Gothic UI" panose="020B0500000000000000" pitchFamily="34" charset="-128"/>
                <a:ea typeface="Yu Gothic UI" panose="020B0500000000000000" pitchFamily="34" charset="-128"/>
              </a:rPr>
              <a:t>で上書き</a:t>
            </a:r>
            <a:endParaRPr kumimoji="1"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18412422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61571-AB58-F57D-8280-D0A3F91AC779}"/>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C67C7764-0507-C710-01F8-D120456C3AF1}"/>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000" b="1" dirty="0">
                <a:solidFill>
                  <a:srgbClr val="1F2937"/>
                </a:solidFill>
                <a:latin typeface="Yu Gothic"/>
                <a:ea typeface="Yu Gothic"/>
                <a:cs typeface="Yu Gothic"/>
              </a:rPr>
              <a:t>VPN </a:t>
            </a:r>
            <a:r>
              <a:rPr lang="ja-JP" altLang="en-US" sz="2000" b="1">
                <a:solidFill>
                  <a:srgbClr val="1F2937"/>
                </a:solidFill>
                <a:latin typeface="Yu Gothic"/>
                <a:ea typeface="Yu Gothic"/>
                <a:cs typeface="Yu Gothic"/>
              </a:rPr>
              <a:t>ゲートウェイ </a:t>
            </a:r>
            <a:r>
              <a:rPr lang="en-US" altLang="ja-JP" sz="2000" b="1" dirty="0">
                <a:solidFill>
                  <a:srgbClr val="1F2937"/>
                </a:solidFill>
                <a:latin typeface="Yu Gothic"/>
                <a:ea typeface="Yu Gothic"/>
                <a:cs typeface="Yu Gothic"/>
              </a:rPr>
              <a:t>(</a:t>
            </a:r>
            <a:r>
              <a:rPr lang="en" altLang="ja-JP" sz="2000" b="1" dirty="0">
                <a:solidFill>
                  <a:srgbClr val="1F2937"/>
                </a:solidFill>
                <a:latin typeface="Yu Gothic"/>
                <a:ea typeface="Yu Gothic"/>
                <a:cs typeface="Yu Gothic"/>
              </a:rPr>
              <a:t>VPN Gateway)</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A11E301C-7BF6-A71C-FBD4-D1CA54DAB32C}"/>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7</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AA8C380E-C1FF-03D2-14D0-349F80968268}"/>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字幕 6">
            <a:extLst>
              <a:ext uri="{FF2B5EF4-FFF2-40B4-BE49-F238E27FC236}">
                <a16:creationId xmlns:a16="http://schemas.microsoft.com/office/drawing/2014/main" id="{F588F639-B2AA-BCB4-D946-66D63871DB36}"/>
              </a:ext>
            </a:extLst>
          </p:cNvPr>
          <p:cNvSpPr txBox="1">
            <a:spLocks/>
          </p:cNvSpPr>
          <p:nvPr/>
        </p:nvSpPr>
        <p:spPr>
          <a:xfrm>
            <a:off x="584200" y="1435100"/>
            <a:ext cx="11018838" cy="1465016"/>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r>
              <a:rPr lang="ja-JP" altLang="en-US">
                <a:solidFill>
                  <a:schemeClr val="tx1">
                    <a:lumMod val="75000"/>
                    <a:lumOff val="25000"/>
                  </a:schemeClr>
                </a:solidFill>
                <a:latin typeface="Yu Gothic UI" panose="020B0500000000000000" pitchFamily="34" charset="-128"/>
                <a:ea typeface="Yu Gothic UI" panose="020B0500000000000000" pitchFamily="34" charset="-128"/>
              </a:rPr>
              <a:t>仮想ネットワークゲートウェイの１つの種類</a:t>
            </a:r>
            <a:endParaRPr lang="en-US" altLang="ja-JP" dirty="0">
              <a:solidFill>
                <a:schemeClr val="tx1">
                  <a:lumMod val="75000"/>
                  <a:lumOff val="25000"/>
                </a:schemeClr>
              </a:solidFill>
              <a:latin typeface="Yu Gothic UI" panose="020B0500000000000000" pitchFamily="34" charset="-128"/>
              <a:ea typeface="Yu Gothic UI" panose="020B0500000000000000" pitchFamily="34" charset="-128"/>
            </a:endParaRPr>
          </a:p>
          <a:p>
            <a:r>
              <a:rPr lang="en-US" altLang="ja-JP" dirty="0" err="1">
                <a:solidFill>
                  <a:schemeClr val="tx1">
                    <a:lumMod val="75000"/>
                    <a:lumOff val="25000"/>
                  </a:schemeClr>
                </a:solidFill>
                <a:latin typeface="Yu Gothic UI" panose="020B0500000000000000" pitchFamily="34" charset="-128"/>
                <a:ea typeface="Yu Gothic UI" panose="020B0500000000000000" pitchFamily="34" charset="-128"/>
              </a:rPr>
              <a:t>VNet</a:t>
            </a:r>
            <a:r>
              <a:rPr lang="ja-JP" altLang="en-US">
                <a:solidFill>
                  <a:schemeClr val="tx1">
                    <a:lumMod val="75000"/>
                    <a:lumOff val="25000"/>
                  </a:schemeClr>
                </a:solidFill>
                <a:latin typeface="Yu Gothic UI" panose="020B0500000000000000" pitchFamily="34" charset="-128"/>
                <a:ea typeface="Yu Gothic UI" panose="020B0500000000000000" pitchFamily="34" charset="-128"/>
              </a:rPr>
              <a:t>へのインターネットを介した暗号化された接続を実現</a:t>
            </a:r>
            <a:endParaRPr lang="en-US" altLang="ja-JP" dirty="0">
              <a:solidFill>
                <a:schemeClr val="tx1">
                  <a:lumMod val="75000"/>
                  <a:lumOff val="25000"/>
                </a:schemeClr>
              </a:solidFill>
              <a:latin typeface="Yu Gothic UI" panose="020B0500000000000000" pitchFamily="34" charset="-128"/>
              <a:ea typeface="Yu Gothic UI" panose="020B0500000000000000" pitchFamily="34" charset="-128"/>
            </a:endParaRPr>
          </a:p>
          <a:p>
            <a:r>
              <a:rPr lang="en-US" altLang="ja-JP" dirty="0">
                <a:solidFill>
                  <a:schemeClr val="tx1">
                    <a:lumMod val="75000"/>
                    <a:lumOff val="25000"/>
                  </a:schemeClr>
                </a:solidFill>
                <a:latin typeface="Yu Gothic UI" panose="020B0500000000000000" pitchFamily="34" charset="-128"/>
                <a:ea typeface="Yu Gothic UI" panose="020B0500000000000000" pitchFamily="34" charset="-128"/>
              </a:rPr>
              <a:t>S2S/P2S/</a:t>
            </a:r>
            <a:r>
              <a:rPr lang="en-US" altLang="ja-JP" dirty="0" err="1">
                <a:solidFill>
                  <a:schemeClr val="tx1">
                    <a:lumMod val="75000"/>
                    <a:lumOff val="25000"/>
                  </a:schemeClr>
                </a:solidFill>
                <a:latin typeface="Yu Gothic UI" panose="020B0500000000000000" pitchFamily="34" charset="-128"/>
                <a:ea typeface="Yu Gothic UI" panose="020B0500000000000000" pitchFamily="34" charset="-128"/>
              </a:rPr>
              <a:t>VNet</a:t>
            </a:r>
            <a:r>
              <a:rPr lang="ja-JP" altLang="en-US">
                <a:solidFill>
                  <a:schemeClr val="tx1">
                    <a:lumMod val="75000"/>
                    <a:lumOff val="25000"/>
                  </a:schemeClr>
                </a:solidFill>
                <a:latin typeface="Yu Gothic UI" panose="020B0500000000000000" pitchFamily="34" charset="-128"/>
                <a:ea typeface="Yu Gothic UI" panose="020B0500000000000000" pitchFamily="34" charset="-128"/>
              </a:rPr>
              <a:t>間接続が可能</a:t>
            </a:r>
          </a:p>
        </p:txBody>
      </p:sp>
      <p:pic>
        <p:nvPicPr>
          <p:cNvPr id="5" name="Picture 2" descr="Azure VPN Gateway マルチサイト接続の例">
            <a:extLst>
              <a:ext uri="{FF2B5EF4-FFF2-40B4-BE49-F238E27FC236}">
                <a16:creationId xmlns:a16="http://schemas.microsoft.com/office/drawing/2014/main" id="{6348F736-4740-1AD6-00E3-F2A714D377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4200" y="3684614"/>
            <a:ext cx="5450840" cy="2549587"/>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6" name="Picture 4" descr="Azure VPN Gateway ポイント対サイト接続の例">
            <a:extLst>
              <a:ext uri="{FF2B5EF4-FFF2-40B4-BE49-F238E27FC236}">
                <a16:creationId xmlns:a16="http://schemas.microsoft.com/office/drawing/2014/main" id="{A0BC13DC-FA4C-0054-FB70-B43639FA69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83962" y="3057588"/>
            <a:ext cx="5426066" cy="3160317"/>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テキスト ボックス 6">
            <a:extLst>
              <a:ext uri="{FF2B5EF4-FFF2-40B4-BE49-F238E27FC236}">
                <a16:creationId xmlns:a16="http://schemas.microsoft.com/office/drawing/2014/main" id="{A5D1BD6D-4E5D-FC4A-866D-AFACF238DCF1}"/>
              </a:ext>
            </a:extLst>
          </p:cNvPr>
          <p:cNvSpPr txBox="1"/>
          <p:nvPr/>
        </p:nvSpPr>
        <p:spPr>
          <a:xfrm>
            <a:off x="951824" y="3695728"/>
            <a:ext cx="1306286" cy="637097"/>
          </a:xfrm>
          <a:prstGeom prst="rect">
            <a:avLst/>
          </a:prstGeom>
          <a:noFill/>
        </p:spPr>
        <p:txBody>
          <a:bodyPr wrap="square" lIns="182880" tIns="146304" rIns="182880" bIns="146304" rtlCol="0">
            <a:sp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1" lang="en-US" altLang="ja-JP" sz="24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S2S</a:t>
            </a:r>
            <a:endParaRPr kumimoji="1" lang="ja-JP" altLang="en-US" sz="2400" b="0" i="0" u="none" strike="noStrike" kern="1200" cap="none" spc="0" normalizeH="0" baseline="0" noProof="0" err="1">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
        <p:nvSpPr>
          <p:cNvPr id="8" name="テキスト ボックス 7">
            <a:extLst>
              <a:ext uri="{FF2B5EF4-FFF2-40B4-BE49-F238E27FC236}">
                <a16:creationId xmlns:a16="http://schemas.microsoft.com/office/drawing/2014/main" id="{E2A9BF6A-6A6F-C427-040C-64E7ABDB64C0}"/>
              </a:ext>
            </a:extLst>
          </p:cNvPr>
          <p:cNvSpPr txBox="1"/>
          <p:nvPr/>
        </p:nvSpPr>
        <p:spPr>
          <a:xfrm>
            <a:off x="6663971" y="3079874"/>
            <a:ext cx="1306286" cy="637097"/>
          </a:xfrm>
          <a:prstGeom prst="rect">
            <a:avLst/>
          </a:prstGeom>
          <a:noFill/>
        </p:spPr>
        <p:txBody>
          <a:bodyPr wrap="square" lIns="182880" tIns="146304" rIns="182880" bIns="146304" rtlCol="0">
            <a:sp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altLang="ja-JP" sz="24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P</a:t>
            </a:r>
            <a:r>
              <a:rPr kumimoji="1" lang="en-US" altLang="ja-JP" sz="24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2S</a:t>
            </a:r>
            <a:endParaRPr kumimoji="1" lang="ja-JP" altLang="en-US" sz="2400" b="0" i="0" u="none" strike="noStrike" kern="1200" cap="none" spc="0" normalizeH="0" baseline="0" noProof="0" err="1">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pic>
        <p:nvPicPr>
          <p:cNvPr id="10" name="図 9">
            <a:extLst>
              <a:ext uri="{FF2B5EF4-FFF2-40B4-BE49-F238E27FC236}">
                <a16:creationId xmlns:a16="http://schemas.microsoft.com/office/drawing/2014/main" id="{BB4F71AB-6AAB-C045-4164-7D6A6D977ABC}"/>
              </a:ext>
            </a:extLst>
          </p:cNvPr>
          <p:cNvPicPr>
            <a:picLocks noChangeAspect="1"/>
          </p:cNvPicPr>
          <p:nvPr/>
        </p:nvPicPr>
        <p:blipFill>
          <a:blip r:embed="rId5"/>
          <a:stretch>
            <a:fillRect/>
          </a:stretch>
        </p:blipFill>
        <p:spPr>
          <a:xfrm>
            <a:off x="8914700" y="1355837"/>
            <a:ext cx="2124371" cy="504895"/>
          </a:xfrm>
          <a:prstGeom prst="rect">
            <a:avLst/>
          </a:prstGeom>
        </p:spPr>
      </p:pic>
      <p:pic>
        <p:nvPicPr>
          <p:cNvPr id="11" name="図 10">
            <a:extLst>
              <a:ext uri="{FF2B5EF4-FFF2-40B4-BE49-F238E27FC236}">
                <a16:creationId xmlns:a16="http://schemas.microsoft.com/office/drawing/2014/main" id="{3C3143CE-9935-C0C4-DB21-A9E7AA50AF64}"/>
              </a:ext>
            </a:extLst>
          </p:cNvPr>
          <p:cNvPicPr>
            <a:picLocks noChangeAspect="1"/>
          </p:cNvPicPr>
          <p:nvPr/>
        </p:nvPicPr>
        <p:blipFill>
          <a:blip r:embed="rId6"/>
          <a:stretch>
            <a:fillRect/>
          </a:stretch>
        </p:blipFill>
        <p:spPr>
          <a:xfrm>
            <a:off x="7209487" y="1355837"/>
            <a:ext cx="1705213" cy="504895"/>
          </a:xfrm>
          <a:prstGeom prst="rect">
            <a:avLst/>
          </a:prstGeom>
        </p:spPr>
      </p:pic>
    </p:spTree>
    <p:extLst>
      <p:ext uri="{BB962C8B-B14F-4D97-AF65-F5344CB8AC3E}">
        <p14:creationId xmlns:p14="http://schemas.microsoft.com/office/powerpoint/2010/main" val="26105146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5FB3D-491E-4D98-93E2-FFB4FB1CE640}"/>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A7CB779D-645E-E614-3357-826332B19F79}"/>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000" b="1" dirty="0">
                <a:solidFill>
                  <a:srgbClr val="1F2937"/>
                </a:solidFill>
                <a:latin typeface="Yu Gothic"/>
                <a:ea typeface="Yu Gothic"/>
                <a:cs typeface="Yu Gothic"/>
              </a:rPr>
              <a:t>ExpressRoute</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CCDF7EAF-E3D1-B9A4-D9C4-C1FF9A656FE0}"/>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7</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B167B3E3-CC30-699E-8901-162BC81E567F}"/>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pic>
        <p:nvPicPr>
          <p:cNvPr id="3" name="Picture 2" descr="ExpressRoute 接続の概要">
            <a:extLst>
              <a:ext uri="{FF2B5EF4-FFF2-40B4-BE49-F238E27FC236}">
                <a16:creationId xmlns:a16="http://schemas.microsoft.com/office/drawing/2014/main" id="{40D265A6-F503-A412-2177-FB621E589B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6213" y="2255599"/>
            <a:ext cx="8668535" cy="4145201"/>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5" name="字幕 5">
            <a:extLst>
              <a:ext uri="{FF2B5EF4-FFF2-40B4-BE49-F238E27FC236}">
                <a16:creationId xmlns:a16="http://schemas.microsoft.com/office/drawing/2014/main" id="{BA826155-89C2-FB86-1815-AC32197EBB7D}"/>
              </a:ext>
            </a:extLst>
          </p:cNvPr>
          <p:cNvSpPr txBox="1">
            <a:spLocks/>
          </p:cNvSpPr>
          <p:nvPr/>
        </p:nvSpPr>
        <p:spPr>
          <a:xfrm>
            <a:off x="584199" y="1435100"/>
            <a:ext cx="11334173" cy="861774"/>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r>
              <a:rPr lang="ja-JP" altLang="en-US" sz="2400">
                <a:solidFill>
                  <a:schemeClr val="tx1">
                    <a:lumMod val="75000"/>
                    <a:lumOff val="25000"/>
                  </a:schemeClr>
                </a:solidFill>
                <a:latin typeface="Yu Gothic UI" panose="020B0500000000000000" pitchFamily="34" charset="-128"/>
                <a:ea typeface="Yu Gothic UI" panose="020B0500000000000000" pitchFamily="34" charset="-128"/>
              </a:rPr>
              <a:t>接続プロバイダーが提供するプライベート接続を介して信頼性の高い接続を実現</a:t>
            </a:r>
          </a:p>
        </p:txBody>
      </p:sp>
    </p:spTree>
    <p:extLst>
      <p:ext uri="{BB962C8B-B14F-4D97-AF65-F5344CB8AC3E}">
        <p14:creationId xmlns:p14="http://schemas.microsoft.com/office/powerpoint/2010/main" val="34147314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EA8DE-4E58-9BD8-5438-F0C5B495ED2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A049225B-E979-7003-A441-7B7F3DD3585E}"/>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000" b="1" dirty="0">
                <a:solidFill>
                  <a:srgbClr val="1F2937"/>
                </a:solidFill>
                <a:latin typeface="Yu Gothic"/>
                <a:ea typeface="Yu Gothic"/>
                <a:cs typeface="Yu Gothic"/>
              </a:rPr>
              <a:t>Bastion</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2F1D5432-CBAD-A828-FFB6-C3A42E8983FE}"/>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7</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040AED49-97BA-194E-727B-1A757F5893DA}"/>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pic>
        <p:nvPicPr>
          <p:cNvPr id="3" name="Picture 2" descr="Azure Bastion のアーキテクチャ">
            <a:extLst>
              <a:ext uri="{FF2B5EF4-FFF2-40B4-BE49-F238E27FC236}">
                <a16:creationId xmlns:a16="http://schemas.microsoft.com/office/drawing/2014/main" id="{EE2E356E-5BC7-7D3C-812F-2E3FEC720B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95546" y="1981440"/>
            <a:ext cx="5170724" cy="3441461"/>
          </a:xfrm>
          <a:prstGeom prst="rect">
            <a:avLst/>
          </a:prstGeom>
          <a:noFill/>
          <a:extLst>
            <a:ext uri="{909E8E84-426E-40DD-AFC4-6F175D3DCCD1}">
              <a14:hiddenFill xmlns:a14="http://schemas.microsoft.com/office/drawing/2010/main">
                <a:solidFill>
                  <a:srgbClr val="FFFFFF"/>
                </a:solidFill>
              </a14:hiddenFill>
            </a:ext>
          </a:extLst>
        </p:spPr>
      </p:pic>
      <p:sp>
        <p:nvSpPr>
          <p:cNvPr id="5" name="字幕 8">
            <a:extLst>
              <a:ext uri="{FF2B5EF4-FFF2-40B4-BE49-F238E27FC236}">
                <a16:creationId xmlns:a16="http://schemas.microsoft.com/office/drawing/2014/main" id="{20D7DCE8-10AA-D259-439B-F364E391ABB7}"/>
              </a:ext>
            </a:extLst>
          </p:cNvPr>
          <p:cNvSpPr txBox="1">
            <a:spLocks/>
          </p:cNvSpPr>
          <p:nvPr/>
        </p:nvSpPr>
        <p:spPr>
          <a:xfrm>
            <a:off x="584200" y="1435099"/>
            <a:ext cx="5720347" cy="2751889"/>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r>
              <a:rPr lang="en-US" altLang="ja-JP" sz="2000" err="1">
                <a:solidFill>
                  <a:schemeClr val="tx1">
                    <a:lumMod val="75000"/>
                    <a:lumOff val="25000"/>
                  </a:schemeClr>
                </a:solidFill>
                <a:latin typeface="Yu Gothic UI" panose="020B0500000000000000" pitchFamily="34" charset="-128"/>
                <a:ea typeface="Yu Gothic UI" panose="020B0500000000000000" pitchFamily="34" charset="-128"/>
              </a:rPr>
              <a:t>AzurePortal</a:t>
            </a:r>
            <a:r>
              <a:rPr lang="en-US" altLang="ja-JP" sz="2000">
                <a:solidFill>
                  <a:schemeClr val="tx1">
                    <a:lumMod val="75000"/>
                    <a:lumOff val="25000"/>
                  </a:schemeClr>
                </a:solidFill>
                <a:latin typeface="Yu Gothic UI" panose="020B0500000000000000" pitchFamily="34" charset="-128"/>
                <a:ea typeface="Yu Gothic UI" panose="020B0500000000000000" pitchFamily="34" charset="-128"/>
              </a:rPr>
              <a:t> </a:t>
            </a:r>
            <a:r>
              <a:rPr lang="ja-JP" altLang="en-US" sz="2000">
                <a:solidFill>
                  <a:schemeClr val="tx1">
                    <a:lumMod val="75000"/>
                    <a:lumOff val="25000"/>
                  </a:schemeClr>
                </a:solidFill>
                <a:latin typeface="Yu Gothic UI" panose="020B0500000000000000" pitchFamily="34" charset="-128"/>
                <a:ea typeface="Yu Gothic UI" panose="020B0500000000000000" pitchFamily="34" charset="-128"/>
              </a:rPr>
              <a:t>から仮想マシンに</a:t>
            </a:r>
            <a:r>
              <a:rPr lang="en-US" altLang="ja-JP" sz="2000">
                <a:solidFill>
                  <a:schemeClr val="tx1">
                    <a:lumMod val="75000"/>
                    <a:lumOff val="25000"/>
                  </a:schemeClr>
                </a:solidFill>
                <a:latin typeface="Yu Gothic UI" panose="020B0500000000000000" pitchFamily="34" charset="-128"/>
                <a:ea typeface="Yu Gothic UI" panose="020B0500000000000000" pitchFamily="34" charset="-128"/>
              </a:rPr>
              <a:t>RDP</a:t>
            </a:r>
            <a:r>
              <a:rPr lang="ja-JP" altLang="en-US" sz="2000">
                <a:solidFill>
                  <a:schemeClr val="tx1">
                    <a:lumMod val="75000"/>
                    <a:lumOff val="25000"/>
                  </a:schemeClr>
                </a:solidFill>
                <a:latin typeface="Yu Gothic UI" panose="020B0500000000000000" pitchFamily="34" charset="-128"/>
                <a:ea typeface="Yu Gothic UI" panose="020B0500000000000000" pitchFamily="34" charset="-128"/>
              </a:rPr>
              <a:t>や</a:t>
            </a:r>
            <a:r>
              <a:rPr lang="en-US" altLang="ja-JP" sz="2000">
                <a:solidFill>
                  <a:schemeClr val="tx1">
                    <a:lumMod val="75000"/>
                    <a:lumOff val="25000"/>
                  </a:schemeClr>
                </a:solidFill>
                <a:latin typeface="Yu Gothic UI" panose="020B0500000000000000" pitchFamily="34" charset="-128"/>
                <a:ea typeface="Yu Gothic UI" panose="020B0500000000000000" pitchFamily="34" charset="-128"/>
              </a:rPr>
              <a:t>SSH</a:t>
            </a:r>
            <a:r>
              <a:rPr lang="ja-JP" altLang="en-US" sz="2000">
                <a:solidFill>
                  <a:schemeClr val="tx1">
                    <a:lumMod val="75000"/>
                    <a:lumOff val="25000"/>
                  </a:schemeClr>
                </a:solidFill>
                <a:latin typeface="Yu Gothic UI" panose="020B0500000000000000" pitchFamily="34" charset="-128"/>
                <a:ea typeface="Yu Gothic UI" panose="020B0500000000000000" pitchFamily="34" charset="-128"/>
              </a:rPr>
              <a:t>接続するためのマネージドな踏み台サーバ</a:t>
            </a:r>
            <a:endParaRPr lang="en-US" altLang="ja-JP" sz="2000">
              <a:solidFill>
                <a:schemeClr val="tx1">
                  <a:lumMod val="75000"/>
                  <a:lumOff val="25000"/>
                </a:schemeClr>
              </a:solidFill>
              <a:latin typeface="Yu Gothic UI" panose="020B0500000000000000" pitchFamily="34" charset="-128"/>
              <a:ea typeface="Yu Gothic UI" panose="020B0500000000000000" pitchFamily="34" charset="-128"/>
            </a:endParaRPr>
          </a:p>
          <a:p>
            <a:r>
              <a:rPr lang="en-US" altLang="ja-JP" sz="2000" err="1">
                <a:solidFill>
                  <a:schemeClr val="tx1">
                    <a:lumMod val="75000"/>
                    <a:lumOff val="25000"/>
                  </a:schemeClr>
                </a:solidFill>
                <a:latin typeface="Yu Gothic UI" panose="020B0500000000000000" pitchFamily="34" charset="-128"/>
                <a:ea typeface="Yu Gothic UI" panose="020B0500000000000000" pitchFamily="34" charset="-128"/>
              </a:rPr>
              <a:t>VNet</a:t>
            </a:r>
            <a:r>
              <a:rPr lang="en-US" altLang="ja-JP" sz="2000">
                <a:solidFill>
                  <a:schemeClr val="tx1">
                    <a:lumMod val="75000"/>
                    <a:lumOff val="25000"/>
                  </a:schemeClr>
                </a:solidFill>
                <a:latin typeface="Yu Gothic UI" panose="020B0500000000000000" pitchFamily="34" charset="-128"/>
                <a:ea typeface="Yu Gothic UI" panose="020B0500000000000000" pitchFamily="34" charset="-128"/>
              </a:rPr>
              <a:t> </a:t>
            </a:r>
            <a:r>
              <a:rPr lang="ja-JP" altLang="en-US" sz="2000">
                <a:solidFill>
                  <a:schemeClr val="tx1">
                    <a:lumMod val="75000"/>
                    <a:lumOff val="25000"/>
                  </a:schemeClr>
                </a:solidFill>
                <a:latin typeface="Yu Gothic UI" panose="020B0500000000000000" pitchFamily="34" charset="-128"/>
                <a:ea typeface="Yu Gothic UI" panose="020B0500000000000000" pitchFamily="34" charset="-128"/>
              </a:rPr>
              <a:t>に属し、固有のサブネットに展開される</a:t>
            </a:r>
            <a:endParaRPr lang="en-US" altLang="ja-JP" sz="2000">
              <a:solidFill>
                <a:schemeClr val="tx1">
                  <a:lumMod val="75000"/>
                  <a:lumOff val="25000"/>
                </a:schemeClr>
              </a:solidFill>
              <a:latin typeface="Yu Gothic UI" panose="020B0500000000000000" pitchFamily="34" charset="-128"/>
              <a:ea typeface="Yu Gothic UI" panose="020B0500000000000000" pitchFamily="34" charset="-128"/>
            </a:endParaRPr>
          </a:p>
          <a:p>
            <a:r>
              <a:rPr lang="ja-JP" altLang="en-US" sz="2000">
                <a:solidFill>
                  <a:schemeClr val="tx1">
                    <a:lumMod val="75000"/>
                    <a:lumOff val="25000"/>
                  </a:schemeClr>
                </a:solidFill>
                <a:latin typeface="Yu Gothic UI" panose="020B0500000000000000" pitchFamily="34" charset="-128"/>
                <a:ea typeface="Yu Gothic UI" panose="020B0500000000000000" pitchFamily="34" charset="-128"/>
              </a:rPr>
              <a:t>各リソースへのパブリック</a:t>
            </a:r>
            <a:r>
              <a:rPr lang="en-US" altLang="ja-JP" sz="2000">
                <a:solidFill>
                  <a:schemeClr val="tx1">
                    <a:lumMod val="75000"/>
                    <a:lumOff val="25000"/>
                  </a:schemeClr>
                </a:solidFill>
                <a:latin typeface="Yu Gothic UI" panose="020B0500000000000000" pitchFamily="34" charset="-128"/>
                <a:ea typeface="Yu Gothic UI" panose="020B0500000000000000" pitchFamily="34" charset="-128"/>
              </a:rPr>
              <a:t>IP</a:t>
            </a:r>
            <a:r>
              <a:rPr lang="ja-JP" altLang="en-US" sz="2000">
                <a:solidFill>
                  <a:schemeClr val="tx1">
                    <a:lumMod val="75000"/>
                    <a:lumOff val="25000"/>
                  </a:schemeClr>
                </a:solidFill>
                <a:latin typeface="Yu Gothic UI" panose="020B0500000000000000" pitchFamily="34" charset="-128"/>
                <a:ea typeface="Yu Gothic UI" panose="020B0500000000000000" pitchFamily="34" charset="-128"/>
              </a:rPr>
              <a:t>の割り当ては不要</a:t>
            </a:r>
            <a:endParaRPr lang="en-US" altLang="ja-JP" sz="2000">
              <a:solidFill>
                <a:schemeClr val="tx1">
                  <a:lumMod val="75000"/>
                  <a:lumOff val="25000"/>
                </a:schemeClr>
              </a:solidFill>
              <a:latin typeface="Yu Gothic UI" panose="020B0500000000000000" pitchFamily="34" charset="-128"/>
              <a:ea typeface="Yu Gothic UI" panose="020B0500000000000000" pitchFamily="34" charset="-128"/>
            </a:endParaRPr>
          </a:p>
          <a:p>
            <a:r>
              <a:rPr lang="ja-JP" altLang="en-US" sz="2000">
                <a:solidFill>
                  <a:schemeClr val="tx1">
                    <a:lumMod val="75000"/>
                    <a:lumOff val="25000"/>
                  </a:schemeClr>
                </a:solidFill>
                <a:latin typeface="Yu Gothic UI" panose="020B0500000000000000" pitchFamily="34" charset="-128"/>
                <a:ea typeface="Yu Gothic UI" panose="020B0500000000000000" pitchFamily="34" charset="-128"/>
              </a:rPr>
              <a:t>ブラウザから</a:t>
            </a:r>
            <a:r>
              <a:rPr lang="en-US" altLang="ja-JP" sz="2000">
                <a:solidFill>
                  <a:schemeClr val="tx1">
                    <a:lumMod val="75000"/>
                    <a:lumOff val="25000"/>
                  </a:schemeClr>
                </a:solidFill>
                <a:latin typeface="Yu Gothic UI" panose="020B0500000000000000" pitchFamily="34" charset="-128"/>
                <a:ea typeface="Yu Gothic UI" panose="020B0500000000000000" pitchFamily="34" charset="-128"/>
              </a:rPr>
              <a:t>VM</a:t>
            </a:r>
            <a:r>
              <a:rPr lang="ja-JP" altLang="en-US" sz="2000">
                <a:solidFill>
                  <a:schemeClr val="tx1">
                    <a:lumMod val="75000"/>
                    <a:lumOff val="25000"/>
                  </a:schemeClr>
                </a:solidFill>
                <a:latin typeface="Yu Gothic UI" panose="020B0500000000000000" pitchFamily="34" charset="-128"/>
                <a:ea typeface="Yu Gothic UI" panose="020B0500000000000000" pitchFamily="34" charset="-128"/>
              </a:rPr>
              <a:t>のデスクトップ、シェルへ</a:t>
            </a:r>
            <a:r>
              <a:rPr lang="en-US" altLang="ja-JP" sz="2000">
                <a:solidFill>
                  <a:schemeClr val="tx1">
                    <a:lumMod val="75000"/>
                    <a:lumOff val="25000"/>
                  </a:schemeClr>
                </a:solidFill>
                <a:latin typeface="Yu Gothic UI" panose="020B0500000000000000" pitchFamily="34" charset="-128"/>
                <a:ea typeface="Yu Gothic UI" panose="020B0500000000000000" pitchFamily="34" charset="-128"/>
              </a:rPr>
              <a:t>RDP, SSH</a:t>
            </a:r>
            <a:r>
              <a:rPr lang="ja-JP" altLang="en-US" sz="2000">
                <a:solidFill>
                  <a:schemeClr val="tx1">
                    <a:lumMod val="75000"/>
                    <a:lumOff val="25000"/>
                  </a:schemeClr>
                </a:solidFill>
                <a:latin typeface="Yu Gothic UI" panose="020B0500000000000000" pitchFamily="34" charset="-128"/>
                <a:ea typeface="Yu Gothic UI" panose="020B0500000000000000" pitchFamily="34" charset="-128"/>
              </a:rPr>
              <a:t>でアクセスできる</a:t>
            </a:r>
            <a:endParaRPr lang="en-US" altLang="ja-JP" sz="2000">
              <a:solidFill>
                <a:schemeClr val="tx1">
                  <a:lumMod val="75000"/>
                  <a:lumOff val="25000"/>
                </a:schemeClr>
              </a:solidFill>
              <a:latin typeface="Yu Gothic UI" panose="020B0500000000000000" pitchFamily="34" charset="-128"/>
              <a:ea typeface="Yu Gothic UI" panose="020B0500000000000000" pitchFamily="34" charset="-128"/>
            </a:endParaRPr>
          </a:p>
          <a:p>
            <a:r>
              <a:rPr lang="en-US" altLang="ja-JP" sz="2000">
                <a:solidFill>
                  <a:schemeClr val="tx1">
                    <a:lumMod val="75000"/>
                    <a:lumOff val="25000"/>
                  </a:schemeClr>
                </a:solidFill>
                <a:latin typeface="Yu Gothic UI" panose="020B0500000000000000" pitchFamily="34" charset="-128"/>
                <a:ea typeface="Yu Gothic UI" panose="020B0500000000000000" pitchFamily="34" charset="-128"/>
              </a:rPr>
              <a:t>Standard SKU </a:t>
            </a:r>
            <a:r>
              <a:rPr lang="ja-JP" altLang="en-US" sz="2000">
                <a:solidFill>
                  <a:schemeClr val="tx1">
                    <a:lumMod val="75000"/>
                    <a:lumOff val="25000"/>
                  </a:schemeClr>
                </a:solidFill>
                <a:latin typeface="Yu Gothic UI" panose="020B0500000000000000" pitchFamily="34" charset="-128"/>
                <a:ea typeface="Yu Gothic UI" panose="020B0500000000000000" pitchFamily="34" charset="-128"/>
              </a:rPr>
              <a:t>を使うとネイティブクライアントからのアクセスも可能</a:t>
            </a:r>
          </a:p>
        </p:txBody>
      </p:sp>
      <p:sp>
        <p:nvSpPr>
          <p:cNvPr id="6" name="テキスト ボックス 5">
            <a:extLst>
              <a:ext uri="{FF2B5EF4-FFF2-40B4-BE49-F238E27FC236}">
                <a16:creationId xmlns:a16="http://schemas.microsoft.com/office/drawing/2014/main" id="{57096F1C-37AA-C125-C5B2-CFBA9012D46E}"/>
              </a:ext>
            </a:extLst>
          </p:cNvPr>
          <p:cNvSpPr txBox="1"/>
          <p:nvPr/>
        </p:nvSpPr>
        <p:spPr>
          <a:xfrm>
            <a:off x="478513" y="5422901"/>
            <a:ext cx="5287020" cy="646331"/>
          </a:xfrm>
          <a:prstGeom prst="rect">
            <a:avLst/>
          </a:prstGeom>
          <a:noFill/>
        </p:spPr>
        <p:txBody>
          <a:bodyPr wrap="square">
            <a:spAutoFit/>
          </a:bodyPr>
          <a:lstStyle/>
          <a:p>
            <a:r>
              <a:rPr lang="ja-JP" altLang="en-US">
                <a:solidFill>
                  <a:schemeClr val="tx1">
                    <a:lumMod val="75000"/>
                    <a:lumOff val="25000"/>
                  </a:schemeClr>
                </a:solidFill>
                <a:latin typeface="Yu Gothic UI" panose="020B0500000000000000" pitchFamily="34" charset="-128"/>
                <a:ea typeface="Yu Gothic UI" panose="020B0500000000000000" pitchFamily="34" charset="-128"/>
                <a:hlinkClick r:id="rId4">
                  <a:extLst>
                    <a:ext uri="{A12FA001-AC4F-418D-AE19-62706E023703}">
                      <ahyp:hlinkClr xmlns:ahyp="http://schemas.microsoft.com/office/drawing/2018/hyperlinkcolor" val="tx"/>
                    </a:ext>
                  </a:extLst>
                </a:hlinkClick>
              </a:rPr>
              <a:t>一般提供</a:t>
            </a:r>
            <a:r>
              <a:rPr lang="en-US" altLang="ja-JP">
                <a:solidFill>
                  <a:schemeClr val="tx1">
                    <a:lumMod val="75000"/>
                    <a:lumOff val="25000"/>
                  </a:schemeClr>
                </a:solidFill>
                <a:latin typeface="Yu Gothic UI" panose="020B0500000000000000" pitchFamily="34" charset="-128"/>
                <a:ea typeface="Yu Gothic UI" panose="020B0500000000000000" pitchFamily="34" charset="-128"/>
                <a:hlinkClick r:id="rId4">
                  <a:extLst>
                    <a:ext uri="{A12FA001-AC4F-418D-AE19-62706E023703}">
                      <ahyp:hlinkClr xmlns:ahyp="http://schemas.microsoft.com/office/drawing/2018/hyperlinkcolor" val="tx"/>
                    </a:ext>
                  </a:extLst>
                </a:hlinkClick>
              </a:rPr>
              <a:t>:Azure Bastion </a:t>
            </a:r>
            <a:r>
              <a:rPr lang="ja-JP" altLang="en-US">
                <a:solidFill>
                  <a:schemeClr val="tx1">
                    <a:lumMod val="75000"/>
                    <a:lumOff val="25000"/>
                  </a:schemeClr>
                </a:solidFill>
                <a:latin typeface="Yu Gothic UI" panose="020B0500000000000000" pitchFamily="34" charset="-128"/>
                <a:ea typeface="Yu Gothic UI" panose="020B0500000000000000" pitchFamily="34" charset="-128"/>
                <a:hlinkClick r:id="rId4">
                  <a:extLst>
                    <a:ext uri="{A12FA001-AC4F-418D-AE19-62706E023703}">
                      <ahyp:hlinkClr xmlns:ahyp="http://schemas.microsoft.com/office/drawing/2018/hyperlinkcolor" val="tx"/>
                    </a:ext>
                  </a:extLst>
                </a:hlinkClick>
              </a:rPr>
              <a:t>ネイティブ クライアントのサポート </a:t>
            </a:r>
            <a:r>
              <a:rPr lang="en-US" altLang="ja-JP">
                <a:solidFill>
                  <a:schemeClr val="tx1">
                    <a:lumMod val="75000"/>
                    <a:lumOff val="25000"/>
                  </a:schemeClr>
                </a:solidFill>
                <a:latin typeface="Yu Gothic UI" panose="020B0500000000000000" pitchFamily="34" charset="-128"/>
                <a:ea typeface="Yu Gothic UI" panose="020B0500000000000000" pitchFamily="34" charset="-128"/>
                <a:hlinkClick r:id="rId4">
                  <a:extLst>
                    <a:ext uri="{A12FA001-AC4F-418D-AE19-62706E023703}">
                      <ahyp:hlinkClr xmlns:ahyp="http://schemas.microsoft.com/office/drawing/2018/hyperlinkcolor" val="tx"/>
                    </a:ext>
                  </a:extLst>
                </a:hlinkClick>
              </a:rPr>
              <a:t>| Azure </a:t>
            </a:r>
            <a:r>
              <a:rPr lang="ja-JP" altLang="en-US">
                <a:solidFill>
                  <a:schemeClr val="tx1">
                    <a:lumMod val="75000"/>
                    <a:lumOff val="25000"/>
                  </a:schemeClr>
                </a:solidFill>
                <a:latin typeface="Yu Gothic UI" panose="020B0500000000000000" pitchFamily="34" charset="-128"/>
                <a:ea typeface="Yu Gothic UI" panose="020B0500000000000000" pitchFamily="34" charset="-128"/>
                <a:hlinkClick r:id="rId4">
                  <a:extLst>
                    <a:ext uri="{A12FA001-AC4F-418D-AE19-62706E023703}">
                      <ahyp:hlinkClr xmlns:ahyp="http://schemas.microsoft.com/office/drawing/2018/hyperlinkcolor" val="tx"/>
                    </a:ext>
                  </a:extLst>
                </a:hlinkClick>
              </a:rPr>
              <a:t>の更新情報 </a:t>
            </a:r>
            <a:r>
              <a:rPr lang="en-US" altLang="ja-JP">
                <a:solidFill>
                  <a:schemeClr val="tx1">
                    <a:lumMod val="75000"/>
                    <a:lumOff val="25000"/>
                  </a:schemeClr>
                </a:solidFill>
                <a:latin typeface="Yu Gothic UI" panose="020B0500000000000000" pitchFamily="34" charset="-128"/>
                <a:ea typeface="Yu Gothic UI" panose="020B0500000000000000" pitchFamily="34" charset="-128"/>
                <a:hlinkClick r:id="rId4">
                  <a:extLst>
                    <a:ext uri="{A12FA001-AC4F-418D-AE19-62706E023703}">
                      <ahyp:hlinkClr xmlns:ahyp="http://schemas.microsoft.com/office/drawing/2018/hyperlinkcolor" val="tx"/>
                    </a:ext>
                  </a:extLst>
                </a:hlinkClick>
              </a:rPr>
              <a:t>| Microsoft Azure</a:t>
            </a:r>
            <a:endParaRPr 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22948226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2B256-FFAD-468C-BC1E-5E6EBA37898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F5BF6C2-013D-238E-629D-ED88E2EAA826}"/>
              </a:ext>
            </a:extLst>
          </p:cNvPr>
          <p:cNvSpPr>
            <a:spLocks noGrp="1"/>
          </p:cNvSpPr>
          <p:nvPr>
            <p:ph type="body" sz="quarter" idx="13"/>
          </p:nvPr>
        </p:nvSpPr>
        <p:spPr>
          <a:xfrm>
            <a:off x="838200" y="2716213"/>
            <a:ext cx="10374313" cy="2262187"/>
          </a:xfrm>
        </p:spPr>
        <p:txBody>
          <a:bodyPr/>
          <a:lstStyle/>
          <a:p>
            <a:pPr marL="0" indent="0">
              <a:buNone/>
            </a:pPr>
            <a:endParaRPr lang="en-US" altLang="ja-JP" sz="3200" dirty="0">
              <a:solidFill>
                <a:schemeClr val="tx1">
                  <a:lumMod val="75000"/>
                  <a:lumOff val="25000"/>
                </a:schemeClr>
              </a:solidFill>
            </a:endParaRPr>
          </a:p>
          <a:p>
            <a:pPr marL="0" indent="0">
              <a:buNone/>
            </a:pPr>
            <a:r>
              <a:rPr lang="ja-JP" altLang="en-US" sz="3200">
                <a:solidFill>
                  <a:schemeClr val="tx1">
                    <a:lumMod val="75000"/>
                    <a:lumOff val="25000"/>
                  </a:schemeClr>
                </a:solidFill>
              </a:rPr>
              <a:t>アプリケーション保護サービス</a:t>
            </a:r>
          </a:p>
        </p:txBody>
      </p:sp>
    </p:spTree>
    <p:extLst>
      <p:ext uri="{BB962C8B-B14F-4D97-AF65-F5344CB8AC3E}">
        <p14:creationId xmlns:p14="http://schemas.microsoft.com/office/powerpoint/2010/main" val="10461759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44DA7-2BC4-4027-5A76-986A5D8A00E2}"/>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D6B6DC8F-63CD-BB8E-D191-23748D47DB0A}"/>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000" b="1" dirty="0">
                <a:solidFill>
                  <a:srgbClr val="1F2937"/>
                </a:solidFill>
                <a:latin typeface="Yu Gothic"/>
                <a:ea typeface="Yu Gothic"/>
                <a:cs typeface="Yu Gothic"/>
              </a:rPr>
              <a:t>Network Security Group (NSG) </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464C419F-A72D-6D47-8551-D40DD2655671}"/>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7</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766F5BBE-E4EE-9E9A-1497-F30818AB0037}"/>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テキスト プレースホルダー 12">
            <a:extLst>
              <a:ext uri="{FF2B5EF4-FFF2-40B4-BE49-F238E27FC236}">
                <a16:creationId xmlns:a16="http://schemas.microsoft.com/office/drawing/2014/main" id="{5FD392C9-5815-E1A9-3DD4-16C22585407E}"/>
              </a:ext>
            </a:extLst>
          </p:cNvPr>
          <p:cNvSpPr txBox="1">
            <a:spLocks/>
          </p:cNvSpPr>
          <p:nvPr/>
        </p:nvSpPr>
        <p:spPr>
          <a:xfrm>
            <a:off x="586581" y="1328738"/>
            <a:ext cx="11018838" cy="94795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lvl="2"/>
            <a:r>
              <a:rPr lang="ja-JP" altLang="en-US" sz="2400">
                <a:solidFill>
                  <a:schemeClr val="tx1">
                    <a:lumMod val="75000"/>
                    <a:lumOff val="25000"/>
                  </a:schemeClr>
                </a:solidFill>
                <a:latin typeface="Yu Gothic UI" panose="020B0500000000000000" pitchFamily="34" charset="-128"/>
                <a:ea typeface="Yu Gothic UI" panose="020B0500000000000000" pitchFamily="34" charset="-128"/>
              </a:rPr>
              <a:t>サブネット</a:t>
            </a:r>
            <a:r>
              <a:rPr lang="en-US" altLang="ja-JP" sz="2400">
                <a:solidFill>
                  <a:schemeClr val="tx1">
                    <a:lumMod val="75000"/>
                    <a:lumOff val="25000"/>
                  </a:schemeClr>
                </a:solidFill>
                <a:latin typeface="Yu Gothic UI" panose="020B0500000000000000" pitchFamily="34" charset="-128"/>
                <a:ea typeface="Yu Gothic UI" panose="020B0500000000000000" pitchFamily="34" charset="-128"/>
              </a:rPr>
              <a:t>/NIC</a:t>
            </a:r>
            <a:r>
              <a:rPr lang="ja-JP" altLang="en-US" sz="2400">
                <a:solidFill>
                  <a:schemeClr val="tx1">
                    <a:lumMod val="75000"/>
                    <a:lumOff val="25000"/>
                  </a:schemeClr>
                </a:solidFill>
                <a:latin typeface="Yu Gothic UI" panose="020B0500000000000000" pitchFamily="34" charset="-128"/>
                <a:ea typeface="Yu Gothic UI" panose="020B0500000000000000" pitchFamily="34" charset="-128"/>
              </a:rPr>
              <a:t>に</a:t>
            </a:r>
            <a:r>
              <a:rPr lang="en-US" altLang="ja-JP" sz="2400">
                <a:solidFill>
                  <a:schemeClr val="tx1">
                    <a:lumMod val="75000"/>
                    <a:lumOff val="25000"/>
                  </a:schemeClr>
                </a:solidFill>
                <a:latin typeface="Yu Gothic UI" panose="020B0500000000000000" pitchFamily="34" charset="-128"/>
                <a:ea typeface="Yu Gothic UI" panose="020B0500000000000000" pitchFamily="34" charset="-128"/>
              </a:rPr>
              <a:t>L4</a:t>
            </a:r>
            <a:r>
              <a:rPr lang="ja-JP" altLang="en-US" sz="2400">
                <a:solidFill>
                  <a:schemeClr val="tx1">
                    <a:lumMod val="75000"/>
                    <a:lumOff val="25000"/>
                  </a:schemeClr>
                </a:solidFill>
                <a:latin typeface="Yu Gothic UI" panose="020B0500000000000000" pitchFamily="34" charset="-128"/>
                <a:ea typeface="Yu Gothic UI" panose="020B0500000000000000" pitchFamily="34" charset="-128"/>
              </a:rPr>
              <a:t>フィルタを提供</a:t>
            </a:r>
            <a:endParaRPr lang="en-US" altLang="ja-JP" sz="2400">
              <a:solidFill>
                <a:schemeClr val="tx1">
                  <a:lumMod val="75000"/>
                  <a:lumOff val="25000"/>
                </a:schemeClr>
              </a:solidFill>
              <a:latin typeface="Yu Gothic UI" panose="020B0500000000000000" pitchFamily="34" charset="-128"/>
              <a:ea typeface="Yu Gothic UI" panose="020B0500000000000000" pitchFamily="34" charset="-128"/>
            </a:endParaRPr>
          </a:p>
          <a:p>
            <a:pPr lvl="2"/>
            <a:r>
              <a:rPr lang="ja-JP" altLang="en-US" sz="2400">
                <a:solidFill>
                  <a:schemeClr val="tx1">
                    <a:lumMod val="75000"/>
                    <a:lumOff val="25000"/>
                  </a:schemeClr>
                </a:solidFill>
                <a:latin typeface="Yu Gothic UI" panose="020B0500000000000000" pitchFamily="34" charset="-128"/>
                <a:ea typeface="Yu Gothic UI" panose="020B0500000000000000" pitchFamily="34" charset="-128"/>
              </a:rPr>
              <a:t>送信元</a:t>
            </a:r>
            <a:r>
              <a:rPr lang="en-US" altLang="ja-JP" sz="2400">
                <a:solidFill>
                  <a:schemeClr val="tx1">
                    <a:lumMod val="75000"/>
                    <a:lumOff val="25000"/>
                  </a:schemeClr>
                </a:solidFill>
                <a:latin typeface="Yu Gothic UI" panose="020B0500000000000000" pitchFamily="34" charset="-128"/>
                <a:ea typeface="Yu Gothic UI" panose="020B0500000000000000" pitchFamily="34" charset="-128"/>
              </a:rPr>
              <a:t>/</a:t>
            </a:r>
            <a:r>
              <a:rPr lang="ja-JP" altLang="en-US" sz="2400">
                <a:solidFill>
                  <a:schemeClr val="tx1">
                    <a:lumMod val="75000"/>
                    <a:lumOff val="25000"/>
                  </a:schemeClr>
                </a:solidFill>
                <a:latin typeface="Yu Gothic UI" panose="020B0500000000000000" pitchFamily="34" charset="-128"/>
                <a:ea typeface="Yu Gothic UI" panose="020B0500000000000000" pitchFamily="34" charset="-128"/>
              </a:rPr>
              <a:t>先の</a:t>
            </a:r>
            <a:r>
              <a:rPr lang="en-US" altLang="ja-JP" sz="2400">
                <a:solidFill>
                  <a:schemeClr val="tx1">
                    <a:lumMod val="75000"/>
                    <a:lumOff val="25000"/>
                  </a:schemeClr>
                </a:solidFill>
                <a:latin typeface="Yu Gothic UI" panose="020B0500000000000000" pitchFamily="34" charset="-128"/>
                <a:ea typeface="Yu Gothic UI" panose="020B0500000000000000" pitchFamily="34" charset="-128"/>
              </a:rPr>
              <a:t>IP</a:t>
            </a:r>
            <a:r>
              <a:rPr lang="ja-JP" altLang="en-US" sz="2400">
                <a:solidFill>
                  <a:schemeClr val="tx1">
                    <a:lumMod val="75000"/>
                    <a:lumOff val="25000"/>
                  </a:schemeClr>
                </a:solidFill>
                <a:latin typeface="Yu Gothic UI" panose="020B0500000000000000" pitchFamily="34" charset="-128"/>
                <a:ea typeface="Yu Gothic UI" panose="020B0500000000000000" pitchFamily="34" charset="-128"/>
              </a:rPr>
              <a:t>アドレス</a:t>
            </a:r>
            <a:r>
              <a:rPr lang="en-US" altLang="ja-JP" sz="2400">
                <a:solidFill>
                  <a:schemeClr val="tx1">
                    <a:lumMod val="75000"/>
                    <a:lumOff val="25000"/>
                  </a:schemeClr>
                </a:solidFill>
                <a:latin typeface="Yu Gothic UI" panose="020B0500000000000000" pitchFamily="34" charset="-128"/>
                <a:ea typeface="Yu Gothic UI" panose="020B0500000000000000" pitchFamily="34" charset="-128"/>
              </a:rPr>
              <a:t>/</a:t>
            </a:r>
            <a:r>
              <a:rPr lang="ja-JP" altLang="en-US" sz="2400">
                <a:solidFill>
                  <a:schemeClr val="tx1">
                    <a:lumMod val="75000"/>
                    <a:lumOff val="25000"/>
                  </a:schemeClr>
                </a:solidFill>
                <a:latin typeface="Yu Gothic UI" panose="020B0500000000000000" pitchFamily="34" charset="-128"/>
                <a:ea typeface="Yu Gothic UI" panose="020B0500000000000000" pitchFamily="34" charset="-128"/>
              </a:rPr>
              <a:t>ポート番号とプロトコルに応じて接続可否を設定</a:t>
            </a:r>
            <a:endParaRPr lang="en-US" altLang="ja-JP" sz="2400">
              <a:solidFill>
                <a:schemeClr val="tx1">
                  <a:lumMod val="75000"/>
                  <a:lumOff val="25000"/>
                </a:schemeClr>
              </a:solidFill>
              <a:latin typeface="Yu Gothic UI" panose="020B0500000000000000" pitchFamily="34" charset="-128"/>
              <a:ea typeface="Yu Gothic UI" panose="020B0500000000000000" pitchFamily="34" charset="-128"/>
            </a:endParaRPr>
          </a:p>
          <a:p>
            <a:pPr lvl="2"/>
            <a:r>
              <a:rPr lang="ja-JP" altLang="en-US" sz="2400">
                <a:solidFill>
                  <a:schemeClr val="tx1">
                    <a:lumMod val="75000"/>
                    <a:lumOff val="25000"/>
                  </a:schemeClr>
                </a:solidFill>
                <a:latin typeface="Yu Gothic UI" panose="020B0500000000000000" pitchFamily="34" charset="-128"/>
                <a:ea typeface="Yu Gothic UI" panose="020B0500000000000000" pitchFamily="34" charset="-128"/>
              </a:rPr>
              <a:t>ステートフルに機能する</a:t>
            </a:r>
            <a:endParaRPr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5" name="テキスト ボックス 4">
            <a:extLst>
              <a:ext uri="{FF2B5EF4-FFF2-40B4-BE49-F238E27FC236}">
                <a16:creationId xmlns:a16="http://schemas.microsoft.com/office/drawing/2014/main" id="{BF98D5EF-500F-C07E-F7C2-78958F0B1122}"/>
              </a:ext>
            </a:extLst>
          </p:cNvPr>
          <p:cNvSpPr txBox="1"/>
          <p:nvPr/>
        </p:nvSpPr>
        <p:spPr>
          <a:xfrm>
            <a:off x="2202304" y="2796034"/>
            <a:ext cx="1776448"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i="0" u="none" strike="noStrike" kern="1200" cap="none" spc="0" normalizeH="0" baseline="0" noProof="0">
                <a:ln>
                  <a:solidFill>
                    <a:sysClr val="windowText" lastClr="000000"/>
                  </a:solid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受信トラフィック</a:t>
            </a:r>
          </a:p>
        </p:txBody>
      </p:sp>
      <p:sp>
        <p:nvSpPr>
          <p:cNvPr id="6" name="テキスト ボックス 5">
            <a:extLst>
              <a:ext uri="{FF2B5EF4-FFF2-40B4-BE49-F238E27FC236}">
                <a16:creationId xmlns:a16="http://schemas.microsoft.com/office/drawing/2014/main" id="{82F9DC93-F50F-D0BF-25ED-64ADBB68EDA2}"/>
              </a:ext>
            </a:extLst>
          </p:cNvPr>
          <p:cNvSpPr txBox="1"/>
          <p:nvPr/>
        </p:nvSpPr>
        <p:spPr>
          <a:xfrm>
            <a:off x="8309414" y="2820943"/>
            <a:ext cx="1776448" cy="40011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000" i="0" u="none" strike="noStrike" kern="1200" cap="none" spc="0" normalizeH="0" baseline="0" noProof="0">
                <a:ln>
                  <a:solidFill>
                    <a:sysClr val="windowText" lastClr="000000"/>
                  </a:solid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送信トラフィック</a:t>
            </a:r>
          </a:p>
        </p:txBody>
      </p:sp>
      <p:pic>
        <p:nvPicPr>
          <p:cNvPr id="7" name="図 6">
            <a:extLst>
              <a:ext uri="{FF2B5EF4-FFF2-40B4-BE49-F238E27FC236}">
                <a16:creationId xmlns:a16="http://schemas.microsoft.com/office/drawing/2014/main" id="{C34D9900-361C-B39C-13FB-8773452411F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96319" y="4399478"/>
            <a:ext cx="811524" cy="811524"/>
          </a:xfrm>
          <a:prstGeom prst="rect">
            <a:avLst/>
          </a:prstGeom>
        </p:spPr>
      </p:pic>
      <p:pic>
        <p:nvPicPr>
          <p:cNvPr id="8" name="図 7">
            <a:extLst>
              <a:ext uri="{FF2B5EF4-FFF2-40B4-BE49-F238E27FC236}">
                <a16:creationId xmlns:a16="http://schemas.microsoft.com/office/drawing/2014/main" id="{ED1AF28C-6F91-2E3D-1AFC-D00292DBEE7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496308" y="4402374"/>
            <a:ext cx="780180" cy="780180"/>
          </a:xfrm>
          <a:prstGeom prst="rect">
            <a:avLst/>
          </a:prstGeom>
        </p:spPr>
      </p:pic>
      <p:pic>
        <p:nvPicPr>
          <p:cNvPr id="10" name="図 9">
            <a:extLst>
              <a:ext uri="{FF2B5EF4-FFF2-40B4-BE49-F238E27FC236}">
                <a16:creationId xmlns:a16="http://schemas.microsoft.com/office/drawing/2014/main" id="{FDC4AF78-6870-9808-CAFC-7DE62FC92D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047348" y="4406303"/>
            <a:ext cx="780180" cy="780180"/>
          </a:xfrm>
          <a:prstGeom prst="rect">
            <a:avLst/>
          </a:prstGeom>
        </p:spPr>
      </p:pic>
      <p:cxnSp>
        <p:nvCxnSpPr>
          <p:cNvPr id="11" name="直線矢印コネクタ 10">
            <a:extLst>
              <a:ext uri="{FF2B5EF4-FFF2-40B4-BE49-F238E27FC236}">
                <a16:creationId xmlns:a16="http://schemas.microsoft.com/office/drawing/2014/main" id="{DCE0E7EC-6A02-EAB1-1AA7-4BC75EB82371}"/>
              </a:ext>
            </a:extLst>
          </p:cNvPr>
          <p:cNvCxnSpPr>
            <a:cxnSpLocks/>
          </p:cNvCxnSpPr>
          <p:nvPr/>
        </p:nvCxnSpPr>
        <p:spPr bwMode="auto">
          <a:xfrm>
            <a:off x="1378569" y="4805240"/>
            <a:ext cx="668781" cy="0"/>
          </a:xfrm>
          <a:prstGeom prst="straightConnector1">
            <a:avLst/>
          </a:prstGeom>
          <a:solidFill>
            <a:schemeClr val="accent1"/>
          </a:solidFill>
          <a:ln w="38100" cap="flat" cmpd="sng" algn="ctr">
            <a:solidFill>
              <a:srgbClr val="FF0000"/>
            </a:solidFill>
            <a:prstDash val="sysDot"/>
            <a:round/>
            <a:headEnd type="none" w="med" len="med"/>
            <a:tailEnd type="triangle"/>
          </a:ln>
          <a:effectLst/>
        </p:spPr>
      </p:cxnSp>
      <p:pic>
        <p:nvPicPr>
          <p:cNvPr id="12" name="図 11">
            <a:extLst>
              <a:ext uri="{FF2B5EF4-FFF2-40B4-BE49-F238E27FC236}">
                <a16:creationId xmlns:a16="http://schemas.microsoft.com/office/drawing/2014/main" id="{F2B1A209-349E-2627-3551-30DAF01E934E}"/>
              </a:ext>
            </a:extLst>
          </p:cNvPr>
          <p:cNvPicPr>
            <a:picLocks noChangeAspect="1"/>
          </p:cNvPicPr>
          <p:nvPr/>
        </p:nvPicPr>
        <p:blipFill>
          <a:blip r:embed="rId5"/>
          <a:stretch>
            <a:fillRect/>
          </a:stretch>
        </p:blipFill>
        <p:spPr>
          <a:xfrm>
            <a:off x="300629" y="4296592"/>
            <a:ext cx="999603" cy="999603"/>
          </a:xfrm>
          <a:prstGeom prst="rect">
            <a:avLst/>
          </a:prstGeom>
        </p:spPr>
      </p:pic>
      <p:cxnSp>
        <p:nvCxnSpPr>
          <p:cNvPr id="13" name="直線矢印コネクタ 12">
            <a:extLst>
              <a:ext uri="{FF2B5EF4-FFF2-40B4-BE49-F238E27FC236}">
                <a16:creationId xmlns:a16="http://schemas.microsoft.com/office/drawing/2014/main" id="{2434358F-2369-6DD4-CB65-00547F5959F7}"/>
              </a:ext>
            </a:extLst>
          </p:cNvPr>
          <p:cNvCxnSpPr>
            <a:cxnSpLocks/>
            <a:stCxn id="10" idx="3"/>
            <a:endCxn id="8" idx="1"/>
          </p:cNvCxnSpPr>
          <p:nvPr/>
        </p:nvCxnSpPr>
        <p:spPr bwMode="auto">
          <a:xfrm flipV="1">
            <a:off x="2827528" y="4792464"/>
            <a:ext cx="668780" cy="3929"/>
          </a:xfrm>
          <a:prstGeom prst="straightConnector1">
            <a:avLst/>
          </a:prstGeom>
          <a:solidFill>
            <a:schemeClr val="accent1"/>
          </a:solidFill>
          <a:ln w="38100" cap="flat" cmpd="sng" algn="ctr">
            <a:solidFill>
              <a:srgbClr val="FF0000"/>
            </a:solidFill>
            <a:prstDash val="sysDot"/>
            <a:round/>
            <a:headEnd type="none" w="med" len="med"/>
            <a:tailEnd type="triangle"/>
          </a:ln>
          <a:effectLst/>
        </p:spPr>
      </p:cxnSp>
      <p:cxnSp>
        <p:nvCxnSpPr>
          <p:cNvPr id="14" name="直線矢印コネクタ 13">
            <a:extLst>
              <a:ext uri="{FF2B5EF4-FFF2-40B4-BE49-F238E27FC236}">
                <a16:creationId xmlns:a16="http://schemas.microsoft.com/office/drawing/2014/main" id="{6F43FB83-11DB-6DE3-2104-DD255B54B173}"/>
              </a:ext>
            </a:extLst>
          </p:cNvPr>
          <p:cNvCxnSpPr>
            <a:cxnSpLocks/>
          </p:cNvCxnSpPr>
          <p:nvPr/>
        </p:nvCxnSpPr>
        <p:spPr bwMode="auto">
          <a:xfrm flipV="1">
            <a:off x="4276489" y="4799840"/>
            <a:ext cx="707177" cy="5400"/>
          </a:xfrm>
          <a:prstGeom prst="straightConnector1">
            <a:avLst/>
          </a:prstGeom>
          <a:solidFill>
            <a:schemeClr val="accent1"/>
          </a:solidFill>
          <a:ln w="38100" cap="flat" cmpd="sng" algn="ctr">
            <a:solidFill>
              <a:srgbClr val="FF0000"/>
            </a:solidFill>
            <a:prstDash val="sysDot"/>
            <a:round/>
            <a:headEnd type="none" w="med" len="med"/>
            <a:tailEnd type="triangle"/>
          </a:ln>
          <a:effectLst/>
        </p:spPr>
      </p:cxnSp>
      <p:sp>
        <p:nvSpPr>
          <p:cNvPr id="15" name="テキスト ボックス 14">
            <a:extLst>
              <a:ext uri="{FF2B5EF4-FFF2-40B4-BE49-F238E27FC236}">
                <a16:creationId xmlns:a16="http://schemas.microsoft.com/office/drawing/2014/main" id="{54C624CF-0BA8-528A-6995-26F8D410E1BC}"/>
              </a:ext>
            </a:extLst>
          </p:cNvPr>
          <p:cNvSpPr txBox="1"/>
          <p:nvPr/>
        </p:nvSpPr>
        <p:spPr>
          <a:xfrm>
            <a:off x="1797818" y="3437550"/>
            <a:ext cx="1245854" cy="90717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765" b="1"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サブネットの</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765" b="1"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受信セキュ</a:t>
            </a:r>
            <a:endParaRPr kumimoji="1" lang="en-US" altLang="ja-JP" sz="1765" b="1"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765" b="1"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リティ規則</a:t>
            </a:r>
          </a:p>
        </p:txBody>
      </p:sp>
      <p:sp>
        <p:nvSpPr>
          <p:cNvPr id="16" name="テキスト ボックス 15">
            <a:extLst>
              <a:ext uri="{FF2B5EF4-FFF2-40B4-BE49-F238E27FC236}">
                <a16:creationId xmlns:a16="http://schemas.microsoft.com/office/drawing/2014/main" id="{B72C4407-4567-7536-D7C6-926D4F7F787F}"/>
              </a:ext>
            </a:extLst>
          </p:cNvPr>
          <p:cNvSpPr txBox="1"/>
          <p:nvPr/>
        </p:nvSpPr>
        <p:spPr>
          <a:xfrm>
            <a:off x="3309156" y="3432235"/>
            <a:ext cx="1154483" cy="90717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765" b="1"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NIC </a:t>
            </a:r>
            <a:r>
              <a:rPr kumimoji="1" lang="ja-JP" altLang="en-US" sz="1765" b="1"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の</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765" b="1"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受信セキュ</a:t>
            </a:r>
            <a:endParaRPr kumimoji="1" lang="en-US" altLang="ja-JP" sz="1765" b="1"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765" b="1"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リティ規則</a:t>
            </a:r>
          </a:p>
        </p:txBody>
      </p:sp>
      <p:sp>
        <p:nvSpPr>
          <p:cNvPr id="17" name="テキスト ボックス 16">
            <a:extLst>
              <a:ext uri="{FF2B5EF4-FFF2-40B4-BE49-F238E27FC236}">
                <a16:creationId xmlns:a16="http://schemas.microsoft.com/office/drawing/2014/main" id="{9F851072-7CEB-2A89-943C-11092C49C6D9}"/>
              </a:ext>
            </a:extLst>
          </p:cNvPr>
          <p:cNvSpPr txBox="1"/>
          <p:nvPr/>
        </p:nvSpPr>
        <p:spPr>
          <a:xfrm>
            <a:off x="7702892" y="3413700"/>
            <a:ext cx="1154483" cy="90717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765" b="1"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NIC </a:t>
            </a:r>
            <a:r>
              <a:rPr kumimoji="1" lang="ja-JP" altLang="en-US" sz="1765" b="1"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の</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765" b="1"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送信セキュ</a:t>
            </a:r>
            <a:endParaRPr kumimoji="1" lang="en-US" altLang="ja-JP" sz="1765" b="1"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765" b="1"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リティ規則</a:t>
            </a:r>
          </a:p>
        </p:txBody>
      </p:sp>
      <p:sp>
        <p:nvSpPr>
          <p:cNvPr id="18" name="テキスト ボックス 17">
            <a:extLst>
              <a:ext uri="{FF2B5EF4-FFF2-40B4-BE49-F238E27FC236}">
                <a16:creationId xmlns:a16="http://schemas.microsoft.com/office/drawing/2014/main" id="{37B74AD2-7AD7-33EE-C4C5-319C0A23F99A}"/>
              </a:ext>
            </a:extLst>
          </p:cNvPr>
          <p:cNvSpPr txBox="1"/>
          <p:nvPr/>
        </p:nvSpPr>
        <p:spPr>
          <a:xfrm>
            <a:off x="9143577" y="3356459"/>
            <a:ext cx="1245854" cy="90717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765" b="1"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サブネットの</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765" b="1"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送信セキュ</a:t>
            </a:r>
            <a:endParaRPr kumimoji="1" lang="en-US" altLang="ja-JP" sz="1765" b="1"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765" b="1"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リティ規則</a:t>
            </a:r>
          </a:p>
        </p:txBody>
      </p:sp>
      <p:sp>
        <p:nvSpPr>
          <p:cNvPr id="19" name="テキスト ボックス 18">
            <a:extLst>
              <a:ext uri="{FF2B5EF4-FFF2-40B4-BE49-F238E27FC236}">
                <a16:creationId xmlns:a16="http://schemas.microsoft.com/office/drawing/2014/main" id="{27ED73C1-5EEA-3C96-77EF-69CA563D56BF}"/>
              </a:ext>
            </a:extLst>
          </p:cNvPr>
          <p:cNvSpPr txBox="1"/>
          <p:nvPr/>
        </p:nvSpPr>
        <p:spPr>
          <a:xfrm>
            <a:off x="2867147" y="4315794"/>
            <a:ext cx="636713" cy="363946"/>
          </a:xfrm>
          <a:prstGeom prst="rect">
            <a:avLst/>
          </a:prstGeom>
          <a:solidFill>
            <a:srgbClr val="FFC000">
              <a:alpha val="50196"/>
            </a:srgbClr>
          </a:solid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765" b="1"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許可</a:t>
            </a:r>
          </a:p>
        </p:txBody>
      </p:sp>
      <p:sp>
        <p:nvSpPr>
          <p:cNvPr id="20" name="テキスト ボックス 19">
            <a:extLst>
              <a:ext uri="{FF2B5EF4-FFF2-40B4-BE49-F238E27FC236}">
                <a16:creationId xmlns:a16="http://schemas.microsoft.com/office/drawing/2014/main" id="{A6559262-1C4F-E770-BA6D-E3C4E0862753}"/>
              </a:ext>
            </a:extLst>
          </p:cNvPr>
          <p:cNvSpPr txBox="1"/>
          <p:nvPr/>
        </p:nvSpPr>
        <p:spPr>
          <a:xfrm>
            <a:off x="4266748" y="4319874"/>
            <a:ext cx="636713" cy="363946"/>
          </a:xfrm>
          <a:prstGeom prst="rect">
            <a:avLst/>
          </a:prstGeom>
          <a:solidFill>
            <a:srgbClr val="FFC000">
              <a:alpha val="50196"/>
            </a:srgbClr>
          </a:solid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765" b="1"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許可</a:t>
            </a:r>
          </a:p>
        </p:txBody>
      </p:sp>
      <p:pic>
        <p:nvPicPr>
          <p:cNvPr id="21" name="図 20">
            <a:extLst>
              <a:ext uri="{FF2B5EF4-FFF2-40B4-BE49-F238E27FC236}">
                <a16:creationId xmlns:a16="http://schemas.microsoft.com/office/drawing/2014/main" id="{8A33663B-C6DB-F0BA-FCED-2F41C2AD3950}"/>
              </a:ext>
            </a:extLst>
          </p:cNvPr>
          <p:cNvPicPr>
            <a:picLocks noChangeAspect="1"/>
          </p:cNvPicPr>
          <p:nvPr/>
        </p:nvPicPr>
        <p:blipFill>
          <a:blip r:embed="rId6"/>
          <a:stretch>
            <a:fillRect/>
          </a:stretch>
        </p:blipFill>
        <p:spPr>
          <a:xfrm>
            <a:off x="4956141" y="5828657"/>
            <a:ext cx="789778" cy="789778"/>
          </a:xfrm>
          <a:prstGeom prst="rect">
            <a:avLst/>
          </a:prstGeom>
        </p:spPr>
      </p:pic>
      <p:sp>
        <p:nvSpPr>
          <p:cNvPr id="22" name="テキスト ボックス 21">
            <a:extLst>
              <a:ext uri="{FF2B5EF4-FFF2-40B4-BE49-F238E27FC236}">
                <a16:creationId xmlns:a16="http://schemas.microsoft.com/office/drawing/2014/main" id="{8E36D346-5B88-C07E-3F9D-92DA0125D0B2}"/>
              </a:ext>
            </a:extLst>
          </p:cNvPr>
          <p:cNvSpPr txBox="1"/>
          <p:nvPr/>
        </p:nvSpPr>
        <p:spPr>
          <a:xfrm>
            <a:off x="5041687" y="5352276"/>
            <a:ext cx="636713" cy="36394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765" b="1"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破棄</a:t>
            </a:r>
          </a:p>
        </p:txBody>
      </p:sp>
      <p:cxnSp>
        <p:nvCxnSpPr>
          <p:cNvPr id="23" name="コネクタ: カギ線 62">
            <a:extLst>
              <a:ext uri="{FF2B5EF4-FFF2-40B4-BE49-F238E27FC236}">
                <a16:creationId xmlns:a16="http://schemas.microsoft.com/office/drawing/2014/main" id="{0AB11C3B-525B-2F72-D0A6-0FADED4AFD70}"/>
              </a:ext>
            </a:extLst>
          </p:cNvPr>
          <p:cNvCxnSpPr>
            <a:cxnSpLocks/>
            <a:stCxn id="10" idx="2"/>
            <a:endCxn id="21" idx="1"/>
          </p:cNvCxnSpPr>
          <p:nvPr/>
        </p:nvCxnSpPr>
        <p:spPr bwMode="auto">
          <a:xfrm rot="16200000" flipH="1">
            <a:off x="3178258" y="4445662"/>
            <a:ext cx="1037063" cy="2518703"/>
          </a:xfrm>
          <a:prstGeom prst="bentConnector2">
            <a:avLst/>
          </a:prstGeom>
          <a:solidFill>
            <a:schemeClr val="accent1"/>
          </a:solidFill>
          <a:ln w="28575" cap="flat" cmpd="sng" algn="ctr">
            <a:solidFill>
              <a:srgbClr val="FF0000"/>
            </a:solidFill>
            <a:prstDash val="sysDot"/>
            <a:round/>
            <a:headEnd type="none" w="med" len="med"/>
            <a:tailEnd type="triangle"/>
          </a:ln>
          <a:effectLst/>
        </p:spPr>
      </p:cxnSp>
      <p:cxnSp>
        <p:nvCxnSpPr>
          <p:cNvPr id="24" name="直線コネクタ 23">
            <a:extLst>
              <a:ext uri="{FF2B5EF4-FFF2-40B4-BE49-F238E27FC236}">
                <a16:creationId xmlns:a16="http://schemas.microsoft.com/office/drawing/2014/main" id="{42A9722A-64A6-1BB5-612B-605E3FA34637}"/>
              </a:ext>
            </a:extLst>
          </p:cNvPr>
          <p:cNvCxnSpPr>
            <a:cxnSpLocks/>
            <a:stCxn id="8" idx="2"/>
          </p:cNvCxnSpPr>
          <p:nvPr/>
        </p:nvCxnSpPr>
        <p:spPr bwMode="auto">
          <a:xfrm>
            <a:off x="3886398" y="5182554"/>
            <a:ext cx="0" cy="1040992"/>
          </a:xfrm>
          <a:prstGeom prst="line">
            <a:avLst/>
          </a:prstGeom>
          <a:solidFill>
            <a:schemeClr val="accent1"/>
          </a:solidFill>
          <a:ln w="28575" cap="flat" cmpd="sng" algn="ctr">
            <a:solidFill>
              <a:srgbClr val="FF0000"/>
            </a:solidFill>
            <a:prstDash val="sysDot"/>
            <a:round/>
            <a:headEnd type="none" w="med" len="med"/>
            <a:tailEnd type="none" w="med" len="med"/>
          </a:ln>
          <a:effectLst/>
        </p:spPr>
      </p:cxnSp>
      <p:sp>
        <p:nvSpPr>
          <p:cNvPr id="25" name="テキスト ボックス 24">
            <a:extLst>
              <a:ext uri="{FF2B5EF4-FFF2-40B4-BE49-F238E27FC236}">
                <a16:creationId xmlns:a16="http://schemas.microsoft.com/office/drawing/2014/main" id="{DC290A72-E55E-1B63-B94B-3D60EF96F5C7}"/>
              </a:ext>
            </a:extLst>
          </p:cNvPr>
          <p:cNvSpPr txBox="1"/>
          <p:nvPr/>
        </p:nvSpPr>
        <p:spPr>
          <a:xfrm>
            <a:off x="2573233" y="5292978"/>
            <a:ext cx="636713" cy="363946"/>
          </a:xfrm>
          <a:prstGeom prst="rect">
            <a:avLst/>
          </a:prstGeom>
          <a:solidFill>
            <a:srgbClr val="FF0000"/>
          </a:solid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765" b="1"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拒否</a:t>
            </a:r>
          </a:p>
        </p:txBody>
      </p:sp>
      <p:sp>
        <p:nvSpPr>
          <p:cNvPr id="26" name="テキスト ボックス 25">
            <a:extLst>
              <a:ext uri="{FF2B5EF4-FFF2-40B4-BE49-F238E27FC236}">
                <a16:creationId xmlns:a16="http://schemas.microsoft.com/office/drawing/2014/main" id="{B4F6285B-8893-0BDA-21E3-8F011C814A65}"/>
              </a:ext>
            </a:extLst>
          </p:cNvPr>
          <p:cNvSpPr txBox="1"/>
          <p:nvPr/>
        </p:nvSpPr>
        <p:spPr>
          <a:xfrm>
            <a:off x="3971946" y="5285440"/>
            <a:ext cx="636713" cy="363946"/>
          </a:xfrm>
          <a:prstGeom prst="rect">
            <a:avLst/>
          </a:prstGeom>
          <a:solidFill>
            <a:srgbClr val="FF0000"/>
          </a:solid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765" b="1"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拒否</a:t>
            </a:r>
          </a:p>
        </p:txBody>
      </p:sp>
      <p:pic>
        <p:nvPicPr>
          <p:cNvPr id="27" name="図 26">
            <a:extLst>
              <a:ext uri="{FF2B5EF4-FFF2-40B4-BE49-F238E27FC236}">
                <a16:creationId xmlns:a16="http://schemas.microsoft.com/office/drawing/2014/main" id="{E89E7D0D-04ED-83B5-BCCA-76689695441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61647" y="4402375"/>
            <a:ext cx="811524" cy="811524"/>
          </a:xfrm>
          <a:prstGeom prst="rect">
            <a:avLst/>
          </a:prstGeom>
        </p:spPr>
      </p:pic>
      <p:pic>
        <p:nvPicPr>
          <p:cNvPr id="28" name="図 27">
            <a:extLst>
              <a:ext uri="{FF2B5EF4-FFF2-40B4-BE49-F238E27FC236}">
                <a16:creationId xmlns:a16="http://schemas.microsoft.com/office/drawing/2014/main" id="{5603F413-F8D6-772E-6D67-9C7549A920AE}"/>
              </a:ext>
            </a:extLst>
          </p:cNvPr>
          <p:cNvPicPr>
            <a:picLocks noChangeAspect="1"/>
          </p:cNvPicPr>
          <p:nvPr/>
        </p:nvPicPr>
        <p:blipFill>
          <a:blip r:embed="rId5"/>
          <a:stretch>
            <a:fillRect/>
          </a:stretch>
        </p:blipFill>
        <p:spPr>
          <a:xfrm>
            <a:off x="10894960" y="4350518"/>
            <a:ext cx="999603" cy="999603"/>
          </a:xfrm>
          <a:prstGeom prst="rect">
            <a:avLst/>
          </a:prstGeom>
        </p:spPr>
      </p:pic>
      <p:pic>
        <p:nvPicPr>
          <p:cNvPr id="29" name="図 28">
            <a:extLst>
              <a:ext uri="{FF2B5EF4-FFF2-40B4-BE49-F238E27FC236}">
                <a16:creationId xmlns:a16="http://schemas.microsoft.com/office/drawing/2014/main" id="{56CE5A11-CD9C-FA72-6AA4-1E9354B5A3E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339003" y="4346587"/>
            <a:ext cx="780180" cy="780180"/>
          </a:xfrm>
          <a:prstGeom prst="rect">
            <a:avLst/>
          </a:prstGeom>
        </p:spPr>
      </p:pic>
      <p:pic>
        <p:nvPicPr>
          <p:cNvPr id="30" name="図 29">
            <a:extLst>
              <a:ext uri="{FF2B5EF4-FFF2-40B4-BE49-F238E27FC236}">
                <a16:creationId xmlns:a16="http://schemas.microsoft.com/office/drawing/2014/main" id="{13CBA601-E06B-AD6F-69F6-DFF14AB2EA6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890044" y="4350517"/>
            <a:ext cx="780180" cy="780180"/>
          </a:xfrm>
          <a:prstGeom prst="rect">
            <a:avLst/>
          </a:prstGeom>
        </p:spPr>
      </p:pic>
      <p:cxnSp>
        <p:nvCxnSpPr>
          <p:cNvPr id="31" name="直線矢印コネクタ 30">
            <a:extLst>
              <a:ext uri="{FF2B5EF4-FFF2-40B4-BE49-F238E27FC236}">
                <a16:creationId xmlns:a16="http://schemas.microsoft.com/office/drawing/2014/main" id="{618646EA-ED58-FF33-A060-60698961C866}"/>
              </a:ext>
            </a:extLst>
          </p:cNvPr>
          <p:cNvCxnSpPr>
            <a:cxnSpLocks/>
          </p:cNvCxnSpPr>
          <p:nvPr/>
        </p:nvCxnSpPr>
        <p:spPr bwMode="auto">
          <a:xfrm>
            <a:off x="7221265" y="4749453"/>
            <a:ext cx="668781" cy="0"/>
          </a:xfrm>
          <a:prstGeom prst="straightConnector1">
            <a:avLst/>
          </a:prstGeom>
          <a:solidFill>
            <a:schemeClr val="accent1"/>
          </a:solidFill>
          <a:ln w="38100" cap="flat" cmpd="sng" algn="ctr">
            <a:solidFill>
              <a:srgbClr val="FF0000"/>
            </a:solidFill>
            <a:prstDash val="sysDot"/>
            <a:round/>
            <a:headEnd type="none" w="med" len="med"/>
            <a:tailEnd type="triangle"/>
          </a:ln>
          <a:effectLst/>
        </p:spPr>
      </p:cxnSp>
      <p:cxnSp>
        <p:nvCxnSpPr>
          <p:cNvPr id="32" name="直線矢印コネクタ 31">
            <a:extLst>
              <a:ext uri="{FF2B5EF4-FFF2-40B4-BE49-F238E27FC236}">
                <a16:creationId xmlns:a16="http://schemas.microsoft.com/office/drawing/2014/main" id="{4951CB64-9D95-8585-71A9-33DBE24A3E0F}"/>
              </a:ext>
            </a:extLst>
          </p:cNvPr>
          <p:cNvCxnSpPr>
            <a:cxnSpLocks/>
            <a:stCxn id="30" idx="3"/>
            <a:endCxn id="29" idx="1"/>
          </p:cNvCxnSpPr>
          <p:nvPr/>
        </p:nvCxnSpPr>
        <p:spPr bwMode="auto">
          <a:xfrm flipV="1">
            <a:off x="8670224" y="4736677"/>
            <a:ext cx="668779" cy="3930"/>
          </a:xfrm>
          <a:prstGeom prst="straightConnector1">
            <a:avLst/>
          </a:prstGeom>
          <a:solidFill>
            <a:schemeClr val="accent1"/>
          </a:solidFill>
          <a:ln w="38100" cap="flat" cmpd="sng" algn="ctr">
            <a:solidFill>
              <a:srgbClr val="FF0000"/>
            </a:solidFill>
            <a:prstDash val="sysDot"/>
            <a:round/>
            <a:headEnd type="none" w="med" len="med"/>
            <a:tailEnd type="triangle"/>
          </a:ln>
          <a:effectLst/>
        </p:spPr>
      </p:cxnSp>
      <p:cxnSp>
        <p:nvCxnSpPr>
          <p:cNvPr id="33" name="直線矢印コネクタ 32">
            <a:extLst>
              <a:ext uri="{FF2B5EF4-FFF2-40B4-BE49-F238E27FC236}">
                <a16:creationId xmlns:a16="http://schemas.microsoft.com/office/drawing/2014/main" id="{CCCB3239-E07B-EB9C-9061-3A8BB488772E}"/>
              </a:ext>
            </a:extLst>
          </p:cNvPr>
          <p:cNvCxnSpPr>
            <a:cxnSpLocks/>
          </p:cNvCxnSpPr>
          <p:nvPr/>
        </p:nvCxnSpPr>
        <p:spPr bwMode="auto">
          <a:xfrm flipV="1">
            <a:off x="10119184" y="4744053"/>
            <a:ext cx="707177" cy="5400"/>
          </a:xfrm>
          <a:prstGeom prst="straightConnector1">
            <a:avLst/>
          </a:prstGeom>
          <a:solidFill>
            <a:schemeClr val="accent1"/>
          </a:solidFill>
          <a:ln w="38100" cap="flat" cmpd="sng" algn="ctr">
            <a:solidFill>
              <a:srgbClr val="FF0000"/>
            </a:solidFill>
            <a:prstDash val="sysDot"/>
            <a:round/>
            <a:headEnd type="none" w="med" len="med"/>
            <a:tailEnd type="triangle"/>
          </a:ln>
          <a:effectLst/>
        </p:spPr>
      </p:cxnSp>
      <p:sp>
        <p:nvSpPr>
          <p:cNvPr id="34" name="テキスト ボックス 33">
            <a:extLst>
              <a:ext uri="{FF2B5EF4-FFF2-40B4-BE49-F238E27FC236}">
                <a16:creationId xmlns:a16="http://schemas.microsoft.com/office/drawing/2014/main" id="{AD0FB956-BE0B-76C0-CEAA-33F70DEB3EE9}"/>
              </a:ext>
            </a:extLst>
          </p:cNvPr>
          <p:cNvSpPr txBox="1"/>
          <p:nvPr/>
        </p:nvSpPr>
        <p:spPr>
          <a:xfrm>
            <a:off x="8709842" y="4260008"/>
            <a:ext cx="636713" cy="363946"/>
          </a:xfrm>
          <a:prstGeom prst="rect">
            <a:avLst/>
          </a:prstGeom>
          <a:solidFill>
            <a:srgbClr val="FFC000">
              <a:alpha val="50196"/>
            </a:srgbClr>
          </a:solid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765" b="1"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許可</a:t>
            </a:r>
          </a:p>
        </p:txBody>
      </p:sp>
      <p:sp>
        <p:nvSpPr>
          <p:cNvPr id="35" name="テキスト ボックス 34">
            <a:extLst>
              <a:ext uri="{FF2B5EF4-FFF2-40B4-BE49-F238E27FC236}">
                <a16:creationId xmlns:a16="http://schemas.microsoft.com/office/drawing/2014/main" id="{42F37608-D705-0CCC-34B8-1B286F51BCC0}"/>
              </a:ext>
            </a:extLst>
          </p:cNvPr>
          <p:cNvSpPr txBox="1"/>
          <p:nvPr/>
        </p:nvSpPr>
        <p:spPr>
          <a:xfrm>
            <a:off x="10109443" y="4264089"/>
            <a:ext cx="636713" cy="363946"/>
          </a:xfrm>
          <a:prstGeom prst="rect">
            <a:avLst/>
          </a:prstGeom>
          <a:solidFill>
            <a:srgbClr val="FFC000">
              <a:alpha val="50196"/>
            </a:srgbClr>
          </a:solid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765" b="1"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許可</a:t>
            </a:r>
          </a:p>
        </p:txBody>
      </p:sp>
      <p:pic>
        <p:nvPicPr>
          <p:cNvPr id="36" name="図 35">
            <a:extLst>
              <a:ext uri="{FF2B5EF4-FFF2-40B4-BE49-F238E27FC236}">
                <a16:creationId xmlns:a16="http://schemas.microsoft.com/office/drawing/2014/main" id="{027FACD4-15BE-A62A-1CAE-71138068E5EE}"/>
              </a:ext>
            </a:extLst>
          </p:cNvPr>
          <p:cNvPicPr>
            <a:picLocks noChangeAspect="1"/>
          </p:cNvPicPr>
          <p:nvPr/>
        </p:nvPicPr>
        <p:blipFill>
          <a:blip r:embed="rId6"/>
          <a:stretch>
            <a:fillRect/>
          </a:stretch>
        </p:blipFill>
        <p:spPr>
          <a:xfrm>
            <a:off x="10806560" y="5864770"/>
            <a:ext cx="789778" cy="789778"/>
          </a:xfrm>
          <a:prstGeom prst="rect">
            <a:avLst/>
          </a:prstGeom>
        </p:spPr>
      </p:pic>
      <p:sp>
        <p:nvSpPr>
          <p:cNvPr id="37" name="テキスト ボックス 36">
            <a:extLst>
              <a:ext uri="{FF2B5EF4-FFF2-40B4-BE49-F238E27FC236}">
                <a16:creationId xmlns:a16="http://schemas.microsoft.com/office/drawing/2014/main" id="{BA591510-216C-019F-25DF-3F4FC8C37593}"/>
              </a:ext>
            </a:extLst>
          </p:cNvPr>
          <p:cNvSpPr txBox="1"/>
          <p:nvPr/>
        </p:nvSpPr>
        <p:spPr>
          <a:xfrm>
            <a:off x="10892106" y="5388390"/>
            <a:ext cx="636713" cy="36394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765" b="1"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破棄</a:t>
            </a:r>
          </a:p>
        </p:txBody>
      </p:sp>
      <p:cxnSp>
        <p:nvCxnSpPr>
          <p:cNvPr id="38" name="コネクタ: カギ線 11278">
            <a:extLst>
              <a:ext uri="{FF2B5EF4-FFF2-40B4-BE49-F238E27FC236}">
                <a16:creationId xmlns:a16="http://schemas.microsoft.com/office/drawing/2014/main" id="{5281AC45-DC8C-C730-8854-BAEA2C3273DF}"/>
              </a:ext>
            </a:extLst>
          </p:cNvPr>
          <p:cNvCxnSpPr>
            <a:cxnSpLocks/>
            <a:endCxn id="36" idx="1"/>
          </p:cNvCxnSpPr>
          <p:nvPr/>
        </p:nvCxnSpPr>
        <p:spPr bwMode="auto">
          <a:xfrm>
            <a:off x="8287856" y="5222596"/>
            <a:ext cx="2518704" cy="1037063"/>
          </a:xfrm>
          <a:prstGeom prst="bentConnector3">
            <a:avLst>
              <a:gd name="adj1" fmla="val 50000"/>
            </a:avLst>
          </a:prstGeom>
          <a:solidFill>
            <a:schemeClr val="accent1"/>
          </a:solidFill>
          <a:ln w="28575" cap="flat" cmpd="sng" algn="ctr">
            <a:solidFill>
              <a:srgbClr val="FF0000"/>
            </a:solidFill>
            <a:prstDash val="sysDot"/>
            <a:round/>
            <a:headEnd type="none" w="med" len="med"/>
            <a:tailEnd type="triangle"/>
          </a:ln>
          <a:effectLst/>
        </p:spPr>
      </p:cxnSp>
      <p:cxnSp>
        <p:nvCxnSpPr>
          <p:cNvPr id="39" name="直線コネクタ 38">
            <a:extLst>
              <a:ext uri="{FF2B5EF4-FFF2-40B4-BE49-F238E27FC236}">
                <a16:creationId xmlns:a16="http://schemas.microsoft.com/office/drawing/2014/main" id="{41B5DD40-E1CC-D177-65FA-3E7CDADA5CA9}"/>
              </a:ext>
            </a:extLst>
          </p:cNvPr>
          <p:cNvCxnSpPr>
            <a:cxnSpLocks/>
          </p:cNvCxnSpPr>
          <p:nvPr/>
        </p:nvCxnSpPr>
        <p:spPr bwMode="auto">
          <a:xfrm>
            <a:off x="9736817" y="5218667"/>
            <a:ext cx="0" cy="1040992"/>
          </a:xfrm>
          <a:prstGeom prst="line">
            <a:avLst/>
          </a:prstGeom>
          <a:solidFill>
            <a:schemeClr val="accent1"/>
          </a:solidFill>
          <a:ln w="28575" cap="flat" cmpd="sng" algn="ctr">
            <a:solidFill>
              <a:srgbClr val="FF0000"/>
            </a:solidFill>
            <a:prstDash val="sysDot"/>
            <a:round/>
            <a:headEnd type="none" w="med" len="med"/>
            <a:tailEnd type="none" w="med" len="med"/>
          </a:ln>
          <a:effectLst/>
        </p:spPr>
      </p:cxnSp>
      <p:sp>
        <p:nvSpPr>
          <p:cNvPr id="40" name="テキスト ボックス 39">
            <a:extLst>
              <a:ext uri="{FF2B5EF4-FFF2-40B4-BE49-F238E27FC236}">
                <a16:creationId xmlns:a16="http://schemas.microsoft.com/office/drawing/2014/main" id="{C785F85F-9C05-1D08-E166-CB880CB888D7}"/>
              </a:ext>
            </a:extLst>
          </p:cNvPr>
          <p:cNvSpPr txBox="1"/>
          <p:nvPr/>
        </p:nvSpPr>
        <p:spPr>
          <a:xfrm>
            <a:off x="8423652" y="5329092"/>
            <a:ext cx="636713" cy="363946"/>
          </a:xfrm>
          <a:prstGeom prst="rect">
            <a:avLst/>
          </a:prstGeom>
          <a:solidFill>
            <a:srgbClr val="FF0000"/>
          </a:solid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765" b="1"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拒否</a:t>
            </a:r>
          </a:p>
        </p:txBody>
      </p:sp>
      <p:sp>
        <p:nvSpPr>
          <p:cNvPr id="41" name="テキスト ボックス 40">
            <a:extLst>
              <a:ext uri="{FF2B5EF4-FFF2-40B4-BE49-F238E27FC236}">
                <a16:creationId xmlns:a16="http://schemas.microsoft.com/office/drawing/2014/main" id="{1AD10730-DC3F-508F-12EB-4F97C0540871}"/>
              </a:ext>
            </a:extLst>
          </p:cNvPr>
          <p:cNvSpPr txBox="1"/>
          <p:nvPr/>
        </p:nvSpPr>
        <p:spPr>
          <a:xfrm>
            <a:off x="9822365" y="5321554"/>
            <a:ext cx="636713" cy="363946"/>
          </a:xfrm>
          <a:prstGeom prst="rect">
            <a:avLst/>
          </a:prstGeom>
          <a:solidFill>
            <a:srgbClr val="FF0000"/>
          </a:solid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765" b="1"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rPr>
              <a:t>拒否</a:t>
            </a:r>
          </a:p>
        </p:txBody>
      </p:sp>
      <p:sp>
        <p:nvSpPr>
          <p:cNvPr id="42" name="四角形吹き出し 49">
            <a:extLst>
              <a:ext uri="{FF2B5EF4-FFF2-40B4-BE49-F238E27FC236}">
                <a16:creationId xmlns:a16="http://schemas.microsoft.com/office/drawing/2014/main" id="{89EFFE06-9D77-BAB3-CCD2-5F6E19F48DD4}"/>
              </a:ext>
            </a:extLst>
          </p:cNvPr>
          <p:cNvSpPr/>
          <p:nvPr/>
        </p:nvSpPr>
        <p:spPr>
          <a:xfrm>
            <a:off x="6361647" y="5828657"/>
            <a:ext cx="2585392" cy="1153630"/>
          </a:xfrm>
          <a:prstGeom prst="wedgeRectCallout">
            <a:avLst>
              <a:gd name="adj1" fmla="val -64533"/>
              <a:gd name="adj2" fmla="val -64076"/>
            </a:avLst>
          </a:prstGeom>
          <a:solidFill>
            <a:srgbClr val="B1D6F2"/>
          </a:solidFill>
        </p:spPr>
        <p:txBody>
          <a:bodyPr wrap="square" rtlCol="0" anchor="ctr">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altLang="ja-JP">
                <a:solidFill>
                  <a:schemeClr val="tx1">
                    <a:lumMod val="75000"/>
                    <a:lumOff val="25000"/>
                  </a:schemeClr>
                </a:solidFill>
                <a:latin typeface="Yu Gothic UI" panose="020B0500000000000000" pitchFamily="34" charset="-128"/>
                <a:ea typeface="Yu Gothic UI" panose="020B0500000000000000" pitchFamily="34" charset="-128"/>
              </a:rPr>
              <a:t>NSG</a:t>
            </a:r>
            <a:r>
              <a:rPr lang="ja-JP" altLang="en-US">
                <a:solidFill>
                  <a:schemeClr val="tx1">
                    <a:lumMod val="75000"/>
                    <a:lumOff val="25000"/>
                  </a:schemeClr>
                </a:solidFill>
                <a:latin typeface="Yu Gothic UI" panose="020B0500000000000000" pitchFamily="34" charset="-128"/>
                <a:ea typeface="Yu Gothic UI" panose="020B0500000000000000" pitchFamily="34" charset="-128"/>
              </a:rPr>
              <a:t>が全く設定されていない場合は全トラフィックが許可される</a:t>
            </a:r>
            <a:endParaRPr kumimoji="1" lang="ja-JP" altLang="en-US" sz="18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12626014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E5DFF-9F30-BF29-03ED-A23B96EF8C07}"/>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CFB43568-543C-91F7-E3B4-7F14A0ED10FB}"/>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000" b="1" dirty="0">
                <a:solidFill>
                  <a:srgbClr val="1F2937"/>
                </a:solidFill>
                <a:latin typeface="Yu Gothic"/>
                <a:ea typeface="Yu Gothic"/>
                <a:cs typeface="Yu Gothic"/>
              </a:rPr>
              <a:t>Azure Firewall</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750FA73D-47E2-418A-6EF5-67C43C67EC3E}"/>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7</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54C1BC81-5EA1-0C1F-712C-D539A1AE975A}"/>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テキスト プレースホルダー 15">
            <a:extLst>
              <a:ext uri="{FF2B5EF4-FFF2-40B4-BE49-F238E27FC236}">
                <a16:creationId xmlns:a16="http://schemas.microsoft.com/office/drawing/2014/main" id="{01D0BE1A-3370-BE6D-DF60-7BF0769BF4A9}"/>
              </a:ext>
            </a:extLst>
          </p:cNvPr>
          <p:cNvSpPr txBox="1">
            <a:spLocks/>
          </p:cNvSpPr>
          <p:nvPr/>
        </p:nvSpPr>
        <p:spPr>
          <a:xfrm>
            <a:off x="584200" y="1435100"/>
            <a:ext cx="10704286" cy="141577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r>
              <a:rPr lang="en-US" altLang="ja-JP" sz="2000">
                <a:solidFill>
                  <a:schemeClr val="bg1"/>
                </a:solidFill>
                <a:latin typeface="Yu Gothic UI" panose="020B0500000000000000" pitchFamily="34" charset="-128"/>
                <a:ea typeface="Yu Gothic UI" panose="020B0500000000000000" pitchFamily="34" charset="-128"/>
              </a:rPr>
              <a:t>L4</a:t>
            </a:r>
            <a:r>
              <a:rPr lang="ja-JP" altLang="en-US" sz="2000">
                <a:solidFill>
                  <a:schemeClr val="bg1"/>
                </a:solidFill>
                <a:latin typeface="Yu Gothic UI" panose="020B0500000000000000" pitchFamily="34" charset="-128"/>
                <a:ea typeface="Yu Gothic UI" panose="020B0500000000000000" pitchFamily="34" charset="-128"/>
              </a:rPr>
              <a:t>のファイアウォールサービス</a:t>
            </a:r>
            <a:r>
              <a:rPr lang="en-US" altLang="ja-JP" sz="2000">
                <a:solidFill>
                  <a:schemeClr val="bg1"/>
                </a:solidFill>
                <a:latin typeface="Yu Gothic UI" panose="020B0500000000000000" pitchFamily="34" charset="-128"/>
                <a:ea typeface="Yu Gothic UI" panose="020B0500000000000000" pitchFamily="34" charset="-128"/>
              </a:rPr>
              <a:t> + </a:t>
            </a:r>
            <a:r>
              <a:rPr lang="ja-JP" altLang="en-US" sz="2000">
                <a:solidFill>
                  <a:schemeClr val="bg1"/>
                </a:solidFill>
                <a:latin typeface="Yu Gothic UI" panose="020B0500000000000000" pitchFamily="34" charset="-128"/>
                <a:ea typeface="Yu Gothic UI" panose="020B0500000000000000" pitchFamily="34" charset="-128"/>
              </a:rPr>
              <a:t>一部アプリケーションプロトコルに特化した通信制御機能</a:t>
            </a:r>
            <a:endParaRPr lang="en-US" altLang="ja-JP" sz="2000">
              <a:solidFill>
                <a:schemeClr val="bg1"/>
              </a:solidFill>
              <a:latin typeface="Yu Gothic UI" panose="020B0500000000000000" pitchFamily="34" charset="-128"/>
              <a:ea typeface="Yu Gothic UI" panose="020B0500000000000000" pitchFamily="34" charset="-128"/>
            </a:endParaRPr>
          </a:p>
          <a:p>
            <a:r>
              <a:rPr lang="ja-JP" altLang="en-US" sz="2000">
                <a:solidFill>
                  <a:schemeClr val="bg1"/>
                </a:solidFill>
                <a:latin typeface="Yu Gothic UI" panose="020B0500000000000000" pitchFamily="34" charset="-128"/>
                <a:ea typeface="Yu Gothic UI" panose="020B0500000000000000" pitchFamily="34" charset="-128"/>
              </a:rPr>
              <a:t>通信経路を</a:t>
            </a:r>
            <a:r>
              <a:rPr lang="en-US" altLang="ja-JP" sz="2000">
                <a:solidFill>
                  <a:schemeClr val="bg1"/>
                </a:solidFill>
                <a:latin typeface="Yu Gothic UI" panose="020B0500000000000000" pitchFamily="34" charset="-128"/>
                <a:ea typeface="Yu Gothic UI" panose="020B0500000000000000" pitchFamily="34" charset="-128"/>
              </a:rPr>
              <a:t>Azure Firewall</a:t>
            </a:r>
            <a:r>
              <a:rPr lang="ja-JP" altLang="en-US" sz="2000">
                <a:solidFill>
                  <a:schemeClr val="bg1"/>
                </a:solidFill>
                <a:latin typeface="Yu Gothic UI" panose="020B0500000000000000" pitchFamily="34" charset="-128"/>
                <a:ea typeface="Yu Gothic UI" panose="020B0500000000000000" pitchFamily="34" charset="-128"/>
              </a:rPr>
              <a:t>経由と設計することで</a:t>
            </a:r>
            <a:r>
              <a:rPr lang="en-US" altLang="ja-JP" sz="2000" err="1">
                <a:solidFill>
                  <a:schemeClr val="bg1"/>
                </a:solidFill>
                <a:latin typeface="Yu Gothic UI" panose="020B0500000000000000" pitchFamily="34" charset="-128"/>
                <a:ea typeface="Yu Gothic UI" panose="020B0500000000000000" pitchFamily="34" charset="-128"/>
              </a:rPr>
              <a:t>VNet</a:t>
            </a:r>
            <a:r>
              <a:rPr lang="en-US" altLang="ja-JP" sz="2000">
                <a:solidFill>
                  <a:schemeClr val="bg1"/>
                </a:solidFill>
                <a:latin typeface="Yu Gothic UI" panose="020B0500000000000000" pitchFamily="34" charset="-128"/>
                <a:ea typeface="Yu Gothic UI" panose="020B0500000000000000" pitchFamily="34" charset="-128"/>
              </a:rPr>
              <a:t> </a:t>
            </a:r>
            <a:r>
              <a:rPr lang="ja-JP" altLang="en-US" sz="2000">
                <a:solidFill>
                  <a:schemeClr val="bg1"/>
                </a:solidFill>
                <a:latin typeface="Yu Gothic UI" panose="020B0500000000000000" pitchFamily="34" charset="-128"/>
                <a:ea typeface="Yu Gothic UI" panose="020B0500000000000000" pitchFamily="34" charset="-128"/>
              </a:rPr>
              <a:t>をまたいだ通信の集中管理が可能</a:t>
            </a:r>
            <a:endParaRPr lang="en-US" altLang="ja-JP" sz="2000">
              <a:solidFill>
                <a:schemeClr val="bg1"/>
              </a:solidFill>
              <a:latin typeface="Yu Gothic UI" panose="020B0500000000000000" pitchFamily="34" charset="-128"/>
              <a:ea typeface="Yu Gothic UI" panose="020B0500000000000000" pitchFamily="34" charset="-128"/>
            </a:endParaRPr>
          </a:p>
          <a:p>
            <a:r>
              <a:rPr lang="en-US" altLang="ja-JP" sz="2000">
                <a:solidFill>
                  <a:schemeClr val="bg1"/>
                </a:solidFill>
                <a:latin typeface="Yu Gothic UI" panose="020B0500000000000000" pitchFamily="34" charset="-128"/>
                <a:ea typeface="Yu Gothic UI" panose="020B0500000000000000" pitchFamily="34" charset="-128"/>
              </a:rPr>
              <a:t>DNS Proxy </a:t>
            </a:r>
            <a:r>
              <a:rPr lang="ja-JP" altLang="en-US" sz="2000">
                <a:solidFill>
                  <a:schemeClr val="bg1"/>
                </a:solidFill>
                <a:latin typeface="Yu Gothic UI" panose="020B0500000000000000" pitchFamily="34" charset="-128"/>
                <a:ea typeface="Yu Gothic UI" panose="020B0500000000000000" pitchFamily="34" charset="-128"/>
              </a:rPr>
              <a:t>としても動作</a:t>
            </a:r>
            <a:endParaRPr lang="en-US" altLang="ja-JP" sz="2000">
              <a:solidFill>
                <a:schemeClr val="bg1"/>
              </a:solidFill>
              <a:latin typeface="Yu Gothic UI" panose="020B0500000000000000" pitchFamily="34" charset="-128"/>
              <a:ea typeface="Yu Gothic UI" panose="020B0500000000000000" pitchFamily="34" charset="-128"/>
            </a:endParaRPr>
          </a:p>
          <a:p>
            <a:r>
              <a:rPr lang="en-US" altLang="ja-JP" sz="2000">
                <a:solidFill>
                  <a:schemeClr val="bg1"/>
                </a:solidFill>
                <a:latin typeface="Yu Gothic UI" panose="020B0500000000000000" pitchFamily="34" charset="-128"/>
                <a:ea typeface="Yu Gothic UI" panose="020B0500000000000000" pitchFamily="34" charset="-128"/>
              </a:rPr>
              <a:t>Premium </a:t>
            </a:r>
            <a:r>
              <a:rPr lang="ja-JP" altLang="en-US" sz="2000">
                <a:solidFill>
                  <a:schemeClr val="bg1"/>
                </a:solidFill>
                <a:latin typeface="Yu Gothic UI" panose="020B0500000000000000" pitchFamily="34" charset="-128"/>
                <a:ea typeface="Yu Gothic UI" panose="020B0500000000000000" pitchFamily="34" charset="-128"/>
              </a:rPr>
              <a:t>は </a:t>
            </a:r>
            <a:r>
              <a:rPr lang="en-US" altLang="ja-JP" sz="2000">
                <a:solidFill>
                  <a:schemeClr val="bg1"/>
                </a:solidFill>
                <a:latin typeface="Yu Gothic UI" panose="020B0500000000000000" pitchFamily="34" charset="-128"/>
                <a:ea typeface="Yu Gothic UI" panose="020B0500000000000000" pitchFamily="34" charset="-128"/>
              </a:rPr>
              <a:t>IDPS </a:t>
            </a:r>
            <a:r>
              <a:rPr lang="ja-JP" altLang="en-US" sz="2000">
                <a:solidFill>
                  <a:schemeClr val="bg1"/>
                </a:solidFill>
                <a:latin typeface="Yu Gothic UI" panose="020B0500000000000000" pitchFamily="34" charset="-128"/>
                <a:ea typeface="Yu Gothic UI" panose="020B0500000000000000" pitchFamily="34" charset="-128"/>
              </a:rPr>
              <a:t>や </a:t>
            </a:r>
            <a:r>
              <a:rPr lang="en-US" altLang="ja-JP" sz="2000">
                <a:solidFill>
                  <a:schemeClr val="bg1"/>
                </a:solidFill>
                <a:latin typeface="Yu Gothic UI" panose="020B0500000000000000" pitchFamily="34" charset="-128"/>
                <a:ea typeface="Yu Gothic UI" panose="020B0500000000000000" pitchFamily="34" charset="-128"/>
              </a:rPr>
              <a:t>TLS </a:t>
            </a:r>
            <a:r>
              <a:rPr lang="ja-JP" altLang="en-US" sz="2000">
                <a:solidFill>
                  <a:schemeClr val="bg1"/>
                </a:solidFill>
                <a:latin typeface="Yu Gothic UI" panose="020B0500000000000000" pitchFamily="34" charset="-128"/>
                <a:ea typeface="Yu Gothic UI" panose="020B0500000000000000" pitchFamily="34" charset="-128"/>
              </a:rPr>
              <a:t>インスペクション機能を利用可能</a:t>
            </a:r>
          </a:p>
        </p:txBody>
      </p:sp>
      <p:pic>
        <p:nvPicPr>
          <p:cNvPr id="5" name="Picture 4" descr="ファイアウォールの概要">
            <a:extLst>
              <a:ext uri="{FF2B5EF4-FFF2-40B4-BE49-F238E27FC236}">
                <a16:creationId xmlns:a16="http://schemas.microsoft.com/office/drawing/2014/main" id="{2F27C54E-B90A-BEEE-84B0-28E070CF75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0857" y="3014173"/>
            <a:ext cx="5082978" cy="3309626"/>
          </a:xfrm>
          <a:prstGeom prst="rect">
            <a:avLst/>
          </a:prstGeom>
          <a:noFill/>
          <a:extLst>
            <a:ext uri="{909E8E84-426E-40DD-AFC4-6F175D3DCCD1}">
              <a14:hiddenFill xmlns:a14="http://schemas.microsoft.com/office/drawing/2010/main">
                <a:solidFill>
                  <a:srgbClr val="FFFFFF"/>
                </a:solidFill>
              </a14:hiddenFill>
            </a:ext>
          </a:extLst>
        </p:spPr>
      </p:pic>
      <p:sp>
        <p:nvSpPr>
          <p:cNvPr id="6" name="テキスト ボックス 5">
            <a:extLst>
              <a:ext uri="{FF2B5EF4-FFF2-40B4-BE49-F238E27FC236}">
                <a16:creationId xmlns:a16="http://schemas.microsoft.com/office/drawing/2014/main" id="{746E51C6-ECD0-1CC2-62BD-F08B59EEB9CB}"/>
              </a:ext>
            </a:extLst>
          </p:cNvPr>
          <p:cNvSpPr txBox="1"/>
          <p:nvPr/>
        </p:nvSpPr>
        <p:spPr>
          <a:xfrm>
            <a:off x="6858000" y="4193783"/>
            <a:ext cx="5099956" cy="338554"/>
          </a:xfrm>
          <a:prstGeom prst="rect">
            <a:avLst/>
          </a:prstGeom>
          <a:noFill/>
        </p:spPr>
        <p:txBody>
          <a:bodyPr wrap="square">
            <a:spAutoFit/>
          </a:bodyPr>
          <a:lstStyle/>
          <a:p>
            <a:r>
              <a:rPr lang="en-US" sz="1600">
                <a:solidFill>
                  <a:schemeClr val="bg1"/>
                </a:solidFill>
                <a:latin typeface="Yu Gothic UI" panose="020B0500000000000000" pitchFamily="34" charset="-128"/>
                <a:ea typeface="Yu Gothic UI" panose="020B0500000000000000" pitchFamily="34" charset="-128"/>
                <a:hlinkClick r:id="rId4">
                  <a:extLst>
                    <a:ext uri="{A12FA001-AC4F-418D-AE19-62706E023703}">
                      <ahyp:hlinkClr xmlns:ahyp="http://schemas.microsoft.com/office/drawing/2018/hyperlinkcolor" val="tx"/>
                    </a:ext>
                  </a:extLst>
                </a:hlinkClick>
              </a:rPr>
              <a:t>Azure Firewall Standard </a:t>
            </a:r>
            <a:r>
              <a:rPr lang="ja-JP" altLang="en-US" sz="1600">
                <a:solidFill>
                  <a:schemeClr val="bg1"/>
                </a:solidFill>
                <a:latin typeface="Yu Gothic UI" panose="020B0500000000000000" pitchFamily="34" charset="-128"/>
                <a:ea typeface="Yu Gothic UI" panose="020B0500000000000000" pitchFamily="34" charset="-128"/>
                <a:hlinkClick r:id="rId4">
                  <a:extLst>
                    <a:ext uri="{A12FA001-AC4F-418D-AE19-62706E023703}">
                      <ahyp:hlinkClr xmlns:ahyp="http://schemas.microsoft.com/office/drawing/2018/hyperlinkcolor" val="tx"/>
                    </a:ext>
                  </a:extLst>
                </a:hlinkClick>
              </a:rPr>
              <a:t>の機能 </a:t>
            </a:r>
            <a:r>
              <a:rPr lang="en-US" altLang="ja-JP" sz="1600">
                <a:solidFill>
                  <a:schemeClr val="bg1"/>
                </a:solidFill>
                <a:latin typeface="Yu Gothic UI" panose="020B0500000000000000" pitchFamily="34" charset="-128"/>
                <a:ea typeface="Yu Gothic UI" panose="020B0500000000000000" pitchFamily="34" charset="-128"/>
                <a:hlinkClick r:id="rId4">
                  <a:extLst>
                    <a:ext uri="{A12FA001-AC4F-418D-AE19-62706E023703}">
                      <ahyp:hlinkClr xmlns:ahyp="http://schemas.microsoft.com/office/drawing/2018/hyperlinkcolor" val="tx"/>
                    </a:ext>
                  </a:extLst>
                </a:hlinkClick>
              </a:rPr>
              <a:t>| </a:t>
            </a:r>
            <a:r>
              <a:rPr lang="en-US" sz="1600">
                <a:solidFill>
                  <a:schemeClr val="bg1"/>
                </a:solidFill>
                <a:latin typeface="Yu Gothic UI" panose="020B0500000000000000" pitchFamily="34" charset="-128"/>
                <a:ea typeface="Yu Gothic UI" panose="020B0500000000000000" pitchFamily="34" charset="-128"/>
                <a:hlinkClick r:id="rId4">
                  <a:extLst>
                    <a:ext uri="{A12FA001-AC4F-418D-AE19-62706E023703}">
                      <ahyp:hlinkClr xmlns:ahyp="http://schemas.microsoft.com/office/drawing/2018/hyperlinkcolor" val="tx"/>
                    </a:ext>
                  </a:extLst>
                </a:hlinkClick>
              </a:rPr>
              <a:t>Microsoft Docs</a:t>
            </a:r>
            <a:endParaRPr lang="en-US" sz="1600">
              <a:solidFill>
                <a:schemeClr val="bg1"/>
              </a:solidFill>
              <a:latin typeface="Yu Gothic UI" panose="020B0500000000000000" pitchFamily="34" charset="-128"/>
              <a:ea typeface="Yu Gothic UI" panose="020B0500000000000000" pitchFamily="34" charset="-128"/>
            </a:endParaRPr>
          </a:p>
        </p:txBody>
      </p:sp>
      <p:sp>
        <p:nvSpPr>
          <p:cNvPr id="7" name="テキスト ボックス 6">
            <a:extLst>
              <a:ext uri="{FF2B5EF4-FFF2-40B4-BE49-F238E27FC236}">
                <a16:creationId xmlns:a16="http://schemas.microsoft.com/office/drawing/2014/main" id="{D412815E-3BCB-2E80-F6BB-12A030EFFE39}"/>
              </a:ext>
            </a:extLst>
          </p:cNvPr>
          <p:cNvSpPr txBox="1"/>
          <p:nvPr/>
        </p:nvSpPr>
        <p:spPr>
          <a:xfrm>
            <a:off x="6858000" y="4495408"/>
            <a:ext cx="5237615" cy="338554"/>
          </a:xfrm>
          <a:prstGeom prst="rect">
            <a:avLst/>
          </a:prstGeom>
          <a:noFill/>
        </p:spPr>
        <p:txBody>
          <a:bodyPr wrap="square">
            <a:spAutoFit/>
          </a:bodyPr>
          <a:lstStyle/>
          <a:p>
            <a:r>
              <a:rPr lang="en-US" sz="1600">
                <a:solidFill>
                  <a:schemeClr val="bg1"/>
                </a:solidFill>
                <a:latin typeface="Yu Gothic UI" panose="020B0500000000000000" pitchFamily="34" charset="-128"/>
                <a:ea typeface="Yu Gothic UI" panose="020B0500000000000000" pitchFamily="34" charset="-128"/>
                <a:hlinkClick r:id="rId5">
                  <a:extLst>
                    <a:ext uri="{A12FA001-AC4F-418D-AE19-62706E023703}">
                      <ahyp:hlinkClr xmlns:ahyp="http://schemas.microsoft.com/office/drawing/2018/hyperlinkcolor" val="tx"/>
                    </a:ext>
                  </a:extLst>
                </a:hlinkClick>
              </a:rPr>
              <a:t>Azure Firewall Premium </a:t>
            </a:r>
            <a:r>
              <a:rPr lang="ja-JP" altLang="en-US" sz="1600">
                <a:solidFill>
                  <a:schemeClr val="bg1"/>
                </a:solidFill>
                <a:latin typeface="Yu Gothic UI" panose="020B0500000000000000" pitchFamily="34" charset="-128"/>
                <a:ea typeface="Yu Gothic UI" panose="020B0500000000000000" pitchFamily="34" charset="-128"/>
                <a:hlinkClick r:id="rId5">
                  <a:extLst>
                    <a:ext uri="{A12FA001-AC4F-418D-AE19-62706E023703}">
                      <ahyp:hlinkClr xmlns:ahyp="http://schemas.microsoft.com/office/drawing/2018/hyperlinkcolor" val="tx"/>
                    </a:ext>
                  </a:extLst>
                </a:hlinkClick>
              </a:rPr>
              <a:t>の機能 </a:t>
            </a:r>
            <a:r>
              <a:rPr lang="en-US" altLang="ja-JP" sz="1600">
                <a:solidFill>
                  <a:schemeClr val="bg1"/>
                </a:solidFill>
                <a:latin typeface="Yu Gothic UI" panose="020B0500000000000000" pitchFamily="34" charset="-128"/>
                <a:ea typeface="Yu Gothic UI" panose="020B0500000000000000" pitchFamily="34" charset="-128"/>
                <a:hlinkClick r:id="rId5">
                  <a:extLst>
                    <a:ext uri="{A12FA001-AC4F-418D-AE19-62706E023703}">
                      <ahyp:hlinkClr xmlns:ahyp="http://schemas.microsoft.com/office/drawing/2018/hyperlinkcolor" val="tx"/>
                    </a:ext>
                  </a:extLst>
                </a:hlinkClick>
              </a:rPr>
              <a:t>| </a:t>
            </a:r>
            <a:r>
              <a:rPr lang="en-US" sz="1600">
                <a:solidFill>
                  <a:schemeClr val="bg1"/>
                </a:solidFill>
                <a:latin typeface="Yu Gothic UI" panose="020B0500000000000000" pitchFamily="34" charset="-128"/>
                <a:ea typeface="Yu Gothic UI" panose="020B0500000000000000" pitchFamily="34" charset="-128"/>
                <a:hlinkClick r:id="rId5">
                  <a:extLst>
                    <a:ext uri="{A12FA001-AC4F-418D-AE19-62706E023703}">
                      <ahyp:hlinkClr xmlns:ahyp="http://schemas.microsoft.com/office/drawing/2018/hyperlinkcolor" val="tx"/>
                    </a:ext>
                  </a:extLst>
                </a:hlinkClick>
              </a:rPr>
              <a:t>Microsoft Docs</a:t>
            </a:r>
            <a:endParaRPr lang="en-US" sz="1600">
              <a:solidFill>
                <a:schemeClr val="bg1"/>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28055109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A801C-41A3-263E-794F-AC3FE5BD023F}"/>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D58FAFDB-7B98-1997-4D3E-14B668FE2BB2}"/>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000" b="1" dirty="0">
                <a:solidFill>
                  <a:srgbClr val="1F2937"/>
                </a:solidFill>
                <a:latin typeface="Yu Gothic"/>
                <a:ea typeface="Yu Gothic"/>
                <a:cs typeface="Yu Gothic"/>
              </a:rPr>
              <a:t>Web Application Firewall (WAF)</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0F055B6D-9229-7706-A8A1-31576D53901E}"/>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7</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2F96D432-2128-5CA3-975B-E8F557BAA9A1}"/>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3">
            <a:extLst>
              <a:ext uri="{FF2B5EF4-FFF2-40B4-BE49-F238E27FC236}">
                <a16:creationId xmlns:a16="http://schemas.microsoft.com/office/drawing/2014/main" id="{7FE0B6F6-07D5-6083-3D6D-549B3B99D3E5}"/>
              </a:ext>
            </a:extLst>
          </p:cNvPr>
          <p:cNvSpPr txBox="1">
            <a:spLocks/>
          </p:cNvSpPr>
          <p:nvPr/>
        </p:nvSpPr>
        <p:spPr>
          <a:xfrm>
            <a:off x="457199" y="1566181"/>
            <a:ext cx="5505189" cy="4393673"/>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Yu Gothic UI" panose="020B0500000000000000" pitchFamily="50" charset="-128"/>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indent="-342900">
              <a:buFont typeface="Arial" panose="020B0604020202020204" pitchFamily="34" charset="0"/>
              <a:buChar char="•"/>
            </a:pP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SQL</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インジェクションやクロスサイトスクリプティングなどの一般的な攻撃から</a:t>
            </a: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Web</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アプリケーションを保護</a:t>
            </a:r>
            <a:endParaRPr kumimoji="1" lang="en-US" altLang="ja-JP">
              <a:solidFill>
                <a:schemeClr val="tx1">
                  <a:lumMod val="75000"/>
                  <a:lumOff val="25000"/>
                </a:schemeClr>
              </a:solidFill>
              <a:latin typeface="Yu Gothic UI" panose="020B0500000000000000" pitchFamily="34" charset="-128"/>
              <a:ea typeface="Yu Gothic UI" panose="020B0500000000000000" pitchFamily="34" charset="-128"/>
            </a:endParaRPr>
          </a:p>
          <a:p>
            <a:pPr marL="342900" indent="-342900">
              <a:buFont typeface="Arial" panose="020B0604020202020204" pitchFamily="34" charset="0"/>
              <a:buChar char="•"/>
            </a:pP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OWASP top10</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の脆弱性を標準で保護</a:t>
            </a:r>
            <a:endParaRPr kumimoji="1" lang="en-US" altLang="ja-JP">
              <a:solidFill>
                <a:schemeClr val="tx1">
                  <a:lumMod val="75000"/>
                  <a:lumOff val="25000"/>
                </a:schemeClr>
              </a:solidFill>
              <a:latin typeface="Yu Gothic UI" panose="020B0500000000000000" pitchFamily="34" charset="-128"/>
              <a:ea typeface="Yu Gothic UI" panose="020B0500000000000000" pitchFamily="34" charset="-128"/>
            </a:endParaRPr>
          </a:p>
          <a:p>
            <a:pPr marL="342900" indent="-342900">
              <a:buFont typeface="Arial" panose="020B0604020202020204" pitchFamily="34" charset="0"/>
              <a:buChar char="•"/>
            </a:pPr>
            <a:r>
              <a:rPr lang="ja-JP" altLang="en-US">
                <a:solidFill>
                  <a:schemeClr val="tx1">
                    <a:lumMod val="75000"/>
                    <a:lumOff val="25000"/>
                  </a:schemeClr>
                </a:solidFill>
                <a:latin typeface="Yu Gothic UI" panose="020B0500000000000000" pitchFamily="34" charset="-128"/>
                <a:ea typeface="Yu Gothic UI" panose="020B0500000000000000" pitchFamily="34" charset="-128"/>
              </a:rPr>
              <a:t>カスタムルールの構成も可能</a:t>
            </a:r>
            <a:endParaRPr lang="en-US" altLang="ja-JP">
              <a:solidFill>
                <a:schemeClr val="tx1">
                  <a:lumMod val="75000"/>
                  <a:lumOff val="25000"/>
                </a:schemeClr>
              </a:solidFill>
              <a:latin typeface="Yu Gothic UI" panose="020B0500000000000000" pitchFamily="34" charset="-128"/>
              <a:ea typeface="Yu Gothic UI" panose="020B0500000000000000" pitchFamily="34" charset="-128"/>
            </a:endParaRPr>
          </a:p>
          <a:p>
            <a:pPr marL="342900" indent="-342900">
              <a:buFont typeface="Arial" panose="020B0604020202020204" pitchFamily="34" charset="0"/>
              <a:buChar char="•"/>
            </a:pP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Application Gateway</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や</a:t>
            </a:r>
            <a:r>
              <a:rPr kumimoji="1" lang="en-US" altLang="ja-JP">
                <a:solidFill>
                  <a:schemeClr val="tx1">
                    <a:lumMod val="75000"/>
                    <a:lumOff val="25000"/>
                  </a:schemeClr>
                </a:solidFill>
                <a:latin typeface="Yu Gothic UI" panose="020B0500000000000000" pitchFamily="34" charset="-128"/>
                <a:ea typeface="Yu Gothic UI" panose="020B0500000000000000" pitchFamily="34" charset="-128"/>
              </a:rPr>
              <a:t>Front Door </a:t>
            </a:r>
            <a:r>
              <a:rPr kumimoji="1" lang="ja-JP" altLang="en-US">
                <a:solidFill>
                  <a:schemeClr val="tx1">
                    <a:lumMod val="75000"/>
                    <a:lumOff val="25000"/>
                  </a:schemeClr>
                </a:solidFill>
                <a:latin typeface="Yu Gothic UI" panose="020B0500000000000000" pitchFamily="34" charset="-128"/>
                <a:ea typeface="Yu Gothic UI" panose="020B0500000000000000" pitchFamily="34" charset="-128"/>
              </a:rPr>
              <a:t>にてデプロイ可能</a:t>
            </a:r>
            <a:endParaRPr kumimoji="1" lang="en-US" altLang="ja-JP">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5" name="図 4">
            <a:extLst>
              <a:ext uri="{FF2B5EF4-FFF2-40B4-BE49-F238E27FC236}">
                <a16:creationId xmlns:a16="http://schemas.microsoft.com/office/drawing/2014/main" id="{56C01326-C17B-6CF8-5AB9-A76F9BC14140}"/>
              </a:ext>
            </a:extLst>
          </p:cNvPr>
          <p:cNvPicPr>
            <a:picLocks noChangeAspect="1"/>
          </p:cNvPicPr>
          <p:nvPr/>
        </p:nvPicPr>
        <p:blipFill>
          <a:blip r:embed="rId3"/>
          <a:stretch>
            <a:fillRect/>
          </a:stretch>
        </p:blipFill>
        <p:spPr>
          <a:xfrm>
            <a:off x="6096000" y="1811054"/>
            <a:ext cx="5709186" cy="3831164"/>
          </a:xfrm>
          <a:prstGeom prst="rect">
            <a:avLst/>
          </a:prstGeom>
        </p:spPr>
      </p:pic>
    </p:spTree>
    <p:extLst>
      <p:ext uri="{BB962C8B-B14F-4D97-AF65-F5344CB8AC3E}">
        <p14:creationId xmlns:p14="http://schemas.microsoft.com/office/powerpoint/2010/main" val="11787224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E28B9-CDAD-2807-B969-F8B7999B8C28}"/>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B1D45BB4-9D70-96B0-B2FD-D90C82B5C64E}"/>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000" b="1" dirty="0">
                <a:solidFill>
                  <a:srgbClr val="1F2937"/>
                </a:solidFill>
                <a:latin typeface="Yu Gothic"/>
                <a:ea typeface="Yu Gothic"/>
                <a:cs typeface="Yu Gothic"/>
              </a:rPr>
              <a:t>DDoS Protection</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2A4101FE-75A9-56D5-1F08-19E5DF5984B3}"/>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7</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144DBAB6-88B5-C13E-B6DE-D02E36C4503C}"/>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テキスト プレースホルダー 12">
            <a:extLst>
              <a:ext uri="{FF2B5EF4-FFF2-40B4-BE49-F238E27FC236}">
                <a16:creationId xmlns:a16="http://schemas.microsoft.com/office/drawing/2014/main" id="{C034537D-7279-0329-2AB0-2EB7035ACB54}"/>
              </a:ext>
            </a:extLst>
          </p:cNvPr>
          <p:cNvSpPr txBox="1">
            <a:spLocks/>
          </p:cNvSpPr>
          <p:nvPr/>
        </p:nvSpPr>
        <p:spPr>
          <a:xfrm>
            <a:off x="599280" y="1328738"/>
            <a:ext cx="11018838" cy="1723549"/>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lvl="2"/>
            <a:r>
              <a:rPr lang="en-US" altLang="ja-JP" sz="1800">
                <a:solidFill>
                  <a:schemeClr val="tx1">
                    <a:lumMod val="75000"/>
                    <a:lumOff val="25000"/>
                  </a:schemeClr>
                </a:solidFill>
                <a:latin typeface="Yu Gothic UI" panose="020B0500000000000000" pitchFamily="34" charset="-128"/>
                <a:ea typeface="Yu Gothic UI" panose="020B0500000000000000" pitchFamily="34" charset="-128"/>
              </a:rPr>
              <a:t>DDoS Protection</a:t>
            </a:r>
            <a:r>
              <a:rPr lang="ja-JP" altLang="en-US" sz="1800">
                <a:solidFill>
                  <a:schemeClr val="tx1">
                    <a:lumMod val="75000"/>
                    <a:lumOff val="25000"/>
                  </a:schemeClr>
                </a:solidFill>
                <a:latin typeface="Yu Gothic UI" panose="020B0500000000000000" pitchFamily="34" charset="-128"/>
                <a:ea typeface="Yu Gothic UI" panose="020B0500000000000000" pitchFamily="34" charset="-128"/>
              </a:rPr>
              <a:t>は</a:t>
            </a:r>
            <a:r>
              <a:rPr lang="en-US" altLang="ja-JP" sz="1800">
                <a:solidFill>
                  <a:schemeClr val="tx1">
                    <a:lumMod val="75000"/>
                    <a:lumOff val="25000"/>
                  </a:schemeClr>
                </a:solidFill>
                <a:latin typeface="Yu Gothic UI" panose="020B0500000000000000" pitchFamily="34" charset="-128"/>
                <a:ea typeface="Yu Gothic UI" panose="020B0500000000000000" pitchFamily="34" charset="-128"/>
              </a:rPr>
              <a:t>Public IP</a:t>
            </a:r>
            <a:r>
              <a:rPr lang="ja-JP" altLang="en-US" sz="1800">
                <a:solidFill>
                  <a:schemeClr val="tx1">
                    <a:lumMod val="75000"/>
                    <a:lumOff val="25000"/>
                  </a:schemeClr>
                </a:solidFill>
                <a:latin typeface="Yu Gothic UI" panose="020B0500000000000000" pitchFamily="34" charset="-128"/>
                <a:ea typeface="Yu Gothic UI" panose="020B0500000000000000" pitchFamily="34" charset="-128"/>
              </a:rPr>
              <a:t>に対して</a:t>
            </a:r>
            <a:r>
              <a:rPr lang="en-US" altLang="ja-JP" sz="1800">
                <a:solidFill>
                  <a:schemeClr val="tx1">
                    <a:lumMod val="75000"/>
                    <a:lumOff val="25000"/>
                  </a:schemeClr>
                </a:solidFill>
                <a:latin typeface="Yu Gothic UI" panose="020B0500000000000000" pitchFamily="34" charset="-128"/>
                <a:ea typeface="Yu Gothic UI" panose="020B0500000000000000" pitchFamily="34" charset="-128"/>
              </a:rPr>
              <a:t>DDoS</a:t>
            </a:r>
            <a:r>
              <a:rPr lang="ja-JP" altLang="en-US" sz="1800">
                <a:solidFill>
                  <a:schemeClr val="tx1">
                    <a:lumMod val="75000"/>
                    <a:lumOff val="25000"/>
                  </a:schemeClr>
                </a:solidFill>
                <a:latin typeface="Yu Gothic UI" panose="020B0500000000000000" pitchFamily="34" charset="-128"/>
                <a:ea typeface="Yu Gothic UI" panose="020B0500000000000000" pitchFamily="34" charset="-128"/>
              </a:rPr>
              <a:t>攻撃から保護</a:t>
            </a:r>
          </a:p>
          <a:p>
            <a:pPr lvl="2"/>
            <a:r>
              <a:rPr lang="en-US" altLang="ja-JP" sz="1800">
                <a:solidFill>
                  <a:schemeClr val="tx1">
                    <a:lumMod val="75000"/>
                    <a:lumOff val="25000"/>
                  </a:schemeClr>
                </a:solidFill>
                <a:latin typeface="Yu Gothic UI" panose="020B0500000000000000" pitchFamily="34" charset="-128"/>
                <a:ea typeface="Yu Gothic UI" panose="020B0500000000000000" pitchFamily="34" charset="-128"/>
              </a:rPr>
              <a:t>Azure DDoS Infrastructure Protection </a:t>
            </a:r>
            <a:r>
              <a:rPr lang="ja-JP" altLang="en-US" sz="1800">
                <a:solidFill>
                  <a:schemeClr val="tx1">
                    <a:lumMod val="75000"/>
                    <a:lumOff val="25000"/>
                  </a:schemeClr>
                </a:solidFill>
                <a:latin typeface="Yu Gothic UI" panose="020B0500000000000000" pitchFamily="34" charset="-128"/>
                <a:ea typeface="Yu Gothic UI" panose="020B0500000000000000" pitchFamily="34" charset="-128"/>
              </a:rPr>
              <a:t>は無償ですべてのユーザーに提供</a:t>
            </a:r>
            <a:endParaRPr lang="en-US" altLang="ja-JP" sz="1800">
              <a:solidFill>
                <a:schemeClr val="tx1">
                  <a:lumMod val="75000"/>
                  <a:lumOff val="25000"/>
                </a:schemeClr>
              </a:solidFill>
              <a:latin typeface="Yu Gothic UI" panose="020B0500000000000000" pitchFamily="34" charset="-128"/>
              <a:ea typeface="Yu Gothic UI" panose="020B0500000000000000" pitchFamily="34" charset="-128"/>
            </a:endParaRPr>
          </a:p>
          <a:p>
            <a:pPr lvl="2"/>
            <a:r>
              <a:rPr lang="en-US" altLang="ja-JP" sz="1800">
                <a:solidFill>
                  <a:schemeClr val="tx1">
                    <a:lumMod val="75000"/>
                    <a:lumOff val="25000"/>
                  </a:schemeClr>
                </a:solidFill>
                <a:latin typeface="Yu Gothic UI" panose="020B0500000000000000" pitchFamily="34" charset="-128"/>
                <a:ea typeface="Yu Gothic UI" panose="020B0500000000000000" pitchFamily="34" charset="-128"/>
              </a:rPr>
              <a:t>Azure DDoS IP Protection, Network Protection</a:t>
            </a:r>
            <a:r>
              <a:rPr lang="ja-JP" altLang="en-US" sz="1800">
                <a:solidFill>
                  <a:schemeClr val="tx1">
                    <a:lumMod val="75000"/>
                    <a:lumOff val="25000"/>
                  </a:schemeClr>
                </a:solidFill>
                <a:latin typeface="Yu Gothic UI" panose="020B0500000000000000" pitchFamily="34" charset="-128"/>
                <a:ea typeface="Yu Gothic UI" panose="020B0500000000000000" pitchFamily="34" charset="-128"/>
              </a:rPr>
              <a:t>では、具体的なメトリック、自動学習による自動チューニングや</a:t>
            </a:r>
            <a:r>
              <a:rPr lang="en-US" altLang="ja-JP" sz="1800">
                <a:solidFill>
                  <a:schemeClr val="tx1">
                    <a:lumMod val="75000"/>
                    <a:lumOff val="25000"/>
                  </a:schemeClr>
                </a:solidFill>
                <a:latin typeface="Yu Gothic UI" panose="020B0500000000000000" pitchFamily="34" charset="-128"/>
                <a:ea typeface="Yu Gothic UI" panose="020B0500000000000000" pitchFamily="34" charset="-128"/>
              </a:rPr>
              <a:t>Rapid Response</a:t>
            </a:r>
            <a:r>
              <a:rPr lang="ja-JP" altLang="en-US" sz="1800">
                <a:solidFill>
                  <a:schemeClr val="tx1">
                    <a:lumMod val="75000"/>
                    <a:lumOff val="25000"/>
                  </a:schemeClr>
                </a:solidFill>
                <a:latin typeface="Yu Gothic UI" panose="020B0500000000000000" pitchFamily="34" charset="-128"/>
                <a:ea typeface="Yu Gothic UI" panose="020B0500000000000000" pitchFamily="34" charset="-128"/>
              </a:rPr>
              <a:t>サービスが提供</a:t>
            </a:r>
            <a:endParaRPr lang="en-US" altLang="ja-JP" sz="1800">
              <a:solidFill>
                <a:schemeClr val="tx1">
                  <a:lumMod val="75000"/>
                  <a:lumOff val="25000"/>
                </a:schemeClr>
              </a:solidFill>
              <a:latin typeface="Yu Gothic UI" panose="020B0500000000000000" pitchFamily="34" charset="-128"/>
              <a:ea typeface="Yu Gothic UI" panose="020B0500000000000000" pitchFamily="34" charset="-128"/>
            </a:endParaRPr>
          </a:p>
          <a:p>
            <a:pPr lvl="2"/>
            <a:r>
              <a:rPr lang="ja-JP" altLang="en-US" sz="1800">
                <a:solidFill>
                  <a:schemeClr val="tx1">
                    <a:lumMod val="75000"/>
                    <a:lumOff val="25000"/>
                  </a:schemeClr>
                </a:solidFill>
                <a:latin typeface="Yu Gothic UI" panose="020B0500000000000000" pitchFamily="34" charset="-128"/>
                <a:ea typeface="Yu Gothic UI" panose="020B0500000000000000" pitchFamily="34" charset="-128"/>
              </a:rPr>
              <a:t>保護するべき</a:t>
            </a:r>
            <a:r>
              <a:rPr lang="en-US" altLang="ja-JP" sz="1800">
                <a:solidFill>
                  <a:schemeClr val="tx1">
                    <a:lumMod val="75000"/>
                    <a:lumOff val="25000"/>
                  </a:schemeClr>
                </a:solidFill>
                <a:latin typeface="Yu Gothic UI" panose="020B0500000000000000" pitchFamily="34" charset="-128"/>
                <a:ea typeface="Yu Gothic UI" panose="020B0500000000000000" pitchFamily="34" charset="-128"/>
              </a:rPr>
              <a:t>Public IP</a:t>
            </a:r>
            <a:r>
              <a:rPr lang="ja-JP" altLang="en-US" sz="1800">
                <a:solidFill>
                  <a:schemeClr val="tx1">
                    <a:lumMod val="75000"/>
                    <a:lumOff val="25000"/>
                  </a:schemeClr>
                </a:solidFill>
                <a:latin typeface="Yu Gothic UI" panose="020B0500000000000000" pitchFamily="34" charset="-128"/>
                <a:ea typeface="Yu Gothic UI" panose="020B0500000000000000" pitchFamily="34" charset="-128"/>
              </a:rPr>
              <a:t>が少ない場合は</a:t>
            </a:r>
            <a:r>
              <a:rPr lang="en-US" altLang="ja-JP" sz="1800">
                <a:solidFill>
                  <a:schemeClr val="tx1">
                    <a:lumMod val="75000"/>
                    <a:lumOff val="25000"/>
                  </a:schemeClr>
                </a:solidFill>
                <a:latin typeface="Yu Gothic UI" panose="020B0500000000000000" pitchFamily="34" charset="-128"/>
                <a:ea typeface="Yu Gothic UI" panose="020B0500000000000000" pitchFamily="34" charset="-128"/>
              </a:rPr>
              <a:t>IP Protection, </a:t>
            </a:r>
            <a:r>
              <a:rPr lang="ja-JP" altLang="en-US" sz="1800">
                <a:solidFill>
                  <a:schemeClr val="tx1">
                    <a:lumMod val="75000"/>
                    <a:lumOff val="25000"/>
                  </a:schemeClr>
                </a:solidFill>
                <a:latin typeface="Yu Gothic UI" panose="020B0500000000000000" pitchFamily="34" charset="-128"/>
                <a:ea typeface="Yu Gothic UI" panose="020B0500000000000000" pitchFamily="34" charset="-128"/>
              </a:rPr>
              <a:t>多い場合は</a:t>
            </a:r>
            <a:r>
              <a:rPr lang="en-US" altLang="ja-JP" sz="1800">
                <a:solidFill>
                  <a:schemeClr val="tx1">
                    <a:lumMod val="75000"/>
                    <a:lumOff val="25000"/>
                  </a:schemeClr>
                </a:solidFill>
                <a:latin typeface="Yu Gothic UI" panose="020B0500000000000000" pitchFamily="34" charset="-128"/>
                <a:ea typeface="Yu Gothic UI" panose="020B0500000000000000" pitchFamily="34" charset="-128"/>
              </a:rPr>
              <a:t>Network Protection</a:t>
            </a:r>
            <a:r>
              <a:rPr lang="ja-JP" altLang="en-US" sz="1800">
                <a:solidFill>
                  <a:schemeClr val="tx1">
                    <a:lumMod val="75000"/>
                    <a:lumOff val="25000"/>
                  </a:schemeClr>
                </a:solidFill>
                <a:latin typeface="Yu Gothic UI" panose="020B0500000000000000" pitchFamily="34" charset="-128"/>
                <a:ea typeface="Yu Gothic UI" panose="020B0500000000000000" pitchFamily="34" charset="-128"/>
              </a:rPr>
              <a:t>がコスト的に有利</a:t>
            </a:r>
          </a:p>
          <a:p>
            <a:pPr lvl="1"/>
            <a:endParaRPr lang="ja-JP" altLang="en-US" sz="1800">
              <a:solidFill>
                <a:schemeClr val="tx1">
                  <a:lumMod val="75000"/>
                  <a:lumOff val="25000"/>
                </a:schemeClr>
              </a:solidFill>
              <a:latin typeface="Yu Gothic UI" panose="020B0500000000000000" pitchFamily="34" charset="-128"/>
              <a:ea typeface="Yu Gothic UI" panose="020B0500000000000000" pitchFamily="34" charset="-128"/>
            </a:endParaRPr>
          </a:p>
        </p:txBody>
      </p:sp>
      <p:graphicFrame>
        <p:nvGraphicFramePr>
          <p:cNvPr id="5" name="Table 4">
            <a:extLst>
              <a:ext uri="{FF2B5EF4-FFF2-40B4-BE49-F238E27FC236}">
                <a16:creationId xmlns:a16="http://schemas.microsoft.com/office/drawing/2014/main" id="{8D546BAA-502D-8DF4-5C92-455290E52D11}"/>
              </a:ext>
            </a:extLst>
          </p:cNvPr>
          <p:cNvGraphicFramePr>
            <a:graphicFrameLocks noGrp="1"/>
          </p:cNvGraphicFramePr>
          <p:nvPr>
            <p:extLst>
              <p:ext uri="{D42A27DB-BD31-4B8C-83A1-F6EECF244321}">
                <p14:modId xmlns:p14="http://schemas.microsoft.com/office/powerpoint/2010/main" val="2587440279"/>
              </p:ext>
            </p:extLst>
          </p:nvPr>
        </p:nvGraphicFramePr>
        <p:xfrm>
          <a:off x="832859" y="3227494"/>
          <a:ext cx="10944428" cy="3553540"/>
        </p:xfrm>
        <a:graphic>
          <a:graphicData uri="http://schemas.openxmlformats.org/drawingml/2006/table">
            <a:tbl>
              <a:tblPr firstRow="1" bandRow="1"/>
              <a:tblGrid>
                <a:gridCol w="3278519">
                  <a:extLst>
                    <a:ext uri="{9D8B030D-6E8A-4147-A177-3AD203B41FA5}">
                      <a16:colId xmlns:a16="http://schemas.microsoft.com/office/drawing/2014/main" val="4293542141"/>
                    </a:ext>
                  </a:extLst>
                </a:gridCol>
                <a:gridCol w="2555303">
                  <a:extLst>
                    <a:ext uri="{9D8B030D-6E8A-4147-A177-3AD203B41FA5}">
                      <a16:colId xmlns:a16="http://schemas.microsoft.com/office/drawing/2014/main" val="1933083974"/>
                    </a:ext>
                  </a:extLst>
                </a:gridCol>
                <a:gridCol w="2555303">
                  <a:extLst>
                    <a:ext uri="{9D8B030D-6E8A-4147-A177-3AD203B41FA5}">
                      <a16:colId xmlns:a16="http://schemas.microsoft.com/office/drawing/2014/main" val="1314969015"/>
                    </a:ext>
                  </a:extLst>
                </a:gridCol>
                <a:gridCol w="2555303">
                  <a:extLst>
                    <a:ext uri="{9D8B030D-6E8A-4147-A177-3AD203B41FA5}">
                      <a16:colId xmlns:a16="http://schemas.microsoft.com/office/drawing/2014/main" val="1942126840"/>
                    </a:ext>
                  </a:extLst>
                </a:gridCol>
              </a:tblGrid>
              <a:tr h="0">
                <a:tc>
                  <a:txBody>
                    <a:bodyPr/>
                    <a:lstStyle>
                      <a:lvl1pPr marL="0" algn="l" defTabSz="932742" rtl="0" eaLnBrk="1" latinLnBrk="0" hangingPunct="1">
                        <a:defRPr kumimoji="1" sz="1800" b="1" kern="1200">
                          <a:solidFill>
                            <a:schemeClr val="lt1"/>
                          </a:solidFill>
                          <a:latin typeface="Segoe UI"/>
                        </a:defRPr>
                      </a:lvl1pPr>
                      <a:lvl2pPr marL="466371" algn="l" defTabSz="932742" rtl="0" eaLnBrk="1" latinLnBrk="0" hangingPunct="1">
                        <a:defRPr kumimoji="1" sz="1800" b="1" kern="1200">
                          <a:solidFill>
                            <a:schemeClr val="lt1"/>
                          </a:solidFill>
                          <a:latin typeface="Segoe UI"/>
                        </a:defRPr>
                      </a:lvl2pPr>
                      <a:lvl3pPr marL="932742" algn="l" defTabSz="932742" rtl="0" eaLnBrk="1" latinLnBrk="0" hangingPunct="1">
                        <a:defRPr kumimoji="1" sz="1800" b="1" kern="1200">
                          <a:solidFill>
                            <a:schemeClr val="lt1"/>
                          </a:solidFill>
                          <a:latin typeface="Segoe UI"/>
                        </a:defRPr>
                      </a:lvl3pPr>
                      <a:lvl4pPr marL="1399113" algn="l" defTabSz="932742" rtl="0" eaLnBrk="1" latinLnBrk="0" hangingPunct="1">
                        <a:defRPr kumimoji="1" sz="1800" b="1" kern="1200">
                          <a:solidFill>
                            <a:schemeClr val="lt1"/>
                          </a:solidFill>
                          <a:latin typeface="Segoe UI"/>
                        </a:defRPr>
                      </a:lvl4pPr>
                      <a:lvl5pPr marL="1865484" algn="l" defTabSz="932742" rtl="0" eaLnBrk="1" latinLnBrk="0" hangingPunct="1">
                        <a:defRPr kumimoji="1" sz="1800" b="1" kern="1200">
                          <a:solidFill>
                            <a:schemeClr val="lt1"/>
                          </a:solidFill>
                          <a:latin typeface="Segoe UI"/>
                        </a:defRPr>
                      </a:lvl5pPr>
                      <a:lvl6pPr marL="2331856" algn="l" defTabSz="932742" rtl="0" eaLnBrk="1" latinLnBrk="0" hangingPunct="1">
                        <a:defRPr kumimoji="1" sz="1800" b="1" kern="1200">
                          <a:solidFill>
                            <a:schemeClr val="lt1"/>
                          </a:solidFill>
                          <a:latin typeface="Segoe UI"/>
                        </a:defRPr>
                      </a:lvl6pPr>
                      <a:lvl7pPr marL="2798226" algn="l" defTabSz="932742" rtl="0" eaLnBrk="1" latinLnBrk="0" hangingPunct="1">
                        <a:defRPr kumimoji="1" sz="1800" b="1" kern="1200">
                          <a:solidFill>
                            <a:schemeClr val="lt1"/>
                          </a:solidFill>
                          <a:latin typeface="Segoe UI"/>
                        </a:defRPr>
                      </a:lvl7pPr>
                      <a:lvl8pPr marL="3264597" algn="l" defTabSz="932742" rtl="0" eaLnBrk="1" latinLnBrk="0" hangingPunct="1">
                        <a:defRPr kumimoji="1" sz="1800" b="1" kern="1200">
                          <a:solidFill>
                            <a:schemeClr val="lt1"/>
                          </a:solidFill>
                          <a:latin typeface="Segoe UI"/>
                        </a:defRPr>
                      </a:lvl8pPr>
                      <a:lvl9pPr marL="3730969" algn="l" defTabSz="932742" rtl="0" eaLnBrk="1" latinLnBrk="0" hangingPunct="1">
                        <a:defRPr kumimoji="1" sz="1800" b="1" kern="1200">
                          <a:solidFill>
                            <a:schemeClr val="lt1"/>
                          </a:solidFill>
                          <a:latin typeface="Segoe UI"/>
                        </a:defRPr>
                      </a:lvl9pPr>
                    </a:lstStyle>
                    <a:p>
                      <a:pPr algn="l" fontAlgn="t"/>
                      <a:r>
                        <a:rPr lang="en-US" sz="1100" b="1">
                          <a:solidFill>
                            <a:schemeClr val="bg1"/>
                          </a:solidFill>
                          <a:effectLst/>
                        </a:rPr>
                        <a:t>Feature</a:t>
                      </a:r>
                    </a:p>
                  </a:txBody>
                  <a:tcPr marL="93260" marR="93260" marT="46630" marB="466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78D3"/>
                    </a:solidFill>
                  </a:tcPr>
                </a:tc>
                <a:tc>
                  <a:txBody>
                    <a:bodyPr/>
                    <a:lstStyle/>
                    <a:p>
                      <a:pPr algn="ctr" fontAlgn="t"/>
                      <a:r>
                        <a:rPr lang="en-US" altLang="ja-JP" sz="1100" b="1">
                          <a:solidFill>
                            <a:schemeClr val="bg1"/>
                          </a:solidFill>
                          <a:effectLst/>
                        </a:rPr>
                        <a:t>DDoS Infrastructure Protection</a:t>
                      </a:r>
                      <a:endParaRPr lang="en-US" sz="1100" b="1">
                        <a:solidFill>
                          <a:schemeClr val="bg1"/>
                        </a:solidFill>
                        <a:effectLst/>
                      </a:endParaRPr>
                    </a:p>
                  </a:txBody>
                  <a:tcPr marL="93260" marR="93260" marT="46630" marB="466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78D3"/>
                    </a:solidFill>
                  </a:tcPr>
                </a:tc>
                <a:tc>
                  <a:txBody>
                    <a:bodyPr/>
                    <a:lstStyle>
                      <a:lvl1pPr marL="0" algn="l" defTabSz="932742" rtl="0" eaLnBrk="1" latinLnBrk="0" hangingPunct="1">
                        <a:defRPr kumimoji="1" sz="1800" b="1" kern="1200">
                          <a:solidFill>
                            <a:schemeClr val="lt1"/>
                          </a:solidFill>
                          <a:latin typeface="Segoe UI"/>
                        </a:defRPr>
                      </a:lvl1pPr>
                      <a:lvl2pPr marL="466371" algn="l" defTabSz="932742" rtl="0" eaLnBrk="1" latinLnBrk="0" hangingPunct="1">
                        <a:defRPr kumimoji="1" sz="1800" b="1" kern="1200">
                          <a:solidFill>
                            <a:schemeClr val="lt1"/>
                          </a:solidFill>
                          <a:latin typeface="Segoe UI"/>
                        </a:defRPr>
                      </a:lvl2pPr>
                      <a:lvl3pPr marL="932742" algn="l" defTabSz="932742" rtl="0" eaLnBrk="1" latinLnBrk="0" hangingPunct="1">
                        <a:defRPr kumimoji="1" sz="1800" b="1" kern="1200">
                          <a:solidFill>
                            <a:schemeClr val="lt1"/>
                          </a:solidFill>
                          <a:latin typeface="Segoe UI"/>
                        </a:defRPr>
                      </a:lvl3pPr>
                      <a:lvl4pPr marL="1399113" algn="l" defTabSz="932742" rtl="0" eaLnBrk="1" latinLnBrk="0" hangingPunct="1">
                        <a:defRPr kumimoji="1" sz="1800" b="1" kern="1200">
                          <a:solidFill>
                            <a:schemeClr val="lt1"/>
                          </a:solidFill>
                          <a:latin typeface="Segoe UI"/>
                        </a:defRPr>
                      </a:lvl4pPr>
                      <a:lvl5pPr marL="1865484" algn="l" defTabSz="932742" rtl="0" eaLnBrk="1" latinLnBrk="0" hangingPunct="1">
                        <a:defRPr kumimoji="1" sz="1800" b="1" kern="1200">
                          <a:solidFill>
                            <a:schemeClr val="lt1"/>
                          </a:solidFill>
                          <a:latin typeface="Segoe UI"/>
                        </a:defRPr>
                      </a:lvl5pPr>
                      <a:lvl6pPr marL="2331856" algn="l" defTabSz="932742" rtl="0" eaLnBrk="1" latinLnBrk="0" hangingPunct="1">
                        <a:defRPr kumimoji="1" sz="1800" b="1" kern="1200">
                          <a:solidFill>
                            <a:schemeClr val="lt1"/>
                          </a:solidFill>
                          <a:latin typeface="Segoe UI"/>
                        </a:defRPr>
                      </a:lvl6pPr>
                      <a:lvl7pPr marL="2798226" algn="l" defTabSz="932742" rtl="0" eaLnBrk="1" latinLnBrk="0" hangingPunct="1">
                        <a:defRPr kumimoji="1" sz="1800" b="1" kern="1200">
                          <a:solidFill>
                            <a:schemeClr val="lt1"/>
                          </a:solidFill>
                          <a:latin typeface="Segoe UI"/>
                        </a:defRPr>
                      </a:lvl7pPr>
                      <a:lvl8pPr marL="3264597" algn="l" defTabSz="932742" rtl="0" eaLnBrk="1" latinLnBrk="0" hangingPunct="1">
                        <a:defRPr kumimoji="1" sz="1800" b="1" kern="1200">
                          <a:solidFill>
                            <a:schemeClr val="lt1"/>
                          </a:solidFill>
                          <a:latin typeface="Segoe UI"/>
                        </a:defRPr>
                      </a:lvl8pPr>
                      <a:lvl9pPr marL="3730969" algn="l" defTabSz="932742" rtl="0" eaLnBrk="1" latinLnBrk="0" hangingPunct="1">
                        <a:defRPr kumimoji="1" sz="1800" b="1" kern="1200">
                          <a:solidFill>
                            <a:schemeClr val="lt1"/>
                          </a:solidFill>
                          <a:latin typeface="Segoe UI"/>
                        </a:defRPr>
                      </a:lvl9pPr>
                    </a:lstStyle>
                    <a:p>
                      <a:pPr algn="ctr" fontAlgn="t"/>
                      <a:r>
                        <a:rPr lang="en-US" sz="1100" b="1">
                          <a:solidFill>
                            <a:schemeClr val="bg1"/>
                          </a:solidFill>
                          <a:effectLst/>
                        </a:rPr>
                        <a:t>DDoS IP Protection</a:t>
                      </a:r>
                    </a:p>
                  </a:txBody>
                  <a:tcPr marL="93260" marR="93260" marT="46630" marB="466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78D3"/>
                    </a:solidFill>
                  </a:tcPr>
                </a:tc>
                <a:tc>
                  <a:txBody>
                    <a:bodyPr/>
                    <a:lstStyle>
                      <a:lvl1pPr marL="0" algn="l" defTabSz="932742" rtl="0" eaLnBrk="1" latinLnBrk="0" hangingPunct="1">
                        <a:defRPr kumimoji="1" sz="1800" b="1" kern="1200">
                          <a:solidFill>
                            <a:schemeClr val="lt1"/>
                          </a:solidFill>
                          <a:latin typeface="Segoe UI"/>
                        </a:defRPr>
                      </a:lvl1pPr>
                      <a:lvl2pPr marL="466371" algn="l" defTabSz="932742" rtl="0" eaLnBrk="1" latinLnBrk="0" hangingPunct="1">
                        <a:defRPr kumimoji="1" sz="1800" b="1" kern="1200">
                          <a:solidFill>
                            <a:schemeClr val="lt1"/>
                          </a:solidFill>
                          <a:latin typeface="Segoe UI"/>
                        </a:defRPr>
                      </a:lvl2pPr>
                      <a:lvl3pPr marL="932742" algn="l" defTabSz="932742" rtl="0" eaLnBrk="1" latinLnBrk="0" hangingPunct="1">
                        <a:defRPr kumimoji="1" sz="1800" b="1" kern="1200">
                          <a:solidFill>
                            <a:schemeClr val="lt1"/>
                          </a:solidFill>
                          <a:latin typeface="Segoe UI"/>
                        </a:defRPr>
                      </a:lvl3pPr>
                      <a:lvl4pPr marL="1399113" algn="l" defTabSz="932742" rtl="0" eaLnBrk="1" latinLnBrk="0" hangingPunct="1">
                        <a:defRPr kumimoji="1" sz="1800" b="1" kern="1200">
                          <a:solidFill>
                            <a:schemeClr val="lt1"/>
                          </a:solidFill>
                          <a:latin typeface="Segoe UI"/>
                        </a:defRPr>
                      </a:lvl4pPr>
                      <a:lvl5pPr marL="1865484" algn="l" defTabSz="932742" rtl="0" eaLnBrk="1" latinLnBrk="0" hangingPunct="1">
                        <a:defRPr kumimoji="1" sz="1800" b="1" kern="1200">
                          <a:solidFill>
                            <a:schemeClr val="lt1"/>
                          </a:solidFill>
                          <a:latin typeface="Segoe UI"/>
                        </a:defRPr>
                      </a:lvl5pPr>
                      <a:lvl6pPr marL="2331856" algn="l" defTabSz="932742" rtl="0" eaLnBrk="1" latinLnBrk="0" hangingPunct="1">
                        <a:defRPr kumimoji="1" sz="1800" b="1" kern="1200">
                          <a:solidFill>
                            <a:schemeClr val="lt1"/>
                          </a:solidFill>
                          <a:latin typeface="Segoe UI"/>
                        </a:defRPr>
                      </a:lvl6pPr>
                      <a:lvl7pPr marL="2798226" algn="l" defTabSz="932742" rtl="0" eaLnBrk="1" latinLnBrk="0" hangingPunct="1">
                        <a:defRPr kumimoji="1" sz="1800" b="1" kern="1200">
                          <a:solidFill>
                            <a:schemeClr val="lt1"/>
                          </a:solidFill>
                          <a:latin typeface="Segoe UI"/>
                        </a:defRPr>
                      </a:lvl7pPr>
                      <a:lvl8pPr marL="3264597" algn="l" defTabSz="932742" rtl="0" eaLnBrk="1" latinLnBrk="0" hangingPunct="1">
                        <a:defRPr kumimoji="1" sz="1800" b="1" kern="1200">
                          <a:solidFill>
                            <a:schemeClr val="lt1"/>
                          </a:solidFill>
                          <a:latin typeface="Segoe UI"/>
                        </a:defRPr>
                      </a:lvl8pPr>
                      <a:lvl9pPr marL="3730969" algn="l" defTabSz="932742" rtl="0" eaLnBrk="1" latinLnBrk="0" hangingPunct="1">
                        <a:defRPr kumimoji="1" sz="1800" b="1" kern="1200">
                          <a:solidFill>
                            <a:schemeClr val="lt1"/>
                          </a:solidFill>
                          <a:latin typeface="Segoe UI"/>
                        </a:defRPr>
                      </a:lvl9pPr>
                    </a:lstStyle>
                    <a:p>
                      <a:pPr algn="ctr" fontAlgn="t"/>
                      <a:r>
                        <a:rPr lang="en-US" sz="1100" b="1">
                          <a:solidFill>
                            <a:schemeClr val="bg1"/>
                          </a:solidFill>
                          <a:effectLst/>
                        </a:rPr>
                        <a:t>DDoS Network Protection</a:t>
                      </a:r>
                    </a:p>
                  </a:txBody>
                  <a:tcPr marL="93260" marR="93260" marT="46630" marB="466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78D3"/>
                    </a:solidFill>
                  </a:tcPr>
                </a:tc>
                <a:extLst>
                  <a:ext uri="{0D108BD9-81ED-4DB2-BD59-A6C34878D82A}">
                    <a16:rowId xmlns:a16="http://schemas.microsoft.com/office/drawing/2014/main" val="2752150252"/>
                  </a:ext>
                </a:extLst>
              </a:tr>
              <a:tr h="138947">
                <a:tc>
                  <a:txBody>
                    <a:bodyPr/>
                    <a:lstStyle>
                      <a:lvl1pPr marL="0" algn="l" defTabSz="932742" rtl="0" eaLnBrk="1" latinLnBrk="0" hangingPunct="1">
                        <a:defRPr kumimoji="1" sz="1800" kern="1200">
                          <a:solidFill>
                            <a:schemeClr val="dk1"/>
                          </a:solidFill>
                          <a:latin typeface="Segoe UI"/>
                        </a:defRPr>
                      </a:lvl1pPr>
                      <a:lvl2pPr marL="466371" algn="l" defTabSz="932742" rtl="0" eaLnBrk="1" latinLnBrk="0" hangingPunct="1">
                        <a:defRPr kumimoji="1" sz="1800" kern="1200">
                          <a:solidFill>
                            <a:schemeClr val="dk1"/>
                          </a:solidFill>
                          <a:latin typeface="Segoe UI"/>
                        </a:defRPr>
                      </a:lvl2pPr>
                      <a:lvl3pPr marL="932742" algn="l" defTabSz="932742" rtl="0" eaLnBrk="1" latinLnBrk="0" hangingPunct="1">
                        <a:defRPr kumimoji="1" sz="1800" kern="1200">
                          <a:solidFill>
                            <a:schemeClr val="dk1"/>
                          </a:solidFill>
                          <a:latin typeface="Segoe UI"/>
                        </a:defRPr>
                      </a:lvl3pPr>
                      <a:lvl4pPr marL="1399113" algn="l" defTabSz="932742" rtl="0" eaLnBrk="1" latinLnBrk="0" hangingPunct="1">
                        <a:defRPr kumimoji="1" sz="1800" kern="1200">
                          <a:solidFill>
                            <a:schemeClr val="dk1"/>
                          </a:solidFill>
                          <a:latin typeface="Segoe UI"/>
                        </a:defRPr>
                      </a:lvl4pPr>
                      <a:lvl5pPr marL="1865484" algn="l" defTabSz="932742" rtl="0" eaLnBrk="1" latinLnBrk="0" hangingPunct="1">
                        <a:defRPr kumimoji="1" sz="1800" kern="1200">
                          <a:solidFill>
                            <a:schemeClr val="dk1"/>
                          </a:solidFill>
                          <a:latin typeface="Segoe UI"/>
                        </a:defRPr>
                      </a:lvl5pPr>
                      <a:lvl6pPr marL="2331856" algn="l" defTabSz="932742" rtl="0" eaLnBrk="1" latinLnBrk="0" hangingPunct="1">
                        <a:defRPr kumimoji="1" sz="1800" kern="1200">
                          <a:solidFill>
                            <a:schemeClr val="dk1"/>
                          </a:solidFill>
                          <a:latin typeface="Segoe UI"/>
                        </a:defRPr>
                      </a:lvl6pPr>
                      <a:lvl7pPr marL="2798226" algn="l" defTabSz="932742" rtl="0" eaLnBrk="1" latinLnBrk="0" hangingPunct="1">
                        <a:defRPr kumimoji="1" sz="1800" kern="1200">
                          <a:solidFill>
                            <a:schemeClr val="dk1"/>
                          </a:solidFill>
                          <a:latin typeface="Segoe UI"/>
                        </a:defRPr>
                      </a:lvl7pPr>
                      <a:lvl8pPr marL="3264597" algn="l" defTabSz="932742" rtl="0" eaLnBrk="1" latinLnBrk="0" hangingPunct="1">
                        <a:defRPr kumimoji="1" sz="1800" kern="1200">
                          <a:solidFill>
                            <a:schemeClr val="dk1"/>
                          </a:solidFill>
                          <a:latin typeface="Segoe UI"/>
                        </a:defRPr>
                      </a:lvl8pPr>
                      <a:lvl9pPr marL="3730969" algn="l" defTabSz="932742" rtl="0" eaLnBrk="1" latinLnBrk="0" hangingPunct="1">
                        <a:defRPr kumimoji="1" sz="1800" kern="1200">
                          <a:solidFill>
                            <a:schemeClr val="dk1"/>
                          </a:solidFill>
                          <a:latin typeface="Segoe UI"/>
                        </a:defRPr>
                      </a:lvl9pPr>
                    </a:lstStyle>
                    <a:p>
                      <a:pPr algn="l" fontAlgn="t"/>
                      <a:r>
                        <a:rPr lang="en-US" sz="1050" b="0">
                          <a:effectLst/>
                        </a:rPr>
                        <a:t>Active traffic monitoring &amp; always on detection</a:t>
                      </a:r>
                    </a:p>
                  </a:txBody>
                  <a:tcPr marL="93260" marR="93260" marT="46630" marB="4663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32742" rtl="0" eaLnBrk="1" fontAlgn="t" latinLnBrk="0" hangingPunct="1">
                        <a:lnSpc>
                          <a:spcPct val="100000"/>
                        </a:lnSpc>
                        <a:spcBef>
                          <a:spcPts val="0"/>
                        </a:spcBef>
                        <a:spcAft>
                          <a:spcPts val="0"/>
                        </a:spcAft>
                        <a:buClrTx/>
                        <a:buSzTx/>
                        <a:buFontTx/>
                        <a:buNone/>
                        <a:tabLst/>
                        <a:defRPr/>
                      </a:pPr>
                      <a:r>
                        <a:rPr lang="en-US" altLang="ja-JP" sz="1050">
                          <a:effectLst/>
                        </a:rPr>
                        <a:t>✔</a:t>
                      </a:r>
                    </a:p>
                  </a:txBody>
                  <a:tcPr marL="93260" marR="93260" marT="46630" marB="466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32742" rtl="0" eaLnBrk="1" latinLnBrk="0" hangingPunct="1">
                        <a:defRPr kumimoji="1" sz="1800" kern="1200">
                          <a:solidFill>
                            <a:schemeClr val="dk1"/>
                          </a:solidFill>
                          <a:latin typeface="Segoe UI"/>
                        </a:defRPr>
                      </a:lvl1pPr>
                      <a:lvl2pPr marL="466371" algn="l" defTabSz="932742" rtl="0" eaLnBrk="1" latinLnBrk="0" hangingPunct="1">
                        <a:defRPr kumimoji="1" sz="1800" kern="1200">
                          <a:solidFill>
                            <a:schemeClr val="dk1"/>
                          </a:solidFill>
                          <a:latin typeface="Segoe UI"/>
                        </a:defRPr>
                      </a:lvl2pPr>
                      <a:lvl3pPr marL="932742" algn="l" defTabSz="932742" rtl="0" eaLnBrk="1" latinLnBrk="0" hangingPunct="1">
                        <a:defRPr kumimoji="1" sz="1800" kern="1200">
                          <a:solidFill>
                            <a:schemeClr val="dk1"/>
                          </a:solidFill>
                          <a:latin typeface="Segoe UI"/>
                        </a:defRPr>
                      </a:lvl3pPr>
                      <a:lvl4pPr marL="1399113" algn="l" defTabSz="932742" rtl="0" eaLnBrk="1" latinLnBrk="0" hangingPunct="1">
                        <a:defRPr kumimoji="1" sz="1800" kern="1200">
                          <a:solidFill>
                            <a:schemeClr val="dk1"/>
                          </a:solidFill>
                          <a:latin typeface="Segoe UI"/>
                        </a:defRPr>
                      </a:lvl4pPr>
                      <a:lvl5pPr marL="1865484" algn="l" defTabSz="932742" rtl="0" eaLnBrk="1" latinLnBrk="0" hangingPunct="1">
                        <a:defRPr kumimoji="1" sz="1800" kern="1200">
                          <a:solidFill>
                            <a:schemeClr val="dk1"/>
                          </a:solidFill>
                          <a:latin typeface="Segoe UI"/>
                        </a:defRPr>
                      </a:lvl5pPr>
                      <a:lvl6pPr marL="2331856" algn="l" defTabSz="932742" rtl="0" eaLnBrk="1" latinLnBrk="0" hangingPunct="1">
                        <a:defRPr kumimoji="1" sz="1800" kern="1200">
                          <a:solidFill>
                            <a:schemeClr val="dk1"/>
                          </a:solidFill>
                          <a:latin typeface="Segoe UI"/>
                        </a:defRPr>
                      </a:lvl6pPr>
                      <a:lvl7pPr marL="2798226" algn="l" defTabSz="932742" rtl="0" eaLnBrk="1" latinLnBrk="0" hangingPunct="1">
                        <a:defRPr kumimoji="1" sz="1800" kern="1200">
                          <a:solidFill>
                            <a:schemeClr val="dk1"/>
                          </a:solidFill>
                          <a:latin typeface="Segoe UI"/>
                        </a:defRPr>
                      </a:lvl7pPr>
                      <a:lvl8pPr marL="3264597" algn="l" defTabSz="932742" rtl="0" eaLnBrk="1" latinLnBrk="0" hangingPunct="1">
                        <a:defRPr kumimoji="1" sz="1800" kern="1200">
                          <a:solidFill>
                            <a:schemeClr val="dk1"/>
                          </a:solidFill>
                          <a:latin typeface="Segoe UI"/>
                        </a:defRPr>
                      </a:lvl8pPr>
                      <a:lvl9pPr marL="3730969" algn="l" defTabSz="932742" rtl="0" eaLnBrk="1" latinLnBrk="0" hangingPunct="1">
                        <a:defRPr kumimoji="1" sz="1800" kern="1200">
                          <a:solidFill>
                            <a:schemeClr val="dk1"/>
                          </a:solidFill>
                          <a:latin typeface="Segoe UI"/>
                        </a:defRPr>
                      </a:lvl9pPr>
                    </a:lstStyle>
                    <a:p>
                      <a:pPr marL="0" marR="0" lvl="0" indent="0" algn="ctr" defTabSz="932742" rtl="0" eaLnBrk="1" fontAlgn="t"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000000"/>
                          </a:solidFill>
                          <a:effectLst/>
                          <a:uLnTx/>
                          <a:uFillTx/>
                          <a:latin typeface="游ゴシック"/>
                          <a:ea typeface="游ゴシック"/>
                          <a:cs typeface="+mn-cs"/>
                        </a:rPr>
                        <a:t>✔</a:t>
                      </a:r>
                    </a:p>
                  </a:txBody>
                  <a:tcPr marL="93260" marR="93260" marT="46630" marB="466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32742" rtl="0" eaLnBrk="1" latinLnBrk="0" hangingPunct="1">
                        <a:defRPr kumimoji="1" sz="1800" kern="1200">
                          <a:solidFill>
                            <a:schemeClr val="dk1"/>
                          </a:solidFill>
                          <a:latin typeface="Segoe UI"/>
                        </a:defRPr>
                      </a:lvl1pPr>
                      <a:lvl2pPr marL="466371" algn="l" defTabSz="932742" rtl="0" eaLnBrk="1" latinLnBrk="0" hangingPunct="1">
                        <a:defRPr kumimoji="1" sz="1800" kern="1200">
                          <a:solidFill>
                            <a:schemeClr val="dk1"/>
                          </a:solidFill>
                          <a:latin typeface="Segoe UI"/>
                        </a:defRPr>
                      </a:lvl2pPr>
                      <a:lvl3pPr marL="932742" algn="l" defTabSz="932742" rtl="0" eaLnBrk="1" latinLnBrk="0" hangingPunct="1">
                        <a:defRPr kumimoji="1" sz="1800" kern="1200">
                          <a:solidFill>
                            <a:schemeClr val="dk1"/>
                          </a:solidFill>
                          <a:latin typeface="Segoe UI"/>
                        </a:defRPr>
                      </a:lvl3pPr>
                      <a:lvl4pPr marL="1399113" algn="l" defTabSz="932742" rtl="0" eaLnBrk="1" latinLnBrk="0" hangingPunct="1">
                        <a:defRPr kumimoji="1" sz="1800" kern="1200">
                          <a:solidFill>
                            <a:schemeClr val="dk1"/>
                          </a:solidFill>
                          <a:latin typeface="Segoe UI"/>
                        </a:defRPr>
                      </a:lvl4pPr>
                      <a:lvl5pPr marL="1865484" algn="l" defTabSz="932742" rtl="0" eaLnBrk="1" latinLnBrk="0" hangingPunct="1">
                        <a:defRPr kumimoji="1" sz="1800" kern="1200">
                          <a:solidFill>
                            <a:schemeClr val="dk1"/>
                          </a:solidFill>
                          <a:latin typeface="Segoe UI"/>
                        </a:defRPr>
                      </a:lvl5pPr>
                      <a:lvl6pPr marL="2331856" algn="l" defTabSz="932742" rtl="0" eaLnBrk="1" latinLnBrk="0" hangingPunct="1">
                        <a:defRPr kumimoji="1" sz="1800" kern="1200">
                          <a:solidFill>
                            <a:schemeClr val="dk1"/>
                          </a:solidFill>
                          <a:latin typeface="Segoe UI"/>
                        </a:defRPr>
                      </a:lvl6pPr>
                      <a:lvl7pPr marL="2798226" algn="l" defTabSz="932742" rtl="0" eaLnBrk="1" latinLnBrk="0" hangingPunct="1">
                        <a:defRPr kumimoji="1" sz="1800" kern="1200">
                          <a:solidFill>
                            <a:schemeClr val="dk1"/>
                          </a:solidFill>
                          <a:latin typeface="Segoe UI"/>
                        </a:defRPr>
                      </a:lvl7pPr>
                      <a:lvl8pPr marL="3264597" algn="l" defTabSz="932742" rtl="0" eaLnBrk="1" latinLnBrk="0" hangingPunct="1">
                        <a:defRPr kumimoji="1" sz="1800" kern="1200">
                          <a:solidFill>
                            <a:schemeClr val="dk1"/>
                          </a:solidFill>
                          <a:latin typeface="Segoe UI"/>
                        </a:defRPr>
                      </a:lvl8pPr>
                      <a:lvl9pPr marL="3730969" algn="l" defTabSz="932742" rtl="0" eaLnBrk="1" latinLnBrk="0" hangingPunct="1">
                        <a:defRPr kumimoji="1" sz="1800" kern="1200">
                          <a:solidFill>
                            <a:schemeClr val="dk1"/>
                          </a:solidFill>
                          <a:latin typeface="Segoe UI"/>
                        </a:defRPr>
                      </a:lvl9pPr>
                    </a:lstStyle>
                    <a:p>
                      <a:pPr marL="0" marR="0" lvl="0" indent="0" algn="ctr" defTabSz="932742" rtl="0" eaLnBrk="1" fontAlgn="t"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000000"/>
                          </a:solidFill>
                          <a:effectLst/>
                          <a:uLnTx/>
                          <a:uFillTx/>
                          <a:latin typeface="游ゴシック"/>
                          <a:ea typeface="游ゴシック"/>
                          <a:cs typeface="+mn-cs"/>
                        </a:rPr>
                        <a:t>✔</a:t>
                      </a:r>
                    </a:p>
                  </a:txBody>
                  <a:tcPr marL="93260" marR="93260" marT="46630" marB="466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288984402"/>
                  </a:ext>
                </a:extLst>
              </a:tr>
              <a:tr h="0">
                <a:tc>
                  <a:txBody>
                    <a:bodyPr/>
                    <a:lstStyle>
                      <a:lvl1pPr marL="0" algn="l" defTabSz="932742" rtl="0" eaLnBrk="1" latinLnBrk="0" hangingPunct="1">
                        <a:defRPr kumimoji="1" sz="1800" kern="1200">
                          <a:solidFill>
                            <a:schemeClr val="dk1"/>
                          </a:solidFill>
                          <a:latin typeface="Segoe UI"/>
                        </a:defRPr>
                      </a:lvl1pPr>
                      <a:lvl2pPr marL="466371" algn="l" defTabSz="932742" rtl="0" eaLnBrk="1" latinLnBrk="0" hangingPunct="1">
                        <a:defRPr kumimoji="1" sz="1800" kern="1200">
                          <a:solidFill>
                            <a:schemeClr val="dk1"/>
                          </a:solidFill>
                          <a:latin typeface="Segoe UI"/>
                        </a:defRPr>
                      </a:lvl2pPr>
                      <a:lvl3pPr marL="932742" algn="l" defTabSz="932742" rtl="0" eaLnBrk="1" latinLnBrk="0" hangingPunct="1">
                        <a:defRPr kumimoji="1" sz="1800" kern="1200">
                          <a:solidFill>
                            <a:schemeClr val="dk1"/>
                          </a:solidFill>
                          <a:latin typeface="Segoe UI"/>
                        </a:defRPr>
                      </a:lvl3pPr>
                      <a:lvl4pPr marL="1399113" algn="l" defTabSz="932742" rtl="0" eaLnBrk="1" latinLnBrk="0" hangingPunct="1">
                        <a:defRPr kumimoji="1" sz="1800" kern="1200">
                          <a:solidFill>
                            <a:schemeClr val="dk1"/>
                          </a:solidFill>
                          <a:latin typeface="Segoe UI"/>
                        </a:defRPr>
                      </a:lvl4pPr>
                      <a:lvl5pPr marL="1865484" algn="l" defTabSz="932742" rtl="0" eaLnBrk="1" latinLnBrk="0" hangingPunct="1">
                        <a:defRPr kumimoji="1" sz="1800" kern="1200">
                          <a:solidFill>
                            <a:schemeClr val="dk1"/>
                          </a:solidFill>
                          <a:latin typeface="Segoe UI"/>
                        </a:defRPr>
                      </a:lvl5pPr>
                      <a:lvl6pPr marL="2331856" algn="l" defTabSz="932742" rtl="0" eaLnBrk="1" latinLnBrk="0" hangingPunct="1">
                        <a:defRPr kumimoji="1" sz="1800" kern="1200">
                          <a:solidFill>
                            <a:schemeClr val="dk1"/>
                          </a:solidFill>
                          <a:latin typeface="Segoe UI"/>
                        </a:defRPr>
                      </a:lvl6pPr>
                      <a:lvl7pPr marL="2798226" algn="l" defTabSz="932742" rtl="0" eaLnBrk="1" latinLnBrk="0" hangingPunct="1">
                        <a:defRPr kumimoji="1" sz="1800" kern="1200">
                          <a:solidFill>
                            <a:schemeClr val="dk1"/>
                          </a:solidFill>
                          <a:latin typeface="Segoe UI"/>
                        </a:defRPr>
                      </a:lvl7pPr>
                      <a:lvl8pPr marL="3264597" algn="l" defTabSz="932742" rtl="0" eaLnBrk="1" latinLnBrk="0" hangingPunct="1">
                        <a:defRPr kumimoji="1" sz="1800" kern="1200">
                          <a:solidFill>
                            <a:schemeClr val="dk1"/>
                          </a:solidFill>
                          <a:latin typeface="Segoe UI"/>
                        </a:defRPr>
                      </a:lvl8pPr>
                      <a:lvl9pPr marL="3730969" algn="l" defTabSz="932742" rtl="0" eaLnBrk="1" latinLnBrk="0" hangingPunct="1">
                        <a:defRPr kumimoji="1" sz="1800" kern="1200">
                          <a:solidFill>
                            <a:schemeClr val="dk1"/>
                          </a:solidFill>
                          <a:latin typeface="Segoe UI"/>
                        </a:defRPr>
                      </a:lvl9pPr>
                    </a:lstStyle>
                    <a:p>
                      <a:pPr algn="l" fontAlgn="t"/>
                      <a:r>
                        <a:rPr lang="en-US" sz="1050" b="0">
                          <a:effectLst/>
                        </a:rPr>
                        <a:t>L3/L4 Automatic attack mitigation</a:t>
                      </a:r>
                    </a:p>
                  </a:txBody>
                  <a:tcPr marL="93260" marR="93260" marT="46630" marB="4663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t"/>
                      <a:endParaRPr lang="en-US" sz="1050">
                        <a:effectLst/>
                      </a:endParaRPr>
                    </a:p>
                  </a:txBody>
                  <a:tcPr marL="93260" marR="93260" marT="46630" marB="466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32742" rtl="0" eaLnBrk="1" latinLnBrk="0" hangingPunct="1">
                        <a:defRPr kumimoji="1" sz="1800" kern="1200">
                          <a:solidFill>
                            <a:schemeClr val="dk1"/>
                          </a:solidFill>
                          <a:latin typeface="Segoe UI"/>
                        </a:defRPr>
                      </a:lvl1pPr>
                      <a:lvl2pPr marL="466371" algn="l" defTabSz="932742" rtl="0" eaLnBrk="1" latinLnBrk="0" hangingPunct="1">
                        <a:defRPr kumimoji="1" sz="1800" kern="1200">
                          <a:solidFill>
                            <a:schemeClr val="dk1"/>
                          </a:solidFill>
                          <a:latin typeface="Segoe UI"/>
                        </a:defRPr>
                      </a:lvl2pPr>
                      <a:lvl3pPr marL="932742" algn="l" defTabSz="932742" rtl="0" eaLnBrk="1" latinLnBrk="0" hangingPunct="1">
                        <a:defRPr kumimoji="1" sz="1800" kern="1200">
                          <a:solidFill>
                            <a:schemeClr val="dk1"/>
                          </a:solidFill>
                          <a:latin typeface="Segoe UI"/>
                        </a:defRPr>
                      </a:lvl3pPr>
                      <a:lvl4pPr marL="1399113" algn="l" defTabSz="932742" rtl="0" eaLnBrk="1" latinLnBrk="0" hangingPunct="1">
                        <a:defRPr kumimoji="1" sz="1800" kern="1200">
                          <a:solidFill>
                            <a:schemeClr val="dk1"/>
                          </a:solidFill>
                          <a:latin typeface="Segoe UI"/>
                        </a:defRPr>
                      </a:lvl4pPr>
                      <a:lvl5pPr marL="1865484" algn="l" defTabSz="932742" rtl="0" eaLnBrk="1" latinLnBrk="0" hangingPunct="1">
                        <a:defRPr kumimoji="1" sz="1800" kern="1200">
                          <a:solidFill>
                            <a:schemeClr val="dk1"/>
                          </a:solidFill>
                          <a:latin typeface="Segoe UI"/>
                        </a:defRPr>
                      </a:lvl5pPr>
                      <a:lvl6pPr marL="2331856" algn="l" defTabSz="932742" rtl="0" eaLnBrk="1" latinLnBrk="0" hangingPunct="1">
                        <a:defRPr kumimoji="1" sz="1800" kern="1200">
                          <a:solidFill>
                            <a:schemeClr val="dk1"/>
                          </a:solidFill>
                          <a:latin typeface="Segoe UI"/>
                        </a:defRPr>
                      </a:lvl6pPr>
                      <a:lvl7pPr marL="2798226" algn="l" defTabSz="932742" rtl="0" eaLnBrk="1" latinLnBrk="0" hangingPunct="1">
                        <a:defRPr kumimoji="1" sz="1800" kern="1200">
                          <a:solidFill>
                            <a:schemeClr val="dk1"/>
                          </a:solidFill>
                          <a:latin typeface="Segoe UI"/>
                        </a:defRPr>
                      </a:lvl7pPr>
                      <a:lvl8pPr marL="3264597" algn="l" defTabSz="932742" rtl="0" eaLnBrk="1" latinLnBrk="0" hangingPunct="1">
                        <a:defRPr kumimoji="1" sz="1800" kern="1200">
                          <a:solidFill>
                            <a:schemeClr val="dk1"/>
                          </a:solidFill>
                          <a:latin typeface="Segoe UI"/>
                        </a:defRPr>
                      </a:lvl8pPr>
                      <a:lvl9pPr marL="3730969" algn="l" defTabSz="932742" rtl="0" eaLnBrk="1" latinLnBrk="0" hangingPunct="1">
                        <a:defRPr kumimoji="1" sz="1800" kern="1200">
                          <a:solidFill>
                            <a:schemeClr val="dk1"/>
                          </a:solidFill>
                          <a:latin typeface="Segoe UI"/>
                        </a:defRPr>
                      </a:lvl9pPr>
                    </a:lstStyle>
                    <a:p>
                      <a:pPr marL="0" marR="0" lvl="0" indent="0" algn="ctr" defTabSz="932742" rtl="0" eaLnBrk="1" fontAlgn="t"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000000"/>
                          </a:solidFill>
                          <a:effectLst/>
                          <a:uLnTx/>
                          <a:uFillTx/>
                          <a:latin typeface="游ゴシック"/>
                          <a:ea typeface="游ゴシック"/>
                          <a:cs typeface="+mn-cs"/>
                        </a:rPr>
                        <a:t>✔</a:t>
                      </a:r>
                    </a:p>
                  </a:txBody>
                  <a:tcPr marL="93260" marR="93260" marT="46630" marB="466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32742" rtl="0" eaLnBrk="1" latinLnBrk="0" hangingPunct="1">
                        <a:defRPr kumimoji="1" sz="1800" kern="1200">
                          <a:solidFill>
                            <a:schemeClr val="dk1"/>
                          </a:solidFill>
                          <a:latin typeface="Segoe UI"/>
                        </a:defRPr>
                      </a:lvl1pPr>
                      <a:lvl2pPr marL="466371" algn="l" defTabSz="932742" rtl="0" eaLnBrk="1" latinLnBrk="0" hangingPunct="1">
                        <a:defRPr kumimoji="1" sz="1800" kern="1200">
                          <a:solidFill>
                            <a:schemeClr val="dk1"/>
                          </a:solidFill>
                          <a:latin typeface="Segoe UI"/>
                        </a:defRPr>
                      </a:lvl2pPr>
                      <a:lvl3pPr marL="932742" algn="l" defTabSz="932742" rtl="0" eaLnBrk="1" latinLnBrk="0" hangingPunct="1">
                        <a:defRPr kumimoji="1" sz="1800" kern="1200">
                          <a:solidFill>
                            <a:schemeClr val="dk1"/>
                          </a:solidFill>
                          <a:latin typeface="Segoe UI"/>
                        </a:defRPr>
                      </a:lvl3pPr>
                      <a:lvl4pPr marL="1399113" algn="l" defTabSz="932742" rtl="0" eaLnBrk="1" latinLnBrk="0" hangingPunct="1">
                        <a:defRPr kumimoji="1" sz="1800" kern="1200">
                          <a:solidFill>
                            <a:schemeClr val="dk1"/>
                          </a:solidFill>
                          <a:latin typeface="Segoe UI"/>
                        </a:defRPr>
                      </a:lvl4pPr>
                      <a:lvl5pPr marL="1865484" algn="l" defTabSz="932742" rtl="0" eaLnBrk="1" latinLnBrk="0" hangingPunct="1">
                        <a:defRPr kumimoji="1" sz="1800" kern="1200">
                          <a:solidFill>
                            <a:schemeClr val="dk1"/>
                          </a:solidFill>
                          <a:latin typeface="Segoe UI"/>
                        </a:defRPr>
                      </a:lvl5pPr>
                      <a:lvl6pPr marL="2331856" algn="l" defTabSz="932742" rtl="0" eaLnBrk="1" latinLnBrk="0" hangingPunct="1">
                        <a:defRPr kumimoji="1" sz="1800" kern="1200">
                          <a:solidFill>
                            <a:schemeClr val="dk1"/>
                          </a:solidFill>
                          <a:latin typeface="Segoe UI"/>
                        </a:defRPr>
                      </a:lvl6pPr>
                      <a:lvl7pPr marL="2798226" algn="l" defTabSz="932742" rtl="0" eaLnBrk="1" latinLnBrk="0" hangingPunct="1">
                        <a:defRPr kumimoji="1" sz="1800" kern="1200">
                          <a:solidFill>
                            <a:schemeClr val="dk1"/>
                          </a:solidFill>
                          <a:latin typeface="Segoe UI"/>
                        </a:defRPr>
                      </a:lvl7pPr>
                      <a:lvl8pPr marL="3264597" algn="l" defTabSz="932742" rtl="0" eaLnBrk="1" latinLnBrk="0" hangingPunct="1">
                        <a:defRPr kumimoji="1" sz="1800" kern="1200">
                          <a:solidFill>
                            <a:schemeClr val="dk1"/>
                          </a:solidFill>
                          <a:latin typeface="Segoe UI"/>
                        </a:defRPr>
                      </a:lvl8pPr>
                      <a:lvl9pPr marL="3730969" algn="l" defTabSz="932742" rtl="0" eaLnBrk="1" latinLnBrk="0" hangingPunct="1">
                        <a:defRPr kumimoji="1" sz="1800" kern="1200">
                          <a:solidFill>
                            <a:schemeClr val="dk1"/>
                          </a:solidFill>
                          <a:latin typeface="Segoe UI"/>
                        </a:defRPr>
                      </a:lvl9pPr>
                    </a:lstStyle>
                    <a:p>
                      <a:pPr marL="0" marR="0" lvl="0" indent="0" algn="ctr" defTabSz="932742" rtl="0" eaLnBrk="1" fontAlgn="t"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000000"/>
                          </a:solidFill>
                          <a:effectLst/>
                          <a:uLnTx/>
                          <a:uFillTx/>
                          <a:latin typeface="游ゴシック"/>
                          <a:ea typeface="游ゴシック"/>
                          <a:cs typeface="+mn-cs"/>
                        </a:rPr>
                        <a:t>✔</a:t>
                      </a:r>
                    </a:p>
                  </a:txBody>
                  <a:tcPr marL="93260" marR="93260" marT="46630" marB="466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559087214"/>
                  </a:ext>
                </a:extLst>
              </a:tr>
              <a:tr h="0">
                <a:tc>
                  <a:txBody>
                    <a:bodyPr/>
                    <a:lstStyle>
                      <a:lvl1pPr marL="0" algn="l" defTabSz="932742" rtl="0" eaLnBrk="1" latinLnBrk="0" hangingPunct="1">
                        <a:defRPr kumimoji="1" sz="1800" kern="1200">
                          <a:solidFill>
                            <a:schemeClr val="dk1"/>
                          </a:solidFill>
                          <a:latin typeface="Segoe UI"/>
                        </a:defRPr>
                      </a:lvl1pPr>
                      <a:lvl2pPr marL="466371" algn="l" defTabSz="932742" rtl="0" eaLnBrk="1" latinLnBrk="0" hangingPunct="1">
                        <a:defRPr kumimoji="1" sz="1800" kern="1200">
                          <a:solidFill>
                            <a:schemeClr val="dk1"/>
                          </a:solidFill>
                          <a:latin typeface="Segoe UI"/>
                        </a:defRPr>
                      </a:lvl2pPr>
                      <a:lvl3pPr marL="932742" algn="l" defTabSz="932742" rtl="0" eaLnBrk="1" latinLnBrk="0" hangingPunct="1">
                        <a:defRPr kumimoji="1" sz="1800" kern="1200">
                          <a:solidFill>
                            <a:schemeClr val="dk1"/>
                          </a:solidFill>
                          <a:latin typeface="Segoe UI"/>
                        </a:defRPr>
                      </a:lvl3pPr>
                      <a:lvl4pPr marL="1399113" algn="l" defTabSz="932742" rtl="0" eaLnBrk="1" latinLnBrk="0" hangingPunct="1">
                        <a:defRPr kumimoji="1" sz="1800" kern="1200">
                          <a:solidFill>
                            <a:schemeClr val="dk1"/>
                          </a:solidFill>
                          <a:latin typeface="Segoe UI"/>
                        </a:defRPr>
                      </a:lvl4pPr>
                      <a:lvl5pPr marL="1865484" algn="l" defTabSz="932742" rtl="0" eaLnBrk="1" latinLnBrk="0" hangingPunct="1">
                        <a:defRPr kumimoji="1" sz="1800" kern="1200">
                          <a:solidFill>
                            <a:schemeClr val="dk1"/>
                          </a:solidFill>
                          <a:latin typeface="Segoe UI"/>
                        </a:defRPr>
                      </a:lvl5pPr>
                      <a:lvl6pPr marL="2331856" algn="l" defTabSz="932742" rtl="0" eaLnBrk="1" latinLnBrk="0" hangingPunct="1">
                        <a:defRPr kumimoji="1" sz="1800" kern="1200">
                          <a:solidFill>
                            <a:schemeClr val="dk1"/>
                          </a:solidFill>
                          <a:latin typeface="Segoe UI"/>
                        </a:defRPr>
                      </a:lvl6pPr>
                      <a:lvl7pPr marL="2798226" algn="l" defTabSz="932742" rtl="0" eaLnBrk="1" latinLnBrk="0" hangingPunct="1">
                        <a:defRPr kumimoji="1" sz="1800" kern="1200">
                          <a:solidFill>
                            <a:schemeClr val="dk1"/>
                          </a:solidFill>
                          <a:latin typeface="Segoe UI"/>
                        </a:defRPr>
                      </a:lvl7pPr>
                      <a:lvl8pPr marL="3264597" algn="l" defTabSz="932742" rtl="0" eaLnBrk="1" latinLnBrk="0" hangingPunct="1">
                        <a:defRPr kumimoji="1" sz="1800" kern="1200">
                          <a:solidFill>
                            <a:schemeClr val="dk1"/>
                          </a:solidFill>
                          <a:latin typeface="Segoe UI"/>
                        </a:defRPr>
                      </a:lvl8pPr>
                      <a:lvl9pPr marL="3730969" algn="l" defTabSz="932742" rtl="0" eaLnBrk="1" latinLnBrk="0" hangingPunct="1">
                        <a:defRPr kumimoji="1" sz="1800" kern="1200">
                          <a:solidFill>
                            <a:schemeClr val="dk1"/>
                          </a:solidFill>
                          <a:latin typeface="Segoe UI"/>
                        </a:defRPr>
                      </a:lvl9pPr>
                    </a:lstStyle>
                    <a:p>
                      <a:pPr algn="l" fontAlgn="t"/>
                      <a:r>
                        <a:rPr lang="en-US" sz="1050" b="0">
                          <a:effectLst/>
                        </a:rPr>
                        <a:t>Automatic attack mitigation</a:t>
                      </a:r>
                    </a:p>
                  </a:txBody>
                  <a:tcPr marL="93260" marR="93260" marT="46630" marB="4663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ctr" defTabSz="932742" rtl="0" eaLnBrk="1" fontAlgn="t" latinLnBrk="0" hangingPunct="1">
                        <a:lnSpc>
                          <a:spcPct val="100000"/>
                        </a:lnSpc>
                        <a:spcBef>
                          <a:spcPts val="0"/>
                        </a:spcBef>
                        <a:spcAft>
                          <a:spcPts val="0"/>
                        </a:spcAft>
                        <a:buClrTx/>
                        <a:buSzTx/>
                        <a:buFontTx/>
                        <a:buNone/>
                        <a:tabLst/>
                        <a:defRPr/>
                      </a:pPr>
                      <a:r>
                        <a:rPr lang="en-US" altLang="ja-JP" sz="1050">
                          <a:effectLst/>
                        </a:rPr>
                        <a:t>✔</a:t>
                      </a:r>
                    </a:p>
                  </a:txBody>
                  <a:tcPr marL="93260" marR="93260" marT="46630" marB="466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32742" rtl="0" eaLnBrk="1" latinLnBrk="0" hangingPunct="1">
                        <a:defRPr kumimoji="1" sz="1800" kern="1200">
                          <a:solidFill>
                            <a:schemeClr val="dk1"/>
                          </a:solidFill>
                          <a:latin typeface="Segoe UI"/>
                        </a:defRPr>
                      </a:lvl1pPr>
                      <a:lvl2pPr marL="466371" algn="l" defTabSz="932742" rtl="0" eaLnBrk="1" latinLnBrk="0" hangingPunct="1">
                        <a:defRPr kumimoji="1" sz="1800" kern="1200">
                          <a:solidFill>
                            <a:schemeClr val="dk1"/>
                          </a:solidFill>
                          <a:latin typeface="Segoe UI"/>
                        </a:defRPr>
                      </a:lvl2pPr>
                      <a:lvl3pPr marL="932742" algn="l" defTabSz="932742" rtl="0" eaLnBrk="1" latinLnBrk="0" hangingPunct="1">
                        <a:defRPr kumimoji="1" sz="1800" kern="1200">
                          <a:solidFill>
                            <a:schemeClr val="dk1"/>
                          </a:solidFill>
                          <a:latin typeface="Segoe UI"/>
                        </a:defRPr>
                      </a:lvl3pPr>
                      <a:lvl4pPr marL="1399113" algn="l" defTabSz="932742" rtl="0" eaLnBrk="1" latinLnBrk="0" hangingPunct="1">
                        <a:defRPr kumimoji="1" sz="1800" kern="1200">
                          <a:solidFill>
                            <a:schemeClr val="dk1"/>
                          </a:solidFill>
                          <a:latin typeface="Segoe UI"/>
                        </a:defRPr>
                      </a:lvl4pPr>
                      <a:lvl5pPr marL="1865484" algn="l" defTabSz="932742" rtl="0" eaLnBrk="1" latinLnBrk="0" hangingPunct="1">
                        <a:defRPr kumimoji="1" sz="1800" kern="1200">
                          <a:solidFill>
                            <a:schemeClr val="dk1"/>
                          </a:solidFill>
                          <a:latin typeface="Segoe UI"/>
                        </a:defRPr>
                      </a:lvl5pPr>
                      <a:lvl6pPr marL="2331856" algn="l" defTabSz="932742" rtl="0" eaLnBrk="1" latinLnBrk="0" hangingPunct="1">
                        <a:defRPr kumimoji="1" sz="1800" kern="1200">
                          <a:solidFill>
                            <a:schemeClr val="dk1"/>
                          </a:solidFill>
                          <a:latin typeface="Segoe UI"/>
                        </a:defRPr>
                      </a:lvl6pPr>
                      <a:lvl7pPr marL="2798226" algn="l" defTabSz="932742" rtl="0" eaLnBrk="1" latinLnBrk="0" hangingPunct="1">
                        <a:defRPr kumimoji="1" sz="1800" kern="1200">
                          <a:solidFill>
                            <a:schemeClr val="dk1"/>
                          </a:solidFill>
                          <a:latin typeface="Segoe UI"/>
                        </a:defRPr>
                      </a:lvl7pPr>
                      <a:lvl8pPr marL="3264597" algn="l" defTabSz="932742" rtl="0" eaLnBrk="1" latinLnBrk="0" hangingPunct="1">
                        <a:defRPr kumimoji="1" sz="1800" kern="1200">
                          <a:solidFill>
                            <a:schemeClr val="dk1"/>
                          </a:solidFill>
                          <a:latin typeface="Segoe UI"/>
                        </a:defRPr>
                      </a:lvl8pPr>
                      <a:lvl9pPr marL="3730969" algn="l" defTabSz="932742" rtl="0" eaLnBrk="1" latinLnBrk="0" hangingPunct="1">
                        <a:defRPr kumimoji="1" sz="1800" kern="1200">
                          <a:solidFill>
                            <a:schemeClr val="dk1"/>
                          </a:solidFill>
                          <a:latin typeface="Segoe UI"/>
                        </a:defRPr>
                      </a:lvl9pPr>
                    </a:lstStyle>
                    <a:p>
                      <a:pPr marL="0" marR="0" lvl="0" indent="0" algn="ctr" defTabSz="932742" rtl="0" eaLnBrk="1" fontAlgn="t"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000000"/>
                          </a:solidFill>
                          <a:effectLst/>
                          <a:uLnTx/>
                          <a:uFillTx/>
                          <a:latin typeface="游ゴシック"/>
                          <a:ea typeface="游ゴシック"/>
                          <a:cs typeface="+mn-cs"/>
                        </a:rPr>
                        <a:t>✔</a:t>
                      </a:r>
                    </a:p>
                  </a:txBody>
                  <a:tcPr marL="93260" marR="93260" marT="46630" marB="466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32742" rtl="0" eaLnBrk="1" latinLnBrk="0" hangingPunct="1">
                        <a:defRPr kumimoji="1" sz="1800" kern="1200">
                          <a:solidFill>
                            <a:schemeClr val="dk1"/>
                          </a:solidFill>
                          <a:latin typeface="Segoe UI"/>
                        </a:defRPr>
                      </a:lvl1pPr>
                      <a:lvl2pPr marL="466371" algn="l" defTabSz="932742" rtl="0" eaLnBrk="1" latinLnBrk="0" hangingPunct="1">
                        <a:defRPr kumimoji="1" sz="1800" kern="1200">
                          <a:solidFill>
                            <a:schemeClr val="dk1"/>
                          </a:solidFill>
                          <a:latin typeface="Segoe UI"/>
                        </a:defRPr>
                      </a:lvl2pPr>
                      <a:lvl3pPr marL="932742" algn="l" defTabSz="932742" rtl="0" eaLnBrk="1" latinLnBrk="0" hangingPunct="1">
                        <a:defRPr kumimoji="1" sz="1800" kern="1200">
                          <a:solidFill>
                            <a:schemeClr val="dk1"/>
                          </a:solidFill>
                          <a:latin typeface="Segoe UI"/>
                        </a:defRPr>
                      </a:lvl3pPr>
                      <a:lvl4pPr marL="1399113" algn="l" defTabSz="932742" rtl="0" eaLnBrk="1" latinLnBrk="0" hangingPunct="1">
                        <a:defRPr kumimoji="1" sz="1800" kern="1200">
                          <a:solidFill>
                            <a:schemeClr val="dk1"/>
                          </a:solidFill>
                          <a:latin typeface="Segoe UI"/>
                        </a:defRPr>
                      </a:lvl4pPr>
                      <a:lvl5pPr marL="1865484" algn="l" defTabSz="932742" rtl="0" eaLnBrk="1" latinLnBrk="0" hangingPunct="1">
                        <a:defRPr kumimoji="1" sz="1800" kern="1200">
                          <a:solidFill>
                            <a:schemeClr val="dk1"/>
                          </a:solidFill>
                          <a:latin typeface="Segoe UI"/>
                        </a:defRPr>
                      </a:lvl5pPr>
                      <a:lvl6pPr marL="2331856" algn="l" defTabSz="932742" rtl="0" eaLnBrk="1" latinLnBrk="0" hangingPunct="1">
                        <a:defRPr kumimoji="1" sz="1800" kern="1200">
                          <a:solidFill>
                            <a:schemeClr val="dk1"/>
                          </a:solidFill>
                          <a:latin typeface="Segoe UI"/>
                        </a:defRPr>
                      </a:lvl6pPr>
                      <a:lvl7pPr marL="2798226" algn="l" defTabSz="932742" rtl="0" eaLnBrk="1" latinLnBrk="0" hangingPunct="1">
                        <a:defRPr kumimoji="1" sz="1800" kern="1200">
                          <a:solidFill>
                            <a:schemeClr val="dk1"/>
                          </a:solidFill>
                          <a:latin typeface="Segoe UI"/>
                        </a:defRPr>
                      </a:lvl7pPr>
                      <a:lvl8pPr marL="3264597" algn="l" defTabSz="932742" rtl="0" eaLnBrk="1" latinLnBrk="0" hangingPunct="1">
                        <a:defRPr kumimoji="1" sz="1800" kern="1200">
                          <a:solidFill>
                            <a:schemeClr val="dk1"/>
                          </a:solidFill>
                          <a:latin typeface="Segoe UI"/>
                        </a:defRPr>
                      </a:lvl8pPr>
                      <a:lvl9pPr marL="3730969" algn="l" defTabSz="932742" rtl="0" eaLnBrk="1" latinLnBrk="0" hangingPunct="1">
                        <a:defRPr kumimoji="1" sz="1800" kern="1200">
                          <a:solidFill>
                            <a:schemeClr val="dk1"/>
                          </a:solidFill>
                          <a:latin typeface="Segoe UI"/>
                        </a:defRPr>
                      </a:lvl9pPr>
                    </a:lstStyle>
                    <a:p>
                      <a:pPr marL="0" marR="0" lvl="0" indent="0" algn="ctr" defTabSz="932742" rtl="0" eaLnBrk="1" fontAlgn="t"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000000"/>
                          </a:solidFill>
                          <a:effectLst/>
                          <a:uLnTx/>
                          <a:uFillTx/>
                          <a:latin typeface="游ゴシック"/>
                          <a:ea typeface="游ゴシック"/>
                          <a:cs typeface="+mn-cs"/>
                        </a:rPr>
                        <a:t>✔</a:t>
                      </a:r>
                    </a:p>
                  </a:txBody>
                  <a:tcPr marL="93260" marR="93260" marT="46630" marB="466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588589637"/>
                  </a:ext>
                </a:extLst>
              </a:tr>
              <a:tr h="0">
                <a:tc>
                  <a:txBody>
                    <a:bodyPr/>
                    <a:lstStyle>
                      <a:lvl1pPr marL="0" algn="l" defTabSz="932742" rtl="0" eaLnBrk="1" latinLnBrk="0" hangingPunct="1">
                        <a:defRPr kumimoji="1" sz="1800" kern="1200">
                          <a:solidFill>
                            <a:schemeClr val="dk1"/>
                          </a:solidFill>
                          <a:latin typeface="Segoe UI"/>
                        </a:defRPr>
                      </a:lvl1pPr>
                      <a:lvl2pPr marL="466371" algn="l" defTabSz="932742" rtl="0" eaLnBrk="1" latinLnBrk="0" hangingPunct="1">
                        <a:defRPr kumimoji="1" sz="1800" kern="1200">
                          <a:solidFill>
                            <a:schemeClr val="dk1"/>
                          </a:solidFill>
                          <a:latin typeface="Segoe UI"/>
                        </a:defRPr>
                      </a:lvl2pPr>
                      <a:lvl3pPr marL="932742" algn="l" defTabSz="932742" rtl="0" eaLnBrk="1" latinLnBrk="0" hangingPunct="1">
                        <a:defRPr kumimoji="1" sz="1800" kern="1200">
                          <a:solidFill>
                            <a:schemeClr val="dk1"/>
                          </a:solidFill>
                          <a:latin typeface="Segoe UI"/>
                        </a:defRPr>
                      </a:lvl3pPr>
                      <a:lvl4pPr marL="1399113" algn="l" defTabSz="932742" rtl="0" eaLnBrk="1" latinLnBrk="0" hangingPunct="1">
                        <a:defRPr kumimoji="1" sz="1800" kern="1200">
                          <a:solidFill>
                            <a:schemeClr val="dk1"/>
                          </a:solidFill>
                          <a:latin typeface="Segoe UI"/>
                        </a:defRPr>
                      </a:lvl4pPr>
                      <a:lvl5pPr marL="1865484" algn="l" defTabSz="932742" rtl="0" eaLnBrk="1" latinLnBrk="0" hangingPunct="1">
                        <a:defRPr kumimoji="1" sz="1800" kern="1200">
                          <a:solidFill>
                            <a:schemeClr val="dk1"/>
                          </a:solidFill>
                          <a:latin typeface="Segoe UI"/>
                        </a:defRPr>
                      </a:lvl5pPr>
                      <a:lvl6pPr marL="2331856" algn="l" defTabSz="932742" rtl="0" eaLnBrk="1" latinLnBrk="0" hangingPunct="1">
                        <a:defRPr kumimoji="1" sz="1800" kern="1200">
                          <a:solidFill>
                            <a:schemeClr val="dk1"/>
                          </a:solidFill>
                          <a:latin typeface="Segoe UI"/>
                        </a:defRPr>
                      </a:lvl6pPr>
                      <a:lvl7pPr marL="2798226" algn="l" defTabSz="932742" rtl="0" eaLnBrk="1" latinLnBrk="0" hangingPunct="1">
                        <a:defRPr kumimoji="1" sz="1800" kern="1200">
                          <a:solidFill>
                            <a:schemeClr val="dk1"/>
                          </a:solidFill>
                          <a:latin typeface="Segoe UI"/>
                        </a:defRPr>
                      </a:lvl7pPr>
                      <a:lvl8pPr marL="3264597" algn="l" defTabSz="932742" rtl="0" eaLnBrk="1" latinLnBrk="0" hangingPunct="1">
                        <a:defRPr kumimoji="1" sz="1800" kern="1200">
                          <a:solidFill>
                            <a:schemeClr val="dk1"/>
                          </a:solidFill>
                          <a:latin typeface="Segoe UI"/>
                        </a:defRPr>
                      </a:lvl8pPr>
                      <a:lvl9pPr marL="3730969" algn="l" defTabSz="932742" rtl="0" eaLnBrk="1" latinLnBrk="0" hangingPunct="1">
                        <a:defRPr kumimoji="1" sz="1800" kern="1200">
                          <a:solidFill>
                            <a:schemeClr val="dk1"/>
                          </a:solidFill>
                          <a:latin typeface="Segoe UI"/>
                        </a:defRPr>
                      </a:lvl9pPr>
                    </a:lstStyle>
                    <a:p>
                      <a:pPr algn="l" fontAlgn="t"/>
                      <a:r>
                        <a:rPr lang="en-US" sz="1050" b="0">
                          <a:effectLst/>
                        </a:rPr>
                        <a:t>Application based mitigation policies</a:t>
                      </a:r>
                    </a:p>
                  </a:txBody>
                  <a:tcPr marL="93260" marR="93260" marT="46630" marB="4663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t"/>
                      <a:endParaRPr lang="en-US" sz="1050">
                        <a:effectLst/>
                      </a:endParaRPr>
                    </a:p>
                  </a:txBody>
                  <a:tcPr marL="93260" marR="93260" marT="46630" marB="466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32742" rtl="0" eaLnBrk="1" latinLnBrk="0" hangingPunct="1">
                        <a:defRPr kumimoji="1" sz="1800" kern="1200">
                          <a:solidFill>
                            <a:schemeClr val="dk1"/>
                          </a:solidFill>
                          <a:latin typeface="Segoe UI"/>
                        </a:defRPr>
                      </a:lvl1pPr>
                      <a:lvl2pPr marL="466371" algn="l" defTabSz="932742" rtl="0" eaLnBrk="1" latinLnBrk="0" hangingPunct="1">
                        <a:defRPr kumimoji="1" sz="1800" kern="1200">
                          <a:solidFill>
                            <a:schemeClr val="dk1"/>
                          </a:solidFill>
                          <a:latin typeface="Segoe UI"/>
                        </a:defRPr>
                      </a:lvl2pPr>
                      <a:lvl3pPr marL="932742" algn="l" defTabSz="932742" rtl="0" eaLnBrk="1" latinLnBrk="0" hangingPunct="1">
                        <a:defRPr kumimoji="1" sz="1800" kern="1200">
                          <a:solidFill>
                            <a:schemeClr val="dk1"/>
                          </a:solidFill>
                          <a:latin typeface="Segoe UI"/>
                        </a:defRPr>
                      </a:lvl3pPr>
                      <a:lvl4pPr marL="1399113" algn="l" defTabSz="932742" rtl="0" eaLnBrk="1" latinLnBrk="0" hangingPunct="1">
                        <a:defRPr kumimoji="1" sz="1800" kern="1200">
                          <a:solidFill>
                            <a:schemeClr val="dk1"/>
                          </a:solidFill>
                          <a:latin typeface="Segoe UI"/>
                        </a:defRPr>
                      </a:lvl4pPr>
                      <a:lvl5pPr marL="1865484" algn="l" defTabSz="932742" rtl="0" eaLnBrk="1" latinLnBrk="0" hangingPunct="1">
                        <a:defRPr kumimoji="1" sz="1800" kern="1200">
                          <a:solidFill>
                            <a:schemeClr val="dk1"/>
                          </a:solidFill>
                          <a:latin typeface="Segoe UI"/>
                        </a:defRPr>
                      </a:lvl5pPr>
                      <a:lvl6pPr marL="2331856" algn="l" defTabSz="932742" rtl="0" eaLnBrk="1" latinLnBrk="0" hangingPunct="1">
                        <a:defRPr kumimoji="1" sz="1800" kern="1200">
                          <a:solidFill>
                            <a:schemeClr val="dk1"/>
                          </a:solidFill>
                          <a:latin typeface="Segoe UI"/>
                        </a:defRPr>
                      </a:lvl6pPr>
                      <a:lvl7pPr marL="2798226" algn="l" defTabSz="932742" rtl="0" eaLnBrk="1" latinLnBrk="0" hangingPunct="1">
                        <a:defRPr kumimoji="1" sz="1800" kern="1200">
                          <a:solidFill>
                            <a:schemeClr val="dk1"/>
                          </a:solidFill>
                          <a:latin typeface="Segoe UI"/>
                        </a:defRPr>
                      </a:lvl7pPr>
                      <a:lvl8pPr marL="3264597" algn="l" defTabSz="932742" rtl="0" eaLnBrk="1" latinLnBrk="0" hangingPunct="1">
                        <a:defRPr kumimoji="1" sz="1800" kern="1200">
                          <a:solidFill>
                            <a:schemeClr val="dk1"/>
                          </a:solidFill>
                          <a:latin typeface="Segoe UI"/>
                        </a:defRPr>
                      </a:lvl8pPr>
                      <a:lvl9pPr marL="3730969" algn="l" defTabSz="932742" rtl="0" eaLnBrk="1" latinLnBrk="0" hangingPunct="1">
                        <a:defRPr kumimoji="1" sz="1800" kern="1200">
                          <a:solidFill>
                            <a:schemeClr val="dk1"/>
                          </a:solidFill>
                          <a:latin typeface="Segoe UI"/>
                        </a:defRPr>
                      </a:lvl9pPr>
                    </a:lstStyle>
                    <a:p>
                      <a:pPr marL="0" marR="0" lvl="0" indent="0" algn="ctr" defTabSz="932742" rtl="0" eaLnBrk="1" fontAlgn="t"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000000"/>
                          </a:solidFill>
                          <a:effectLst/>
                          <a:uLnTx/>
                          <a:uFillTx/>
                          <a:latin typeface="游ゴシック"/>
                          <a:ea typeface="游ゴシック"/>
                          <a:cs typeface="+mn-cs"/>
                        </a:rPr>
                        <a:t>✔</a:t>
                      </a:r>
                    </a:p>
                  </a:txBody>
                  <a:tcPr marL="93260" marR="93260" marT="46630" marB="466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32742" rtl="0" eaLnBrk="1" latinLnBrk="0" hangingPunct="1">
                        <a:defRPr kumimoji="1" sz="1800" kern="1200">
                          <a:solidFill>
                            <a:schemeClr val="dk1"/>
                          </a:solidFill>
                          <a:latin typeface="Segoe UI"/>
                        </a:defRPr>
                      </a:lvl1pPr>
                      <a:lvl2pPr marL="466371" algn="l" defTabSz="932742" rtl="0" eaLnBrk="1" latinLnBrk="0" hangingPunct="1">
                        <a:defRPr kumimoji="1" sz="1800" kern="1200">
                          <a:solidFill>
                            <a:schemeClr val="dk1"/>
                          </a:solidFill>
                          <a:latin typeface="Segoe UI"/>
                        </a:defRPr>
                      </a:lvl2pPr>
                      <a:lvl3pPr marL="932742" algn="l" defTabSz="932742" rtl="0" eaLnBrk="1" latinLnBrk="0" hangingPunct="1">
                        <a:defRPr kumimoji="1" sz="1800" kern="1200">
                          <a:solidFill>
                            <a:schemeClr val="dk1"/>
                          </a:solidFill>
                          <a:latin typeface="Segoe UI"/>
                        </a:defRPr>
                      </a:lvl3pPr>
                      <a:lvl4pPr marL="1399113" algn="l" defTabSz="932742" rtl="0" eaLnBrk="1" latinLnBrk="0" hangingPunct="1">
                        <a:defRPr kumimoji="1" sz="1800" kern="1200">
                          <a:solidFill>
                            <a:schemeClr val="dk1"/>
                          </a:solidFill>
                          <a:latin typeface="Segoe UI"/>
                        </a:defRPr>
                      </a:lvl4pPr>
                      <a:lvl5pPr marL="1865484" algn="l" defTabSz="932742" rtl="0" eaLnBrk="1" latinLnBrk="0" hangingPunct="1">
                        <a:defRPr kumimoji="1" sz="1800" kern="1200">
                          <a:solidFill>
                            <a:schemeClr val="dk1"/>
                          </a:solidFill>
                          <a:latin typeface="Segoe UI"/>
                        </a:defRPr>
                      </a:lvl5pPr>
                      <a:lvl6pPr marL="2331856" algn="l" defTabSz="932742" rtl="0" eaLnBrk="1" latinLnBrk="0" hangingPunct="1">
                        <a:defRPr kumimoji="1" sz="1800" kern="1200">
                          <a:solidFill>
                            <a:schemeClr val="dk1"/>
                          </a:solidFill>
                          <a:latin typeface="Segoe UI"/>
                        </a:defRPr>
                      </a:lvl6pPr>
                      <a:lvl7pPr marL="2798226" algn="l" defTabSz="932742" rtl="0" eaLnBrk="1" latinLnBrk="0" hangingPunct="1">
                        <a:defRPr kumimoji="1" sz="1800" kern="1200">
                          <a:solidFill>
                            <a:schemeClr val="dk1"/>
                          </a:solidFill>
                          <a:latin typeface="Segoe UI"/>
                        </a:defRPr>
                      </a:lvl7pPr>
                      <a:lvl8pPr marL="3264597" algn="l" defTabSz="932742" rtl="0" eaLnBrk="1" latinLnBrk="0" hangingPunct="1">
                        <a:defRPr kumimoji="1" sz="1800" kern="1200">
                          <a:solidFill>
                            <a:schemeClr val="dk1"/>
                          </a:solidFill>
                          <a:latin typeface="Segoe UI"/>
                        </a:defRPr>
                      </a:lvl8pPr>
                      <a:lvl9pPr marL="3730969" algn="l" defTabSz="932742" rtl="0" eaLnBrk="1" latinLnBrk="0" hangingPunct="1">
                        <a:defRPr kumimoji="1" sz="1800" kern="1200">
                          <a:solidFill>
                            <a:schemeClr val="dk1"/>
                          </a:solidFill>
                          <a:latin typeface="Segoe UI"/>
                        </a:defRPr>
                      </a:lvl9pPr>
                    </a:lstStyle>
                    <a:p>
                      <a:pPr marL="0" marR="0" lvl="0" indent="0" algn="ctr" defTabSz="932742" rtl="0" eaLnBrk="1" fontAlgn="t"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000000"/>
                          </a:solidFill>
                          <a:effectLst/>
                          <a:uLnTx/>
                          <a:uFillTx/>
                          <a:latin typeface="游ゴシック"/>
                          <a:ea typeface="游ゴシック"/>
                          <a:cs typeface="+mn-cs"/>
                        </a:rPr>
                        <a:t>✔</a:t>
                      </a:r>
                    </a:p>
                  </a:txBody>
                  <a:tcPr marL="93260" marR="93260" marT="46630" marB="466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537290022"/>
                  </a:ext>
                </a:extLst>
              </a:tr>
              <a:tr h="0">
                <a:tc>
                  <a:txBody>
                    <a:bodyPr/>
                    <a:lstStyle>
                      <a:lvl1pPr marL="0" algn="l" defTabSz="932742" rtl="0" eaLnBrk="1" latinLnBrk="0" hangingPunct="1">
                        <a:defRPr kumimoji="1" sz="1800" kern="1200">
                          <a:solidFill>
                            <a:schemeClr val="dk1"/>
                          </a:solidFill>
                          <a:latin typeface="Segoe UI"/>
                        </a:defRPr>
                      </a:lvl1pPr>
                      <a:lvl2pPr marL="466371" algn="l" defTabSz="932742" rtl="0" eaLnBrk="1" latinLnBrk="0" hangingPunct="1">
                        <a:defRPr kumimoji="1" sz="1800" kern="1200">
                          <a:solidFill>
                            <a:schemeClr val="dk1"/>
                          </a:solidFill>
                          <a:latin typeface="Segoe UI"/>
                        </a:defRPr>
                      </a:lvl2pPr>
                      <a:lvl3pPr marL="932742" algn="l" defTabSz="932742" rtl="0" eaLnBrk="1" latinLnBrk="0" hangingPunct="1">
                        <a:defRPr kumimoji="1" sz="1800" kern="1200">
                          <a:solidFill>
                            <a:schemeClr val="dk1"/>
                          </a:solidFill>
                          <a:latin typeface="Segoe UI"/>
                        </a:defRPr>
                      </a:lvl3pPr>
                      <a:lvl4pPr marL="1399113" algn="l" defTabSz="932742" rtl="0" eaLnBrk="1" latinLnBrk="0" hangingPunct="1">
                        <a:defRPr kumimoji="1" sz="1800" kern="1200">
                          <a:solidFill>
                            <a:schemeClr val="dk1"/>
                          </a:solidFill>
                          <a:latin typeface="Segoe UI"/>
                        </a:defRPr>
                      </a:lvl4pPr>
                      <a:lvl5pPr marL="1865484" algn="l" defTabSz="932742" rtl="0" eaLnBrk="1" latinLnBrk="0" hangingPunct="1">
                        <a:defRPr kumimoji="1" sz="1800" kern="1200">
                          <a:solidFill>
                            <a:schemeClr val="dk1"/>
                          </a:solidFill>
                          <a:latin typeface="Segoe UI"/>
                        </a:defRPr>
                      </a:lvl5pPr>
                      <a:lvl6pPr marL="2331856" algn="l" defTabSz="932742" rtl="0" eaLnBrk="1" latinLnBrk="0" hangingPunct="1">
                        <a:defRPr kumimoji="1" sz="1800" kern="1200">
                          <a:solidFill>
                            <a:schemeClr val="dk1"/>
                          </a:solidFill>
                          <a:latin typeface="Segoe UI"/>
                        </a:defRPr>
                      </a:lvl6pPr>
                      <a:lvl7pPr marL="2798226" algn="l" defTabSz="932742" rtl="0" eaLnBrk="1" latinLnBrk="0" hangingPunct="1">
                        <a:defRPr kumimoji="1" sz="1800" kern="1200">
                          <a:solidFill>
                            <a:schemeClr val="dk1"/>
                          </a:solidFill>
                          <a:latin typeface="Segoe UI"/>
                        </a:defRPr>
                      </a:lvl7pPr>
                      <a:lvl8pPr marL="3264597" algn="l" defTabSz="932742" rtl="0" eaLnBrk="1" latinLnBrk="0" hangingPunct="1">
                        <a:defRPr kumimoji="1" sz="1800" kern="1200">
                          <a:solidFill>
                            <a:schemeClr val="dk1"/>
                          </a:solidFill>
                          <a:latin typeface="Segoe UI"/>
                        </a:defRPr>
                      </a:lvl8pPr>
                      <a:lvl9pPr marL="3730969" algn="l" defTabSz="932742" rtl="0" eaLnBrk="1" latinLnBrk="0" hangingPunct="1">
                        <a:defRPr kumimoji="1" sz="1800" kern="1200">
                          <a:solidFill>
                            <a:schemeClr val="dk1"/>
                          </a:solidFill>
                          <a:latin typeface="Segoe UI"/>
                        </a:defRPr>
                      </a:lvl9pPr>
                    </a:lstStyle>
                    <a:p>
                      <a:pPr algn="l" fontAlgn="t"/>
                      <a:r>
                        <a:rPr lang="en-US" sz="1050" b="0">
                          <a:effectLst/>
                        </a:rPr>
                        <a:t>Metrics &amp; alerts</a:t>
                      </a:r>
                    </a:p>
                  </a:txBody>
                  <a:tcPr marL="93260" marR="93260" marT="46630" marB="4663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t"/>
                      <a:endParaRPr lang="en-US" sz="1050">
                        <a:effectLst/>
                      </a:endParaRPr>
                    </a:p>
                  </a:txBody>
                  <a:tcPr marL="93260" marR="93260" marT="46630" marB="466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32742" rtl="0" eaLnBrk="1" latinLnBrk="0" hangingPunct="1">
                        <a:defRPr kumimoji="1" sz="1800" kern="1200">
                          <a:solidFill>
                            <a:schemeClr val="dk1"/>
                          </a:solidFill>
                          <a:latin typeface="Segoe UI"/>
                        </a:defRPr>
                      </a:lvl1pPr>
                      <a:lvl2pPr marL="466371" algn="l" defTabSz="932742" rtl="0" eaLnBrk="1" latinLnBrk="0" hangingPunct="1">
                        <a:defRPr kumimoji="1" sz="1800" kern="1200">
                          <a:solidFill>
                            <a:schemeClr val="dk1"/>
                          </a:solidFill>
                          <a:latin typeface="Segoe UI"/>
                        </a:defRPr>
                      </a:lvl2pPr>
                      <a:lvl3pPr marL="932742" algn="l" defTabSz="932742" rtl="0" eaLnBrk="1" latinLnBrk="0" hangingPunct="1">
                        <a:defRPr kumimoji="1" sz="1800" kern="1200">
                          <a:solidFill>
                            <a:schemeClr val="dk1"/>
                          </a:solidFill>
                          <a:latin typeface="Segoe UI"/>
                        </a:defRPr>
                      </a:lvl3pPr>
                      <a:lvl4pPr marL="1399113" algn="l" defTabSz="932742" rtl="0" eaLnBrk="1" latinLnBrk="0" hangingPunct="1">
                        <a:defRPr kumimoji="1" sz="1800" kern="1200">
                          <a:solidFill>
                            <a:schemeClr val="dk1"/>
                          </a:solidFill>
                          <a:latin typeface="Segoe UI"/>
                        </a:defRPr>
                      </a:lvl4pPr>
                      <a:lvl5pPr marL="1865484" algn="l" defTabSz="932742" rtl="0" eaLnBrk="1" latinLnBrk="0" hangingPunct="1">
                        <a:defRPr kumimoji="1" sz="1800" kern="1200">
                          <a:solidFill>
                            <a:schemeClr val="dk1"/>
                          </a:solidFill>
                          <a:latin typeface="Segoe UI"/>
                        </a:defRPr>
                      </a:lvl5pPr>
                      <a:lvl6pPr marL="2331856" algn="l" defTabSz="932742" rtl="0" eaLnBrk="1" latinLnBrk="0" hangingPunct="1">
                        <a:defRPr kumimoji="1" sz="1800" kern="1200">
                          <a:solidFill>
                            <a:schemeClr val="dk1"/>
                          </a:solidFill>
                          <a:latin typeface="Segoe UI"/>
                        </a:defRPr>
                      </a:lvl6pPr>
                      <a:lvl7pPr marL="2798226" algn="l" defTabSz="932742" rtl="0" eaLnBrk="1" latinLnBrk="0" hangingPunct="1">
                        <a:defRPr kumimoji="1" sz="1800" kern="1200">
                          <a:solidFill>
                            <a:schemeClr val="dk1"/>
                          </a:solidFill>
                          <a:latin typeface="Segoe UI"/>
                        </a:defRPr>
                      </a:lvl7pPr>
                      <a:lvl8pPr marL="3264597" algn="l" defTabSz="932742" rtl="0" eaLnBrk="1" latinLnBrk="0" hangingPunct="1">
                        <a:defRPr kumimoji="1" sz="1800" kern="1200">
                          <a:solidFill>
                            <a:schemeClr val="dk1"/>
                          </a:solidFill>
                          <a:latin typeface="Segoe UI"/>
                        </a:defRPr>
                      </a:lvl8pPr>
                      <a:lvl9pPr marL="3730969" algn="l" defTabSz="932742" rtl="0" eaLnBrk="1" latinLnBrk="0" hangingPunct="1">
                        <a:defRPr kumimoji="1" sz="1800" kern="1200">
                          <a:solidFill>
                            <a:schemeClr val="dk1"/>
                          </a:solidFill>
                          <a:latin typeface="Segoe UI"/>
                        </a:defRPr>
                      </a:lvl9pPr>
                    </a:lstStyle>
                    <a:p>
                      <a:pPr marL="0" marR="0" lvl="0" indent="0" algn="ctr" defTabSz="932742" rtl="0" eaLnBrk="1" fontAlgn="t"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000000"/>
                          </a:solidFill>
                          <a:effectLst/>
                          <a:uLnTx/>
                          <a:uFillTx/>
                          <a:latin typeface="游ゴシック"/>
                          <a:ea typeface="游ゴシック"/>
                          <a:cs typeface="+mn-cs"/>
                        </a:rPr>
                        <a:t>✔</a:t>
                      </a:r>
                    </a:p>
                  </a:txBody>
                  <a:tcPr marL="93260" marR="93260" marT="46630" marB="466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32742" rtl="0" eaLnBrk="1" latinLnBrk="0" hangingPunct="1">
                        <a:defRPr kumimoji="1" sz="1800" kern="1200">
                          <a:solidFill>
                            <a:schemeClr val="dk1"/>
                          </a:solidFill>
                          <a:latin typeface="Segoe UI"/>
                        </a:defRPr>
                      </a:lvl1pPr>
                      <a:lvl2pPr marL="466371" algn="l" defTabSz="932742" rtl="0" eaLnBrk="1" latinLnBrk="0" hangingPunct="1">
                        <a:defRPr kumimoji="1" sz="1800" kern="1200">
                          <a:solidFill>
                            <a:schemeClr val="dk1"/>
                          </a:solidFill>
                          <a:latin typeface="Segoe UI"/>
                        </a:defRPr>
                      </a:lvl2pPr>
                      <a:lvl3pPr marL="932742" algn="l" defTabSz="932742" rtl="0" eaLnBrk="1" latinLnBrk="0" hangingPunct="1">
                        <a:defRPr kumimoji="1" sz="1800" kern="1200">
                          <a:solidFill>
                            <a:schemeClr val="dk1"/>
                          </a:solidFill>
                          <a:latin typeface="Segoe UI"/>
                        </a:defRPr>
                      </a:lvl3pPr>
                      <a:lvl4pPr marL="1399113" algn="l" defTabSz="932742" rtl="0" eaLnBrk="1" latinLnBrk="0" hangingPunct="1">
                        <a:defRPr kumimoji="1" sz="1800" kern="1200">
                          <a:solidFill>
                            <a:schemeClr val="dk1"/>
                          </a:solidFill>
                          <a:latin typeface="Segoe UI"/>
                        </a:defRPr>
                      </a:lvl4pPr>
                      <a:lvl5pPr marL="1865484" algn="l" defTabSz="932742" rtl="0" eaLnBrk="1" latinLnBrk="0" hangingPunct="1">
                        <a:defRPr kumimoji="1" sz="1800" kern="1200">
                          <a:solidFill>
                            <a:schemeClr val="dk1"/>
                          </a:solidFill>
                          <a:latin typeface="Segoe UI"/>
                        </a:defRPr>
                      </a:lvl5pPr>
                      <a:lvl6pPr marL="2331856" algn="l" defTabSz="932742" rtl="0" eaLnBrk="1" latinLnBrk="0" hangingPunct="1">
                        <a:defRPr kumimoji="1" sz="1800" kern="1200">
                          <a:solidFill>
                            <a:schemeClr val="dk1"/>
                          </a:solidFill>
                          <a:latin typeface="Segoe UI"/>
                        </a:defRPr>
                      </a:lvl6pPr>
                      <a:lvl7pPr marL="2798226" algn="l" defTabSz="932742" rtl="0" eaLnBrk="1" latinLnBrk="0" hangingPunct="1">
                        <a:defRPr kumimoji="1" sz="1800" kern="1200">
                          <a:solidFill>
                            <a:schemeClr val="dk1"/>
                          </a:solidFill>
                          <a:latin typeface="Segoe UI"/>
                        </a:defRPr>
                      </a:lvl7pPr>
                      <a:lvl8pPr marL="3264597" algn="l" defTabSz="932742" rtl="0" eaLnBrk="1" latinLnBrk="0" hangingPunct="1">
                        <a:defRPr kumimoji="1" sz="1800" kern="1200">
                          <a:solidFill>
                            <a:schemeClr val="dk1"/>
                          </a:solidFill>
                          <a:latin typeface="Segoe UI"/>
                        </a:defRPr>
                      </a:lvl8pPr>
                      <a:lvl9pPr marL="3730969" algn="l" defTabSz="932742" rtl="0" eaLnBrk="1" latinLnBrk="0" hangingPunct="1">
                        <a:defRPr kumimoji="1" sz="1800" kern="1200">
                          <a:solidFill>
                            <a:schemeClr val="dk1"/>
                          </a:solidFill>
                          <a:latin typeface="Segoe UI"/>
                        </a:defRPr>
                      </a:lvl9pPr>
                    </a:lstStyle>
                    <a:p>
                      <a:pPr marL="0" marR="0" lvl="0" indent="0" algn="ctr" defTabSz="932742" rtl="0" eaLnBrk="1" fontAlgn="t"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000000"/>
                          </a:solidFill>
                          <a:effectLst/>
                          <a:uLnTx/>
                          <a:uFillTx/>
                          <a:latin typeface="游ゴシック"/>
                          <a:ea typeface="游ゴシック"/>
                          <a:cs typeface="+mn-cs"/>
                        </a:rPr>
                        <a:t>✔</a:t>
                      </a:r>
                    </a:p>
                  </a:txBody>
                  <a:tcPr marL="93260" marR="93260" marT="46630" marB="466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736080258"/>
                  </a:ext>
                </a:extLst>
              </a:tr>
              <a:tr h="0">
                <a:tc>
                  <a:txBody>
                    <a:bodyPr/>
                    <a:lstStyle>
                      <a:lvl1pPr marL="0" algn="l" defTabSz="932742" rtl="0" eaLnBrk="1" latinLnBrk="0" hangingPunct="1">
                        <a:defRPr kumimoji="1" sz="1800" kern="1200">
                          <a:solidFill>
                            <a:schemeClr val="dk1"/>
                          </a:solidFill>
                          <a:latin typeface="Segoe UI"/>
                        </a:defRPr>
                      </a:lvl1pPr>
                      <a:lvl2pPr marL="466371" algn="l" defTabSz="932742" rtl="0" eaLnBrk="1" latinLnBrk="0" hangingPunct="1">
                        <a:defRPr kumimoji="1" sz="1800" kern="1200">
                          <a:solidFill>
                            <a:schemeClr val="dk1"/>
                          </a:solidFill>
                          <a:latin typeface="Segoe UI"/>
                        </a:defRPr>
                      </a:lvl2pPr>
                      <a:lvl3pPr marL="932742" algn="l" defTabSz="932742" rtl="0" eaLnBrk="1" latinLnBrk="0" hangingPunct="1">
                        <a:defRPr kumimoji="1" sz="1800" kern="1200">
                          <a:solidFill>
                            <a:schemeClr val="dk1"/>
                          </a:solidFill>
                          <a:latin typeface="Segoe UI"/>
                        </a:defRPr>
                      </a:lvl3pPr>
                      <a:lvl4pPr marL="1399113" algn="l" defTabSz="932742" rtl="0" eaLnBrk="1" latinLnBrk="0" hangingPunct="1">
                        <a:defRPr kumimoji="1" sz="1800" kern="1200">
                          <a:solidFill>
                            <a:schemeClr val="dk1"/>
                          </a:solidFill>
                          <a:latin typeface="Segoe UI"/>
                        </a:defRPr>
                      </a:lvl4pPr>
                      <a:lvl5pPr marL="1865484" algn="l" defTabSz="932742" rtl="0" eaLnBrk="1" latinLnBrk="0" hangingPunct="1">
                        <a:defRPr kumimoji="1" sz="1800" kern="1200">
                          <a:solidFill>
                            <a:schemeClr val="dk1"/>
                          </a:solidFill>
                          <a:latin typeface="Segoe UI"/>
                        </a:defRPr>
                      </a:lvl5pPr>
                      <a:lvl6pPr marL="2331856" algn="l" defTabSz="932742" rtl="0" eaLnBrk="1" latinLnBrk="0" hangingPunct="1">
                        <a:defRPr kumimoji="1" sz="1800" kern="1200">
                          <a:solidFill>
                            <a:schemeClr val="dk1"/>
                          </a:solidFill>
                          <a:latin typeface="Segoe UI"/>
                        </a:defRPr>
                      </a:lvl6pPr>
                      <a:lvl7pPr marL="2798226" algn="l" defTabSz="932742" rtl="0" eaLnBrk="1" latinLnBrk="0" hangingPunct="1">
                        <a:defRPr kumimoji="1" sz="1800" kern="1200">
                          <a:solidFill>
                            <a:schemeClr val="dk1"/>
                          </a:solidFill>
                          <a:latin typeface="Segoe UI"/>
                        </a:defRPr>
                      </a:lvl7pPr>
                      <a:lvl8pPr marL="3264597" algn="l" defTabSz="932742" rtl="0" eaLnBrk="1" latinLnBrk="0" hangingPunct="1">
                        <a:defRPr kumimoji="1" sz="1800" kern="1200">
                          <a:solidFill>
                            <a:schemeClr val="dk1"/>
                          </a:solidFill>
                          <a:latin typeface="Segoe UI"/>
                        </a:defRPr>
                      </a:lvl8pPr>
                      <a:lvl9pPr marL="3730969" algn="l" defTabSz="932742" rtl="0" eaLnBrk="1" latinLnBrk="0" hangingPunct="1">
                        <a:defRPr kumimoji="1" sz="1800" kern="1200">
                          <a:solidFill>
                            <a:schemeClr val="dk1"/>
                          </a:solidFill>
                          <a:latin typeface="Segoe UI"/>
                        </a:defRPr>
                      </a:lvl9pPr>
                    </a:lstStyle>
                    <a:p>
                      <a:pPr algn="l" fontAlgn="t"/>
                      <a:r>
                        <a:rPr lang="en-US" sz="1050" b="0">
                          <a:effectLst/>
                        </a:rPr>
                        <a:t>Mitigation reports</a:t>
                      </a:r>
                    </a:p>
                  </a:txBody>
                  <a:tcPr marL="93260" marR="93260" marT="46630" marB="4663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t"/>
                      <a:endParaRPr lang="en-US" sz="1050">
                        <a:effectLst/>
                      </a:endParaRPr>
                    </a:p>
                  </a:txBody>
                  <a:tcPr marL="93260" marR="93260" marT="46630" marB="466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32742" rtl="0" eaLnBrk="1" latinLnBrk="0" hangingPunct="1">
                        <a:defRPr kumimoji="1" sz="1800" kern="1200">
                          <a:solidFill>
                            <a:schemeClr val="dk1"/>
                          </a:solidFill>
                          <a:latin typeface="Segoe UI"/>
                        </a:defRPr>
                      </a:lvl1pPr>
                      <a:lvl2pPr marL="466371" algn="l" defTabSz="932742" rtl="0" eaLnBrk="1" latinLnBrk="0" hangingPunct="1">
                        <a:defRPr kumimoji="1" sz="1800" kern="1200">
                          <a:solidFill>
                            <a:schemeClr val="dk1"/>
                          </a:solidFill>
                          <a:latin typeface="Segoe UI"/>
                        </a:defRPr>
                      </a:lvl2pPr>
                      <a:lvl3pPr marL="932742" algn="l" defTabSz="932742" rtl="0" eaLnBrk="1" latinLnBrk="0" hangingPunct="1">
                        <a:defRPr kumimoji="1" sz="1800" kern="1200">
                          <a:solidFill>
                            <a:schemeClr val="dk1"/>
                          </a:solidFill>
                          <a:latin typeface="Segoe UI"/>
                        </a:defRPr>
                      </a:lvl3pPr>
                      <a:lvl4pPr marL="1399113" algn="l" defTabSz="932742" rtl="0" eaLnBrk="1" latinLnBrk="0" hangingPunct="1">
                        <a:defRPr kumimoji="1" sz="1800" kern="1200">
                          <a:solidFill>
                            <a:schemeClr val="dk1"/>
                          </a:solidFill>
                          <a:latin typeface="Segoe UI"/>
                        </a:defRPr>
                      </a:lvl4pPr>
                      <a:lvl5pPr marL="1865484" algn="l" defTabSz="932742" rtl="0" eaLnBrk="1" latinLnBrk="0" hangingPunct="1">
                        <a:defRPr kumimoji="1" sz="1800" kern="1200">
                          <a:solidFill>
                            <a:schemeClr val="dk1"/>
                          </a:solidFill>
                          <a:latin typeface="Segoe UI"/>
                        </a:defRPr>
                      </a:lvl5pPr>
                      <a:lvl6pPr marL="2331856" algn="l" defTabSz="932742" rtl="0" eaLnBrk="1" latinLnBrk="0" hangingPunct="1">
                        <a:defRPr kumimoji="1" sz="1800" kern="1200">
                          <a:solidFill>
                            <a:schemeClr val="dk1"/>
                          </a:solidFill>
                          <a:latin typeface="Segoe UI"/>
                        </a:defRPr>
                      </a:lvl6pPr>
                      <a:lvl7pPr marL="2798226" algn="l" defTabSz="932742" rtl="0" eaLnBrk="1" latinLnBrk="0" hangingPunct="1">
                        <a:defRPr kumimoji="1" sz="1800" kern="1200">
                          <a:solidFill>
                            <a:schemeClr val="dk1"/>
                          </a:solidFill>
                          <a:latin typeface="Segoe UI"/>
                        </a:defRPr>
                      </a:lvl7pPr>
                      <a:lvl8pPr marL="3264597" algn="l" defTabSz="932742" rtl="0" eaLnBrk="1" latinLnBrk="0" hangingPunct="1">
                        <a:defRPr kumimoji="1" sz="1800" kern="1200">
                          <a:solidFill>
                            <a:schemeClr val="dk1"/>
                          </a:solidFill>
                          <a:latin typeface="Segoe UI"/>
                        </a:defRPr>
                      </a:lvl8pPr>
                      <a:lvl9pPr marL="3730969" algn="l" defTabSz="932742" rtl="0" eaLnBrk="1" latinLnBrk="0" hangingPunct="1">
                        <a:defRPr kumimoji="1" sz="1800" kern="1200">
                          <a:solidFill>
                            <a:schemeClr val="dk1"/>
                          </a:solidFill>
                          <a:latin typeface="Segoe UI"/>
                        </a:defRPr>
                      </a:lvl9pPr>
                    </a:lstStyle>
                    <a:p>
                      <a:pPr marL="0" marR="0" lvl="0" indent="0" algn="ctr" defTabSz="932742" rtl="0" eaLnBrk="1" fontAlgn="t"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000000"/>
                          </a:solidFill>
                          <a:effectLst/>
                          <a:uLnTx/>
                          <a:uFillTx/>
                          <a:latin typeface="游ゴシック"/>
                          <a:ea typeface="游ゴシック"/>
                          <a:cs typeface="+mn-cs"/>
                        </a:rPr>
                        <a:t>✔</a:t>
                      </a:r>
                    </a:p>
                  </a:txBody>
                  <a:tcPr marL="93260" marR="93260" marT="46630" marB="466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32742" rtl="0" eaLnBrk="1" latinLnBrk="0" hangingPunct="1">
                        <a:defRPr kumimoji="1" sz="1800" kern="1200">
                          <a:solidFill>
                            <a:schemeClr val="dk1"/>
                          </a:solidFill>
                          <a:latin typeface="Segoe UI"/>
                        </a:defRPr>
                      </a:lvl1pPr>
                      <a:lvl2pPr marL="466371" algn="l" defTabSz="932742" rtl="0" eaLnBrk="1" latinLnBrk="0" hangingPunct="1">
                        <a:defRPr kumimoji="1" sz="1800" kern="1200">
                          <a:solidFill>
                            <a:schemeClr val="dk1"/>
                          </a:solidFill>
                          <a:latin typeface="Segoe UI"/>
                        </a:defRPr>
                      </a:lvl2pPr>
                      <a:lvl3pPr marL="932742" algn="l" defTabSz="932742" rtl="0" eaLnBrk="1" latinLnBrk="0" hangingPunct="1">
                        <a:defRPr kumimoji="1" sz="1800" kern="1200">
                          <a:solidFill>
                            <a:schemeClr val="dk1"/>
                          </a:solidFill>
                          <a:latin typeface="Segoe UI"/>
                        </a:defRPr>
                      </a:lvl3pPr>
                      <a:lvl4pPr marL="1399113" algn="l" defTabSz="932742" rtl="0" eaLnBrk="1" latinLnBrk="0" hangingPunct="1">
                        <a:defRPr kumimoji="1" sz="1800" kern="1200">
                          <a:solidFill>
                            <a:schemeClr val="dk1"/>
                          </a:solidFill>
                          <a:latin typeface="Segoe UI"/>
                        </a:defRPr>
                      </a:lvl4pPr>
                      <a:lvl5pPr marL="1865484" algn="l" defTabSz="932742" rtl="0" eaLnBrk="1" latinLnBrk="0" hangingPunct="1">
                        <a:defRPr kumimoji="1" sz="1800" kern="1200">
                          <a:solidFill>
                            <a:schemeClr val="dk1"/>
                          </a:solidFill>
                          <a:latin typeface="Segoe UI"/>
                        </a:defRPr>
                      </a:lvl5pPr>
                      <a:lvl6pPr marL="2331856" algn="l" defTabSz="932742" rtl="0" eaLnBrk="1" latinLnBrk="0" hangingPunct="1">
                        <a:defRPr kumimoji="1" sz="1800" kern="1200">
                          <a:solidFill>
                            <a:schemeClr val="dk1"/>
                          </a:solidFill>
                          <a:latin typeface="Segoe UI"/>
                        </a:defRPr>
                      </a:lvl6pPr>
                      <a:lvl7pPr marL="2798226" algn="l" defTabSz="932742" rtl="0" eaLnBrk="1" latinLnBrk="0" hangingPunct="1">
                        <a:defRPr kumimoji="1" sz="1800" kern="1200">
                          <a:solidFill>
                            <a:schemeClr val="dk1"/>
                          </a:solidFill>
                          <a:latin typeface="Segoe UI"/>
                        </a:defRPr>
                      </a:lvl7pPr>
                      <a:lvl8pPr marL="3264597" algn="l" defTabSz="932742" rtl="0" eaLnBrk="1" latinLnBrk="0" hangingPunct="1">
                        <a:defRPr kumimoji="1" sz="1800" kern="1200">
                          <a:solidFill>
                            <a:schemeClr val="dk1"/>
                          </a:solidFill>
                          <a:latin typeface="Segoe UI"/>
                        </a:defRPr>
                      </a:lvl8pPr>
                      <a:lvl9pPr marL="3730969" algn="l" defTabSz="932742" rtl="0" eaLnBrk="1" latinLnBrk="0" hangingPunct="1">
                        <a:defRPr kumimoji="1" sz="1800" kern="1200">
                          <a:solidFill>
                            <a:schemeClr val="dk1"/>
                          </a:solidFill>
                          <a:latin typeface="Segoe UI"/>
                        </a:defRPr>
                      </a:lvl9pPr>
                    </a:lstStyle>
                    <a:p>
                      <a:pPr marL="0" marR="0" lvl="0" indent="0" algn="ctr" defTabSz="932742" rtl="0" eaLnBrk="1" fontAlgn="t"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000000"/>
                          </a:solidFill>
                          <a:effectLst/>
                          <a:uLnTx/>
                          <a:uFillTx/>
                          <a:latin typeface="游ゴシック"/>
                          <a:ea typeface="游ゴシック"/>
                          <a:cs typeface="+mn-cs"/>
                        </a:rPr>
                        <a:t>✔</a:t>
                      </a:r>
                    </a:p>
                  </a:txBody>
                  <a:tcPr marL="93260" marR="93260" marT="46630" marB="466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61965239"/>
                  </a:ext>
                </a:extLst>
              </a:tr>
              <a:tr h="0">
                <a:tc>
                  <a:txBody>
                    <a:bodyPr/>
                    <a:lstStyle>
                      <a:lvl1pPr marL="0" algn="l" defTabSz="932742" rtl="0" eaLnBrk="1" latinLnBrk="0" hangingPunct="1">
                        <a:defRPr kumimoji="1" sz="1800" kern="1200">
                          <a:solidFill>
                            <a:schemeClr val="dk1"/>
                          </a:solidFill>
                          <a:latin typeface="Segoe UI"/>
                        </a:defRPr>
                      </a:lvl1pPr>
                      <a:lvl2pPr marL="466371" algn="l" defTabSz="932742" rtl="0" eaLnBrk="1" latinLnBrk="0" hangingPunct="1">
                        <a:defRPr kumimoji="1" sz="1800" kern="1200">
                          <a:solidFill>
                            <a:schemeClr val="dk1"/>
                          </a:solidFill>
                          <a:latin typeface="Segoe UI"/>
                        </a:defRPr>
                      </a:lvl2pPr>
                      <a:lvl3pPr marL="932742" algn="l" defTabSz="932742" rtl="0" eaLnBrk="1" latinLnBrk="0" hangingPunct="1">
                        <a:defRPr kumimoji="1" sz="1800" kern="1200">
                          <a:solidFill>
                            <a:schemeClr val="dk1"/>
                          </a:solidFill>
                          <a:latin typeface="Segoe UI"/>
                        </a:defRPr>
                      </a:lvl3pPr>
                      <a:lvl4pPr marL="1399113" algn="l" defTabSz="932742" rtl="0" eaLnBrk="1" latinLnBrk="0" hangingPunct="1">
                        <a:defRPr kumimoji="1" sz="1800" kern="1200">
                          <a:solidFill>
                            <a:schemeClr val="dk1"/>
                          </a:solidFill>
                          <a:latin typeface="Segoe UI"/>
                        </a:defRPr>
                      </a:lvl4pPr>
                      <a:lvl5pPr marL="1865484" algn="l" defTabSz="932742" rtl="0" eaLnBrk="1" latinLnBrk="0" hangingPunct="1">
                        <a:defRPr kumimoji="1" sz="1800" kern="1200">
                          <a:solidFill>
                            <a:schemeClr val="dk1"/>
                          </a:solidFill>
                          <a:latin typeface="Segoe UI"/>
                        </a:defRPr>
                      </a:lvl5pPr>
                      <a:lvl6pPr marL="2331856" algn="l" defTabSz="932742" rtl="0" eaLnBrk="1" latinLnBrk="0" hangingPunct="1">
                        <a:defRPr kumimoji="1" sz="1800" kern="1200">
                          <a:solidFill>
                            <a:schemeClr val="dk1"/>
                          </a:solidFill>
                          <a:latin typeface="Segoe UI"/>
                        </a:defRPr>
                      </a:lvl6pPr>
                      <a:lvl7pPr marL="2798226" algn="l" defTabSz="932742" rtl="0" eaLnBrk="1" latinLnBrk="0" hangingPunct="1">
                        <a:defRPr kumimoji="1" sz="1800" kern="1200">
                          <a:solidFill>
                            <a:schemeClr val="dk1"/>
                          </a:solidFill>
                          <a:latin typeface="Segoe UI"/>
                        </a:defRPr>
                      </a:lvl7pPr>
                      <a:lvl8pPr marL="3264597" algn="l" defTabSz="932742" rtl="0" eaLnBrk="1" latinLnBrk="0" hangingPunct="1">
                        <a:defRPr kumimoji="1" sz="1800" kern="1200">
                          <a:solidFill>
                            <a:schemeClr val="dk1"/>
                          </a:solidFill>
                          <a:latin typeface="Segoe UI"/>
                        </a:defRPr>
                      </a:lvl8pPr>
                      <a:lvl9pPr marL="3730969" algn="l" defTabSz="932742" rtl="0" eaLnBrk="1" latinLnBrk="0" hangingPunct="1">
                        <a:defRPr kumimoji="1" sz="1800" kern="1200">
                          <a:solidFill>
                            <a:schemeClr val="dk1"/>
                          </a:solidFill>
                          <a:latin typeface="Segoe UI"/>
                        </a:defRPr>
                      </a:lvl9pPr>
                    </a:lstStyle>
                    <a:p>
                      <a:pPr algn="l" fontAlgn="t"/>
                      <a:r>
                        <a:rPr lang="en-US" sz="1050" b="0">
                          <a:effectLst/>
                        </a:rPr>
                        <a:t>Mitigation flow logs</a:t>
                      </a:r>
                    </a:p>
                  </a:txBody>
                  <a:tcPr marL="93260" marR="93260" marT="46630" marB="4663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t"/>
                      <a:endParaRPr lang="en-US" sz="1050">
                        <a:effectLst/>
                      </a:endParaRPr>
                    </a:p>
                  </a:txBody>
                  <a:tcPr marL="93260" marR="93260" marT="46630" marB="466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32742" rtl="0" eaLnBrk="1" latinLnBrk="0" hangingPunct="1">
                        <a:defRPr kumimoji="1" sz="1800" kern="1200">
                          <a:solidFill>
                            <a:schemeClr val="dk1"/>
                          </a:solidFill>
                          <a:latin typeface="Segoe UI"/>
                        </a:defRPr>
                      </a:lvl1pPr>
                      <a:lvl2pPr marL="466371" algn="l" defTabSz="932742" rtl="0" eaLnBrk="1" latinLnBrk="0" hangingPunct="1">
                        <a:defRPr kumimoji="1" sz="1800" kern="1200">
                          <a:solidFill>
                            <a:schemeClr val="dk1"/>
                          </a:solidFill>
                          <a:latin typeface="Segoe UI"/>
                        </a:defRPr>
                      </a:lvl2pPr>
                      <a:lvl3pPr marL="932742" algn="l" defTabSz="932742" rtl="0" eaLnBrk="1" latinLnBrk="0" hangingPunct="1">
                        <a:defRPr kumimoji="1" sz="1800" kern="1200">
                          <a:solidFill>
                            <a:schemeClr val="dk1"/>
                          </a:solidFill>
                          <a:latin typeface="Segoe UI"/>
                        </a:defRPr>
                      </a:lvl3pPr>
                      <a:lvl4pPr marL="1399113" algn="l" defTabSz="932742" rtl="0" eaLnBrk="1" latinLnBrk="0" hangingPunct="1">
                        <a:defRPr kumimoji="1" sz="1800" kern="1200">
                          <a:solidFill>
                            <a:schemeClr val="dk1"/>
                          </a:solidFill>
                          <a:latin typeface="Segoe UI"/>
                        </a:defRPr>
                      </a:lvl4pPr>
                      <a:lvl5pPr marL="1865484" algn="l" defTabSz="932742" rtl="0" eaLnBrk="1" latinLnBrk="0" hangingPunct="1">
                        <a:defRPr kumimoji="1" sz="1800" kern="1200">
                          <a:solidFill>
                            <a:schemeClr val="dk1"/>
                          </a:solidFill>
                          <a:latin typeface="Segoe UI"/>
                        </a:defRPr>
                      </a:lvl5pPr>
                      <a:lvl6pPr marL="2331856" algn="l" defTabSz="932742" rtl="0" eaLnBrk="1" latinLnBrk="0" hangingPunct="1">
                        <a:defRPr kumimoji="1" sz="1800" kern="1200">
                          <a:solidFill>
                            <a:schemeClr val="dk1"/>
                          </a:solidFill>
                          <a:latin typeface="Segoe UI"/>
                        </a:defRPr>
                      </a:lvl6pPr>
                      <a:lvl7pPr marL="2798226" algn="l" defTabSz="932742" rtl="0" eaLnBrk="1" latinLnBrk="0" hangingPunct="1">
                        <a:defRPr kumimoji="1" sz="1800" kern="1200">
                          <a:solidFill>
                            <a:schemeClr val="dk1"/>
                          </a:solidFill>
                          <a:latin typeface="Segoe UI"/>
                        </a:defRPr>
                      </a:lvl7pPr>
                      <a:lvl8pPr marL="3264597" algn="l" defTabSz="932742" rtl="0" eaLnBrk="1" latinLnBrk="0" hangingPunct="1">
                        <a:defRPr kumimoji="1" sz="1800" kern="1200">
                          <a:solidFill>
                            <a:schemeClr val="dk1"/>
                          </a:solidFill>
                          <a:latin typeface="Segoe UI"/>
                        </a:defRPr>
                      </a:lvl8pPr>
                      <a:lvl9pPr marL="3730969" algn="l" defTabSz="932742" rtl="0" eaLnBrk="1" latinLnBrk="0" hangingPunct="1">
                        <a:defRPr kumimoji="1" sz="1800" kern="1200">
                          <a:solidFill>
                            <a:schemeClr val="dk1"/>
                          </a:solidFill>
                          <a:latin typeface="Segoe UI"/>
                        </a:defRPr>
                      </a:lvl9pPr>
                    </a:lstStyle>
                    <a:p>
                      <a:pPr marL="0" marR="0" lvl="0" indent="0" algn="ctr" defTabSz="932742" rtl="0" eaLnBrk="1" fontAlgn="t"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000000"/>
                          </a:solidFill>
                          <a:effectLst/>
                          <a:uLnTx/>
                          <a:uFillTx/>
                          <a:latin typeface="游ゴシック"/>
                          <a:ea typeface="游ゴシック"/>
                          <a:cs typeface="+mn-cs"/>
                        </a:rPr>
                        <a:t>✔</a:t>
                      </a:r>
                    </a:p>
                  </a:txBody>
                  <a:tcPr marL="93260" marR="93260" marT="46630" marB="466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32742" rtl="0" eaLnBrk="1" latinLnBrk="0" hangingPunct="1">
                        <a:defRPr kumimoji="1" sz="1800" kern="1200">
                          <a:solidFill>
                            <a:schemeClr val="dk1"/>
                          </a:solidFill>
                          <a:latin typeface="Segoe UI"/>
                        </a:defRPr>
                      </a:lvl1pPr>
                      <a:lvl2pPr marL="466371" algn="l" defTabSz="932742" rtl="0" eaLnBrk="1" latinLnBrk="0" hangingPunct="1">
                        <a:defRPr kumimoji="1" sz="1800" kern="1200">
                          <a:solidFill>
                            <a:schemeClr val="dk1"/>
                          </a:solidFill>
                          <a:latin typeface="Segoe UI"/>
                        </a:defRPr>
                      </a:lvl2pPr>
                      <a:lvl3pPr marL="932742" algn="l" defTabSz="932742" rtl="0" eaLnBrk="1" latinLnBrk="0" hangingPunct="1">
                        <a:defRPr kumimoji="1" sz="1800" kern="1200">
                          <a:solidFill>
                            <a:schemeClr val="dk1"/>
                          </a:solidFill>
                          <a:latin typeface="Segoe UI"/>
                        </a:defRPr>
                      </a:lvl3pPr>
                      <a:lvl4pPr marL="1399113" algn="l" defTabSz="932742" rtl="0" eaLnBrk="1" latinLnBrk="0" hangingPunct="1">
                        <a:defRPr kumimoji="1" sz="1800" kern="1200">
                          <a:solidFill>
                            <a:schemeClr val="dk1"/>
                          </a:solidFill>
                          <a:latin typeface="Segoe UI"/>
                        </a:defRPr>
                      </a:lvl4pPr>
                      <a:lvl5pPr marL="1865484" algn="l" defTabSz="932742" rtl="0" eaLnBrk="1" latinLnBrk="0" hangingPunct="1">
                        <a:defRPr kumimoji="1" sz="1800" kern="1200">
                          <a:solidFill>
                            <a:schemeClr val="dk1"/>
                          </a:solidFill>
                          <a:latin typeface="Segoe UI"/>
                        </a:defRPr>
                      </a:lvl5pPr>
                      <a:lvl6pPr marL="2331856" algn="l" defTabSz="932742" rtl="0" eaLnBrk="1" latinLnBrk="0" hangingPunct="1">
                        <a:defRPr kumimoji="1" sz="1800" kern="1200">
                          <a:solidFill>
                            <a:schemeClr val="dk1"/>
                          </a:solidFill>
                          <a:latin typeface="Segoe UI"/>
                        </a:defRPr>
                      </a:lvl6pPr>
                      <a:lvl7pPr marL="2798226" algn="l" defTabSz="932742" rtl="0" eaLnBrk="1" latinLnBrk="0" hangingPunct="1">
                        <a:defRPr kumimoji="1" sz="1800" kern="1200">
                          <a:solidFill>
                            <a:schemeClr val="dk1"/>
                          </a:solidFill>
                          <a:latin typeface="Segoe UI"/>
                        </a:defRPr>
                      </a:lvl7pPr>
                      <a:lvl8pPr marL="3264597" algn="l" defTabSz="932742" rtl="0" eaLnBrk="1" latinLnBrk="0" hangingPunct="1">
                        <a:defRPr kumimoji="1" sz="1800" kern="1200">
                          <a:solidFill>
                            <a:schemeClr val="dk1"/>
                          </a:solidFill>
                          <a:latin typeface="Segoe UI"/>
                        </a:defRPr>
                      </a:lvl8pPr>
                      <a:lvl9pPr marL="3730969" algn="l" defTabSz="932742" rtl="0" eaLnBrk="1" latinLnBrk="0" hangingPunct="1">
                        <a:defRPr kumimoji="1" sz="1800" kern="1200">
                          <a:solidFill>
                            <a:schemeClr val="dk1"/>
                          </a:solidFill>
                          <a:latin typeface="Segoe UI"/>
                        </a:defRPr>
                      </a:lvl9pPr>
                    </a:lstStyle>
                    <a:p>
                      <a:pPr marL="0" marR="0" lvl="0" indent="0" algn="ctr" defTabSz="932742" rtl="0" eaLnBrk="1" fontAlgn="t"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000000"/>
                          </a:solidFill>
                          <a:effectLst/>
                          <a:uLnTx/>
                          <a:uFillTx/>
                          <a:latin typeface="游ゴシック"/>
                          <a:ea typeface="游ゴシック"/>
                          <a:cs typeface="+mn-cs"/>
                        </a:rPr>
                        <a:t>✔</a:t>
                      </a:r>
                    </a:p>
                  </a:txBody>
                  <a:tcPr marL="93260" marR="93260" marT="46630" marB="466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339247115"/>
                  </a:ext>
                </a:extLst>
              </a:tr>
              <a:tr h="0">
                <a:tc>
                  <a:txBody>
                    <a:bodyPr/>
                    <a:lstStyle>
                      <a:lvl1pPr marL="0" algn="l" defTabSz="932742" rtl="0" eaLnBrk="1" latinLnBrk="0" hangingPunct="1">
                        <a:defRPr kumimoji="1" sz="1800" kern="1200">
                          <a:solidFill>
                            <a:schemeClr val="dk1"/>
                          </a:solidFill>
                          <a:latin typeface="Segoe UI"/>
                        </a:defRPr>
                      </a:lvl1pPr>
                      <a:lvl2pPr marL="466371" algn="l" defTabSz="932742" rtl="0" eaLnBrk="1" latinLnBrk="0" hangingPunct="1">
                        <a:defRPr kumimoji="1" sz="1800" kern="1200">
                          <a:solidFill>
                            <a:schemeClr val="dk1"/>
                          </a:solidFill>
                          <a:latin typeface="Segoe UI"/>
                        </a:defRPr>
                      </a:lvl2pPr>
                      <a:lvl3pPr marL="932742" algn="l" defTabSz="932742" rtl="0" eaLnBrk="1" latinLnBrk="0" hangingPunct="1">
                        <a:defRPr kumimoji="1" sz="1800" kern="1200">
                          <a:solidFill>
                            <a:schemeClr val="dk1"/>
                          </a:solidFill>
                          <a:latin typeface="Segoe UI"/>
                        </a:defRPr>
                      </a:lvl3pPr>
                      <a:lvl4pPr marL="1399113" algn="l" defTabSz="932742" rtl="0" eaLnBrk="1" latinLnBrk="0" hangingPunct="1">
                        <a:defRPr kumimoji="1" sz="1800" kern="1200">
                          <a:solidFill>
                            <a:schemeClr val="dk1"/>
                          </a:solidFill>
                          <a:latin typeface="Segoe UI"/>
                        </a:defRPr>
                      </a:lvl4pPr>
                      <a:lvl5pPr marL="1865484" algn="l" defTabSz="932742" rtl="0" eaLnBrk="1" latinLnBrk="0" hangingPunct="1">
                        <a:defRPr kumimoji="1" sz="1800" kern="1200">
                          <a:solidFill>
                            <a:schemeClr val="dk1"/>
                          </a:solidFill>
                          <a:latin typeface="Segoe UI"/>
                        </a:defRPr>
                      </a:lvl5pPr>
                      <a:lvl6pPr marL="2331856" algn="l" defTabSz="932742" rtl="0" eaLnBrk="1" latinLnBrk="0" hangingPunct="1">
                        <a:defRPr kumimoji="1" sz="1800" kern="1200">
                          <a:solidFill>
                            <a:schemeClr val="dk1"/>
                          </a:solidFill>
                          <a:latin typeface="Segoe UI"/>
                        </a:defRPr>
                      </a:lvl6pPr>
                      <a:lvl7pPr marL="2798226" algn="l" defTabSz="932742" rtl="0" eaLnBrk="1" latinLnBrk="0" hangingPunct="1">
                        <a:defRPr kumimoji="1" sz="1800" kern="1200">
                          <a:solidFill>
                            <a:schemeClr val="dk1"/>
                          </a:solidFill>
                          <a:latin typeface="Segoe UI"/>
                        </a:defRPr>
                      </a:lvl7pPr>
                      <a:lvl8pPr marL="3264597" algn="l" defTabSz="932742" rtl="0" eaLnBrk="1" latinLnBrk="0" hangingPunct="1">
                        <a:defRPr kumimoji="1" sz="1800" kern="1200">
                          <a:solidFill>
                            <a:schemeClr val="dk1"/>
                          </a:solidFill>
                          <a:latin typeface="Segoe UI"/>
                        </a:defRPr>
                      </a:lvl8pPr>
                      <a:lvl9pPr marL="3730969" algn="l" defTabSz="932742" rtl="0" eaLnBrk="1" latinLnBrk="0" hangingPunct="1">
                        <a:defRPr kumimoji="1" sz="1800" kern="1200">
                          <a:solidFill>
                            <a:schemeClr val="dk1"/>
                          </a:solidFill>
                          <a:latin typeface="Segoe UI"/>
                        </a:defRPr>
                      </a:lvl9pPr>
                    </a:lstStyle>
                    <a:p>
                      <a:pPr algn="l" fontAlgn="t"/>
                      <a:r>
                        <a:rPr lang="en-US" sz="1050" b="0">
                          <a:effectLst/>
                        </a:rPr>
                        <a:t>Mitigation policies tuned to customers application</a:t>
                      </a:r>
                    </a:p>
                  </a:txBody>
                  <a:tcPr marL="93260" marR="93260" marT="46630" marB="4663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t"/>
                      <a:endParaRPr lang="en-US" sz="1050">
                        <a:effectLst/>
                      </a:endParaRPr>
                    </a:p>
                  </a:txBody>
                  <a:tcPr marL="93260" marR="93260" marT="46630" marB="466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32742" rtl="0" eaLnBrk="1" latinLnBrk="0" hangingPunct="1">
                        <a:defRPr kumimoji="1" sz="1800" kern="1200">
                          <a:solidFill>
                            <a:schemeClr val="dk1"/>
                          </a:solidFill>
                          <a:latin typeface="Segoe UI"/>
                        </a:defRPr>
                      </a:lvl1pPr>
                      <a:lvl2pPr marL="466371" algn="l" defTabSz="932742" rtl="0" eaLnBrk="1" latinLnBrk="0" hangingPunct="1">
                        <a:defRPr kumimoji="1" sz="1800" kern="1200">
                          <a:solidFill>
                            <a:schemeClr val="dk1"/>
                          </a:solidFill>
                          <a:latin typeface="Segoe UI"/>
                        </a:defRPr>
                      </a:lvl2pPr>
                      <a:lvl3pPr marL="932742" algn="l" defTabSz="932742" rtl="0" eaLnBrk="1" latinLnBrk="0" hangingPunct="1">
                        <a:defRPr kumimoji="1" sz="1800" kern="1200">
                          <a:solidFill>
                            <a:schemeClr val="dk1"/>
                          </a:solidFill>
                          <a:latin typeface="Segoe UI"/>
                        </a:defRPr>
                      </a:lvl3pPr>
                      <a:lvl4pPr marL="1399113" algn="l" defTabSz="932742" rtl="0" eaLnBrk="1" latinLnBrk="0" hangingPunct="1">
                        <a:defRPr kumimoji="1" sz="1800" kern="1200">
                          <a:solidFill>
                            <a:schemeClr val="dk1"/>
                          </a:solidFill>
                          <a:latin typeface="Segoe UI"/>
                        </a:defRPr>
                      </a:lvl4pPr>
                      <a:lvl5pPr marL="1865484" algn="l" defTabSz="932742" rtl="0" eaLnBrk="1" latinLnBrk="0" hangingPunct="1">
                        <a:defRPr kumimoji="1" sz="1800" kern="1200">
                          <a:solidFill>
                            <a:schemeClr val="dk1"/>
                          </a:solidFill>
                          <a:latin typeface="Segoe UI"/>
                        </a:defRPr>
                      </a:lvl5pPr>
                      <a:lvl6pPr marL="2331856" algn="l" defTabSz="932742" rtl="0" eaLnBrk="1" latinLnBrk="0" hangingPunct="1">
                        <a:defRPr kumimoji="1" sz="1800" kern="1200">
                          <a:solidFill>
                            <a:schemeClr val="dk1"/>
                          </a:solidFill>
                          <a:latin typeface="Segoe UI"/>
                        </a:defRPr>
                      </a:lvl6pPr>
                      <a:lvl7pPr marL="2798226" algn="l" defTabSz="932742" rtl="0" eaLnBrk="1" latinLnBrk="0" hangingPunct="1">
                        <a:defRPr kumimoji="1" sz="1800" kern="1200">
                          <a:solidFill>
                            <a:schemeClr val="dk1"/>
                          </a:solidFill>
                          <a:latin typeface="Segoe UI"/>
                        </a:defRPr>
                      </a:lvl7pPr>
                      <a:lvl8pPr marL="3264597" algn="l" defTabSz="932742" rtl="0" eaLnBrk="1" latinLnBrk="0" hangingPunct="1">
                        <a:defRPr kumimoji="1" sz="1800" kern="1200">
                          <a:solidFill>
                            <a:schemeClr val="dk1"/>
                          </a:solidFill>
                          <a:latin typeface="Segoe UI"/>
                        </a:defRPr>
                      </a:lvl8pPr>
                      <a:lvl9pPr marL="3730969" algn="l" defTabSz="932742" rtl="0" eaLnBrk="1" latinLnBrk="0" hangingPunct="1">
                        <a:defRPr kumimoji="1" sz="1800" kern="1200">
                          <a:solidFill>
                            <a:schemeClr val="dk1"/>
                          </a:solidFill>
                          <a:latin typeface="Segoe UI"/>
                        </a:defRPr>
                      </a:lvl9pPr>
                    </a:lstStyle>
                    <a:p>
                      <a:pPr marL="0" marR="0" lvl="0" indent="0" algn="ctr" defTabSz="932742" rtl="0" eaLnBrk="1" fontAlgn="t"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000000"/>
                          </a:solidFill>
                          <a:effectLst/>
                          <a:uLnTx/>
                          <a:uFillTx/>
                          <a:latin typeface="游ゴシック"/>
                          <a:ea typeface="游ゴシック"/>
                          <a:cs typeface="+mn-cs"/>
                        </a:rPr>
                        <a:t>✔</a:t>
                      </a:r>
                    </a:p>
                  </a:txBody>
                  <a:tcPr marL="93260" marR="93260" marT="46630" marB="466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32742" rtl="0" eaLnBrk="1" latinLnBrk="0" hangingPunct="1">
                        <a:defRPr kumimoji="1" sz="1800" kern="1200">
                          <a:solidFill>
                            <a:schemeClr val="dk1"/>
                          </a:solidFill>
                          <a:latin typeface="Segoe UI"/>
                        </a:defRPr>
                      </a:lvl1pPr>
                      <a:lvl2pPr marL="466371" algn="l" defTabSz="932742" rtl="0" eaLnBrk="1" latinLnBrk="0" hangingPunct="1">
                        <a:defRPr kumimoji="1" sz="1800" kern="1200">
                          <a:solidFill>
                            <a:schemeClr val="dk1"/>
                          </a:solidFill>
                          <a:latin typeface="Segoe UI"/>
                        </a:defRPr>
                      </a:lvl2pPr>
                      <a:lvl3pPr marL="932742" algn="l" defTabSz="932742" rtl="0" eaLnBrk="1" latinLnBrk="0" hangingPunct="1">
                        <a:defRPr kumimoji="1" sz="1800" kern="1200">
                          <a:solidFill>
                            <a:schemeClr val="dk1"/>
                          </a:solidFill>
                          <a:latin typeface="Segoe UI"/>
                        </a:defRPr>
                      </a:lvl3pPr>
                      <a:lvl4pPr marL="1399113" algn="l" defTabSz="932742" rtl="0" eaLnBrk="1" latinLnBrk="0" hangingPunct="1">
                        <a:defRPr kumimoji="1" sz="1800" kern="1200">
                          <a:solidFill>
                            <a:schemeClr val="dk1"/>
                          </a:solidFill>
                          <a:latin typeface="Segoe UI"/>
                        </a:defRPr>
                      </a:lvl4pPr>
                      <a:lvl5pPr marL="1865484" algn="l" defTabSz="932742" rtl="0" eaLnBrk="1" latinLnBrk="0" hangingPunct="1">
                        <a:defRPr kumimoji="1" sz="1800" kern="1200">
                          <a:solidFill>
                            <a:schemeClr val="dk1"/>
                          </a:solidFill>
                          <a:latin typeface="Segoe UI"/>
                        </a:defRPr>
                      </a:lvl5pPr>
                      <a:lvl6pPr marL="2331856" algn="l" defTabSz="932742" rtl="0" eaLnBrk="1" latinLnBrk="0" hangingPunct="1">
                        <a:defRPr kumimoji="1" sz="1800" kern="1200">
                          <a:solidFill>
                            <a:schemeClr val="dk1"/>
                          </a:solidFill>
                          <a:latin typeface="Segoe UI"/>
                        </a:defRPr>
                      </a:lvl6pPr>
                      <a:lvl7pPr marL="2798226" algn="l" defTabSz="932742" rtl="0" eaLnBrk="1" latinLnBrk="0" hangingPunct="1">
                        <a:defRPr kumimoji="1" sz="1800" kern="1200">
                          <a:solidFill>
                            <a:schemeClr val="dk1"/>
                          </a:solidFill>
                          <a:latin typeface="Segoe UI"/>
                        </a:defRPr>
                      </a:lvl7pPr>
                      <a:lvl8pPr marL="3264597" algn="l" defTabSz="932742" rtl="0" eaLnBrk="1" latinLnBrk="0" hangingPunct="1">
                        <a:defRPr kumimoji="1" sz="1800" kern="1200">
                          <a:solidFill>
                            <a:schemeClr val="dk1"/>
                          </a:solidFill>
                          <a:latin typeface="Segoe UI"/>
                        </a:defRPr>
                      </a:lvl8pPr>
                      <a:lvl9pPr marL="3730969" algn="l" defTabSz="932742" rtl="0" eaLnBrk="1" latinLnBrk="0" hangingPunct="1">
                        <a:defRPr kumimoji="1" sz="1800" kern="1200">
                          <a:solidFill>
                            <a:schemeClr val="dk1"/>
                          </a:solidFill>
                          <a:latin typeface="Segoe UI"/>
                        </a:defRPr>
                      </a:lvl9pPr>
                    </a:lstStyle>
                    <a:p>
                      <a:pPr marL="0" marR="0" lvl="0" indent="0" algn="ctr" defTabSz="932742" rtl="0" eaLnBrk="1" fontAlgn="t"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000000"/>
                          </a:solidFill>
                          <a:effectLst/>
                          <a:uLnTx/>
                          <a:uFillTx/>
                          <a:latin typeface="游ゴシック"/>
                          <a:ea typeface="游ゴシック"/>
                          <a:cs typeface="+mn-cs"/>
                        </a:rPr>
                        <a:t>✔</a:t>
                      </a:r>
                    </a:p>
                  </a:txBody>
                  <a:tcPr marL="93260" marR="93260" marT="46630" marB="466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261688266"/>
                  </a:ext>
                </a:extLst>
              </a:tr>
              <a:tr h="182139">
                <a:tc>
                  <a:txBody>
                    <a:bodyPr/>
                    <a:lstStyle>
                      <a:lvl1pPr marL="0" algn="l" defTabSz="932742" rtl="0" eaLnBrk="1" latinLnBrk="0" hangingPunct="1">
                        <a:defRPr kumimoji="1" sz="1800" kern="1200">
                          <a:solidFill>
                            <a:schemeClr val="dk1"/>
                          </a:solidFill>
                          <a:latin typeface="Segoe UI"/>
                        </a:defRPr>
                      </a:lvl1pPr>
                      <a:lvl2pPr marL="466371" algn="l" defTabSz="932742" rtl="0" eaLnBrk="1" latinLnBrk="0" hangingPunct="1">
                        <a:defRPr kumimoji="1" sz="1800" kern="1200">
                          <a:solidFill>
                            <a:schemeClr val="dk1"/>
                          </a:solidFill>
                          <a:latin typeface="Segoe UI"/>
                        </a:defRPr>
                      </a:lvl2pPr>
                      <a:lvl3pPr marL="932742" algn="l" defTabSz="932742" rtl="0" eaLnBrk="1" latinLnBrk="0" hangingPunct="1">
                        <a:defRPr kumimoji="1" sz="1800" kern="1200">
                          <a:solidFill>
                            <a:schemeClr val="dk1"/>
                          </a:solidFill>
                          <a:latin typeface="Segoe UI"/>
                        </a:defRPr>
                      </a:lvl3pPr>
                      <a:lvl4pPr marL="1399113" algn="l" defTabSz="932742" rtl="0" eaLnBrk="1" latinLnBrk="0" hangingPunct="1">
                        <a:defRPr kumimoji="1" sz="1800" kern="1200">
                          <a:solidFill>
                            <a:schemeClr val="dk1"/>
                          </a:solidFill>
                          <a:latin typeface="Segoe UI"/>
                        </a:defRPr>
                      </a:lvl4pPr>
                      <a:lvl5pPr marL="1865484" algn="l" defTabSz="932742" rtl="0" eaLnBrk="1" latinLnBrk="0" hangingPunct="1">
                        <a:defRPr kumimoji="1" sz="1800" kern="1200">
                          <a:solidFill>
                            <a:schemeClr val="dk1"/>
                          </a:solidFill>
                          <a:latin typeface="Segoe UI"/>
                        </a:defRPr>
                      </a:lvl5pPr>
                      <a:lvl6pPr marL="2331856" algn="l" defTabSz="932742" rtl="0" eaLnBrk="1" latinLnBrk="0" hangingPunct="1">
                        <a:defRPr kumimoji="1" sz="1800" kern="1200">
                          <a:solidFill>
                            <a:schemeClr val="dk1"/>
                          </a:solidFill>
                          <a:latin typeface="Segoe UI"/>
                        </a:defRPr>
                      </a:lvl6pPr>
                      <a:lvl7pPr marL="2798226" algn="l" defTabSz="932742" rtl="0" eaLnBrk="1" latinLnBrk="0" hangingPunct="1">
                        <a:defRPr kumimoji="1" sz="1800" kern="1200">
                          <a:solidFill>
                            <a:schemeClr val="dk1"/>
                          </a:solidFill>
                          <a:latin typeface="Segoe UI"/>
                        </a:defRPr>
                      </a:lvl7pPr>
                      <a:lvl8pPr marL="3264597" algn="l" defTabSz="932742" rtl="0" eaLnBrk="1" latinLnBrk="0" hangingPunct="1">
                        <a:defRPr kumimoji="1" sz="1800" kern="1200">
                          <a:solidFill>
                            <a:schemeClr val="dk1"/>
                          </a:solidFill>
                          <a:latin typeface="Segoe UI"/>
                        </a:defRPr>
                      </a:lvl8pPr>
                      <a:lvl9pPr marL="3730969" algn="l" defTabSz="932742" rtl="0" eaLnBrk="1" latinLnBrk="0" hangingPunct="1">
                        <a:defRPr kumimoji="1" sz="1800" kern="1200">
                          <a:solidFill>
                            <a:schemeClr val="dk1"/>
                          </a:solidFill>
                          <a:latin typeface="Segoe UI"/>
                        </a:defRPr>
                      </a:lvl9pPr>
                    </a:lstStyle>
                    <a:p>
                      <a:pPr algn="l" fontAlgn="t"/>
                      <a:r>
                        <a:rPr lang="en-US" sz="1050" b="0">
                          <a:effectLst/>
                        </a:rPr>
                        <a:t>Integration with Firewall Manager</a:t>
                      </a:r>
                    </a:p>
                  </a:txBody>
                  <a:tcPr marL="93260" marR="93260" marT="46630" marB="4663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t"/>
                      <a:endParaRPr lang="en-US" sz="1050">
                        <a:effectLst/>
                      </a:endParaRPr>
                    </a:p>
                  </a:txBody>
                  <a:tcPr marL="93260" marR="93260" marT="46630" marB="466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32742" rtl="0" eaLnBrk="1" latinLnBrk="0" hangingPunct="1">
                        <a:defRPr kumimoji="1" sz="1800" kern="1200">
                          <a:solidFill>
                            <a:schemeClr val="dk1"/>
                          </a:solidFill>
                          <a:latin typeface="Segoe UI"/>
                        </a:defRPr>
                      </a:lvl1pPr>
                      <a:lvl2pPr marL="466371" algn="l" defTabSz="932742" rtl="0" eaLnBrk="1" latinLnBrk="0" hangingPunct="1">
                        <a:defRPr kumimoji="1" sz="1800" kern="1200">
                          <a:solidFill>
                            <a:schemeClr val="dk1"/>
                          </a:solidFill>
                          <a:latin typeface="Segoe UI"/>
                        </a:defRPr>
                      </a:lvl2pPr>
                      <a:lvl3pPr marL="932742" algn="l" defTabSz="932742" rtl="0" eaLnBrk="1" latinLnBrk="0" hangingPunct="1">
                        <a:defRPr kumimoji="1" sz="1800" kern="1200">
                          <a:solidFill>
                            <a:schemeClr val="dk1"/>
                          </a:solidFill>
                          <a:latin typeface="Segoe UI"/>
                        </a:defRPr>
                      </a:lvl3pPr>
                      <a:lvl4pPr marL="1399113" algn="l" defTabSz="932742" rtl="0" eaLnBrk="1" latinLnBrk="0" hangingPunct="1">
                        <a:defRPr kumimoji="1" sz="1800" kern="1200">
                          <a:solidFill>
                            <a:schemeClr val="dk1"/>
                          </a:solidFill>
                          <a:latin typeface="Segoe UI"/>
                        </a:defRPr>
                      </a:lvl4pPr>
                      <a:lvl5pPr marL="1865484" algn="l" defTabSz="932742" rtl="0" eaLnBrk="1" latinLnBrk="0" hangingPunct="1">
                        <a:defRPr kumimoji="1" sz="1800" kern="1200">
                          <a:solidFill>
                            <a:schemeClr val="dk1"/>
                          </a:solidFill>
                          <a:latin typeface="Segoe UI"/>
                        </a:defRPr>
                      </a:lvl5pPr>
                      <a:lvl6pPr marL="2331856" algn="l" defTabSz="932742" rtl="0" eaLnBrk="1" latinLnBrk="0" hangingPunct="1">
                        <a:defRPr kumimoji="1" sz="1800" kern="1200">
                          <a:solidFill>
                            <a:schemeClr val="dk1"/>
                          </a:solidFill>
                          <a:latin typeface="Segoe UI"/>
                        </a:defRPr>
                      </a:lvl6pPr>
                      <a:lvl7pPr marL="2798226" algn="l" defTabSz="932742" rtl="0" eaLnBrk="1" latinLnBrk="0" hangingPunct="1">
                        <a:defRPr kumimoji="1" sz="1800" kern="1200">
                          <a:solidFill>
                            <a:schemeClr val="dk1"/>
                          </a:solidFill>
                          <a:latin typeface="Segoe UI"/>
                        </a:defRPr>
                      </a:lvl7pPr>
                      <a:lvl8pPr marL="3264597" algn="l" defTabSz="932742" rtl="0" eaLnBrk="1" latinLnBrk="0" hangingPunct="1">
                        <a:defRPr kumimoji="1" sz="1800" kern="1200">
                          <a:solidFill>
                            <a:schemeClr val="dk1"/>
                          </a:solidFill>
                          <a:latin typeface="Segoe UI"/>
                        </a:defRPr>
                      </a:lvl8pPr>
                      <a:lvl9pPr marL="3730969" algn="l" defTabSz="932742" rtl="0" eaLnBrk="1" latinLnBrk="0" hangingPunct="1">
                        <a:defRPr kumimoji="1" sz="1800" kern="1200">
                          <a:solidFill>
                            <a:schemeClr val="dk1"/>
                          </a:solidFill>
                          <a:latin typeface="Segoe UI"/>
                        </a:defRPr>
                      </a:lvl9pPr>
                    </a:lstStyle>
                    <a:p>
                      <a:pPr marL="0" marR="0" lvl="0" indent="0" algn="ctr" defTabSz="932742" rtl="0" eaLnBrk="1" fontAlgn="t"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000000"/>
                          </a:solidFill>
                          <a:effectLst/>
                          <a:uLnTx/>
                          <a:uFillTx/>
                          <a:latin typeface="游ゴシック"/>
                          <a:ea typeface="游ゴシック"/>
                          <a:cs typeface="+mn-cs"/>
                        </a:rPr>
                        <a:t>✔</a:t>
                      </a:r>
                    </a:p>
                  </a:txBody>
                  <a:tcPr marL="93260" marR="93260" marT="46630" marB="466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32742" rtl="0" eaLnBrk="1" latinLnBrk="0" hangingPunct="1">
                        <a:defRPr kumimoji="1" sz="1800" kern="1200">
                          <a:solidFill>
                            <a:schemeClr val="dk1"/>
                          </a:solidFill>
                          <a:latin typeface="Segoe UI"/>
                        </a:defRPr>
                      </a:lvl1pPr>
                      <a:lvl2pPr marL="466371" algn="l" defTabSz="932742" rtl="0" eaLnBrk="1" latinLnBrk="0" hangingPunct="1">
                        <a:defRPr kumimoji="1" sz="1800" kern="1200">
                          <a:solidFill>
                            <a:schemeClr val="dk1"/>
                          </a:solidFill>
                          <a:latin typeface="Segoe UI"/>
                        </a:defRPr>
                      </a:lvl2pPr>
                      <a:lvl3pPr marL="932742" algn="l" defTabSz="932742" rtl="0" eaLnBrk="1" latinLnBrk="0" hangingPunct="1">
                        <a:defRPr kumimoji="1" sz="1800" kern="1200">
                          <a:solidFill>
                            <a:schemeClr val="dk1"/>
                          </a:solidFill>
                          <a:latin typeface="Segoe UI"/>
                        </a:defRPr>
                      </a:lvl3pPr>
                      <a:lvl4pPr marL="1399113" algn="l" defTabSz="932742" rtl="0" eaLnBrk="1" latinLnBrk="0" hangingPunct="1">
                        <a:defRPr kumimoji="1" sz="1800" kern="1200">
                          <a:solidFill>
                            <a:schemeClr val="dk1"/>
                          </a:solidFill>
                          <a:latin typeface="Segoe UI"/>
                        </a:defRPr>
                      </a:lvl4pPr>
                      <a:lvl5pPr marL="1865484" algn="l" defTabSz="932742" rtl="0" eaLnBrk="1" latinLnBrk="0" hangingPunct="1">
                        <a:defRPr kumimoji="1" sz="1800" kern="1200">
                          <a:solidFill>
                            <a:schemeClr val="dk1"/>
                          </a:solidFill>
                          <a:latin typeface="Segoe UI"/>
                        </a:defRPr>
                      </a:lvl5pPr>
                      <a:lvl6pPr marL="2331856" algn="l" defTabSz="932742" rtl="0" eaLnBrk="1" latinLnBrk="0" hangingPunct="1">
                        <a:defRPr kumimoji="1" sz="1800" kern="1200">
                          <a:solidFill>
                            <a:schemeClr val="dk1"/>
                          </a:solidFill>
                          <a:latin typeface="Segoe UI"/>
                        </a:defRPr>
                      </a:lvl6pPr>
                      <a:lvl7pPr marL="2798226" algn="l" defTabSz="932742" rtl="0" eaLnBrk="1" latinLnBrk="0" hangingPunct="1">
                        <a:defRPr kumimoji="1" sz="1800" kern="1200">
                          <a:solidFill>
                            <a:schemeClr val="dk1"/>
                          </a:solidFill>
                          <a:latin typeface="Segoe UI"/>
                        </a:defRPr>
                      </a:lvl7pPr>
                      <a:lvl8pPr marL="3264597" algn="l" defTabSz="932742" rtl="0" eaLnBrk="1" latinLnBrk="0" hangingPunct="1">
                        <a:defRPr kumimoji="1" sz="1800" kern="1200">
                          <a:solidFill>
                            <a:schemeClr val="dk1"/>
                          </a:solidFill>
                          <a:latin typeface="Segoe UI"/>
                        </a:defRPr>
                      </a:lvl8pPr>
                      <a:lvl9pPr marL="3730969" algn="l" defTabSz="932742" rtl="0" eaLnBrk="1" latinLnBrk="0" hangingPunct="1">
                        <a:defRPr kumimoji="1" sz="1800" kern="1200">
                          <a:solidFill>
                            <a:schemeClr val="dk1"/>
                          </a:solidFill>
                          <a:latin typeface="Segoe UI"/>
                        </a:defRPr>
                      </a:lvl9pPr>
                    </a:lstStyle>
                    <a:p>
                      <a:pPr marL="0" marR="0" lvl="0" indent="0" algn="ctr" defTabSz="932742" rtl="0" eaLnBrk="1" fontAlgn="t"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000000"/>
                          </a:solidFill>
                          <a:effectLst/>
                          <a:uLnTx/>
                          <a:uFillTx/>
                          <a:latin typeface="游ゴシック"/>
                          <a:ea typeface="游ゴシック"/>
                          <a:cs typeface="+mn-cs"/>
                        </a:rPr>
                        <a:t>✔</a:t>
                      </a:r>
                    </a:p>
                  </a:txBody>
                  <a:tcPr marL="93260" marR="93260" marT="46630" marB="466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940185261"/>
                  </a:ext>
                </a:extLst>
              </a:tr>
              <a:tr h="169491">
                <a:tc>
                  <a:txBody>
                    <a:bodyPr/>
                    <a:lstStyle>
                      <a:lvl1pPr marL="0" algn="l" defTabSz="932742" rtl="0" eaLnBrk="1" latinLnBrk="0" hangingPunct="1">
                        <a:defRPr kumimoji="1" sz="1800" kern="1200">
                          <a:solidFill>
                            <a:schemeClr val="dk1"/>
                          </a:solidFill>
                          <a:latin typeface="Segoe UI"/>
                        </a:defRPr>
                      </a:lvl1pPr>
                      <a:lvl2pPr marL="466371" algn="l" defTabSz="932742" rtl="0" eaLnBrk="1" latinLnBrk="0" hangingPunct="1">
                        <a:defRPr kumimoji="1" sz="1800" kern="1200">
                          <a:solidFill>
                            <a:schemeClr val="dk1"/>
                          </a:solidFill>
                          <a:latin typeface="Segoe UI"/>
                        </a:defRPr>
                      </a:lvl2pPr>
                      <a:lvl3pPr marL="932742" algn="l" defTabSz="932742" rtl="0" eaLnBrk="1" latinLnBrk="0" hangingPunct="1">
                        <a:defRPr kumimoji="1" sz="1800" kern="1200">
                          <a:solidFill>
                            <a:schemeClr val="dk1"/>
                          </a:solidFill>
                          <a:latin typeface="Segoe UI"/>
                        </a:defRPr>
                      </a:lvl3pPr>
                      <a:lvl4pPr marL="1399113" algn="l" defTabSz="932742" rtl="0" eaLnBrk="1" latinLnBrk="0" hangingPunct="1">
                        <a:defRPr kumimoji="1" sz="1800" kern="1200">
                          <a:solidFill>
                            <a:schemeClr val="dk1"/>
                          </a:solidFill>
                          <a:latin typeface="Segoe UI"/>
                        </a:defRPr>
                      </a:lvl4pPr>
                      <a:lvl5pPr marL="1865484" algn="l" defTabSz="932742" rtl="0" eaLnBrk="1" latinLnBrk="0" hangingPunct="1">
                        <a:defRPr kumimoji="1" sz="1800" kern="1200">
                          <a:solidFill>
                            <a:schemeClr val="dk1"/>
                          </a:solidFill>
                          <a:latin typeface="Segoe UI"/>
                        </a:defRPr>
                      </a:lvl5pPr>
                      <a:lvl6pPr marL="2331856" algn="l" defTabSz="932742" rtl="0" eaLnBrk="1" latinLnBrk="0" hangingPunct="1">
                        <a:defRPr kumimoji="1" sz="1800" kern="1200">
                          <a:solidFill>
                            <a:schemeClr val="dk1"/>
                          </a:solidFill>
                          <a:latin typeface="Segoe UI"/>
                        </a:defRPr>
                      </a:lvl6pPr>
                      <a:lvl7pPr marL="2798226" algn="l" defTabSz="932742" rtl="0" eaLnBrk="1" latinLnBrk="0" hangingPunct="1">
                        <a:defRPr kumimoji="1" sz="1800" kern="1200">
                          <a:solidFill>
                            <a:schemeClr val="dk1"/>
                          </a:solidFill>
                          <a:latin typeface="Segoe UI"/>
                        </a:defRPr>
                      </a:lvl7pPr>
                      <a:lvl8pPr marL="3264597" algn="l" defTabSz="932742" rtl="0" eaLnBrk="1" latinLnBrk="0" hangingPunct="1">
                        <a:defRPr kumimoji="1" sz="1800" kern="1200">
                          <a:solidFill>
                            <a:schemeClr val="dk1"/>
                          </a:solidFill>
                          <a:latin typeface="Segoe UI"/>
                        </a:defRPr>
                      </a:lvl8pPr>
                      <a:lvl9pPr marL="3730969" algn="l" defTabSz="932742" rtl="0" eaLnBrk="1" latinLnBrk="0" hangingPunct="1">
                        <a:defRPr kumimoji="1" sz="1800" kern="1200">
                          <a:solidFill>
                            <a:schemeClr val="dk1"/>
                          </a:solidFill>
                          <a:latin typeface="Segoe UI"/>
                        </a:defRPr>
                      </a:lvl9pPr>
                    </a:lstStyle>
                    <a:p>
                      <a:pPr algn="l" fontAlgn="t"/>
                      <a:r>
                        <a:rPr lang="en-US" sz="1050" b="0">
                          <a:effectLst/>
                        </a:rPr>
                        <a:t>Azure Sentinel data connector and workbook</a:t>
                      </a:r>
                    </a:p>
                  </a:txBody>
                  <a:tcPr marL="93260" marR="93260" marT="46630" marB="4663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t"/>
                      <a:endParaRPr lang="en-US" sz="1050">
                        <a:effectLst/>
                      </a:endParaRPr>
                    </a:p>
                  </a:txBody>
                  <a:tcPr marL="93260" marR="93260" marT="46630" marB="466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32742" rtl="0" eaLnBrk="1" latinLnBrk="0" hangingPunct="1">
                        <a:defRPr kumimoji="1" sz="1800" kern="1200">
                          <a:solidFill>
                            <a:schemeClr val="dk1"/>
                          </a:solidFill>
                          <a:latin typeface="Segoe UI"/>
                        </a:defRPr>
                      </a:lvl1pPr>
                      <a:lvl2pPr marL="466371" algn="l" defTabSz="932742" rtl="0" eaLnBrk="1" latinLnBrk="0" hangingPunct="1">
                        <a:defRPr kumimoji="1" sz="1800" kern="1200">
                          <a:solidFill>
                            <a:schemeClr val="dk1"/>
                          </a:solidFill>
                          <a:latin typeface="Segoe UI"/>
                        </a:defRPr>
                      </a:lvl2pPr>
                      <a:lvl3pPr marL="932742" algn="l" defTabSz="932742" rtl="0" eaLnBrk="1" latinLnBrk="0" hangingPunct="1">
                        <a:defRPr kumimoji="1" sz="1800" kern="1200">
                          <a:solidFill>
                            <a:schemeClr val="dk1"/>
                          </a:solidFill>
                          <a:latin typeface="Segoe UI"/>
                        </a:defRPr>
                      </a:lvl3pPr>
                      <a:lvl4pPr marL="1399113" algn="l" defTabSz="932742" rtl="0" eaLnBrk="1" latinLnBrk="0" hangingPunct="1">
                        <a:defRPr kumimoji="1" sz="1800" kern="1200">
                          <a:solidFill>
                            <a:schemeClr val="dk1"/>
                          </a:solidFill>
                          <a:latin typeface="Segoe UI"/>
                        </a:defRPr>
                      </a:lvl4pPr>
                      <a:lvl5pPr marL="1865484" algn="l" defTabSz="932742" rtl="0" eaLnBrk="1" latinLnBrk="0" hangingPunct="1">
                        <a:defRPr kumimoji="1" sz="1800" kern="1200">
                          <a:solidFill>
                            <a:schemeClr val="dk1"/>
                          </a:solidFill>
                          <a:latin typeface="Segoe UI"/>
                        </a:defRPr>
                      </a:lvl5pPr>
                      <a:lvl6pPr marL="2331856" algn="l" defTabSz="932742" rtl="0" eaLnBrk="1" latinLnBrk="0" hangingPunct="1">
                        <a:defRPr kumimoji="1" sz="1800" kern="1200">
                          <a:solidFill>
                            <a:schemeClr val="dk1"/>
                          </a:solidFill>
                          <a:latin typeface="Segoe UI"/>
                        </a:defRPr>
                      </a:lvl6pPr>
                      <a:lvl7pPr marL="2798226" algn="l" defTabSz="932742" rtl="0" eaLnBrk="1" latinLnBrk="0" hangingPunct="1">
                        <a:defRPr kumimoji="1" sz="1800" kern="1200">
                          <a:solidFill>
                            <a:schemeClr val="dk1"/>
                          </a:solidFill>
                          <a:latin typeface="Segoe UI"/>
                        </a:defRPr>
                      </a:lvl7pPr>
                      <a:lvl8pPr marL="3264597" algn="l" defTabSz="932742" rtl="0" eaLnBrk="1" latinLnBrk="0" hangingPunct="1">
                        <a:defRPr kumimoji="1" sz="1800" kern="1200">
                          <a:solidFill>
                            <a:schemeClr val="dk1"/>
                          </a:solidFill>
                          <a:latin typeface="Segoe UI"/>
                        </a:defRPr>
                      </a:lvl8pPr>
                      <a:lvl9pPr marL="3730969" algn="l" defTabSz="932742" rtl="0" eaLnBrk="1" latinLnBrk="0" hangingPunct="1">
                        <a:defRPr kumimoji="1" sz="1800" kern="1200">
                          <a:solidFill>
                            <a:schemeClr val="dk1"/>
                          </a:solidFill>
                          <a:latin typeface="Segoe UI"/>
                        </a:defRPr>
                      </a:lvl9pPr>
                    </a:lstStyle>
                    <a:p>
                      <a:pPr marL="0" marR="0" lvl="0" indent="0" algn="ctr" defTabSz="932742" rtl="0" eaLnBrk="1" fontAlgn="t"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000000"/>
                          </a:solidFill>
                          <a:effectLst/>
                          <a:uLnTx/>
                          <a:uFillTx/>
                          <a:latin typeface="游ゴシック"/>
                          <a:ea typeface="游ゴシック"/>
                          <a:cs typeface="+mn-cs"/>
                        </a:rPr>
                        <a:t>✔</a:t>
                      </a:r>
                    </a:p>
                  </a:txBody>
                  <a:tcPr marL="93260" marR="93260" marT="46630" marB="466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32742" rtl="0" eaLnBrk="1" latinLnBrk="0" hangingPunct="1">
                        <a:defRPr kumimoji="1" sz="1800" kern="1200">
                          <a:solidFill>
                            <a:schemeClr val="dk1"/>
                          </a:solidFill>
                          <a:latin typeface="Segoe UI"/>
                        </a:defRPr>
                      </a:lvl1pPr>
                      <a:lvl2pPr marL="466371" algn="l" defTabSz="932742" rtl="0" eaLnBrk="1" latinLnBrk="0" hangingPunct="1">
                        <a:defRPr kumimoji="1" sz="1800" kern="1200">
                          <a:solidFill>
                            <a:schemeClr val="dk1"/>
                          </a:solidFill>
                          <a:latin typeface="Segoe UI"/>
                        </a:defRPr>
                      </a:lvl2pPr>
                      <a:lvl3pPr marL="932742" algn="l" defTabSz="932742" rtl="0" eaLnBrk="1" latinLnBrk="0" hangingPunct="1">
                        <a:defRPr kumimoji="1" sz="1800" kern="1200">
                          <a:solidFill>
                            <a:schemeClr val="dk1"/>
                          </a:solidFill>
                          <a:latin typeface="Segoe UI"/>
                        </a:defRPr>
                      </a:lvl3pPr>
                      <a:lvl4pPr marL="1399113" algn="l" defTabSz="932742" rtl="0" eaLnBrk="1" latinLnBrk="0" hangingPunct="1">
                        <a:defRPr kumimoji="1" sz="1800" kern="1200">
                          <a:solidFill>
                            <a:schemeClr val="dk1"/>
                          </a:solidFill>
                          <a:latin typeface="Segoe UI"/>
                        </a:defRPr>
                      </a:lvl4pPr>
                      <a:lvl5pPr marL="1865484" algn="l" defTabSz="932742" rtl="0" eaLnBrk="1" latinLnBrk="0" hangingPunct="1">
                        <a:defRPr kumimoji="1" sz="1800" kern="1200">
                          <a:solidFill>
                            <a:schemeClr val="dk1"/>
                          </a:solidFill>
                          <a:latin typeface="Segoe UI"/>
                        </a:defRPr>
                      </a:lvl5pPr>
                      <a:lvl6pPr marL="2331856" algn="l" defTabSz="932742" rtl="0" eaLnBrk="1" latinLnBrk="0" hangingPunct="1">
                        <a:defRPr kumimoji="1" sz="1800" kern="1200">
                          <a:solidFill>
                            <a:schemeClr val="dk1"/>
                          </a:solidFill>
                          <a:latin typeface="Segoe UI"/>
                        </a:defRPr>
                      </a:lvl6pPr>
                      <a:lvl7pPr marL="2798226" algn="l" defTabSz="932742" rtl="0" eaLnBrk="1" latinLnBrk="0" hangingPunct="1">
                        <a:defRPr kumimoji="1" sz="1800" kern="1200">
                          <a:solidFill>
                            <a:schemeClr val="dk1"/>
                          </a:solidFill>
                          <a:latin typeface="Segoe UI"/>
                        </a:defRPr>
                      </a:lvl7pPr>
                      <a:lvl8pPr marL="3264597" algn="l" defTabSz="932742" rtl="0" eaLnBrk="1" latinLnBrk="0" hangingPunct="1">
                        <a:defRPr kumimoji="1" sz="1800" kern="1200">
                          <a:solidFill>
                            <a:schemeClr val="dk1"/>
                          </a:solidFill>
                          <a:latin typeface="Segoe UI"/>
                        </a:defRPr>
                      </a:lvl8pPr>
                      <a:lvl9pPr marL="3730969" algn="l" defTabSz="932742" rtl="0" eaLnBrk="1" latinLnBrk="0" hangingPunct="1">
                        <a:defRPr kumimoji="1" sz="1800" kern="1200">
                          <a:solidFill>
                            <a:schemeClr val="dk1"/>
                          </a:solidFill>
                          <a:latin typeface="Segoe UI"/>
                        </a:defRPr>
                      </a:lvl9pPr>
                    </a:lstStyle>
                    <a:p>
                      <a:pPr marL="0" marR="0" lvl="0" indent="0" algn="ctr" defTabSz="932742" rtl="0" eaLnBrk="1" fontAlgn="t"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000000"/>
                          </a:solidFill>
                          <a:effectLst/>
                          <a:uLnTx/>
                          <a:uFillTx/>
                          <a:latin typeface="游ゴシック"/>
                          <a:ea typeface="游ゴシック"/>
                          <a:cs typeface="+mn-cs"/>
                        </a:rPr>
                        <a:t>✔</a:t>
                      </a:r>
                    </a:p>
                  </a:txBody>
                  <a:tcPr marL="93260" marR="93260" marT="46630" marB="466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829700744"/>
                  </a:ext>
                </a:extLst>
              </a:tr>
              <a:tr h="0">
                <a:tc>
                  <a:txBody>
                    <a:bodyPr/>
                    <a:lstStyle>
                      <a:lvl1pPr marL="0" algn="l" defTabSz="932742" rtl="0" eaLnBrk="1" latinLnBrk="0" hangingPunct="1">
                        <a:defRPr kumimoji="1" sz="1800" kern="1200">
                          <a:solidFill>
                            <a:schemeClr val="dk1"/>
                          </a:solidFill>
                          <a:latin typeface="Segoe UI"/>
                        </a:defRPr>
                      </a:lvl1pPr>
                      <a:lvl2pPr marL="466371" algn="l" defTabSz="932742" rtl="0" eaLnBrk="1" latinLnBrk="0" hangingPunct="1">
                        <a:defRPr kumimoji="1" sz="1800" kern="1200">
                          <a:solidFill>
                            <a:schemeClr val="dk1"/>
                          </a:solidFill>
                          <a:latin typeface="Segoe UI"/>
                        </a:defRPr>
                      </a:lvl2pPr>
                      <a:lvl3pPr marL="932742" algn="l" defTabSz="932742" rtl="0" eaLnBrk="1" latinLnBrk="0" hangingPunct="1">
                        <a:defRPr kumimoji="1" sz="1800" kern="1200">
                          <a:solidFill>
                            <a:schemeClr val="dk1"/>
                          </a:solidFill>
                          <a:latin typeface="Segoe UI"/>
                        </a:defRPr>
                      </a:lvl3pPr>
                      <a:lvl4pPr marL="1399113" algn="l" defTabSz="932742" rtl="0" eaLnBrk="1" latinLnBrk="0" hangingPunct="1">
                        <a:defRPr kumimoji="1" sz="1800" kern="1200">
                          <a:solidFill>
                            <a:schemeClr val="dk1"/>
                          </a:solidFill>
                          <a:latin typeface="Segoe UI"/>
                        </a:defRPr>
                      </a:lvl4pPr>
                      <a:lvl5pPr marL="1865484" algn="l" defTabSz="932742" rtl="0" eaLnBrk="1" latinLnBrk="0" hangingPunct="1">
                        <a:defRPr kumimoji="1" sz="1800" kern="1200">
                          <a:solidFill>
                            <a:schemeClr val="dk1"/>
                          </a:solidFill>
                          <a:latin typeface="Segoe UI"/>
                        </a:defRPr>
                      </a:lvl5pPr>
                      <a:lvl6pPr marL="2331856" algn="l" defTabSz="932742" rtl="0" eaLnBrk="1" latinLnBrk="0" hangingPunct="1">
                        <a:defRPr kumimoji="1" sz="1800" kern="1200">
                          <a:solidFill>
                            <a:schemeClr val="dk1"/>
                          </a:solidFill>
                          <a:latin typeface="Segoe UI"/>
                        </a:defRPr>
                      </a:lvl6pPr>
                      <a:lvl7pPr marL="2798226" algn="l" defTabSz="932742" rtl="0" eaLnBrk="1" latinLnBrk="0" hangingPunct="1">
                        <a:defRPr kumimoji="1" sz="1800" kern="1200">
                          <a:solidFill>
                            <a:schemeClr val="dk1"/>
                          </a:solidFill>
                          <a:latin typeface="Segoe UI"/>
                        </a:defRPr>
                      </a:lvl7pPr>
                      <a:lvl8pPr marL="3264597" algn="l" defTabSz="932742" rtl="0" eaLnBrk="1" latinLnBrk="0" hangingPunct="1">
                        <a:defRPr kumimoji="1" sz="1800" kern="1200">
                          <a:solidFill>
                            <a:schemeClr val="dk1"/>
                          </a:solidFill>
                          <a:latin typeface="Segoe UI"/>
                        </a:defRPr>
                      </a:lvl8pPr>
                      <a:lvl9pPr marL="3730969" algn="l" defTabSz="932742" rtl="0" eaLnBrk="1" latinLnBrk="0" hangingPunct="1">
                        <a:defRPr kumimoji="1" sz="1800" kern="1200">
                          <a:solidFill>
                            <a:schemeClr val="dk1"/>
                          </a:solidFill>
                          <a:latin typeface="Segoe UI"/>
                        </a:defRPr>
                      </a:lvl9pPr>
                    </a:lstStyle>
                    <a:p>
                      <a:pPr algn="l" fontAlgn="t"/>
                      <a:r>
                        <a:rPr lang="en-US" sz="1050" b="0">
                          <a:effectLst/>
                        </a:rPr>
                        <a:t>DDoS rapid response support</a:t>
                      </a:r>
                    </a:p>
                  </a:txBody>
                  <a:tcPr marL="93260" marR="93260" marT="46630" marB="4663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t"/>
                      <a:endParaRPr lang="en-US" sz="1050">
                        <a:effectLst/>
                      </a:endParaRPr>
                    </a:p>
                  </a:txBody>
                  <a:tcPr marL="93260" marR="93260" marT="46630" marB="466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32742" rtl="0" eaLnBrk="1" latinLnBrk="0" hangingPunct="1">
                        <a:defRPr kumimoji="1" sz="1800" kern="1200">
                          <a:solidFill>
                            <a:schemeClr val="dk1"/>
                          </a:solidFill>
                          <a:latin typeface="Segoe UI"/>
                        </a:defRPr>
                      </a:lvl1pPr>
                      <a:lvl2pPr marL="466371" algn="l" defTabSz="932742" rtl="0" eaLnBrk="1" latinLnBrk="0" hangingPunct="1">
                        <a:defRPr kumimoji="1" sz="1800" kern="1200">
                          <a:solidFill>
                            <a:schemeClr val="dk1"/>
                          </a:solidFill>
                          <a:latin typeface="Segoe UI"/>
                        </a:defRPr>
                      </a:lvl2pPr>
                      <a:lvl3pPr marL="932742" algn="l" defTabSz="932742" rtl="0" eaLnBrk="1" latinLnBrk="0" hangingPunct="1">
                        <a:defRPr kumimoji="1" sz="1800" kern="1200">
                          <a:solidFill>
                            <a:schemeClr val="dk1"/>
                          </a:solidFill>
                          <a:latin typeface="Segoe UI"/>
                        </a:defRPr>
                      </a:lvl3pPr>
                      <a:lvl4pPr marL="1399113" algn="l" defTabSz="932742" rtl="0" eaLnBrk="1" latinLnBrk="0" hangingPunct="1">
                        <a:defRPr kumimoji="1" sz="1800" kern="1200">
                          <a:solidFill>
                            <a:schemeClr val="dk1"/>
                          </a:solidFill>
                          <a:latin typeface="Segoe UI"/>
                        </a:defRPr>
                      </a:lvl4pPr>
                      <a:lvl5pPr marL="1865484" algn="l" defTabSz="932742" rtl="0" eaLnBrk="1" latinLnBrk="0" hangingPunct="1">
                        <a:defRPr kumimoji="1" sz="1800" kern="1200">
                          <a:solidFill>
                            <a:schemeClr val="dk1"/>
                          </a:solidFill>
                          <a:latin typeface="Segoe UI"/>
                        </a:defRPr>
                      </a:lvl5pPr>
                      <a:lvl6pPr marL="2331856" algn="l" defTabSz="932742" rtl="0" eaLnBrk="1" latinLnBrk="0" hangingPunct="1">
                        <a:defRPr kumimoji="1" sz="1800" kern="1200">
                          <a:solidFill>
                            <a:schemeClr val="dk1"/>
                          </a:solidFill>
                          <a:latin typeface="Segoe UI"/>
                        </a:defRPr>
                      </a:lvl6pPr>
                      <a:lvl7pPr marL="2798226" algn="l" defTabSz="932742" rtl="0" eaLnBrk="1" latinLnBrk="0" hangingPunct="1">
                        <a:defRPr kumimoji="1" sz="1800" kern="1200">
                          <a:solidFill>
                            <a:schemeClr val="dk1"/>
                          </a:solidFill>
                          <a:latin typeface="Segoe UI"/>
                        </a:defRPr>
                      </a:lvl7pPr>
                      <a:lvl8pPr marL="3264597" algn="l" defTabSz="932742" rtl="0" eaLnBrk="1" latinLnBrk="0" hangingPunct="1">
                        <a:defRPr kumimoji="1" sz="1800" kern="1200">
                          <a:solidFill>
                            <a:schemeClr val="dk1"/>
                          </a:solidFill>
                          <a:latin typeface="Segoe UI"/>
                        </a:defRPr>
                      </a:lvl8pPr>
                      <a:lvl9pPr marL="3730969" algn="l" defTabSz="932742" rtl="0" eaLnBrk="1" latinLnBrk="0" hangingPunct="1">
                        <a:defRPr kumimoji="1" sz="1800" kern="1200">
                          <a:solidFill>
                            <a:schemeClr val="dk1"/>
                          </a:solidFill>
                          <a:latin typeface="Segoe UI"/>
                        </a:defRPr>
                      </a:lvl9pPr>
                    </a:lstStyle>
                    <a:p>
                      <a:pPr marL="0" marR="0" lvl="0" indent="0" algn="ctr" defTabSz="932742" rtl="0" eaLnBrk="1" fontAlgn="t"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000000"/>
                          </a:solidFill>
                          <a:effectLst/>
                          <a:uLnTx/>
                          <a:uFillTx/>
                          <a:latin typeface="游ゴシック"/>
                          <a:ea typeface="游ゴシック"/>
                          <a:cs typeface="+mn-cs"/>
                        </a:rPr>
                        <a:t>✔</a:t>
                      </a:r>
                    </a:p>
                  </a:txBody>
                  <a:tcPr marL="93260" marR="93260" marT="46630" marB="466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32742" rtl="0" eaLnBrk="1" latinLnBrk="0" hangingPunct="1">
                        <a:defRPr kumimoji="1" sz="1800" kern="1200">
                          <a:solidFill>
                            <a:schemeClr val="dk1"/>
                          </a:solidFill>
                          <a:latin typeface="Segoe UI"/>
                        </a:defRPr>
                      </a:lvl1pPr>
                      <a:lvl2pPr marL="466371" algn="l" defTabSz="932742" rtl="0" eaLnBrk="1" latinLnBrk="0" hangingPunct="1">
                        <a:defRPr kumimoji="1" sz="1800" kern="1200">
                          <a:solidFill>
                            <a:schemeClr val="dk1"/>
                          </a:solidFill>
                          <a:latin typeface="Segoe UI"/>
                        </a:defRPr>
                      </a:lvl2pPr>
                      <a:lvl3pPr marL="932742" algn="l" defTabSz="932742" rtl="0" eaLnBrk="1" latinLnBrk="0" hangingPunct="1">
                        <a:defRPr kumimoji="1" sz="1800" kern="1200">
                          <a:solidFill>
                            <a:schemeClr val="dk1"/>
                          </a:solidFill>
                          <a:latin typeface="Segoe UI"/>
                        </a:defRPr>
                      </a:lvl3pPr>
                      <a:lvl4pPr marL="1399113" algn="l" defTabSz="932742" rtl="0" eaLnBrk="1" latinLnBrk="0" hangingPunct="1">
                        <a:defRPr kumimoji="1" sz="1800" kern="1200">
                          <a:solidFill>
                            <a:schemeClr val="dk1"/>
                          </a:solidFill>
                          <a:latin typeface="Segoe UI"/>
                        </a:defRPr>
                      </a:lvl4pPr>
                      <a:lvl5pPr marL="1865484" algn="l" defTabSz="932742" rtl="0" eaLnBrk="1" latinLnBrk="0" hangingPunct="1">
                        <a:defRPr kumimoji="1" sz="1800" kern="1200">
                          <a:solidFill>
                            <a:schemeClr val="dk1"/>
                          </a:solidFill>
                          <a:latin typeface="Segoe UI"/>
                        </a:defRPr>
                      </a:lvl5pPr>
                      <a:lvl6pPr marL="2331856" algn="l" defTabSz="932742" rtl="0" eaLnBrk="1" latinLnBrk="0" hangingPunct="1">
                        <a:defRPr kumimoji="1" sz="1800" kern="1200">
                          <a:solidFill>
                            <a:schemeClr val="dk1"/>
                          </a:solidFill>
                          <a:latin typeface="Segoe UI"/>
                        </a:defRPr>
                      </a:lvl6pPr>
                      <a:lvl7pPr marL="2798226" algn="l" defTabSz="932742" rtl="0" eaLnBrk="1" latinLnBrk="0" hangingPunct="1">
                        <a:defRPr kumimoji="1" sz="1800" kern="1200">
                          <a:solidFill>
                            <a:schemeClr val="dk1"/>
                          </a:solidFill>
                          <a:latin typeface="Segoe UI"/>
                        </a:defRPr>
                      </a:lvl7pPr>
                      <a:lvl8pPr marL="3264597" algn="l" defTabSz="932742" rtl="0" eaLnBrk="1" latinLnBrk="0" hangingPunct="1">
                        <a:defRPr kumimoji="1" sz="1800" kern="1200">
                          <a:solidFill>
                            <a:schemeClr val="dk1"/>
                          </a:solidFill>
                          <a:latin typeface="Segoe UI"/>
                        </a:defRPr>
                      </a:lvl8pPr>
                      <a:lvl9pPr marL="3730969" algn="l" defTabSz="932742" rtl="0" eaLnBrk="1" latinLnBrk="0" hangingPunct="1">
                        <a:defRPr kumimoji="1" sz="1800" kern="1200">
                          <a:solidFill>
                            <a:schemeClr val="dk1"/>
                          </a:solidFill>
                          <a:latin typeface="Segoe UI"/>
                        </a:defRPr>
                      </a:lvl9pPr>
                    </a:lstStyle>
                    <a:p>
                      <a:pPr marL="0" marR="0" lvl="0" indent="0" algn="ctr" defTabSz="932742" rtl="0" eaLnBrk="1" fontAlgn="t"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000000"/>
                          </a:solidFill>
                          <a:effectLst/>
                          <a:uLnTx/>
                          <a:uFillTx/>
                          <a:latin typeface="游ゴシック"/>
                          <a:ea typeface="游ゴシック"/>
                          <a:cs typeface="+mn-cs"/>
                        </a:rPr>
                        <a:t>✔</a:t>
                      </a:r>
                    </a:p>
                  </a:txBody>
                  <a:tcPr marL="93260" marR="93260" marT="46630" marB="466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329821362"/>
                  </a:ext>
                </a:extLst>
              </a:tr>
              <a:tr h="0">
                <a:tc>
                  <a:txBody>
                    <a:bodyPr/>
                    <a:lstStyle>
                      <a:lvl1pPr marL="0" algn="l" defTabSz="932742" rtl="0" eaLnBrk="1" latinLnBrk="0" hangingPunct="1">
                        <a:defRPr kumimoji="1" sz="1800" kern="1200">
                          <a:solidFill>
                            <a:schemeClr val="dk1"/>
                          </a:solidFill>
                          <a:latin typeface="Segoe UI"/>
                        </a:defRPr>
                      </a:lvl1pPr>
                      <a:lvl2pPr marL="466371" algn="l" defTabSz="932742" rtl="0" eaLnBrk="1" latinLnBrk="0" hangingPunct="1">
                        <a:defRPr kumimoji="1" sz="1800" kern="1200">
                          <a:solidFill>
                            <a:schemeClr val="dk1"/>
                          </a:solidFill>
                          <a:latin typeface="Segoe UI"/>
                        </a:defRPr>
                      </a:lvl2pPr>
                      <a:lvl3pPr marL="932742" algn="l" defTabSz="932742" rtl="0" eaLnBrk="1" latinLnBrk="0" hangingPunct="1">
                        <a:defRPr kumimoji="1" sz="1800" kern="1200">
                          <a:solidFill>
                            <a:schemeClr val="dk1"/>
                          </a:solidFill>
                          <a:latin typeface="Segoe UI"/>
                        </a:defRPr>
                      </a:lvl3pPr>
                      <a:lvl4pPr marL="1399113" algn="l" defTabSz="932742" rtl="0" eaLnBrk="1" latinLnBrk="0" hangingPunct="1">
                        <a:defRPr kumimoji="1" sz="1800" kern="1200">
                          <a:solidFill>
                            <a:schemeClr val="dk1"/>
                          </a:solidFill>
                          <a:latin typeface="Segoe UI"/>
                        </a:defRPr>
                      </a:lvl4pPr>
                      <a:lvl5pPr marL="1865484" algn="l" defTabSz="932742" rtl="0" eaLnBrk="1" latinLnBrk="0" hangingPunct="1">
                        <a:defRPr kumimoji="1" sz="1800" kern="1200">
                          <a:solidFill>
                            <a:schemeClr val="dk1"/>
                          </a:solidFill>
                          <a:latin typeface="Segoe UI"/>
                        </a:defRPr>
                      </a:lvl5pPr>
                      <a:lvl6pPr marL="2331856" algn="l" defTabSz="932742" rtl="0" eaLnBrk="1" latinLnBrk="0" hangingPunct="1">
                        <a:defRPr kumimoji="1" sz="1800" kern="1200">
                          <a:solidFill>
                            <a:schemeClr val="dk1"/>
                          </a:solidFill>
                          <a:latin typeface="Segoe UI"/>
                        </a:defRPr>
                      </a:lvl6pPr>
                      <a:lvl7pPr marL="2798226" algn="l" defTabSz="932742" rtl="0" eaLnBrk="1" latinLnBrk="0" hangingPunct="1">
                        <a:defRPr kumimoji="1" sz="1800" kern="1200">
                          <a:solidFill>
                            <a:schemeClr val="dk1"/>
                          </a:solidFill>
                          <a:latin typeface="Segoe UI"/>
                        </a:defRPr>
                      </a:lvl7pPr>
                      <a:lvl8pPr marL="3264597" algn="l" defTabSz="932742" rtl="0" eaLnBrk="1" latinLnBrk="0" hangingPunct="1">
                        <a:defRPr kumimoji="1" sz="1800" kern="1200">
                          <a:solidFill>
                            <a:schemeClr val="dk1"/>
                          </a:solidFill>
                          <a:latin typeface="Segoe UI"/>
                        </a:defRPr>
                      </a:lvl8pPr>
                      <a:lvl9pPr marL="3730969" algn="l" defTabSz="932742" rtl="0" eaLnBrk="1" latinLnBrk="0" hangingPunct="1">
                        <a:defRPr kumimoji="1" sz="1800" kern="1200">
                          <a:solidFill>
                            <a:schemeClr val="dk1"/>
                          </a:solidFill>
                          <a:latin typeface="Segoe UI"/>
                        </a:defRPr>
                      </a:lvl9pPr>
                    </a:lstStyle>
                    <a:p>
                      <a:pPr algn="l" fontAlgn="t"/>
                      <a:r>
                        <a:rPr lang="en-US" sz="1050" b="0">
                          <a:effectLst/>
                        </a:rPr>
                        <a:t>Cost protection</a:t>
                      </a:r>
                    </a:p>
                  </a:txBody>
                  <a:tcPr marL="93260" marR="93260" marT="46630" marB="4663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t"/>
                      <a:endParaRPr lang="en-US" sz="1050">
                        <a:effectLst/>
                      </a:endParaRPr>
                    </a:p>
                  </a:txBody>
                  <a:tcPr marL="93260" marR="93260" marT="46630" marB="466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32742" rtl="0" eaLnBrk="1" latinLnBrk="0" hangingPunct="1">
                        <a:defRPr kumimoji="1" sz="1800" kern="1200">
                          <a:solidFill>
                            <a:schemeClr val="dk1"/>
                          </a:solidFill>
                          <a:latin typeface="Segoe UI"/>
                        </a:defRPr>
                      </a:lvl1pPr>
                      <a:lvl2pPr marL="466371" algn="l" defTabSz="932742" rtl="0" eaLnBrk="1" latinLnBrk="0" hangingPunct="1">
                        <a:defRPr kumimoji="1" sz="1800" kern="1200">
                          <a:solidFill>
                            <a:schemeClr val="dk1"/>
                          </a:solidFill>
                          <a:latin typeface="Segoe UI"/>
                        </a:defRPr>
                      </a:lvl2pPr>
                      <a:lvl3pPr marL="932742" algn="l" defTabSz="932742" rtl="0" eaLnBrk="1" latinLnBrk="0" hangingPunct="1">
                        <a:defRPr kumimoji="1" sz="1800" kern="1200">
                          <a:solidFill>
                            <a:schemeClr val="dk1"/>
                          </a:solidFill>
                          <a:latin typeface="Segoe UI"/>
                        </a:defRPr>
                      </a:lvl3pPr>
                      <a:lvl4pPr marL="1399113" algn="l" defTabSz="932742" rtl="0" eaLnBrk="1" latinLnBrk="0" hangingPunct="1">
                        <a:defRPr kumimoji="1" sz="1800" kern="1200">
                          <a:solidFill>
                            <a:schemeClr val="dk1"/>
                          </a:solidFill>
                          <a:latin typeface="Segoe UI"/>
                        </a:defRPr>
                      </a:lvl4pPr>
                      <a:lvl5pPr marL="1865484" algn="l" defTabSz="932742" rtl="0" eaLnBrk="1" latinLnBrk="0" hangingPunct="1">
                        <a:defRPr kumimoji="1" sz="1800" kern="1200">
                          <a:solidFill>
                            <a:schemeClr val="dk1"/>
                          </a:solidFill>
                          <a:latin typeface="Segoe UI"/>
                        </a:defRPr>
                      </a:lvl5pPr>
                      <a:lvl6pPr marL="2331856" algn="l" defTabSz="932742" rtl="0" eaLnBrk="1" latinLnBrk="0" hangingPunct="1">
                        <a:defRPr kumimoji="1" sz="1800" kern="1200">
                          <a:solidFill>
                            <a:schemeClr val="dk1"/>
                          </a:solidFill>
                          <a:latin typeface="Segoe UI"/>
                        </a:defRPr>
                      </a:lvl6pPr>
                      <a:lvl7pPr marL="2798226" algn="l" defTabSz="932742" rtl="0" eaLnBrk="1" latinLnBrk="0" hangingPunct="1">
                        <a:defRPr kumimoji="1" sz="1800" kern="1200">
                          <a:solidFill>
                            <a:schemeClr val="dk1"/>
                          </a:solidFill>
                          <a:latin typeface="Segoe UI"/>
                        </a:defRPr>
                      </a:lvl7pPr>
                      <a:lvl8pPr marL="3264597" algn="l" defTabSz="932742" rtl="0" eaLnBrk="1" latinLnBrk="0" hangingPunct="1">
                        <a:defRPr kumimoji="1" sz="1800" kern="1200">
                          <a:solidFill>
                            <a:schemeClr val="dk1"/>
                          </a:solidFill>
                          <a:latin typeface="Segoe UI"/>
                        </a:defRPr>
                      </a:lvl8pPr>
                      <a:lvl9pPr marL="3730969" algn="l" defTabSz="932742" rtl="0" eaLnBrk="1" latinLnBrk="0" hangingPunct="1">
                        <a:defRPr kumimoji="1" sz="1800" kern="1200">
                          <a:solidFill>
                            <a:schemeClr val="dk1"/>
                          </a:solidFill>
                          <a:latin typeface="Segoe UI"/>
                        </a:defRPr>
                      </a:lvl9pPr>
                    </a:lstStyle>
                    <a:p>
                      <a:pPr algn="ctr" fontAlgn="t"/>
                      <a:endParaRPr lang="en-US" sz="1050">
                        <a:effectLst/>
                      </a:endParaRPr>
                    </a:p>
                  </a:txBody>
                  <a:tcPr marL="93260" marR="93260" marT="46630" marB="466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32742" rtl="0" eaLnBrk="1" latinLnBrk="0" hangingPunct="1">
                        <a:defRPr kumimoji="1" sz="1800" kern="1200">
                          <a:solidFill>
                            <a:schemeClr val="dk1"/>
                          </a:solidFill>
                          <a:latin typeface="Segoe UI"/>
                        </a:defRPr>
                      </a:lvl1pPr>
                      <a:lvl2pPr marL="466371" algn="l" defTabSz="932742" rtl="0" eaLnBrk="1" latinLnBrk="0" hangingPunct="1">
                        <a:defRPr kumimoji="1" sz="1800" kern="1200">
                          <a:solidFill>
                            <a:schemeClr val="dk1"/>
                          </a:solidFill>
                          <a:latin typeface="Segoe UI"/>
                        </a:defRPr>
                      </a:lvl2pPr>
                      <a:lvl3pPr marL="932742" algn="l" defTabSz="932742" rtl="0" eaLnBrk="1" latinLnBrk="0" hangingPunct="1">
                        <a:defRPr kumimoji="1" sz="1800" kern="1200">
                          <a:solidFill>
                            <a:schemeClr val="dk1"/>
                          </a:solidFill>
                          <a:latin typeface="Segoe UI"/>
                        </a:defRPr>
                      </a:lvl3pPr>
                      <a:lvl4pPr marL="1399113" algn="l" defTabSz="932742" rtl="0" eaLnBrk="1" latinLnBrk="0" hangingPunct="1">
                        <a:defRPr kumimoji="1" sz="1800" kern="1200">
                          <a:solidFill>
                            <a:schemeClr val="dk1"/>
                          </a:solidFill>
                          <a:latin typeface="Segoe UI"/>
                        </a:defRPr>
                      </a:lvl4pPr>
                      <a:lvl5pPr marL="1865484" algn="l" defTabSz="932742" rtl="0" eaLnBrk="1" latinLnBrk="0" hangingPunct="1">
                        <a:defRPr kumimoji="1" sz="1800" kern="1200">
                          <a:solidFill>
                            <a:schemeClr val="dk1"/>
                          </a:solidFill>
                          <a:latin typeface="Segoe UI"/>
                        </a:defRPr>
                      </a:lvl5pPr>
                      <a:lvl6pPr marL="2331856" algn="l" defTabSz="932742" rtl="0" eaLnBrk="1" latinLnBrk="0" hangingPunct="1">
                        <a:defRPr kumimoji="1" sz="1800" kern="1200">
                          <a:solidFill>
                            <a:schemeClr val="dk1"/>
                          </a:solidFill>
                          <a:latin typeface="Segoe UI"/>
                        </a:defRPr>
                      </a:lvl6pPr>
                      <a:lvl7pPr marL="2798226" algn="l" defTabSz="932742" rtl="0" eaLnBrk="1" latinLnBrk="0" hangingPunct="1">
                        <a:defRPr kumimoji="1" sz="1800" kern="1200">
                          <a:solidFill>
                            <a:schemeClr val="dk1"/>
                          </a:solidFill>
                          <a:latin typeface="Segoe UI"/>
                        </a:defRPr>
                      </a:lvl7pPr>
                      <a:lvl8pPr marL="3264597" algn="l" defTabSz="932742" rtl="0" eaLnBrk="1" latinLnBrk="0" hangingPunct="1">
                        <a:defRPr kumimoji="1" sz="1800" kern="1200">
                          <a:solidFill>
                            <a:schemeClr val="dk1"/>
                          </a:solidFill>
                          <a:latin typeface="Segoe UI"/>
                        </a:defRPr>
                      </a:lvl8pPr>
                      <a:lvl9pPr marL="3730969" algn="l" defTabSz="932742" rtl="0" eaLnBrk="1" latinLnBrk="0" hangingPunct="1">
                        <a:defRPr kumimoji="1" sz="1800" kern="1200">
                          <a:solidFill>
                            <a:schemeClr val="dk1"/>
                          </a:solidFill>
                          <a:latin typeface="Segoe UI"/>
                        </a:defRPr>
                      </a:lvl9pPr>
                    </a:lstStyle>
                    <a:p>
                      <a:pPr marL="0" marR="0" lvl="0" indent="0" algn="ctr" defTabSz="932742" rtl="0" eaLnBrk="1" fontAlgn="t"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000000"/>
                          </a:solidFill>
                          <a:effectLst/>
                          <a:uLnTx/>
                          <a:uFillTx/>
                          <a:latin typeface="游ゴシック"/>
                          <a:ea typeface="游ゴシック"/>
                          <a:cs typeface="+mn-cs"/>
                        </a:rPr>
                        <a:t>✔</a:t>
                      </a:r>
                    </a:p>
                  </a:txBody>
                  <a:tcPr marL="93260" marR="93260" marT="46630" marB="466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159898386"/>
                  </a:ext>
                </a:extLst>
              </a:tr>
              <a:tr h="0">
                <a:tc>
                  <a:txBody>
                    <a:bodyPr/>
                    <a:lstStyle>
                      <a:lvl1pPr marL="0" algn="l" defTabSz="932742" rtl="0" eaLnBrk="1" latinLnBrk="0" hangingPunct="1">
                        <a:defRPr kumimoji="1" sz="1800" kern="1200">
                          <a:solidFill>
                            <a:schemeClr val="dk1"/>
                          </a:solidFill>
                          <a:latin typeface="Segoe UI"/>
                        </a:defRPr>
                      </a:lvl1pPr>
                      <a:lvl2pPr marL="466371" algn="l" defTabSz="932742" rtl="0" eaLnBrk="1" latinLnBrk="0" hangingPunct="1">
                        <a:defRPr kumimoji="1" sz="1800" kern="1200">
                          <a:solidFill>
                            <a:schemeClr val="dk1"/>
                          </a:solidFill>
                          <a:latin typeface="Segoe UI"/>
                        </a:defRPr>
                      </a:lvl2pPr>
                      <a:lvl3pPr marL="932742" algn="l" defTabSz="932742" rtl="0" eaLnBrk="1" latinLnBrk="0" hangingPunct="1">
                        <a:defRPr kumimoji="1" sz="1800" kern="1200">
                          <a:solidFill>
                            <a:schemeClr val="dk1"/>
                          </a:solidFill>
                          <a:latin typeface="Segoe UI"/>
                        </a:defRPr>
                      </a:lvl3pPr>
                      <a:lvl4pPr marL="1399113" algn="l" defTabSz="932742" rtl="0" eaLnBrk="1" latinLnBrk="0" hangingPunct="1">
                        <a:defRPr kumimoji="1" sz="1800" kern="1200">
                          <a:solidFill>
                            <a:schemeClr val="dk1"/>
                          </a:solidFill>
                          <a:latin typeface="Segoe UI"/>
                        </a:defRPr>
                      </a:lvl4pPr>
                      <a:lvl5pPr marL="1865484" algn="l" defTabSz="932742" rtl="0" eaLnBrk="1" latinLnBrk="0" hangingPunct="1">
                        <a:defRPr kumimoji="1" sz="1800" kern="1200">
                          <a:solidFill>
                            <a:schemeClr val="dk1"/>
                          </a:solidFill>
                          <a:latin typeface="Segoe UI"/>
                        </a:defRPr>
                      </a:lvl5pPr>
                      <a:lvl6pPr marL="2331856" algn="l" defTabSz="932742" rtl="0" eaLnBrk="1" latinLnBrk="0" hangingPunct="1">
                        <a:defRPr kumimoji="1" sz="1800" kern="1200">
                          <a:solidFill>
                            <a:schemeClr val="dk1"/>
                          </a:solidFill>
                          <a:latin typeface="Segoe UI"/>
                        </a:defRPr>
                      </a:lvl6pPr>
                      <a:lvl7pPr marL="2798226" algn="l" defTabSz="932742" rtl="0" eaLnBrk="1" latinLnBrk="0" hangingPunct="1">
                        <a:defRPr kumimoji="1" sz="1800" kern="1200">
                          <a:solidFill>
                            <a:schemeClr val="dk1"/>
                          </a:solidFill>
                          <a:latin typeface="Segoe UI"/>
                        </a:defRPr>
                      </a:lvl7pPr>
                      <a:lvl8pPr marL="3264597" algn="l" defTabSz="932742" rtl="0" eaLnBrk="1" latinLnBrk="0" hangingPunct="1">
                        <a:defRPr kumimoji="1" sz="1800" kern="1200">
                          <a:solidFill>
                            <a:schemeClr val="dk1"/>
                          </a:solidFill>
                          <a:latin typeface="Segoe UI"/>
                        </a:defRPr>
                      </a:lvl8pPr>
                      <a:lvl9pPr marL="3730969" algn="l" defTabSz="932742" rtl="0" eaLnBrk="1" latinLnBrk="0" hangingPunct="1">
                        <a:defRPr kumimoji="1" sz="1800" kern="1200">
                          <a:solidFill>
                            <a:schemeClr val="dk1"/>
                          </a:solidFill>
                          <a:latin typeface="Segoe UI"/>
                        </a:defRPr>
                      </a:lvl9pPr>
                    </a:lstStyle>
                    <a:p>
                      <a:pPr algn="l" fontAlgn="t"/>
                      <a:r>
                        <a:rPr lang="en-US" sz="1050" b="0" dirty="0">
                          <a:effectLst/>
                        </a:rPr>
                        <a:t>WAF discount</a:t>
                      </a:r>
                    </a:p>
                  </a:txBody>
                  <a:tcPr marL="93260" marR="93260" marT="46630" marB="4663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t"/>
                      <a:endParaRPr lang="en-US" sz="1050">
                        <a:effectLst/>
                      </a:endParaRPr>
                    </a:p>
                  </a:txBody>
                  <a:tcPr marL="93260" marR="93260" marT="46630" marB="466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32742" rtl="0" eaLnBrk="1" latinLnBrk="0" hangingPunct="1">
                        <a:defRPr kumimoji="1" sz="1800" kern="1200">
                          <a:solidFill>
                            <a:schemeClr val="dk1"/>
                          </a:solidFill>
                          <a:latin typeface="Segoe UI"/>
                        </a:defRPr>
                      </a:lvl1pPr>
                      <a:lvl2pPr marL="466371" algn="l" defTabSz="932742" rtl="0" eaLnBrk="1" latinLnBrk="0" hangingPunct="1">
                        <a:defRPr kumimoji="1" sz="1800" kern="1200">
                          <a:solidFill>
                            <a:schemeClr val="dk1"/>
                          </a:solidFill>
                          <a:latin typeface="Segoe UI"/>
                        </a:defRPr>
                      </a:lvl2pPr>
                      <a:lvl3pPr marL="932742" algn="l" defTabSz="932742" rtl="0" eaLnBrk="1" latinLnBrk="0" hangingPunct="1">
                        <a:defRPr kumimoji="1" sz="1800" kern="1200">
                          <a:solidFill>
                            <a:schemeClr val="dk1"/>
                          </a:solidFill>
                          <a:latin typeface="Segoe UI"/>
                        </a:defRPr>
                      </a:lvl3pPr>
                      <a:lvl4pPr marL="1399113" algn="l" defTabSz="932742" rtl="0" eaLnBrk="1" latinLnBrk="0" hangingPunct="1">
                        <a:defRPr kumimoji="1" sz="1800" kern="1200">
                          <a:solidFill>
                            <a:schemeClr val="dk1"/>
                          </a:solidFill>
                          <a:latin typeface="Segoe UI"/>
                        </a:defRPr>
                      </a:lvl4pPr>
                      <a:lvl5pPr marL="1865484" algn="l" defTabSz="932742" rtl="0" eaLnBrk="1" latinLnBrk="0" hangingPunct="1">
                        <a:defRPr kumimoji="1" sz="1800" kern="1200">
                          <a:solidFill>
                            <a:schemeClr val="dk1"/>
                          </a:solidFill>
                          <a:latin typeface="Segoe UI"/>
                        </a:defRPr>
                      </a:lvl5pPr>
                      <a:lvl6pPr marL="2331856" algn="l" defTabSz="932742" rtl="0" eaLnBrk="1" latinLnBrk="0" hangingPunct="1">
                        <a:defRPr kumimoji="1" sz="1800" kern="1200">
                          <a:solidFill>
                            <a:schemeClr val="dk1"/>
                          </a:solidFill>
                          <a:latin typeface="Segoe UI"/>
                        </a:defRPr>
                      </a:lvl6pPr>
                      <a:lvl7pPr marL="2798226" algn="l" defTabSz="932742" rtl="0" eaLnBrk="1" latinLnBrk="0" hangingPunct="1">
                        <a:defRPr kumimoji="1" sz="1800" kern="1200">
                          <a:solidFill>
                            <a:schemeClr val="dk1"/>
                          </a:solidFill>
                          <a:latin typeface="Segoe UI"/>
                        </a:defRPr>
                      </a:lvl7pPr>
                      <a:lvl8pPr marL="3264597" algn="l" defTabSz="932742" rtl="0" eaLnBrk="1" latinLnBrk="0" hangingPunct="1">
                        <a:defRPr kumimoji="1" sz="1800" kern="1200">
                          <a:solidFill>
                            <a:schemeClr val="dk1"/>
                          </a:solidFill>
                          <a:latin typeface="Segoe UI"/>
                        </a:defRPr>
                      </a:lvl8pPr>
                      <a:lvl9pPr marL="3730969" algn="l" defTabSz="932742" rtl="0" eaLnBrk="1" latinLnBrk="0" hangingPunct="1">
                        <a:defRPr kumimoji="1" sz="1800" kern="1200">
                          <a:solidFill>
                            <a:schemeClr val="dk1"/>
                          </a:solidFill>
                          <a:latin typeface="Segoe UI"/>
                        </a:defRPr>
                      </a:lvl9pPr>
                    </a:lstStyle>
                    <a:p>
                      <a:pPr algn="ctr" fontAlgn="t"/>
                      <a:endParaRPr lang="en-US" sz="1050">
                        <a:effectLst/>
                      </a:endParaRPr>
                    </a:p>
                  </a:txBody>
                  <a:tcPr marL="93260" marR="93260" marT="46630" marB="466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32742" rtl="0" eaLnBrk="1" latinLnBrk="0" hangingPunct="1">
                        <a:defRPr kumimoji="1" sz="1800" kern="1200">
                          <a:solidFill>
                            <a:schemeClr val="dk1"/>
                          </a:solidFill>
                          <a:latin typeface="Segoe UI"/>
                        </a:defRPr>
                      </a:lvl1pPr>
                      <a:lvl2pPr marL="466371" algn="l" defTabSz="932742" rtl="0" eaLnBrk="1" latinLnBrk="0" hangingPunct="1">
                        <a:defRPr kumimoji="1" sz="1800" kern="1200">
                          <a:solidFill>
                            <a:schemeClr val="dk1"/>
                          </a:solidFill>
                          <a:latin typeface="Segoe UI"/>
                        </a:defRPr>
                      </a:lvl2pPr>
                      <a:lvl3pPr marL="932742" algn="l" defTabSz="932742" rtl="0" eaLnBrk="1" latinLnBrk="0" hangingPunct="1">
                        <a:defRPr kumimoji="1" sz="1800" kern="1200">
                          <a:solidFill>
                            <a:schemeClr val="dk1"/>
                          </a:solidFill>
                          <a:latin typeface="Segoe UI"/>
                        </a:defRPr>
                      </a:lvl3pPr>
                      <a:lvl4pPr marL="1399113" algn="l" defTabSz="932742" rtl="0" eaLnBrk="1" latinLnBrk="0" hangingPunct="1">
                        <a:defRPr kumimoji="1" sz="1800" kern="1200">
                          <a:solidFill>
                            <a:schemeClr val="dk1"/>
                          </a:solidFill>
                          <a:latin typeface="Segoe UI"/>
                        </a:defRPr>
                      </a:lvl4pPr>
                      <a:lvl5pPr marL="1865484" algn="l" defTabSz="932742" rtl="0" eaLnBrk="1" latinLnBrk="0" hangingPunct="1">
                        <a:defRPr kumimoji="1" sz="1800" kern="1200">
                          <a:solidFill>
                            <a:schemeClr val="dk1"/>
                          </a:solidFill>
                          <a:latin typeface="Segoe UI"/>
                        </a:defRPr>
                      </a:lvl5pPr>
                      <a:lvl6pPr marL="2331856" algn="l" defTabSz="932742" rtl="0" eaLnBrk="1" latinLnBrk="0" hangingPunct="1">
                        <a:defRPr kumimoji="1" sz="1800" kern="1200">
                          <a:solidFill>
                            <a:schemeClr val="dk1"/>
                          </a:solidFill>
                          <a:latin typeface="Segoe UI"/>
                        </a:defRPr>
                      </a:lvl6pPr>
                      <a:lvl7pPr marL="2798226" algn="l" defTabSz="932742" rtl="0" eaLnBrk="1" latinLnBrk="0" hangingPunct="1">
                        <a:defRPr kumimoji="1" sz="1800" kern="1200">
                          <a:solidFill>
                            <a:schemeClr val="dk1"/>
                          </a:solidFill>
                          <a:latin typeface="Segoe UI"/>
                        </a:defRPr>
                      </a:lvl7pPr>
                      <a:lvl8pPr marL="3264597" algn="l" defTabSz="932742" rtl="0" eaLnBrk="1" latinLnBrk="0" hangingPunct="1">
                        <a:defRPr kumimoji="1" sz="1800" kern="1200">
                          <a:solidFill>
                            <a:schemeClr val="dk1"/>
                          </a:solidFill>
                          <a:latin typeface="Segoe UI"/>
                        </a:defRPr>
                      </a:lvl8pPr>
                      <a:lvl9pPr marL="3730969" algn="l" defTabSz="932742" rtl="0" eaLnBrk="1" latinLnBrk="0" hangingPunct="1">
                        <a:defRPr kumimoji="1" sz="1800" kern="1200">
                          <a:solidFill>
                            <a:schemeClr val="dk1"/>
                          </a:solidFill>
                          <a:latin typeface="Segoe UI"/>
                        </a:defRPr>
                      </a:lvl9pPr>
                    </a:lstStyle>
                    <a:p>
                      <a:pPr marL="0" marR="0" lvl="0" indent="0" algn="ctr" defTabSz="932742" rtl="0" eaLnBrk="1" fontAlgn="t"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dirty="0">
                          <a:ln>
                            <a:noFill/>
                          </a:ln>
                          <a:solidFill>
                            <a:srgbClr val="000000"/>
                          </a:solidFill>
                          <a:effectLst/>
                          <a:uLnTx/>
                          <a:uFillTx/>
                          <a:latin typeface="游ゴシック"/>
                          <a:ea typeface="游ゴシック"/>
                          <a:cs typeface="+mn-cs"/>
                        </a:rPr>
                        <a:t>✔</a:t>
                      </a:r>
                    </a:p>
                  </a:txBody>
                  <a:tcPr marL="93260" marR="93260" marT="46630" marB="4663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073086002"/>
                  </a:ext>
                </a:extLst>
              </a:tr>
            </a:tbl>
          </a:graphicData>
        </a:graphic>
      </p:graphicFrame>
    </p:spTree>
    <p:extLst>
      <p:ext uri="{BB962C8B-B14F-4D97-AF65-F5344CB8AC3E}">
        <p14:creationId xmlns:p14="http://schemas.microsoft.com/office/powerpoint/2010/main" val="10152651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82A69-E09A-3B2E-4652-E152B05A493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A9000705-DDC6-338D-FC08-F133C57EB2AE}"/>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US" altLang="ja-JP" sz="2000" dirty="0">
                <a:latin typeface="Yu Gothic UI" panose="020B0500000000000000" pitchFamily="34" charset="-128"/>
                <a:ea typeface="Yu Gothic UI" panose="020B0500000000000000" pitchFamily="34" charset="-128"/>
              </a:rPr>
              <a:t>PaaS </a:t>
            </a:r>
            <a:r>
              <a:rPr lang="ja-JP" altLang="en-US" sz="2000">
                <a:latin typeface="Yu Gothic UI" panose="020B0500000000000000" pitchFamily="34" charset="-128"/>
                <a:ea typeface="Yu Gothic UI" panose="020B0500000000000000" pitchFamily="34" charset="-128"/>
              </a:rPr>
              <a:t>の種類と例</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A4CF448B-F173-88B3-DFDE-86C2A83B00E4}"/>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7</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47F27F42-97F6-BAFF-2210-4177AA19BC83}"/>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四角形: 角を丸くする 10">
            <a:extLst>
              <a:ext uri="{FF2B5EF4-FFF2-40B4-BE49-F238E27FC236}">
                <a16:creationId xmlns:a16="http://schemas.microsoft.com/office/drawing/2014/main" id="{1ACF9393-F419-CB9C-6573-0A0F4CF8B8CA}"/>
              </a:ext>
            </a:extLst>
          </p:cNvPr>
          <p:cNvSpPr/>
          <p:nvPr/>
        </p:nvSpPr>
        <p:spPr bwMode="auto">
          <a:xfrm>
            <a:off x="902754" y="1393634"/>
            <a:ext cx="4777221" cy="5136382"/>
          </a:xfrm>
          <a:prstGeom prst="roundRect">
            <a:avLst>
              <a:gd name="adj" fmla="val 6764"/>
            </a:avLst>
          </a:prstGeom>
          <a:solidFill>
            <a:schemeClr val="accent1">
              <a:lumMod val="20000"/>
              <a:lumOff val="80000"/>
            </a:schemeClr>
          </a:solid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sp>
        <p:nvSpPr>
          <p:cNvPr id="6" name="テキスト ボックス 5">
            <a:extLst>
              <a:ext uri="{FF2B5EF4-FFF2-40B4-BE49-F238E27FC236}">
                <a16:creationId xmlns:a16="http://schemas.microsoft.com/office/drawing/2014/main" id="{B9693E46-4B76-7D39-D2B4-E95ABC6A64C7}"/>
              </a:ext>
            </a:extLst>
          </p:cNvPr>
          <p:cNvSpPr txBox="1"/>
          <p:nvPr/>
        </p:nvSpPr>
        <p:spPr>
          <a:xfrm>
            <a:off x="1175561" y="5742680"/>
            <a:ext cx="4362617" cy="615553"/>
          </a:xfrm>
          <a:prstGeom prst="rect">
            <a:avLst/>
          </a:prstGeom>
          <a:noFill/>
        </p:spPr>
        <p:txBody>
          <a:bodyPr wrap="square" lIns="0" tIns="0" rIns="0" bIns="0" rtlCol="0">
            <a:spAutoFit/>
          </a:bodyPr>
          <a:lstStyle/>
          <a:p>
            <a:pPr algn="ctr"/>
            <a:r>
              <a:rPr kumimoji="1" lang="en-US" altLang="ja-JP" sz="2000" err="1">
                <a:solidFill>
                  <a:schemeClr val="tx1">
                    <a:lumMod val="75000"/>
                    <a:lumOff val="25000"/>
                  </a:schemeClr>
                </a:solidFill>
                <a:latin typeface="Yu Gothic UI" panose="020B0500000000000000" pitchFamily="34" charset="-128"/>
                <a:ea typeface="Yu Gothic UI" panose="020B0500000000000000" pitchFamily="34" charset="-128"/>
              </a:rPr>
              <a:t>VNet</a:t>
            </a:r>
            <a:r>
              <a:rPr kumimoji="1" lang="ja-JP" altLang="en-US" sz="2000">
                <a:solidFill>
                  <a:schemeClr val="tx1">
                    <a:lumMod val="75000"/>
                    <a:lumOff val="25000"/>
                  </a:schemeClr>
                </a:solidFill>
                <a:latin typeface="Yu Gothic UI" panose="020B0500000000000000" pitchFamily="34" charset="-128"/>
                <a:ea typeface="Yu Gothic UI" panose="020B0500000000000000" pitchFamily="34" charset="-128"/>
              </a:rPr>
              <a:t>外部</a:t>
            </a:r>
            <a:r>
              <a:rPr kumimoji="1" lang="en-US" altLang="ja-JP" sz="2000">
                <a:solidFill>
                  <a:schemeClr val="tx1">
                    <a:lumMod val="75000"/>
                    <a:lumOff val="25000"/>
                  </a:schemeClr>
                </a:solidFill>
                <a:latin typeface="Yu Gothic UI" panose="020B0500000000000000" pitchFamily="34" charset="-128"/>
                <a:ea typeface="Yu Gothic UI" panose="020B0500000000000000" pitchFamily="34" charset="-128"/>
              </a:rPr>
              <a:t>(MS</a:t>
            </a:r>
            <a:r>
              <a:rPr kumimoji="1" lang="ja-JP" altLang="en-US" sz="2000">
                <a:solidFill>
                  <a:schemeClr val="tx1">
                    <a:lumMod val="75000"/>
                    <a:lumOff val="25000"/>
                  </a:schemeClr>
                </a:solidFill>
                <a:latin typeface="Yu Gothic UI" panose="020B0500000000000000" pitchFamily="34" charset="-128"/>
                <a:ea typeface="Yu Gothic UI" panose="020B0500000000000000" pitchFamily="34" charset="-128"/>
              </a:rPr>
              <a:t>バックボーン</a:t>
            </a:r>
            <a:r>
              <a:rPr kumimoji="1" lang="en-US" altLang="ja-JP" sz="2000">
                <a:solidFill>
                  <a:schemeClr val="tx1">
                    <a:lumMod val="75000"/>
                    <a:lumOff val="25000"/>
                  </a:schemeClr>
                </a:solidFill>
                <a:latin typeface="Yu Gothic UI" panose="020B0500000000000000" pitchFamily="34" charset="-128"/>
                <a:ea typeface="Yu Gothic UI" panose="020B0500000000000000" pitchFamily="34" charset="-128"/>
              </a:rPr>
              <a:t>)</a:t>
            </a:r>
            <a:r>
              <a:rPr kumimoji="1" lang="ja-JP" altLang="en-US" sz="2000">
                <a:solidFill>
                  <a:schemeClr val="tx1">
                    <a:lumMod val="75000"/>
                    <a:lumOff val="25000"/>
                  </a:schemeClr>
                </a:solidFill>
                <a:latin typeface="Yu Gothic UI" panose="020B0500000000000000" pitchFamily="34" charset="-128"/>
                <a:ea typeface="Yu Gothic UI" panose="020B0500000000000000" pitchFamily="34" charset="-128"/>
              </a:rPr>
              <a:t>に</a:t>
            </a:r>
            <a:endParaRPr kumimoji="1" lang="en-US" altLang="ja-JP" sz="2000">
              <a:solidFill>
                <a:schemeClr val="tx1">
                  <a:lumMod val="75000"/>
                  <a:lumOff val="25000"/>
                </a:schemeClr>
              </a:solidFill>
              <a:latin typeface="Yu Gothic UI" panose="020B0500000000000000" pitchFamily="34" charset="-128"/>
              <a:ea typeface="Yu Gothic UI" panose="020B0500000000000000" pitchFamily="34" charset="-128"/>
            </a:endParaRPr>
          </a:p>
          <a:p>
            <a:pPr algn="ctr"/>
            <a:r>
              <a:rPr kumimoji="1" lang="ja-JP" altLang="en-US" sz="2000">
                <a:solidFill>
                  <a:schemeClr val="tx1">
                    <a:lumMod val="75000"/>
                    <a:lumOff val="25000"/>
                  </a:schemeClr>
                </a:solidFill>
                <a:latin typeface="Yu Gothic UI" panose="020B0500000000000000" pitchFamily="34" charset="-128"/>
                <a:ea typeface="Yu Gothic UI" panose="020B0500000000000000" pitchFamily="34" charset="-128"/>
              </a:rPr>
              <a:t>デプロイする</a:t>
            </a:r>
            <a:r>
              <a:rPr kumimoji="1" lang="en-US" altLang="ja-JP" sz="2000">
                <a:solidFill>
                  <a:schemeClr val="tx1">
                    <a:lumMod val="75000"/>
                    <a:lumOff val="25000"/>
                  </a:schemeClr>
                </a:solidFill>
                <a:latin typeface="Yu Gothic UI" panose="020B0500000000000000" pitchFamily="34" charset="-128"/>
                <a:ea typeface="Yu Gothic UI" panose="020B0500000000000000" pitchFamily="34" charset="-128"/>
              </a:rPr>
              <a:t>PaaS</a:t>
            </a:r>
            <a:endParaRPr kumimoji="1" lang="ja-JP" altLang="en-US" sz="2000">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7" name="グラフィックス 6">
            <a:extLst>
              <a:ext uri="{FF2B5EF4-FFF2-40B4-BE49-F238E27FC236}">
                <a16:creationId xmlns:a16="http://schemas.microsoft.com/office/drawing/2014/main" id="{5565FE3D-31F4-CDAB-A863-EDB844574D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54644" y="1877095"/>
            <a:ext cx="404450" cy="404450"/>
          </a:xfrm>
          <a:prstGeom prst="rect">
            <a:avLst/>
          </a:prstGeom>
        </p:spPr>
      </p:pic>
      <p:pic>
        <p:nvPicPr>
          <p:cNvPr id="8" name="グラフィックス 7">
            <a:extLst>
              <a:ext uri="{FF2B5EF4-FFF2-40B4-BE49-F238E27FC236}">
                <a16:creationId xmlns:a16="http://schemas.microsoft.com/office/drawing/2014/main" id="{F0509EF2-173A-A2FF-E692-177ECCA225D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36661" y="1877095"/>
            <a:ext cx="404450" cy="404450"/>
          </a:xfrm>
          <a:prstGeom prst="rect">
            <a:avLst/>
          </a:prstGeom>
        </p:spPr>
      </p:pic>
      <p:sp>
        <p:nvSpPr>
          <p:cNvPr id="10" name="テキスト ボックス 9">
            <a:extLst>
              <a:ext uri="{FF2B5EF4-FFF2-40B4-BE49-F238E27FC236}">
                <a16:creationId xmlns:a16="http://schemas.microsoft.com/office/drawing/2014/main" id="{E8F8F890-41A8-826C-7876-DA76B6022C78}"/>
              </a:ext>
            </a:extLst>
          </p:cNvPr>
          <p:cNvSpPr txBox="1"/>
          <p:nvPr/>
        </p:nvSpPr>
        <p:spPr>
          <a:xfrm>
            <a:off x="1175561" y="2403289"/>
            <a:ext cx="1526650" cy="507831"/>
          </a:xfrm>
          <a:prstGeom prst="rect">
            <a:avLst/>
          </a:prstGeom>
          <a:noFill/>
        </p:spPr>
        <p:txBody>
          <a:bodyPr wrap="square" lIns="0" tIns="0" rIns="0" bIns="0" rtlCol="0">
            <a:spAutoFit/>
          </a:bodyPr>
          <a:lstStyle/>
          <a:p>
            <a:pPr algn="ct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App Service</a:t>
            </a:r>
          </a:p>
          <a:p>
            <a:pPr algn="ct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(Web Apps, Functions, Logic Apps</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など）</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1" name="テキスト ボックス 10">
            <a:extLst>
              <a:ext uri="{FF2B5EF4-FFF2-40B4-BE49-F238E27FC236}">
                <a16:creationId xmlns:a16="http://schemas.microsoft.com/office/drawing/2014/main" id="{D42A4294-61F7-02D4-1FA9-C0B4BA83CBEF}"/>
              </a:ext>
            </a:extLst>
          </p:cNvPr>
          <p:cNvSpPr txBox="1"/>
          <p:nvPr/>
        </p:nvSpPr>
        <p:spPr>
          <a:xfrm>
            <a:off x="2559087" y="2403289"/>
            <a:ext cx="1526650" cy="169277"/>
          </a:xfrm>
          <a:prstGeom prst="rect">
            <a:avLst/>
          </a:prstGeom>
          <a:noFill/>
        </p:spPr>
        <p:txBody>
          <a:bodyPr wrap="square" lIns="0" tIns="0" rIns="0" bIns="0" rtlCol="0">
            <a:spAutoFit/>
          </a:bodyPr>
          <a:lstStyle/>
          <a:p>
            <a:pPr algn="ct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SQL Database</a:t>
            </a:r>
          </a:p>
        </p:txBody>
      </p:sp>
      <p:pic>
        <p:nvPicPr>
          <p:cNvPr id="12" name="グラフィックス 11">
            <a:extLst>
              <a:ext uri="{FF2B5EF4-FFF2-40B4-BE49-F238E27FC236}">
                <a16:creationId xmlns:a16="http://schemas.microsoft.com/office/drawing/2014/main" id="{82AB2B33-476D-5132-AB70-61E77ED428E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482392" y="1818459"/>
            <a:ext cx="521722" cy="521722"/>
          </a:xfrm>
          <a:prstGeom prst="rect">
            <a:avLst/>
          </a:prstGeom>
        </p:spPr>
      </p:pic>
      <p:sp>
        <p:nvSpPr>
          <p:cNvPr id="13" name="テキスト ボックス 12">
            <a:extLst>
              <a:ext uri="{FF2B5EF4-FFF2-40B4-BE49-F238E27FC236}">
                <a16:creationId xmlns:a16="http://schemas.microsoft.com/office/drawing/2014/main" id="{7A67D761-80BF-539E-9978-74F582696C71}"/>
              </a:ext>
            </a:extLst>
          </p:cNvPr>
          <p:cNvSpPr txBox="1"/>
          <p:nvPr/>
        </p:nvSpPr>
        <p:spPr>
          <a:xfrm>
            <a:off x="3942613" y="2403288"/>
            <a:ext cx="1526650" cy="507831"/>
          </a:xfrm>
          <a:prstGeom prst="rect">
            <a:avLst/>
          </a:prstGeom>
          <a:noFill/>
        </p:spPr>
        <p:txBody>
          <a:bodyPr wrap="square" lIns="0" tIns="0" rIns="0" bIns="0" rtlCol="0">
            <a:spAutoFit/>
          </a:bodyPr>
          <a:lstStyle/>
          <a:p>
            <a:pPr algn="ct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Storage Account</a:t>
            </a:r>
          </a:p>
          <a:p>
            <a:pPr algn="ct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(Blob, Files, Table, Queue</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など）</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14" name="グラフィックス 13">
            <a:extLst>
              <a:ext uri="{FF2B5EF4-FFF2-40B4-BE49-F238E27FC236}">
                <a16:creationId xmlns:a16="http://schemas.microsoft.com/office/drawing/2014/main" id="{35CEF7B1-3E5A-3D1E-C0DA-FD4ECEF44B9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736661" y="3102406"/>
            <a:ext cx="410403" cy="410403"/>
          </a:xfrm>
          <a:prstGeom prst="rect">
            <a:avLst/>
          </a:prstGeom>
        </p:spPr>
      </p:pic>
      <p:sp>
        <p:nvSpPr>
          <p:cNvPr id="15" name="テキスト ボックス 14">
            <a:extLst>
              <a:ext uri="{FF2B5EF4-FFF2-40B4-BE49-F238E27FC236}">
                <a16:creationId xmlns:a16="http://schemas.microsoft.com/office/drawing/2014/main" id="{63364645-630C-8283-0162-D952DF70D391}"/>
              </a:ext>
            </a:extLst>
          </p:cNvPr>
          <p:cNvSpPr txBox="1"/>
          <p:nvPr/>
        </p:nvSpPr>
        <p:spPr>
          <a:xfrm>
            <a:off x="1277202" y="3588490"/>
            <a:ext cx="1199322" cy="507831"/>
          </a:xfrm>
          <a:prstGeom prst="rect">
            <a:avLst/>
          </a:prstGeom>
          <a:noFill/>
        </p:spPr>
        <p:txBody>
          <a:bodyPr wrap="square" lIns="0" tIns="0" rIns="0" bIns="0" rtlCol="0">
            <a:spAutoFit/>
          </a:bodyPr>
          <a:lstStyle/>
          <a:p>
            <a:pPr algn="ct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Azure Kubernetes Services</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のコントロールプレーン</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16" name="グラフィックス 15">
            <a:extLst>
              <a:ext uri="{FF2B5EF4-FFF2-40B4-BE49-F238E27FC236}">
                <a16:creationId xmlns:a16="http://schemas.microsoft.com/office/drawing/2014/main" id="{7AF9C90A-353A-C982-91EE-28EE9CF7755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160597" y="3123146"/>
            <a:ext cx="354528" cy="354528"/>
          </a:xfrm>
          <a:prstGeom prst="rect">
            <a:avLst/>
          </a:prstGeom>
        </p:spPr>
      </p:pic>
      <p:sp>
        <p:nvSpPr>
          <p:cNvPr id="17" name="テキスト ボックス 16">
            <a:extLst>
              <a:ext uri="{FF2B5EF4-FFF2-40B4-BE49-F238E27FC236}">
                <a16:creationId xmlns:a16="http://schemas.microsoft.com/office/drawing/2014/main" id="{BA5855A7-1112-0ECB-27E4-BCB96049A224}"/>
              </a:ext>
            </a:extLst>
          </p:cNvPr>
          <p:cNvSpPr txBox="1"/>
          <p:nvPr/>
        </p:nvSpPr>
        <p:spPr>
          <a:xfrm>
            <a:off x="2670773" y="3593064"/>
            <a:ext cx="1253087" cy="338554"/>
          </a:xfrm>
          <a:prstGeom prst="rect">
            <a:avLst/>
          </a:prstGeom>
          <a:noFill/>
        </p:spPr>
        <p:txBody>
          <a:bodyPr wrap="square" lIns="0" tIns="0" rIns="0" bIns="0" rtlCol="0">
            <a:spAutoFit/>
          </a:bodyPr>
          <a:lstStyle/>
          <a:p>
            <a:pPr algn="ct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Azure Container Apps</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の外部環境</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18" name="グラフィックス 17">
            <a:extLst>
              <a:ext uri="{FF2B5EF4-FFF2-40B4-BE49-F238E27FC236}">
                <a16:creationId xmlns:a16="http://schemas.microsoft.com/office/drawing/2014/main" id="{3ECBC7B8-C0F6-CAAF-37CA-247A32A6E59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528658" y="3130344"/>
            <a:ext cx="354528" cy="354528"/>
          </a:xfrm>
          <a:prstGeom prst="rect">
            <a:avLst/>
          </a:prstGeom>
        </p:spPr>
      </p:pic>
      <p:sp>
        <p:nvSpPr>
          <p:cNvPr id="19" name="テキスト ボックス 18">
            <a:extLst>
              <a:ext uri="{FF2B5EF4-FFF2-40B4-BE49-F238E27FC236}">
                <a16:creationId xmlns:a16="http://schemas.microsoft.com/office/drawing/2014/main" id="{8D714F00-CB65-3976-167B-ACAA8FA06BEB}"/>
              </a:ext>
            </a:extLst>
          </p:cNvPr>
          <p:cNvSpPr txBox="1"/>
          <p:nvPr/>
        </p:nvSpPr>
        <p:spPr>
          <a:xfrm>
            <a:off x="4031772" y="3602996"/>
            <a:ext cx="1253087" cy="338554"/>
          </a:xfrm>
          <a:prstGeom prst="rect">
            <a:avLst/>
          </a:prstGeom>
          <a:noFill/>
        </p:spPr>
        <p:txBody>
          <a:bodyPr wrap="square" lIns="0" tIns="0" rIns="0" bIns="0" rtlCol="0">
            <a:spAutoFit/>
          </a:bodyPr>
          <a:lstStyle/>
          <a:p>
            <a:pPr algn="ct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Azure Container Registries</a:t>
            </a:r>
          </a:p>
        </p:txBody>
      </p:sp>
      <p:pic>
        <p:nvPicPr>
          <p:cNvPr id="20" name="グラフィックス 19">
            <a:extLst>
              <a:ext uri="{FF2B5EF4-FFF2-40B4-BE49-F238E27FC236}">
                <a16:creationId xmlns:a16="http://schemas.microsoft.com/office/drawing/2014/main" id="{ACDFB182-FE00-76F5-AC36-2D31F426C91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736661" y="4394941"/>
            <a:ext cx="442208" cy="442208"/>
          </a:xfrm>
          <a:prstGeom prst="rect">
            <a:avLst/>
          </a:prstGeom>
        </p:spPr>
      </p:pic>
      <p:sp>
        <p:nvSpPr>
          <p:cNvPr id="21" name="テキスト ボックス 20">
            <a:extLst>
              <a:ext uri="{FF2B5EF4-FFF2-40B4-BE49-F238E27FC236}">
                <a16:creationId xmlns:a16="http://schemas.microsoft.com/office/drawing/2014/main" id="{B7AE7802-7819-3C1F-0327-C38F6A77B04B}"/>
              </a:ext>
            </a:extLst>
          </p:cNvPr>
          <p:cNvSpPr txBox="1"/>
          <p:nvPr/>
        </p:nvSpPr>
        <p:spPr>
          <a:xfrm>
            <a:off x="1306357" y="5020476"/>
            <a:ext cx="1199322" cy="169277"/>
          </a:xfrm>
          <a:prstGeom prst="rect">
            <a:avLst/>
          </a:prstGeom>
          <a:noFill/>
        </p:spPr>
        <p:txBody>
          <a:bodyPr wrap="square" lIns="0" tIns="0" rIns="0" bIns="0" rtlCol="0">
            <a:spAutoFit/>
          </a:bodyPr>
          <a:lstStyle/>
          <a:p>
            <a:pPr algn="ct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Synapse Analytics</a:t>
            </a:r>
          </a:p>
        </p:txBody>
      </p:sp>
      <p:pic>
        <p:nvPicPr>
          <p:cNvPr id="22" name="グラフィックス 21">
            <a:extLst>
              <a:ext uri="{FF2B5EF4-FFF2-40B4-BE49-F238E27FC236}">
                <a16:creationId xmlns:a16="http://schemas.microsoft.com/office/drawing/2014/main" id="{A6743952-7F4A-2205-267D-EAB0B7416289}"/>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102840" y="4394941"/>
            <a:ext cx="412285" cy="412285"/>
          </a:xfrm>
          <a:prstGeom prst="rect">
            <a:avLst/>
          </a:prstGeom>
        </p:spPr>
      </p:pic>
      <p:sp>
        <p:nvSpPr>
          <p:cNvPr id="23" name="テキスト ボックス 22">
            <a:extLst>
              <a:ext uri="{FF2B5EF4-FFF2-40B4-BE49-F238E27FC236}">
                <a16:creationId xmlns:a16="http://schemas.microsoft.com/office/drawing/2014/main" id="{7EE3BB2E-045D-D7AD-88E9-260C740C0385}"/>
              </a:ext>
            </a:extLst>
          </p:cNvPr>
          <p:cNvSpPr txBox="1"/>
          <p:nvPr/>
        </p:nvSpPr>
        <p:spPr>
          <a:xfrm>
            <a:off x="2691703" y="5028466"/>
            <a:ext cx="1199322" cy="169277"/>
          </a:xfrm>
          <a:prstGeom prst="rect">
            <a:avLst/>
          </a:prstGeom>
          <a:noFill/>
        </p:spPr>
        <p:txBody>
          <a:bodyPr wrap="square" lIns="0" tIns="0" rIns="0" bIns="0" rtlCol="0">
            <a:spAutoFit/>
          </a:bodyPr>
          <a:lstStyle/>
          <a:p>
            <a:pPr algn="ct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IoT Hub</a:t>
            </a:r>
          </a:p>
        </p:txBody>
      </p:sp>
      <p:pic>
        <p:nvPicPr>
          <p:cNvPr id="24" name="グラフィックス 23">
            <a:extLst>
              <a:ext uri="{FF2B5EF4-FFF2-40B4-BE49-F238E27FC236}">
                <a16:creationId xmlns:a16="http://schemas.microsoft.com/office/drawing/2014/main" id="{C75EDF6D-736A-B315-1DE2-43D2E7DAA89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528658" y="4420501"/>
            <a:ext cx="361163" cy="361163"/>
          </a:xfrm>
          <a:prstGeom prst="rect">
            <a:avLst/>
          </a:prstGeom>
        </p:spPr>
      </p:pic>
      <p:sp>
        <p:nvSpPr>
          <p:cNvPr id="25" name="テキスト ボックス 24">
            <a:extLst>
              <a:ext uri="{FF2B5EF4-FFF2-40B4-BE49-F238E27FC236}">
                <a16:creationId xmlns:a16="http://schemas.microsoft.com/office/drawing/2014/main" id="{7F732BC8-AEDA-1FB4-441F-82ED032B270D}"/>
              </a:ext>
            </a:extLst>
          </p:cNvPr>
          <p:cNvSpPr txBox="1"/>
          <p:nvPr/>
        </p:nvSpPr>
        <p:spPr>
          <a:xfrm>
            <a:off x="4058654" y="5027959"/>
            <a:ext cx="1199322" cy="169277"/>
          </a:xfrm>
          <a:prstGeom prst="rect">
            <a:avLst/>
          </a:prstGeom>
          <a:noFill/>
        </p:spPr>
        <p:txBody>
          <a:bodyPr wrap="square" lIns="0" tIns="0" rIns="0" bIns="0" rtlCol="0">
            <a:spAutoFit/>
          </a:bodyPr>
          <a:lstStyle/>
          <a:p>
            <a:pPr algn="ct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Cognitive Services</a:t>
            </a:r>
          </a:p>
        </p:txBody>
      </p:sp>
      <p:pic>
        <p:nvPicPr>
          <p:cNvPr id="27" name="グラフィックス 26">
            <a:extLst>
              <a:ext uri="{FF2B5EF4-FFF2-40B4-BE49-F238E27FC236}">
                <a16:creationId xmlns:a16="http://schemas.microsoft.com/office/drawing/2014/main" id="{EAA34AC2-B12B-0EF8-E019-F1F076B439BA}"/>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879103" y="5752198"/>
            <a:ext cx="378864" cy="378864"/>
          </a:xfrm>
          <a:prstGeom prst="rect">
            <a:avLst/>
          </a:prstGeom>
        </p:spPr>
      </p:pic>
      <p:sp>
        <p:nvSpPr>
          <p:cNvPr id="28" name="四角形: 角を丸くする 2">
            <a:extLst>
              <a:ext uri="{FF2B5EF4-FFF2-40B4-BE49-F238E27FC236}">
                <a16:creationId xmlns:a16="http://schemas.microsoft.com/office/drawing/2014/main" id="{E7D02CF9-B0B0-C1D2-602F-A48D5003E2F1}"/>
              </a:ext>
            </a:extLst>
          </p:cNvPr>
          <p:cNvSpPr/>
          <p:nvPr/>
        </p:nvSpPr>
        <p:spPr bwMode="auto">
          <a:xfrm>
            <a:off x="6567108" y="1393634"/>
            <a:ext cx="4536682" cy="5136381"/>
          </a:xfrm>
          <a:prstGeom prst="roundRect">
            <a:avLst>
              <a:gd name="adj" fmla="val 5471"/>
            </a:avLst>
          </a:prstGeom>
          <a:noFill/>
          <a:ln w="1905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sp>
        <p:nvSpPr>
          <p:cNvPr id="29" name="テキスト ボックス 28">
            <a:extLst>
              <a:ext uri="{FF2B5EF4-FFF2-40B4-BE49-F238E27FC236}">
                <a16:creationId xmlns:a16="http://schemas.microsoft.com/office/drawing/2014/main" id="{32B39038-DBCB-CDCB-3788-8FBC60C66781}"/>
              </a:ext>
            </a:extLst>
          </p:cNvPr>
          <p:cNvSpPr txBox="1"/>
          <p:nvPr/>
        </p:nvSpPr>
        <p:spPr>
          <a:xfrm>
            <a:off x="7430371" y="5787741"/>
            <a:ext cx="3792773" cy="615553"/>
          </a:xfrm>
          <a:prstGeom prst="rect">
            <a:avLst/>
          </a:prstGeom>
          <a:noFill/>
        </p:spPr>
        <p:txBody>
          <a:bodyPr wrap="square" lIns="0" tIns="0" rIns="0" bIns="0" rtlCol="0">
            <a:spAutoFit/>
          </a:bodyPr>
          <a:lstStyle/>
          <a:p>
            <a:r>
              <a:rPr kumimoji="1" lang="en-US" altLang="ja-JP" sz="2000" err="1">
                <a:solidFill>
                  <a:schemeClr val="tx1">
                    <a:lumMod val="75000"/>
                    <a:lumOff val="25000"/>
                  </a:schemeClr>
                </a:solidFill>
                <a:latin typeface="Yu Gothic UI" panose="020B0500000000000000" pitchFamily="34" charset="-128"/>
                <a:ea typeface="Yu Gothic UI" panose="020B0500000000000000" pitchFamily="34" charset="-128"/>
              </a:rPr>
              <a:t>VNet</a:t>
            </a:r>
            <a:r>
              <a:rPr kumimoji="1" lang="ja-JP" altLang="en-US" sz="2000">
                <a:solidFill>
                  <a:schemeClr val="tx1">
                    <a:lumMod val="75000"/>
                    <a:lumOff val="25000"/>
                  </a:schemeClr>
                </a:solidFill>
                <a:latin typeface="Yu Gothic UI" panose="020B0500000000000000" pitchFamily="34" charset="-128"/>
                <a:ea typeface="Yu Gothic UI" panose="020B0500000000000000" pitchFamily="34" charset="-128"/>
              </a:rPr>
              <a:t>内部にデプロイする</a:t>
            </a:r>
            <a:r>
              <a:rPr kumimoji="1" lang="en-US" altLang="ja-JP" sz="2000">
                <a:solidFill>
                  <a:schemeClr val="tx1">
                    <a:lumMod val="75000"/>
                    <a:lumOff val="25000"/>
                  </a:schemeClr>
                </a:solidFill>
                <a:latin typeface="Yu Gothic UI" panose="020B0500000000000000" pitchFamily="34" charset="-128"/>
                <a:ea typeface="Yu Gothic UI" panose="020B0500000000000000" pitchFamily="34" charset="-128"/>
              </a:rPr>
              <a:t>PaaS</a:t>
            </a:r>
          </a:p>
          <a:p>
            <a:r>
              <a:rPr kumimoji="1" lang="en-US" altLang="ja-JP" sz="2000">
                <a:solidFill>
                  <a:schemeClr val="tx1">
                    <a:lumMod val="75000"/>
                    <a:lumOff val="25000"/>
                  </a:schemeClr>
                </a:solidFill>
                <a:latin typeface="Yu Gothic UI" panose="020B0500000000000000" pitchFamily="34" charset="-128"/>
                <a:ea typeface="Yu Gothic UI" panose="020B0500000000000000" pitchFamily="34" charset="-128"/>
              </a:rPr>
              <a:t>(</a:t>
            </a:r>
            <a:r>
              <a:rPr kumimoji="1" lang="en-US" altLang="ja-JP" sz="2000" err="1">
                <a:solidFill>
                  <a:schemeClr val="tx1">
                    <a:lumMod val="75000"/>
                    <a:lumOff val="25000"/>
                  </a:schemeClr>
                </a:solidFill>
                <a:latin typeface="Yu Gothic UI" panose="020B0500000000000000" pitchFamily="34" charset="-128"/>
                <a:ea typeface="Yu Gothic UI" panose="020B0500000000000000" pitchFamily="34" charset="-128"/>
              </a:rPr>
              <a:t>VNet</a:t>
            </a:r>
            <a:r>
              <a:rPr kumimoji="1" lang="en-US" altLang="ja-JP" sz="2000">
                <a:solidFill>
                  <a:schemeClr val="tx1">
                    <a:lumMod val="75000"/>
                    <a:lumOff val="25000"/>
                  </a:schemeClr>
                </a:solidFill>
                <a:latin typeface="Yu Gothic UI" panose="020B0500000000000000" pitchFamily="34" charset="-128"/>
                <a:ea typeface="Yu Gothic UI" panose="020B0500000000000000" pitchFamily="34" charset="-128"/>
              </a:rPr>
              <a:t> Injection</a:t>
            </a:r>
            <a:r>
              <a:rPr kumimoji="1" lang="ja-JP" altLang="en-US" sz="2000">
                <a:solidFill>
                  <a:schemeClr val="tx1">
                    <a:lumMod val="75000"/>
                    <a:lumOff val="25000"/>
                  </a:schemeClr>
                </a:solidFill>
                <a:latin typeface="Yu Gothic UI" panose="020B0500000000000000" pitchFamily="34" charset="-128"/>
                <a:ea typeface="Yu Gothic UI" panose="020B0500000000000000" pitchFamily="34" charset="-128"/>
              </a:rPr>
              <a:t>型</a:t>
            </a:r>
            <a:r>
              <a:rPr kumimoji="1" lang="en-US" altLang="ja-JP" sz="2000">
                <a:solidFill>
                  <a:schemeClr val="tx1">
                    <a:lumMod val="75000"/>
                    <a:lumOff val="25000"/>
                  </a:schemeClr>
                </a:solidFill>
                <a:latin typeface="Yu Gothic UI" panose="020B0500000000000000" pitchFamily="34" charset="-128"/>
                <a:ea typeface="Yu Gothic UI" panose="020B0500000000000000" pitchFamily="34" charset="-128"/>
              </a:rPr>
              <a:t>)</a:t>
            </a:r>
            <a:endParaRPr kumimoji="1" lang="ja-JP" altLang="en-US" sz="2000">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30" name="グラフィックス 29">
            <a:extLst>
              <a:ext uri="{FF2B5EF4-FFF2-40B4-BE49-F238E27FC236}">
                <a16:creationId xmlns:a16="http://schemas.microsoft.com/office/drawing/2014/main" id="{B7708A93-B267-E8D0-2314-878FED63001F}"/>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257967" y="3220423"/>
            <a:ext cx="382574" cy="382574"/>
          </a:xfrm>
          <a:prstGeom prst="rect">
            <a:avLst/>
          </a:prstGeom>
        </p:spPr>
      </p:pic>
      <p:pic>
        <p:nvPicPr>
          <p:cNvPr id="31" name="グラフィックス 30">
            <a:extLst>
              <a:ext uri="{FF2B5EF4-FFF2-40B4-BE49-F238E27FC236}">
                <a16:creationId xmlns:a16="http://schemas.microsoft.com/office/drawing/2014/main" id="{E6262157-7C59-3A08-5BB5-D032619ACD29}"/>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7238544" y="1877096"/>
            <a:ext cx="446184" cy="446184"/>
          </a:xfrm>
          <a:prstGeom prst="rect">
            <a:avLst/>
          </a:prstGeom>
        </p:spPr>
      </p:pic>
      <p:sp>
        <p:nvSpPr>
          <p:cNvPr id="32" name="テキスト ボックス 31">
            <a:extLst>
              <a:ext uri="{FF2B5EF4-FFF2-40B4-BE49-F238E27FC236}">
                <a16:creationId xmlns:a16="http://schemas.microsoft.com/office/drawing/2014/main" id="{C5E6922C-DAC3-6E55-CA13-2748FF4316CB}"/>
              </a:ext>
            </a:extLst>
          </p:cNvPr>
          <p:cNvSpPr txBox="1"/>
          <p:nvPr/>
        </p:nvSpPr>
        <p:spPr>
          <a:xfrm>
            <a:off x="6700520" y="2403289"/>
            <a:ext cx="1526650" cy="677108"/>
          </a:xfrm>
          <a:prstGeom prst="rect">
            <a:avLst/>
          </a:prstGeom>
          <a:noFill/>
        </p:spPr>
        <p:txBody>
          <a:bodyPr wrap="square" lIns="0" tIns="0" rIns="0" bIns="0" rtlCol="0">
            <a:spAutoFit/>
          </a:bodyPr>
          <a:lstStyle/>
          <a:p>
            <a:pPr algn="ct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App Service Environment</a:t>
            </a:r>
          </a:p>
          <a:p>
            <a:pPr algn="ct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(Web Apps, Functions, Logic Apps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など）</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33" name="グラフィックス 32">
            <a:extLst>
              <a:ext uri="{FF2B5EF4-FFF2-40B4-BE49-F238E27FC236}">
                <a16:creationId xmlns:a16="http://schemas.microsoft.com/office/drawing/2014/main" id="{EE573BE7-A67E-71F3-7464-76616AE4B51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88675" y="1877096"/>
            <a:ext cx="404450" cy="404450"/>
          </a:xfrm>
          <a:prstGeom prst="rect">
            <a:avLst/>
          </a:prstGeom>
        </p:spPr>
      </p:pic>
      <p:sp>
        <p:nvSpPr>
          <p:cNvPr id="34" name="テキスト ボックス 33">
            <a:extLst>
              <a:ext uri="{FF2B5EF4-FFF2-40B4-BE49-F238E27FC236}">
                <a16:creationId xmlns:a16="http://schemas.microsoft.com/office/drawing/2014/main" id="{3C2835B1-E18E-C716-02B3-A16C0E7DB478}"/>
              </a:ext>
            </a:extLst>
          </p:cNvPr>
          <p:cNvSpPr txBox="1"/>
          <p:nvPr/>
        </p:nvSpPr>
        <p:spPr>
          <a:xfrm>
            <a:off x="8093118" y="2403290"/>
            <a:ext cx="1526650" cy="338554"/>
          </a:xfrm>
          <a:prstGeom prst="rect">
            <a:avLst/>
          </a:prstGeom>
          <a:noFill/>
        </p:spPr>
        <p:txBody>
          <a:bodyPr wrap="square" lIns="0" tIns="0" rIns="0" bIns="0" rtlCol="0">
            <a:spAutoFit/>
          </a:bodyPr>
          <a:lstStyle/>
          <a:p>
            <a:pPr algn="ct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SQL Managed </a:t>
            </a:r>
          </a:p>
          <a:p>
            <a:pPr algn="ct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Instances</a:t>
            </a:r>
          </a:p>
        </p:txBody>
      </p:sp>
      <p:pic>
        <p:nvPicPr>
          <p:cNvPr id="35" name="グラフィックス 34">
            <a:extLst>
              <a:ext uri="{FF2B5EF4-FFF2-40B4-BE49-F238E27FC236}">
                <a16:creationId xmlns:a16="http://schemas.microsoft.com/office/drawing/2014/main" id="{EDAEE708-3EB9-4569-5A32-080358479A9E}"/>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9905228" y="1818460"/>
            <a:ext cx="319942" cy="319942"/>
          </a:xfrm>
          <a:prstGeom prst="rect">
            <a:avLst/>
          </a:prstGeom>
        </p:spPr>
      </p:pic>
      <p:pic>
        <p:nvPicPr>
          <p:cNvPr id="36" name="グラフィックス 35">
            <a:extLst>
              <a:ext uri="{FF2B5EF4-FFF2-40B4-BE49-F238E27FC236}">
                <a16:creationId xmlns:a16="http://schemas.microsoft.com/office/drawing/2014/main" id="{5D23E777-6D69-24BD-C675-F18C16D5490C}"/>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10157211" y="2002003"/>
            <a:ext cx="338179" cy="338179"/>
          </a:xfrm>
          <a:prstGeom prst="rect">
            <a:avLst/>
          </a:prstGeom>
        </p:spPr>
      </p:pic>
      <p:sp>
        <p:nvSpPr>
          <p:cNvPr id="37" name="テキスト ボックス 36">
            <a:extLst>
              <a:ext uri="{FF2B5EF4-FFF2-40B4-BE49-F238E27FC236}">
                <a16:creationId xmlns:a16="http://schemas.microsoft.com/office/drawing/2014/main" id="{0453906D-D9D0-7D9F-7961-2087D4AA0576}"/>
              </a:ext>
            </a:extLst>
          </p:cNvPr>
          <p:cNvSpPr txBox="1"/>
          <p:nvPr/>
        </p:nvSpPr>
        <p:spPr>
          <a:xfrm>
            <a:off x="9378357" y="2415050"/>
            <a:ext cx="1526650" cy="507831"/>
          </a:xfrm>
          <a:prstGeom prst="rect">
            <a:avLst/>
          </a:prstGeom>
          <a:noFill/>
        </p:spPr>
        <p:txBody>
          <a:bodyPr wrap="square" lIns="0" tIns="0" rIns="0" bIns="0" rtlCol="0">
            <a:spAutoFit/>
          </a:bodyPr>
          <a:lstStyle/>
          <a:p>
            <a:pPr algn="ct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Azure Database for PostgreSQL, MySQL Flexible Server</a:t>
            </a:r>
          </a:p>
        </p:txBody>
      </p:sp>
      <p:sp>
        <p:nvSpPr>
          <p:cNvPr id="38" name="テキスト ボックス 37">
            <a:extLst>
              <a:ext uri="{FF2B5EF4-FFF2-40B4-BE49-F238E27FC236}">
                <a16:creationId xmlns:a16="http://schemas.microsoft.com/office/drawing/2014/main" id="{0E2404C4-5CEB-3016-E2A3-744EF232B663}"/>
              </a:ext>
            </a:extLst>
          </p:cNvPr>
          <p:cNvSpPr txBox="1"/>
          <p:nvPr/>
        </p:nvSpPr>
        <p:spPr>
          <a:xfrm>
            <a:off x="6849593" y="3688958"/>
            <a:ext cx="1199322" cy="507831"/>
          </a:xfrm>
          <a:prstGeom prst="rect">
            <a:avLst/>
          </a:prstGeom>
          <a:noFill/>
        </p:spPr>
        <p:txBody>
          <a:bodyPr wrap="square" lIns="0" tIns="0" rIns="0" bIns="0" rtlCol="0">
            <a:spAutoFit/>
          </a:bodyPr>
          <a:lstStyle/>
          <a:p>
            <a:pPr algn="ct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Azure Kubernetes Services</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のワーカーノード</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39" name="グラフィックス 38">
            <a:extLst>
              <a:ext uri="{FF2B5EF4-FFF2-40B4-BE49-F238E27FC236}">
                <a16:creationId xmlns:a16="http://schemas.microsoft.com/office/drawing/2014/main" id="{EDA1E705-D78A-278F-C34B-2D9FD35FA48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717661" y="3220423"/>
            <a:ext cx="354528" cy="354528"/>
          </a:xfrm>
          <a:prstGeom prst="rect">
            <a:avLst/>
          </a:prstGeom>
        </p:spPr>
      </p:pic>
      <p:sp>
        <p:nvSpPr>
          <p:cNvPr id="40" name="テキスト ボックス 39">
            <a:extLst>
              <a:ext uri="{FF2B5EF4-FFF2-40B4-BE49-F238E27FC236}">
                <a16:creationId xmlns:a16="http://schemas.microsoft.com/office/drawing/2014/main" id="{3315DA23-EE7A-E6D5-7CCE-029FD140A7B3}"/>
              </a:ext>
            </a:extLst>
          </p:cNvPr>
          <p:cNvSpPr txBox="1"/>
          <p:nvPr/>
        </p:nvSpPr>
        <p:spPr>
          <a:xfrm>
            <a:off x="8227837" y="3690341"/>
            <a:ext cx="1253087" cy="338554"/>
          </a:xfrm>
          <a:prstGeom prst="rect">
            <a:avLst/>
          </a:prstGeom>
          <a:noFill/>
        </p:spPr>
        <p:txBody>
          <a:bodyPr wrap="square" lIns="0" tIns="0" rIns="0" bIns="0" rtlCol="0">
            <a:spAutoFit/>
          </a:bodyPr>
          <a:lstStyle/>
          <a:p>
            <a:pPr algn="ct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Azure Container Apps</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の内部環境</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41" name="グラフィックス 40">
            <a:extLst>
              <a:ext uri="{FF2B5EF4-FFF2-40B4-BE49-F238E27FC236}">
                <a16:creationId xmlns:a16="http://schemas.microsoft.com/office/drawing/2014/main" id="{388DDD34-3E4D-DED5-CF1D-CD68F6F5BCF4}"/>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0033883" y="3192377"/>
            <a:ext cx="382574" cy="382574"/>
          </a:xfrm>
          <a:prstGeom prst="rect">
            <a:avLst/>
          </a:prstGeom>
        </p:spPr>
      </p:pic>
      <p:sp>
        <p:nvSpPr>
          <p:cNvPr id="42" name="テキスト ボックス 41">
            <a:extLst>
              <a:ext uri="{FF2B5EF4-FFF2-40B4-BE49-F238E27FC236}">
                <a16:creationId xmlns:a16="http://schemas.microsoft.com/office/drawing/2014/main" id="{08FC9AC4-BE1A-C5F6-4E8D-66CC7F90E485}"/>
              </a:ext>
            </a:extLst>
          </p:cNvPr>
          <p:cNvSpPr txBox="1"/>
          <p:nvPr/>
        </p:nvSpPr>
        <p:spPr>
          <a:xfrm>
            <a:off x="9598626" y="3690341"/>
            <a:ext cx="1253087" cy="169277"/>
          </a:xfrm>
          <a:prstGeom prst="rect">
            <a:avLst/>
          </a:prstGeom>
          <a:noFill/>
        </p:spPr>
        <p:txBody>
          <a:bodyPr wrap="square" lIns="0" tIns="0" rIns="0" bIns="0" rtlCol="0">
            <a:spAutoFit/>
          </a:bodyPr>
          <a:lstStyle/>
          <a:p>
            <a:pPr algn="ct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Azure NetApp Files</a:t>
            </a:r>
          </a:p>
        </p:txBody>
      </p:sp>
      <p:pic>
        <p:nvPicPr>
          <p:cNvPr id="43" name="グラフィックス 42">
            <a:extLst>
              <a:ext uri="{FF2B5EF4-FFF2-40B4-BE49-F238E27FC236}">
                <a16:creationId xmlns:a16="http://schemas.microsoft.com/office/drawing/2014/main" id="{F9B2DC79-A087-CEB8-D5C0-A2F9E14AD9A1}"/>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7314412" y="4510903"/>
            <a:ext cx="294447" cy="294447"/>
          </a:xfrm>
          <a:prstGeom prst="rect">
            <a:avLst/>
          </a:prstGeom>
        </p:spPr>
      </p:pic>
      <p:sp>
        <p:nvSpPr>
          <p:cNvPr id="44" name="テキスト ボックス 43">
            <a:extLst>
              <a:ext uri="{FF2B5EF4-FFF2-40B4-BE49-F238E27FC236}">
                <a16:creationId xmlns:a16="http://schemas.microsoft.com/office/drawing/2014/main" id="{6ACA1920-8EE5-9CC5-4ECC-B7BD333ACA3D}"/>
              </a:ext>
            </a:extLst>
          </p:cNvPr>
          <p:cNvSpPr txBox="1"/>
          <p:nvPr/>
        </p:nvSpPr>
        <p:spPr>
          <a:xfrm>
            <a:off x="6893796" y="5003005"/>
            <a:ext cx="1199322" cy="169277"/>
          </a:xfrm>
          <a:prstGeom prst="rect">
            <a:avLst/>
          </a:prstGeom>
          <a:noFill/>
        </p:spPr>
        <p:txBody>
          <a:bodyPr wrap="square" lIns="0" tIns="0" rIns="0" bIns="0" rtlCol="0">
            <a:spAutoFit/>
          </a:bodyPr>
          <a:lstStyle/>
          <a:p>
            <a:pPr algn="ct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HD Insights</a:t>
            </a:r>
          </a:p>
        </p:txBody>
      </p:sp>
      <p:pic>
        <p:nvPicPr>
          <p:cNvPr id="45" name="グラフィックス 44">
            <a:extLst>
              <a:ext uri="{FF2B5EF4-FFF2-40B4-BE49-F238E27FC236}">
                <a16:creationId xmlns:a16="http://schemas.microsoft.com/office/drawing/2014/main" id="{3FA05C51-8EB7-611D-D9BA-DE7263B982E5}"/>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8696336" y="4488578"/>
            <a:ext cx="375853" cy="375853"/>
          </a:xfrm>
          <a:prstGeom prst="rect">
            <a:avLst/>
          </a:prstGeom>
        </p:spPr>
      </p:pic>
      <p:sp>
        <p:nvSpPr>
          <p:cNvPr id="46" name="テキスト ボックス 45">
            <a:extLst>
              <a:ext uri="{FF2B5EF4-FFF2-40B4-BE49-F238E27FC236}">
                <a16:creationId xmlns:a16="http://schemas.microsoft.com/office/drawing/2014/main" id="{496AA4F6-0025-B74C-FF73-9EE38C2B3C0A}"/>
              </a:ext>
            </a:extLst>
          </p:cNvPr>
          <p:cNvSpPr txBox="1"/>
          <p:nvPr/>
        </p:nvSpPr>
        <p:spPr>
          <a:xfrm>
            <a:off x="8227170" y="5014670"/>
            <a:ext cx="1199322" cy="507831"/>
          </a:xfrm>
          <a:prstGeom prst="rect">
            <a:avLst/>
          </a:prstGeom>
          <a:noFill/>
        </p:spPr>
        <p:txBody>
          <a:bodyPr wrap="square" lIns="0" tIns="0" rIns="0" bIns="0" rtlCol="0">
            <a:spAutoFit/>
          </a:bodyPr>
          <a:lstStyle/>
          <a:p>
            <a:pPr algn="ct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Azure Databricks</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のデータプレーン</a:t>
            </a: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a:t>
            </a:r>
            <a:r>
              <a:rPr kumimoji="1" lang="en-US" altLang="ja-JP" sz="1100" err="1">
                <a:solidFill>
                  <a:schemeClr val="tx1">
                    <a:lumMod val="75000"/>
                    <a:lumOff val="25000"/>
                  </a:schemeClr>
                </a:solidFill>
                <a:latin typeface="Yu Gothic UI" panose="020B0500000000000000" pitchFamily="34" charset="-128"/>
                <a:ea typeface="Yu Gothic UI" panose="020B0500000000000000" pitchFamily="34" charset="-128"/>
              </a:rPr>
              <a:t>VNet</a:t>
            </a: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rPr>
              <a:t>外も選択可</a:t>
            </a: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a:t>
            </a:r>
          </a:p>
        </p:txBody>
      </p:sp>
      <p:pic>
        <p:nvPicPr>
          <p:cNvPr id="47" name="グラフィックス 46">
            <a:extLst>
              <a:ext uri="{FF2B5EF4-FFF2-40B4-BE49-F238E27FC236}">
                <a16:creationId xmlns:a16="http://schemas.microsoft.com/office/drawing/2014/main" id="{E0C17911-3297-9503-3F62-F61CDEA171C3}"/>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10031209" y="4468703"/>
            <a:ext cx="358057" cy="358057"/>
          </a:xfrm>
          <a:prstGeom prst="rect">
            <a:avLst/>
          </a:prstGeom>
        </p:spPr>
      </p:pic>
      <p:sp>
        <p:nvSpPr>
          <p:cNvPr id="48" name="テキスト ボックス 47">
            <a:extLst>
              <a:ext uri="{FF2B5EF4-FFF2-40B4-BE49-F238E27FC236}">
                <a16:creationId xmlns:a16="http://schemas.microsoft.com/office/drawing/2014/main" id="{1B604754-F6A3-7FD8-4735-ED3F460F348C}"/>
              </a:ext>
            </a:extLst>
          </p:cNvPr>
          <p:cNvSpPr txBox="1"/>
          <p:nvPr/>
        </p:nvSpPr>
        <p:spPr>
          <a:xfrm>
            <a:off x="9625508" y="5003005"/>
            <a:ext cx="1199322" cy="169277"/>
          </a:xfrm>
          <a:prstGeom prst="rect">
            <a:avLst/>
          </a:prstGeom>
          <a:noFill/>
        </p:spPr>
        <p:txBody>
          <a:bodyPr wrap="square" lIns="0" tIns="0" rIns="0" bIns="0" rtlCol="0">
            <a:spAutoFit/>
          </a:bodyPr>
          <a:lstStyle/>
          <a:p>
            <a:pPr algn="ct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Azure ADDS</a:t>
            </a:r>
          </a:p>
        </p:txBody>
      </p:sp>
    </p:spTree>
    <p:extLst>
      <p:ext uri="{BB962C8B-B14F-4D97-AF65-F5344CB8AC3E}">
        <p14:creationId xmlns:p14="http://schemas.microsoft.com/office/powerpoint/2010/main" val="15214884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A46F0-75FF-84E3-A9C9-4A874034E4A8}"/>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380DDB8F-B07D-1238-2782-BE58ECA98AB1}"/>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000" b="1" dirty="0">
                <a:solidFill>
                  <a:srgbClr val="1F2937"/>
                </a:solidFill>
                <a:latin typeface="Yu Gothic"/>
                <a:ea typeface="Yu Gothic"/>
                <a:cs typeface="Yu Gothic"/>
              </a:rPr>
              <a:t>PaaS</a:t>
            </a:r>
            <a:r>
              <a:rPr lang="ja-JP" altLang="en-US" sz="2000" b="1">
                <a:solidFill>
                  <a:srgbClr val="1F2937"/>
                </a:solidFill>
                <a:latin typeface="Yu Gothic"/>
                <a:ea typeface="Yu Gothic"/>
                <a:cs typeface="Yu Gothic"/>
              </a:rPr>
              <a:t>への接続</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28907C4A-800B-DB9C-DCA0-07E86A4C688D}"/>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7</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2D4C077D-7648-C7BC-E58B-F1CBC11602B1}"/>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2">
            <a:extLst>
              <a:ext uri="{FF2B5EF4-FFF2-40B4-BE49-F238E27FC236}">
                <a16:creationId xmlns:a16="http://schemas.microsoft.com/office/drawing/2014/main" id="{07625E7F-C8E7-A619-B20D-BDAE131ED98A}"/>
              </a:ext>
            </a:extLst>
          </p:cNvPr>
          <p:cNvSpPr txBox="1">
            <a:spLocks/>
          </p:cNvSpPr>
          <p:nvPr/>
        </p:nvSpPr>
        <p:spPr>
          <a:xfrm>
            <a:off x="584200" y="1435100"/>
            <a:ext cx="4467302" cy="5330690"/>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r>
              <a:rPr lang="en-US" err="1">
                <a:solidFill>
                  <a:schemeClr val="tx1">
                    <a:lumMod val="75000"/>
                    <a:lumOff val="25000"/>
                  </a:schemeClr>
                </a:solidFill>
                <a:latin typeface="Yu Gothic UI" panose="020B0500000000000000" pitchFamily="34" charset="-128"/>
                <a:ea typeface="Yu Gothic UI" panose="020B0500000000000000" pitchFamily="34" charset="-128"/>
              </a:rPr>
              <a:t>VNet</a:t>
            </a:r>
            <a:r>
              <a:rPr lang="ja-JP" altLang="en-US">
                <a:solidFill>
                  <a:schemeClr val="tx1">
                    <a:lumMod val="75000"/>
                    <a:lumOff val="25000"/>
                  </a:schemeClr>
                </a:solidFill>
                <a:latin typeface="Yu Gothic UI" panose="020B0500000000000000" pitchFamily="34" charset="-128"/>
                <a:ea typeface="Yu Gothic UI" panose="020B0500000000000000" pitchFamily="34" charset="-128"/>
              </a:rPr>
              <a:t>インジェクション</a:t>
            </a:r>
            <a:endParaRPr lang="en-US" altLang="ja-JP">
              <a:solidFill>
                <a:schemeClr val="tx1">
                  <a:lumMod val="75000"/>
                  <a:lumOff val="25000"/>
                </a:schemeClr>
              </a:solidFill>
              <a:latin typeface="Yu Gothic UI" panose="020B0500000000000000" pitchFamily="34" charset="-128"/>
              <a:ea typeface="Yu Gothic UI" panose="020B0500000000000000" pitchFamily="34" charset="-128"/>
            </a:endParaRPr>
          </a:p>
          <a:p>
            <a:pPr lvl="1"/>
            <a:r>
              <a:rPr lang="en-US" altLang="ja-JP">
                <a:solidFill>
                  <a:schemeClr val="tx1">
                    <a:lumMod val="75000"/>
                    <a:lumOff val="25000"/>
                  </a:schemeClr>
                </a:solidFill>
                <a:latin typeface="Yu Gothic UI" panose="020B0500000000000000" pitchFamily="34" charset="-128"/>
                <a:ea typeface="Yu Gothic UI" panose="020B0500000000000000" pitchFamily="34" charset="-128"/>
              </a:rPr>
              <a:t>PaaS</a:t>
            </a:r>
            <a:r>
              <a:rPr lang="ja-JP" altLang="en-US">
                <a:solidFill>
                  <a:schemeClr val="tx1">
                    <a:lumMod val="75000"/>
                    <a:lumOff val="25000"/>
                  </a:schemeClr>
                </a:solidFill>
                <a:latin typeface="Yu Gothic UI" panose="020B0500000000000000" pitchFamily="34" charset="-128"/>
                <a:ea typeface="Yu Gothic UI" panose="020B0500000000000000" pitchFamily="34" charset="-128"/>
              </a:rPr>
              <a:t>からの接続</a:t>
            </a:r>
            <a:endParaRPr lang="en-US" altLang="ja-JP">
              <a:solidFill>
                <a:schemeClr val="tx1">
                  <a:lumMod val="75000"/>
                  <a:lumOff val="25000"/>
                </a:schemeClr>
              </a:solidFill>
              <a:latin typeface="Yu Gothic UI" panose="020B0500000000000000" pitchFamily="34" charset="-128"/>
              <a:ea typeface="Yu Gothic UI" panose="020B0500000000000000" pitchFamily="34" charset="-128"/>
            </a:endParaRPr>
          </a:p>
          <a:p>
            <a:pPr lvl="1"/>
            <a:r>
              <a:rPr lang="en-US" altLang="ja-JP" err="1">
                <a:solidFill>
                  <a:schemeClr val="tx1">
                    <a:lumMod val="75000"/>
                    <a:lumOff val="25000"/>
                  </a:schemeClr>
                </a:solidFill>
                <a:latin typeface="Yu Gothic UI" panose="020B0500000000000000" pitchFamily="34" charset="-128"/>
                <a:ea typeface="Yu Gothic UI" panose="020B0500000000000000" pitchFamily="34" charset="-128"/>
              </a:rPr>
              <a:t>VNet</a:t>
            </a:r>
            <a:r>
              <a:rPr lang="ja-JP" altLang="en-US">
                <a:solidFill>
                  <a:schemeClr val="tx1">
                    <a:lumMod val="75000"/>
                    <a:lumOff val="25000"/>
                  </a:schemeClr>
                </a:solidFill>
                <a:latin typeface="Yu Gothic UI" panose="020B0500000000000000" pitchFamily="34" charset="-128"/>
                <a:ea typeface="Yu Gothic UI" panose="020B0500000000000000" pitchFamily="34" charset="-128"/>
              </a:rPr>
              <a:t>内の専用サブネットにルーティング</a:t>
            </a:r>
            <a:endParaRPr lang="en-US" altLang="ja-JP">
              <a:solidFill>
                <a:schemeClr val="tx1">
                  <a:lumMod val="75000"/>
                  <a:lumOff val="25000"/>
                </a:schemeClr>
              </a:solidFill>
              <a:latin typeface="Yu Gothic UI" panose="020B0500000000000000" pitchFamily="34" charset="-128"/>
              <a:ea typeface="Yu Gothic UI" panose="020B0500000000000000" pitchFamily="34" charset="-128"/>
            </a:endParaRPr>
          </a:p>
          <a:p>
            <a:endParaRPr lang="en-US" altLang="ja-JP">
              <a:solidFill>
                <a:schemeClr val="tx1">
                  <a:lumMod val="75000"/>
                  <a:lumOff val="25000"/>
                </a:schemeClr>
              </a:solidFill>
              <a:latin typeface="Yu Gothic UI" panose="020B0500000000000000" pitchFamily="34" charset="-128"/>
              <a:ea typeface="Yu Gothic UI" panose="020B0500000000000000" pitchFamily="34" charset="-128"/>
            </a:endParaRPr>
          </a:p>
          <a:p>
            <a:endParaRPr lang="en-US">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5" name="図 4">
            <a:extLst>
              <a:ext uri="{FF2B5EF4-FFF2-40B4-BE49-F238E27FC236}">
                <a16:creationId xmlns:a16="http://schemas.microsoft.com/office/drawing/2014/main" id="{1F5194EA-0013-1AE3-3146-C2393B9982FC}"/>
              </a:ext>
            </a:extLst>
          </p:cNvPr>
          <p:cNvPicPr>
            <a:picLocks noChangeAspect="1"/>
          </p:cNvPicPr>
          <p:nvPr/>
        </p:nvPicPr>
        <p:blipFill>
          <a:blip r:embed="rId3"/>
          <a:stretch>
            <a:fillRect/>
          </a:stretch>
        </p:blipFill>
        <p:spPr>
          <a:xfrm>
            <a:off x="5683213" y="1962021"/>
            <a:ext cx="5822987" cy="4699655"/>
          </a:xfrm>
          <a:prstGeom prst="rect">
            <a:avLst/>
          </a:prstGeom>
        </p:spPr>
      </p:pic>
      <p:sp>
        <p:nvSpPr>
          <p:cNvPr id="6" name="コンテンツ プレースホルダー 2">
            <a:extLst>
              <a:ext uri="{FF2B5EF4-FFF2-40B4-BE49-F238E27FC236}">
                <a16:creationId xmlns:a16="http://schemas.microsoft.com/office/drawing/2014/main" id="{BD4C08C4-14E6-7FD0-9336-83E1F827E990}"/>
              </a:ext>
            </a:extLst>
          </p:cNvPr>
          <p:cNvSpPr txBox="1">
            <a:spLocks/>
          </p:cNvSpPr>
          <p:nvPr/>
        </p:nvSpPr>
        <p:spPr>
          <a:xfrm>
            <a:off x="7619176" y="1519238"/>
            <a:ext cx="3054815" cy="307777"/>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Yu Gothic UI" panose="020B0500000000000000" pitchFamily="50" charset="-128"/>
                <a:cs typeface="+mn-cs"/>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kumimoji="0" lang="en-US" sz="2000" err="1">
                <a:solidFill>
                  <a:schemeClr val="tx1">
                    <a:lumMod val="75000"/>
                    <a:lumOff val="25000"/>
                  </a:schemeClr>
                </a:solidFill>
                <a:latin typeface="Yu Gothic UI" panose="020B0500000000000000" pitchFamily="34" charset="-128"/>
                <a:ea typeface="Yu Gothic UI" panose="020B0500000000000000" pitchFamily="34" charset="-128"/>
              </a:rPr>
              <a:t>VNet</a:t>
            </a:r>
            <a:r>
              <a:rPr kumimoji="0" lang="ja-JP" altLang="en-US" sz="2000">
                <a:solidFill>
                  <a:schemeClr val="tx1">
                    <a:lumMod val="75000"/>
                    <a:lumOff val="25000"/>
                  </a:schemeClr>
                </a:solidFill>
                <a:latin typeface="Yu Gothic UI" panose="020B0500000000000000" pitchFamily="34" charset="-128"/>
                <a:ea typeface="Yu Gothic UI" panose="020B0500000000000000" pitchFamily="34" charset="-128"/>
              </a:rPr>
              <a:t>インジェクション</a:t>
            </a:r>
            <a:endParaRPr kumimoji="0" lang="en-US" sz="2000">
              <a:solidFill>
                <a:schemeClr val="tx1">
                  <a:lumMod val="75000"/>
                  <a:lumOff val="25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1132969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D5BF6-7226-E897-7150-958CF695B8D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F3EF82B-F861-B2F9-2303-CBD796FA35E5}"/>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000" b="1" dirty="0" err="1">
                <a:solidFill>
                  <a:srgbClr val="1F2937"/>
                </a:solidFill>
                <a:latin typeface="Yu Gothic"/>
                <a:ea typeface="Yu Gothic"/>
                <a:cs typeface="Yu Gothic"/>
              </a:rPr>
              <a:t>VNet</a:t>
            </a:r>
            <a:r>
              <a:rPr lang="en" altLang="ja-JP" sz="2000" b="1" dirty="0">
                <a:solidFill>
                  <a:srgbClr val="1F2937"/>
                </a:solidFill>
                <a:latin typeface="Yu Gothic"/>
                <a:ea typeface="Yu Gothic"/>
                <a:cs typeface="Yu Gothic"/>
              </a:rPr>
              <a:t> </a:t>
            </a:r>
            <a:r>
              <a:rPr lang="ja-JP" altLang="en-US" sz="2000" b="1">
                <a:solidFill>
                  <a:srgbClr val="1F2937"/>
                </a:solidFill>
                <a:latin typeface="Yu Gothic"/>
                <a:ea typeface="Yu Gothic"/>
                <a:cs typeface="Yu Gothic"/>
              </a:rPr>
              <a:t>内から </a:t>
            </a:r>
            <a:r>
              <a:rPr lang="en" altLang="ja-JP" sz="2000" b="1" dirty="0" err="1">
                <a:solidFill>
                  <a:srgbClr val="1F2937"/>
                </a:solidFill>
                <a:latin typeface="Yu Gothic"/>
                <a:ea typeface="Yu Gothic"/>
                <a:cs typeface="Yu Gothic"/>
              </a:rPr>
              <a:t>VNet</a:t>
            </a:r>
            <a:r>
              <a:rPr lang="en" altLang="ja-JP" sz="2000" b="1" dirty="0">
                <a:solidFill>
                  <a:srgbClr val="1F2937"/>
                </a:solidFill>
                <a:latin typeface="Yu Gothic"/>
                <a:ea typeface="Yu Gothic"/>
                <a:cs typeface="Yu Gothic"/>
              </a:rPr>
              <a:t> </a:t>
            </a:r>
            <a:r>
              <a:rPr lang="ja-JP" altLang="en-US" sz="2000" b="1">
                <a:solidFill>
                  <a:srgbClr val="1F2937"/>
                </a:solidFill>
                <a:latin typeface="Yu Gothic"/>
                <a:ea typeface="Yu Gothic"/>
                <a:cs typeface="Yu Gothic"/>
              </a:rPr>
              <a:t>外の </a:t>
            </a:r>
            <a:r>
              <a:rPr lang="en" altLang="ja-JP" sz="2000" b="1" dirty="0">
                <a:solidFill>
                  <a:srgbClr val="1F2937"/>
                </a:solidFill>
                <a:latin typeface="Yu Gothic"/>
                <a:ea typeface="Yu Gothic"/>
                <a:cs typeface="Yu Gothic"/>
              </a:rPr>
              <a:t>PaaS </a:t>
            </a:r>
            <a:r>
              <a:rPr lang="ja-JP" altLang="en-US" sz="2000" b="1">
                <a:solidFill>
                  <a:srgbClr val="1F2937"/>
                </a:solidFill>
                <a:latin typeface="Yu Gothic"/>
                <a:ea typeface="Yu Gothic"/>
                <a:cs typeface="Yu Gothic"/>
              </a:rPr>
              <a:t>へのアクセス</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60E60D10-408B-A4F7-637F-243C39C98FDF}"/>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7</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191127C6-D2DA-8E54-6354-2847007BA5B9}"/>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pic>
        <p:nvPicPr>
          <p:cNvPr id="3" name="グラフィックス 2">
            <a:extLst>
              <a:ext uri="{FF2B5EF4-FFF2-40B4-BE49-F238E27FC236}">
                <a16:creationId xmlns:a16="http://schemas.microsoft.com/office/drawing/2014/main" id="{78B12C18-1ECF-DC36-1AEF-7857CD12E3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03238" y="2579526"/>
            <a:ext cx="273856" cy="273856"/>
          </a:xfrm>
          <a:prstGeom prst="rect">
            <a:avLst/>
          </a:prstGeom>
        </p:spPr>
      </p:pic>
      <p:sp>
        <p:nvSpPr>
          <p:cNvPr id="5" name="四角形: 角を丸くする 2">
            <a:extLst>
              <a:ext uri="{FF2B5EF4-FFF2-40B4-BE49-F238E27FC236}">
                <a16:creationId xmlns:a16="http://schemas.microsoft.com/office/drawing/2014/main" id="{2D7674DF-C568-532F-6FF6-79F7DE458127}"/>
              </a:ext>
            </a:extLst>
          </p:cNvPr>
          <p:cNvSpPr/>
          <p:nvPr/>
        </p:nvSpPr>
        <p:spPr bwMode="auto">
          <a:xfrm>
            <a:off x="647970" y="1535928"/>
            <a:ext cx="2588877" cy="1389819"/>
          </a:xfrm>
          <a:prstGeom prst="roundRect">
            <a:avLst>
              <a:gd name="adj" fmla="val 15636"/>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pic>
        <p:nvPicPr>
          <p:cNvPr id="6" name="グラフィックス 5">
            <a:extLst>
              <a:ext uri="{FF2B5EF4-FFF2-40B4-BE49-F238E27FC236}">
                <a16:creationId xmlns:a16="http://schemas.microsoft.com/office/drawing/2014/main" id="{A51BA7CB-45AA-AD89-533E-91E70A9D59F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664185" y="1838835"/>
            <a:ext cx="546863" cy="546863"/>
          </a:xfrm>
          <a:prstGeom prst="rect">
            <a:avLst/>
          </a:prstGeom>
        </p:spPr>
      </p:pic>
      <p:sp>
        <p:nvSpPr>
          <p:cNvPr id="7" name="テキスト ボックス 6">
            <a:extLst>
              <a:ext uri="{FF2B5EF4-FFF2-40B4-BE49-F238E27FC236}">
                <a16:creationId xmlns:a16="http://schemas.microsoft.com/office/drawing/2014/main" id="{0C104364-5079-1794-AC2E-9CD2DE1F52B9}"/>
              </a:ext>
            </a:extLst>
          </p:cNvPr>
          <p:cNvSpPr txBox="1"/>
          <p:nvPr/>
        </p:nvSpPr>
        <p:spPr>
          <a:xfrm>
            <a:off x="1715243" y="2616396"/>
            <a:ext cx="649256" cy="215444"/>
          </a:xfrm>
          <a:prstGeom prst="rect">
            <a:avLst/>
          </a:prstGeom>
          <a:noFill/>
        </p:spPr>
        <p:txBody>
          <a:bodyPr wrap="square" lIns="0" tIns="0" rIns="0" bIns="0" rtlCol="0">
            <a:spAutoFit/>
          </a:bodyPr>
          <a:lstStyle/>
          <a:p>
            <a:r>
              <a:rPr kumimoji="1" lang="en-US" altLang="ja-JP" sz="1400" err="1">
                <a:solidFill>
                  <a:schemeClr val="tx1">
                    <a:lumMod val="75000"/>
                    <a:lumOff val="25000"/>
                  </a:schemeClr>
                </a:solidFill>
                <a:latin typeface="Yu Gothic UI" panose="020B0500000000000000" pitchFamily="34" charset="-128"/>
                <a:ea typeface="Yu Gothic UI" panose="020B0500000000000000" pitchFamily="34" charset="-128"/>
              </a:rPr>
              <a:t>VNet</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8" name="四角形: 角を丸くする 9">
            <a:extLst>
              <a:ext uri="{FF2B5EF4-FFF2-40B4-BE49-F238E27FC236}">
                <a16:creationId xmlns:a16="http://schemas.microsoft.com/office/drawing/2014/main" id="{5CA73E36-28B6-0A6B-5EAF-416778DD1C1B}"/>
              </a:ext>
            </a:extLst>
          </p:cNvPr>
          <p:cNvSpPr/>
          <p:nvPr/>
        </p:nvSpPr>
        <p:spPr bwMode="auto">
          <a:xfrm>
            <a:off x="3374996" y="1535928"/>
            <a:ext cx="2308813" cy="1352077"/>
          </a:xfrm>
          <a:prstGeom prst="roundRect">
            <a:avLst>
              <a:gd name="adj" fmla="val 6764"/>
            </a:avLst>
          </a:prstGeom>
          <a:solidFill>
            <a:schemeClr val="accent1">
              <a:lumMod val="20000"/>
              <a:lumOff val="80000"/>
            </a:schemeClr>
          </a:solid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sp>
        <p:nvSpPr>
          <p:cNvPr id="10" name="正方形/長方形 9">
            <a:extLst>
              <a:ext uri="{FF2B5EF4-FFF2-40B4-BE49-F238E27FC236}">
                <a16:creationId xmlns:a16="http://schemas.microsoft.com/office/drawing/2014/main" id="{913C7813-BD64-518C-21B7-89B828A4451C}"/>
              </a:ext>
            </a:extLst>
          </p:cNvPr>
          <p:cNvSpPr/>
          <p:nvPr/>
        </p:nvSpPr>
        <p:spPr bwMode="auto">
          <a:xfrm>
            <a:off x="2713504" y="1886542"/>
            <a:ext cx="592418" cy="378913"/>
          </a:xfrm>
          <a:prstGeom prst="rect">
            <a:avLst/>
          </a:prstGeom>
          <a:solidFill>
            <a:schemeClr val="accent1">
              <a:lumMod val="20000"/>
              <a:lumOff val="80000"/>
            </a:schemeClr>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rPr>
              <a:t>SNAT</a:t>
            </a: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sp>
        <p:nvSpPr>
          <p:cNvPr id="11" name="テキスト ボックス 10">
            <a:extLst>
              <a:ext uri="{FF2B5EF4-FFF2-40B4-BE49-F238E27FC236}">
                <a16:creationId xmlns:a16="http://schemas.microsoft.com/office/drawing/2014/main" id="{1F27B5A8-F876-5E7E-025D-3270DAB3E384}"/>
              </a:ext>
            </a:extLst>
          </p:cNvPr>
          <p:cNvSpPr txBox="1"/>
          <p:nvPr/>
        </p:nvSpPr>
        <p:spPr>
          <a:xfrm>
            <a:off x="3754781" y="2609660"/>
            <a:ext cx="1575476" cy="215444"/>
          </a:xfrm>
          <a:prstGeom prst="rect">
            <a:avLst/>
          </a:prstGeom>
          <a:noFill/>
        </p:spPr>
        <p:txBody>
          <a:bodyPr wrap="square" lIns="0" tIns="0" rIns="0" bIns="0" rtlCol="0">
            <a:spAutoFit/>
          </a:bodyPr>
          <a:lstStyle/>
          <a:p>
            <a:pPr algn="ct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MS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バックボーン</a:t>
            </a:r>
          </a:p>
        </p:txBody>
      </p:sp>
      <p:pic>
        <p:nvPicPr>
          <p:cNvPr id="12" name="グラフィックス 11">
            <a:extLst>
              <a:ext uri="{FF2B5EF4-FFF2-40B4-BE49-F238E27FC236}">
                <a16:creationId xmlns:a16="http://schemas.microsoft.com/office/drawing/2014/main" id="{486E6AE1-CC8E-BCA5-7DCD-63BC3C4FD5B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23904" y="1870105"/>
            <a:ext cx="404450" cy="404450"/>
          </a:xfrm>
          <a:prstGeom prst="rect">
            <a:avLst/>
          </a:prstGeom>
        </p:spPr>
      </p:pic>
      <p:pic>
        <p:nvPicPr>
          <p:cNvPr id="13" name="グラフィックス 12">
            <a:extLst>
              <a:ext uri="{FF2B5EF4-FFF2-40B4-BE49-F238E27FC236}">
                <a16:creationId xmlns:a16="http://schemas.microsoft.com/office/drawing/2014/main" id="{F6451437-523A-D449-DD0F-642F8964C7F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848612" y="1870105"/>
            <a:ext cx="404450" cy="404450"/>
          </a:xfrm>
          <a:prstGeom prst="rect">
            <a:avLst/>
          </a:prstGeom>
        </p:spPr>
      </p:pic>
      <p:cxnSp>
        <p:nvCxnSpPr>
          <p:cNvPr id="14" name="直線矢印コネクタ 13">
            <a:extLst>
              <a:ext uri="{FF2B5EF4-FFF2-40B4-BE49-F238E27FC236}">
                <a16:creationId xmlns:a16="http://schemas.microsoft.com/office/drawing/2014/main" id="{81265C6C-8F0E-A39F-DE38-661D07051085}"/>
              </a:ext>
            </a:extLst>
          </p:cNvPr>
          <p:cNvCxnSpPr/>
          <p:nvPr/>
        </p:nvCxnSpPr>
        <p:spPr>
          <a:xfrm>
            <a:off x="2364499" y="2072330"/>
            <a:ext cx="1310094" cy="0"/>
          </a:xfrm>
          <a:prstGeom prst="straightConnector1">
            <a:avLst/>
          </a:prstGeom>
          <a:ln w="22225">
            <a:solidFill>
              <a:srgbClr val="D83B0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5" name="テキスト ボックス 14">
            <a:extLst>
              <a:ext uri="{FF2B5EF4-FFF2-40B4-BE49-F238E27FC236}">
                <a16:creationId xmlns:a16="http://schemas.microsoft.com/office/drawing/2014/main" id="{8D357D46-BB8B-B48C-3AA0-F8FD36893694}"/>
              </a:ext>
            </a:extLst>
          </p:cNvPr>
          <p:cNvSpPr txBox="1"/>
          <p:nvPr/>
        </p:nvSpPr>
        <p:spPr>
          <a:xfrm>
            <a:off x="1303610" y="3201331"/>
            <a:ext cx="3866473" cy="430887"/>
          </a:xfrm>
          <a:prstGeom prst="rect">
            <a:avLst/>
          </a:prstGeom>
          <a:noFill/>
        </p:spPr>
        <p:txBody>
          <a:bodyPr wrap="square" lIns="0" tIns="0" rIns="0" bIns="0" rtlCol="0">
            <a:spAutoFit/>
          </a:bodyPr>
          <a:lstStyle/>
          <a:p>
            <a:pPr marL="342900" indent="-342900" algn="ctr">
              <a:buAutoNum type="arabicPeriod"/>
            </a:pP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Internet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アウトバウンドと同じ仕組みでの</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a:p>
            <a:pPr algn="ct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PaaS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アクセス</a:t>
            </a:r>
            <a:endPar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16" name="グラフィックス 15">
            <a:extLst>
              <a:ext uri="{FF2B5EF4-FFF2-40B4-BE49-F238E27FC236}">
                <a16:creationId xmlns:a16="http://schemas.microsoft.com/office/drawing/2014/main" id="{A53B880A-2B6F-E157-A27D-3A4404455E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058079" y="2579526"/>
            <a:ext cx="273856" cy="273856"/>
          </a:xfrm>
          <a:prstGeom prst="rect">
            <a:avLst/>
          </a:prstGeom>
        </p:spPr>
      </p:pic>
      <p:sp>
        <p:nvSpPr>
          <p:cNvPr id="17" name="四角形: 角を丸くする 17">
            <a:extLst>
              <a:ext uri="{FF2B5EF4-FFF2-40B4-BE49-F238E27FC236}">
                <a16:creationId xmlns:a16="http://schemas.microsoft.com/office/drawing/2014/main" id="{4D87AB25-58D8-4A80-E3D7-EB9F47E6CDA0}"/>
              </a:ext>
            </a:extLst>
          </p:cNvPr>
          <p:cNvSpPr/>
          <p:nvPr/>
        </p:nvSpPr>
        <p:spPr bwMode="auto">
          <a:xfrm>
            <a:off x="6402811" y="1535928"/>
            <a:ext cx="2588877" cy="1389819"/>
          </a:xfrm>
          <a:prstGeom prst="roundRect">
            <a:avLst>
              <a:gd name="adj" fmla="val 15636"/>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pic>
        <p:nvPicPr>
          <p:cNvPr id="18" name="グラフィックス 17">
            <a:extLst>
              <a:ext uri="{FF2B5EF4-FFF2-40B4-BE49-F238E27FC236}">
                <a16:creationId xmlns:a16="http://schemas.microsoft.com/office/drawing/2014/main" id="{90CF2769-DA8E-BFAA-8F48-5B2CDC7A9B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728127" y="1897088"/>
            <a:ext cx="546863" cy="546863"/>
          </a:xfrm>
          <a:prstGeom prst="rect">
            <a:avLst/>
          </a:prstGeom>
        </p:spPr>
      </p:pic>
      <p:sp>
        <p:nvSpPr>
          <p:cNvPr id="19" name="テキスト ボックス 18">
            <a:extLst>
              <a:ext uri="{FF2B5EF4-FFF2-40B4-BE49-F238E27FC236}">
                <a16:creationId xmlns:a16="http://schemas.microsoft.com/office/drawing/2014/main" id="{DFDC748A-8CC6-730D-ECEC-1636A1A1F0C8}"/>
              </a:ext>
            </a:extLst>
          </p:cNvPr>
          <p:cNvSpPr txBox="1"/>
          <p:nvPr/>
        </p:nvSpPr>
        <p:spPr>
          <a:xfrm>
            <a:off x="7470084" y="2616396"/>
            <a:ext cx="649256" cy="215444"/>
          </a:xfrm>
          <a:prstGeom prst="rect">
            <a:avLst/>
          </a:prstGeom>
          <a:noFill/>
        </p:spPr>
        <p:txBody>
          <a:bodyPr wrap="square" lIns="0" tIns="0" rIns="0" bIns="0" rtlCol="0">
            <a:spAutoFit/>
          </a:bodyPr>
          <a:lstStyle/>
          <a:p>
            <a:r>
              <a:rPr kumimoji="1" lang="en-US" altLang="ja-JP" sz="1400" err="1">
                <a:solidFill>
                  <a:schemeClr val="tx1">
                    <a:lumMod val="75000"/>
                    <a:lumOff val="25000"/>
                  </a:schemeClr>
                </a:solidFill>
                <a:latin typeface="Yu Gothic UI" panose="020B0500000000000000" pitchFamily="34" charset="-128"/>
                <a:ea typeface="Yu Gothic UI" panose="020B0500000000000000" pitchFamily="34" charset="-128"/>
              </a:rPr>
              <a:t>VNet</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20" name="四角形: 角を丸くする 20">
            <a:extLst>
              <a:ext uri="{FF2B5EF4-FFF2-40B4-BE49-F238E27FC236}">
                <a16:creationId xmlns:a16="http://schemas.microsoft.com/office/drawing/2014/main" id="{E88370BA-AEF9-F5AE-27F0-D9FACA106A39}"/>
              </a:ext>
            </a:extLst>
          </p:cNvPr>
          <p:cNvSpPr/>
          <p:nvPr/>
        </p:nvSpPr>
        <p:spPr bwMode="auto">
          <a:xfrm>
            <a:off x="9129837" y="1535928"/>
            <a:ext cx="2308813" cy="1352077"/>
          </a:xfrm>
          <a:prstGeom prst="roundRect">
            <a:avLst>
              <a:gd name="adj" fmla="val 6764"/>
            </a:avLst>
          </a:prstGeom>
          <a:solidFill>
            <a:schemeClr val="accent1">
              <a:lumMod val="20000"/>
              <a:lumOff val="80000"/>
            </a:schemeClr>
          </a:solid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sp>
        <p:nvSpPr>
          <p:cNvPr id="21" name="テキスト ボックス 20">
            <a:extLst>
              <a:ext uri="{FF2B5EF4-FFF2-40B4-BE49-F238E27FC236}">
                <a16:creationId xmlns:a16="http://schemas.microsoft.com/office/drawing/2014/main" id="{BAD951EC-946E-D5B7-EE52-9C014B908A29}"/>
              </a:ext>
            </a:extLst>
          </p:cNvPr>
          <p:cNvSpPr txBox="1"/>
          <p:nvPr/>
        </p:nvSpPr>
        <p:spPr>
          <a:xfrm>
            <a:off x="9509622" y="2609660"/>
            <a:ext cx="1546325" cy="215444"/>
          </a:xfrm>
          <a:prstGeom prst="rect">
            <a:avLst/>
          </a:prstGeom>
          <a:noFill/>
        </p:spPr>
        <p:txBody>
          <a:bodyPr wrap="square" lIns="0" tIns="0" rIns="0" bIns="0" rtlCol="0">
            <a:spAutoFit/>
          </a:bodyPr>
          <a:lstStyle/>
          <a:p>
            <a:pPr algn="ctr"/>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MS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バックボーン</a:t>
            </a:r>
          </a:p>
        </p:txBody>
      </p:sp>
      <p:pic>
        <p:nvPicPr>
          <p:cNvPr id="22" name="グラフィックス 21">
            <a:extLst>
              <a:ext uri="{FF2B5EF4-FFF2-40B4-BE49-F238E27FC236}">
                <a16:creationId xmlns:a16="http://schemas.microsoft.com/office/drawing/2014/main" id="{2A569273-FF37-0196-99AE-3CDF2F98CC2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478745" y="1870105"/>
            <a:ext cx="404450" cy="404450"/>
          </a:xfrm>
          <a:prstGeom prst="rect">
            <a:avLst/>
          </a:prstGeom>
        </p:spPr>
      </p:pic>
      <p:pic>
        <p:nvPicPr>
          <p:cNvPr id="23" name="グラフィックス 22">
            <a:extLst>
              <a:ext uri="{FF2B5EF4-FFF2-40B4-BE49-F238E27FC236}">
                <a16:creationId xmlns:a16="http://schemas.microsoft.com/office/drawing/2014/main" id="{2A77D440-48CA-8A79-D0A2-7F3449FBB16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603453" y="1870105"/>
            <a:ext cx="404450" cy="404450"/>
          </a:xfrm>
          <a:prstGeom prst="rect">
            <a:avLst/>
          </a:prstGeom>
        </p:spPr>
      </p:pic>
      <p:sp>
        <p:nvSpPr>
          <p:cNvPr id="24" name="テキスト ボックス 23">
            <a:extLst>
              <a:ext uri="{FF2B5EF4-FFF2-40B4-BE49-F238E27FC236}">
                <a16:creationId xmlns:a16="http://schemas.microsoft.com/office/drawing/2014/main" id="{2DA74EF7-C1AD-4E9E-3787-0BCCFFF46069}"/>
              </a:ext>
            </a:extLst>
          </p:cNvPr>
          <p:cNvSpPr txBox="1"/>
          <p:nvPr/>
        </p:nvSpPr>
        <p:spPr>
          <a:xfrm>
            <a:off x="7058451" y="3201331"/>
            <a:ext cx="3866473" cy="430887"/>
          </a:xfrm>
          <a:prstGeom prst="rect">
            <a:avLst/>
          </a:prstGeom>
          <a:noFill/>
        </p:spPr>
        <p:txBody>
          <a:bodyPr wrap="square" lIns="0" tIns="0" rIns="0" bIns="0" rtlCol="0">
            <a:spAutoFit/>
          </a:bodyPr>
          <a:lstStyle/>
          <a:p>
            <a:pPr algn="ct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2.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サブネットに付加した</a:t>
            </a: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 Service Endpoint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を経由した</a:t>
            </a: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 PaaS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アクセス</a:t>
            </a:r>
            <a:endPar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endParaRPr>
          </a:p>
        </p:txBody>
      </p:sp>
      <p:cxnSp>
        <p:nvCxnSpPr>
          <p:cNvPr id="25" name="直線コネクタ 24">
            <a:extLst>
              <a:ext uri="{FF2B5EF4-FFF2-40B4-BE49-F238E27FC236}">
                <a16:creationId xmlns:a16="http://schemas.microsoft.com/office/drawing/2014/main" id="{AE2D76AE-FCE4-FA83-30F2-5C8F9D62A041}"/>
              </a:ext>
            </a:extLst>
          </p:cNvPr>
          <p:cNvCxnSpPr>
            <a:cxnSpLocks/>
          </p:cNvCxnSpPr>
          <p:nvPr/>
        </p:nvCxnSpPr>
        <p:spPr>
          <a:xfrm>
            <a:off x="7803995" y="1682821"/>
            <a:ext cx="0" cy="795749"/>
          </a:xfrm>
          <a:prstGeom prst="line">
            <a:avLst/>
          </a:prstGeom>
          <a:ln>
            <a:solidFill>
              <a:schemeClr val="accent1"/>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pic>
        <p:nvPicPr>
          <p:cNvPr id="26" name="グラフィックス 25">
            <a:extLst>
              <a:ext uri="{FF2B5EF4-FFF2-40B4-BE49-F238E27FC236}">
                <a16:creationId xmlns:a16="http://schemas.microsoft.com/office/drawing/2014/main" id="{D37F5D33-EF5E-212A-C53E-E81ACC1C32F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294318" y="1875707"/>
            <a:ext cx="320901" cy="320901"/>
          </a:xfrm>
          <a:prstGeom prst="rect">
            <a:avLst/>
          </a:prstGeom>
        </p:spPr>
      </p:pic>
      <p:cxnSp>
        <p:nvCxnSpPr>
          <p:cNvPr id="27" name="直線コネクタ 26">
            <a:extLst>
              <a:ext uri="{FF2B5EF4-FFF2-40B4-BE49-F238E27FC236}">
                <a16:creationId xmlns:a16="http://schemas.microsoft.com/office/drawing/2014/main" id="{AA52E9A6-45CB-3047-FD96-3E3707A0E23E}"/>
              </a:ext>
            </a:extLst>
          </p:cNvPr>
          <p:cNvCxnSpPr>
            <a:cxnSpLocks/>
            <a:stCxn id="18" idx="3"/>
          </p:cNvCxnSpPr>
          <p:nvPr/>
        </p:nvCxnSpPr>
        <p:spPr>
          <a:xfrm flipV="1">
            <a:off x="7274990" y="2170519"/>
            <a:ext cx="529005" cy="1"/>
          </a:xfrm>
          <a:prstGeom prst="line">
            <a:avLst/>
          </a:prstGeom>
          <a:ln>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D74734DA-B2EE-F4E9-B75C-904F9EF13EBF}"/>
              </a:ext>
            </a:extLst>
          </p:cNvPr>
          <p:cNvCxnSpPr>
            <a:cxnSpLocks/>
            <a:endCxn id="26" idx="1"/>
          </p:cNvCxnSpPr>
          <p:nvPr/>
        </p:nvCxnSpPr>
        <p:spPr>
          <a:xfrm>
            <a:off x="7803995" y="2036158"/>
            <a:ext cx="490323" cy="0"/>
          </a:xfrm>
          <a:prstGeom prst="line">
            <a:avLst/>
          </a:prstGeom>
          <a:ln>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9" name="テキスト ボックス 28">
            <a:extLst>
              <a:ext uri="{FF2B5EF4-FFF2-40B4-BE49-F238E27FC236}">
                <a16:creationId xmlns:a16="http://schemas.microsoft.com/office/drawing/2014/main" id="{B4E783A1-BDC4-7932-6BC3-7DCB75606D58}"/>
              </a:ext>
            </a:extLst>
          </p:cNvPr>
          <p:cNvSpPr txBox="1"/>
          <p:nvPr/>
        </p:nvSpPr>
        <p:spPr>
          <a:xfrm>
            <a:off x="8134981" y="2282631"/>
            <a:ext cx="649256" cy="338554"/>
          </a:xfrm>
          <a:prstGeom prst="rect">
            <a:avLst/>
          </a:prstGeom>
          <a:noFill/>
        </p:spPr>
        <p:txBody>
          <a:bodyPr wrap="square" lIns="0" tIns="0" rIns="0" bIns="0" rtlCol="0">
            <a:spAutoFit/>
          </a:bodyPr>
          <a:lstStyle/>
          <a:p>
            <a:pPr algn="ct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Service</a:t>
            </a:r>
          </a:p>
          <a:p>
            <a:pPr algn="ct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Endpoint</a:t>
            </a: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endParaRPr>
          </a:p>
        </p:txBody>
      </p:sp>
      <p:cxnSp>
        <p:nvCxnSpPr>
          <p:cNvPr id="30" name="直線矢印コネクタ 29">
            <a:extLst>
              <a:ext uri="{FF2B5EF4-FFF2-40B4-BE49-F238E27FC236}">
                <a16:creationId xmlns:a16="http://schemas.microsoft.com/office/drawing/2014/main" id="{5DE1E908-7FC1-CB40-76FC-2991E2C6B7DA}"/>
              </a:ext>
            </a:extLst>
          </p:cNvPr>
          <p:cNvCxnSpPr>
            <a:cxnSpLocks/>
          </p:cNvCxnSpPr>
          <p:nvPr/>
        </p:nvCxnSpPr>
        <p:spPr>
          <a:xfrm flipV="1">
            <a:off x="7331935" y="2072330"/>
            <a:ext cx="2136979" cy="3126"/>
          </a:xfrm>
          <a:prstGeom prst="straightConnector1">
            <a:avLst/>
          </a:prstGeom>
          <a:ln w="22225">
            <a:solidFill>
              <a:srgbClr val="D83B01"/>
            </a:solidFill>
            <a:headEnd type="none" w="lg" len="med"/>
            <a:tailEnd type="triangle"/>
          </a:ln>
        </p:spPr>
        <p:style>
          <a:lnRef idx="1">
            <a:schemeClr val="accent1"/>
          </a:lnRef>
          <a:fillRef idx="0">
            <a:schemeClr val="accent1"/>
          </a:fillRef>
          <a:effectRef idx="0">
            <a:schemeClr val="accent1"/>
          </a:effectRef>
          <a:fontRef idx="minor">
            <a:schemeClr val="tx1"/>
          </a:fontRef>
        </p:style>
      </p:cxnSp>
      <p:pic>
        <p:nvPicPr>
          <p:cNvPr id="31" name="グラフィックス 30">
            <a:extLst>
              <a:ext uri="{FF2B5EF4-FFF2-40B4-BE49-F238E27FC236}">
                <a16:creationId xmlns:a16="http://schemas.microsoft.com/office/drawing/2014/main" id="{05FCE608-0D82-896F-D554-40E2C3AADE1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84733" y="5379459"/>
            <a:ext cx="273856" cy="273856"/>
          </a:xfrm>
          <a:prstGeom prst="rect">
            <a:avLst/>
          </a:prstGeom>
        </p:spPr>
      </p:pic>
      <p:sp>
        <p:nvSpPr>
          <p:cNvPr id="32" name="四角形: 角を丸くする 46">
            <a:extLst>
              <a:ext uri="{FF2B5EF4-FFF2-40B4-BE49-F238E27FC236}">
                <a16:creationId xmlns:a16="http://schemas.microsoft.com/office/drawing/2014/main" id="{AD1CC1D9-ED27-63F1-764A-F74AC4FED612}"/>
              </a:ext>
            </a:extLst>
          </p:cNvPr>
          <p:cNvSpPr/>
          <p:nvPr/>
        </p:nvSpPr>
        <p:spPr bwMode="auto">
          <a:xfrm>
            <a:off x="3429465" y="3960809"/>
            <a:ext cx="2588877" cy="1764872"/>
          </a:xfrm>
          <a:prstGeom prst="roundRect">
            <a:avLst>
              <a:gd name="adj" fmla="val 9850"/>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pic>
        <p:nvPicPr>
          <p:cNvPr id="33" name="グラフィックス 32">
            <a:extLst>
              <a:ext uri="{FF2B5EF4-FFF2-40B4-BE49-F238E27FC236}">
                <a16:creationId xmlns:a16="http://schemas.microsoft.com/office/drawing/2014/main" id="{1FEF93CE-7217-1967-A5D9-9CF9E8A959F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754781" y="4697021"/>
            <a:ext cx="546863" cy="546863"/>
          </a:xfrm>
          <a:prstGeom prst="rect">
            <a:avLst/>
          </a:prstGeom>
        </p:spPr>
      </p:pic>
      <p:sp>
        <p:nvSpPr>
          <p:cNvPr id="34" name="テキスト ボックス 33">
            <a:extLst>
              <a:ext uri="{FF2B5EF4-FFF2-40B4-BE49-F238E27FC236}">
                <a16:creationId xmlns:a16="http://schemas.microsoft.com/office/drawing/2014/main" id="{583C1B6E-D91B-BF23-8064-B050F16721EB}"/>
              </a:ext>
            </a:extLst>
          </p:cNvPr>
          <p:cNvSpPr txBox="1"/>
          <p:nvPr/>
        </p:nvSpPr>
        <p:spPr>
          <a:xfrm>
            <a:off x="4496738" y="5416329"/>
            <a:ext cx="649256" cy="215444"/>
          </a:xfrm>
          <a:prstGeom prst="rect">
            <a:avLst/>
          </a:prstGeom>
          <a:noFill/>
        </p:spPr>
        <p:txBody>
          <a:bodyPr wrap="square" lIns="0" tIns="0" rIns="0" bIns="0" rtlCol="0">
            <a:spAutoFit/>
          </a:bodyPr>
          <a:lstStyle/>
          <a:p>
            <a:r>
              <a:rPr kumimoji="1" lang="en-US" altLang="ja-JP" sz="1400" err="1">
                <a:solidFill>
                  <a:schemeClr val="tx1">
                    <a:lumMod val="75000"/>
                    <a:lumOff val="25000"/>
                  </a:schemeClr>
                </a:solidFill>
                <a:latin typeface="Yu Gothic UI" panose="020B0500000000000000" pitchFamily="34" charset="-128"/>
                <a:ea typeface="Yu Gothic UI" panose="020B0500000000000000" pitchFamily="34" charset="-128"/>
              </a:rPr>
              <a:t>VNet</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35" name="四角形: 角を丸くする 49">
            <a:extLst>
              <a:ext uri="{FF2B5EF4-FFF2-40B4-BE49-F238E27FC236}">
                <a16:creationId xmlns:a16="http://schemas.microsoft.com/office/drawing/2014/main" id="{3FE48057-8E20-CFA4-C4D3-1F36F80C41B8}"/>
              </a:ext>
            </a:extLst>
          </p:cNvPr>
          <p:cNvSpPr/>
          <p:nvPr/>
        </p:nvSpPr>
        <p:spPr bwMode="auto">
          <a:xfrm>
            <a:off x="6156491" y="3953177"/>
            <a:ext cx="2308813" cy="1734762"/>
          </a:xfrm>
          <a:prstGeom prst="roundRect">
            <a:avLst>
              <a:gd name="adj" fmla="val 6764"/>
            </a:avLst>
          </a:prstGeom>
          <a:solidFill>
            <a:schemeClr val="accent1">
              <a:lumMod val="20000"/>
              <a:lumOff val="80000"/>
            </a:schemeClr>
          </a:solid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sp>
        <p:nvSpPr>
          <p:cNvPr id="36" name="テキスト ボックス 35">
            <a:extLst>
              <a:ext uri="{FF2B5EF4-FFF2-40B4-BE49-F238E27FC236}">
                <a16:creationId xmlns:a16="http://schemas.microsoft.com/office/drawing/2014/main" id="{89359899-838C-A61A-E0A1-73EAA0BC602B}"/>
              </a:ext>
            </a:extLst>
          </p:cNvPr>
          <p:cNvSpPr txBox="1"/>
          <p:nvPr/>
        </p:nvSpPr>
        <p:spPr>
          <a:xfrm>
            <a:off x="6536276" y="5409593"/>
            <a:ext cx="1559885" cy="215444"/>
          </a:xfrm>
          <a:prstGeom prst="rect">
            <a:avLst/>
          </a:prstGeom>
          <a:noFill/>
        </p:spPr>
        <p:txBody>
          <a:bodyPr wrap="square" lIns="0" tIns="0" rIns="0" bIns="0" rtlCol="0">
            <a:spAutoFit/>
          </a:bodyPr>
          <a:lstStyle/>
          <a:p>
            <a:pPr algn="ct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MS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バックボーン</a:t>
            </a:r>
          </a:p>
        </p:txBody>
      </p:sp>
      <p:pic>
        <p:nvPicPr>
          <p:cNvPr id="37" name="グラフィックス 36">
            <a:extLst>
              <a:ext uri="{FF2B5EF4-FFF2-40B4-BE49-F238E27FC236}">
                <a16:creationId xmlns:a16="http://schemas.microsoft.com/office/drawing/2014/main" id="{CAB204C3-C768-C643-B4EA-7D0294456F8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940025" y="4837532"/>
            <a:ext cx="404450" cy="404450"/>
          </a:xfrm>
          <a:prstGeom prst="rect">
            <a:avLst/>
          </a:prstGeom>
        </p:spPr>
      </p:pic>
      <p:pic>
        <p:nvPicPr>
          <p:cNvPr id="38" name="グラフィックス 37">
            <a:extLst>
              <a:ext uri="{FF2B5EF4-FFF2-40B4-BE49-F238E27FC236}">
                <a16:creationId xmlns:a16="http://schemas.microsoft.com/office/drawing/2014/main" id="{8A73D8D6-EFCF-30C5-DC94-AFCC9B5A818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40025" y="4133594"/>
            <a:ext cx="404450" cy="404450"/>
          </a:xfrm>
          <a:prstGeom prst="rect">
            <a:avLst/>
          </a:prstGeom>
        </p:spPr>
      </p:pic>
      <p:sp>
        <p:nvSpPr>
          <p:cNvPr id="39" name="テキスト ボックス 38">
            <a:extLst>
              <a:ext uri="{FF2B5EF4-FFF2-40B4-BE49-F238E27FC236}">
                <a16:creationId xmlns:a16="http://schemas.microsoft.com/office/drawing/2014/main" id="{5C1A629D-0C6E-FBB3-B9B5-CF04B95E6334}"/>
              </a:ext>
            </a:extLst>
          </p:cNvPr>
          <p:cNvSpPr txBox="1"/>
          <p:nvPr/>
        </p:nvSpPr>
        <p:spPr>
          <a:xfrm>
            <a:off x="4085105" y="6001264"/>
            <a:ext cx="4049876" cy="430887"/>
          </a:xfrm>
          <a:prstGeom prst="rect">
            <a:avLst/>
          </a:prstGeom>
          <a:noFill/>
        </p:spPr>
        <p:txBody>
          <a:bodyPr wrap="square" lIns="0" tIns="0" rIns="0" bIns="0" rtlCol="0">
            <a:spAutoFit/>
          </a:bodyPr>
          <a:lstStyle/>
          <a:p>
            <a:pPr algn="ct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3. PaaS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に付加した</a:t>
            </a: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 Private Endpoint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を経由した</a:t>
            </a:r>
            <a:endPar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endParaRPr>
          </a:p>
          <a:p>
            <a:pPr algn="ct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PaaS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アクセス</a:t>
            </a:r>
            <a:endPar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endParaRPr>
          </a:p>
        </p:txBody>
      </p:sp>
      <p:cxnSp>
        <p:nvCxnSpPr>
          <p:cNvPr id="40" name="直線コネクタ 39">
            <a:extLst>
              <a:ext uri="{FF2B5EF4-FFF2-40B4-BE49-F238E27FC236}">
                <a16:creationId xmlns:a16="http://schemas.microsoft.com/office/drawing/2014/main" id="{4F32D6BD-0B2E-EAFC-94A1-36D350089B58}"/>
              </a:ext>
            </a:extLst>
          </p:cNvPr>
          <p:cNvCxnSpPr>
            <a:cxnSpLocks/>
          </p:cNvCxnSpPr>
          <p:nvPr/>
        </p:nvCxnSpPr>
        <p:spPr>
          <a:xfrm>
            <a:off x="5262321" y="4191348"/>
            <a:ext cx="0" cy="1332703"/>
          </a:xfrm>
          <a:prstGeom prst="line">
            <a:avLst/>
          </a:prstGeom>
          <a:ln>
            <a:solidFill>
              <a:schemeClr val="accent1"/>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41" name="テキスト ボックス 40">
            <a:extLst>
              <a:ext uri="{FF2B5EF4-FFF2-40B4-BE49-F238E27FC236}">
                <a16:creationId xmlns:a16="http://schemas.microsoft.com/office/drawing/2014/main" id="{78DB8E31-E781-43A8-E271-705CF7E01350}"/>
              </a:ext>
            </a:extLst>
          </p:cNvPr>
          <p:cNvSpPr txBox="1"/>
          <p:nvPr/>
        </p:nvSpPr>
        <p:spPr>
          <a:xfrm>
            <a:off x="5353636" y="4556730"/>
            <a:ext cx="649256" cy="338554"/>
          </a:xfrm>
          <a:prstGeom prst="rect">
            <a:avLst/>
          </a:prstGeom>
          <a:noFill/>
        </p:spPr>
        <p:txBody>
          <a:bodyPr wrap="square" lIns="0" tIns="0" rIns="0" bIns="0" rtlCol="0">
            <a:spAutoFit/>
          </a:bodyPr>
          <a:lstStyle/>
          <a:p>
            <a:pPr algn="ct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Private</a:t>
            </a:r>
          </a:p>
          <a:p>
            <a:pPr algn="ct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Endpoint</a:t>
            </a: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42" name="グラフィックス 41">
            <a:extLst>
              <a:ext uri="{FF2B5EF4-FFF2-40B4-BE49-F238E27FC236}">
                <a16:creationId xmlns:a16="http://schemas.microsoft.com/office/drawing/2014/main" id="{2C85B58D-C87D-321E-0881-476E7D3BE21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533793" y="4191347"/>
            <a:ext cx="288943" cy="288943"/>
          </a:xfrm>
          <a:prstGeom prst="rect">
            <a:avLst/>
          </a:prstGeom>
        </p:spPr>
      </p:pic>
      <p:pic>
        <p:nvPicPr>
          <p:cNvPr id="43" name="グラフィックス 42">
            <a:extLst>
              <a:ext uri="{FF2B5EF4-FFF2-40B4-BE49-F238E27FC236}">
                <a16:creationId xmlns:a16="http://schemas.microsoft.com/office/drawing/2014/main" id="{986D8B3F-DC21-E22D-90A2-0DE9FC63C2A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546639" y="4895285"/>
            <a:ext cx="288943" cy="288943"/>
          </a:xfrm>
          <a:prstGeom prst="rect">
            <a:avLst/>
          </a:prstGeom>
        </p:spPr>
      </p:pic>
      <p:cxnSp>
        <p:nvCxnSpPr>
          <p:cNvPr id="44" name="直線コネクタ 43">
            <a:extLst>
              <a:ext uri="{FF2B5EF4-FFF2-40B4-BE49-F238E27FC236}">
                <a16:creationId xmlns:a16="http://schemas.microsoft.com/office/drawing/2014/main" id="{3F9CF376-94C2-20C9-AC11-17978BE9EFAA}"/>
              </a:ext>
            </a:extLst>
          </p:cNvPr>
          <p:cNvCxnSpPr>
            <a:cxnSpLocks/>
            <a:stCxn id="42" idx="3"/>
            <a:endCxn id="38" idx="1"/>
          </p:cNvCxnSpPr>
          <p:nvPr/>
        </p:nvCxnSpPr>
        <p:spPr>
          <a:xfrm>
            <a:off x="5822736" y="4335819"/>
            <a:ext cx="1117289" cy="0"/>
          </a:xfrm>
          <a:prstGeom prst="line">
            <a:avLst/>
          </a:prstGeom>
          <a:ln>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5" name="直線コネクタ 44">
            <a:extLst>
              <a:ext uri="{FF2B5EF4-FFF2-40B4-BE49-F238E27FC236}">
                <a16:creationId xmlns:a16="http://schemas.microsoft.com/office/drawing/2014/main" id="{F420BD6B-E9AE-D72D-166F-56C1226623FA}"/>
              </a:ext>
            </a:extLst>
          </p:cNvPr>
          <p:cNvCxnSpPr>
            <a:cxnSpLocks/>
            <a:stCxn id="43" idx="3"/>
            <a:endCxn id="37" idx="1"/>
          </p:cNvCxnSpPr>
          <p:nvPr/>
        </p:nvCxnSpPr>
        <p:spPr>
          <a:xfrm>
            <a:off x="5835582" y="5039757"/>
            <a:ext cx="1104443" cy="0"/>
          </a:xfrm>
          <a:prstGeom prst="line">
            <a:avLst/>
          </a:prstGeom>
          <a:ln>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6" name="直線コネクタ 45">
            <a:extLst>
              <a:ext uri="{FF2B5EF4-FFF2-40B4-BE49-F238E27FC236}">
                <a16:creationId xmlns:a16="http://schemas.microsoft.com/office/drawing/2014/main" id="{6C3BDC08-6347-F287-B973-39053AA70B2E}"/>
              </a:ext>
            </a:extLst>
          </p:cNvPr>
          <p:cNvCxnSpPr>
            <a:cxnSpLocks/>
            <a:endCxn id="42" idx="1"/>
          </p:cNvCxnSpPr>
          <p:nvPr/>
        </p:nvCxnSpPr>
        <p:spPr>
          <a:xfrm>
            <a:off x="5295233" y="4335818"/>
            <a:ext cx="238560" cy="1"/>
          </a:xfrm>
          <a:prstGeom prst="line">
            <a:avLst/>
          </a:prstGeom>
          <a:ln>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510F7D09-953F-EA64-FFFD-1E9C49A71DC2}"/>
              </a:ext>
            </a:extLst>
          </p:cNvPr>
          <p:cNvCxnSpPr>
            <a:cxnSpLocks/>
            <a:endCxn id="43" idx="1"/>
          </p:cNvCxnSpPr>
          <p:nvPr/>
        </p:nvCxnSpPr>
        <p:spPr>
          <a:xfrm>
            <a:off x="5295233" y="5039755"/>
            <a:ext cx="251406" cy="2"/>
          </a:xfrm>
          <a:prstGeom prst="line">
            <a:avLst/>
          </a:prstGeom>
          <a:ln>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48" name="グループ化 47">
            <a:extLst>
              <a:ext uri="{FF2B5EF4-FFF2-40B4-BE49-F238E27FC236}">
                <a16:creationId xmlns:a16="http://schemas.microsoft.com/office/drawing/2014/main" id="{6655C4C3-7284-2BAF-CBA3-41E5FC5D627E}"/>
              </a:ext>
            </a:extLst>
          </p:cNvPr>
          <p:cNvGrpSpPr/>
          <p:nvPr/>
        </p:nvGrpSpPr>
        <p:grpSpPr>
          <a:xfrm>
            <a:off x="4392596" y="4204736"/>
            <a:ext cx="1048680" cy="761760"/>
            <a:chOff x="4339837" y="4260933"/>
            <a:chExt cx="1048680" cy="761760"/>
          </a:xfrm>
        </p:grpSpPr>
        <mc:AlternateContent xmlns:mc="http://schemas.openxmlformats.org/markup-compatibility/2006" xmlns:p14="http://schemas.microsoft.com/office/powerpoint/2010/main">
          <mc:Choice Requires="p14">
            <p:contentPart p14:bwMode="auto" r:id="rId9">
              <p14:nvContentPartPr>
                <p14:cNvPr id="49" name="インク 48">
                  <a:extLst>
                    <a:ext uri="{FF2B5EF4-FFF2-40B4-BE49-F238E27FC236}">
                      <a16:creationId xmlns:a16="http://schemas.microsoft.com/office/drawing/2014/main" id="{3EABC7E1-B1C6-BB45-A05C-9A6234289867}"/>
                    </a:ext>
                  </a:extLst>
                </p14:cNvPr>
                <p14:cNvContentPartPr/>
                <p14:nvPr/>
              </p14:nvContentPartPr>
              <p14:xfrm>
                <a:off x="4339837" y="4305573"/>
                <a:ext cx="997920" cy="717120"/>
              </p14:xfrm>
            </p:contentPart>
          </mc:Choice>
          <mc:Fallback xmlns="">
            <p:pic>
              <p:nvPicPr>
                <p:cNvPr id="79" name="インク 78">
                  <a:extLst>
                    <a:ext uri="{FF2B5EF4-FFF2-40B4-BE49-F238E27FC236}">
                      <a16:creationId xmlns:a16="http://schemas.microsoft.com/office/drawing/2014/main" id="{FEC147F5-3696-513F-71B3-F1BF0E880595}"/>
                    </a:ext>
                  </a:extLst>
                </p:cNvPr>
                <p:cNvPicPr/>
                <p:nvPr/>
              </p:nvPicPr>
              <p:blipFill>
                <a:blip r:embed="rId16"/>
                <a:stretch>
                  <a:fillRect/>
                </a:stretch>
              </p:blipFill>
              <p:spPr>
                <a:xfrm>
                  <a:off x="4330837" y="4296573"/>
                  <a:ext cx="1015560" cy="7347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50" name="インク 49">
                  <a:extLst>
                    <a:ext uri="{FF2B5EF4-FFF2-40B4-BE49-F238E27FC236}">
                      <a16:creationId xmlns:a16="http://schemas.microsoft.com/office/drawing/2014/main" id="{0B0BD84E-10C0-FFE0-A828-CB9EA446C956}"/>
                    </a:ext>
                  </a:extLst>
                </p14:cNvPr>
                <p14:cNvContentPartPr/>
                <p14:nvPr/>
              </p14:nvContentPartPr>
              <p14:xfrm>
                <a:off x="5300677" y="4260933"/>
                <a:ext cx="87840" cy="117360"/>
              </p14:xfrm>
            </p:contentPart>
          </mc:Choice>
          <mc:Fallback xmlns="">
            <p:pic>
              <p:nvPicPr>
                <p:cNvPr id="80" name="インク 79">
                  <a:extLst>
                    <a:ext uri="{FF2B5EF4-FFF2-40B4-BE49-F238E27FC236}">
                      <a16:creationId xmlns:a16="http://schemas.microsoft.com/office/drawing/2014/main" id="{73EB28E0-34AC-FC0D-8440-C252368472A5}"/>
                    </a:ext>
                  </a:extLst>
                </p:cNvPr>
                <p:cNvPicPr/>
                <p:nvPr/>
              </p:nvPicPr>
              <p:blipFill>
                <a:blip r:embed="rId18"/>
                <a:stretch>
                  <a:fillRect/>
                </a:stretch>
              </p:blipFill>
              <p:spPr>
                <a:xfrm>
                  <a:off x="5291677" y="4251933"/>
                  <a:ext cx="105480" cy="135000"/>
                </a:xfrm>
                <a:prstGeom prst="rect">
                  <a:avLst/>
                </a:prstGeom>
              </p:spPr>
            </p:pic>
          </mc:Fallback>
        </mc:AlternateContent>
      </p:grpSp>
      <p:grpSp>
        <p:nvGrpSpPr>
          <p:cNvPr id="51" name="グループ化 50">
            <a:extLst>
              <a:ext uri="{FF2B5EF4-FFF2-40B4-BE49-F238E27FC236}">
                <a16:creationId xmlns:a16="http://schemas.microsoft.com/office/drawing/2014/main" id="{246CE313-B9D0-A95A-9D5C-0542423A5CF2}"/>
              </a:ext>
            </a:extLst>
          </p:cNvPr>
          <p:cNvGrpSpPr/>
          <p:nvPr/>
        </p:nvGrpSpPr>
        <p:grpSpPr>
          <a:xfrm>
            <a:off x="4434356" y="5053616"/>
            <a:ext cx="1065240" cy="147600"/>
            <a:chOff x="4381597" y="5109813"/>
            <a:chExt cx="1065240" cy="147600"/>
          </a:xfrm>
        </p:grpSpPr>
        <mc:AlternateContent xmlns:mc="http://schemas.openxmlformats.org/markup-compatibility/2006" xmlns:p14="http://schemas.microsoft.com/office/powerpoint/2010/main">
          <mc:Choice Requires="p14">
            <p:contentPart p14:bwMode="auto" r:id="rId19">
              <p14:nvContentPartPr>
                <p14:cNvPr id="52" name="インク 51">
                  <a:extLst>
                    <a:ext uri="{FF2B5EF4-FFF2-40B4-BE49-F238E27FC236}">
                      <a16:creationId xmlns:a16="http://schemas.microsoft.com/office/drawing/2014/main" id="{D12D7C1D-9E6E-8023-AD47-9266416370FC}"/>
                    </a:ext>
                  </a:extLst>
                </p14:cNvPr>
                <p14:cNvContentPartPr/>
                <p14:nvPr/>
              </p14:nvContentPartPr>
              <p14:xfrm>
                <a:off x="4381597" y="5109813"/>
                <a:ext cx="1006920" cy="69480"/>
              </p14:xfrm>
            </p:contentPart>
          </mc:Choice>
          <mc:Fallback xmlns="">
            <p:pic>
              <p:nvPicPr>
                <p:cNvPr id="82" name="インク 81">
                  <a:extLst>
                    <a:ext uri="{FF2B5EF4-FFF2-40B4-BE49-F238E27FC236}">
                      <a16:creationId xmlns:a16="http://schemas.microsoft.com/office/drawing/2014/main" id="{13804799-3163-194E-FBDD-58C9A7AFDC9A}"/>
                    </a:ext>
                  </a:extLst>
                </p:cNvPr>
                <p:cNvPicPr/>
                <p:nvPr/>
              </p:nvPicPr>
              <p:blipFill>
                <a:blip r:embed="rId20"/>
                <a:stretch>
                  <a:fillRect/>
                </a:stretch>
              </p:blipFill>
              <p:spPr>
                <a:xfrm>
                  <a:off x="4372597" y="5100813"/>
                  <a:ext cx="1024560" cy="871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53" name="インク 52">
                  <a:extLst>
                    <a:ext uri="{FF2B5EF4-FFF2-40B4-BE49-F238E27FC236}">
                      <a16:creationId xmlns:a16="http://schemas.microsoft.com/office/drawing/2014/main" id="{E70357EA-5A2C-8953-4356-7980EE7D803D}"/>
                    </a:ext>
                  </a:extLst>
                </p14:cNvPr>
                <p14:cNvContentPartPr/>
                <p14:nvPr/>
              </p14:nvContentPartPr>
              <p14:xfrm>
                <a:off x="5321557" y="5128533"/>
                <a:ext cx="125280" cy="128880"/>
              </p14:xfrm>
            </p:contentPart>
          </mc:Choice>
          <mc:Fallback xmlns="">
            <p:pic>
              <p:nvPicPr>
                <p:cNvPr id="83" name="インク 82">
                  <a:extLst>
                    <a:ext uri="{FF2B5EF4-FFF2-40B4-BE49-F238E27FC236}">
                      <a16:creationId xmlns:a16="http://schemas.microsoft.com/office/drawing/2014/main" id="{58BFFA0E-E08D-E59D-EDAB-297A9506B0D7}"/>
                    </a:ext>
                  </a:extLst>
                </p:cNvPr>
                <p:cNvPicPr/>
                <p:nvPr/>
              </p:nvPicPr>
              <p:blipFill>
                <a:blip r:embed="rId22"/>
                <a:stretch>
                  <a:fillRect/>
                </a:stretch>
              </p:blipFill>
              <p:spPr>
                <a:xfrm>
                  <a:off x="5312583" y="5119508"/>
                  <a:ext cx="142869" cy="146569"/>
                </a:xfrm>
                <a:prstGeom prst="rect">
                  <a:avLst/>
                </a:prstGeom>
              </p:spPr>
            </p:pic>
          </mc:Fallback>
        </mc:AlternateContent>
      </p:grpSp>
      <p:sp>
        <p:nvSpPr>
          <p:cNvPr id="54" name="テキスト ボックス 53">
            <a:extLst>
              <a:ext uri="{FF2B5EF4-FFF2-40B4-BE49-F238E27FC236}">
                <a16:creationId xmlns:a16="http://schemas.microsoft.com/office/drawing/2014/main" id="{55BC60F3-0D86-679F-FA26-11F0562564A8}"/>
              </a:ext>
            </a:extLst>
          </p:cNvPr>
          <p:cNvSpPr txBox="1"/>
          <p:nvPr/>
        </p:nvSpPr>
        <p:spPr>
          <a:xfrm>
            <a:off x="505937" y="4556730"/>
            <a:ext cx="2404402" cy="861774"/>
          </a:xfrm>
          <a:prstGeom prst="rect">
            <a:avLst/>
          </a:prstGeom>
          <a:noFill/>
        </p:spPr>
        <p:txBody>
          <a:bodyPr wrap="square" lIns="0" tIns="0" rIns="0" bIns="0" rtlCol="0">
            <a:spAutoFit/>
          </a:bodyPr>
          <a:lstStyle/>
          <a:p>
            <a:pPr algn="l"/>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どの通信携帯でも通信は</a:t>
            </a: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 MS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のバックボーン内で完結し、</a:t>
            </a: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 ISP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が管理するような他ネットワークは経由しない（</a:t>
            </a: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Internet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を通過しない）</a:t>
            </a:r>
          </a:p>
        </p:txBody>
      </p:sp>
      <p:sp>
        <p:nvSpPr>
          <p:cNvPr id="55" name="テキスト ボックス 54">
            <a:extLst>
              <a:ext uri="{FF2B5EF4-FFF2-40B4-BE49-F238E27FC236}">
                <a16:creationId xmlns:a16="http://schemas.microsoft.com/office/drawing/2014/main" id="{752973E2-4BE7-AB4F-10A4-6465DA810499}"/>
              </a:ext>
            </a:extLst>
          </p:cNvPr>
          <p:cNvSpPr txBox="1"/>
          <p:nvPr/>
        </p:nvSpPr>
        <p:spPr>
          <a:xfrm>
            <a:off x="9165298" y="4501146"/>
            <a:ext cx="2404402" cy="1077218"/>
          </a:xfrm>
          <a:prstGeom prst="rect">
            <a:avLst/>
          </a:prstGeom>
          <a:noFill/>
        </p:spPr>
        <p:txBody>
          <a:bodyPr wrap="square" lIns="0" tIns="0" rIns="0" bIns="0" rtlCol="0">
            <a:spAutoFit/>
          </a:bodyPr>
          <a:lstStyle/>
          <a:p>
            <a:pPr algn="l"/>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あと</a:t>
            </a: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 Express Route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で</a:t>
            </a: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Microsoft Peering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を構成しオンプレミスと</a:t>
            </a: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 MS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バックボーンを直接接続する構成があるが、本資料では割愛</a:t>
            </a:r>
          </a:p>
        </p:txBody>
      </p:sp>
    </p:spTree>
    <p:extLst>
      <p:ext uri="{BB962C8B-B14F-4D97-AF65-F5344CB8AC3E}">
        <p14:creationId xmlns:p14="http://schemas.microsoft.com/office/powerpoint/2010/main" val="30289530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9ED30-8B46-A105-56B4-03C30D1B97F8}"/>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65EE0D32-10DC-0199-756F-FCD5AF946CDA}"/>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000" b="1" dirty="0">
                <a:solidFill>
                  <a:srgbClr val="1F2937"/>
                </a:solidFill>
                <a:latin typeface="Yu Gothic"/>
                <a:ea typeface="Yu Gothic"/>
                <a:cs typeface="Yu Gothic"/>
              </a:rPr>
              <a:t>Service Endpoint</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E590BC40-87B4-D418-F475-54D5ACF754C7}"/>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7</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E36A6519-A686-236E-00A6-7CCB0299DDA6}"/>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pic>
        <p:nvPicPr>
          <p:cNvPr id="3" name="Picture 2" descr="Virtual Network Service Endpoints and Firewalls for Azure Storage ...">
            <a:extLst>
              <a:ext uri="{FF2B5EF4-FFF2-40B4-BE49-F238E27FC236}">
                <a16:creationId xmlns:a16="http://schemas.microsoft.com/office/drawing/2014/main" id="{9339F23C-52B6-5854-4880-7C319C214444}"/>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506147" y="1389920"/>
            <a:ext cx="6260123" cy="4742043"/>
          </a:xfrm>
          <a:prstGeom prst="rect">
            <a:avLst/>
          </a:prstGeom>
          <a:noFill/>
          <a:extLst>
            <a:ext uri="{909E8E84-426E-40DD-AFC4-6F175D3DCCD1}">
              <a14:hiddenFill xmlns:a14="http://schemas.microsoft.com/office/drawing/2010/main">
                <a:solidFill>
                  <a:srgbClr val="FFFFFF"/>
                </a:solidFill>
              </a14:hiddenFill>
            </a:ext>
          </a:extLst>
        </p:spPr>
      </p:pic>
      <p:sp>
        <p:nvSpPr>
          <p:cNvPr id="5" name="字幕 11">
            <a:extLst>
              <a:ext uri="{FF2B5EF4-FFF2-40B4-BE49-F238E27FC236}">
                <a16:creationId xmlns:a16="http://schemas.microsoft.com/office/drawing/2014/main" id="{CA9BE376-080E-6857-14A1-C8BEC8192761}"/>
              </a:ext>
            </a:extLst>
          </p:cNvPr>
          <p:cNvSpPr txBox="1">
            <a:spLocks/>
          </p:cNvSpPr>
          <p:nvPr/>
        </p:nvSpPr>
        <p:spPr>
          <a:xfrm>
            <a:off x="584200" y="1435100"/>
            <a:ext cx="4125586" cy="3656386"/>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r>
              <a:rPr lang="en-US" altLang="ja-JP" sz="2000" err="1">
                <a:solidFill>
                  <a:schemeClr val="tx1">
                    <a:lumMod val="75000"/>
                    <a:lumOff val="25000"/>
                  </a:schemeClr>
                </a:solidFill>
                <a:latin typeface="Yu Gothic UI" panose="020B0500000000000000" pitchFamily="34" charset="-128"/>
                <a:ea typeface="Yu Gothic UI" panose="020B0500000000000000" pitchFamily="34" charset="-128"/>
              </a:rPr>
              <a:t>VNet</a:t>
            </a:r>
            <a:r>
              <a:rPr lang="ja-JP" altLang="en-US" sz="2000">
                <a:solidFill>
                  <a:schemeClr val="tx1">
                    <a:lumMod val="75000"/>
                    <a:lumOff val="25000"/>
                  </a:schemeClr>
                </a:solidFill>
                <a:latin typeface="Yu Gothic UI" panose="020B0500000000000000" pitchFamily="34" charset="-128"/>
                <a:ea typeface="Yu Gothic UI" panose="020B0500000000000000" pitchFamily="34" charset="-128"/>
              </a:rPr>
              <a:t>内から既定の</a:t>
            </a:r>
            <a:r>
              <a:rPr lang="en-US" altLang="ja-JP" sz="2000">
                <a:solidFill>
                  <a:schemeClr val="tx1">
                    <a:lumMod val="75000"/>
                    <a:lumOff val="25000"/>
                  </a:schemeClr>
                </a:solidFill>
                <a:latin typeface="Yu Gothic UI" panose="020B0500000000000000" pitchFamily="34" charset="-128"/>
                <a:ea typeface="Yu Gothic UI" panose="020B0500000000000000" pitchFamily="34" charset="-128"/>
              </a:rPr>
              <a:t>SNAT</a:t>
            </a:r>
            <a:r>
              <a:rPr lang="ja-JP" altLang="en-US" sz="2000">
                <a:solidFill>
                  <a:schemeClr val="tx1">
                    <a:lumMod val="75000"/>
                    <a:lumOff val="25000"/>
                  </a:schemeClr>
                </a:solidFill>
                <a:latin typeface="Yu Gothic UI" panose="020B0500000000000000" pitchFamily="34" charset="-128"/>
                <a:ea typeface="Yu Gothic UI" panose="020B0500000000000000" pitchFamily="34" charset="-128"/>
              </a:rPr>
              <a:t>や</a:t>
            </a:r>
            <a:r>
              <a:rPr lang="en-US" altLang="ja-JP" sz="2000">
                <a:solidFill>
                  <a:schemeClr val="tx1">
                    <a:lumMod val="75000"/>
                    <a:lumOff val="25000"/>
                  </a:schemeClr>
                </a:solidFill>
                <a:latin typeface="Yu Gothic UI" panose="020B0500000000000000" pitchFamily="34" charset="-128"/>
                <a:ea typeface="Yu Gothic UI" panose="020B0500000000000000" pitchFamily="34" charset="-128"/>
              </a:rPr>
              <a:t>NAT Gateway</a:t>
            </a:r>
            <a:r>
              <a:rPr lang="ja-JP" altLang="en-US" sz="2000">
                <a:solidFill>
                  <a:schemeClr val="tx1">
                    <a:lumMod val="75000"/>
                    <a:lumOff val="25000"/>
                  </a:schemeClr>
                </a:solidFill>
                <a:latin typeface="Yu Gothic UI" panose="020B0500000000000000" pitchFamily="34" charset="-128"/>
                <a:ea typeface="Yu Gothic UI" panose="020B0500000000000000" pitchFamily="34" charset="-128"/>
              </a:rPr>
              <a:t>などの</a:t>
            </a:r>
            <a:r>
              <a:rPr lang="en-US" altLang="ja-JP" sz="2000">
                <a:solidFill>
                  <a:schemeClr val="tx1">
                    <a:lumMod val="75000"/>
                    <a:lumOff val="25000"/>
                  </a:schemeClr>
                </a:solidFill>
                <a:latin typeface="Yu Gothic UI" panose="020B0500000000000000" pitchFamily="34" charset="-128"/>
                <a:ea typeface="Yu Gothic UI" panose="020B0500000000000000" pitchFamily="34" charset="-128"/>
              </a:rPr>
              <a:t>NAT</a:t>
            </a:r>
            <a:r>
              <a:rPr lang="ja-JP" altLang="en-US" sz="2000">
                <a:solidFill>
                  <a:schemeClr val="tx1">
                    <a:lumMod val="75000"/>
                    <a:lumOff val="25000"/>
                  </a:schemeClr>
                </a:solidFill>
                <a:latin typeface="Yu Gothic UI" panose="020B0500000000000000" pitchFamily="34" charset="-128"/>
                <a:ea typeface="Yu Gothic UI" panose="020B0500000000000000" pitchFamily="34" charset="-128"/>
              </a:rPr>
              <a:t>機能を経由せず、送信元</a:t>
            </a:r>
            <a:r>
              <a:rPr lang="en-US" altLang="ja-JP" sz="2000">
                <a:solidFill>
                  <a:schemeClr val="tx1">
                    <a:lumMod val="75000"/>
                    <a:lumOff val="25000"/>
                  </a:schemeClr>
                </a:solidFill>
                <a:latin typeface="Yu Gothic UI" panose="020B0500000000000000" pitchFamily="34" charset="-128"/>
                <a:ea typeface="Yu Gothic UI" panose="020B0500000000000000" pitchFamily="34" charset="-128"/>
              </a:rPr>
              <a:t>IP</a:t>
            </a:r>
            <a:r>
              <a:rPr lang="ja-JP" altLang="en-US" sz="2000">
                <a:solidFill>
                  <a:schemeClr val="tx1">
                    <a:lumMod val="75000"/>
                    <a:lumOff val="25000"/>
                  </a:schemeClr>
                </a:solidFill>
                <a:latin typeface="Yu Gothic UI" panose="020B0500000000000000" pitchFamily="34" charset="-128"/>
                <a:ea typeface="Yu Gothic UI" panose="020B0500000000000000" pitchFamily="34" charset="-128"/>
              </a:rPr>
              <a:t>を</a:t>
            </a:r>
            <a:r>
              <a:rPr lang="en-US" altLang="ja-JP" sz="2000" err="1">
                <a:solidFill>
                  <a:schemeClr val="tx1">
                    <a:lumMod val="75000"/>
                    <a:lumOff val="25000"/>
                  </a:schemeClr>
                </a:solidFill>
                <a:latin typeface="Yu Gothic UI" panose="020B0500000000000000" pitchFamily="34" charset="-128"/>
                <a:ea typeface="Yu Gothic UI" panose="020B0500000000000000" pitchFamily="34" charset="-128"/>
              </a:rPr>
              <a:t>VNet</a:t>
            </a:r>
            <a:r>
              <a:rPr lang="ja-JP" altLang="en-US" sz="2000">
                <a:solidFill>
                  <a:schemeClr val="tx1">
                    <a:lumMod val="75000"/>
                    <a:lumOff val="25000"/>
                  </a:schemeClr>
                </a:solidFill>
                <a:latin typeface="Yu Gothic UI" panose="020B0500000000000000" pitchFamily="34" charset="-128"/>
                <a:ea typeface="Yu Gothic UI" panose="020B0500000000000000" pitchFamily="34" charset="-128"/>
              </a:rPr>
              <a:t>内の</a:t>
            </a:r>
            <a:r>
              <a:rPr lang="en-US" altLang="ja-JP" sz="2000">
                <a:solidFill>
                  <a:schemeClr val="tx1">
                    <a:lumMod val="75000"/>
                    <a:lumOff val="25000"/>
                  </a:schemeClr>
                </a:solidFill>
                <a:latin typeface="Yu Gothic UI" panose="020B0500000000000000" pitchFamily="34" charset="-128"/>
                <a:ea typeface="Yu Gothic UI" panose="020B0500000000000000" pitchFamily="34" charset="-128"/>
              </a:rPr>
              <a:t>Private IP</a:t>
            </a:r>
            <a:r>
              <a:rPr lang="ja-JP" altLang="en-US" sz="2000">
                <a:solidFill>
                  <a:schemeClr val="tx1">
                    <a:lumMod val="75000"/>
                    <a:lumOff val="25000"/>
                  </a:schemeClr>
                </a:solidFill>
                <a:latin typeface="Yu Gothic UI" panose="020B0500000000000000" pitchFamily="34" charset="-128"/>
                <a:ea typeface="Yu Gothic UI" panose="020B0500000000000000" pitchFamily="34" charset="-128"/>
              </a:rPr>
              <a:t>のまま、バックボーン上の</a:t>
            </a:r>
            <a:r>
              <a:rPr lang="en-US" altLang="ja-JP" sz="2000">
                <a:solidFill>
                  <a:schemeClr val="tx1">
                    <a:lumMod val="75000"/>
                    <a:lumOff val="25000"/>
                  </a:schemeClr>
                </a:solidFill>
                <a:latin typeface="Yu Gothic UI" panose="020B0500000000000000" pitchFamily="34" charset="-128"/>
                <a:ea typeface="Yu Gothic UI" panose="020B0500000000000000" pitchFamily="34" charset="-128"/>
              </a:rPr>
              <a:t>PaaS</a:t>
            </a:r>
            <a:r>
              <a:rPr lang="ja-JP" altLang="en-US" sz="2000">
                <a:solidFill>
                  <a:schemeClr val="tx1">
                    <a:lumMod val="75000"/>
                    <a:lumOff val="25000"/>
                  </a:schemeClr>
                </a:solidFill>
                <a:latin typeface="Yu Gothic UI" panose="020B0500000000000000" pitchFamily="34" charset="-128"/>
                <a:ea typeface="Yu Gothic UI" panose="020B0500000000000000" pitchFamily="34" charset="-128"/>
              </a:rPr>
              <a:t>のパブリックエンドポイントにアクセスする機能</a:t>
            </a:r>
            <a:endParaRPr lang="en-US" altLang="ja-JP" sz="2000">
              <a:solidFill>
                <a:schemeClr val="tx1">
                  <a:lumMod val="75000"/>
                  <a:lumOff val="25000"/>
                </a:schemeClr>
              </a:solidFill>
              <a:latin typeface="Yu Gothic UI" panose="020B0500000000000000" pitchFamily="34" charset="-128"/>
              <a:ea typeface="Yu Gothic UI" panose="020B0500000000000000" pitchFamily="34" charset="-128"/>
            </a:endParaRPr>
          </a:p>
          <a:p>
            <a:r>
              <a:rPr lang="en-US" altLang="ja-JP" sz="2000" err="1">
                <a:solidFill>
                  <a:schemeClr val="tx1">
                    <a:lumMod val="75000"/>
                    <a:lumOff val="25000"/>
                  </a:schemeClr>
                </a:solidFill>
                <a:latin typeface="Yu Gothic UI" panose="020B0500000000000000" pitchFamily="34" charset="-128"/>
                <a:ea typeface="Yu Gothic UI" panose="020B0500000000000000" pitchFamily="34" charset="-128"/>
              </a:rPr>
              <a:t>VNet</a:t>
            </a:r>
            <a:r>
              <a:rPr lang="ja-JP" altLang="en-US" sz="2000">
                <a:solidFill>
                  <a:schemeClr val="tx1">
                    <a:lumMod val="75000"/>
                    <a:lumOff val="25000"/>
                  </a:schemeClr>
                </a:solidFill>
                <a:latin typeface="Yu Gothic UI" panose="020B0500000000000000" pitchFamily="34" charset="-128"/>
                <a:ea typeface="Yu Gothic UI" panose="020B0500000000000000" pitchFamily="34" charset="-128"/>
              </a:rPr>
              <a:t>外からは</a:t>
            </a:r>
            <a:r>
              <a:rPr lang="en-US" altLang="ja-JP" sz="2000">
                <a:solidFill>
                  <a:schemeClr val="tx1">
                    <a:lumMod val="75000"/>
                    <a:lumOff val="25000"/>
                  </a:schemeClr>
                </a:solidFill>
                <a:latin typeface="Yu Gothic UI" panose="020B0500000000000000" pitchFamily="34" charset="-128"/>
                <a:ea typeface="Yu Gothic UI" panose="020B0500000000000000" pitchFamily="34" charset="-128"/>
              </a:rPr>
              <a:t>Service Endpoint</a:t>
            </a:r>
            <a:r>
              <a:rPr lang="ja-JP" altLang="en-US" sz="2000">
                <a:solidFill>
                  <a:schemeClr val="tx1">
                    <a:lumMod val="75000"/>
                    <a:lumOff val="25000"/>
                  </a:schemeClr>
                </a:solidFill>
                <a:latin typeface="Yu Gothic UI" panose="020B0500000000000000" pitchFamily="34" charset="-128"/>
                <a:ea typeface="Yu Gothic UI" panose="020B0500000000000000" pitchFamily="34" charset="-128"/>
              </a:rPr>
              <a:t>経由で</a:t>
            </a:r>
            <a:r>
              <a:rPr lang="en-US" altLang="ja-JP" sz="2000">
                <a:solidFill>
                  <a:schemeClr val="tx1">
                    <a:lumMod val="75000"/>
                    <a:lumOff val="25000"/>
                  </a:schemeClr>
                </a:solidFill>
                <a:latin typeface="Yu Gothic UI" panose="020B0500000000000000" pitchFamily="34" charset="-128"/>
                <a:ea typeface="Yu Gothic UI" panose="020B0500000000000000" pitchFamily="34" charset="-128"/>
              </a:rPr>
              <a:t>PaaS</a:t>
            </a:r>
            <a:r>
              <a:rPr lang="ja-JP" altLang="en-US" sz="2000">
                <a:solidFill>
                  <a:schemeClr val="tx1">
                    <a:lumMod val="75000"/>
                    <a:lumOff val="25000"/>
                  </a:schemeClr>
                </a:solidFill>
                <a:latin typeface="Yu Gothic UI" panose="020B0500000000000000" pitchFamily="34" charset="-128"/>
                <a:ea typeface="Yu Gothic UI" panose="020B0500000000000000" pitchFamily="34" charset="-128"/>
              </a:rPr>
              <a:t>にアクセスすることはできない</a:t>
            </a:r>
            <a:endParaRPr lang="en-US" altLang="ja-JP" sz="2000">
              <a:solidFill>
                <a:schemeClr val="tx1">
                  <a:lumMod val="75000"/>
                  <a:lumOff val="25000"/>
                </a:schemeClr>
              </a:solidFill>
              <a:latin typeface="Yu Gothic UI" panose="020B0500000000000000" pitchFamily="34" charset="-128"/>
              <a:ea typeface="Yu Gothic UI" panose="020B0500000000000000" pitchFamily="34" charset="-128"/>
            </a:endParaRPr>
          </a:p>
          <a:p>
            <a:r>
              <a:rPr lang="en-US" altLang="ja-JP" sz="2000">
                <a:solidFill>
                  <a:schemeClr val="tx1">
                    <a:lumMod val="75000"/>
                    <a:lumOff val="25000"/>
                  </a:schemeClr>
                </a:solidFill>
                <a:latin typeface="Yu Gothic UI" panose="020B0500000000000000" pitchFamily="34" charset="-128"/>
                <a:ea typeface="Yu Gothic UI" panose="020B0500000000000000" pitchFamily="34" charset="-128"/>
              </a:rPr>
              <a:t>PaaS</a:t>
            </a:r>
            <a:r>
              <a:rPr lang="ja-JP" altLang="en-US" sz="2000">
                <a:solidFill>
                  <a:schemeClr val="tx1">
                    <a:lumMod val="75000"/>
                    <a:lumOff val="25000"/>
                  </a:schemeClr>
                </a:solidFill>
                <a:latin typeface="Yu Gothic UI" panose="020B0500000000000000" pitchFamily="34" charset="-128"/>
                <a:ea typeface="Yu Gothic UI" panose="020B0500000000000000" pitchFamily="34" charset="-128"/>
              </a:rPr>
              <a:t>自身はパブリックエンドポイントで通信を受信する</a:t>
            </a:r>
            <a:endParaRPr lang="en-US" altLang="ja-JP" sz="2000">
              <a:solidFill>
                <a:schemeClr val="tx1">
                  <a:lumMod val="75000"/>
                  <a:lumOff val="25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41249789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95335-1E63-104D-2E5D-CD1088E23A7E}"/>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5D15C693-7712-73FB-1353-80A0D0E50442}"/>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000" b="1" dirty="0">
                <a:solidFill>
                  <a:srgbClr val="1F2937"/>
                </a:solidFill>
                <a:latin typeface="Yu Gothic"/>
                <a:ea typeface="Yu Gothic"/>
                <a:cs typeface="Yu Gothic"/>
              </a:rPr>
              <a:t>Private Endpoint / Private Link</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751A5CB0-9795-D047-F73A-61C210A3A097}"/>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7</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D683B835-4E9B-30DC-58A6-799DB9B14309}"/>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字幕 11">
            <a:extLst>
              <a:ext uri="{FF2B5EF4-FFF2-40B4-BE49-F238E27FC236}">
                <a16:creationId xmlns:a16="http://schemas.microsoft.com/office/drawing/2014/main" id="{C0BBB6FB-0651-B3B3-0050-E5596CEB7304}"/>
              </a:ext>
            </a:extLst>
          </p:cNvPr>
          <p:cNvSpPr txBox="1">
            <a:spLocks/>
          </p:cNvSpPr>
          <p:nvPr/>
        </p:nvSpPr>
        <p:spPr>
          <a:xfrm>
            <a:off x="584200" y="1435100"/>
            <a:ext cx="4381090" cy="3656386"/>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r>
              <a:rPr lang="en-US" altLang="ja-JP">
                <a:solidFill>
                  <a:schemeClr val="tx1">
                    <a:lumMod val="75000"/>
                    <a:lumOff val="25000"/>
                  </a:schemeClr>
                </a:solidFill>
                <a:latin typeface="Yu Gothic UI" panose="020B0500000000000000" pitchFamily="34" charset="-128"/>
                <a:ea typeface="Yu Gothic UI" panose="020B0500000000000000" pitchFamily="34" charset="-128"/>
              </a:rPr>
              <a:t>Private Endpoint</a:t>
            </a:r>
          </a:p>
          <a:p>
            <a:pPr lvl="1"/>
            <a:r>
              <a:rPr lang="en-US" altLang="ja-JP">
                <a:solidFill>
                  <a:schemeClr val="tx1">
                    <a:lumMod val="75000"/>
                    <a:lumOff val="25000"/>
                  </a:schemeClr>
                </a:solidFill>
                <a:latin typeface="Yu Gothic UI" panose="020B0500000000000000" pitchFamily="34" charset="-128"/>
                <a:ea typeface="Yu Gothic UI" panose="020B0500000000000000" pitchFamily="34" charset="-128"/>
              </a:rPr>
              <a:t>PaaS(Private Link)</a:t>
            </a:r>
            <a:r>
              <a:rPr lang="ja-JP" altLang="en-US">
                <a:solidFill>
                  <a:schemeClr val="tx1">
                    <a:lumMod val="75000"/>
                    <a:lumOff val="25000"/>
                  </a:schemeClr>
                </a:solidFill>
                <a:latin typeface="Yu Gothic UI" panose="020B0500000000000000" pitchFamily="34" charset="-128"/>
                <a:ea typeface="Yu Gothic UI" panose="020B0500000000000000" pitchFamily="34" charset="-128"/>
              </a:rPr>
              <a:t>への接続</a:t>
            </a:r>
            <a:endParaRPr lang="en-US" altLang="ja-JP">
              <a:solidFill>
                <a:schemeClr val="tx1">
                  <a:lumMod val="75000"/>
                  <a:lumOff val="25000"/>
                </a:schemeClr>
              </a:solidFill>
              <a:latin typeface="Yu Gothic UI" panose="020B0500000000000000" pitchFamily="34" charset="-128"/>
              <a:ea typeface="Yu Gothic UI" panose="020B0500000000000000" pitchFamily="34" charset="-128"/>
            </a:endParaRPr>
          </a:p>
          <a:p>
            <a:pPr lvl="1"/>
            <a:r>
              <a:rPr lang="en-US" altLang="ja-JP">
                <a:solidFill>
                  <a:schemeClr val="tx1">
                    <a:lumMod val="75000"/>
                    <a:lumOff val="25000"/>
                  </a:schemeClr>
                </a:solidFill>
                <a:latin typeface="Yu Gothic UI" panose="020B0500000000000000" pitchFamily="34" charset="-128"/>
                <a:ea typeface="Yu Gothic UI" panose="020B0500000000000000" pitchFamily="34" charset="-128"/>
              </a:rPr>
              <a:t>PaaS</a:t>
            </a:r>
            <a:r>
              <a:rPr lang="ja-JP" altLang="en-US">
                <a:solidFill>
                  <a:schemeClr val="tx1">
                    <a:lumMod val="75000"/>
                    <a:lumOff val="25000"/>
                  </a:schemeClr>
                </a:solidFill>
                <a:latin typeface="Yu Gothic UI" panose="020B0500000000000000" pitchFamily="34" charset="-128"/>
                <a:ea typeface="Yu Gothic UI" panose="020B0500000000000000" pitchFamily="34" charset="-128"/>
              </a:rPr>
              <a:t>に紐づいた</a:t>
            </a:r>
            <a:r>
              <a:rPr lang="en-US" altLang="ja-JP">
                <a:solidFill>
                  <a:schemeClr val="tx1">
                    <a:lumMod val="75000"/>
                    <a:lumOff val="25000"/>
                  </a:schemeClr>
                </a:solidFill>
                <a:latin typeface="Yu Gothic UI" panose="020B0500000000000000" pitchFamily="34" charset="-128"/>
                <a:ea typeface="Yu Gothic UI" panose="020B0500000000000000" pitchFamily="34" charset="-128"/>
              </a:rPr>
              <a:t>NIC</a:t>
            </a:r>
            <a:r>
              <a:rPr lang="ja-JP" altLang="en-US">
                <a:solidFill>
                  <a:schemeClr val="tx1">
                    <a:lumMod val="75000"/>
                    <a:lumOff val="25000"/>
                  </a:schemeClr>
                </a:solidFill>
                <a:latin typeface="Yu Gothic UI" panose="020B0500000000000000" pitchFamily="34" charset="-128"/>
                <a:ea typeface="Yu Gothic UI" panose="020B0500000000000000" pitchFamily="34" charset="-128"/>
              </a:rPr>
              <a:t>を</a:t>
            </a:r>
            <a:r>
              <a:rPr lang="en-US" altLang="ja-JP" err="1">
                <a:solidFill>
                  <a:schemeClr val="tx1">
                    <a:lumMod val="75000"/>
                    <a:lumOff val="25000"/>
                  </a:schemeClr>
                </a:solidFill>
                <a:latin typeface="Yu Gothic UI" panose="020B0500000000000000" pitchFamily="34" charset="-128"/>
                <a:ea typeface="Yu Gothic UI" panose="020B0500000000000000" pitchFamily="34" charset="-128"/>
              </a:rPr>
              <a:t>VNet</a:t>
            </a:r>
            <a:r>
              <a:rPr lang="ja-JP" altLang="en-US">
                <a:solidFill>
                  <a:schemeClr val="tx1">
                    <a:lumMod val="75000"/>
                    <a:lumOff val="25000"/>
                  </a:schemeClr>
                </a:solidFill>
                <a:latin typeface="Yu Gothic UI" panose="020B0500000000000000" pitchFamily="34" charset="-128"/>
                <a:ea typeface="Yu Gothic UI" panose="020B0500000000000000" pitchFamily="34" charset="-128"/>
              </a:rPr>
              <a:t>内に展開して</a:t>
            </a:r>
            <a:r>
              <a:rPr lang="en-US" altLang="ja-JP">
                <a:solidFill>
                  <a:schemeClr val="tx1">
                    <a:lumMod val="75000"/>
                    <a:lumOff val="25000"/>
                  </a:schemeClr>
                </a:solidFill>
                <a:latin typeface="Yu Gothic UI" panose="020B0500000000000000" pitchFamily="34" charset="-128"/>
                <a:ea typeface="Yu Gothic UI" panose="020B0500000000000000" pitchFamily="34" charset="-128"/>
              </a:rPr>
              <a:t>PaaS</a:t>
            </a:r>
            <a:r>
              <a:rPr lang="ja-JP" altLang="en-US">
                <a:solidFill>
                  <a:schemeClr val="tx1">
                    <a:lumMod val="75000"/>
                    <a:lumOff val="25000"/>
                  </a:schemeClr>
                </a:solidFill>
                <a:latin typeface="Yu Gothic UI" panose="020B0500000000000000" pitchFamily="34" charset="-128"/>
                <a:ea typeface="Yu Gothic UI" panose="020B0500000000000000" pitchFamily="34" charset="-128"/>
              </a:rPr>
              <a:t>へのプライベートな接続を実現。</a:t>
            </a:r>
            <a:r>
              <a:rPr lang="en-US" altLang="ja-JP">
                <a:solidFill>
                  <a:schemeClr val="tx1">
                    <a:lumMod val="75000"/>
                    <a:lumOff val="25000"/>
                  </a:schemeClr>
                </a:solidFill>
                <a:latin typeface="Yu Gothic UI" panose="020B0500000000000000" pitchFamily="34" charset="-128"/>
                <a:ea typeface="Yu Gothic UI" panose="020B0500000000000000" pitchFamily="34" charset="-128"/>
              </a:rPr>
              <a:t>PaaS</a:t>
            </a:r>
            <a:r>
              <a:rPr lang="ja-JP" altLang="en-US">
                <a:solidFill>
                  <a:schemeClr val="tx1">
                    <a:lumMod val="75000"/>
                    <a:lumOff val="25000"/>
                  </a:schemeClr>
                </a:solidFill>
                <a:latin typeface="Yu Gothic UI" panose="020B0500000000000000" pitchFamily="34" charset="-128"/>
                <a:ea typeface="Yu Gothic UI" panose="020B0500000000000000" pitchFamily="34" charset="-128"/>
              </a:rPr>
              <a:t>のパブリックエンドポイントを閉じることができる</a:t>
            </a:r>
            <a:endParaRPr lang="en-US" altLang="ja-JP">
              <a:solidFill>
                <a:schemeClr val="tx1">
                  <a:lumMod val="75000"/>
                  <a:lumOff val="25000"/>
                </a:schemeClr>
              </a:solidFill>
              <a:latin typeface="Yu Gothic UI" panose="020B0500000000000000" pitchFamily="34" charset="-128"/>
              <a:ea typeface="Yu Gothic UI" panose="020B0500000000000000" pitchFamily="34" charset="-128"/>
            </a:endParaRPr>
          </a:p>
          <a:p>
            <a:r>
              <a:rPr lang="en-US" altLang="ja-JP">
                <a:solidFill>
                  <a:schemeClr val="tx1">
                    <a:lumMod val="75000"/>
                    <a:lumOff val="25000"/>
                  </a:schemeClr>
                </a:solidFill>
                <a:latin typeface="Yu Gothic UI" panose="020B0500000000000000" pitchFamily="34" charset="-128"/>
                <a:ea typeface="Yu Gothic UI" panose="020B0500000000000000" pitchFamily="34" charset="-128"/>
              </a:rPr>
              <a:t>Private Link</a:t>
            </a:r>
          </a:p>
          <a:p>
            <a:pPr lvl="1"/>
            <a:r>
              <a:rPr lang="ja-JP" altLang="en-US">
                <a:solidFill>
                  <a:schemeClr val="tx1">
                    <a:lumMod val="75000"/>
                    <a:lumOff val="25000"/>
                  </a:schemeClr>
                </a:solidFill>
                <a:latin typeface="Yu Gothic UI" panose="020B0500000000000000" pitchFamily="34" charset="-128"/>
                <a:ea typeface="Yu Gothic UI" panose="020B0500000000000000" pitchFamily="34" charset="-128"/>
              </a:rPr>
              <a:t>独自のサービスを</a:t>
            </a:r>
            <a:r>
              <a:rPr lang="en-US" altLang="ja-JP">
                <a:solidFill>
                  <a:schemeClr val="tx1">
                    <a:lumMod val="75000"/>
                    <a:lumOff val="25000"/>
                  </a:schemeClr>
                </a:solidFill>
                <a:latin typeface="Yu Gothic UI" panose="020B0500000000000000" pitchFamily="34" charset="-128"/>
                <a:ea typeface="Yu Gothic UI" panose="020B0500000000000000" pitchFamily="34" charset="-128"/>
              </a:rPr>
              <a:t>Standard Load Balancer</a:t>
            </a:r>
            <a:r>
              <a:rPr lang="ja-JP" altLang="en-US">
                <a:solidFill>
                  <a:schemeClr val="tx1">
                    <a:lumMod val="75000"/>
                    <a:lumOff val="25000"/>
                  </a:schemeClr>
                </a:solidFill>
                <a:latin typeface="Yu Gothic UI" panose="020B0500000000000000" pitchFamily="34" charset="-128"/>
                <a:ea typeface="Yu Gothic UI" panose="020B0500000000000000" pitchFamily="34" charset="-128"/>
              </a:rPr>
              <a:t>を介して</a:t>
            </a:r>
            <a:r>
              <a:rPr lang="en-US" altLang="ja-JP">
                <a:solidFill>
                  <a:schemeClr val="tx1">
                    <a:lumMod val="75000"/>
                    <a:lumOff val="25000"/>
                  </a:schemeClr>
                </a:solidFill>
                <a:latin typeface="Yu Gothic UI" panose="020B0500000000000000" pitchFamily="34" charset="-128"/>
                <a:ea typeface="Yu Gothic UI" panose="020B0500000000000000" pitchFamily="34" charset="-128"/>
              </a:rPr>
              <a:t>Private Endpoint</a:t>
            </a:r>
            <a:r>
              <a:rPr lang="ja-JP" altLang="en-US">
                <a:solidFill>
                  <a:schemeClr val="tx1">
                    <a:lumMod val="75000"/>
                    <a:lumOff val="25000"/>
                  </a:schemeClr>
                </a:solidFill>
                <a:latin typeface="Yu Gothic UI" panose="020B0500000000000000" pitchFamily="34" charset="-128"/>
                <a:ea typeface="Yu Gothic UI" panose="020B0500000000000000" pitchFamily="34" charset="-128"/>
              </a:rPr>
              <a:t>に対応</a:t>
            </a:r>
            <a:endParaRPr lang="en-US" altLang="ja-JP">
              <a:solidFill>
                <a:schemeClr val="tx1">
                  <a:lumMod val="75000"/>
                  <a:lumOff val="25000"/>
                </a:schemeClr>
              </a:solidFill>
              <a:latin typeface="Yu Gothic UI" panose="020B0500000000000000" pitchFamily="34" charset="-128"/>
              <a:ea typeface="Yu Gothic UI" panose="020B0500000000000000" pitchFamily="34" charset="-128"/>
            </a:endParaRPr>
          </a:p>
          <a:p>
            <a:pPr lvl="1"/>
            <a:r>
              <a:rPr lang="ja-JP" altLang="en-US">
                <a:solidFill>
                  <a:schemeClr val="tx1">
                    <a:lumMod val="75000"/>
                    <a:lumOff val="25000"/>
                  </a:schemeClr>
                </a:solidFill>
                <a:latin typeface="Yu Gothic UI" panose="020B0500000000000000" pitchFamily="34" charset="-128"/>
                <a:ea typeface="Yu Gothic UI" panose="020B0500000000000000" pitchFamily="34" charset="-128"/>
              </a:rPr>
              <a:t>対応済みの</a:t>
            </a:r>
            <a:r>
              <a:rPr lang="en-US" altLang="ja-JP">
                <a:solidFill>
                  <a:schemeClr val="tx1">
                    <a:lumMod val="75000"/>
                    <a:lumOff val="25000"/>
                  </a:schemeClr>
                </a:solidFill>
                <a:latin typeface="Yu Gothic UI" panose="020B0500000000000000" pitchFamily="34" charset="-128"/>
                <a:ea typeface="Yu Gothic UI" panose="020B0500000000000000" pitchFamily="34" charset="-128"/>
              </a:rPr>
              <a:t>PaaS</a:t>
            </a:r>
            <a:r>
              <a:rPr lang="ja-JP" altLang="en-US">
                <a:solidFill>
                  <a:schemeClr val="tx1">
                    <a:lumMod val="75000"/>
                    <a:lumOff val="25000"/>
                  </a:schemeClr>
                </a:solidFill>
                <a:latin typeface="Yu Gothic UI" panose="020B0500000000000000" pitchFamily="34" charset="-128"/>
                <a:ea typeface="Yu Gothic UI" panose="020B0500000000000000" pitchFamily="34" charset="-128"/>
              </a:rPr>
              <a:t>は予め備わっている</a:t>
            </a:r>
            <a:endParaRPr lang="en-US" altLang="ja-JP">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5" name="図 4" descr="ダイアグラム&#10;&#10;中程度の精度で自動的に生成された説明">
            <a:extLst>
              <a:ext uri="{FF2B5EF4-FFF2-40B4-BE49-F238E27FC236}">
                <a16:creationId xmlns:a16="http://schemas.microsoft.com/office/drawing/2014/main" id="{4BB6FCE5-69EB-4D33-6ABB-7C07A0EAEBF4}"/>
              </a:ext>
            </a:extLst>
          </p:cNvPr>
          <p:cNvPicPr>
            <a:picLocks noChangeAspect="1"/>
          </p:cNvPicPr>
          <p:nvPr/>
        </p:nvPicPr>
        <p:blipFill>
          <a:blip r:embed="rId3"/>
          <a:stretch>
            <a:fillRect/>
          </a:stretch>
        </p:blipFill>
        <p:spPr>
          <a:xfrm>
            <a:off x="5094190" y="1828168"/>
            <a:ext cx="6488930" cy="2806462"/>
          </a:xfrm>
          <a:prstGeom prst="rect">
            <a:avLst/>
          </a:prstGeom>
        </p:spPr>
      </p:pic>
    </p:spTree>
    <p:extLst>
      <p:ext uri="{BB962C8B-B14F-4D97-AF65-F5344CB8AC3E}">
        <p14:creationId xmlns:p14="http://schemas.microsoft.com/office/powerpoint/2010/main" val="10876769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ED580-143D-D51E-C7CB-2A6D8DF04B3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35A29D0-E246-FE89-7337-47A0C99BE4D2}"/>
              </a:ext>
            </a:extLst>
          </p:cNvPr>
          <p:cNvSpPr>
            <a:spLocks noGrp="1"/>
          </p:cNvSpPr>
          <p:nvPr>
            <p:ph type="body" sz="quarter" idx="13"/>
          </p:nvPr>
        </p:nvSpPr>
        <p:spPr>
          <a:xfrm>
            <a:off x="838200" y="2716213"/>
            <a:ext cx="10374313" cy="2262187"/>
          </a:xfrm>
        </p:spPr>
        <p:txBody>
          <a:bodyPr/>
          <a:lstStyle/>
          <a:p>
            <a:pPr marL="0" indent="0">
              <a:buNone/>
            </a:pPr>
            <a:endParaRPr lang="en-US" altLang="ja-JP" sz="3200" dirty="0">
              <a:solidFill>
                <a:schemeClr val="tx1">
                  <a:lumMod val="75000"/>
                  <a:lumOff val="25000"/>
                </a:schemeClr>
              </a:solidFill>
            </a:endParaRPr>
          </a:p>
          <a:p>
            <a:pPr marL="0" indent="0">
              <a:buNone/>
            </a:pPr>
            <a:r>
              <a:rPr lang="ja-JP" altLang="en-US" sz="3200">
                <a:solidFill>
                  <a:schemeClr val="tx1">
                    <a:lumMod val="75000"/>
                    <a:lumOff val="25000"/>
                  </a:schemeClr>
                </a:solidFill>
              </a:rPr>
              <a:t>アプリケーション配信サービス</a:t>
            </a:r>
          </a:p>
          <a:p>
            <a:pPr marL="0" indent="0">
              <a:buNone/>
            </a:pPr>
            <a:endParaRPr lang="ja-JP" altLang="en-US" sz="3200">
              <a:solidFill>
                <a:schemeClr val="tx1">
                  <a:lumMod val="75000"/>
                  <a:lumOff val="25000"/>
                </a:schemeClr>
              </a:solidFill>
            </a:endParaRPr>
          </a:p>
        </p:txBody>
      </p:sp>
    </p:spTree>
    <p:extLst>
      <p:ext uri="{BB962C8B-B14F-4D97-AF65-F5344CB8AC3E}">
        <p14:creationId xmlns:p14="http://schemas.microsoft.com/office/powerpoint/2010/main" val="24667738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FFBC8-522A-F45A-3830-1FF792FFEA8F}"/>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C97AF183-3A0A-D4F0-24DC-5EFAFD54C436}"/>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ja-JP" altLang="en-US" sz="2000" b="1">
                <a:solidFill>
                  <a:srgbClr val="1F2937"/>
                </a:solidFill>
                <a:latin typeface="Yu Gothic"/>
                <a:ea typeface="Yu Gothic"/>
                <a:cs typeface="Yu Gothic"/>
              </a:rPr>
              <a:t>アプリケーション配信サービス全体像</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E9B7E5C2-E448-67BD-F570-0A50159C3FFB}"/>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7</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B0890305-17FB-7DE6-19D5-FEF61C4757AE}"/>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pic>
        <p:nvPicPr>
          <p:cNvPr id="3" name="Picture 2" descr="ã¢ããªã±ã¼ã·ã§ã³éä¿¡ã¹ã¤ã¼ãã®è©³ç´°ãªã¢ã¼ã­ãã¯ãã£">
            <a:extLst>
              <a:ext uri="{FF2B5EF4-FFF2-40B4-BE49-F238E27FC236}">
                <a16:creationId xmlns:a16="http://schemas.microsoft.com/office/drawing/2014/main" id="{B10DB0C1-2E5D-9C2E-10A7-44220A78152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97539" y="1338511"/>
            <a:ext cx="9424891" cy="51780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91838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245D9-E43E-2FF9-2800-391776487177}"/>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F3E1C2EA-8EEB-5646-4D57-27535688FAE6}"/>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ja-JP" altLang="en-US" sz="2000" b="1">
                <a:solidFill>
                  <a:srgbClr val="1F2937"/>
                </a:solidFill>
                <a:latin typeface="Yu Gothic"/>
                <a:ea typeface="Yu Gothic"/>
                <a:cs typeface="Yu Gothic"/>
              </a:rPr>
              <a:t>アプリケーション配信サービス全体像</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40B27757-61F9-99A2-DC3C-260A40149844}"/>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7</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87A59211-33CA-2FF8-51F0-46F308E86EDE}"/>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pic>
        <p:nvPicPr>
          <p:cNvPr id="3" name="Graphic 7">
            <a:extLst>
              <a:ext uri="{FF2B5EF4-FFF2-40B4-BE49-F238E27FC236}">
                <a16:creationId xmlns:a16="http://schemas.microsoft.com/office/drawing/2014/main" id="{4244F67A-F43B-5599-F184-4899EE2A108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44336" y="3115781"/>
            <a:ext cx="4891446" cy="993619"/>
          </a:xfrm>
          <a:prstGeom prst="rect">
            <a:avLst/>
          </a:prstGeom>
          <a:effectLst/>
        </p:spPr>
      </p:pic>
      <p:sp>
        <p:nvSpPr>
          <p:cNvPr id="5" name="Freeform: Shape 8">
            <a:extLst>
              <a:ext uri="{FF2B5EF4-FFF2-40B4-BE49-F238E27FC236}">
                <a16:creationId xmlns:a16="http://schemas.microsoft.com/office/drawing/2014/main" id="{D7C7E2DA-9F1E-9005-5AE7-477A90A2212D}"/>
              </a:ext>
            </a:extLst>
          </p:cNvPr>
          <p:cNvSpPr/>
          <p:nvPr/>
        </p:nvSpPr>
        <p:spPr>
          <a:xfrm>
            <a:off x="4399784" y="3127147"/>
            <a:ext cx="6116375" cy="938264"/>
          </a:xfrm>
          <a:custGeom>
            <a:avLst/>
            <a:gdLst>
              <a:gd name="connsiteX0" fmla="*/ 0 w 3642444"/>
              <a:gd name="connsiteY0" fmla="*/ 3202926 h 3202926"/>
              <a:gd name="connsiteX1" fmla="*/ 141454 w 3642444"/>
              <a:gd name="connsiteY1" fmla="*/ 0 h 3202926"/>
              <a:gd name="connsiteX2" fmla="*/ 3465627 w 3642444"/>
              <a:gd name="connsiteY2" fmla="*/ 0 h 3202926"/>
              <a:gd name="connsiteX3" fmla="*/ 3642444 w 3642444"/>
              <a:gd name="connsiteY3" fmla="*/ 3187770 h 3202926"/>
              <a:gd name="connsiteX4" fmla="*/ 0 w 3642444"/>
              <a:gd name="connsiteY4" fmla="*/ 3202926 h 32029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2444" h="3202926">
                <a:moveTo>
                  <a:pt x="0" y="3202926"/>
                </a:moveTo>
                <a:lnTo>
                  <a:pt x="141454" y="0"/>
                </a:lnTo>
                <a:lnTo>
                  <a:pt x="3465627" y="0"/>
                </a:lnTo>
                <a:lnTo>
                  <a:pt x="3642444" y="3187770"/>
                </a:lnTo>
                <a:lnTo>
                  <a:pt x="0" y="3202926"/>
                </a:lnTo>
                <a:close/>
              </a:path>
            </a:pathLst>
          </a:custGeom>
          <a:solidFill>
            <a:srgbClr val="FFFFFF"/>
          </a:solidFill>
          <a:ln w="8240" cap="flat" cmpd="sng" algn="ctr">
            <a:solidFill>
              <a:srgbClr val="0D0D0D"/>
            </a:solidFill>
            <a:prstDash val="solid"/>
            <a:miter/>
          </a:ln>
          <a:effectLst/>
        </p:spPr>
        <p:txBody>
          <a:bodyPr rtlCol="0" anchor="ctr"/>
          <a:lstStyle/>
          <a:p>
            <a:pPr algn="ctr" defTabSz="914225">
              <a:defRPr/>
            </a:pPr>
            <a:endParaRPr lang="en-US" kern="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6" name="四角形: 角を丸くする 70">
            <a:extLst>
              <a:ext uri="{FF2B5EF4-FFF2-40B4-BE49-F238E27FC236}">
                <a16:creationId xmlns:a16="http://schemas.microsoft.com/office/drawing/2014/main" id="{644A0164-B38E-1ACA-A467-6A4712FB777A}"/>
              </a:ext>
            </a:extLst>
          </p:cNvPr>
          <p:cNvSpPr/>
          <p:nvPr/>
        </p:nvSpPr>
        <p:spPr bwMode="auto">
          <a:xfrm>
            <a:off x="2078338" y="2392000"/>
            <a:ext cx="9833433" cy="868720"/>
          </a:xfrm>
          <a:prstGeom prst="roundRect">
            <a:avLst/>
          </a:prstGeom>
          <a:solidFill>
            <a:schemeClr val="accent1">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kumimoji="1" lang="ja-JP" altLang="en-US" sz="2353" err="1">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sp>
        <p:nvSpPr>
          <p:cNvPr id="7" name="四角形: 角を丸くする 1">
            <a:extLst>
              <a:ext uri="{FF2B5EF4-FFF2-40B4-BE49-F238E27FC236}">
                <a16:creationId xmlns:a16="http://schemas.microsoft.com/office/drawing/2014/main" id="{7BC985A7-3DDC-F8D3-783E-88421846E7DC}"/>
              </a:ext>
            </a:extLst>
          </p:cNvPr>
          <p:cNvSpPr/>
          <p:nvPr/>
        </p:nvSpPr>
        <p:spPr bwMode="auto">
          <a:xfrm>
            <a:off x="2090485" y="1311226"/>
            <a:ext cx="9833434" cy="1016299"/>
          </a:xfrm>
          <a:prstGeom prst="roundRect">
            <a:avLst/>
          </a:prstGeom>
          <a:solidFill>
            <a:schemeClr val="accent1">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kumimoji="1" lang="ja-JP" altLang="en-US" sz="2353" err="1">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sp>
        <p:nvSpPr>
          <p:cNvPr id="8" name="Freeform: Shape 9">
            <a:extLst>
              <a:ext uri="{FF2B5EF4-FFF2-40B4-BE49-F238E27FC236}">
                <a16:creationId xmlns:a16="http://schemas.microsoft.com/office/drawing/2014/main" id="{77DA3EFE-FE97-09E8-335C-4EAA55226AEC}"/>
              </a:ext>
            </a:extLst>
          </p:cNvPr>
          <p:cNvSpPr/>
          <p:nvPr/>
        </p:nvSpPr>
        <p:spPr>
          <a:xfrm>
            <a:off x="6680500" y="3209860"/>
            <a:ext cx="3590161" cy="772835"/>
          </a:xfrm>
          <a:custGeom>
            <a:avLst/>
            <a:gdLst>
              <a:gd name="connsiteX0" fmla="*/ 0 w 3642444"/>
              <a:gd name="connsiteY0" fmla="*/ 3202926 h 3202926"/>
              <a:gd name="connsiteX1" fmla="*/ 141454 w 3642444"/>
              <a:gd name="connsiteY1" fmla="*/ 0 h 3202926"/>
              <a:gd name="connsiteX2" fmla="*/ 3465627 w 3642444"/>
              <a:gd name="connsiteY2" fmla="*/ 0 h 3202926"/>
              <a:gd name="connsiteX3" fmla="*/ 3642444 w 3642444"/>
              <a:gd name="connsiteY3" fmla="*/ 3187770 h 3202926"/>
              <a:gd name="connsiteX4" fmla="*/ 0 w 3642444"/>
              <a:gd name="connsiteY4" fmla="*/ 3202926 h 32029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2444" h="3202926">
                <a:moveTo>
                  <a:pt x="0" y="3202926"/>
                </a:moveTo>
                <a:lnTo>
                  <a:pt x="141454" y="0"/>
                </a:lnTo>
                <a:lnTo>
                  <a:pt x="3465627" y="0"/>
                </a:lnTo>
                <a:lnTo>
                  <a:pt x="3642444" y="3187770"/>
                </a:lnTo>
                <a:lnTo>
                  <a:pt x="0" y="3202926"/>
                </a:lnTo>
                <a:close/>
              </a:path>
            </a:pathLst>
          </a:custGeom>
          <a:solidFill>
            <a:srgbClr val="FFFFFF"/>
          </a:solidFill>
          <a:ln w="8240" cap="flat" cmpd="sng" algn="ctr">
            <a:solidFill>
              <a:srgbClr val="0D0D0D"/>
            </a:solidFill>
            <a:prstDash val="dash"/>
            <a:miter/>
          </a:ln>
          <a:effectLst/>
        </p:spPr>
        <p:txBody>
          <a:bodyPr rtlCol="0" anchor="ctr"/>
          <a:lstStyle/>
          <a:p>
            <a:pPr algn="ctr" defTabSz="914225">
              <a:defRPr/>
            </a:pPr>
            <a:endParaRPr lang="en-US" kern="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0" name="TextBox 11">
            <a:extLst>
              <a:ext uri="{FF2B5EF4-FFF2-40B4-BE49-F238E27FC236}">
                <a16:creationId xmlns:a16="http://schemas.microsoft.com/office/drawing/2014/main" id="{620E1488-EF4C-6B8F-19D6-856A88B86416}"/>
              </a:ext>
            </a:extLst>
          </p:cNvPr>
          <p:cNvSpPr txBox="1"/>
          <p:nvPr/>
        </p:nvSpPr>
        <p:spPr>
          <a:xfrm>
            <a:off x="6244252" y="3395796"/>
            <a:ext cx="1093414" cy="264972"/>
          </a:xfrm>
          <a:prstGeom prst="rect">
            <a:avLst/>
          </a:prstGeom>
          <a:solidFill>
            <a:schemeClr val="bg1"/>
          </a:solidFill>
        </p:spPr>
        <p:txBody>
          <a:bodyPr wrap="none" rtlCol="0">
            <a:spAutoFit/>
          </a:bodyPr>
          <a:lstStyle/>
          <a:p>
            <a:pPr algn="r">
              <a:defRPr/>
            </a:pPr>
            <a:r>
              <a:rPr 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anose="020B0502040204020203" pitchFamily="34" charset="0"/>
              </a:rPr>
              <a:t>Region / Zone</a:t>
            </a:r>
          </a:p>
        </p:txBody>
      </p:sp>
      <p:sp>
        <p:nvSpPr>
          <p:cNvPr id="11" name="TextBox 12">
            <a:extLst>
              <a:ext uri="{FF2B5EF4-FFF2-40B4-BE49-F238E27FC236}">
                <a16:creationId xmlns:a16="http://schemas.microsoft.com/office/drawing/2014/main" id="{344D2D43-85C7-CE33-6AD8-8D6F62212F5C}"/>
              </a:ext>
            </a:extLst>
          </p:cNvPr>
          <p:cNvSpPr txBox="1"/>
          <p:nvPr/>
        </p:nvSpPr>
        <p:spPr>
          <a:xfrm>
            <a:off x="2846906" y="3409421"/>
            <a:ext cx="598156" cy="264972"/>
          </a:xfrm>
          <a:prstGeom prst="rect">
            <a:avLst/>
          </a:prstGeom>
          <a:noFill/>
        </p:spPr>
        <p:txBody>
          <a:bodyPr wrap="none" rtlCol="0">
            <a:spAutoFit/>
          </a:bodyPr>
          <a:lstStyle/>
          <a:p>
            <a:pPr algn="r">
              <a:defRPr/>
            </a:pPr>
            <a:r>
              <a:rPr 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anose="020B0502040204020203" pitchFamily="34" charset="0"/>
              </a:rPr>
              <a:t>Global</a:t>
            </a:r>
          </a:p>
        </p:txBody>
      </p:sp>
      <p:pic>
        <p:nvPicPr>
          <p:cNvPr id="12" name="Picture 14">
            <a:extLst>
              <a:ext uri="{FF2B5EF4-FFF2-40B4-BE49-F238E27FC236}">
                <a16:creationId xmlns:a16="http://schemas.microsoft.com/office/drawing/2014/main" id="{DCAF09DD-A314-C288-DC7D-8FED4DFFC82E}"/>
              </a:ext>
            </a:extLst>
          </p:cNvPr>
          <p:cNvPicPr>
            <a:picLocks noChangeAspect="1"/>
          </p:cNvPicPr>
          <p:nvPr/>
        </p:nvPicPr>
        <p:blipFill>
          <a:blip r:embed="rId4">
            <a:duotone>
              <a:prstClr val="black"/>
              <a:srgbClr val="737373">
                <a:tint val="45000"/>
                <a:satMod val="400000"/>
              </a:srgbClr>
            </a:duotone>
          </a:blip>
          <a:stretch>
            <a:fillRect/>
          </a:stretch>
        </p:blipFill>
        <p:spPr>
          <a:xfrm>
            <a:off x="7901144" y="3357730"/>
            <a:ext cx="228345" cy="228816"/>
          </a:xfrm>
          <a:prstGeom prst="rect">
            <a:avLst/>
          </a:prstGeom>
        </p:spPr>
      </p:pic>
      <p:pic>
        <p:nvPicPr>
          <p:cNvPr id="13" name="Picture 15">
            <a:extLst>
              <a:ext uri="{FF2B5EF4-FFF2-40B4-BE49-F238E27FC236}">
                <a16:creationId xmlns:a16="http://schemas.microsoft.com/office/drawing/2014/main" id="{BEEC7F29-F90C-0CE1-BCF9-31D7288621FE}"/>
              </a:ext>
            </a:extLst>
          </p:cNvPr>
          <p:cNvPicPr>
            <a:picLocks noChangeAspect="1"/>
          </p:cNvPicPr>
          <p:nvPr/>
        </p:nvPicPr>
        <p:blipFill>
          <a:blip r:embed="rId5">
            <a:duotone>
              <a:prstClr val="black"/>
              <a:srgbClr val="737373">
                <a:tint val="45000"/>
                <a:satMod val="400000"/>
              </a:srgbClr>
            </a:duotone>
          </a:blip>
          <a:stretch>
            <a:fillRect/>
          </a:stretch>
        </p:blipFill>
        <p:spPr>
          <a:xfrm>
            <a:off x="5426984" y="3319149"/>
            <a:ext cx="335624" cy="336315"/>
          </a:xfrm>
          <a:prstGeom prst="rect">
            <a:avLst/>
          </a:prstGeom>
        </p:spPr>
      </p:pic>
      <p:pic>
        <p:nvPicPr>
          <p:cNvPr id="14" name="Picture 16">
            <a:extLst>
              <a:ext uri="{FF2B5EF4-FFF2-40B4-BE49-F238E27FC236}">
                <a16:creationId xmlns:a16="http://schemas.microsoft.com/office/drawing/2014/main" id="{786EB8CF-E25C-226F-FB80-6CA1B50AC408}"/>
              </a:ext>
            </a:extLst>
          </p:cNvPr>
          <p:cNvPicPr>
            <a:picLocks noChangeAspect="1"/>
          </p:cNvPicPr>
          <p:nvPr/>
        </p:nvPicPr>
        <p:blipFill>
          <a:blip r:embed="rId6">
            <a:duotone>
              <a:prstClr val="black"/>
              <a:srgbClr val="737373">
                <a:tint val="45000"/>
                <a:satMod val="400000"/>
              </a:srgbClr>
            </a:duotone>
          </a:blip>
          <a:stretch>
            <a:fillRect/>
          </a:stretch>
        </p:blipFill>
        <p:spPr>
          <a:xfrm>
            <a:off x="7909062" y="3621368"/>
            <a:ext cx="223733" cy="224193"/>
          </a:xfrm>
          <a:prstGeom prst="rect">
            <a:avLst/>
          </a:prstGeom>
        </p:spPr>
      </p:pic>
      <p:pic>
        <p:nvPicPr>
          <p:cNvPr id="15" name="Picture 17">
            <a:extLst>
              <a:ext uri="{FF2B5EF4-FFF2-40B4-BE49-F238E27FC236}">
                <a16:creationId xmlns:a16="http://schemas.microsoft.com/office/drawing/2014/main" id="{E3AC5E91-D99E-6F9C-0537-4CBE9312BABE}"/>
              </a:ext>
            </a:extLst>
          </p:cNvPr>
          <p:cNvPicPr>
            <a:picLocks noChangeAspect="1"/>
          </p:cNvPicPr>
          <p:nvPr/>
        </p:nvPicPr>
        <p:blipFill>
          <a:blip r:embed="rId7">
            <a:duotone>
              <a:prstClr val="black"/>
              <a:srgbClr val="737373">
                <a:tint val="45000"/>
                <a:satMod val="400000"/>
              </a:srgbClr>
            </a:duotone>
          </a:blip>
          <a:stretch>
            <a:fillRect/>
          </a:stretch>
        </p:blipFill>
        <p:spPr>
          <a:xfrm>
            <a:off x="5055216" y="3308603"/>
            <a:ext cx="328843" cy="329521"/>
          </a:xfrm>
          <a:prstGeom prst="rect">
            <a:avLst/>
          </a:prstGeom>
        </p:spPr>
      </p:pic>
      <p:pic>
        <p:nvPicPr>
          <p:cNvPr id="16" name="Picture 18">
            <a:extLst>
              <a:ext uri="{FF2B5EF4-FFF2-40B4-BE49-F238E27FC236}">
                <a16:creationId xmlns:a16="http://schemas.microsoft.com/office/drawing/2014/main" id="{D617DA3F-5E31-3353-351D-085B2B1F90E2}"/>
              </a:ext>
            </a:extLst>
          </p:cNvPr>
          <p:cNvPicPr>
            <a:picLocks noChangeAspect="1"/>
          </p:cNvPicPr>
          <p:nvPr/>
        </p:nvPicPr>
        <p:blipFill>
          <a:blip r:embed="rId8">
            <a:duotone>
              <a:prstClr val="black"/>
              <a:srgbClr val="737373">
                <a:tint val="45000"/>
                <a:satMod val="400000"/>
              </a:srgbClr>
            </a:duotone>
          </a:blip>
          <a:stretch>
            <a:fillRect/>
          </a:stretch>
        </p:blipFill>
        <p:spPr>
          <a:xfrm>
            <a:off x="8218682" y="3370321"/>
            <a:ext cx="445874" cy="445874"/>
          </a:xfrm>
          <a:prstGeom prst="rect">
            <a:avLst/>
          </a:prstGeom>
        </p:spPr>
      </p:pic>
      <p:pic>
        <p:nvPicPr>
          <p:cNvPr id="17" name="Picture 19">
            <a:extLst>
              <a:ext uri="{FF2B5EF4-FFF2-40B4-BE49-F238E27FC236}">
                <a16:creationId xmlns:a16="http://schemas.microsoft.com/office/drawing/2014/main" id="{B4AFA9D6-A887-833F-E577-63F78A78EB6F}"/>
              </a:ext>
            </a:extLst>
          </p:cNvPr>
          <p:cNvPicPr>
            <a:picLocks noChangeAspect="1"/>
          </p:cNvPicPr>
          <p:nvPr/>
        </p:nvPicPr>
        <p:blipFill>
          <a:blip r:embed="rId9">
            <a:duotone>
              <a:prstClr val="black"/>
              <a:srgbClr val="737373">
                <a:tint val="45000"/>
                <a:satMod val="400000"/>
              </a:srgbClr>
            </a:duotone>
          </a:blip>
          <a:stretch>
            <a:fillRect/>
          </a:stretch>
        </p:blipFill>
        <p:spPr>
          <a:xfrm>
            <a:off x="8794900" y="3363481"/>
            <a:ext cx="455069" cy="455069"/>
          </a:xfrm>
          <a:prstGeom prst="rect">
            <a:avLst/>
          </a:prstGeom>
        </p:spPr>
      </p:pic>
      <p:grpSp>
        <p:nvGrpSpPr>
          <p:cNvPr id="18" name="Group 20">
            <a:extLst>
              <a:ext uri="{FF2B5EF4-FFF2-40B4-BE49-F238E27FC236}">
                <a16:creationId xmlns:a16="http://schemas.microsoft.com/office/drawing/2014/main" id="{FB801B67-A7E9-637A-7072-1D8C09292CE8}"/>
              </a:ext>
            </a:extLst>
          </p:cNvPr>
          <p:cNvGrpSpPr/>
          <p:nvPr/>
        </p:nvGrpSpPr>
        <p:grpSpPr>
          <a:xfrm>
            <a:off x="5245188" y="2326789"/>
            <a:ext cx="2211202" cy="907168"/>
            <a:chOff x="4147637" y="978708"/>
            <a:chExt cx="1611343" cy="713504"/>
          </a:xfrm>
        </p:grpSpPr>
        <p:sp>
          <p:nvSpPr>
            <p:cNvPr id="19" name="Rectangle: Rounded Corners 21">
              <a:extLst>
                <a:ext uri="{FF2B5EF4-FFF2-40B4-BE49-F238E27FC236}">
                  <a16:creationId xmlns:a16="http://schemas.microsoft.com/office/drawing/2014/main" id="{6DEC6131-55AD-6321-7382-6946693443F8}"/>
                </a:ext>
              </a:extLst>
            </p:cNvPr>
            <p:cNvSpPr/>
            <p:nvPr/>
          </p:nvSpPr>
          <p:spPr>
            <a:xfrm>
              <a:off x="4147637" y="1008582"/>
              <a:ext cx="1596411" cy="669065"/>
            </a:xfrm>
            <a:prstGeom prst="roundRect">
              <a:avLst/>
            </a:prstGeom>
            <a:solidFill>
              <a:srgbClr val="FFFFFF"/>
            </a:solidFill>
            <a:ln w="19050" cap="flat" cmpd="sng" algn="ctr">
              <a:solidFill>
                <a:srgbClr val="0D0D0D"/>
              </a:solidFill>
              <a:prstDash val="solid"/>
              <a:miter/>
            </a:ln>
            <a:effectLst/>
          </p:spPr>
          <p:txBody>
            <a:bodyPr rot="0" spcFirstLastPara="0" vertOverflow="overflow" horzOverflow="overflow" vert="horz" wrap="square" lIns="91427" tIns="45713" rIns="91427" bIns="45713" numCol="1" spcCol="0" rtlCol="0" fromWordArt="0" anchor="ctr" anchorCtr="0" forceAA="0" compatLnSpc="1">
              <a:prstTxWarp prst="textNoShape">
                <a:avLst/>
              </a:prstTxWarp>
              <a:noAutofit/>
            </a:bodyPr>
            <a:lstStyle/>
            <a:p>
              <a:pPr algn="ctr" defTabSz="914225">
                <a:defRPr/>
              </a:pPr>
              <a:endParaRPr lang="en-US" kern="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20" name="TextBox 22">
              <a:extLst>
                <a:ext uri="{FF2B5EF4-FFF2-40B4-BE49-F238E27FC236}">
                  <a16:creationId xmlns:a16="http://schemas.microsoft.com/office/drawing/2014/main" id="{DA281A11-6DFC-5492-4B5E-1912B2D54285}"/>
                </a:ext>
              </a:extLst>
            </p:cNvPr>
            <p:cNvSpPr txBox="1"/>
            <p:nvPr/>
          </p:nvSpPr>
          <p:spPr>
            <a:xfrm>
              <a:off x="4648989" y="978708"/>
              <a:ext cx="1109991" cy="713504"/>
            </a:xfrm>
            <a:prstGeom prst="rect">
              <a:avLst/>
            </a:prstGeom>
            <a:noFill/>
          </p:spPr>
          <p:txBody>
            <a:bodyPr wrap="square" rtlCol="0" anchor="ctr">
              <a:spAutoFit/>
            </a:bodyPr>
            <a:lstStyle/>
            <a:p>
              <a:pPr defTabSz="914225">
                <a:defRPr/>
              </a:pPr>
              <a:r>
                <a:rPr lang="en-US" sz="1765" kern="0">
                  <a:solidFill>
                    <a:schemeClr val="tx1">
                      <a:lumMod val="75000"/>
                      <a:lumOff val="25000"/>
                    </a:schemeClr>
                  </a:solidFill>
                  <a:latin typeface="Yu Gothic UI" panose="020B0500000000000000" pitchFamily="34" charset="-128"/>
                  <a:ea typeface="Yu Gothic UI" panose="020B0500000000000000" pitchFamily="34" charset="-128"/>
                  <a:cs typeface="Segoe UI Light" panose="020B0502040204020203" pitchFamily="34" charset="0"/>
                </a:rPr>
                <a:t>Load Balancer</a:t>
              </a:r>
            </a:p>
            <a:p>
              <a:pPr defTabSz="914225">
                <a:defRPr/>
              </a:pPr>
              <a:r>
                <a:rPr lang="en-US" sz="1765" kern="0">
                  <a:solidFill>
                    <a:schemeClr val="tx1">
                      <a:lumMod val="75000"/>
                      <a:lumOff val="25000"/>
                    </a:schemeClr>
                  </a:solidFill>
                  <a:latin typeface="Yu Gothic UI" panose="020B0500000000000000" pitchFamily="34" charset="-128"/>
                  <a:ea typeface="Yu Gothic UI" panose="020B0500000000000000" pitchFamily="34" charset="-128"/>
                  <a:cs typeface="Segoe UI Light" panose="020B0502040204020203" pitchFamily="34" charset="0"/>
                </a:rPr>
                <a:t>(</a:t>
              </a:r>
              <a:r>
                <a:rPr lang="en-US" kern="0" err="1">
                  <a:solidFill>
                    <a:schemeClr val="tx1">
                      <a:lumMod val="75000"/>
                      <a:lumOff val="25000"/>
                    </a:schemeClr>
                  </a:solidFill>
                  <a:latin typeface="Yu Gothic UI" panose="020B0500000000000000" pitchFamily="34" charset="-128"/>
                  <a:ea typeface="Yu Gothic UI" panose="020B0500000000000000" pitchFamily="34" charset="-128"/>
                  <a:cs typeface="Segoe UI Light" panose="020B0502040204020203" pitchFamily="34" charset="0"/>
                </a:rPr>
                <a:t>AZ対応</a:t>
              </a:r>
              <a:r>
                <a:rPr lang="en-US" sz="1765" kern="0">
                  <a:solidFill>
                    <a:schemeClr val="tx1">
                      <a:lumMod val="75000"/>
                      <a:lumOff val="25000"/>
                    </a:schemeClr>
                  </a:solidFill>
                  <a:latin typeface="Yu Gothic UI" panose="020B0500000000000000" pitchFamily="34" charset="-128"/>
                  <a:ea typeface="Yu Gothic UI" panose="020B0500000000000000" pitchFamily="34" charset="-128"/>
                  <a:cs typeface="Segoe UI Light" panose="020B0502040204020203" pitchFamily="34" charset="0"/>
                </a:rPr>
                <a:t>)</a:t>
              </a:r>
              <a:endParaRPr lang="en-US" sz="1372" kern="0">
                <a:solidFill>
                  <a:schemeClr val="tx1">
                    <a:lumMod val="75000"/>
                    <a:lumOff val="25000"/>
                  </a:schemeClr>
                </a:solidFill>
                <a:latin typeface="Yu Gothic UI" panose="020B0500000000000000" pitchFamily="34" charset="-128"/>
                <a:ea typeface="Yu Gothic UI" panose="020B0500000000000000" pitchFamily="34" charset="-128"/>
                <a:cs typeface="Segoe UI Light" panose="020B0502040204020203" pitchFamily="34" charset="0"/>
              </a:endParaRPr>
            </a:p>
          </p:txBody>
        </p:sp>
        <p:pic>
          <p:nvPicPr>
            <p:cNvPr id="21" name="Picture 2" descr="Image result for standard load balancer icon">
              <a:extLst>
                <a:ext uri="{FF2B5EF4-FFF2-40B4-BE49-F238E27FC236}">
                  <a16:creationId xmlns:a16="http://schemas.microsoft.com/office/drawing/2014/main" id="{97BB2C74-2391-3D1F-522D-19FC6364EA75}"/>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17885" t="-10981" r="19208" b="-1"/>
            <a:stretch/>
          </p:blipFill>
          <p:spPr bwMode="auto">
            <a:xfrm>
              <a:off x="4223416" y="1095205"/>
              <a:ext cx="456174" cy="44654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2" name="Group 69">
            <a:extLst>
              <a:ext uri="{FF2B5EF4-FFF2-40B4-BE49-F238E27FC236}">
                <a16:creationId xmlns:a16="http://schemas.microsoft.com/office/drawing/2014/main" id="{45561A2A-3713-701E-608D-9E5A4402602B}"/>
              </a:ext>
            </a:extLst>
          </p:cNvPr>
          <p:cNvGrpSpPr/>
          <p:nvPr/>
        </p:nvGrpSpPr>
        <p:grpSpPr>
          <a:xfrm>
            <a:off x="2161077" y="2369021"/>
            <a:ext cx="2330373" cy="850670"/>
            <a:chOff x="2762588" y="2787413"/>
            <a:chExt cx="1646281" cy="669065"/>
          </a:xfrm>
        </p:grpSpPr>
        <p:sp>
          <p:nvSpPr>
            <p:cNvPr id="23" name="Rectangle: Rounded Corners 13">
              <a:extLst>
                <a:ext uri="{FF2B5EF4-FFF2-40B4-BE49-F238E27FC236}">
                  <a16:creationId xmlns:a16="http://schemas.microsoft.com/office/drawing/2014/main" id="{59B38D80-C1D2-4488-7911-7991CDE22473}"/>
                </a:ext>
              </a:extLst>
            </p:cNvPr>
            <p:cNvSpPr/>
            <p:nvPr/>
          </p:nvSpPr>
          <p:spPr>
            <a:xfrm>
              <a:off x="2812458" y="2787413"/>
              <a:ext cx="1596411" cy="669065"/>
            </a:xfrm>
            <a:prstGeom prst="roundRect">
              <a:avLst/>
            </a:prstGeom>
            <a:solidFill>
              <a:srgbClr val="FFFFFF"/>
            </a:solidFill>
            <a:ln w="19050" cap="flat" cmpd="sng" algn="ctr">
              <a:solidFill>
                <a:srgbClr val="0D0D0D"/>
              </a:solidFill>
              <a:prstDash val="solid"/>
              <a:miter/>
            </a:ln>
            <a:effectLst/>
          </p:spPr>
          <p:txBody>
            <a:bodyPr rot="0" spcFirstLastPara="0" vertOverflow="overflow" horzOverflow="overflow" vert="horz" wrap="square" lIns="91427" tIns="45713" rIns="91427" bIns="45713" numCol="1" spcCol="0" rtlCol="0" fromWordArt="0" anchor="ctr" anchorCtr="0" forceAA="0" compatLnSpc="1">
              <a:prstTxWarp prst="textNoShape">
                <a:avLst/>
              </a:prstTxWarp>
              <a:noAutofit/>
            </a:bodyPr>
            <a:lstStyle/>
            <a:p>
              <a:pPr algn="ctr" defTabSz="914225">
                <a:defRPr/>
              </a:pPr>
              <a:endParaRPr lang="en-US" kern="0">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24" name="Picture 2" descr="Image result for azure traffic manager logo">
              <a:extLst>
                <a:ext uri="{FF2B5EF4-FFF2-40B4-BE49-F238E27FC236}">
                  <a16:creationId xmlns:a16="http://schemas.microsoft.com/office/drawing/2014/main" id="{C05B9755-BCEA-2E65-79A0-0BDE955FD025}"/>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2762588" y="2927078"/>
              <a:ext cx="668516" cy="403061"/>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5">
              <a:extLst>
                <a:ext uri="{FF2B5EF4-FFF2-40B4-BE49-F238E27FC236}">
                  <a16:creationId xmlns:a16="http://schemas.microsoft.com/office/drawing/2014/main" id="{43FFEC43-E584-868C-C749-6B42F1BDD034}"/>
                </a:ext>
              </a:extLst>
            </p:cNvPr>
            <p:cNvSpPr txBox="1"/>
            <p:nvPr/>
          </p:nvSpPr>
          <p:spPr>
            <a:xfrm>
              <a:off x="3270552" y="2866047"/>
              <a:ext cx="1087868" cy="545818"/>
            </a:xfrm>
            <a:prstGeom prst="rect">
              <a:avLst/>
            </a:prstGeom>
            <a:noFill/>
          </p:spPr>
          <p:txBody>
            <a:bodyPr wrap="square" rtlCol="0">
              <a:spAutoFit/>
            </a:bodyPr>
            <a:lstStyle/>
            <a:p>
              <a:pPr defTabSz="914225">
                <a:defRPr/>
              </a:pPr>
              <a:r>
                <a:rPr lang="en-US" sz="1961" kern="0">
                  <a:solidFill>
                    <a:schemeClr val="tx1">
                      <a:lumMod val="75000"/>
                      <a:lumOff val="25000"/>
                    </a:schemeClr>
                  </a:solidFill>
                  <a:latin typeface="Yu Gothic UI" panose="020B0500000000000000" pitchFamily="34" charset="-128"/>
                  <a:ea typeface="Yu Gothic UI" panose="020B0500000000000000" pitchFamily="34" charset="-128"/>
                  <a:cs typeface="Segoe UI Light" panose="020B0502040204020203" pitchFamily="34" charset="0"/>
                </a:rPr>
                <a:t>Traffic Manager</a:t>
              </a:r>
              <a:endParaRPr lang="en-US" sz="1568" kern="0">
                <a:solidFill>
                  <a:schemeClr val="tx1">
                    <a:lumMod val="75000"/>
                    <a:lumOff val="25000"/>
                  </a:schemeClr>
                </a:solidFill>
                <a:latin typeface="Yu Gothic UI" panose="020B0500000000000000" pitchFamily="34" charset="-128"/>
                <a:ea typeface="Yu Gothic UI" panose="020B0500000000000000" pitchFamily="34" charset="-128"/>
                <a:cs typeface="Segoe UI Light" panose="020B0502040204020203" pitchFamily="34" charset="0"/>
              </a:endParaRPr>
            </a:p>
          </p:txBody>
        </p:sp>
      </p:grpSp>
      <p:grpSp>
        <p:nvGrpSpPr>
          <p:cNvPr id="26" name="Group 26">
            <a:extLst>
              <a:ext uri="{FF2B5EF4-FFF2-40B4-BE49-F238E27FC236}">
                <a16:creationId xmlns:a16="http://schemas.microsoft.com/office/drawing/2014/main" id="{9739DBB5-3870-403D-F9C5-31BE2C847E42}"/>
              </a:ext>
            </a:extLst>
          </p:cNvPr>
          <p:cNvGrpSpPr/>
          <p:nvPr/>
        </p:nvGrpSpPr>
        <p:grpSpPr>
          <a:xfrm>
            <a:off x="5221985" y="1317811"/>
            <a:ext cx="2234405" cy="997581"/>
            <a:chOff x="4961420" y="1788723"/>
            <a:chExt cx="1578483" cy="704736"/>
          </a:xfrm>
        </p:grpSpPr>
        <p:sp>
          <p:nvSpPr>
            <p:cNvPr id="27" name="Rectangle: Rounded Corners 27">
              <a:extLst>
                <a:ext uri="{FF2B5EF4-FFF2-40B4-BE49-F238E27FC236}">
                  <a16:creationId xmlns:a16="http://schemas.microsoft.com/office/drawing/2014/main" id="{87F6ED4F-4EDF-EC06-BF04-498EB8BD75D8}"/>
                </a:ext>
              </a:extLst>
            </p:cNvPr>
            <p:cNvSpPr/>
            <p:nvPr/>
          </p:nvSpPr>
          <p:spPr>
            <a:xfrm>
              <a:off x="4961420" y="1804059"/>
              <a:ext cx="1578483" cy="669065"/>
            </a:xfrm>
            <a:prstGeom prst="roundRect">
              <a:avLst/>
            </a:prstGeom>
            <a:solidFill>
              <a:srgbClr val="FFFFFF"/>
            </a:solidFill>
            <a:ln w="19050" cap="flat" cmpd="sng" algn="ctr">
              <a:solidFill>
                <a:srgbClr val="0D0D0D"/>
              </a:solidFill>
              <a:prstDash val="solid"/>
              <a:miter/>
            </a:ln>
            <a:effectLst/>
          </p:spPr>
          <p:txBody>
            <a:bodyPr rot="0" spcFirstLastPara="0" vertOverflow="overflow" horzOverflow="overflow" vert="horz" wrap="square" lIns="91427" tIns="45713" rIns="91427" bIns="45713" numCol="1" spcCol="0" rtlCol="0" fromWordArt="0" anchor="ctr" anchorCtr="0" forceAA="0" compatLnSpc="1">
              <a:prstTxWarp prst="textNoShape">
                <a:avLst/>
              </a:prstTxWarp>
              <a:noAutofit/>
            </a:bodyPr>
            <a:lstStyle/>
            <a:p>
              <a:pPr algn="ctr" defTabSz="914225">
                <a:defRPr/>
              </a:pPr>
              <a:endParaRPr lang="en-US" kern="0">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28" name="Picture 28">
              <a:extLst>
                <a:ext uri="{FF2B5EF4-FFF2-40B4-BE49-F238E27FC236}">
                  <a16:creationId xmlns:a16="http://schemas.microsoft.com/office/drawing/2014/main" id="{272C12CA-8969-FEE3-287B-A11F66007FB1}"/>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050498" y="1927505"/>
              <a:ext cx="415804" cy="415804"/>
            </a:xfrm>
            <a:prstGeom prst="rect">
              <a:avLst/>
            </a:prstGeom>
          </p:spPr>
        </p:pic>
        <p:sp>
          <p:nvSpPr>
            <p:cNvPr id="29" name="TextBox 29">
              <a:extLst>
                <a:ext uri="{FF2B5EF4-FFF2-40B4-BE49-F238E27FC236}">
                  <a16:creationId xmlns:a16="http://schemas.microsoft.com/office/drawing/2014/main" id="{C6A49B05-EDF6-1EDD-24A4-089E83D1AFB3}"/>
                </a:ext>
              </a:extLst>
            </p:cNvPr>
            <p:cNvSpPr txBox="1"/>
            <p:nvPr/>
          </p:nvSpPr>
          <p:spPr>
            <a:xfrm>
              <a:off x="5438098" y="1788723"/>
              <a:ext cx="1068230" cy="704736"/>
            </a:xfrm>
            <a:prstGeom prst="rect">
              <a:avLst/>
            </a:prstGeom>
            <a:noFill/>
          </p:spPr>
          <p:txBody>
            <a:bodyPr wrap="square" rtlCol="0">
              <a:spAutoFit/>
            </a:bodyPr>
            <a:lstStyle/>
            <a:p>
              <a:pPr defTabSz="914225">
                <a:defRPr/>
              </a:pPr>
              <a:r>
                <a:rPr lang="en-US" sz="1961" kern="0">
                  <a:solidFill>
                    <a:schemeClr val="tx1">
                      <a:lumMod val="75000"/>
                      <a:lumOff val="25000"/>
                    </a:schemeClr>
                  </a:solidFill>
                  <a:latin typeface="Yu Gothic UI" panose="020B0500000000000000" pitchFamily="34" charset="-128"/>
                  <a:ea typeface="Yu Gothic UI" panose="020B0500000000000000" pitchFamily="34" charset="-128"/>
                  <a:cs typeface="Segoe UI Light" panose="020B0502040204020203" pitchFamily="34" charset="0"/>
                </a:rPr>
                <a:t>Application Gateway</a:t>
              </a:r>
            </a:p>
            <a:p>
              <a:pPr defTabSz="914225">
                <a:defRPr/>
              </a:pPr>
              <a:r>
                <a:rPr lang="en-US" sz="1961" kern="0">
                  <a:solidFill>
                    <a:schemeClr val="tx1">
                      <a:lumMod val="75000"/>
                      <a:lumOff val="25000"/>
                    </a:schemeClr>
                  </a:solidFill>
                  <a:latin typeface="Yu Gothic UI" panose="020B0500000000000000" pitchFamily="34" charset="-128"/>
                  <a:ea typeface="Yu Gothic UI" panose="020B0500000000000000" pitchFamily="34" charset="-128"/>
                  <a:cs typeface="Segoe UI Light" panose="020B0502040204020203" pitchFamily="34" charset="0"/>
                </a:rPr>
                <a:t>(</a:t>
              </a:r>
              <a:r>
                <a:rPr lang="en-US" sz="1961" kern="0" err="1">
                  <a:solidFill>
                    <a:schemeClr val="tx1">
                      <a:lumMod val="75000"/>
                      <a:lumOff val="25000"/>
                    </a:schemeClr>
                  </a:solidFill>
                  <a:latin typeface="Yu Gothic UI" panose="020B0500000000000000" pitchFamily="34" charset="-128"/>
                  <a:ea typeface="Yu Gothic UI" panose="020B0500000000000000" pitchFamily="34" charset="-128"/>
                  <a:cs typeface="Segoe UI Light" panose="020B0502040204020203" pitchFamily="34" charset="0"/>
                </a:rPr>
                <a:t>AZ対応</a:t>
              </a:r>
              <a:r>
                <a:rPr lang="en-US" sz="1961" kern="0">
                  <a:solidFill>
                    <a:schemeClr val="tx1">
                      <a:lumMod val="75000"/>
                      <a:lumOff val="25000"/>
                    </a:schemeClr>
                  </a:solidFill>
                  <a:latin typeface="Yu Gothic UI" panose="020B0500000000000000" pitchFamily="34" charset="-128"/>
                  <a:ea typeface="Yu Gothic UI" panose="020B0500000000000000" pitchFamily="34" charset="-128"/>
                  <a:cs typeface="Segoe UI Light" panose="020B0502040204020203" pitchFamily="34" charset="0"/>
                </a:rPr>
                <a:t>)</a:t>
              </a:r>
              <a:endParaRPr lang="en-US" sz="1568" kern="0">
                <a:solidFill>
                  <a:schemeClr val="tx1">
                    <a:lumMod val="75000"/>
                    <a:lumOff val="25000"/>
                  </a:schemeClr>
                </a:solidFill>
                <a:latin typeface="Yu Gothic UI" panose="020B0500000000000000" pitchFamily="34" charset="-128"/>
                <a:ea typeface="Yu Gothic UI" panose="020B0500000000000000" pitchFamily="34" charset="-128"/>
                <a:cs typeface="Segoe UI Light" panose="020B0502040204020203" pitchFamily="34" charset="0"/>
              </a:endParaRPr>
            </a:p>
          </p:txBody>
        </p:sp>
      </p:grpSp>
      <p:grpSp>
        <p:nvGrpSpPr>
          <p:cNvPr id="30" name="Group 30">
            <a:extLst>
              <a:ext uri="{FF2B5EF4-FFF2-40B4-BE49-F238E27FC236}">
                <a16:creationId xmlns:a16="http://schemas.microsoft.com/office/drawing/2014/main" id="{F9938F35-E2E5-2A46-78E6-1E75FDD0C147}"/>
              </a:ext>
            </a:extLst>
          </p:cNvPr>
          <p:cNvGrpSpPr/>
          <p:nvPr/>
        </p:nvGrpSpPr>
        <p:grpSpPr>
          <a:xfrm flipH="1">
            <a:off x="730972" y="1909620"/>
            <a:ext cx="700566" cy="700563"/>
            <a:chOff x="438150" y="527050"/>
            <a:chExt cx="537826" cy="537825"/>
          </a:xfrm>
        </p:grpSpPr>
        <p:sp>
          <p:nvSpPr>
            <p:cNvPr id="31" name="Oval 25">
              <a:extLst>
                <a:ext uri="{FF2B5EF4-FFF2-40B4-BE49-F238E27FC236}">
                  <a16:creationId xmlns:a16="http://schemas.microsoft.com/office/drawing/2014/main" id="{36E78F8C-F533-46C8-2E98-8940F8B177C3}"/>
                </a:ext>
              </a:extLst>
            </p:cNvPr>
            <p:cNvSpPr>
              <a:spLocks noChangeArrowheads="1"/>
            </p:cNvSpPr>
            <p:nvPr/>
          </p:nvSpPr>
          <p:spPr bwMode="auto">
            <a:xfrm>
              <a:off x="438150" y="527050"/>
              <a:ext cx="537826" cy="537825"/>
            </a:xfrm>
            <a:prstGeom prst="ellipse">
              <a:avLst/>
            </a:prstGeom>
            <a:solidFill>
              <a:srgbClr val="FFFFFF"/>
            </a:solidFill>
            <a:ln w="25400" cap="flat">
              <a:solidFill>
                <a:srgbClr val="1A1A1A">
                  <a:lumMod val="65000"/>
                  <a:lumOff val="35000"/>
                </a:srgbClr>
              </a:solidFill>
              <a:prstDash val="solid"/>
              <a:miter lim="800000"/>
              <a:headEnd/>
              <a:tailEnd/>
            </a:ln>
          </p:spPr>
          <p:txBody>
            <a:bodyPr vert="horz" wrap="square" lIns="91427" tIns="45713" rIns="91427" bIns="45713" numCol="1" anchor="t" anchorCtr="0" compatLnSpc="1">
              <a:prstTxWarp prst="textNoShape">
                <a:avLst/>
              </a:prstTxWarp>
            </a:bodyPr>
            <a:lstStyle/>
            <a:p>
              <a:pPr defTabSz="914225">
                <a:defRPr/>
              </a:pPr>
              <a:endParaRPr lang="en-US" kern="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32" name="Freeform 23">
              <a:extLst>
                <a:ext uri="{FF2B5EF4-FFF2-40B4-BE49-F238E27FC236}">
                  <a16:creationId xmlns:a16="http://schemas.microsoft.com/office/drawing/2014/main" id="{A566FC29-A493-E8E0-5FB9-8E880390EE54}"/>
                </a:ext>
              </a:extLst>
            </p:cNvPr>
            <p:cNvSpPr>
              <a:spLocks/>
            </p:cNvSpPr>
            <p:nvPr/>
          </p:nvSpPr>
          <p:spPr bwMode="auto">
            <a:xfrm>
              <a:off x="592369" y="795314"/>
              <a:ext cx="229386" cy="141260"/>
            </a:xfrm>
            <a:custGeom>
              <a:avLst/>
              <a:gdLst>
                <a:gd name="T0" fmla="*/ 0 w 52"/>
                <a:gd name="T1" fmla="*/ 32 h 32"/>
                <a:gd name="T2" fmla="*/ 0 w 52"/>
                <a:gd name="T3" fmla="*/ 24 h 32"/>
                <a:gd name="T4" fmla="*/ 24 w 52"/>
                <a:gd name="T5" fmla="*/ 0 h 32"/>
                <a:gd name="T6" fmla="*/ 28 w 52"/>
                <a:gd name="T7" fmla="*/ 0 h 32"/>
                <a:gd name="T8" fmla="*/ 52 w 52"/>
                <a:gd name="T9" fmla="*/ 24 h 32"/>
                <a:gd name="T10" fmla="*/ 52 w 52"/>
                <a:gd name="T11" fmla="*/ 32 h 32"/>
              </a:gdLst>
              <a:ahLst/>
              <a:cxnLst>
                <a:cxn ang="0">
                  <a:pos x="T0" y="T1"/>
                </a:cxn>
                <a:cxn ang="0">
                  <a:pos x="T2" y="T3"/>
                </a:cxn>
                <a:cxn ang="0">
                  <a:pos x="T4" y="T5"/>
                </a:cxn>
                <a:cxn ang="0">
                  <a:pos x="T6" y="T7"/>
                </a:cxn>
                <a:cxn ang="0">
                  <a:pos x="T8" y="T9"/>
                </a:cxn>
                <a:cxn ang="0">
                  <a:pos x="T10" y="T11"/>
                </a:cxn>
              </a:cxnLst>
              <a:rect l="0" t="0" r="r" b="b"/>
              <a:pathLst>
                <a:path w="52" h="32">
                  <a:moveTo>
                    <a:pt x="0" y="32"/>
                  </a:moveTo>
                  <a:cubicBezTo>
                    <a:pt x="0" y="24"/>
                    <a:pt x="0" y="24"/>
                    <a:pt x="0" y="24"/>
                  </a:cubicBezTo>
                  <a:cubicBezTo>
                    <a:pt x="0" y="11"/>
                    <a:pt x="11" y="0"/>
                    <a:pt x="24" y="0"/>
                  </a:cubicBezTo>
                  <a:cubicBezTo>
                    <a:pt x="28" y="0"/>
                    <a:pt x="28" y="0"/>
                    <a:pt x="28" y="0"/>
                  </a:cubicBezTo>
                  <a:cubicBezTo>
                    <a:pt x="41" y="0"/>
                    <a:pt x="52" y="11"/>
                    <a:pt x="52" y="24"/>
                  </a:cubicBezTo>
                  <a:cubicBezTo>
                    <a:pt x="52" y="32"/>
                    <a:pt x="52" y="32"/>
                    <a:pt x="52" y="32"/>
                  </a:cubicBezTo>
                </a:path>
              </a:pathLst>
            </a:custGeom>
            <a:noFill/>
            <a:ln w="25400" cap="rnd">
              <a:solidFill>
                <a:srgbClr val="1A1A1A">
                  <a:lumMod val="65000"/>
                  <a:lumOff val="35000"/>
                </a:srgb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14225">
                <a:defRPr/>
              </a:pPr>
              <a:endParaRPr lang="en-US" kern="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33" name="Oval 24">
              <a:extLst>
                <a:ext uri="{FF2B5EF4-FFF2-40B4-BE49-F238E27FC236}">
                  <a16:creationId xmlns:a16="http://schemas.microsoft.com/office/drawing/2014/main" id="{9F9C8226-B4BE-7141-92A0-069C9E36B978}"/>
                </a:ext>
              </a:extLst>
            </p:cNvPr>
            <p:cNvSpPr>
              <a:spLocks noChangeArrowheads="1"/>
            </p:cNvSpPr>
            <p:nvPr/>
          </p:nvSpPr>
          <p:spPr bwMode="auto">
            <a:xfrm>
              <a:off x="632545" y="646279"/>
              <a:ext cx="149036" cy="149036"/>
            </a:xfrm>
            <a:prstGeom prst="ellipse">
              <a:avLst/>
            </a:prstGeom>
            <a:noFill/>
            <a:ln w="25400" cap="rnd">
              <a:solidFill>
                <a:srgbClr val="1A1A1A">
                  <a:lumMod val="65000"/>
                  <a:lumOff val="35000"/>
                </a:srgb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27" tIns="45713" rIns="91427" bIns="45713" numCol="1" anchor="t" anchorCtr="0" compatLnSpc="1">
              <a:prstTxWarp prst="textNoShape">
                <a:avLst/>
              </a:prstTxWarp>
            </a:bodyPr>
            <a:lstStyle/>
            <a:p>
              <a:pPr defTabSz="914225">
                <a:defRPr/>
              </a:pPr>
              <a:endParaRPr lang="en-US" kern="0">
                <a:solidFill>
                  <a:schemeClr val="tx1">
                    <a:lumMod val="75000"/>
                    <a:lumOff val="25000"/>
                  </a:schemeClr>
                </a:solidFill>
                <a:latin typeface="Yu Gothic UI" panose="020B0500000000000000" pitchFamily="34" charset="-128"/>
                <a:ea typeface="Yu Gothic UI" panose="020B0500000000000000" pitchFamily="34" charset="-128"/>
              </a:endParaRPr>
            </a:p>
          </p:txBody>
        </p:sp>
      </p:grpSp>
      <p:grpSp>
        <p:nvGrpSpPr>
          <p:cNvPr id="34" name="Group 34">
            <a:extLst>
              <a:ext uri="{FF2B5EF4-FFF2-40B4-BE49-F238E27FC236}">
                <a16:creationId xmlns:a16="http://schemas.microsoft.com/office/drawing/2014/main" id="{E5DE931D-F468-A78A-7724-C6C39BA1E28F}"/>
              </a:ext>
            </a:extLst>
          </p:cNvPr>
          <p:cNvGrpSpPr/>
          <p:nvPr/>
        </p:nvGrpSpPr>
        <p:grpSpPr>
          <a:xfrm>
            <a:off x="1574244" y="2126190"/>
            <a:ext cx="445650" cy="342809"/>
            <a:chOff x="3550089" y="1921607"/>
            <a:chExt cx="575761" cy="365761"/>
          </a:xfrm>
        </p:grpSpPr>
        <p:sp>
          <p:nvSpPr>
            <p:cNvPr id="35" name="Freeform: Shape 35">
              <a:extLst>
                <a:ext uri="{FF2B5EF4-FFF2-40B4-BE49-F238E27FC236}">
                  <a16:creationId xmlns:a16="http://schemas.microsoft.com/office/drawing/2014/main" id="{51B227B9-3300-C065-A4CF-9D188441CDD1}"/>
                </a:ext>
              </a:extLst>
            </p:cNvPr>
            <p:cNvSpPr/>
            <p:nvPr/>
          </p:nvSpPr>
          <p:spPr>
            <a:xfrm>
              <a:off x="3550089" y="1921608"/>
              <a:ext cx="575761" cy="365760"/>
            </a:xfrm>
            <a:custGeom>
              <a:avLst/>
              <a:gdLst>
                <a:gd name="connsiteX0" fmla="*/ 0 w 923544"/>
                <a:gd name="connsiteY0" fmla="*/ 0 h 365760"/>
                <a:gd name="connsiteX1" fmla="*/ 246888 w 923544"/>
                <a:gd name="connsiteY1" fmla="*/ 0 h 365760"/>
                <a:gd name="connsiteX2" fmla="*/ 612648 w 923544"/>
                <a:gd name="connsiteY2" fmla="*/ 365760 h 365760"/>
                <a:gd name="connsiteX3" fmla="*/ 923544 w 923544"/>
                <a:gd name="connsiteY3" fmla="*/ 365760 h 365760"/>
              </a:gdLst>
              <a:ahLst/>
              <a:cxnLst>
                <a:cxn ang="0">
                  <a:pos x="connsiteX0" y="connsiteY0"/>
                </a:cxn>
                <a:cxn ang="0">
                  <a:pos x="connsiteX1" y="connsiteY1"/>
                </a:cxn>
                <a:cxn ang="0">
                  <a:pos x="connsiteX2" y="connsiteY2"/>
                </a:cxn>
                <a:cxn ang="0">
                  <a:pos x="connsiteX3" y="connsiteY3"/>
                </a:cxn>
              </a:cxnLst>
              <a:rect l="l" t="t" r="r" b="b"/>
              <a:pathLst>
                <a:path w="923544" h="365760">
                  <a:moveTo>
                    <a:pt x="0" y="0"/>
                  </a:moveTo>
                  <a:lnTo>
                    <a:pt x="246888" y="0"/>
                  </a:lnTo>
                  <a:lnTo>
                    <a:pt x="612648" y="365760"/>
                  </a:lnTo>
                  <a:lnTo>
                    <a:pt x="923544" y="365760"/>
                  </a:lnTo>
                </a:path>
              </a:pathLst>
            </a:custGeom>
            <a:noFill/>
            <a:ln w="22225" cap="flat" cmpd="sng" algn="ctr">
              <a:solidFill>
                <a:schemeClr val="tx1">
                  <a:lumMod val="50000"/>
                  <a:lumOff val="50000"/>
                </a:schemeClr>
              </a:solidFill>
              <a:prstDash val="solid"/>
              <a:headEnd type="none" w="med" len="med"/>
              <a:tailEnd type="arrow" w="med" len="med"/>
            </a:ln>
            <a:effectLst/>
          </p:spPr>
          <p:txBody>
            <a:bodyPr rtlCol="0" anchor="ctr"/>
            <a:lstStyle/>
            <a:p>
              <a:pPr algn="ctr" defTabSz="914225">
                <a:defRPr/>
              </a:pPr>
              <a:endParaRPr lang="en-US" kern="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36" name="Freeform: Shape 36">
              <a:extLst>
                <a:ext uri="{FF2B5EF4-FFF2-40B4-BE49-F238E27FC236}">
                  <a16:creationId xmlns:a16="http://schemas.microsoft.com/office/drawing/2014/main" id="{02D26125-6C62-325E-31B4-149646C66229}"/>
                </a:ext>
              </a:extLst>
            </p:cNvPr>
            <p:cNvSpPr/>
            <p:nvPr/>
          </p:nvSpPr>
          <p:spPr>
            <a:xfrm flipV="1">
              <a:off x="3550089" y="1921607"/>
              <a:ext cx="575761" cy="365760"/>
            </a:xfrm>
            <a:custGeom>
              <a:avLst/>
              <a:gdLst>
                <a:gd name="connsiteX0" fmla="*/ 0 w 923544"/>
                <a:gd name="connsiteY0" fmla="*/ 0 h 365760"/>
                <a:gd name="connsiteX1" fmla="*/ 246888 w 923544"/>
                <a:gd name="connsiteY1" fmla="*/ 0 h 365760"/>
                <a:gd name="connsiteX2" fmla="*/ 612648 w 923544"/>
                <a:gd name="connsiteY2" fmla="*/ 365760 h 365760"/>
                <a:gd name="connsiteX3" fmla="*/ 923544 w 923544"/>
                <a:gd name="connsiteY3" fmla="*/ 365760 h 365760"/>
              </a:gdLst>
              <a:ahLst/>
              <a:cxnLst>
                <a:cxn ang="0">
                  <a:pos x="connsiteX0" y="connsiteY0"/>
                </a:cxn>
                <a:cxn ang="0">
                  <a:pos x="connsiteX1" y="connsiteY1"/>
                </a:cxn>
                <a:cxn ang="0">
                  <a:pos x="connsiteX2" y="connsiteY2"/>
                </a:cxn>
                <a:cxn ang="0">
                  <a:pos x="connsiteX3" y="connsiteY3"/>
                </a:cxn>
              </a:cxnLst>
              <a:rect l="l" t="t" r="r" b="b"/>
              <a:pathLst>
                <a:path w="923544" h="365760">
                  <a:moveTo>
                    <a:pt x="0" y="0"/>
                  </a:moveTo>
                  <a:lnTo>
                    <a:pt x="246888" y="0"/>
                  </a:lnTo>
                  <a:lnTo>
                    <a:pt x="612648" y="365760"/>
                  </a:lnTo>
                  <a:lnTo>
                    <a:pt x="923544" y="365760"/>
                  </a:lnTo>
                </a:path>
              </a:pathLst>
            </a:custGeom>
            <a:noFill/>
            <a:ln w="22225" cap="flat" cmpd="sng" algn="ctr">
              <a:solidFill>
                <a:schemeClr val="tx1">
                  <a:lumMod val="50000"/>
                  <a:lumOff val="50000"/>
                </a:schemeClr>
              </a:solidFill>
              <a:prstDash val="solid"/>
              <a:headEnd type="none" w="med" len="med"/>
              <a:tailEnd type="arrow" w="med" len="med"/>
            </a:ln>
            <a:effectLst/>
          </p:spPr>
          <p:txBody>
            <a:bodyPr rtlCol="0" anchor="ctr"/>
            <a:lstStyle/>
            <a:p>
              <a:pPr algn="ctr" defTabSz="914225">
                <a:defRPr/>
              </a:pPr>
              <a:endParaRPr lang="en-US" kern="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37" name="Oval 37">
              <a:extLst>
                <a:ext uri="{FF2B5EF4-FFF2-40B4-BE49-F238E27FC236}">
                  <a16:creationId xmlns:a16="http://schemas.microsoft.com/office/drawing/2014/main" id="{ED712CF2-1D60-F680-86FB-14B6C2E1957C}"/>
                </a:ext>
              </a:extLst>
            </p:cNvPr>
            <p:cNvSpPr/>
            <p:nvPr/>
          </p:nvSpPr>
          <p:spPr>
            <a:xfrm>
              <a:off x="3773419" y="2061625"/>
              <a:ext cx="101654" cy="85725"/>
            </a:xfrm>
            <a:prstGeom prst="ellipse">
              <a:avLst/>
            </a:prstGeom>
            <a:solidFill>
              <a:srgbClr val="E6E6E6">
                <a:lumMod val="50000"/>
              </a:srgbClr>
            </a:solidFill>
            <a:ln w="10795" cap="flat" cmpd="sng" algn="ctr">
              <a:solidFill>
                <a:schemeClr val="tx1">
                  <a:lumMod val="50000"/>
                  <a:lumOff val="50000"/>
                </a:schemeClr>
              </a:solidFill>
              <a:prstDash val="solid"/>
            </a:ln>
            <a:effectLst/>
          </p:spPr>
          <p:txBody>
            <a:bodyPr rtlCol="0" anchor="ctr"/>
            <a:lstStyle/>
            <a:p>
              <a:pPr algn="ctr" defTabSz="914225">
                <a:defRPr/>
              </a:pPr>
              <a:endParaRPr lang="en-US" kern="0">
                <a:solidFill>
                  <a:schemeClr val="tx1">
                    <a:lumMod val="75000"/>
                    <a:lumOff val="25000"/>
                  </a:schemeClr>
                </a:solidFill>
                <a:latin typeface="Yu Gothic UI" panose="020B0500000000000000" pitchFamily="34" charset="-128"/>
                <a:ea typeface="Yu Gothic UI" panose="020B0500000000000000" pitchFamily="34" charset="-128"/>
              </a:endParaRPr>
            </a:p>
          </p:txBody>
        </p:sp>
      </p:grpSp>
      <p:grpSp>
        <p:nvGrpSpPr>
          <p:cNvPr id="38" name="Group 38">
            <a:extLst>
              <a:ext uri="{FF2B5EF4-FFF2-40B4-BE49-F238E27FC236}">
                <a16:creationId xmlns:a16="http://schemas.microsoft.com/office/drawing/2014/main" id="{1AAE2BF6-514B-E0B0-E911-6D993AD633CA}"/>
              </a:ext>
            </a:extLst>
          </p:cNvPr>
          <p:cNvGrpSpPr/>
          <p:nvPr/>
        </p:nvGrpSpPr>
        <p:grpSpPr>
          <a:xfrm>
            <a:off x="4643533" y="2126189"/>
            <a:ext cx="445650" cy="342809"/>
            <a:chOff x="3550089" y="1921607"/>
            <a:chExt cx="575761" cy="365761"/>
          </a:xfrm>
        </p:grpSpPr>
        <p:sp>
          <p:nvSpPr>
            <p:cNvPr id="39" name="Freeform: Shape 39">
              <a:extLst>
                <a:ext uri="{FF2B5EF4-FFF2-40B4-BE49-F238E27FC236}">
                  <a16:creationId xmlns:a16="http://schemas.microsoft.com/office/drawing/2014/main" id="{AEE277EC-CEBF-ECCC-F2D6-C0FBC6D26BCA}"/>
                </a:ext>
              </a:extLst>
            </p:cNvPr>
            <p:cNvSpPr/>
            <p:nvPr/>
          </p:nvSpPr>
          <p:spPr>
            <a:xfrm>
              <a:off x="3550089" y="1921608"/>
              <a:ext cx="575761" cy="365760"/>
            </a:xfrm>
            <a:custGeom>
              <a:avLst/>
              <a:gdLst>
                <a:gd name="connsiteX0" fmla="*/ 0 w 923544"/>
                <a:gd name="connsiteY0" fmla="*/ 0 h 365760"/>
                <a:gd name="connsiteX1" fmla="*/ 246888 w 923544"/>
                <a:gd name="connsiteY1" fmla="*/ 0 h 365760"/>
                <a:gd name="connsiteX2" fmla="*/ 612648 w 923544"/>
                <a:gd name="connsiteY2" fmla="*/ 365760 h 365760"/>
                <a:gd name="connsiteX3" fmla="*/ 923544 w 923544"/>
                <a:gd name="connsiteY3" fmla="*/ 365760 h 365760"/>
              </a:gdLst>
              <a:ahLst/>
              <a:cxnLst>
                <a:cxn ang="0">
                  <a:pos x="connsiteX0" y="connsiteY0"/>
                </a:cxn>
                <a:cxn ang="0">
                  <a:pos x="connsiteX1" y="connsiteY1"/>
                </a:cxn>
                <a:cxn ang="0">
                  <a:pos x="connsiteX2" y="connsiteY2"/>
                </a:cxn>
                <a:cxn ang="0">
                  <a:pos x="connsiteX3" y="connsiteY3"/>
                </a:cxn>
              </a:cxnLst>
              <a:rect l="l" t="t" r="r" b="b"/>
              <a:pathLst>
                <a:path w="923544" h="365760">
                  <a:moveTo>
                    <a:pt x="0" y="0"/>
                  </a:moveTo>
                  <a:lnTo>
                    <a:pt x="246888" y="0"/>
                  </a:lnTo>
                  <a:lnTo>
                    <a:pt x="612648" y="365760"/>
                  </a:lnTo>
                  <a:lnTo>
                    <a:pt x="923544" y="365760"/>
                  </a:lnTo>
                </a:path>
              </a:pathLst>
            </a:custGeom>
            <a:noFill/>
            <a:ln w="22225" cap="flat" cmpd="sng" algn="ctr">
              <a:solidFill>
                <a:schemeClr val="accent5">
                  <a:lumMod val="50000"/>
                </a:schemeClr>
              </a:solidFill>
              <a:prstDash val="solid"/>
              <a:headEnd type="none" w="med" len="med"/>
              <a:tailEnd type="arrow" w="med" len="med"/>
            </a:ln>
            <a:effectLst/>
          </p:spPr>
          <p:txBody>
            <a:bodyPr rtlCol="0" anchor="ctr"/>
            <a:lstStyle/>
            <a:p>
              <a:pPr algn="ctr" defTabSz="914225">
                <a:defRPr/>
              </a:pPr>
              <a:endParaRPr lang="en-US" kern="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40" name="Freeform: Shape 40">
              <a:extLst>
                <a:ext uri="{FF2B5EF4-FFF2-40B4-BE49-F238E27FC236}">
                  <a16:creationId xmlns:a16="http://schemas.microsoft.com/office/drawing/2014/main" id="{AACDF074-C5A5-E484-2CCC-388DA22F73B4}"/>
                </a:ext>
              </a:extLst>
            </p:cNvPr>
            <p:cNvSpPr/>
            <p:nvPr/>
          </p:nvSpPr>
          <p:spPr>
            <a:xfrm flipV="1">
              <a:off x="3550089" y="1921607"/>
              <a:ext cx="575761" cy="365760"/>
            </a:xfrm>
            <a:custGeom>
              <a:avLst/>
              <a:gdLst>
                <a:gd name="connsiteX0" fmla="*/ 0 w 923544"/>
                <a:gd name="connsiteY0" fmla="*/ 0 h 365760"/>
                <a:gd name="connsiteX1" fmla="*/ 246888 w 923544"/>
                <a:gd name="connsiteY1" fmla="*/ 0 h 365760"/>
                <a:gd name="connsiteX2" fmla="*/ 612648 w 923544"/>
                <a:gd name="connsiteY2" fmla="*/ 365760 h 365760"/>
                <a:gd name="connsiteX3" fmla="*/ 923544 w 923544"/>
                <a:gd name="connsiteY3" fmla="*/ 365760 h 365760"/>
              </a:gdLst>
              <a:ahLst/>
              <a:cxnLst>
                <a:cxn ang="0">
                  <a:pos x="connsiteX0" y="connsiteY0"/>
                </a:cxn>
                <a:cxn ang="0">
                  <a:pos x="connsiteX1" y="connsiteY1"/>
                </a:cxn>
                <a:cxn ang="0">
                  <a:pos x="connsiteX2" y="connsiteY2"/>
                </a:cxn>
                <a:cxn ang="0">
                  <a:pos x="connsiteX3" y="connsiteY3"/>
                </a:cxn>
              </a:cxnLst>
              <a:rect l="l" t="t" r="r" b="b"/>
              <a:pathLst>
                <a:path w="923544" h="365760">
                  <a:moveTo>
                    <a:pt x="0" y="0"/>
                  </a:moveTo>
                  <a:lnTo>
                    <a:pt x="246888" y="0"/>
                  </a:lnTo>
                  <a:lnTo>
                    <a:pt x="612648" y="365760"/>
                  </a:lnTo>
                  <a:lnTo>
                    <a:pt x="923544" y="365760"/>
                  </a:lnTo>
                </a:path>
              </a:pathLst>
            </a:custGeom>
            <a:noFill/>
            <a:ln w="22225" cap="flat" cmpd="sng" algn="ctr">
              <a:solidFill>
                <a:schemeClr val="accent5">
                  <a:lumMod val="50000"/>
                </a:schemeClr>
              </a:solidFill>
              <a:prstDash val="solid"/>
              <a:headEnd type="none" w="med" len="med"/>
              <a:tailEnd type="arrow" w="med" len="med"/>
            </a:ln>
            <a:effectLst/>
          </p:spPr>
          <p:txBody>
            <a:bodyPr rtlCol="0" anchor="ctr"/>
            <a:lstStyle/>
            <a:p>
              <a:pPr algn="ctr" defTabSz="914225">
                <a:defRPr/>
              </a:pPr>
              <a:endParaRPr lang="en-US" kern="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41" name="Oval 41">
              <a:extLst>
                <a:ext uri="{FF2B5EF4-FFF2-40B4-BE49-F238E27FC236}">
                  <a16:creationId xmlns:a16="http://schemas.microsoft.com/office/drawing/2014/main" id="{8E11FA8D-CBE1-1FC8-408D-8058D6E50496}"/>
                </a:ext>
              </a:extLst>
            </p:cNvPr>
            <p:cNvSpPr/>
            <p:nvPr/>
          </p:nvSpPr>
          <p:spPr>
            <a:xfrm>
              <a:off x="3773419" y="2061625"/>
              <a:ext cx="101654" cy="85725"/>
            </a:xfrm>
            <a:prstGeom prst="ellipse">
              <a:avLst/>
            </a:prstGeom>
            <a:solidFill>
              <a:srgbClr val="E6E6E6">
                <a:lumMod val="50000"/>
              </a:srgbClr>
            </a:solidFill>
            <a:ln w="10795" cap="flat" cmpd="sng" algn="ctr">
              <a:solidFill>
                <a:schemeClr val="accent5">
                  <a:lumMod val="50000"/>
                </a:schemeClr>
              </a:solidFill>
              <a:prstDash val="solid"/>
            </a:ln>
            <a:effectLst/>
          </p:spPr>
          <p:txBody>
            <a:bodyPr rtlCol="0" anchor="ctr"/>
            <a:lstStyle/>
            <a:p>
              <a:pPr algn="ctr" defTabSz="914225">
                <a:defRPr/>
              </a:pPr>
              <a:endParaRPr lang="en-US" kern="0">
                <a:solidFill>
                  <a:schemeClr val="tx1">
                    <a:lumMod val="75000"/>
                    <a:lumOff val="25000"/>
                  </a:schemeClr>
                </a:solidFill>
                <a:latin typeface="Yu Gothic UI" panose="020B0500000000000000" pitchFamily="34" charset="-128"/>
                <a:ea typeface="Yu Gothic UI" panose="020B0500000000000000" pitchFamily="34" charset="-128"/>
              </a:endParaRPr>
            </a:p>
          </p:txBody>
        </p:sp>
      </p:grpSp>
      <p:grpSp>
        <p:nvGrpSpPr>
          <p:cNvPr id="42" name="Group 42">
            <a:extLst>
              <a:ext uri="{FF2B5EF4-FFF2-40B4-BE49-F238E27FC236}">
                <a16:creationId xmlns:a16="http://schemas.microsoft.com/office/drawing/2014/main" id="{E3F80ECE-BCA3-6B4B-879F-D66F561B9855}"/>
              </a:ext>
            </a:extLst>
          </p:cNvPr>
          <p:cNvGrpSpPr/>
          <p:nvPr/>
        </p:nvGrpSpPr>
        <p:grpSpPr>
          <a:xfrm rot="10800000">
            <a:off x="7574604" y="2124445"/>
            <a:ext cx="445650" cy="342809"/>
            <a:chOff x="3550089" y="1921607"/>
            <a:chExt cx="575761" cy="365761"/>
          </a:xfrm>
        </p:grpSpPr>
        <p:sp>
          <p:nvSpPr>
            <p:cNvPr id="43" name="Freeform: Shape 43">
              <a:extLst>
                <a:ext uri="{FF2B5EF4-FFF2-40B4-BE49-F238E27FC236}">
                  <a16:creationId xmlns:a16="http://schemas.microsoft.com/office/drawing/2014/main" id="{EA84D416-7388-E65B-A767-9C22493BB35C}"/>
                </a:ext>
              </a:extLst>
            </p:cNvPr>
            <p:cNvSpPr/>
            <p:nvPr/>
          </p:nvSpPr>
          <p:spPr>
            <a:xfrm>
              <a:off x="3550089" y="1921608"/>
              <a:ext cx="575761" cy="365760"/>
            </a:xfrm>
            <a:custGeom>
              <a:avLst/>
              <a:gdLst>
                <a:gd name="connsiteX0" fmla="*/ 0 w 923544"/>
                <a:gd name="connsiteY0" fmla="*/ 0 h 365760"/>
                <a:gd name="connsiteX1" fmla="*/ 246888 w 923544"/>
                <a:gd name="connsiteY1" fmla="*/ 0 h 365760"/>
                <a:gd name="connsiteX2" fmla="*/ 612648 w 923544"/>
                <a:gd name="connsiteY2" fmla="*/ 365760 h 365760"/>
                <a:gd name="connsiteX3" fmla="*/ 923544 w 923544"/>
                <a:gd name="connsiteY3" fmla="*/ 365760 h 365760"/>
              </a:gdLst>
              <a:ahLst/>
              <a:cxnLst>
                <a:cxn ang="0">
                  <a:pos x="connsiteX0" y="connsiteY0"/>
                </a:cxn>
                <a:cxn ang="0">
                  <a:pos x="connsiteX1" y="connsiteY1"/>
                </a:cxn>
                <a:cxn ang="0">
                  <a:pos x="connsiteX2" y="connsiteY2"/>
                </a:cxn>
                <a:cxn ang="0">
                  <a:pos x="connsiteX3" y="connsiteY3"/>
                </a:cxn>
              </a:cxnLst>
              <a:rect l="l" t="t" r="r" b="b"/>
              <a:pathLst>
                <a:path w="923544" h="365760">
                  <a:moveTo>
                    <a:pt x="0" y="0"/>
                  </a:moveTo>
                  <a:lnTo>
                    <a:pt x="246888" y="0"/>
                  </a:lnTo>
                  <a:lnTo>
                    <a:pt x="612648" y="365760"/>
                  </a:lnTo>
                  <a:lnTo>
                    <a:pt x="923544" y="365760"/>
                  </a:lnTo>
                </a:path>
              </a:pathLst>
            </a:custGeom>
            <a:noFill/>
            <a:ln w="22225" cap="flat" cmpd="sng" algn="ctr">
              <a:solidFill>
                <a:schemeClr val="accent5">
                  <a:lumMod val="50000"/>
                </a:schemeClr>
              </a:solidFill>
              <a:prstDash val="solid"/>
              <a:headEnd type="arrow" w="med" len="med"/>
              <a:tailEnd type="arrow" w="med" len="med"/>
            </a:ln>
            <a:effectLst/>
          </p:spPr>
          <p:txBody>
            <a:bodyPr rtlCol="0" anchor="ctr"/>
            <a:lstStyle/>
            <a:p>
              <a:pPr algn="ctr" defTabSz="914225">
                <a:defRPr/>
              </a:pPr>
              <a:endParaRPr lang="en-US" kern="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44" name="Freeform: Shape 44">
              <a:extLst>
                <a:ext uri="{FF2B5EF4-FFF2-40B4-BE49-F238E27FC236}">
                  <a16:creationId xmlns:a16="http://schemas.microsoft.com/office/drawing/2014/main" id="{18D7C44A-02E1-AE17-0577-402F22349D56}"/>
                </a:ext>
              </a:extLst>
            </p:cNvPr>
            <p:cNvSpPr/>
            <p:nvPr/>
          </p:nvSpPr>
          <p:spPr>
            <a:xfrm flipV="1">
              <a:off x="3550089" y="1921607"/>
              <a:ext cx="575761" cy="365760"/>
            </a:xfrm>
            <a:custGeom>
              <a:avLst/>
              <a:gdLst>
                <a:gd name="connsiteX0" fmla="*/ 0 w 923544"/>
                <a:gd name="connsiteY0" fmla="*/ 0 h 365760"/>
                <a:gd name="connsiteX1" fmla="*/ 246888 w 923544"/>
                <a:gd name="connsiteY1" fmla="*/ 0 h 365760"/>
                <a:gd name="connsiteX2" fmla="*/ 612648 w 923544"/>
                <a:gd name="connsiteY2" fmla="*/ 365760 h 365760"/>
                <a:gd name="connsiteX3" fmla="*/ 923544 w 923544"/>
                <a:gd name="connsiteY3" fmla="*/ 365760 h 365760"/>
              </a:gdLst>
              <a:ahLst/>
              <a:cxnLst>
                <a:cxn ang="0">
                  <a:pos x="connsiteX0" y="connsiteY0"/>
                </a:cxn>
                <a:cxn ang="0">
                  <a:pos x="connsiteX1" y="connsiteY1"/>
                </a:cxn>
                <a:cxn ang="0">
                  <a:pos x="connsiteX2" y="connsiteY2"/>
                </a:cxn>
                <a:cxn ang="0">
                  <a:pos x="connsiteX3" y="connsiteY3"/>
                </a:cxn>
              </a:cxnLst>
              <a:rect l="l" t="t" r="r" b="b"/>
              <a:pathLst>
                <a:path w="923544" h="365760">
                  <a:moveTo>
                    <a:pt x="0" y="0"/>
                  </a:moveTo>
                  <a:lnTo>
                    <a:pt x="246888" y="0"/>
                  </a:lnTo>
                  <a:lnTo>
                    <a:pt x="612648" y="365760"/>
                  </a:lnTo>
                  <a:lnTo>
                    <a:pt x="923544" y="365760"/>
                  </a:lnTo>
                </a:path>
              </a:pathLst>
            </a:custGeom>
            <a:noFill/>
            <a:ln w="22225" cap="flat" cmpd="sng" algn="ctr">
              <a:solidFill>
                <a:schemeClr val="accent5">
                  <a:lumMod val="50000"/>
                </a:schemeClr>
              </a:solidFill>
              <a:prstDash val="solid"/>
              <a:headEnd type="arrow" w="med" len="med"/>
              <a:tailEnd type="arrow" w="med" len="med"/>
            </a:ln>
            <a:effectLst/>
          </p:spPr>
          <p:txBody>
            <a:bodyPr rtlCol="0" anchor="ctr"/>
            <a:lstStyle/>
            <a:p>
              <a:pPr algn="ctr" defTabSz="914225">
                <a:defRPr/>
              </a:pPr>
              <a:endParaRPr lang="en-US" kern="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45" name="Oval 45">
              <a:extLst>
                <a:ext uri="{FF2B5EF4-FFF2-40B4-BE49-F238E27FC236}">
                  <a16:creationId xmlns:a16="http://schemas.microsoft.com/office/drawing/2014/main" id="{D95A5A8C-05CF-9442-3BDF-B8B281F42F57}"/>
                </a:ext>
              </a:extLst>
            </p:cNvPr>
            <p:cNvSpPr/>
            <p:nvPr/>
          </p:nvSpPr>
          <p:spPr>
            <a:xfrm>
              <a:off x="3773419" y="2061625"/>
              <a:ext cx="101654" cy="85725"/>
            </a:xfrm>
            <a:prstGeom prst="ellipse">
              <a:avLst/>
            </a:prstGeom>
            <a:solidFill>
              <a:srgbClr val="E6E6E6">
                <a:lumMod val="50000"/>
              </a:srgbClr>
            </a:solidFill>
            <a:ln w="10795" cap="flat" cmpd="sng" algn="ctr">
              <a:solidFill>
                <a:schemeClr val="accent5">
                  <a:lumMod val="50000"/>
                </a:schemeClr>
              </a:solidFill>
              <a:prstDash val="solid"/>
            </a:ln>
            <a:effectLst/>
          </p:spPr>
          <p:txBody>
            <a:bodyPr rtlCol="0" anchor="ctr"/>
            <a:lstStyle/>
            <a:p>
              <a:pPr algn="ctr" defTabSz="914225">
                <a:defRPr/>
              </a:pPr>
              <a:endParaRPr lang="en-US" kern="0">
                <a:solidFill>
                  <a:schemeClr val="tx1">
                    <a:lumMod val="75000"/>
                    <a:lumOff val="25000"/>
                  </a:schemeClr>
                </a:solidFill>
                <a:latin typeface="Yu Gothic UI" panose="020B0500000000000000" pitchFamily="34" charset="-128"/>
                <a:ea typeface="Yu Gothic UI" panose="020B0500000000000000" pitchFamily="34" charset="-128"/>
              </a:endParaRPr>
            </a:p>
          </p:txBody>
        </p:sp>
      </p:grpSp>
      <p:grpSp>
        <p:nvGrpSpPr>
          <p:cNvPr id="46" name="Group 46">
            <a:extLst>
              <a:ext uri="{FF2B5EF4-FFF2-40B4-BE49-F238E27FC236}">
                <a16:creationId xmlns:a16="http://schemas.microsoft.com/office/drawing/2014/main" id="{5FB6C399-03CF-6BAE-B391-DD256C55581F}"/>
              </a:ext>
            </a:extLst>
          </p:cNvPr>
          <p:cNvGrpSpPr/>
          <p:nvPr/>
        </p:nvGrpSpPr>
        <p:grpSpPr>
          <a:xfrm>
            <a:off x="8180992" y="2353069"/>
            <a:ext cx="2284786" cy="867527"/>
            <a:chOff x="4147637" y="1008582"/>
            <a:chExt cx="1662945" cy="669065"/>
          </a:xfrm>
        </p:grpSpPr>
        <p:sp>
          <p:nvSpPr>
            <p:cNvPr id="47" name="Rectangle: Rounded Corners 47">
              <a:extLst>
                <a:ext uri="{FF2B5EF4-FFF2-40B4-BE49-F238E27FC236}">
                  <a16:creationId xmlns:a16="http://schemas.microsoft.com/office/drawing/2014/main" id="{179F6B48-8F36-880D-1FE7-F6A73E4569A8}"/>
                </a:ext>
              </a:extLst>
            </p:cNvPr>
            <p:cNvSpPr/>
            <p:nvPr/>
          </p:nvSpPr>
          <p:spPr>
            <a:xfrm>
              <a:off x="4147637" y="1008582"/>
              <a:ext cx="1626275" cy="669065"/>
            </a:xfrm>
            <a:prstGeom prst="roundRect">
              <a:avLst/>
            </a:prstGeom>
            <a:solidFill>
              <a:srgbClr val="FFFFFF"/>
            </a:solidFill>
            <a:ln w="19050" cap="flat" cmpd="sng" algn="ctr">
              <a:solidFill>
                <a:srgbClr val="0D0D0D"/>
              </a:solidFill>
              <a:prstDash val="solid"/>
              <a:miter/>
            </a:ln>
            <a:effectLst/>
          </p:spPr>
          <p:txBody>
            <a:bodyPr rot="0" spcFirstLastPara="0" vertOverflow="overflow" horzOverflow="overflow" vert="horz" wrap="square" lIns="91427" tIns="45713" rIns="91427" bIns="45713" numCol="1" spcCol="0" rtlCol="0" fromWordArt="0" anchor="ctr" anchorCtr="0" forceAA="0" compatLnSpc="1">
              <a:prstTxWarp prst="textNoShape">
                <a:avLst/>
              </a:prstTxWarp>
              <a:noAutofit/>
            </a:bodyPr>
            <a:lstStyle/>
            <a:p>
              <a:pPr algn="ctr" defTabSz="914225">
                <a:defRPr/>
              </a:pPr>
              <a:endParaRPr lang="en-US" kern="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48" name="TextBox 48">
              <a:extLst>
                <a:ext uri="{FF2B5EF4-FFF2-40B4-BE49-F238E27FC236}">
                  <a16:creationId xmlns:a16="http://schemas.microsoft.com/office/drawing/2014/main" id="{D8DF6F25-1F33-33CD-9F71-EAA675992D4B}"/>
                </a:ext>
              </a:extLst>
            </p:cNvPr>
            <p:cNvSpPr txBox="1"/>
            <p:nvPr/>
          </p:nvSpPr>
          <p:spPr>
            <a:xfrm>
              <a:off x="4624812" y="1199160"/>
              <a:ext cx="1185770" cy="280687"/>
            </a:xfrm>
            <a:prstGeom prst="rect">
              <a:avLst/>
            </a:prstGeom>
            <a:noFill/>
          </p:spPr>
          <p:txBody>
            <a:bodyPr wrap="square" rtlCol="0">
              <a:spAutoFit/>
            </a:bodyPr>
            <a:lstStyle/>
            <a:p>
              <a:pPr defTabSz="914225">
                <a:defRPr/>
              </a:pPr>
              <a:r>
                <a:rPr lang="en-US" sz="1765" kern="0">
                  <a:solidFill>
                    <a:schemeClr val="tx1">
                      <a:lumMod val="75000"/>
                      <a:lumOff val="25000"/>
                    </a:schemeClr>
                  </a:solidFill>
                  <a:latin typeface="Yu Gothic UI" panose="020B0500000000000000" pitchFamily="34" charset="-128"/>
                  <a:ea typeface="Yu Gothic UI" panose="020B0500000000000000" pitchFamily="34" charset="-128"/>
                  <a:cs typeface="Segoe UI Light" panose="020B0502040204020203" pitchFamily="34" charset="0"/>
                </a:rPr>
                <a:t>Load Balancer </a:t>
              </a:r>
              <a:endParaRPr lang="en-US" sz="1372" kern="0">
                <a:solidFill>
                  <a:schemeClr val="tx1">
                    <a:lumMod val="75000"/>
                    <a:lumOff val="25000"/>
                  </a:schemeClr>
                </a:solidFill>
                <a:latin typeface="Yu Gothic UI" panose="020B0500000000000000" pitchFamily="34" charset="-128"/>
                <a:ea typeface="Yu Gothic UI" panose="020B0500000000000000" pitchFamily="34" charset="-128"/>
                <a:cs typeface="Segoe UI Light" panose="020B0502040204020203" pitchFamily="34" charset="0"/>
              </a:endParaRPr>
            </a:p>
          </p:txBody>
        </p:sp>
        <p:pic>
          <p:nvPicPr>
            <p:cNvPr id="49" name="Picture 2" descr="Image result for standard load balancer icon">
              <a:extLst>
                <a:ext uri="{FF2B5EF4-FFF2-40B4-BE49-F238E27FC236}">
                  <a16:creationId xmlns:a16="http://schemas.microsoft.com/office/drawing/2014/main" id="{0B0A96B3-B432-8166-CFF1-28C2306A5B88}"/>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17885" t="-10981" r="19208" b="-1"/>
            <a:stretch/>
          </p:blipFill>
          <p:spPr bwMode="auto">
            <a:xfrm>
              <a:off x="4223416" y="1109699"/>
              <a:ext cx="456174" cy="43204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0" name="Group 50">
            <a:extLst>
              <a:ext uri="{FF2B5EF4-FFF2-40B4-BE49-F238E27FC236}">
                <a16:creationId xmlns:a16="http://schemas.microsoft.com/office/drawing/2014/main" id="{E9894D41-DFB9-E8B3-F96C-526964F37295}"/>
              </a:ext>
            </a:extLst>
          </p:cNvPr>
          <p:cNvGrpSpPr/>
          <p:nvPr/>
        </p:nvGrpSpPr>
        <p:grpSpPr>
          <a:xfrm>
            <a:off x="2231671" y="1339519"/>
            <a:ext cx="2259782" cy="951904"/>
            <a:chOff x="2050458" y="1804059"/>
            <a:chExt cx="1596411" cy="669065"/>
          </a:xfrm>
        </p:grpSpPr>
        <p:sp>
          <p:nvSpPr>
            <p:cNvPr id="51" name="Rectangle: Rounded Corners 51">
              <a:extLst>
                <a:ext uri="{FF2B5EF4-FFF2-40B4-BE49-F238E27FC236}">
                  <a16:creationId xmlns:a16="http://schemas.microsoft.com/office/drawing/2014/main" id="{F8842E7A-EBDB-3EC7-8B2A-44AA7C93C0CF}"/>
                </a:ext>
              </a:extLst>
            </p:cNvPr>
            <p:cNvSpPr/>
            <p:nvPr/>
          </p:nvSpPr>
          <p:spPr>
            <a:xfrm>
              <a:off x="2050458" y="1804059"/>
              <a:ext cx="1596411" cy="669065"/>
            </a:xfrm>
            <a:prstGeom prst="roundRect">
              <a:avLst/>
            </a:prstGeom>
            <a:solidFill>
              <a:srgbClr val="FFFFFF"/>
            </a:solidFill>
            <a:ln w="19050" cap="flat" cmpd="sng" algn="ctr">
              <a:solidFill>
                <a:srgbClr val="0D0D0D"/>
              </a:solidFill>
              <a:prstDash val="solid"/>
              <a:miter/>
            </a:ln>
            <a:effectLst/>
          </p:spPr>
          <p:txBody>
            <a:bodyPr rot="0" spcFirstLastPara="0" vertOverflow="overflow" horzOverflow="overflow" vert="horz" wrap="square" lIns="91427" tIns="45713" rIns="91427" bIns="45713" numCol="1" spcCol="0" rtlCol="0" fromWordArt="0" anchor="ctr" anchorCtr="0" forceAA="0" compatLnSpc="1">
              <a:prstTxWarp prst="textNoShape">
                <a:avLst/>
              </a:prstTxWarp>
              <a:noAutofit/>
            </a:bodyPr>
            <a:lstStyle/>
            <a:p>
              <a:pPr algn="ctr" defTabSz="914225">
                <a:defRPr/>
              </a:pPr>
              <a:endParaRPr lang="en-US" kern="0">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52" name="Graphic 52">
              <a:extLst>
                <a:ext uri="{FF2B5EF4-FFF2-40B4-BE49-F238E27FC236}">
                  <a16:creationId xmlns:a16="http://schemas.microsoft.com/office/drawing/2014/main" id="{A280092E-0E74-73E8-F822-2C1457A2FE4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150715" y="1961122"/>
              <a:ext cx="348570" cy="348570"/>
            </a:xfrm>
            <a:prstGeom prst="rect">
              <a:avLst/>
            </a:prstGeom>
          </p:spPr>
        </p:pic>
        <p:sp>
          <p:nvSpPr>
            <p:cNvPr id="53" name="TextBox 53">
              <a:extLst>
                <a:ext uri="{FF2B5EF4-FFF2-40B4-BE49-F238E27FC236}">
                  <a16:creationId xmlns:a16="http://schemas.microsoft.com/office/drawing/2014/main" id="{A770A35D-6D4E-7F98-BE19-D230348FE7C9}"/>
                </a:ext>
              </a:extLst>
            </p:cNvPr>
            <p:cNvSpPr txBox="1"/>
            <p:nvPr/>
          </p:nvSpPr>
          <p:spPr>
            <a:xfrm>
              <a:off x="2536257" y="1917797"/>
              <a:ext cx="711635" cy="487771"/>
            </a:xfrm>
            <a:prstGeom prst="rect">
              <a:avLst/>
            </a:prstGeom>
            <a:noFill/>
          </p:spPr>
          <p:txBody>
            <a:bodyPr wrap="square" rtlCol="0">
              <a:spAutoFit/>
            </a:bodyPr>
            <a:lstStyle/>
            <a:p>
              <a:pPr defTabSz="914225">
                <a:defRPr/>
              </a:pPr>
              <a:r>
                <a:rPr lang="en-US" sz="1961" kern="0">
                  <a:solidFill>
                    <a:schemeClr val="tx1">
                      <a:lumMod val="75000"/>
                      <a:lumOff val="25000"/>
                    </a:schemeClr>
                  </a:solidFill>
                  <a:latin typeface="Yu Gothic UI" panose="020B0500000000000000" pitchFamily="34" charset="-128"/>
                  <a:ea typeface="Yu Gothic UI" panose="020B0500000000000000" pitchFamily="34" charset="-128"/>
                  <a:cs typeface="Segoe UI Light" panose="020B0502040204020203" pitchFamily="34" charset="0"/>
                </a:rPr>
                <a:t>Front Door</a:t>
              </a:r>
              <a:endParaRPr lang="en-US" sz="1568" kern="0">
                <a:solidFill>
                  <a:schemeClr val="tx1">
                    <a:lumMod val="75000"/>
                    <a:lumOff val="25000"/>
                  </a:schemeClr>
                </a:solidFill>
                <a:latin typeface="Yu Gothic UI" panose="020B0500000000000000" pitchFamily="34" charset="-128"/>
                <a:ea typeface="Yu Gothic UI" panose="020B0500000000000000" pitchFamily="34" charset="-128"/>
                <a:cs typeface="Segoe UI Light" panose="020B0502040204020203" pitchFamily="34" charset="0"/>
              </a:endParaRPr>
            </a:p>
          </p:txBody>
        </p:sp>
      </p:grpSp>
      <p:sp>
        <p:nvSpPr>
          <p:cNvPr id="55" name="Text Placeholder 7">
            <a:extLst>
              <a:ext uri="{FF2B5EF4-FFF2-40B4-BE49-F238E27FC236}">
                <a16:creationId xmlns:a16="http://schemas.microsoft.com/office/drawing/2014/main" id="{50D288F9-B67E-D62E-7570-DB29DEF5D544}"/>
              </a:ext>
            </a:extLst>
          </p:cNvPr>
          <p:cNvSpPr txBox="1">
            <a:spLocks/>
          </p:cNvSpPr>
          <p:nvPr/>
        </p:nvSpPr>
        <p:spPr>
          <a:xfrm>
            <a:off x="748640" y="4150953"/>
            <a:ext cx="3422811" cy="571226"/>
          </a:xfrm>
          <a:prstGeom prst="rect">
            <a:avLst/>
          </a:prstGeom>
        </p:spPr>
        <p:txBody>
          <a:bodyPr>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32563">
              <a:buNone/>
              <a:defRPr/>
            </a:pPr>
            <a:r>
              <a:rPr lang="en-US" sz="2353" b="1">
                <a:solidFill>
                  <a:schemeClr val="tx1">
                    <a:lumMod val="75000"/>
                    <a:lumOff val="25000"/>
                  </a:schemeClr>
                </a:solidFill>
                <a:latin typeface="Yu Gothic UI" panose="020B0500000000000000" pitchFamily="34" charset="-128"/>
                <a:ea typeface="Yu Gothic UI" panose="020B0500000000000000" pitchFamily="34" charset="-128"/>
              </a:rPr>
              <a:t>Global</a:t>
            </a:r>
          </a:p>
        </p:txBody>
      </p:sp>
      <p:sp>
        <p:nvSpPr>
          <p:cNvPr id="56" name="Text Placeholder 8">
            <a:extLst>
              <a:ext uri="{FF2B5EF4-FFF2-40B4-BE49-F238E27FC236}">
                <a16:creationId xmlns:a16="http://schemas.microsoft.com/office/drawing/2014/main" id="{02CC95BD-FF90-E996-D339-25221F702D8F}"/>
              </a:ext>
            </a:extLst>
          </p:cNvPr>
          <p:cNvSpPr txBox="1">
            <a:spLocks/>
          </p:cNvSpPr>
          <p:nvPr/>
        </p:nvSpPr>
        <p:spPr>
          <a:xfrm>
            <a:off x="742218" y="4657306"/>
            <a:ext cx="4070613" cy="1380257"/>
          </a:xfrm>
          <a:prstGeom prst="rect">
            <a:avLst/>
          </a:prstGeom>
        </p:spPr>
        <p:txBody>
          <a:bodyPr>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32563">
              <a:buNone/>
              <a:defRPr/>
            </a:pPr>
            <a:r>
              <a:rPr lang="ja-JP" altLang="en-US" sz="2353">
                <a:solidFill>
                  <a:schemeClr val="tx1">
                    <a:lumMod val="75000"/>
                    <a:lumOff val="25000"/>
                  </a:schemeClr>
                </a:solidFill>
                <a:latin typeface="Yu Gothic UI" panose="020B0500000000000000" pitchFamily="34" charset="-128"/>
                <a:ea typeface="Yu Gothic UI" panose="020B0500000000000000" pitchFamily="34" charset="-128"/>
              </a:rPr>
              <a:t>最寄りのリージョン、オンプレミス含むデータセンターへのルーティング</a:t>
            </a:r>
            <a:endParaRPr lang="en-US" altLang="ja-JP" sz="2353">
              <a:solidFill>
                <a:schemeClr val="tx1">
                  <a:lumMod val="75000"/>
                  <a:lumOff val="25000"/>
                </a:schemeClr>
              </a:solidFill>
              <a:latin typeface="Yu Gothic UI" panose="020B0500000000000000" pitchFamily="34" charset="-128"/>
              <a:ea typeface="Yu Gothic UI" panose="020B0500000000000000" pitchFamily="34" charset="-128"/>
            </a:endParaRPr>
          </a:p>
          <a:p>
            <a:pPr marL="0" indent="0" defTabSz="932563">
              <a:buNone/>
              <a:defRPr/>
            </a:pPr>
            <a:r>
              <a:rPr lang="en-US" altLang="ja-JP" sz="2353">
                <a:solidFill>
                  <a:schemeClr val="tx1">
                    <a:lumMod val="75000"/>
                    <a:lumOff val="25000"/>
                  </a:schemeClr>
                </a:solidFill>
                <a:latin typeface="Yu Gothic UI" panose="020B0500000000000000" pitchFamily="34" charset="-128"/>
                <a:ea typeface="Yu Gothic UI" panose="020B0500000000000000" pitchFamily="34" charset="-128"/>
              </a:rPr>
              <a:t>SSL</a:t>
            </a:r>
            <a:r>
              <a:rPr lang="ja-JP" altLang="en-US" sz="2353">
                <a:solidFill>
                  <a:schemeClr val="tx1">
                    <a:lumMod val="75000"/>
                    <a:lumOff val="25000"/>
                  </a:schemeClr>
                </a:solidFill>
                <a:latin typeface="Yu Gothic UI" panose="020B0500000000000000" pitchFamily="34" charset="-128"/>
                <a:ea typeface="Yu Gothic UI" panose="020B0500000000000000" pitchFamily="34" charset="-128"/>
              </a:rPr>
              <a:t>オフロードによるアクセラレート</a:t>
            </a:r>
            <a:endParaRPr lang="en-US" sz="2353">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57" name="Text Placeholder 9">
            <a:extLst>
              <a:ext uri="{FF2B5EF4-FFF2-40B4-BE49-F238E27FC236}">
                <a16:creationId xmlns:a16="http://schemas.microsoft.com/office/drawing/2014/main" id="{CAE534F2-A518-B4E9-61A4-6CB69B6748D1}"/>
              </a:ext>
            </a:extLst>
          </p:cNvPr>
          <p:cNvSpPr txBox="1">
            <a:spLocks/>
          </p:cNvSpPr>
          <p:nvPr/>
        </p:nvSpPr>
        <p:spPr>
          <a:xfrm>
            <a:off x="5049553" y="4150953"/>
            <a:ext cx="3023037" cy="571226"/>
          </a:xfrm>
          <a:prstGeom prst="rect">
            <a:avLst/>
          </a:prstGeom>
        </p:spPr>
        <p:txBody>
          <a:bodyPr>
            <a:norm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32563">
              <a:buNone/>
              <a:defRPr/>
            </a:pPr>
            <a:r>
              <a:rPr lang="en-US" sz="2353" b="1">
                <a:solidFill>
                  <a:schemeClr val="tx1">
                    <a:lumMod val="75000"/>
                    <a:lumOff val="25000"/>
                  </a:schemeClr>
                </a:solidFill>
                <a:latin typeface="Yu Gothic UI" panose="020B0500000000000000" pitchFamily="34" charset="-128"/>
                <a:ea typeface="Yu Gothic UI" panose="020B0500000000000000" pitchFamily="34" charset="-128"/>
              </a:rPr>
              <a:t>Regional</a:t>
            </a:r>
          </a:p>
        </p:txBody>
      </p:sp>
      <p:sp>
        <p:nvSpPr>
          <p:cNvPr id="58" name="Text Placeholder 10">
            <a:extLst>
              <a:ext uri="{FF2B5EF4-FFF2-40B4-BE49-F238E27FC236}">
                <a16:creationId xmlns:a16="http://schemas.microsoft.com/office/drawing/2014/main" id="{A314AC22-6065-855B-0A3A-928CE2F1E2BE}"/>
              </a:ext>
            </a:extLst>
          </p:cNvPr>
          <p:cNvSpPr txBox="1">
            <a:spLocks/>
          </p:cNvSpPr>
          <p:nvPr/>
        </p:nvSpPr>
        <p:spPr>
          <a:xfrm>
            <a:off x="5055171" y="4652522"/>
            <a:ext cx="3370381" cy="1422966"/>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32563">
              <a:buNone/>
              <a:defRPr/>
            </a:pPr>
            <a:r>
              <a:rPr lang="en-US" altLang="ja-JP" sz="2353">
                <a:solidFill>
                  <a:schemeClr val="tx1">
                    <a:lumMod val="75000"/>
                    <a:lumOff val="25000"/>
                  </a:schemeClr>
                </a:solidFill>
                <a:latin typeface="Yu Gothic UI" panose="020B0500000000000000" pitchFamily="34" charset="-128"/>
                <a:ea typeface="Yu Gothic UI" panose="020B0500000000000000" pitchFamily="34" charset="-128"/>
              </a:rPr>
              <a:t>Availability</a:t>
            </a:r>
            <a:r>
              <a:rPr lang="ja-JP" altLang="en-US" sz="2353">
                <a:solidFill>
                  <a:schemeClr val="tx1">
                    <a:lumMod val="75000"/>
                    <a:lumOff val="25000"/>
                  </a:schemeClr>
                </a:solidFill>
                <a:latin typeface="Yu Gothic UI" panose="020B0500000000000000" pitchFamily="34" charset="-128"/>
                <a:ea typeface="Yu Gothic UI" panose="020B0500000000000000" pitchFamily="34" charset="-128"/>
              </a:rPr>
              <a:t> </a:t>
            </a:r>
            <a:r>
              <a:rPr lang="en-US" altLang="ja-JP" sz="2353">
                <a:solidFill>
                  <a:schemeClr val="tx1">
                    <a:lumMod val="75000"/>
                    <a:lumOff val="25000"/>
                  </a:schemeClr>
                </a:solidFill>
                <a:latin typeface="Yu Gothic UI" panose="020B0500000000000000" pitchFamily="34" charset="-128"/>
                <a:ea typeface="Yu Gothic UI" panose="020B0500000000000000" pitchFamily="34" charset="-128"/>
              </a:rPr>
              <a:t>Zone</a:t>
            </a:r>
            <a:r>
              <a:rPr lang="ja-JP" altLang="en-US" sz="2353">
                <a:solidFill>
                  <a:schemeClr val="tx1">
                    <a:lumMod val="75000"/>
                    <a:lumOff val="25000"/>
                  </a:schemeClr>
                </a:solidFill>
                <a:latin typeface="Yu Gothic UI" panose="020B0500000000000000" pitchFamily="34" charset="-128"/>
                <a:ea typeface="Yu Gothic UI" panose="020B0500000000000000" pitchFamily="34" charset="-128"/>
              </a:rPr>
              <a:t>を跨いだ</a:t>
            </a:r>
            <a:r>
              <a:rPr lang="en-US" altLang="ja-JP" sz="2353" err="1">
                <a:solidFill>
                  <a:schemeClr val="tx1">
                    <a:lumMod val="75000"/>
                    <a:lumOff val="25000"/>
                  </a:schemeClr>
                </a:solidFill>
                <a:latin typeface="Yu Gothic UI" panose="020B0500000000000000" pitchFamily="34" charset="-128"/>
                <a:ea typeface="Yu Gothic UI" panose="020B0500000000000000" pitchFamily="34" charset="-128"/>
              </a:rPr>
              <a:t>VNet</a:t>
            </a:r>
            <a:r>
              <a:rPr lang="ja-JP" altLang="en-US" sz="2353">
                <a:solidFill>
                  <a:schemeClr val="tx1">
                    <a:lumMod val="75000"/>
                    <a:lumOff val="25000"/>
                  </a:schemeClr>
                </a:solidFill>
                <a:latin typeface="Yu Gothic UI" panose="020B0500000000000000" pitchFamily="34" charset="-128"/>
                <a:ea typeface="Yu Gothic UI" panose="020B0500000000000000" pitchFamily="34" charset="-128"/>
              </a:rPr>
              <a:t>へのルーティング</a:t>
            </a:r>
            <a:endParaRPr lang="en-US" altLang="ja-JP" sz="2353">
              <a:solidFill>
                <a:schemeClr val="tx1">
                  <a:lumMod val="75000"/>
                  <a:lumOff val="25000"/>
                </a:schemeClr>
              </a:solidFill>
              <a:latin typeface="Yu Gothic UI" panose="020B0500000000000000" pitchFamily="34" charset="-128"/>
              <a:ea typeface="Yu Gothic UI" panose="020B0500000000000000" pitchFamily="34" charset="-128"/>
            </a:endParaRPr>
          </a:p>
          <a:p>
            <a:pPr marL="0" indent="0" defTabSz="932563">
              <a:buNone/>
              <a:defRPr/>
            </a:pPr>
            <a:r>
              <a:rPr lang="en-US" altLang="ja-JP" sz="2353">
                <a:solidFill>
                  <a:schemeClr val="tx1">
                    <a:lumMod val="75000"/>
                    <a:lumOff val="25000"/>
                  </a:schemeClr>
                </a:solidFill>
                <a:latin typeface="Yu Gothic UI" panose="020B0500000000000000" pitchFamily="34" charset="-128"/>
                <a:ea typeface="Yu Gothic UI" panose="020B0500000000000000" pitchFamily="34" charset="-128"/>
              </a:rPr>
              <a:t>SSL</a:t>
            </a:r>
            <a:r>
              <a:rPr lang="ja-JP" altLang="en-US" sz="2353">
                <a:solidFill>
                  <a:schemeClr val="tx1">
                    <a:lumMod val="75000"/>
                    <a:lumOff val="25000"/>
                  </a:schemeClr>
                </a:solidFill>
                <a:latin typeface="Yu Gothic UI" panose="020B0500000000000000" pitchFamily="34" charset="-128"/>
                <a:ea typeface="Yu Gothic UI" panose="020B0500000000000000" pitchFamily="34" charset="-128"/>
              </a:rPr>
              <a:t>オフロードによるアクセラレート</a:t>
            </a:r>
            <a:endParaRPr lang="en-US" altLang="ja-JP" sz="2353">
              <a:solidFill>
                <a:schemeClr val="tx1">
                  <a:lumMod val="75000"/>
                  <a:lumOff val="25000"/>
                </a:schemeClr>
              </a:solidFill>
              <a:latin typeface="Yu Gothic UI" panose="020B0500000000000000" pitchFamily="34" charset="-128"/>
              <a:ea typeface="Yu Gothic UI" panose="020B0500000000000000" pitchFamily="34" charset="-128"/>
            </a:endParaRPr>
          </a:p>
        </p:txBody>
      </p:sp>
      <p:grpSp>
        <p:nvGrpSpPr>
          <p:cNvPr id="59" name="Group 68">
            <a:extLst>
              <a:ext uri="{FF2B5EF4-FFF2-40B4-BE49-F238E27FC236}">
                <a16:creationId xmlns:a16="http://schemas.microsoft.com/office/drawing/2014/main" id="{A6D3BB32-8C5A-C0EA-BCFF-640F8C878080}"/>
              </a:ext>
            </a:extLst>
          </p:cNvPr>
          <p:cNvGrpSpPr/>
          <p:nvPr/>
        </p:nvGrpSpPr>
        <p:grpSpPr>
          <a:xfrm>
            <a:off x="4877996" y="4477461"/>
            <a:ext cx="3786560" cy="1565312"/>
            <a:chOff x="4005191" y="5089266"/>
            <a:chExt cx="4138345" cy="4093666"/>
          </a:xfrm>
        </p:grpSpPr>
        <p:cxnSp>
          <p:nvCxnSpPr>
            <p:cNvPr id="60" name="Straight Connector 58">
              <a:extLst>
                <a:ext uri="{FF2B5EF4-FFF2-40B4-BE49-F238E27FC236}">
                  <a16:creationId xmlns:a16="http://schemas.microsoft.com/office/drawing/2014/main" id="{4C2A2292-F77D-8A16-20FA-D1B8FD97A6B5}"/>
                </a:ext>
              </a:extLst>
            </p:cNvPr>
            <p:cNvCxnSpPr>
              <a:cxnSpLocks/>
            </p:cNvCxnSpPr>
            <p:nvPr/>
          </p:nvCxnSpPr>
          <p:spPr>
            <a:xfrm>
              <a:off x="4005191" y="5089266"/>
              <a:ext cx="0" cy="4093666"/>
            </a:xfrm>
            <a:prstGeom prst="line">
              <a:avLst/>
            </a:prstGeom>
            <a:noFill/>
            <a:ln w="12700" cap="rnd" cmpd="sng" algn="ctr">
              <a:solidFill>
                <a:srgbClr val="0D0D0D">
                  <a:lumMod val="50000"/>
                </a:srgbClr>
              </a:solidFill>
              <a:prstDash val="sysDot"/>
              <a:headEnd type="none"/>
              <a:tailEnd type="none"/>
            </a:ln>
            <a:effectLst/>
          </p:spPr>
        </p:cxnSp>
        <p:cxnSp>
          <p:nvCxnSpPr>
            <p:cNvPr id="61" name="Straight Connector 63">
              <a:extLst>
                <a:ext uri="{FF2B5EF4-FFF2-40B4-BE49-F238E27FC236}">
                  <a16:creationId xmlns:a16="http://schemas.microsoft.com/office/drawing/2014/main" id="{102D3E7F-06E8-2A7A-4D0A-9DAA49126AD4}"/>
                </a:ext>
              </a:extLst>
            </p:cNvPr>
            <p:cNvCxnSpPr>
              <a:cxnSpLocks/>
            </p:cNvCxnSpPr>
            <p:nvPr/>
          </p:nvCxnSpPr>
          <p:spPr>
            <a:xfrm>
              <a:off x="8143536" y="5089266"/>
              <a:ext cx="0" cy="4093666"/>
            </a:xfrm>
            <a:prstGeom prst="line">
              <a:avLst/>
            </a:prstGeom>
            <a:noFill/>
            <a:ln w="12700" cap="rnd" cmpd="sng" algn="ctr">
              <a:solidFill>
                <a:srgbClr val="0D0D0D">
                  <a:lumMod val="50000"/>
                </a:srgbClr>
              </a:solidFill>
              <a:prstDash val="sysDot"/>
              <a:headEnd type="none"/>
              <a:tailEnd type="none"/>
            </a:ln>
            <a:effectLst/>
          </p:spPr>
        </p:cxnSp>
      </p:grpSp>
      <p:sp>
        <p:nvSpPr>
          <p:cNvPr id="62" name="Text Placeholder 10">
            <a:extLst>
              <a:ext uri="{FF2B5EF4-FFF2-40B4-BE49-F238E27FC236}">
                <a16:creationId xmlns:a16="http://schemas.microsoft.com/office/drawing/2014/main" id="{2D879589-1843-C202-7C6A-8CF48DE083FC}"/>
              </a:ext>
            </a:extLst>
          </p:cNvPr>
          <p:cNvSpPr txBox="1">
            <a:spLocks/>
          </p:cNvSpPr>
          <p:nvPr/>
        </p:nvSpPr>
        <p:spPr>
          <a:xfrm>
            <a:off x="8811162" y="4652522"/>
            <a:ext cx="3023037" cy="1422966"/>
          </a:xfrm>
          <a:prstGeom prst="rect">
            <a:avLst/>
          </a:prstGeom>
        </p:spPr>
        <p:txBody>
          <a:bodyPr vert="horz" lIns="91427" tIns="45713" rIns="91427" bIns="45713" rtlCol="0">
            <a:normAutofit/>
          </a:bodyPr>
          <a:lstStyle>
            <a:lvl1pPr marL="0" indent="0" algn="l" defTabSz="914400" rtl="0" eaLnBrk="1" latinLnBrk="0" hangingPunct="1">
              <a:lnSpc>
                <a:spcPct val="90000"/>
              </a:lnSpc>
              <a:spcBef>
                <a:spcPts val="1000"/>
              </a:spcBef>
              <a:buFont typeface="Arial"/>
              <a:buNone/>
              <a:defRPr sz="1600" b="0" i="0" kern="1200" spc="0">
                <a:solidFill>
                  <a:schemeClr val="tx1"/>
                </a:solidFill>
                <a:latin typeface="Segoe UI" charset="0"/>
                <a:ea typeface="Segoe UI" charset="0"/>
                <a:cs typeface="Segoe UI" charset="0"/>
              </a:defRPr>
            </a:lvl1pPr>
            <a:lvl2pPr marL="457200" indent="0" algn="l" defTabSz="914400" rtl="0" eaLnBrk="1" latinLnBrk="0" hangingPunct="1">
              <a:lnSpc>
                <a:spcPct val="90000"/>
              </a:lnSpc>
              <a:spcBef>
                <a:spcPts val="500"/>
              </a:spcBef>
              <a:buFont typeface="Arial"/>
              <a:buNone/>
              <a:defRPr sz="2400" b="0" i="0" kern="1200">
                <a:solidFill>
                  <a:schemeClr val="tx1"/>
                </a:solidFill>
                <a:latin typeface="Segoe UI" charset="0"/>
                <a:ea typeface="Segoe UI" charset="0"/>
                <a:cs typeface="Segoe UI" charset="0"/>
              </a:defRPr>
            </a:lvl2pPr>
            <a:lvl3pPr marL="914400" indent="0" algn="l" defTabSz="914400" rtl="0" eaLnBrk="1" latinLnBrk="0" hangingPunct="1">
              <a:lnSpc>
                <a:spcPct val="90000"/>
              </a:lnSpc>
              <a:spcBef>
                <a:spcPts val="500"/>
              </a:spcBef>
              <a:buFont typeface="Arial"/>
              <a:buNone/>
              <a:defRPr sz="2000" b="0" i="0" kern="1200">
                <a:solidFill>
                  <a:schemeClr val="tx1"/>
                </a:solidFill>
                <a:latin typeface="Segoe UI" charset="0"/>
                <a:ea typeface="Segoe UI" charset="0"/>
                <a:cs typeface="Segoe UI" charset="0"/>
              </a:defRPr>
            </a:lvl3pPr>
            <a:lvl4pPr marL="1371600" indent="0" algn="l" defTabSz="914400" rtl="0" eaLnBrk="1" latinLnBrk="0" hangingPunct="1">
              <a:lnSpc>
                <a:spcPct val="90000"/>
              </a:lnSpc>
              <a:spcBef>
                <a:spcPts val="500"/>
              </a:spcBef>
              <a:buFont typeface="Arial"/>
              <a:buNone/>
              <a:defRPr sz="1800" b="0" i="0" kern="1200">
                <a:solidFill>
                  <a:schemeClr val="tx1"/>
                </a:solidFill>
                <a:latin typeface="Segoe UI" charset="0"/>
                <a:ea typeface="Segoe UI" charset="0"/>
                <a:cs typeface="Segoe UI" charset="0"/>
              </a:defRPr>
            </a:lvl4pPr>
            <a:lvl5pPr marL="1828800" indent="0" algn="l" defTabSz="914400" rtl="0" eaLnBrk="1" latinLnBrk="0" hangingPunct="1">
              <a:lnSpc>
                <a:spcPct val="90000"/>
              </a:lnSpc>
              <a:spcBef>
                <a:spcPts val="500"/>
              </a:spcBef>
              <a:buFont typeface="Arial"/>
              <a:buNone/>
              <a:defRPr sz="1800" b="0" i="0" kern="1200">
                <a:solidFill>
                  <a:schemeClr val="tx1"/>
                </a:solidFill>
                <a:latin typeface="Segoe UI" charset="0"/>
                <a:ea typeface="Segoe UI" charset="0"/>
                <a:cs typeface="Segoe UI"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defRPr/>
            </a:pPr>
            <a:r>
              <a:rPr lang="ja-JP" altLang="en-US" sz="2353">
                <a:solidFill>
                  <a:schemeClr val="tx1">
                    <a:lumMod val="75000"/>
                    <a:lumOff val="25000"/>
                  </a:schemeClr>
                </a:solidFill>
                <a:latin typeface="Yu Gothic UI" panose="020B0500000000000000" pitchFamily="34" charset="-128"/>
                <a:ea typeface="Yu Gothic UI" panose="020B0500000000000000" pitchFamily="34" charset="-128"/>
                <a:cs typeface="Segoe UI Semilight" panose="020B0402040204020203" pitchFamily="34" charset="0"/>
              </a:rPr>
              <a:t>リージョン内でのリソース間通信</a:t>
            </a:r>
            <a:endParaRPr lang="en-US" sz="2353">
              <a:solidFill>
                <a:schemeClr val="tx1">
                  <a:lumMod val="75000"/>
                  <a:lumOff val="25000"/>
                </a:schemeClr>
              </a:solidFill>
              <a:latin typeface="Yu Gothic UI" panose="020B0500000000000000" pitchFamily="34" charset="-128"/>
              <a:ea typeface="Yu Gothic UI" panose="020B0500000000000000" pitchFamily="34" charset="-128"/>
              <a:cs typeface="Segoe UI Semilight" panose="020B0402040204020203" pitchFamily="34" charset="0"/>
            </a:endParaRPr>
          </a:p>
        </p:txBody>
      </p:sp>
      <p:sp>
        <p:nvSpPr>
          <p:cNvPr id="63" name="Text Placeholder 11">
            <a:extLst>
              <a:ext uri="{FF2B5EF4-FFF2-40B4-BE49-F238E27FC236}">
                <a16:creationId xmlns:a16="http://schemas.microsoft.com/office/drawing/2014/main" id="{8410F730-3B36-0339-89FF-9D995534060B}"/>
              </a:ext>
            </a:extLst>
          </p:cNvPr>
          <p:cNvSpPr txBox="1">
            <a:spLocks/>
          </p:cNvSpPr>
          <p:nvPr/>
        </p:nvSpPr>
        <p:spPr>
          <a:xfrm>
            <a:off x="8814734" y="4134925"/>
            <a:ext cx="3422811" cy="571226"/>
          </a:xfrm>
          <a:prstGeom prst="rect">
            <a:avLst/>
          </a:prstGeom>
        </p:spPr>
        <p:txBody>
          <a:bodyPr>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32563">
              <a:buNone/>
              <a:defRPr/>
            </a:pPr>
            <a:r>
              <a:rPr lang="en-US" sz="2353" b="1">
                <a:solidFill>
                  <a:schemeClr val="tx1">
                    <a:lumMod val="75000"/>
                    <a:lumOff val="25000"/>
                  </a:schemeClr>
                </a:solidFill>
                <a:latin typeface="Yu Gothic UI" panose="020B0500000000000000" pitchFamily="34" charset="-128"/>
                <a:ea typeface="Yu Gothic UI" panose="020B0500000000000000" pitchFamily="34" charset="-128"/>
              </a:rPr>
              <a:t>Internal</a:t>
            </a:r>
          </a:p>
        </p:txBody>
      </p:sp>
      <p:pic>
        <p:nvPicPr>
          <p:cNvPr id="64" name="Picture 77">
            <a:extLst>
              <a:ext uri="{FF2B5EF4-FFF2-40B4-BE49-F238E27FC236}">
                <a16:creationId xmlns:a16="http://schemas.microsoft.com/office/drawing/2014/main" id="{596EDF35-9A17-20C3-A313-B31898F44BF3}"/>
              </a:ext>
            </a:extLst>
          </p:cNvPr>
          <p:cNvPicPr>
            <a:picLocks noChangeAspect="1"/>
          </p:cNvPicPr>
          <p:nvPr/>
        </p:nvPicPr>
        <p:blipFill>
          <a:blip r:embed="rId14">
            <a:grayscl/>
          </a:blip>
          <a:stretch>
            <a:fillRect/>
          </a:stretch>
        </p:blipFill>
        <p:spPr>
          <a:xfrm>
            <a:off x="9742948" y="3588078"/>
            <a:ext cx="378661" cy="438518"/>
          </a:xfrm>
          <a:prstGeom prst="rect">
            <a:avLst/>
          </a:prstGeom>
          <a:ln>
            <a:noFill/>
            <a:prstDash val="sysDash"/>
          </a:ln>
        </p:spPr>
      </p:pic>
      <p:pic>
        <p:nvPicPr>
          <p:cNvPr id="65" name="Picture 78">
            <a:extLst>
              <a:ext uri="{FF2B5EF4-FFF2-40B4-BE49-F238E27FC236}">
                <a16:creationId xmlns:a16="http://schemas.microsoft.com/office/drawing/2014/main" id="{DC5EEC24-115F-ACDB-2BB7-830F74CFC1BB}"/>
              </a:ext>
            </a:extLst>
          </p:cNvPr>
          <p:cNvPicPr>
            <a:picLocks noChangeAspect="1"/>
          </p:cNvPicPr>
          <p:nvPr/>
        </p:nvPicPr>
        <p:blipFill>
          <a:blip r:embed="rId15" cstate="print">
            <a:duotone>
              <a:prstClr val="black"/>
              <a:srgbClr val="737373">
                <a:tint val="45000"/>
                <a:satMod val="400000"/>
              </a:srgbClr>
            </a:duotone>
            <a:extLst>
              <a:ext uri="{28A0092B-C50C-407E-A947-70E740481C1C}">
                <a14:useLocalDpi xmlns:a14="http://schemas.microsoft.com/office/drawing/2010/main" val="0"/>
              </a:ext>
            </a:extLst>
          </a:blip>
          <a:stretch>
            <a:fillRect/>
          </a:stretch>
        </p:blipFill>
        <p:spPr>
          <a:xfrm>
            <a:off x="5817653" y="3668341"/>
            <a:ext cx="293369" cy="293369"/>
          </a:xfrm>
          <a:prstGeom prst="rect">
            <a:avLst/>
          </a:prstGeom>
        </p:spPr>
      </p:pic>
      <p:pic>
        <p:nvPicPr>
          <p:cNvPr id="66" name="Picture 79">
            <a:extLst>
              <a:ext uri="{FF2B5EF4-FFF2-40B4-BE49-F238E27FC236}">
                <a16:creationId xmlns:a16="http://schemas.microsoft.com/office/drawing/2014/main" id="{58280A3B-9F4F-3F5A-0413-207B879883D2}"/>
              </a:ext>
            </a:extLst>
          </p:cNvPr>
          <p:cNvPicPr>
            <a:picLocks noChangeAspect="1"/>
          </p:cNvPicPr>
          <p:nvPr/>
        </p:nvPicPr>
        <p:blipFill>
          <a:blip r:embed="rId16" cstate="print">
            <a:duotone>
              <a:prstClr val="black"/>
              <a:srgbClr val="737373">
                <a:tint val="45000"/>
                <a:satMod val="400000"/>
              </a:srgbClr>
            </a:duotone>
            <a:extLst>
              <a:ext uri="{28A0092B-C50C-407E-A947-70E740481C1C}">
                <a14:useLocalDpi xmlns:a14="http://schemas.microsoft.com/office/drawing/2010/main" val="0"/>
              </a:ext>
            </a:extLst>
          </a:blip>
          <a:stretch>
            <a:fillRect/>
          </a:stretch>
        </p:blipFill>
        <p:spPr>
          <a:xfrm>
            <a:off x="5071871" y="3666899"/>
            <a:ext cx="289941" cy="289941"/>
          </a:xfrm>
          <a:prstGeom prst="rect">
            <a:avLst/>
          </a:prstGeom>
        </p:spPr>
      </p:pic>
      <p:pic>
        <p:nvPicPr>
          <p:cNvPr id="67" name="Picture 14" descr="Image result for azure logic apps icon">
            <a:extLst>
              <a:ext uri="{FF2B5EF4-FFF2-40B4-BE49-F238E27FC236}">
                <a16:creationId xmlns:a16="http://schemas.microsoft.com/office/drawing/2014/main" id="{80159E57-3143-328E-5FA4-12B6D00C108D}"/>
              </a:ext>
            </a:extLst>
          </p:cNvPr>
          <p:cNvPicPr>
            <a:picLocks noChangeAspect="1" noChangeArrowheads="1"/>
          </p:cNvPicPr>
          <p:nvPr/>
        </p:nvPicPr>
        <p:blipFill>
          <a:blip r:embed="rId17" cstate="print">
            <a:duotone>
              <a:prstClr val="black"/>
              <a:srgbClr val="737373">
                <a:tint val="45000"/>
                <a:satMod val="400000"/>
              </a:srgbClr>
            </a:duotone>
            <a:extLst>
              <a:ext uri="{28A0092B-C50C-407E-A947-70E740481C1C}">
                <a14:useLocalDpi xmlns:a14="http://schemas.microsoft.com/office/drawing/2010/main" val="0"/>
              </a:ext>
            </a:extLst>
          </a:blip>
          <a:srcRect/>
          <a:stretch>
            <a:fillRect/>
          </a:stretch>
        </p:blipFill>
        <p:spPr bwMode="auto">
          <a:xfrm>
            <a:off x="5777942" y="3291599"/>
            <a:ext cx="394652" cy="394652"/>
          </a:xfrm>
          <a:prstGeom prst="rect">
            <a:avLst/>
          </a:prstGeom>
          <a:extLst>
            <a:ext uri="{909E8E84-426E-40DD-AFC4-6F175D3DCCD1}">
              <a14:hiddenFill xmlns:a14="http://schemas.microsoft.com/office/drawing/2010/main">
                <a:solidFill>
                  <a:srgbClr val="FFFFFF"/>
                </a:solidFill>
              </a14:hiddenFill>
            </a:ext>
          </a:extLst>
        </p:spPr>
      </p:pic>
      <p:pic>
        <p:nvPicPr>
          <p:cNvPr id="68" name="Picture 81">
            <a:extLst>
              <a:ext uri="{FF2B5EF4-FFF2-40B4-BE49-F238E27FC236}">
                <a16:creationId xmlns:a16="http://schemas.microsoft.com/office/drawing/2014/main" id="{4570114B-B206-4378-5700-DCDAE0E75EB9}"/>
              </a:ext>
            </a:extLst>
          </p:cNvPr>
          <p:cNvPicPr>
            <a:picLocks noChangeAspect="1"/>
          </p:cNvPicPr>
          <p:nvPr/>
        </p:nvPicPr>
        <p:blipFill>
          <a:blip r:embed="rId18" cstate="print">
            <a:duotone>
              <a:prstClr val="black"/>
              <a:srgbClr val="737373">
                <a:tint val="45000"/>
                <a:satMod val="400000"/>
              </a:srgbClr>
            </a:duotone>
            <a:extLst>
              <a:ext uri="{28A0092B-C50C-407E-A947-70E740481C1C}">
                <a14:useLocalDpi xmlns:a14="http://schemas.microsoft.com/office/drawing/2010/main" val="0"/>
              </a:ext>
            </a:extLst>
          </a:blip>
          <a:stretch>
            <a:fillRect/>
          </a:stretch>
        </p:blipFill>
        <p:spPr>
          <a:xfrm>
            <a:off x="5420536" y="3680833"/>
            <a:ext cx="334350" cy="334350"/>
          </a:xfrm>
          <a:prstGeom prst="rect">
            <a:avLst/>
          </a:prstGeom>
        </p:spPr>
      </p:pic>
      <p:grpSp>
        <p:nvGrpSpPr>
          <p:cNvPr id="69" name="Group 82">
            <a:extLst>
              <a:ext uri="{FF2B5EF4-FFF2-40B4-BE49-F238E27FC236}">
                <a16:creationId xmlns:a16="http://schemas.microsoft.com/office/drawing/2014/main" id="{1E6756FE-587B-2E20-CC81-755F7E7CE2F1}"/>
              </a:ext>
            </a:extLst>
          </p:cNvPr>
          <p:cNvGrpSpPr/>
          <p:nvPr/>
        </p:nvGrpSpPr>
        <p:grpSpPr>
          <a:xfrm>
            <a:off x="8185994" y="1339518"/>
            <a:ext cx="2234405" cy="947087"/>
            <a:chOff x="4961420" y="1804059"/>
            <a:chExt cx="1578483" cy="669065"/>
          </a:xfrm>
        </p:grpSpPr>
        <p:sp>
          <p:nvSpPr>
            <p:cNvPr id="70" name="Rectangle: Rounded Corners 83">
              <a:extLst>
                <a:ext uri="{FF2B5EF4-FFF2-40B4-BE49-F238E27FC236}">
                  <a16:creationId xmlns:a16="http://schemas.microsoft.com/office/drawing/2014/main" id="{D63429CC-FFF6-01E4-B80E-E41BB0137784}"/>
                </a:ext>
              </a:extLst>
            </p:cNvPr>
            <p:cNvSpPr/>
            <p:nvPr/>
          </p:nvSpPr>
          <p:spPr>
            <a:xfrm>
              <a:off x="4961420" y="1804059"/>
              <a:ext cx="1578483" cy="669065"/>
            </a:xfrm>
            <a:prstGeom prst="roundRect">
              <a:avLst/>
            </a:prstGeom>
            <a:solidFill>
              <a:srgbClr val="FFFFFF"/>
            </a:solidFill>
            <a:ln w="19050" cap="flat" cmpd="sng" algn="ctr">
              <a:solidFill>
                <a:srgbClr val="0D0D0D"/>
              </a:solidFill>
              <a:prstDash val="solid"/>
              <a:miter/>
            </a:ln>
            <a:effectLst/>
          </p:spPr>
          <p:txBody>
            <a:bodyPr rot="0" spcFirstLastPara="0" vertOverflow="overflow" horzOverflow="overflow" vert="horz" wrap="square" lIns="91427" tIns="45713" rIns="91427" bIns="45713" numCol="1" spcCol="0" rtlCol="0" fromWordArt="0" anchor="ctr" anchorCtr="0" forceAA="0" compatLnSpc="1">
              <a:prstTxWarp prst="textNoShape">
                <a:avLst/>
              </a:prstTxWarp>
              <a:noAutofit/>
            </a:bodyPr>
            <a:lstStyle/>
            <a:p>
              <a:pPr algn="ctr" defTabSz="914225">
                <a:defRPr/>
              </a:pPr>
              <a:endParaRPr lang="en-US" kern="0">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71" name="Picture 84">
              <a:extLst>
                <a:ext uri="{FF2B5EF4-FFF2-40B4-BE49-F238E27FC236}">
                  <a16:creationId xmlns:a16="http://schemas.microsoft.com/office/drawing/2014/main" id="{E895CB20-4948-A17E-9A8A-94AAF3D81A7A}"/>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050498" y="1927505"/>
              <a:ext cx="415804" cy="415804"/>
            </a:xfrm>
            <a:prstGeom prst="rect">
              <a:avLst/>
            </a:prstGeom>
          </p:spPr>
        </p:pic>
        <p:sp>
          <p:nvSpPr>
            <p:cNvPr id="72" name="TextBox 85">
              <a:extLst>
                <a:ext uri="{FF2B5EF4-FFF2-40B4-BE49-F238E27FC236}">
                  <a16:creationId xmlns:a16="http://schemas.microsoft.com/office/drawing/2014/main" id="{2D0F971C-9F59-FFD7-9ED9-8BF421F42ABB}"/>
                </a:ext>
              </a:extLst>
            </p:cNvPr>
            <p:cNvSpPr txBox="1"/>
            <p:nvPr/>
          </p:nvSpPr>
          <p:spPr>
            <a:xfrm>
              <a:off x="5429914" y="1904574"/>
              <a:ext cx="1068230" cy="490252"/>
            </a:xfrm>
            <a:prstGeom prst="rect">
              <a:avLst/>
            </a:prstGeom>
            <a:noFill/>
          </p:spPr>
          <p:txBody>
            <a:bodyPr wrap="square" rtlCol="0">
              <a:spAutoFit/>
            </a:bodyPr>
            <a:lstStyle/>
            <a:p>
              <a:pPr defTabSz="914225">
                <a:defRPr/>
              </a:pPr>
              <a:r>
                <a:rPr lang="en-US" sz="1961" kern="0">
                  <a:solidFill>
                    <a:schemeClr val="tx1">
                      <a:lumMod val="75000"/>
                      <a:lumOff val="25000"/>
                    </a:schemeClr>
                  </a:solidFill>
                  <a:latin typeface="Yu Gothic UI" panose="020B0500000000000000" pitchFamily="34" charset="-128"/>
                  <a:ea typeface="Yu Gothic UI" panose="020B0500000000000000" pitchFamily="34" charset="-128"/>
                  <a:cs typeface="Segoe UI Light" panose="020B0502040204020203" pitchFamily="34" charset="0"/>
                </a:rPr>
                <a:t>Application Gateway</a:t>
              </a:r>
              <a:endParaRPr lang="en-US" sz="1568" kern="0">
                <a:solidFill>
                  <a:schemeClr val="tx1">
                    <a:lumMod val="75000"/>
                    <a:lumOff val="25000"/>
                  </a:schemeClr>
                </a:solidFill>
                <a:latin typeface="Yu Gothic UI" panose="020B0500000000000000" pitchFamily="34" charset="-128"/>
                <a:ea typeface="Yu Gothic UI" panose="020B0500000000000000" pitchFamily="34" charset="-128"/>
                <a:cs typeface="Segoe UI Light" panose="020B0502040204020203" pitchFamily="34" charset="0"/>
              </a:endParaRPr>
            </a:p>
          </p:txBody>
        </p:sp>
      </p:grpSp>
      <p:sp>
        <p:nvSpPr>
          <p:cNvPr id="73" name="Text Placeholder 11">
            <a:extLst>
              <a:ext uri="{FF2B5EF4-FFF2-40B4-BE49-F238E27FC236}">
                <a16:creationId xmlns:a16="http://schemas.microsoft.com/office/drawing/2014/main" id="{B430F3D9-905D-D416-DF8E-CFBC27C3FB10}"/>
              </a:ext>
            </a:extLst>
          </p:cNvPr>
          <p:cNvSpPr txBox="1">
            <a:spLocks/>
          </p:cNvSpPr>
          <p:nvPr/>
        </p:nvSpPr>
        <p:spPr>
          <a:xfrm>
            <a:off x="10402141" y="1551296"/>
            <a:ext cx="1549870" cy="571226"/>
          </a:xfrm>
          <a:prstGeom prst="rect">
            <a:avLst/>
          </a:prstGeom>
        </p:spPr>
        <p:txBody>
          <a:bodyPr>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32563">
              <a:buNone/>
              <a:defRPr/>
            </a:pPr>
            <a:r>
              <a:rPr lang="en-US" sz="2745" b="1">
                <a:solidFill>
                  <a:schemeClr val="tx1">
                    <a:lumMod val="75000"/>
                    <a:lumOff val="25000"/>
                  </a:schemeClr>
                </a:solidFill>
                <a:latin typeface="Yu Gothic UI" panose="020B0500000000000000" pitchFamily="34" charset="-128"/>
                <a:ea typeface="Yu Gothic UI" panose="020B0500000000000000" pitchFamily="34" charset="-128"/>
              </a:rPr>
              <a:t>HTTP/S</a:t>
            </a:r>
          </a:p>
        </p:txBody>
      </p:sp>
      <p:sp>
        <p:nvSpPr>
          <p:cNvPr id="74" name="Text Placeholder 11">
            <a:extLst>
              <a:ext uri="{FF2B5EF4-FFF2-40B4-BE49-F238E27FC236}">
                <a16:creationId xmlns:a16="http://schemas.microsoft.com/office/drawing/2014/main" id="{396CD957-DF61-0E46-BB08-2460605B1D5C}"/>
              </a:ext>
            </a:extLst>
          </p:cNvPr>
          <p:cNvSpPr txBox="1">
            <a:spLocks/>
          </p:cNvSpPr>
          <p:nvPr/>
        </p:nvSpPr>
        <p:spPr>
          <a:xfrm>
            <a:off x="10402141" y="2370113"/>
            <a:ext cx="1852207" cy="571226"/>
          </a:xfrm>
          <a:prstGeom prst="rect">
            <a:avLst/>
          </a:prstGeom>
        </p:spPr>
        <p:txBody>
          <a:bodyPr>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32563">
              <a:spcBef>
                <a:spcPts val="0"/>
              </a:spcBef>
              <a:buNone/>
              <a:defRPr/>
            </a:pPr>
            <a:r>
              <a:rPr lang="en-US" sz="2745" b="1">
                <a:solidFill>
                  <a:schemeClr val="tx1">
                    <a:lumMod val="75000"/>
                    <a:lumOff val="25000"/>
                  </a:schemeClr>
                </a:solidFill>
                <a:latin typeface="Yu Gothic UI" panose="020B0500000000000000" pitchFamily="34" charset="-128"/>
                <a:ea typeface="Yu Gothic UI" panose="020B0500000000000000" pitchFamily="34" charset="-128"/>
              </a:rPr>
              <a:t>Any</a:t>
            </a:r>
          </a:p>
          <a:p>
            <a:pPr marL="0" indent="0" defTabSz="932563">
              <a:spcBef>
                <a:spcPts val="0"/>
              </a:spcBef>
              <a:buNone/>
              <a:defRPr/>
            </a:pPr>
            <a:r>
              <a:rPr lang="en-US" sz="2745" b="1">
                <a:solidFill>
                  <a:schemeClr val="tx1">
                    <a:lumMod val="75000"/>
                    <a:lumOff val="25000"/>
                  </a:schemeClr>
                </a:solidFill>
                <a:latin typeface="Yu Gothic UI" panose="020B0500000000000000" pitchFamily="34" charset="-128"/>
                <a:ea typeface="Yu Gothic UI" panose="020B0500000000000000" pitchFamily="34" charset="-128"/>
              </a:rPr>
              <a:t>Protocol</a:t>
            </a:r>
          </a:p>
        </p:txBody>
      </p:sp>
      <p:sp>
        <p:nvSpPr>
          <p:cNvPr id="75" name="テキスト ボックス 74">
            <a:extLst>
              <a:ext uri="{FF2B5EF4-FFF2-40B4-BE49-F238E27FC236}">
                <a16:creationId xmlns:a16="http://schemas.microsoft.com/office/drawing/2014/main" id="{9507A0AF-6B90-2B39-B7C5-194F9690B042}"/>
              </a:ext>
            </a:extLst>
          </p:cNvPr>
          <p:cNvSpPr txBox="1"/>
          <p:nvPr/>
        </p:nvSpPr>
        <p:spPr>
          <a:xfrm>
            <a:off x="1041551" y="6292382"/>
            <a:ext cx="9281129" cy="369332"/>
          </a:xfrm>
          <a:prstGeom prst="rect">
            <a:avLst/>
          </a:prstGeom>
          <a:noFill/>
        </p:spPr>
        <p:txBody>
          <a:bodyPr wrap="square">
            <a:spAutoFit/>
          </a:bodyPr>
          <a:lstStyle/>
          <a:p>
            <a:r>
              <a:rPr lang="ja-JP" altLang="en-US">
                <a:solidFill>
                  <a:schemeClr val="tx1">
                    <a:lumMod val="75000"/>
                    <a:lumOff val="25000"/>
                  </a:schemeClr>
                </a:solidFill>
                <a:latin typeface="Yu Gothic UI" panose="020B0500000000000000" pitchFamily="34" charset="-128"/>
                <a:ea typeface="Yu Gothic UI" panose="020B0500000000000000" pitchFamily="34" charset="-128"/>
                <a:hlinkClick r:id="rId19">
                  <a:extLst>
                    <a:ext uri="{A12FA001-AC4F-418D-AE19-62706E023703}">
                      <ahyp:hlinkClr xmlns:ahyp="http://schemas.microsoft.com/office/drawing/2018/hyperlinkcolor" val="tx"/>
                    </a:ext>
                  </a:extLst>
                </a:hlinkClick>
              </a:rPr>
              <a:t>リージョン間ロード バランサー </a:t>
            </a:r>
            <a:r>
              <a:rPr lang="en-US" altLang="ja-JP">
                <a:solidFill>
                  <a:schemeClr val="tx1">
                    <a:lumMod val="75000"/>
                    <a:lumOff val="25000"/>
                  </a:schemeClr>
                </a:solidFill>
                <a:latin typeface="Yu Gothic UI" panose="020B0500000000000000" pitchFamily="34" charset="-128"/>
                <a:ea typeface="Yu Gothic UI" panose="020B0500000000000000" pitchFamily="34" charset="-128"/>
                <a:hlinkClick r:id="rId19">
                  <a:extLst>
                    <a:ext uri="{A12FA001-AC4F-418D-AE19-62706E023703}">
                      <ahyp:hlinkClr xmlns:ahyp="http://schemas.microsoft.com/office/drawing/2018/hyperlinkcolor" val="tx"/>
                    </a:ext>
                  </a:extLst>
                </a:hlinkClick>
              </a:rPr>
              <a:t>(</a:t>
            </a:r>
            <a:r>
              <a:rPr lang="ja-JP" altLang="en-US">
                <a:solidFill>
                  <a:schemeClr val="tx1">
                    <a:lumMod val="75000"/>
                    <a:lumOff val="25000"/>
                  </a:schemeClr>
                </a:solidFill>
                <a:latin typeface="Yu Gothic UI" panose="020B0500000000000000" pitchFamily="34" charset="-128"/>
                <a:ea typeface="Yu Gothic UI" panose="020B0500000000000000" pitchFamily="34" charset="-128"/>
                <a:hlinkClick r:id="rId19">
                  <a:extLst>
                    <a:ext uri="{A12FA001-AC4F-418D-AE19-62706E023703}">
                      <ahyp:hlinkClr xmlns:ahyp="http://schemas.microsoft.com/office/drawing/2018/hyperlinkcolor" val="tx"/>
                    </a:ext>
                  </a:extLst>
                </a:hlinkClick>
              </a:rPr>
              <a:t>プレビュー</a:t>
            </a:r>
            <a:r>
              <a:rPr lang="en-US" altLang="ja-JP">
                <a:solidFill>
                  <a:schemeClr val="tx1">
                    <a:lumMod val="75000"/>
                    <a:lumOff val="25000"/>
                  </a:schemeClr>
                </a:solidFill>
                <a:latin typeface="Yu Gothic UI" panose="020B0500000000000000" pitchFamily="34" charset="-128"/>
                <a:ea typeface="Yu Gothic UI" panose="020B0500000000000000" pitchFamily="34" charset="-128"/>
                <a:hlinkClick r:id="rId19">
                  <a:extLst>
                    <a:ext uri="{A12FA001-AC4F-418D-AE19-62706E023703}">
                      <ahyp:hlinkClr xmlns:ahyp="http://schemas.microsoft.com/office/drawing/2018/hyperlinkcolor" val="tx"/>
                    </a:ext>
                  </a:extLst>
                </a:hlinkClick>
              </a:rPr>
              <a:t>) - Azure Load Balancer | Microsoft Docs</a:t>
            </a:r>
            <a:endParaRPr lang="en-US">
              <a:solidFill>
                <a:schemeClr val="tx1">
                  <a:lumMod val="75000"/>
                  <a:lumOff val="25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26385898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94A91-3FBF-5E94-0BFE-E4D32D4EA973}"/>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F925CF49-61BC-9FF1-7D35-B069D583CA96}"/>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ja-JP" altLang="en-US" sz="2000" b="1">
                <a:solidFill>
                  <a:srgbClr val="1F2937"/>
                </a:solidFill>
                <a:latin typeface="Yu Gothic"/>
                <a:ea typeface="Yu Gothic"/>
                <a:cs typeface="Yu Gothic"/>
              </a:rPr>
              <a:t>アプリケーション配信サービス 選択フロー</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84812E5F-2608-59FA-8F46-6281F9B6F906}"/>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7</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C0B94248-6A2C-7CDE-18E4-D662F3D952F7}"/>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pic>
        <p:nvPicPr>
          <p:cNvPr id="5" name="図 4">
            <a:extLst>
              <a:ext uri="{FF2B5EF4-FFF2-40B4-BE49-F238E27FC236}">
                <a16:creationId xmlns:a16="http://schemas.microsoft.com/office/drawing/2014/main" id="{946B6301-77ED-8730-4521-F852D595AB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44151" y="907547"/>
            <a:ext cx="5771533" cy="5827477"/>
          </a:xfrm>
          <a:prstGeom prst="rect">
            <a:avLst/>
          </a:prstGeom>
        </p:spPr>
      </p:pic>
      <p:sp>
        <p:nvSpPr>
          <p:cNvPr id="6" name="Rectangle 1">
            <a:extLst>
              <a:ext uri="{FF2B5EF4-FFF2-40B4-BE49-F238E27FC236}">
                <a16:creationId xmlns:a16="http://schemas.microsoft.com/office/drawing/2014/main" id="{98834FDD-6B37-5773-670E-55414E918879}"/>
              </a:ext>
            </a:extLst>
          </p:cNvPr>
          <p:cNvSpPr/>
          <p:nvPr/>
        </p:nvSpPr>
        <p:spPr>
          <a:xfrm>
            <a:off x="410722" y="1975980"/>
            <a:ext cx="4757626" cy="1938992"/>
          </a:xfrm>
          <a:prstGeom prst="rect">
            <a:avLst/>
          </a:prstGeom>
        </p:spPr>
        <p:txBody>
          <a:bodyPr wrap="square">
            <a:spAutoFit/>
          </a:bodyPr>
          <a:lstStyle/>
          <a:p>
            <a:pPr defTabSz="914192">
              <a:defRPr/>
            </a:pPr>
            <a:r>
              <a:rPr lang="ja-JP" altLang="en-US" sz="2000">
                <a:solidFill>
                  <a:schemeClr val="tx1">
                    <a:lumMod val="75000"/>
                    <a:lumOff val="25000"/>
                  </a:schemeClr>
                </a:solidFill>
                <a:latin typeface="Yu Gothic UI" panose="020B0500000000000000" pitchFamily="34" charset="-128"/>
                <a:ea typeface="Yu Gothic UI" panose="020B0500000000000000" pitchFamily="34" charset="-128"/>
                <a:cs typeface="Segoe UI Semilight" panose="020B0402040204020203" pitchFamily="34" charset="0"/>
              </a:rPr>
              <a:t>利用するサービスを選択するガイドとなるフロー</a:t>
            </a:r>
            <a:endParaRPr lang="en-US" altLang="ja-JP" sz="2000">
              <a:solidFill>
                <a:schemeClr val="tx1">
                  <a:lumMod val="75000"/>
                  <a:lumOff val="25000"/>
                </a:schemeClr>
              </a:solidFill>
              <a:latin typeface="Yu Gothic UI" panose="020B0500000000000000" pitchFamily="34" charset="-128"/>
              <a:ea typeface="Yu Gothic UI" panose="020B0500000000000000" pitchFamily="34" charset="-128"/>
              <a:cs typeface="Segoe UI Semilight" panose="020B0402040204020203" pitchFamily="34" charset="0"/>
            </a:endParaRPr>
          </a:p>
          <a:p>
            <a:pPr defTabSz="914192">
              <a:defRPr/>
            </a:pPr>
            <a:endParaRPr lang="en-US" sz="2000">
              <a:solidFill>
                <a:schemeClr val="tx1">
                  <a:lumMod val="75000"/>
                  <a:lumOff val="25000"/>
                </a:schemeClr>
              </a:solidFill>
              <a:latin typeface="Yu Gothic UI" panose="020B0500000000000000" pitchFamily="34" charset="-128"/>
              <a:ea typeface="Yu Gothic UI" panose="020B0500000000000000" pitchFamily="34" charset="-128"/>
              <a:cs typeface="Segoe UI Semilight" panose="020B0402040204020203" pitchFamily="34" charset="0"/>
            </a:endParaRPr>
          </a:p>
          <a:p>
            <a:pPr defTabSz="914192">
              <a:defRPr/>
            </a:pPr>
            <a:r>
              <a:rPr lang="en-US" altLang="ja-JP" sz="2000">
                <a:solidFill>
                  <a:schemeClr val="tx1">
                    <a:lumMod val="75000"/>
                    <a:lumOff val="25000"/>
                  </a:schemeClr>
                </a:solidFill>
                <a:latin typeface="Yu Gothic UI" panose="020B0500000000000000" pitchFamily="34" charset="-128"/>
                <a:ea typeface="Yu Gothic UI" panose="020B0500000000000000" pitchFamily="34" charset="-128"/>
                <a:cs typeface="Segoe UI Semilight" panose="020B0402040204020203" pitchFamily="34" charset="0"/>
              </a:rPr>
              <a:t>HTTP/HTTPS</a:t>
            </a:r>
            <a:r>
              <a:rPr lang="ja-JP" altLang="en-US" sz="2000">
                <a:solidFill>
                  <a:schemeClr val="tx1">
                    <a:lumMod val="75000"/>
                    <a:lumOff val="25000"/>
                  </a:schemeClr>
                </a:solidFill>
                <a:latin typeface="Yu Gothic UI" panose="020B0500000000000000" pitchFamily="34" charset="-128"/>
                <a:ea typeface="Yu Gothic UI" panose="020B0500000000000000" pitchFamily="34" charset="-128"/>
                <a:cs typeface="Segoe UI Semilight" panose="020B0402040204020203" pitchFamily="34" charset="0"/>
              </a:rPr>
              <a:t>か、それ以外を含むか</a:t>
            </a:r>
            <a:endParaRPr lang="en-US" altLang="ja-JP" sz="2000">
              <a:solidFill>
                <a:schemeClr val="tx1">
                  <a:lumMod val="75000"/>
                  <a:lumOff val="25000"/>
                </a:schemeClr>
              </a:solidFill>
              <a:latin typeface="Yu Gothic UI" panose="020B0500000000000000" pitchFamily="34" charset="-128"/>
              <a:ea typeface="Yu Gothic UI" panose="020B0500000000000000" pitchFamily="34" charset="-128"/>
              <a:cs typeface="Segoe UI Semilight" panose="020B0402040204020203" pitchFamily="34" charset="0"/>
            </a:endParaRPr>
          </a:p>
          <a:p>
            <a:pPr defTabSz="914192">
              <a:defRPr/>
            </a:pPr>
            <a:endParaRPr lang="en-US" sz="2000">
              <a:solidFill>
                <a:schemeClr val="tx1">
                  <a:lumMod val="75000"/>
                  <a:lumOff val="25000"/>
                </a:schemeClr>
              </a:solidFill>
              <a:latin typeface="Yu Gothic UI" panose="020B0500000000000000" pitchFamily="34" charset="-128"/>
              <a:ea typeface="Yu Gothic UI" panose="020B0500000000000000" pitchFamily="34" charset="-128"/>
              <a:cs typeface="Segoe UI Semilight" panose="020B0402040204020203" pitchFamily="34" charset="0"/>
            </a:endParaRPr>
          </a:p>
          <a:p>
            <a:pPr defTabSz="914192">
              <a:defRPr/>
            </a:pPr>
            <a:r>
              <a:rPr lang="ja-JP" altLang="en-US" sz="2000">
                <a:solidFill>
                  <a:schemeClr val="tx1">
                    <a:lumMod val="75000"/>
                    <a:lumOff val="25000"/>
                  </a:schemeClr>
                </a:solidFill>
                <a:latin typeface="Yu Gothic UI" panose="020B0500000000000000" pitchFamily="34" charset="-128"/>
                <a:ea typeface="Yu Gothic UI" panose="020B0500000000000000" pitchFamily="34" charset="-128"/>
                <a:cs typeface="Segoe UI Semilight" panose="020B0402040204020203" pitchFamily="34" charset="0"/>
              </a:rPr>
              <a:t>マルチリージョンか、シングルリージョンか</a:t>
            </a:r>
            <a:endParaRPr lang="en-US" altLang="ja-JP" sz="2000">
              <a:solidFill>
                <a:schemeClr val="tx1">
                  <a:lumMod val="75000"/>
                  <a:lumOff val="25000"/>
                </a:schemeClr>
              </a:solidFill>
              <a:latin typeface="Yu Gothic UI" panose="020B0500000000000000" pitchFamily="34" charset="-128"/>
              <a:ea typeface="Yu Gothic UI" panose="020B0500000000000000" pitchFamily="34" charset="-128"/>
              <a:cs typeface="Segoe UI Semilight" panose="020B0402040204020203" pitchFamily="34" charset="0"/>
            </a:endParaRPr>
          </a:p>
          <a:p>
            <a:pPr defTabSz="914192">
              <a:defRPr/>
            </a:pPr>
            <a:endParaRPr lang="en-US" sz="2000">
              <a:solidFill>
                <a:schemeClr val="tx1">
                  <a:lumMod val="75000"/>
                  <a:lumOff val="25000"/>
                </a:schemeClr>
              </a:solidFill>
              <a:latin typeface="Yu Gothic UI" panose="020B0500000000000000" pitchFamily="34" charset="-128"/>
              <a:ea typeface="Yu Gothic UI" panose="020B0500000000000000" pitchFamily="34" charset="-128"/>
              <a:cs typeface="Segoe UI Semilight" panose="020B0402040204020203" pitchFamily="34" charset="0"/>
            </a:endParaRPr>
          </a:p>
        </p:txBody>
      </p:sp>
    </p:spTree>
    <p:extLst>
      <p:ext uri="{BB962C8B-B14F-4D97-AF65-F5344CB8AC3E}">
        <p14:creationId xmlns:p14="http://schemas.microsoft.com/office/powerpoint/2010/main" val="37387930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28B28-59C4-D5B7-6858-1C55FB30B4B2}"/>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BE379364-6E5F-1C84-20BC-DAD6BB38C39A}"/>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000" b="1" dirty="0">
                <a:solidFill>
                  <a:srgbClr val="1F2937"/>
                </a:solidFill>
                <a:latin typeface="Yu Gothic"/>
                <a:ea typeface="Yu Gothic"/>
                <a:cs typeface="Yu Gothic"/>
              </a:rPr>
              <a:t>WAF </a:t>
            </a:r>
            <a:r>
              <a:rPr lang="ja-JP" altLang="en-US" sz="2000" b="1">
                <a:solidFill>
                  <a:srgbClr val="1F2937"/>
                </a:solidFill>
                <a:latin typeface="Yu Gothic"/>
                <a:ea typeface="Yu Gothic"/>
                <a:cs typeface="Yu Gothic"/>
              </a:rPr>
              <a:t>での </a:t>
            </a:r>
            <a:r>
              <a:rPr lang="en" altLang="ja-JP" sz="2000" b="1" dirty="0">
                <a:solidFill>
                  <a:srgbClr val="1F2937"/>
                </a:solidFill>
                <a:latin typeface="Yu Gothic"/>
                <a:ea typeface="Yu Gothic"/>
                <a:cs typeface="Yu Gothic"/>
              </a:rPr>
              <a:t>Application Gateway </a:t>
            </a:r>
            <a:r>
              <a:rPr lang="ja-JP" altLang="en-US" sz="2000" b="1">
                <a:solidFill>
                  <a:srgbClr val="1F2937"/>
                </a:solidFill>
                <a:latin typeface="Yu Gothic"/>
                <a:ea typeface="Yu Gothic"/>
                <a:cs typeface="Yu Gothic"/>
              </a:rPr>
              <a:t>と </a:t>
            </a:r>
            <a:r>
              <a:rPr lang="en" altLang="ja-JP" sz="2000" b="1" dirty="0">
                <a:solidFill>
                  <a:srgbClr val="1F2937"/>
                </a:solidFill>
                <a:latin typeface="Yu Gothic"/>
                <a:ea typeface="Yu Gothic"/>
                <a:cs typeface="Yu Gothic"/>
              </a:rPr>
              <a:t>Front Door </a:t>
            </a:r>
            <a:r>
              <a:rPr lang="ja-JP" altLang="en-US" sz="2000" b="1">
                <a:solidFill>
                  <a:srgbClr val="1F2937"/>
                </a:solidFill>
                <a:latin typeface="Yu Gothic"/>
                <a:ea typeface="Yu Gothic"/>
                <a:cs typeface="Yu Gothic"/>
              </a:rPr>
              <a:t>の使い分け</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63D9B26C-A185-0591-7662-E3A3933D9463}"/>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7</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graphicFrame>
        <p:nvGraphicFramePr>
          <p:cNvPr id="18" name="表 17">
            <a:extLst>
              <a:ext uri="{FF2B5EF4-FFF2-40B4-BE49-F238E27FC236}">
                <a16:creationId xmlns:a16="http://schemas.microsoft.com/office/drawing/2014/main" id="{8D6F84B7-27DB-D13E-AE95-9EB4F8132DDB}"/>
              </a:ext>
            </a:extLst>
          </p:cNvPr>
          <p:cNvGraphicFramePr>
            <a:graphicFrameLocks noGrp="1"/>
          </p:cNvGraphicFramePr>
          <p:nvPr>
            <p:extLst>
              <p:ext uri="{D42A27DB-BD31-4B8C-83A1-F6EECF244321}">
                <p14:modId xmlns:p14="http://schemas.microsoft.com/office/powerpoint/2010/main" val="351368623"/>
              </p:ext>
            </p:extLst>
          </p:nvPr>
        </p:nvGraphicFramePr>
        <p:xfrm>
          <a:off x="140366" y="1173636"/>
          <a:ext cx="11911267" cy="5626984"/>
        </p:xfrm>
        <a:graphic>
          <a:graphicData uri="http://schemas.openxmlformats.org/drawingml/2006/table">
            <a:tbl>
              <a:tblPr firstRow="1" bandRow="1">
                <a:tableStyleId>{D27102A9-8310-4765-A935-A1911B00CA55}</a:tableStyleId>
              </a:tblPr>
              <a:tblGrid>
                <a:gridCol w="1904463">
                  <a:extLst>
                    <a:ext uri="{9D8B030D-6E8A-4147-A177-3AD203B41FA5}">
                      <a16:colId xmlns:a16="http://schemas.microsoft.com/office/drawing/2014/main" val="4211676183"/>
                    </a:ext>
                  </a:extLst>
                </a:gridCol>
                <a:gridCol w="5003402">
                  <a:extLst>
                    <a:ext uri="{9D8B030D-6E8A-4147-A177-3AD203B41FA5}">
                      <a16:colId xmlns:a16="http://schemas.microsoft.com/office/drawing/2014/main" val="4212961223"/>
                    </a:ext>
                  </a:extLst>
                </a:gridCol>
                <a:gridCol w="5003402">
                  <a:extLst>
                    <a:ext uri="{9D8B030D-6E8A-4147-A177-3AD203B41FA5}">
                      <a16:colId xmlns:a16="http://schemas.microsoft.com/office/drawing/2014/main" val="1216052649"/>
                    </a:ext>
                  </a:extLst>
                </a:gridCol>
              </a:tblGrid>
              <a:tr h="1209595">
                <a:tc>
                  <a:txBody>
                    <a:bodyPr/>
                    <a:lstStyle/>
                    <a:p>
                      <a:r>
                        <a:rPr kumimoji="1" lang="ja-JP" altLang="en-US" sz="1400" dirty="0">
                          <a:latin typeface="Yu Gothic UI" panose="020B0500000000000000" pitchFamily="50" charset="-128"/>
                          <a:ea typeface="Yu Gothic UI" panose="020B0500000000000000" pitchFamily="50" charset="-128"/>
                        </a:rPr>
                        <a:t>構成</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sz="1400" dirty="0">
                        <a:latin typeface="Yu Gothic UI" panose="020B0500000000000000" pitchFamily="50" charset="-128"/>
                        <a:ea typeface="Yu Gothic UI" panose="020B0500000000000000"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kumimoji="1" lang="ja-JP" altLang="en-US" sz="1400" dirty="0">
                        <a:latin typeface="Yu Gothic UI" panose="020B0500000000000000" pitchFamily="50" charset="-128"/>
                        <a:ea typeface="Yu Gothic UI" panose="020B0500000000000000"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9174315"/>
                  </a:ext>
                </a:extLst>
              </a:tr>
              <a:tr h="892683">
                <a:tc>
                  <a:txBody>
                    <a:bodyPr/>
                    <a:lstStyle/>
                    <a:p>
                      <a:r>
                        <a:rPr kumimoji="1" lang="ja-JP" altLang="en-US" sz="1400" dirty="0">
                          <a:latin typeface="Yu Gothic UI" panose="020B0500000000000000" pitchFamily="50" charset="-128"/>
                          <a:ea typeface="Yu Gothic UI" panose="020B0500000000000000" pitchFamily="50" charset="-128"/>
                        </a:rPr>
                        <a:t>リージョン障害 </a:t>
                      </a:r>
                      <a:r>
                        <a:rPr kumimoji="1" lang="en-US" altLang="ja-JP" sz="1400" dirty="0">
                          <a:latin typeface="Yu Gothic UI" panose="020B0500000000000000" pitchFamily="50" charset="-128"/>
                          <a:ea typeface="Yu Gothic UI" panose="020B0500000000000000" pitchFamily="50" charset="-128"/>
                        </a:rPr>
                        <a:t>( DR )</a:t>
                      </a:r>
                      <a:endParaRPr kumimoji="1" lang="ja-JP" altLang="en-US" sz="1400" dirty="0">
                        <a:latin typeface="Yu Gothic UI" panose="020B0500000000000000" pitchFamily="50" charset="-128"/>
                        <a:ea typeface="Yu Gothic UI" panose="020B05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alpha val="20000"/>
                      </a:srgbClr>
                    </a:solidFill>
                  </a:tcPr>
                </a:tc>
                <a:tc>
                  <a:txBody>
                    <a:bodyPr/>
                    <a:lstStyle/>
                    <a:p>
                      <a:r>
                        <a:rPr kumimoji="1" lang="en-US" altLang="ja-JP" sz="1400" dirty="0">
                          <a:latin typeface="Yu Gothic UI" panose="020B0500000000000000" pitchFamily="50" charset="-128"/>
                          <a:ea typeface="Yu Gothic UI" panose="020B0500000000000000" pitchFamily="50" charset="-128"/>
                        </a:rPr>
                        <a:t>×</a:t>
                      </a:r>
                    </a:p>
                    <a:p>
                      <a:r>
                        <a:rPr kumimoji="1" lang="ja-JP" altLang="en-US" sz="1400" dirty="0">
                          <a:latin typeface="Yu Gothic UI" panose="020B0500000000000000" pitchFamily="50" charset="-128"/>
                          <a:ea typeface="Yu Gothic UI" panose="020B0500000000000000" pitchFamily="50" charset="-128"/>
                        </a:rPr>
                        <a:t>リージョンサービスであるためリージョン障害が発生した場合は停止となる。リージョン障害に対応するためには </a:t>
                      </a:r>
                      <a:r>
                        <a:rPr kumimoji="1" lang="en-US" altLang="ja-JP" sz="1400" dirty="0">
                          <a:latin typeface="Yu Gothic UI" panose="020B0500000000000000" pitchFamily="50" charset="-128"/>
                          <a:ea typeface="Yu Gothic UI" panose="020B0500000000000000" pitchFamily="50" charset="-128"/>
                        </a:rPr>
                        <a:t>Azure Traffic Manager </a:t>
                      </a:r>
                      <a:r>
                        <a:rPr kumimoji="1" lang="ja-JP" altLang="en-US" sz="1400" dirty="0">
                          <a:latin typeface="Yu Gothic UI" panose="020B0500000000000000" pitchFamily="50" charset="-128"/>
                          <a:ea typeface="Yu Gothic UI" panose="020B0500000000000000" pitchFamily="50" charset="-128"/>
                        </a:rPr>
                        <a:t>などと組合わせる必要あり</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alpha val="20000"/>
                      </a:srgbClr>
                    </a:solidFill>
                  </a:tcPr>
                </a:tc>
                <a:tc>
                  <a:txBody>
                    <a:bodyPr/>
                    <a:lstStyle/>
                    <a:p>
                      <a:r>
                        <a:rPr kumimoji="1" lang="ja-JP" altLang="en-US" sz="1400" dirty="0">
                          <a:latin typeface="Yu Gothic UI" panose="020B0500000000000000" pitchFamily="50" charset="-128"/>
                          <a:ea typeface="Yu Gothic UI" panose="020B0500000000000000" pitchFamily="50" charset="-128"/>
                        </a:rPr>
                        <a:t>○</a:t>
                      </a:r>
                      <a:endParaRPr kumimoji="1" lang="en-US" altLang="ja-JP" sz="1400" dirty="0">
                        <a:latin typeface="Yu Gothic UI" panose="020B0500000000000000" pitchFamily="50" charset="-128"/>
                        <a:ea typeface="Yu Gothic UI" panose="020B0500000000000000" pitchFamily="50" charset="-128"/>
                      </a:endParaRPr>
                    </a:p>
                    <a:p>
                      <a:r>
                        <a:rPr kumimoji="1" lang="ja-JP" altLang="en-US" sz="1400" dirty="0">
                          <a:latin typeface="Yu Gothic UI" panose="020B0500000000000000" pitchFamily="50" charset="-128"/>
                          <a:ea typeface="Yu Gothic UI" panose="020B0500000000000000" pitchFamily="50" charset="-128"/>
                        </a:rPr>
                        <a:t>グローバルサービスであるためリージョンに障害が発生した場合でも自動的に他のリージョンを利用してサービスを継続</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alpha val="20000"/>
                      </a:srgbClr>
                    </a:solidFill>
                  </a:tcPr>
                </a:tc>
                <a:extLst>
                  <a:ext uri="{0D108BD9-81ED-4DB2-BD59-A6C34878D82A}">
                    <a16:rowId xmlns:a16="http://schemas.microsoft.com/office/drawing/2014/main" val="2362028206"/>
                  </a:ext>
                </a:extLst>
              </a:tr>
              <a:tr h="851229">
                <a:tc>
                  <a:txBody>
                    <a:bodyPr/>
                    <a:lstStyle/>
                    <a:p>
                      <a:r>
                        <a:rPr kumimoji="1" lang="ja-JP" altLang="en-US" sz="1400" dirty="0">
                          <a:latin typeface="Yu Gothic UI" panose="020B0500000000000000" pitchFamily="50" charset="-128"/>
                          <a:ea typeface="Yu Gothic UI" panose="020B0500000000000000" pitchFamily="50" charset="-128"/>
                        </a:rPr>
                        <a:t>プライベート</a:t>
                      </a:r>
                      <a:r>
                        <a:rPr kumimoji="1" lang="en-US" altLang="ja-JP" sz="1400" dirty="0">
                          <a:latin typeface="Yu Gothic UI" panose="020B0500000000000000" pitchFamily="50" charset="-128"/>
                          <a:ea typeface="Yu Gothic UI" panose="020B0500000000000000" pitchFamily="50" charset="-128"/>
                        </a:rPr>
                        <a:t>IP</a:t>
                      </a:r>
                      <a:r>
                        <a:rPr kumimoji="1" lang="ja-JP" altLang="en-US" sz="1400" dirty="0">
                          <a:latin typeface="Yu Gothic UI" panose="020B0500000000000000" pitchFamily="50" charset="-128"/>
                          <a:ea typeface="Yu Gothic UI" panose="020B0500000000000000" pitchFamily="50" charset="-128"/>
                        </a:rPr>
                        <a:t>アドレスのバックエンド配置</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400" dirty="0">
                          <a:latin typeface="Yu Gothic UI" panose="020B0500000000000000" pitchFamily="50" charset="-128"/>
                          <a:ea typeface="Yu Gothic UI" panose="020B0500000000000000" pitchFamily="50" charset="-128"/>
                        </a:rPr>
                        <a:t>○</a:t>
                      </a:r>
                      <a:endParaRPr kumimoji="1" lang="en-US" altLang="ja-JP" sz="1400" dirty="0">
                        <a:latin typeface="Yu Gothic UI" panose="020B0500000000000000" pitchFamily="50" charset="-128"/>
                        <a:ea typeface="Yu Gothic UI" panose="020B0500000000000000" pitchFamily="50" charset="-128"/>
                      </a:endParaRPr>
                    </a:p>
                    <a:p>
                      <a:r>
                        <a:rPr kumimoji="1" lang="en-US" altLang="ja-JP" sz="1400" dirty="0">
                          <a:latin typeface="Yu Gothic UI" panose="020B0500000000000000" pitchFamily="50" charset="-128"/>
                          <a:ea typeface="Yu Gothic UI" panose="020B0500000000000000" pitchFamily="50" charset="-128"/>
                        </a:rPr>
                        <a:t>VNET </a:t>
                      </a:r>
                      <a:r>
                        <a:rPr kumimoji="1" lang="ja-JP" altLang="en-US" sz="1400" dirty="0">
                          <a:latin typeface="Yu Gothic UI" panose="020B0500000000000000" pitchFamily="50" charset="-128"/>
                          <a:ea typeface="Yu Gothic UI" panose="020B0500000000000000" pitchFamily="50" charset="-128"/>
                        </a:rPr>
                        <a:t>内に展開できるため、</a:t>
                      </a:r>
                      <a:r>
                        <a:rPr kumimoji="1" lang="en-US" altLang="ja-JP" sz="1400" dirty="0">
                          <a:latin typeface="Yu Gothic UI" panose="020B0500000000000000" pitchFamily="50" charset="-128"/>
                          <a:ea typeface="Yu Gothic UI" panose="020B0500000000000000" pitchFamily="50" charset="-128"/>
                        </a:rPr>
                        <a:t>Azure</a:t>
                      </a:r>
                      <a:r>
                        <a:rPr kumimoji="1" lang="ja-JP" altLang="en-US" sz="1400" dirty="0">
                          <a:latin typeface="Yu Gothic UI" panose="020B0500000000000000" pitchFamily="50" charset="-128"/>
                          <a:ea typeface="Yu Gothic UI" panose="020B0500000000000000" pitchFamily="50" charset="-128"/>
                        </a:rPr>
                        <a:t>、オンプレミス含めてプライベート </a:t>
                      </a:r>
                      <a:r>
                        <a:rPr kumimoji="1" lang="en-US" altLang="ja-JP" sz="1400" dirty="0">
                          <a:latin typeface="Yu Gothic UI" panose="020B0500000000000000" pitchFamily="50" charset="-128"/>
                          <a:ea typeface="Yu Gothic UI" panose="020B0500000000000000" pitchFamily="50" charset="-128"/>
                        </a:rPr>
                        <a:t>IP </a:t>
                      </a:r>
                      <a:r>
                        <a:rPr kumimoji="1" lang="ja-JP" altLang="en-US" sz="1400" dirty="0">
                          <a:latin typeface="Yu Gothic UI" panose="020B0500000000000000" pitchFamily="50" charset="-128"/>
                          <a:ea typeface="Yu Gothic UI" panose="020B0500000000000000" pitchFamily="50" charset="-128"/>
                        </a:rPr>
                        <a:t>をバックエンドに指定可能</a:t>
                      </a:r>
                      <a:endParaRPr kumimoji="1" lang="en-US" altLang="ja-JP" sz="1400" dirty="0">
                        <a:latin typeface="Yu Gothic UI" panose="020B0500000000000000" pitchFamily="50" charset="-128"/>
                        <a:ea typeface="Yu Gothic UI" panose="020B0500000000000000" pitchFamily="50" charset="-128"/>
                      </a:endParaRPr>
                    </a:p>
                    <a:p>
                      <a:r>
                        <a:rPr kumimoji="1" lang="ja-JP" altLang="en-US" sz="1400" dirty="0">
                          <a:latin typeface="Yu Gothic UI" panose="020B0500000000000000" pitchFamily="50" charset="-128"/>
                          <a:ea typeface="Yu Gothic UI" panose="020B0500000000000000" pitchFamily="50" charset="-128"/>
                        </a:rPr>
                        <a:t>オンプレミスに対しては </a:t>
                      </a:r>
                      <a:r>
                        <a:rPr kumimoji="1" lang="en-US" altLang="ja-JP" sz="1400" dirty="0">
                          <a:latin typeface="Yu Gothic UI" panose="020B0500000000000000" pitchFamily="50" charset="-128"/>
                          <a:ea typeface="Yu Gothic UI" panose="020B0500000000000000" pitchFamily="50" charset="-128"/>
                        </a:rPr>
                        <a:t>VPN </a:t>
                      </a:r>
                      <a:r>
                        <a:rPr kumimoji="1" lang="ja-JP" altLang="en-US" sz="1400" dirty="0">
                          <a:latin typeface="Yu Gothic UI" panose="020B0500000000000000" pitchFamily="50" charset="-128"/>
                          <a:ea typeface="Yu Gothic UI" panose="020B0500000000000000" pitchFamily="50" charset="-128"/>
                        </a:rPr>
                        <a:t>や </a:t>
                      </a:r>
                      <a:r>
                        <a:rPr kumimoji="1" lang="en-US" altLang="ja-JP" sz="1400" dirty="0">
                          <a:latin typeface="Yu Gothic UI" panose="020B0500000000000000" pitchFamily="50" charset="-128"/>
                          <a:ea typeface="Yu Gothic UI" panose="020B0500000000000000" pitchFamily="50" charset="-128"/>
                        </a:rPr>
                        <a:t>ExpressRoute </a:t>
                      </a:r>
                      <a:r>
                        <a:rPr kumimoji="1" lang="ja-JP" altLang="en-US" sz="1400" dirty="0">
                          <a:latin typeface="Yu Gothic UI" panose="020B0500000000000000" pitchFamily="50" charset="-128"/>
                          <a:ea typeface="Yu Gothic UI" panose="020B0500000000000000" pitchFamily="50" charset="-128"/>
                        </a:rPr>
                        <a:t>等で接続することで利用可能</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400" dirty="0">
                          <a:latin typeface="Yu Gothic UI" panose="020B0500000000000000" pitchFamily="50" charset="-128"/>
                          <a:ea typeface="Yu Gothic UI" panose="020B0500000000000000" pitchFamily="50" charset="-128"/>
                        </a:rPr>
                        <a:t>△</a:t>
                      </a:r>
                      <a:endParaRPr kumimoji="1" lang="en-US" altLang="ja-JP" sz="1400" dirty="0">
                        <a:latin typeface="Yu Gothic UI" panose="020B0500000000000000" pitchFamily="50" charset="-128"/>
                        <a:ea typeface="Yu Gothic UI" panose="020B0500000000000000" pitchFamily="50" charset="-128"/>
                      </a:endParaRPr>
                    </a:p>
                    <a:p>
                      <a:pPr marL="0" marR="0" lvl="0" indent="0" algn="l" defTabSz="932742" rtl="0" eaLnBrk="1" fontAlgn="auto" latinLnBrk="0" hangingPunct="1">
                        <a:lnSpc>
                          <a:spcPct val="100000"/>
                        </a:lnSpc>
                        <a:spcBef>
                          <a:spcPts val="0"/>
                        </a:spcBef>
                        <a:spcAft>
                          <a:spcPts val="0"/>
                        </a:spcAft>
                        <a:buClrTx/>
                        <a:buSzTx/>
                        <a:buFontTx/>
                        <a:buNone/>
                        <a:tabLst/>
                        <a:defRPr/>
                      </a:pPr>
                      <a:r>
                        <a:rPr kumimoji="1" lang="en-US" altLang="ja-JP" sz="1400" dirty="0">
                          <a:latin typeface="Yu Gothic UI" panose="020B0500000000000000" pitchFamily="50" charset="-128"/>
                          <a:ea typeface="Yu Gothic UI" panose="020B0500000000000000" pitchFamily="50" charset="-128"/>
                        </a:rPr>
                        <a:t>Private Link </a:t>
                      </a:r>
                      <a:r>
                        <a:rPr kumimoji="1" lang="ja-JP" altLang="en-US" sz="1400" dirty="0">
                          <a:latin typeface="Yu Gothic UI" panose="020B0500000000000000" pitchFamily="50" charset="-128"/>
                          <a:ea typeface="Yu Gothic UI" panose="020B0500000000000000" pitchFamily="50" charset="-128"/>
                        </a:rPr>
                        <a:t>を利用することで </a:t>
                      </a:r>
                      <a:r>
                        <a:rPr kumimoji="1" lang="en-US" altLang="ja-JP" sz="1400" dirty="0">
                          <a:latin typeface="Yu Gothic UI" panose="020B0500000000000000" pitchFamily="50" charset="-128"/>
                          <a:ea typeface="Yu Gothic UI" panose="020B0500000000000000" pitchFamily="50" charset="-128"/>
                        </a:rPr>
                        <a:t>Azur e</a:t>
                      </a:r>
                      <a:r>
                        <a:rPr kumimoji="1" lang="ja-JP" altLang="en-US" sz="1400" dirty="0">
                          <a:latin typeface="Yu Gothic UI" panose="020B0500000000000000" pitchFamily="50" charset="-128"/>
                          <a:ea typeface="Yu Gothic UI" panose="020B0500000000000000" pitchFamily="50" charset="-128"/>
                        </a:rPr>
                        <a:t>リソースに対してはバックエンドに指定可能。オンプレミス上のプライベート</a:t>
                      </a:r>
                      <a:r>
                        <a:rPr kumimoji="1" lang="en-US" altLang="ja-JP" sz="1400" dirty="0">
                          <a:latin typeface="Yu Gothic UI" panose="020B0500000000000000" pitchFamily="50" charset="-128"/>
                          <a:ea typeface="Yu Gothic UI" panose="020B0500000000000000" pitchFamily="50" charset="-128"/>
                        </a:rPr>
                        <a:t>IP</a:t>
                      </a:r>
                      <a:r>
                        <a:rPr kumimoji="1" lang="ja-JP" altLang="en-US" sz="1400" dirty="0">
                          <a:latin typeface="Yu Gothic UI" panose="020B0500000000000000" pitchFamily="50" charset="-128"/>
                          <a:ea typeface="Yu Gothic UI" panose="020B0500000000000000" pitchFamily="50" charset="-128"/>
                        </a:rPr>
                        <a:t>はバックエンドに指定不可</a:t>
                      </a:r>
                      <a:endParaRPr kumimoji="1" lang="en-US" altLang="ja-JP" sz="1400" dirty="0">
                        <a:latin typeface="Yu Gothic UI" panose="020B0500000000000000" pitchFamily="50" charset="-128"/>
                        <a:ea typeface="Yu Gothic UI" panose="020B0500000000000000" pitchFamily="50" charset="-128"/>
                      </a:endParaRPr>
                    </a:p>
                    <a:p>
                      <a:pPr marL="0" marR="0" lvl="0" indent="0" algn="l" defTabSz="932742" rtl="0" eaLnBrk="1" fontAlgn="auto" latinLnBrk="0" hangingPunct="1">
                        <a:lnSpc>
                          <a:spcPct val="100000"/>
                        </a:lnSpc>
                        <a:spcBef>
                          <a:spcPts val="0"/>
                        </a:spcBef>
                        <a:spcAft>
                          <a:spcPts val="0"/>
                        </a:spcAft>
                        <a:buClrTx/>
                        <a:buSzTx/>
                        <a:buFontTx/>
                        <a:buNone/>
                        <a:tabLst/>
                        <a:defRPr/>
                      </a:pPr>
                      <a:r>
                        <a:rPr kumimoji="1" lang="en-US" altLang="ja-JP" sz="1400" dirty="0">
                          <a:latin typeface="Yu Gothic UI" panose="020B0500000000000000" pitchFamily="50" charset="-128"/>
                          <a:ea typeface="Yu Gothic UI" panose="020B0500000000000000" pitchFamily="50" charset="-128"/>
                        </a:rPr>
                        <a:t>※</a:t>
                      </a:r>
                      <a:r>
                        <a:rPr lang="en-US" altLang="ja-JP" sz="1400" dirty="0">
                          <a:latin typeface="Yu Gothic UI" panose="020B0500000000000000" pitchFamily="50" charset="-128"/>
                          <a:ea typeface="Yu Gothic UI" panose="020B0500000000000000" pitchFamily="50" charset="-128"/>
                        </a:rPr>
                        <a:t>Application Gateway</a:t>
                      </a:r>
                      <a:r>
                        <a:rPr lang="ja-JP" altLang="en-US" sz="1400" dirty="0">
                          <a:latin typeface="Yu Gothic UI" panose="020B0500000000000000" pitchFamily="50" charset="-128"/>
                          <a:ea typeface="Yu Gothic UI" panose="020B0500000000000000" pitchFamily="50" charset="-128"/>
                        </a:rPr>
                        <a:t>と連携させることでオンプレミスも可</a:t>
                      </a:r>
                      <a:endParaRPr lang="en-US" altLang="ja-JP" sz="1400" dirty="0">
                        <a:latin typeface="Yu Gothic UI" panose="020B0500000000000000" pitchFamily="50" charset="-128"/>
                        <a:ea typeface="Yu Gothic UI" panose="020B0500000000000000" pitchFamily="50" charset="-128"/>
                      </a:endParaRPr>
                    </a:p>
                    <a:p>
                      <a:pPr marL="0" marR="0" lvl="0" indent="0" algn="l" defTabSz="932742" rtl="0" eaLnBrk="1" fontAlgn="auto" latinLnBrk="0" hangingPunct="1">
                        <a:lnSpc>
                          <a:spcPct val="100000"/>
                        </a:lnSpc>
                        <a:spcBef>
                          <a:spcPts val="0"/>
                        </a:spcBef>
                        <a:spcAft>
                          <a:spcPts val="0"/>
                        </a:spcAft>
                        <a:buClrTx/>
                        <a:buSzTx/>
                        <a:buFontTx/>
                        <a:buNone/>
                        <a:tabLst/>
                        <a:defRPr/>
                      </a:pPr>
                      <a:r>
                        <a:rPr kumimoji="1" lang="en-US" altLang="ja-JP" sz="1400" dirty="0">
                          <a:latin typeface="Yu Gothic UI" panose="020B0500000000000000" pitchFamily="50" charset="-128"/>
                          <a:ea typeface="Yu Gothic UI" panose="020B0500000000000000" pitchFamily="50" charset="-128"/>
                        </a:rPr>
                        <a:t>※Private Link </a:t>
                      </a:r>
                      <a:r>
                        <a:rPr kumimoji="1" lang="ja-JP" altLang="en-US" sz="1400" dirty="0">
                          <a:latin typeface="Yu Gothic UI" panose="020B0500000000000000" pitchFamily="50" charset="-128"/>
                          <a:ea typeface="Yu Gothic UI" panose="020B0500000000000000" pitchFamily="50" charset="-128"/>
                        </a:rPr>
                        <a:t>は </a:t>
                      </a:r>
                      <a:r>
                        <a:rPr kumimoji="1" lang="en-US" altLang="ja-JP" sz="1400" dirty="0">
                          <a:latin typeface="Yu Gothic UI" panose="020B0500000000000000" pitchFamily="50" charset="-128"/>
                          <a:ea typeface="Yu Gothic UI" panose="020B0500000000000000" pitchFamily="50" charset="-128"/>
                        </a:rPr>
                        <a:t>Front Door Premium </a:t>
                      </a:r>
                      <a:r>
                        <a:rPr kumimoji="1" lang="ja-JP" altLang="en-US" sz="1400" dirty="0">
                          <a:latin typeface="Yu Gothic UI" panose="020B0500000000000000" pitchFamily="50" charset="-128"/>
                          <a:ea typeface="Yu Gothic UI" panose="020B0500000000000000" pitchFamily="50" charset="-128"/>
                        </a:rPr>
                        <a:t>のみ </a:t>
                      </a:r>
                      <a:endParaRPr kumimoji="1" lang="en-US" altLang="ja-JP" sz="1400" dirty="0">
                        <a:latin typeface="Yu Gothic UI" panose="020B0500000000000000" pitchFamily="50" charset="-128"/>
                        <a:ea typeface="Yu Gothic UI" panose="020B0500000000000000"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40927099"/>
                  </a:ext>
                </a:extLst>
              </a:tr>
              <a:tr h="661035">
                <a:tc>
                  <a:txBody>
                    <a:bodyPr/>
                    <a:lstStyle/>
                    <a:p>
                      <a:r>
                        <a:rPr kumimoji="1" lang="ja-JP" altLang="en-US" sz="1400" dirty="0">
                          <a:latin typeface="Yu Gothic UI" panose="020B0500000000000000" pitchFamily="50" charset="-128"/>
                          <a:ea typeface="Yu Gothic UI" panose="020B0500000000000000" pitchFamily="50" charset="-128"/>
                        </a:rPr>
                        <a:t>コアルールセット</a:t>
                      </a:r>
                      <a:endParaRPr kumimoji="1" lang="en-US" altLang="ja-JP" sz="1400" dirty="0">
                        <a:latin typeface="Yu Gothic UI" panose="020B0500000000000000" pitchFamily="50" charset="-128"/>
                        <a:ea typeface="Yu Gothic UI" panose="020B05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alpha val="20000"/>
                      </a:srgbClr>
                    </a:solidFill>
                  </a:tcPr>
                </a:tc>
                <a:tc>
                  <a:txBody>
                    <a:bodyPr/>
                    <a:lstStyle/>
                    <a:p>
                      <a:r>
                        <a:rPr kumimoji="1" lang="ja-JP" altLang="en-US" sz="1400" dirty="0">
                          <a:latin typeface="Yu Gothic UI" panose="020B0500000000000000" pitchFamily="50" charset="-128"/>
                          <a:ea typeface="Yu Gothic UI" panose="020B0500000000000000" pitchFamily="50" charset="-128"/>
                        </a:rPr>
                        <a:t>○</a:t>
                      </a:r>
                      <a:endParaRPr kumimoji="1" lang="en-US" altLang="ja-JP" sz="1400" dirty="0">
                        <a:latin typeface="Yu Gothic UI" panose="020B0500000000000000" pitchFamily="50" charset="-128"/>
                        <a:ea typeface="Yu Gothic UI" panose="020B0500000000000000" pitchFamily="50" charset="-128"/>
                      </a:endParaRPr>
                    </a:p>
                    <a:p>
                      <a:r>
                        <a:rPr kumimoji="1" lang="en-US" altLang="ja-JP" sz="1400" dirty="0">
                          <a:latin typeface="Yu Gothic UI" panose="020B0500000000000000" pitchFamily="50" charset="-128"/>
                          <a:ea typeface="Yu Gothic UI" panose="020B0500000000000000" pitchFamily="50" charset="-128"/>
                        </a:rPr>
                        <a:t>OWASP3.0</a:t>
                      </a:r>
                      <a:r>
                        <a:rPr kumimoji="1" lang="ja-JP" altLang="en-US" sz="1400" dirty="0">
                          <a:latin typeface="Yu Gothic UI" panose="020B0500000000000000" pitchFamily="50" charset="-128"/>
                          <a:ea typeface="Yu Gothic UI" panose="020B0500000000000000" pitchFamily="50" charset="-128"/>
                        </a:rPr>
                        <a:t> </a:t>
                      </a:r>
                      <a:r>
                        <a:rPr kumimoji="1" lang="en-US" altLang="ja-JP" sz="1400" dirty="0">
                          <a:latin typeface="Yu Gothic UI" panose="020B0500000000000000" pitchFamily="50" charset="-128"/>
                          <a:ea typeface="Yu Gothic UI" panose="020B0500000000000000" pitchFamily="50" charset="-128"/>
                        </a:rPr>
                        <a:t>,</a:t>
                      </a:r>
                      <a:r>
                        <a:rPr kumimoji="1" lang="ja-JP" altLang="en-US" sz="1400" dirty="0">
                          <a:latin typeface="Yu Gothic UI" panose="020B0500000000000000" pitchFamily="50" charset="-128"/>
                          <a:ea typeface="Yu Gothic UI" panose="020B0500000000000000" pitchFamily="50" charset="-128"/>
                        </a:rPr>
                        <a:t> </a:t>
                      </a:r>
                      <a:r>
                        <a:rPr kumimoji="1" lang="en-US" altLang="ja-JP" sz="1400" dirty="0">
                          <a:latin typeface="Yu Gothic UI" panose="020B0500000000000000" pitchFamily="50" charset="-128"/>
                          <a:ea typeface="Yu Gothic UI" panose="020B0500000000000000" pitchFamily="50" charset="-128"/>
                        </a:rPr>
                        <a:t>OWASP3.1 , OWASP3.2</a:t>
                      </a:r>
                    </a:p>
                    <a:p>
                      <a:r>
                        <a:rPr kumimoji="1" lang="en-US" altLang="ja-JP" sz="1400" dirty="0">
                          <a:latin typeface="Yu Gothic UI" panose="020B0500000000000000" pitchFamily="50" charset="-128"/>
                          <a:ea typeface="Yu Gothic UI" panose="020B0500000000000000" pitchFamily="50" charset="-128"/>
                        </a:rPr>
                        <a:t>Microsoft_DefaultRuleSet_2.1 </a:t>
                      </a:r>
                      <a:r>
                        <a:rPr kumimoji="1" lang="ja-JP" altLang="en-US" sz="1400" dirty="0">
                          <a:latin typeface="Yu Gothic UI" panose="020B0500000000000000" pitchFamily="50" charset="-128"/>
                          <a:ea typeface="Yu Gothic UI" panose="020B0500000000000000" pitchFamily="50" charset="-128"/>
                        </a:rPr>
                        <a:t>など</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alpha val="20000"/>
                      </a:srgbClr>
                    </a:solidFill>
                  </a:tcPr>
                </a:tc>
                <a:tc>
                  <a:txBody>
                    <a:bodyPr/>
                    <a:lstStyle/>
                    <a:p>
                      <a:r>
                        <a:rPr kumimoji="1" lang="ja-JP" altLang="en-US" sz="1400" dirty="0">
                          <a:latin typeface="Yu Gothic UI" panose="020B0500000000000000" pitchFamily="50" charset="-128"/>
                          <a:ea typeface="Yu Gothic UI" panose="020B0500000000000000" pitchFamily="50" charset="-128"/>
                        </a:rPr>
                        <a:t>△</a:t>
                      </a:r>
                      <a:endParaRPr kumimoji="1" lang="en-US" altLang="ja-JP" sz="1400" dirty="0">
                        <a:latin typeface="Yu Gothic UI" panose="020B0500000000000000" pitchFamily="50" charset="-128"/>
                        <a:ea typeface="Yu Gothic UI" panose="020B0500000000000000" pitchFamily="50" charset="-128"/>
                      </a:endParaRPr>
                    </a:p>
                    <a:p>
                      <a:r>
                        <a:rPr kumimoji="1" lang="en-US" altLang="ja-JP" sz="1400" dirty="0">
                          <a:latin typeface="Yu Gothic UI" panose="020B0500000000000000" pitchFamily="50" charset="-128"/>
                          <a:ea typeface="Yu Gothic UI" panose="020B0500000000000000" pitchFamily="50" charset="-128"/>
                        </a:rPr>
                        <a:t>Microsoft_DefaultRuleSet_1.1</a:t>
                      </a:r>
                      <a:r>
                        <a:rPr kumimoji="1" lang="ja-JP" altLang="en-US" sz="1400" dirty="0">
                          <a:latin typeface="Yu Gothic UI" panose="020B0500000000000000" pitchFamily="50" charset="-128"/>
                          <a:ea typeface="Yu Gothic UI" panose="020B0500000000000000" pitchFamily="50" charset="-128"/>
                        </a:rPr>
                        <a:t> </a:t>
                      </a:r>
                      <a:r>
                        <a:rPr kumimoji="1" lang="en-US" altLang="ja-JP" sz="1400" dirty="0">
                          <a:latin typeface="Yu Gothic UI" panose="020B0500000000000000" pitchFamily="50" charset="-128"/>
                          <a:ea typeface="Yu Gothic UI" panose="020B0500000000000000" pitchFamily="50" charset="-128"/>
                        </a:rPr>
                        <a:t>, 2.0</a:t>
                      </a:r>
                      <a:r>
                        <a:rPr kumimoji="1" lang="ja-JP" altLang="en-US" sz="1400" dirty="0">
                          <a:latin typeface="Yu Gothic UI" panose="020B0500000000000000" pitchFamily="50" charset="-128"/>
                          <a:ea typeface="Yu Gothic UI" panose="020B0500000000000000" pitchFamily="50" charset="-128"/>
                        </a:rPr>
                        <a:t> </a:t>
                      </a:r>
                      <a:r>
                        <a:rPr kumimoji="1" lang="en-US" altLang="ja-JP" sz="1400" dirty="0">
                          <a:latin typeface="Yu Gothic UI" panose="020B0500000000000000" pitchFamily="50" charset="-128"/>
                          <a:ea typeface="Yu Gothic UI" panose="020B0500000000000000" pitchFamily="50" charset="-128"/>
                        </a:rPr>
                        <a:t>,</a:t>
                      </a:r>
                      <a:r>
                        <a:rPr kumimoji="1" lang="ja-JP" altLang="en-US" sz="1400" dirty="0">
                          <a:latin typeface="Yu Gothic UI" panose="020B0500000000000000" pitchFamily="50" charset="-128"/>
                          <a:ea typeface="Yu Gothic UI" panose="020B0500000000000000" pitchFamily="50" charset="-128"/>
                        </a:rPr>
                        <a:t> </a:t>
                      </a:r>
                      <a:r>
                        <a:rPr kumimoji="1" lang="en-US" altLang="ja-JP" sz="1400" dirty="0">
                          <a:latin typeface="Yu Gothic UI" panose="020B0500000000000000" pitchFamily="50" charset="-128"/>
                          <a:ea typeface="Yu Gothic UI" panose="020B0500000000000000" pitchFamily="50" charset="-128"/>
                        </a:rPr>
                        <a:t>2.1 </a:t>
                      </a:r>
                      <a:r>
                        <a:rPr kumimoji="1" lang="ja-JP" altLang="en-US" sz="1400" dirty="0">
                          <a:latin typeface="Yu Gothic UI" panose="020B0500000000000000" pitchFamily="50" charset="-128"/>
                          <a:ea typeface="Yu Gothic UI" panose="020B0500000000000000" pitchFamily="50" charset="-128"/>
                        </a:rPr>
                        <a:t>など</a:t>
                      </a:r>
                      <a:endParaRPr kumimoji="1" lang="en-US" altLang="ja-JP" sz="1400" dirty="0">
                        <a:latin typeface="Yu Gothic UI" panose="020B0500000000000000" pitchFamily="50" charset="-128"/>
                        <a:ea typeface="Yu Gothic UI" panose="020B0500000000000000" pitchFamily="50" charset="-128"/>
                      </a:endParaRPr>
                    </a:p>
                    <a:p>
                      <a:r>
                        <a:rPr kumimoji="1" lang="en-US" altLang="ja-JP" sz="1400" dirty="0">
                          <a:latin typeface="Yu Gothic UI" panose="020B0500000000000000" pitchFamily="50" charset="-128"/>
                          <a:ea typeface="Yu Gothic UI" panose="020B0500000000000000" pitchFamily="50" charset="-128"/>
                        </a:rPr>
                        <a:t>※Front Door Premium</a:t>
                      </a:r>
                      <a:r>
                        <a:rPr kumimoji="1" lang="ja-JP" altLang="en-US" sz="1400" dirty="0">
                          <a:latin typeface="Yu Gothic UI" panose="020B0500000000000000" pitchFamily="50" charset="-128"/>
                          <a:ea typeface="Yu Gothic UI" panose="020B0500000000000000" pitchFamily="50" charset="-128"/>
                        </a:rPr>
                        <a:t>のみ</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alpha val="20000"/>
                      </a:srgbClr>
                    </a:solidFill>
                  </a:tcPr>
                </a:tc>
                <a:extLst>
                  <a:ext uri="{0D108BD9-81ED-4DB2-BD59-A6C34878D82A}">
                    <a16:rowId xmlns:a16="http://schemas.microsoft.com/office/drawing/2014/main" val="3778710527"/>
                  </a:ext>
                </a:extLst>
              </a:tr>
              <a:tr h="851229">
                <a:tc>
                  <a:txBody>
                    <a:bodyPr/>
                    <a:lstStyle/>
                    <a:p>
                      <a:r>
                        <a:rPr kumimoji="1" lang="en-US" altLang="ja-JP" sz="1400" dirty="0">
                          <a:latin typeface="Yu Gothic UI" panose="020B0500000000000000" pitchFamily="50" charset="-128"/>
                          <a:ea typeface="Yu Gothic UI" panose="020B0500000000000000" pitchFamily="50" charset="-128"/>
                        </a:rPr>
                        <a:t>CDN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en-US" altLang="ja-JP" sz="1400" dirty="0">
                          <a:latin typeface="Yu Gothic UI" panose="020B0500000000000000" pitchFamily="50" charset="-128"/>
                          <a:ea typeface="Yu Gothic UI" panose="020B0500000000000000" pitchFamily="50" charset="-128"/>
                        </a:rPr>
                        <a:t>×</a:t>
                      </a:r>
                    </a:p>
                    <a:p>
                      <a:r>
                        <a:rPr kumimoji="1" lang="ja-JP" altLang="en-US" sz="1400" dirty="0">
                          <a:latin typeface="Yu Gothic UI" panose="020B0500000000000000" pitchFamily="50" charset="-128"/>
                          <a:ea typeface="Yu Gothic UI" panose="020B0500000000000000" pitchFamily="50" charset="-128"/>
                        </a:rPr>
                        <a:t>利用不可。必要な場合は </a:t>
                      </a:r>
                      <a:r>
                        <a:rPr kumimoji="1" lang="en-US" altLang="ja-JP" sz="1400" dirty="0">
                          <a:latin typeface="Yu Gothic UI" panose="020B0500000000000000" pitchFamily="50" charset="-128"/>
                          <a:ea typeface="Yu Gothic UI" panose="020B0500000000000000" pitchFamily="50" charset="-128"/>
                        </a:rPr>
                        <a:t>Application Gateway </a:t>
                      </a:r>
                      <a:r>
                        <a:rPr kumimoji="1" lang="ja-JP" altLang="en-US" sz="1400" dirty="0">
                          <a:latin typeface="Yu Gothic UI" panose="020B0500000000000000" pitchFamily="50" charset="-128"/>
                          <a:ea typeface="Yu Gothic UI" panose="020B0500000000000000" pitchFamily="50" charset="-128"/>
                        </a:rPr>
                        <a:t>の前に </a:t>
                      </a:r>
                      <a:r>
                        <a:rPr kumimoji="1" lang="en-US" altLang="ja-JP" sz="1400" dirty="0">
                          <a:latin typeface="Yu Gothic UI" panose="020B0500000000000000" pitchFamily="50" charset="-128"/>
                          <a:ea typeface="Yu Gothic UI" panose="020B0500000000000000" pitchFamily="50" charset="-128"/>
                        </a:rPr>
                        <a:t>Front Door </a:t>
                      </a:r>
                      <a:r>
                        <a:rPr kumimoji="1" lang="ja-JP" altLang="en-US" sz="1400" dirty="0">
                          <a:latin typeface="Yu Gothic UI" panose="020B0500000000000000" pitchFamily="50" charset="-128"/>
                          <a:ea typeface="Yu Gothic UI" panose="020B0500000000000000" pitchFamily="50" charset="-128"/>
                        </a:rPr>
                        <a:t>を配置する必要あり</a:t>
                      </a:r>
                      <a:endParaRPr kumimoji="1" lang="en-US" altLang="ja-JP" sz="1400" dirty="0">
                        <a:latin typeface="Yu Gothic UI" panose="020B0500000000000000" pitchFamily="50" charset="-128"/>
                        <a:ea typeface="Yu Gothic UI" panose="020B0500000000000000"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1400" dirty="0">
                          <a:latin typeface="Yu Gothic UI" panose="020B0500000000000000" pitchFamily="50" charset="-128"/>
                          <a:ea typeface="Yu Gothic UI" panose="020B0500000000000000" pitchFamily="50" charset="-128"/>
                        </a:rPr>
                        <a:t>○</a:t>
                      </a:r>
                      <a:endParaRPr kumimoji="1" lang="en-US" altLang="ja-JP" sz="1400" dirty="0">
                        <a:latin typeface="Yu Gothic UI" panose="020B0500000000000000" pitchFamily="50" charset="-128"/>
                        <a:ea typeface="Yu Gothic UI" panose="020B0500000000000000" pitchFamily="50" charset="-128"/>
                      </a:endParaRPr>
                    </a:p>
                    <a:p>
                      <a:r>
                        <a:rPr kumimoji="1" lang="en-US" altLang="ja-JP" sz="1400" dirty="0">
                          <a:latin typeface="Yu Gothic UI" panose="020B0500000000000000" pitchFamily="50" charset="-128"/>
                          <a:ea typeface="Yu Gothic UI" panose="020B0500000000000000" pitchFamily="50" charset="-128"/>
                        </a:rPr>
                        <a:t>CDN </a:t>
                      </a:r>
                      <a:r>
                        <a:rPr kumimoji="1" lang="ja-JP" altLang="en-US" sz="1400" dirty="0">
                          <a:latin typeface="Yu Gothic UI" panose="020B0500000000000000" pitchFamily="50" charset="-128"/>
                          <a:ea typeface="Yu Gothic UI" panose="020B0500000000000000" pitchFamily="50" charset="-128"/>
                        </a:rPr>
                        <a:t>の機能あり</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7509196"/>
                  </a:ext>
                </a:extLst>
              </a:tr>
              <a:tr h="659016">
                <a:tc>
                  <a:txBody>
                    <a:bodyPr/>
                    <a:lstStyle/>
                    <a:p>
                      <a:r>
                        <a:rPr kumimoji="1" lang="en-US" altLang="ja-JP" sz="1400" dirty="0">
                          <a:latin typeface="Yu Gothic UI" panose="020B0500000000000000" pitchFamily="50" charset="-128"/>
                          <a:ea typeface="Yu Gothic UI" panose="020B0500000000000000" pitchFamily="50" charset="-128"/>
                        </a:rPr>
                        <a:t>WAF</a:t>
                      </a:r>
                      <a:r>
                        <a:rPr kumimoji="1" lang="ja-JP" altLang="en-US" sz="1400" dirty="0">
                          <a:latin typeface="Yu Gothic UI" panose="020B0500000000000000" pitchFamily="50" charset="-128"/>
                          <a:ea typeface="Yu Gothic UI" panose="020B0500000000000000" pitchFamily="50" charset="-128"/>
                        </a:rPr>
                        <a:t>ポリシー適用範囲</a:t>
                      </a:r>
                      <a:endParaRPr kumimoji="1" lang="en-US" altLang="ja-JP" sz="1400" dirty="0">
                        <a:latin typeface="Yu Gothic UI" panose="020B0500000000000000" pitchFamily="50" charset="-128"/>
                        <a:ea typeface="Yu Gothic UI" panose="020B0500000000000000"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alpha val="20000"/>
                      </a:srgbClr>
                    </a:solidFill>
                  </a:tcPr>
                </a:tc>
                <a:tc>
                  <a:txBody>
                    <a:bodyPr/>
                    <a:lstStyle/>
                    <a:p>
                      <a:r>
                        <a:rPr kumimoji="1" lang="ja-JP" altLang="en-US" sz="1400" dirty="0">
                          <a:latin typeface="Yu Gothic UI" panose="020B0500000000000000" pitchFamily="50" charset="-128"/>
                          <a:ea typeface="Yu Gothic UI" panose="020B0500000000000000" pitchFamily="50" charset="-128"/>
                        </a:rPr>
                        <a:t>○</a:t>
                      </a:r>
                      <a:endParaRPr kumimoji="1" lang="en-US" altLang="ja-JP" sz="1400" dirty="0">
                        <a:latin typeface="Yu Gothic UI" panose="020B0500000000000000" pitchFamily="50" charset="-128"/>
                        <a:ea typeface="Yu Gothic UI" panose="020B0500000000000000" pitchFamily="50" charset="-128"/>
                      </a:endParaRPr>
                    </a:p>
                    <a:p>
                      <a:r>
                        <a:rPr kumimoji="1" lang="en-US" altLang="ja-JP" sz="1400" dirty="0">
                          <a:latin typeface="Yu Gothic UI" panose="020B0500000000000000" pitchFamily="50" charset="-128"/>
                          <a:ea typeface="Yu Gothic UI" panose="020B0500000000000000" pitchFamily="50" charset="-128"/>
                        </a:rPr>
                        <a:t>Application Gateway </a:t>
                      </a:r>
                      <a:r>
                        <a:rPr kumimoji="1" lang="ja-JP" altLang="en-US" sz="1400" dirty="0">
                          <a:latin typeface="Yu Gothic UI" panose="020B0500000000000000" pitchFamily="50" charset="-128"/>
                          <a:ea typeface="Yu Gothic UI" panose="020B0500000000000000" pitchFamily="50" charset="-128"/>
                        </a:rPr>
                        <a:t>レベル、リスナー</a:t>
                      </a:r>
                      <a:r>
                        <a:rPr kumimoji="1" lang="en-US" altLang="ja-JP" sz="1400" dirty="0">
                          <a:latin typeface="Yu Gothic UI" panose="020B0500000000000000" pitchFamily="50" charset="-128"/>
                          <a:ea typeface="Yu Gothic UI" panose="020B0500000000000000" pitchFamily="50" charset="-128"/>
                        </a:rPr>
                        <a:t>(</a:t>
                      </a:r>
                      <a:r>
                        <a:rPr kumimoji="1" lang="ja-JP" altLang="en-US" sz="1400" dirty="0">
                          <a:latin typeface="Yu Gothic UI" panose="020B0500000000000000" pitchFamily="50" charset="-128"/>
                          <a:ea typeface="Yu Gothic UI" panose="020B0500000000000000" pitchFamily="50" charset="-128"/>
                        </a:rPr>
                        <a:t>≒ドメイン</a:t>
                      </a:r>
                      <a:r>
                        <a:rPr kumimoji="1" lang="en-US" altLang="ja-JP" sz="1400" dirty="0">
                          <a:latin typeface="Yu Gothic UI" panose="020B0500000000000000" pitchFamily="50" charset="-128"/>
                          <a:ea typeface="Yu Gothic UI" panose="020B0500000000000000" pitchFamily="50" charset="-128"/>
                        </a:rPr>
                        <a:t>)</a:t>
                      </a:r>
                      <a:r>
                        <a:rPr kumimoji="1" lang="ja-JP" altLang="en-US" sz="1400" dirty="0">
                          <a:latin typeface="Yu Gothic UI" panose="020B0500000000000000" pitchFamily="50" charset="-128"/>
                          <a:ea typeface="Yu Gothic UI" panose="020B0500000000000000" pitchFamily="50" charset="-128"/>
                        </a:rPr>
                        <a:t>レベル、ルートパスレベルで分けることが可能</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alpha val="20000"/>
                      </a:srgbClr>
                    </a:solidFill>
                  </a:tcPr>
                </a:tc>
                <a:tc>
                  <a:txBody>
                    <a:bodyPr/>
                    <a:lstStyle/>
                    <a:p>
                      <a:r>
                        <a:rPr kumimoji="1" lang="ja-JP" altLang="en-US" sz="1400" dirty="0">
                          <a:latin typeface="Yu Gothic UI" panose="020B0500000000000000" pitchFamily="50" charset="-128"/>
                          <a:ea typeface="Yu Gothic UI" panose="020B0500000000000000" pitchFamily="50" charset="-128"/>
                        </a:rPr>
                        <a:t>△</a:t>
                      </a:r>
                      <a:endParaRPr kumimoji="1" lang="en-US" altLang="ja-JP" sz="1400" dirty="0">
                        <a:latin typeface="Yu Gothic UI" panose="020B0500000000000000" pitchFamily="50" charset="-128"/>
                        <a:ea typeface="Yu Gothic UI" panose="020B0500000000000000" pitchFamily="50" charset="-128"/>
                      </a:endParaRPr>
                    </a:p>
                    <a:p>
                      <a:r>
                        <a:rPr kumimoji="1" lang="ja-JP" altLang="en-US" sz="1400" dirty="0">
                          <a:latin typeface="Yu Gothic UI" panose="020B0500000000000000" pitchFamily="50" charset="-128"/>
                          <a:ea typeface="Yu Gothic UI" panose="020B0500000000000000" pitchFamily="50" charset="-128"/>
                        </a:rPr>
                        <a:t>ドメインレベルで分けることが可能</a:t>
                      </a:r>
                      <a:endParaRPr kumimoji="1" lang="en-US" altLang="ja-JP" sz="1400" dirty="0">
                        <a:latin typeface="Yu Gothic UI" panose="020B0500000000000000" pitchFamily="50" charset="-128"/>
                        <a:ea typeface="Yu Gothic UI" panose="020B0500000000000000"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alpha val="20000"/>
                      </a:srgbClr>
                    </a:solidFill>
                  </a:tcPr>
                </a:tc>
                <a:extLst>
                  <a:ext uri="{0D108BD9-81ED-4DB2-BD59-A6C34878D82A}">
                    <a16:rowId xmlns:a16="http://schemas.microsoft.com/office/drawing/2014/main" val="2732764976"/>
                  </a:ext>
                </a:extLst>
              </a:tr>
            </a:tbl>
          </a:graphicData>
        </a:graphic>
      </p:graphicFrame>
      <p:grpSp>
        <p:nvGrpSpPr>
          <p:cNvPr id="19" name="グループ化 18">
            <a:extLst>
              <a:ext uri="{FF2B5EF4-FFF2-40B4-BE49-F238E27FC236}">
                <a16:creationId xmlns:a16="http://schemas.microsoft.com/office/drawing/2014/main" id="{75CA6A03-1578-0EE1-FB1D-FA5074947013}"/>
              </a:ext>
            </a:extLst>
          </p:cNvPr>
          <p:cNvGrpSpPr/>
          <p:nvPr/>
        </p:nvGrpSpPr>
        <p:grpSpPr>
          <a:xfrm>
            <a:off x="2859265" y="1197700"/>
            <a:ext cx="1656134" cy="701546"/>
            <a:chOff x="7535051" y="3521111"/>
            <a:chExt cx="736531" cy="320182"/>
          </a:xfrm>
        </p:grpSpPr>
        <p:pic>
          <p:nvPicPr>
            <p:cNvPr id="20" name="Graphic 91">
              <a:extLst>
                <a:ext uri="{FF2B5EF4-FFF2-40B4-BE49-F238E27FC236}">
                  <a16:creationId xmlns:a16="http://schemas.microsoft.com/office/drawing/2014/main" id="{84C606A7-736F-62B5-5A08-5F7053FB7DC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51400" y="3521111"/>
              <a:ext cx="320182" cy="320182"/>
            </a:xfrm>
            <a:prstGeom prst="rect">
              <a:avLst/>
            </a:prstGeom>
          </p:spPr>
        </p:pic>
        <p:pic>
          <p:nvPicPr>
            <p:cNvPr id="21" name="Graphic 92">
              <a:extLst>
                <a:ext uri="{FF2B5EF4-FFF2-40B4-BE49-F238E27FC236}">
                  <a16:creationId xmlns:a16="http://schemas.microsoft.com/office/drawing/2014/main" id="{462D5368-6F2A-EBAE-1AD6-DEC8A0617832}"/>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7535051" y="3540346"/>
              <a:ext cx="274320" cy="281715"/>
            </a:xfrm>
            <a:prstGeom prst="rect">
              <a:avLst/>
            </a:prstGeom>
          </p:spPr>
        </p:pic>
      </p:grpSp>
      <p:grpSp>
        <p:nvGrpSpPr>
          <p:cNvPr id="22" name="グループ化 21">
            <a:extLst>
              <a:ext uri="{FF2B5EF4-FFF2-40B4-BE49-F238E27FC236}">
                <a16:creationId xmlns:a16="http://schemas.microsoft.com/office/drawing/2014/main" id="{021B7AE6-8E67-C4D2-30E3-7BCEA821E262}"/>
              </a:ext>
            </a:extLst>
          </p:cNvPr>
          <p:cNvGrpSpPr/>
          <p:nvPr/>
        </p:nvGrpSpPr>
        <p:grpSpPr>
          <a:xfrm>
            <a:off x="7972104" y="1216172"/>
            <a:ext cx="1762435" cy="697549"/>
            <a:chOff x="4696148" y="3370849"/>
            <a:chExt cx="783806" cy="318358"/>
          </a:xfrm>
        </p:grpSpPr>
        <p:pic>
          <p:nvPicPr>
            <p:cNvPr id="23" name="Graphic 87">
              <a:extLst>
                <a:ext uri="{FF2B5EF4-FFF2-40B4-BE49-F238E27FC236}">
                  <a16:creationId xmlns:a16="http://schemas.microsoft.com/office/drawing/2014/main" id="{967822A8-5BDA-D358-2F38-E161E1CF2C3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165293" y="3374546"/>
              <a:ext cx="314661" cy="314661"/>
            </a:xfrm>
            <a:prstGeom prst="rect">
              <a:avLst/>
            </a:prstGeom>
          </p:spPr>
        </p:pic>
        <p:pic>
          <p:nvPicPr>
            <p:cNvPr id="24" name="Graphic 89">
              <a:extLst>
                <a:ext uri="{FF2B5EF4-FFF2-40B4-BE49-F238E27FC236}">
                  <a16:creationId xmlns:a16="http://schemas.microsoft.com/office/drawing/2014/main" id="{D687CB5D-38F7-0FBF-9BF7-47F31471DA31}"/>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696148" y="3370849"/>
              <a:ext cx="274320" cy="281715"/>
            </a:xfrm>
            <a:prstGeom prst="rect">
              <a:avLst/>
            </a:prstGeom>
          </p:spPr>
        </p:pic>
      </p:grpSp>
      <p:sp>
        <p:nvSpPr>
          <p:cNvPr id="25" name="TextBox 85">
            <a:extLst>
              <a:ext uri="{FF2B5EF4-FFF2-40B4-BE49-F238E27FC236}">
                <a16:creationId xmlns:a16="http://schemas.microsoft.com/office/drawing/2014/main" id="{CC68C76C-DBC4-AD4A-5B5B-24F64E7D5FDA}"/>
              </a:ext>
            </a:extLst>
          </p:cNvPr>
          <p:cNvSpPr txBox="1"/>
          <p:nvPr/>
        </p:nvSpPr>
        <p:spPr>
          <a:xfrm>
            <a:off x="10044591" y="1388445"/>
            <a:ext cx="1612724" cy="430887"/>
          </a:xfrm>
          <a:prstGeom prst="rect">
            <a:avLst/>
          </a:prstGeom>
          <a:noFill/>
          <a:ln>
            <a:noFill/>
          </a:ln>
        </p:spPr>
        <p:txBody>
          <a:bodyPr wrap="square" lIns="0" tIns="0" rIns="0" bIns="0" rtlCol="0" anchor="ctr">
            <a:spAutoFit/>
          </a:bodyPr>
          <a:lstStyle/>
          <a:p>
            <a:pPr algn="ctr" defTabSz="932559">
              <a:defRPr/>
            </a:pPr>
            <a:r>
              <a:rPr lang="en-US" sz="1400" dirty="0">
                <a:latin typeface="Yu Gothic UI" panose="020B0500000000000000" pitchFamily="50" charset="-128"/>
                <a:ea typeface="Yu Gothic UI" panose="020B0500000000000000" pitchFamily="50" charset="-128"/>
              </a:rPr>
              <a:t>Azure Global WAF </a:t>
            </a:r>
          </a:p>
          <a:p>
            <a:pPr algn="ctr" defTabSz="932559">
              <a:defRPr/>
            </a:pPr>
            <a:r>
              <a:rPr lang="en-US" sz="1400" dirty="0">
                <a:latin typeface="Yu Gothic UI" panose="020B0500000000000000" pitchFamily="50" charset="-128"/>
                <a:ea typeface="Yu Gothic UI" panose="020B0500000000000000" pitchFamily="50" charset="-128"/>
              </a:rPr>
              <a:t>(Front Door)</a:t>
            </a:r>
          </a:p>
        </p:txBody>
      </p:sp>
      <p:sp>
        <p:nvSpPr>
          <p:cNvPr id="26" name="TextBox 90">
            <a:extLst>
              <a:ext uri="{FF2B5EF4-FFF2-40B4-BE49-F238E27FC236}">
                <a16:creationId xmlns:a16="http://schemas.microsoft.com/office/drawing/2014/main" id="{DED07B1C-198A-3D84-E8A9-E8F054664BDD}"/>
              </a:ext>
            </a:extLst>
          </p:cNvPr>
          <p:cNvSpPr txBox="1"/>
          <p:nvPr/>
        </p:nvSpPr>
        <p:spPr>
          <a:xfrm>
            <a:off x="4715290" y="1388445"/>
            <a:ext cx="1872596" cy="430887"/>
          </a:xfrm>
          <a:prstGeom prst="rect">
            <a:avLst/>
          </a:prstGeom>
          <a:noFill/>
        </p:spPr>
        <p:txBody>
          <a:bodyPr wrap="square" lIns="0" tIns="0" rIns="0" bIns="0" rtlCol="0" anchor="ctr">
            <a:spAutoFit/>
          </a:bodyPr>
          <a:lstStyle/>
          <a:p>
            <a:pPr algn="ctr" defTabSz="932563">
              <a:defRPr/>
            </a:pPr>
            <a:r>
              <a:rPr lang="en-US" sz="1400" dirty="0">
                <a:latin typeface="Yu Gothic UI" panose="020B0500000000000000" pitchFamily="50" charset="-128"/>
                <a:ea typeface="Yu Gothic UI" panose="020B0500000000000000" pitchFamily="50" charset="-128"/>
              </a:rPr>
              <a:t>Azure Regional WAF </a:t>
            </a:r>
          </a:p>
          <a:p>
            <a:pPr algn="ctr" defTabSz="932563">
              <a:defRPr/>
            </a:pPr>
            <a:r>
              <a:rPr lang="en-US" sz="1400" dirty="0">
                <a:latin typeface="Yu Gothic UI" panose="020B0500000000000000" pitchFamily="50" charset="-128"/>
                <a:ea typeface="Yu Gothic UI" panose="020B0500000000000000" pitchFamily="50" charset="-128"/>
              </a:rPr>
              <a:t>(Application Gateway)</a:t>
            </a:r>
          </a:p>
        </p:txBody>
      </p:sp>
      <p:sp>
        <p:nvSpPr>
          <p:cNvPr id="27" name="テキスト ボックス 26">
            <a:extLst>
              <a:ext uri="{FF2B5EF4-FFF2-40B4-BE49-F238E27FC236}">
                <a16:creationId xmlns:a16="http://schemas.microsoft.com/office/drawing/2014/main" id="{E9D30F7F-3A38-BF5B-3D2E-6375D99679E0}"/>
              </a:ext>
            </a:extLst>
          </p:cNvPr>
          <p:cNvSpPr txBox="1"/>
          <p:nvPr/>
        </p:nvSpPr>
        <p:spPr>
          <a:xfrm>
            <a:off x="2334488" y="1923656"/>
            <a:ext cx="4476145" cy="489365"/>
          </a:xfrm>
          <a:prstGeom prst="rect">
            <a:avLst/>
          </a:prstGeom>
          <a:noFill/>
        </p:spPr>
        <p:txBody>
          <a:bodyPr wrap="square" lIns="182880" tIns="146304" rIns="182880" bIns="146304" rtlCol="0">
            <a:spAutoFit/>
          </a:bodyPr>
          <a:lstStyle/>
          <a:p>
            <a:pPr>
              <a:lnSpc>
                <a:spcPct val="90000"/>
              </a:lnSpc>
              <a:spcAft>
                <a:spcPts val="600"/>
              </a:spcAft>
            </a:pPr>
            <a:r>
              <a:rPr kumimoji="1" lang="ja-JP" altLang="en-US" sz="1400" dirty="0">
                <a:gradFill>
                  <a:gsLst>
                    <a:gs pos="2917">
                      <a:schemeClr val="tx1"/>
                    </a:gs>
                    <a:gs pos="30000">
                      <a:schemeClr val="tx1"/>
                    </a:gs>
                  </a:gsLst>
                  <a:lin ang="5400000" scaled="0"/>
                </a:gradFill>
                <a:latin typeface="Yu Gothic UI" panose="020B0500000000000000" pitchFamily="50" charset="-128"/>
                <a:ea typeface="Yu Gothic UI" panose="020B0500000000000000" pitchFamily="50" charset="-128"/>
              </a:rPr>
              <a:t>指定されたリージョン内で稼働することを想定したサービス</a:t>
            </a:r>
          </a:p>
        </p:txBody>
      </p:sp>
      <p:sp>
        <p:nvSpPr>
          <p:cNvPr id="28" name="テキスト ボックス 27">
            <a:extLst>
              <a:ext uri="{FF2B5EF4-FFF2-40B4-BE49-F238E27FC236}">
                <a16:creationId xmlns:a16="http://schemas.microsoft.com/office/drawing/2014/main" id="{B12C56C1-2350-76A9-C4C1-584761420FBF}"/>
              </a:ext>
            </a:extLst>
          </p:cNvPr>
          <p:cNvSpPr txBox="1"/>
          <p:nvPr/>
        </p:nvSpPr>
        <p:spPr>
          <a:xfrm>
            <a:off x="7559803" y="1923656"/>
            <a:ext cx="4294055" cy="489365"/>
          </a:xfrm>
          <a:prstGeom prst="rect">
            <a:avLst/>
          </a:prstGeom>
          <a:noFill/>
        </p:spPr>
        <p:txBody>
          <a:bodyPr wrap="square" lIns="182880" tIns="146304" rIns="182880" bIns="146304" rtlCol="0">
            <a:spAutoFit/>
          </a:bodyPr>
          <a:lstStyle/>
          <a:p>
            <a:pPr>
              <a:lnSpc>
                <a:spcPct val="90000"/>
              </a:lnSpc>
              <a:spcAft>
                <a:spcPts val="600"/>
              </a:spcAft>
            </a:pPr>
            <a:r>
              <a:rPr kumimoji="1" lang="ja-JP" altLang="en-US" sz="1400" dirty="0">
                <a:latin typeface="Yu Gothic UI" panose="020B0500000000000000" pitchFamily="50" charset="-128"/>
                <a:ea typeface="Yu Gothic UI" panose="020B0500000000000000" pitchFamily="50" charset="-128"/>
              </a:rPr>
              <a:t>複数のリージョン間で要求を分散するグローバルサービス</a:t>
            </a:r>
            <a:endParaRPr kumimoji="1" lang="ja-JP" altLang="en-US" sz="1400" dirty="0">
              <a:gradFill>
                <a:gsLst>
                  <a:gs pos="2917">
                    <a:schemeClr val="tx1"/>
                  </a:gs>
                  <a:gs pos="30000">
                    <a:schemeClr val="tx1"/>
                  </a:gs>
                </a:gsLst>
                <a:lin ang="5400000" scaled="0"/>
              </a:gradFill>
              <a:latin typeface="Yu Gothic UI" panose="020B0500000000000000" pitchFamily="50" charset="-128"/>
              <a:ea typeface="Yu Gothic UI" panose="020B0500000000000000" pitchFamily="50" charset="-128"/>
            </a:endParaRPr>
          </a:p>
        </p:txBody>
      </p:sp>
    </p:spTree>
    <p:extLst>
      <p:ext uri="{BB962C8B-B14F-4D97-AF65-F5344CB8AC3E}">
        <p14:creationId xmlns:p14="http://schemas.microsoft.com/office/powerpoint/2010/main" val="39971547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49707-D196-9FC4-6C3E-7593FECAED1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337B78F-DC9F-803E-4E9F-1688575F575F}"/>
              </a:ext>
            </a:extLst>
          </p:cNvPr>
          <p:cNvSpPr>
            <a:spLocks noGrp="1"/>
          </p:cNvSpPr>
          <p:nvPr>
            <p:ph type="body" sz="quarter" idx="13"/>
          </p:nvPr>
        </p:nvSpPr>
        <p:spPr>
          <a:xfrm>
            <a:off x="838200" y="2716213"/>
            <a:ext cx="10374313" cy="2262187"/>
          </a:xfrm>
        </p:spPr>
        <p:txBody>
          <a:bodyPr/>
          <a:lstStyle/>
          <a:p>
            <a:pPr marL="0" indent="0">
              <a:spcAft>
                <a:spcPts val="600"/>
              </a:spcAft>
              <a:buNone/>
            </a:pPr>
            <a:r>
              <a:rPr lang="en" sz="1800" b="1" i="0" dirty="0">
                <a:solidFill>
                  <a:srgbClr val="4472C4"/>
                </a:solidFill>
                <a:latin typeface="Yu Gothic UI"/>
                <a:ea typeface="Yu Gothic UI"/>
                <a:cs typeface="Yu Gothic UI"/>
              </a:rPr>
              <a:t>SECTION 2</a:t>
            </a:r>
          </a:p>
          <a:p>
            <a:pPr marL="0" indent="0">
              <a:buNone/>
            </a:pPr>
            <a:r>
              <a:rPr lang="en-US" altLang="ja-JP" sz="3200" dirty="0"/>
              <a:t>Azure </a:t>
            </a:r>
            <a:r>
              <a:rPr lang="ja-JP" altLang="en-US" sz="3200"/>
              <a:t>の標準的なネットワーク構成とサービスの組み合わせ方</a:t>
            </a:r>
            <a:endParaRPr lang="en-US" altLang="ja-JP" sz="3200" dirty="0"/>
          </a:p>
          <a:p>
            <a:pPr marL="0" indent="0">
              <a:buNone/>
            </a:pPr>
            <a:r>
              <a:rPr lang="en" sz="1400" dirty="0">
                <a:solidFill>
                  <a:srgbClr val="595959"/>
                </a:solidFill>
              </a:rPr>
              <a:t>Azure Landing</a:t>
            </a:r>
            <a:r>
              <a:rPr lang="en-US" sz="1400" dirty="0">
                <a:solidFill>
                  <a:srgbClr val="595959"/>
                </a:solidFill>
              </a:rPr>
              <a:t> Zone for networking</a:t>
            </a:r>
            <a:endParaRPr lang="en" sz="1400" b="0" i="0" dirty="0">
              <a:solidFill>
                <a:srgbClr val="595959"/>
              </a:solidFill>
              <a:latin typeface="Yu Gothic UI"/>
              <a:ea typeface="Yu Gothic UI"/>
              <a:cs typeface="Yu Gothic UI"/>
            </a:endParaRPr>
          </a:p>
        </p:txBody>
      </p:sp>
    </p:spTree>
    <p:extLst>
      <p:ext uri="{BB962C8B-B14F-4D97-AF65-F5344CB8AC3E}">
        <p14:creationId xmlns:p14="http://schemas.microsoft.com/office/powerpoint/2010/main" val="27368788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10573-530D-337F-F6A4-F517B6086433}"/>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AC66E1E5-27E6-6E1D-46C3-17AA6A739A8E}"/>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000" b="1" dirty="0">
                <a:solidFill>
                  <a:srgbClr val="1F2937"/>
                </a:solidFill>
                <a:latin typeface="Yu Gothic"/>
                <a:ea typeface="Yu Gothic"/>
                <a:cs typeface="Yu Gothic"/>
              </a:rPr>
              <a:t>Azure Landing Zone</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D579EA6C-CC53-FB97-E3E1-36CA130A3DDE}"/>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7</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2780B7A5-D7BD-5603-4F4A-AEE60BCB08EF}"/>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 name="Text Placeholder 48">
            <a:extLst>
              <a:ext uri="{FF2B5EF4-FFF2-40B4-BE49-F238E27FC236}">
                <a16:creationId xmlns:a16="http://schemas.microsoft.com/office/drawing/2014/main" id="{6CD50F38-37B9-D3F6-AED0-F599D65A2F90}"/>
              </a:ext>
            </a:extLst>
          </p:cNvPr>
          <p:cNvSpPr txBox="1">
            <a:spLocks/>
          </p:cNvSpPr>
          <p:nvPr/>
        </p:nvSpPr>
        <p:spPr>
          <a:xfrm>
            <a:off x="514730" y="1701185"/>
            <a:ext cx="3333750" cy="4140200"/>
          </a:xfrm>
          <a:prstGeom prst="rect">
            <a:avLst/>
          </a:prstGeom>
        </p:spPr>
        <p:txBody>
          <a:bodyPr vert="horz" wrap="square" lIns="0" tIns="0" rIns="0" bIns="0" rtlCol="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accent6">
                    <a:lumMod val="50000"/>
                  </a:schemeClr>
                </a:solidFill>
                <a:latin typeface="+mn-lt"/>
                <a:ea typeface="Yu Gothic UI" panose="020B0500000000000000" pitchFamily="50" charset="-128"/>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accent6">
                    <a:lumMod val="50000"/>
                  </a:schemeClr>
                </a:solidFill>
                <a:latin typeface="+mn-lt"/>
                <a:ea typeface="Yu Gothic UI" panose="020B0500000000000000" pitchFamily="50" charset="-128"/>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accent6">
                    <a:lumMod val="50000"/>
                  </a:schemeClr>
                </a:solidFill>
                <a:latin typeface="+mn-lt"/>
                <a:ea typeface="Yu Gothic UI" panose="020B0500000000000000" pitchFamily="50" charset="-128"/>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accent6">
                    <a:lumMod val="50000"/>
                  </a:schemeClr>
                </a:solidFill>
                <a:latin typeface="+mn-lt"/>
                <a:ea typeface="Yu Gothic UI" panose="020B0500000000000000" pitchFamily="50" charset="-128"/>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222586" indent="-222586" defTabSz="914378">
              <a:spcBef>
                <a:spcPts val="0"/>
              </a:spcBef>
              <a:spcAft>
                <a:spcPts val="600"/>
              </a:spcAft>
              <a:buFont typeface="Arial" panose="020B0604020202020204" pitchFamily="34" charset="0"/>
              <a:buChar char="•"/>
              <a:defRPr/>
            </a:pPr>
            <a:r>
              <a:rPr kumimoji="0" lang="en-US" altLang="ja-JP" sz="1800">
                <a:solidFill>
                  <a:schemeClr val="tx1">
                    <a:lumMod val="75000"/>
                    <a:lumOff val="25000"/>
                  </a:schemeClr>
                </a:solidFill>
                <a:latin typeface="Yu Gothic UI" panose="020B0500000000000000" pitchFamily="34" charset="-128"/>
                <a:ea typeface="Yu Gothic UI" panose="020B0500000000000000" pitchFamily="34" charset="-128"/>
              </a:rPr>
              <a:t>Azure </a:t>
            </a:r>
            <a:r>
              <a:rPr kumimoji="0" lang="ja-JP" altLang="en-US" sz="1800">
                <a:solidFill>
                  <a:schemeClr val="tx1">
                    <a:lumMod val="75000"/>
                    <a:lumOff val="25000"/>
                  </a:schemeClr>
                </a:solidFill>
                <a:latin typeface="Yu Gothic UI" panose="020B0500000000000000" pitchFamily="34" charset="-128"/>
                <a:ea typeface="Yu Gothic UI" panose="020B0500000000000000" pitchFamily="34" charset="-128"/>
              </a:rPr>
              <a:t>ランディングゾーンとは、</a:t>
            </a:r>
            <a:r>
              <a:rPr kumimoji="0" lang="ja-JP" altLang="en-US" sz="1800">
                <a:solidFill>
                  <a:schemeClr val="tx1">
                    <a:lumMod val="75000"/>
                    <a:lumOff val="25000"/>
                  </a:schemeClr>
                </a:solidFill>
                <a:latin typeface="Yu Gothic UI" panose="020B0500000000000000" pitchFamily="34" charset="-128"/>
                <a:ea typeface="Yu Gothic UI" panose="020B0500000000000000" pitchFamily="34" charset="-128"/>
                <a:cs typeface="Segoe UI Semibold" panose="020B0702040204020203" pitchFamily="34" charset="0"/>
              </a:rPr>
              <a:t>拡張性、セキュリティ、ガバナンス、ネットワーク、</a:t>
            </a:r>
            <a:r>
              <a:rPr kumimoji="0" lang="en-US" altLang="ja-JP" sz="1800">
                <a:solidFill>
                  <a:schemeClr val="tx1">
                    <a:lumMod val="75000"/>
                    <a:lumOff val="25000"/>
                  </a:schemeClr>
                </a:solidFill>
                <a:latin typeface="Yu Gothic UI" panose="020B0500000000000000" pitchFamily="34" charset="-128"/>
                <a:ea typeface="Yu Gothic UI" panose="020B0500000000000000" pitchFamily="34" charset="-128"/>
                <a:cs typeface="Segoe UI Semibold" panose="020B0702040204020203" pitchFamily="34" charset="0"/>
              </a:rPr>
              <a:t>ID </a:t>
            </a:r>
            <a:r>
              <a:rPr kumimoji="0" lang="ja-JP" altLang="en-US" sz="1800">
                <a:solidFill>
                  <a:schemeClr val="tx1">
                    <a:lumMod val="75000"/>
                    <a:lumOff val="25000"/>
                  </a:schemeClr>
                </a:solidFill>
                <a:latin typeface="Yu Gothic UI" panose="020B0500000000000000" pitchFamily="34" charset="-128"/>
                <a:ea typeface="Yu Gothic UI" panose="020B0500000000000000" pitchFamily="34" charset="-128"/>
                <a:cs typeface="Segoe UI Semibold" panose="020B0702040204020203" pitchFamily="34" charset="0"/>
              </a:rPr>
              <a:t>管理を構成するマルチサブスクリプション </a:t>
            </a:r>
            <a:r>
              <a:rPr kumimoji="0" lang="en-US" altLang="ja-JP" sz="1800">
                <a:solidFill>
                  <a:schemeClr val="tx1">
                    <a:lumMod val="75000"/>
                    <a:lumOff val="25000"/>
                  </a:schemeClr>
                </a:solidFill>
                <a:latin typeface="Yu Gothic UI" panose="020B0500000000000000" pitchFamily="34" charset="-128"/>
                <a:ea typeface="Yu Gothic UI" panose="020B0500000000000000" pitchFamily="34" charset="-128"/>
                <a:cs typeface="Segoe UI Semibold" panose="020B0702040204020203" pitchFamily="34" charset="0"/>
              </a:rPr>
              <a:t>Azure </a:t>
            </a:r>
            <a:r>
              <a:rPr kumimoji="0" lang="ja-JP" altLang="en-US" sz="1800">
                <a:solidFill>
                  <a:schemeClr val="tx1">
                    <a:lumMod val="75000"/>
                    <a:lumOff val="25000"/>
                  </a:schemeClr>
                </a:solidFill>
                <a:latin typeface="Yu Gothic UI" panose="020B0500000000000000" pitchFamily="34" charset="-128"/>
                <a:ea typeface="Yu Gothic UI" panose="020B0500000000000000" pitchFamily="34" charset="-128"/>
                <a:cs typeface="Segoe UI Semibold" panose="020B0702040204020203" pitchFamily="34" charset="0"/>
              </a:rPr>
              <a:t>環境のガイドラインとリファレンスアーキテクチャ。</a:t>
            </a:r>
            <a:endParaRPr kumimoji="0" lang="ja-JP" altLang="en-US" sz="1800">
              <a:solidFill>
                <a:schemeClr val="tx1">
                  <a:lumMod val="75000"/>
                  <a:lumOff val="25000"/>
                </a:schemeClr>
              </a:solidFill>
              <a:latin typeface="Yu Gothic UI" panose="020B0500000000000000" pitchFamily="34" charset="-128"/>
              <a:ea typeface="Yu Gothic UI" panose="020B0500000000000000" pitchFamily="34" charset="-128"/>
            </a:endParaRPr>
          </a:p>
          <a:p>
            <a:pPr marL="222586" indent="-222586" defTabSz="914378">
              <a:spcBef>
                <a:spcPts val="0"/>
              </a:spcBef>
              <a:spcAft>
                <a:spcPts val="600"/>
              </a:spcAft>
              <a:buFont typeface="Arial" panose="020B0604020202020204" pitchFamily="34" charset="0"/>
              <a:buChar char="•"/>
              <a:defRPr/>
            </a:pPr>
            <a:r>
              <a:rPr kumimoji="0" lang="en-US" altLang="ja-JP" sz="1800">
                <a:solidFill>
                  <a:schemeClr val="tx1">
                    <a:lumMod val="75000"/>
                    <a:lumOff val="25000"/>
                  </a:schemeClr>
                </a:solidFill>
                <a:latin typeface="Yu Gothic UI" panose="020B0500000000000000" pitchFamily="34" charset="-128"/>
                <a:ea typeface="Yu Gothic UI" panose="020B0500000000000000" pitchFamily="34" charset="-128"/>
              </a:rPr>
              <a:t>Azure </a:t>
            </a:r>
            <a:r>
              <a:rPr kumimoji="0" lang="ja-JP" altLang="en-US" sz="1800">
                <a:solidFill>
                  <a:schemeClr val="tx1">
                    <a:lumMod val="75000"/>
                    <a:lumOff val="25000"/>
                  </a:schemeClr>
                </a:solidFill>
                <a:latin typeface="Yu Gothic UI" panose="020B0500000000000000" pitchFamily="34" charset="-128"/>
                <a:ea typeface="Yu Gothic UI" panose="020B0500000000000000" pitchFamily="34" charset="-128"/>
              </a:rPr>
              <a:t>上に配置される</a:t>
            </a:r>
            <a:br>
              <a:rPr kumimoji="0" lang="en-US" altLang="ja-JP" sz="1800">
                <a:solidFill>
                  <a:schemeClr val="tx1">
                    <a:lumMod val="75000"/>
                    <a:lumOff val="25000"/>
                  </a:schemeClr>
                </a:solidFill>
                <a:latin typeface="Yu Gothic UI" panose="020B0500000000000000" pitchFamily="34" charset="-128"/>
                <a:ea typeface="Yu Gothic UI" panose="020B0500000000000000" pitchFamily="34" charset="-128"/>
              </a:rPr>
            </a:br>
            <a:r>
              <a:rPr kumimoji="0" lang="ja-JP" altLang="en-US" sz="1800">
                <a:solidFill>
                  <a:schemeClr val="tx1">
                    <a:lumMod val="75000"/>
                    <a:lumOff val="25000"/>
                  </a:schemeClr>
                </a:solidFill>
                <a:latin typeface="Yu Gothic UI" panose="020B0500000000000000" pitchFamily="34" charset="-128"/>
                <a:ea typeface="Yu Gothic UI" panose="020B0500000000000000" pitchFamily="34" charset="-128"/>
              </a:rPr>
              <a:t>アプリケーションやワークロードが必要とする周辺環境、設定を整備することで、　　　　　　　　　　　　</a:t>
            </a:r>
            <a:r>
              <a:rPr kumimoji="0" lang="ja-JP" altLang="en-US" sz="1800">
                <a:solidFill>
                  <a:schemeClr val="tx1">
                    <a:lumMod val="75000"/>
                    <a:lumOff val="25000"/>
                  </a:schemeClr>
                </a:solidFill>
                <a:latin typeface="Yu Gothic UI" panose="020B0500000000000000" pitchFamily="34" charset="-128"/>
                <a:ea typeface="Yu Gothic UI" panose="020B0500000000000000" pitchFamily="34" charset="-128"/>
                <a:cs typeface="Segoe UI Semibold" panose="020B0702040204020203" pitchFamily="34" charset="0"/>
              </a:rPr>
              <a:t>俊敏性の向上と、企業のセキュリティとガバナンス要件に対する</a:t>
            </a:r>
            <a:br>
              <a:rPr kumimoji="0" lang="en-US" altLang="ja-JP" sz="1800">
                <a:solidFill>
                  <a:schemeClr val="tx1">
                    <a:lumMod val="75000"/>
                    <a:lumOff val="25000"/>
                  </a:schemeClr>
                </a:solidFill>
                <a:latin typeface="Yu Gothic UI" panose="020B0500000000000000" pitchFamily="34" charset="-128"/>
                <a:ea typeface="Yu Gothic UI" panose="020B0500000000000000" pitchFamily="34" charset="-128"/>
                <a:cs typeface="Segoe UI Semibold" panose="020B0702040204020203" pitchFamily="34" charset="0"/>
              </a:rPr>
            </a:br>
            <a:r>
              <a:rPr kumimoji="0" lang="ja-JP" altLang="en-US" sz="1800">
                <a:solidFill>
                  <a:schemeClr val="tx1">
                    <a:lumMod val="75000"/>
                    <a:lumOff val="25000"/>
                  </a:schemeClr>
                </a:solidFill>
                <a:latin typeface="Yu Gothic UI" panose="020B0500000000000000" pitchFamily="34" charset="-128"/>
                <a:ea typeface="Yu Gothic UI" panose="020B0500000000000000" pitchFamily="34" charset="-128"/>
                <a:cs typeface="Segoe UI Semibold" panose="020B0702040204020203" pitchFamily="34" charset="0"/>
              </a:rPr>
              <a:t>徹底した準拠が可能になる</a:t>
            </a:r>
            <a:r>
              <a:rPr kumimoji="0" lang="ja-JP" altLang="en-US" sz="1800">
                <a:solidFill>
                  <a:schemeClr val="tx1">
                    <a:lumMod val="75000"/>
                    <a:lumOff val="25000"/>
                  </a:schemeClr>
                </a:solidFill>
                <a:latin typeface="Yu Gothic UI" panose="020B0500000000000000" pitchFamily="34" charset="-128"/>
                <a:ea typeface="Yu Gothic UI" panose="020B0500000000000000" pitchFamily="34" charset="-128"/>
              </a:rPr>
              <a:t>。</a:t>
            </a:r>
          </a:p>
        </p:txBody>
      </p:sp>
      <p:sp>
        <p:nvSpPr>
          <p:cNvPr id="7" name="Rectangle 7">
            <a:extLst>
              <a:ext uri="{FF2B5EF4-FFF2-40B4-BE49-F238E27FC236}">
                <a16:creationId xmlns:a16="http://schemas.microsoft.com/office/drawing/2014/main" id="{1F31E324-6C62-E2EA-1131-996200D5CC5B}"/>
              </a:ext>
              <a:ext uri="{C183D7F6-B498-43B3-948B-1728B52AA6E4}">
                <adec:decorative xmlns:adec="http://schemas.microsoft.com/office/drawing/2017/decorative" val="1"/>
              </a:ext>
            </a:extLst>
          </p:cNvPr>
          <p:cNvSpPr/>
          <p:nvPr/>
        </p:nvSpPr>
        <p:spPr bwMode="auto">
          <a:xfrm>
            <a:off x="5923682" y="1519238"/>
            <a:ext cx="4599490" cy="4635994"/>
          </a:xfrm>
          <a:prstGeom prst="rect">
            <a:avLst/>
          </a:prstGeom>
          <a:solidFill>
            <a:schemeClr val="bg1"/>
          </a:solidFill>
          <a:ln w="25400">
            <a:solidFill>
              <a:srgbClr val="3C3C4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80000" rIns="91440" bIns="0" numCol="1" spcCol="0" rtlCol="0" fromWordArt="0" anchor="t" anchorCtr="0" forceAA="0" compatLnSpc="1">
            <a:prstTxWarp prst="textNoShape">
              <a:avLst/>
            </a:prstTxWarp>
            <a:noAutofit/>
          </a:bodyPr>
          <a:lstStyle/>
          <a:p>
            <a:pPr marL="0" lvl="0" indent="0" algn="ctr" defTabSz="932472" rtl="0" fontAlgn="base" latinLnBrk="0" hangingPunct="1">
              <a:lnSpc>
                <a:spcPct val="90000"/>
              </a:lnSpc>
              <a:spcBef>
                <a:spcPct val="0"/>
              </a:spcBef>
              <a:spcAft>
                <a:spcPct val="0"/>
              </a:spcAft>
              <a:buClrTx/>
              <a:buSzTx/>
              <a:buFontTx/>
              <a:buNone/>
              <a:tabLst/>
              <a:defRPr/>
            </a:pPr>
            <a:r>
              <a:rPr kumimoji="0" lang="ja-JP" altLang="en-US" sz="1200" b="1"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cs typeface="Segoe UI" pitchFamily="34" charset="0"/>
              </a:rPr>
              <a:t>ランディングゾーン</a:t>
            </a:r>
            <a:endParaRPr kumimoji="0" lang="en-US" altLang="ja-JP" sz="1200" b="1"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cs typeface="Segoe UI" pitchFamily="34" charset="0"/>
            </a:endParaRPr>
          </a:p>
        </p:txBody>
      </p:sp>
      <p:sp>
        <p:nvSpPr>
          <p:cNvPr id="8" name="Rectangle 8">
            <a:extLst>
              <a:ext uri="{FF2B5EF4-FFF2-40B4-BE49-F238E27FC236}">
                <a16:creationId xmlns:a16="http://schemas.microsoft.com/office/drawing/2014/main" id="{77D7A766-7E13-709C-DED0-EEE28E30D87F}"/>
              </a:ext>
              <a:ext uri="{C183D7F6-B498-43B3-948B-1728B52AA6E4}">
                <adec:decorative xmlns:adec="http://schemas.microsoft.com/office/drawing/2017/decorative" val="1"/>
              </a:ext>
            </a:extLst>
          </p:cNvPr>
          <p:cNvSpPr/>
          <p:nvPr/>
        </p:nvSpPr>
        <p:spPr bwMode="auto">
          <a:xfrm>
            <a:off x="6186352" y="2933192"/>
            <a:ext cx="4093751" cy="2299927"/>
          </a:xfrm>
          <a:prstGeom prst="rect">
            <a:avLst/>
          </a:prstGeom>
          <a:solidFill>
            <a:schemeClr val="bg2"/>
          </a:solidFill>
          <a:ln w="25400">
            <a:solidFill>
              <a:srgbClr val="3C3C40"/>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000" rIns="182880" bIns="0"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solidFill>
                <a:schemeClr val="tx1">
                  <a:lumMod val="75000"/>
                  <a:lumOff val="25000"/>
                </a:schemeClr>
              </a:soli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10" name="Rectangle 9">
            <a:extLst>
              <a:ext uri="{FF2B5EF4-FFF2-40B4-BE49-F238E27FC236}">
                <a16:creationId xmlns:a16="http://schemas.microsoft.com/office/drawing/2014/main" id="{93907E32-997D-41C3-0F7F-0D8433420DAE}"/>
              </a:ext>
              <a:ext uri="{C183D7F6-B498-43B3-948B-1728B52AA6E4}">
                <adec:decorative xmlns:adec="http://schemas.microsoft.com/office/drawing/2017/decorative" val="1"/>
              </a:ext>
            </a:extLst>
          </p:cNvPr>
          <p:cNvSpPr/>
          <p:nvPr/>
        </p:nvSpPr>
        <p:spPr bwMode="auto">
          <a:xfrm>
            <a:off x="6357077" y="3151529"/>
            <a:ext cx="1706475" cy="426682"/>
          </a:xfrm>
          <a:prstGeom prst="rect">
            <a:avLst/>
          </a:prstGeom>
          <a:solidFill>
            <a:schemeClr val="bg1"/>
          </a:solidFill>
          <a:ln w="12700">
            <a:solidFill>
              <a:srgbClr val="3C3C4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36000" rIns="91440" bIns="0" numCol="1" spcCol="0" rtlCol="0" fromWordArt="0" anchor="ctr" anchorCtr="0" forceAA="0" compatLnSpc="1">
            <a:prstTxWarp prst="textNoShape">
              <a:avLst/>
            </a:prstTxWarp>
            <a:noAutofit/>
          </a:bodyPr>
          <a:lstStyle/>
          <a:p>
            <a:pPr marL="0" lvl="0" indent="0" algn="ctr" defTabSz="932472" rtl="0" fontAlgn="base" latinLnBrk="0" hangingPunct="1">
              <a:lnSpc>
                <a:spcPct val="90000"/>
              </a:lnSpc>
              <a:spcBef>
                <a:spcPct val="0"/>
              </a:spcBef>
              <a:spcAft>
                <a:spcPct val="0"/>
              </a:spcAft>
              <a:buClrTx/>
              <a:buSzTx/>
              <a:buFontTx/>
              <a:buNone/>
              <a:tabLst/>
              <a:defRPr/>
            </a:pPr>
            <a:r>
              <a:rPr kumimoji="0" lang="ja-JP" altLang="en-US"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cs typeface="Segoe UI" pitchFamily="34" charset="0"/>
              </a:rPr>
              <a:t>アプリケーション</a:t>
            </a:r>
          </a:p>
        </p:txBody>
      </p:sp>
      <p:sp>
        <p:nvSpPr>
          <p:cNvPr id="11" name="Rectangle 10">
            <a:extLst>
              <a:ext uri="{FF2B5EF4-FFF2-40B4-BE49-F238E27FC236}">
                <a16:creationId xmlns:a16="http://schemas.microsoft.com/office/drawing/2014/main" id="{95AAF590-0BB0-96E9-3276-7CCD51D63A6C}"/>
              </a:ext>
              <a:ext uri="{C183D7F6-B498-43B3-948B-1728B52AA6E4}">
                <adec:decorative xmlns:adec="http://schemas.microsoft.com/office/drawing/2017/decorative" val="1"/>
              </a:ext>
            </a:extLst>
          </p:cNvPr>
          <p:cNvSpPr/>
          <p:nvPr/>
        </p:nvSpPr>
        <p:spPr bwMode="auto">
          <a:xfrm>
            <a:off x="6357077" y="3650185"/>
            <a:ext cx="1706475" cy="426682"/>
          </a:xfrm>
          <a:prstGeom prst="rect">
            <a:avLst/>
          </a:prstGeom>
          <a:solidFill>
            <a:schemeClr val="bg1"/>
          </a:solidFill>
          <a:ln w="12700">
            <a:solidFill>
              <a:srgbClr val="3C3C4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36000" rIns="91440" bIns="0" numCol="1" spcCol="0" rtlCol="0" fromWordArt="0" anchor="ctr" anchorCtr="0" forceAA="0" compatLnSpc="1">
            <a:prstTxWarp prst="textNoShape">
              <a:avLst/>
            </a:prstTxWarp>
            <a:noAutofit/>
          </a:bodyPr>
          <a:lstStyle/>
          <a:p>
            <a:pPr marL="0" lvl="0" indent="0" algn="ctr" defTabSz="932472" rtl="0" fontAlgn="base" latinLnBrk="0" hangingPunct="1">
              <a:lnSpc>
                <a:spcPct val="90000"/>
              </a:lnSpc>
              <a:spcBef>
                <a:spcPct val="0"/>
              </a:spcBef>
              <a:spcAft>
                <a:spcPct val="0"/>
              </a:spcAft>
              <a:buClrTx/>
              <a:buSzTx/>
              <a:buFontTx/>
              <a:buNone/>
              <a:tabLst/>
              <a:defRPr/>
            </a:pPr>
            <a:r>
              <a:rPr kumimoji="0" lang="ja-JP" altLang="en-US"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cs typeface="Segoe UI" pitchFamily="34" charset="0"/>
              </a:rPr>
              <a:t>アプリケーション</a:t>
            </a:r>
          </a:p>
        </p:txBody>
      </p:sp>
      <p:sp>
        <p:nvSpPr>
          <p:cNvPr id="12" name="Rectangle 11">
            <a:extLst>
              <a:ext uri="{FF2B5EF4-FFF2-40B4-BE49-F238E27FC236}">
                <a16:creationId xmlns:a16="http://schemas.microsoft.com/office/drawing/2014/main" id="{EC3E5006-1EFC-66C7-5524-93A0EA49459F}"/>
              </a:ext>
              <a:ext uri="{C183D7F6-B498-43B3-948B-1728B52AA6E4}">
                <adec:decorative xmlns:adec="http://schemas.microsoft.com/office/drawing/2017/decorative" val="1"/>
              </a:ext>
            </a:extLst>
          </p:cNvPr>
          <p:cNvSpPr/>
          <p:nvPr/>
        </p:nvSpPr>
        <p:spPr bwMode="auto">
          <a:xfrm>
            <a:off x="6356266" y="4148841"/>
            <a:ext cx="1706475" cy="426682"/>
          </a:xfrm>
          <a:prstGeom prst="rect">
            <a:avLst/>
          </a:prstGeom>
          <a:solidFill>
            <a:schemeClr val="bg1"/>
          </a:solidFill>
          <a:ln w="12700">
            <a:solidFill>
              <a:srgbClr val="3C3C4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36000" rIns="91440" bIns="0" numCol="1" spcCol="0" rtlCol="0" fromWordArt="0" anchor="ctr" anchorCtr="0" forceAA="0" compatLnSpc="1">
            <a:prstTxWarp prst="textNoShape">
              <a:avLst/>
            </a:prstTxWarp>
            <a:noAutofit/>
          </a:bodyPr>
          <a:lstStyle/>
          <a:p>
            <a:pPr marL="0" lvl="0" indent="0" algn="ctr" defTabSz="932472" rtl="0" fontAlgn="base" latinLnBrk="0" hangingPunct="1">
              <a:lnSpc>
                <a:spcPct val="90000"/>
              </a:lnSpc>
              <a:spcBef>
                <a:spcPct val="0"/>
              </a:spcBef>
              <a:spcAft>
                <a:spcPct val="0"/>
              </a:spcAft>
              <a:buClrTx/>
              <a:buSzTx/>
              <a:buFontTx/>
              <a:buNone/>
              <a:tabLst/>
              <a:defRPr/>
            </a:pPr>
            <a:r>
              <a:rPr kumimoji="0" lang="ja-JP" altLang="en-US"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cs typeface="Segoe UI" pitchFamily="34" charset="0"/>
              </a:rPr>
              <a:t>アプリケーション</a:t>
            </a:r>
          </a:p>
        </p:txBody>
      </p:sp>
      <p:sp>
        <p:nvSpPr>
          <p:cNvPr id="13" name="Rectangle 12">
            <a:extLst>
              <a:ext uri="{FF2B5EF4-FFF2-40B4-BE49-F238E27FC236}">
                <a16:creationId xmlns:a16="http://schemas.microsoft.com/office/drawing/2014/main" id="{2A42EEEA-CEFE-1A88-0C72-29D6E00CEFB3}"/>
              </a:ext>
              <a:ext uri="{C183D7F6-B498-43B3-948B-1728B52AA6E4}">
                <adec:decorative xmlns:adec="http://schemas.microsoft.com/office/drawing/2017/decorative" val="1"/>
              </a:ext>
            </a:extLst>
          </p:cNvPr>
          <p:cNvSpPr/>
          <p:nvPr/>
        </p:nvSpPr>
        <p:spPr bwMode="auto">
          <a:xfrm>
            <a:off x="8219811" y="3151529"/>
            <a:ext cx="1904034" cy="1969278"/>
          </a:xfrm>
          <a:prstGeom prst="rect">
            <a:avLst/>
          </a:prstGeom>
          <a:solidFill>
            <a:schemeClr val="bg1"/>
          </a:solidFill>
          <a:ln w="12700">
            <a:solidFill>
              <a:srgbClr val="3C3C4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108000" rIns="91440" bIns="0" numCol="1" spcCol="0" rtlCol="0" fromWordArt="0" anchor="t" anchorCtr="0" forceAA="0" compatLnSpc="1">
            <a:prstTxWarp prst="textNoShape">
              <a:avLst/>
            </a:prstTxWarp>
            <a:noAutofit/>
          </a:bodyPr>
          <a:lstStyle/>
          <a:p>
            <a:pPr marL="0" lvl="0" indent="0" algn="ctr" defTabSz="932472" rtl="0" fontAlgn="base" latinLnBrk="0" hangingPunct="1">
              <a:lnSpc>
                <a:spcPct val="90000"/>
              </a:lnSpc>
              <a:spcBef>
                <a:spcPct val="0"/>
              </a:spcBef>
              <a:spcAft>
                <a:spcPct val="0"/>
              </a:spcAft>
              <a:buClrTx/>
              <a:buSzTx/>
              <a:buFontTx/>
              <a:buNone/>
              <a:tabLst/>
              <a:defRPr/>
            </a:pPr>
            <a:r>
              <a:rPr kumimoji="0" lang="ja-JP" altLang="en-US"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cs typeface="Segoe UI" pitchFamily="34" charset="0"/>
              </a:rPr>
              <a:t>アプリケーション</a:t>
            </a:r>
          </a:p>
        </p:txBody>
      </p:sp>
      <p:grpSp>
        <p:nvGrpSpPr>
          <p:cNvPr id="14" name="Group 13">
            <a:extLst>
              <a:ext uri="{FF2B5EF4-FFF2-40B4-BE49-F238E27FC236}">
                <a16:creationId xmlns:a16="http://schemas.microsoft.com/office/drawing/2014/main" id="{5390F6F5-7252-E0B2-8723-FD6EC6478E94}"/>
              </a:ext>
            </a:extLst>
          </p:cNvPr>
          <p:cNvGrpSpPr/>
          <p:nvPr/>
        </p:nvGrpSpPr>
        <p:grpSpPr>
          <a:xfrm>
            <a:off x="8457093" y="3486835"/>
            <a:ext cx="1429471" cy="1475642"/>
            <a:chOff x="8119643" y="3563061"/>
            <a:chExt cx="1429471" cy="1475642"/>
          </a:xfrm>
        </p:grpSpPr>
        <p:sp>
          <p:nvSpPr>
            <p:cNvPr id="36" name="Rectangle 35">
              <a:extLst>
                <a:ext uri="{FF2B5EF4-FFF2-40B4-BE49-F238E27FC236}">
                  <a16:creationId xmlns:a16="http://schemas.microsoft.com/office/drawing/2014/main" id="{25134D0C-FC13-46F6-4806-18D5EBDF34BC}"/>
                </a:ext>
                <a:ext uri="{C183D7F6-B498-43B3-948B-1728B52AA6E4}">
                  <adec:decorative xmlns:adec="http://schemas.microsoft.com/office/drawing/2017/decorative" val="1"/>
                </a:ext>
              </a:extLst>
            </p:cNvPr>
            <p:cNvSpPr/>
            <p:nvPr/>
          </p:nvSpPr>
          <p:spPr bwMode="auto">
            <a:xfrm>
              <a:off x="8119643" y="3563061"/>
              <a:ext cx="1429471" cy="426682"/>
            </a:xfrm>
            <a:prstGeom prst="rect">
              <a:avLst/>
            </a:prstGeom>
            <a:solidFill>
              <a:schemeClr val="bg1"/>
            </a:solidFill>
            <a:ln w="12700">
              <a:solidFill>
                <a:srgbClr val="3C3C4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91440" tIns="36000" rIns="91440" bIns="0" numCol="1" spcCol="0" rtlCol="0" fromWordArt="0" anchor="ctr" anchorCtr="0" forceAA="0" compatLnSpc="1">
              <a:prstTxWarp prst="textNoShape">
                <a:avLst/>
              </a:prstTxWarp>
              <a:noAutofit/>
            </a:bodyPr>
            <a:lstStyle/>
            <a:p>
              <a:pPr marL="0" lvl="0" indent="0" algn="ctr" defTabSz="932472" rtl="0" fontAlgn="base" latinLnBrk="0" hangingPunct="1">
                <a:lnSpc>
                  <a:spcPct val="90000"/>
                </a:lnSpc>
                <a:spcBef>
                  <a:spcPct val="0"/>
                </a:spcBef>
                <a:spcAft>
                  <a:spcPct val="0"/>
                </a:spcAft>
                <a:buClrTx/>
                <a:buSzTx/>
                <a:buFontTx/>
                <a:buNone/>
                <a:tabLst/>
                <a:defRPr/>
              </a:pPr>
              <a:r>
                <a:rPr kumimoji="0" lang="ja-JP" altLang="en-US" sz="90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cs typeface="Segoe UI" pitchFamily="34" charset="0"/>
                </a:rPr>
                <a:t>アプリ リソース</a:t>
              </a:r>
              <a:br>
                <a:rPr kumimoji="0" lang="ja-JP" altLang="en-US" sz="90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cs typeface="Segoe UI" pitchFamily="34" charset="0"/>
                </a:rPr>
              </a:br>
              <a:r>
                <a:rPr kumimoji="0" lang="en-US" altLang="ja-JP" sz="90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cs typeface="Segoe UI" pitchFamily="34" charset="0"/>
                </a:rPr>
                <a:t>(VM</a:t>
              </a:r>
              <a:r>
                <a:rPr kumimoji="0" lang="ja-JP" altLang="en-US" sz="90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cs typeface="Segoe UI" pitchFamily="34" charset="0"/>
                </a:rPr>
                <a:t>、</a:t>
              </a:r>
              <a:r>
                <a:rPr kumimoji="0" lang="en-US" altLang="ja-JP" sz="90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cs typeface="Segoe UI" pitchFamily="34" charset="0"/>
                </a:rPr>
                <a:t>DB</a:t>
              </a:r>
              <a:r>
                <a:rPr kumimoji="0" lang="ja-JP" altLang="en-US" sz="90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cs typeface="Segoe UI" pitchFamily="34" charset="0"/>
                </a:rPr>
                <a:t>、ストレージ</a:t>
              </a:r>
              <a:r>
                <a:rPr kumimoji="0" lang="en-US" altLang="ja-JP" sz="90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cs typeface="Segoe UI" pitchFamily="34" charset="0"/>
                </a:rPr>
                <a:t>)</a:t>
              </a:r>
            </a:p>
          </p:txBody>
        </p:sp>
        <p:grpSp>
          <p:nvGrpSpPr>
            <p:cNvPr id="37" name="Group 36">
              <a:extLst>
                <a:ext uri="{FF2B5EF4-FFF2-40B4-BE49-F238E27FC236}">
                  <a16:creationId xmlns:a16="http://schemas.microsoft.com/office/drawing/2014/main" id="{187B997F-2AE7-0233-49FA-805D024BA5D5}"/>
                </a:ext>
              </a:extLst>
            </p:cNvPr>
            <p:cNvGrpSpPr/>
            <p:nvPr/>
          </p:nvGrpSpPr>
          <p:grpSpPr>
            <a:xfrm>
              <a:off x="8119643" y="4038169"/>
              <a:ext cx="1429471" cy="299022"/>
              <a:chOff x="8198736" y="4206667"/>
              <a:chExt cx="1312758" cy="299022"/>
            </a:xfrm>
          </p:grpSpPr>
          <p:sp>
            <p:nvSpPr>
              <p:cNvPr id="40" name="Rectangle 39">
                <a:extLst>
                  <a:ext uri="{FF2B5EF4-FFF2-40B4-BE49-F238E27FC236}">
                    <a16:creationId xmlns:a16="http://schemas.microsoft.com/office/drawing/2014/main" id="{121085F1-D26E-4C89-441D-B1472A968163}"/>
                  </a:ext>
                  <a:ext uri="{C183D7F6-B498-43B3-948B-1728B52AA6E4}">
                    <adec:decorative xmlns:adec="http://schemas.microsoft.com/office/drawing/2017/decorative" val="1"/>
                  </a:ext>
                </a:extLst>
              </p:cNvPr>
              <p:cNvSpPr/>
              <p:nvPr/>
            </p:nvSpPr>
            <p:spPr bwMode="auto">
              <a:xfrm>
                <a:off x="8198736" y="4206667"/>
                <a:ext cx="630819" cy="299022"/>
              </a:xfrm>
              <a:prstGeom prst="rect">
                <a:avLst/>
              </a:prstGeom>
              <a:solidFill>
                <a:schemeClr val="bg1"/>
              </a:solidFill>
              <a:ln w="12700">
                <a:solidFill>
                  <a:srgbClr val="3C3C4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36000" rIns="91440" bIns="0" numCol="1" spcCol="0" rtlCol="0" fromWordArt="0" anchor="ctr" anchorCtr="0" forceAA="0" compatLnSpc="1">
                <a:prstTxWarp prst="textNoShape">
                  <a:avLst/>
                </a:prstTxWarp>
                <a:noAutofit/>
              </a:bodyPr>
              <a:lstStyle/>
              <a:p>
                <a:pPr marL="0" lvl="0" indent="0" algn="ctr" defTabSz="932472" rtl="0" fontAlgn="base" latinLnBrk="0" hangingPunct="1">
                  <a:lnSpc>
                    <a:spcPct val="90000"/>
                  </a:lnSpc>
                  <a:spcBef>
                    <a:spcPct val="0"/>
                  </a:spcBef>
                  <a:spcAft>
                    <a:spcPct val="0"/>
                  </a:spcAft>
                  <a:buClrTx/>
                  <a:buSzTx/>
                  <a:buFontTx/>
                  <a:buNone/>
                  <a:tabLst/>
                  <a:defRPr/>
                </a:pPr>
                <a:r>
                  <a:rPr kumimoji="0" lang="en-US" altLang="ja-JP"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cs typeface="Segoe UI" pitchFamily="34" charset="0"/>
                  </a:rPr>
                  <a:t>IAM</a:t>
                </a:r>
              </a:p>
            </p:txBody>
          </p:sp>
          <p:sp>
            <p:nvSpPr>
              <p:cNvPr id="41" name="Rectangle 40">
                <a:extLst>
                  <a:ext uri="{FF2B5EF4-FFF2-40B4-BE49-F238E27FC236}">
                    <a16:creationId xmlns:a16="http://schemas.microsoft.com/office/drawing/2014/main" id="{EE3A6A6C-C6E3-71FE-E123-F438C09AF968}"/>
                  </a:ext>
                  <a:ext uri="{C183D7F6-B498-43B3-948B-1728B52AA6E4}">
                    <adec:decorative xmlns:adec="http://schemas.microsoft.com/office/drawing/2017/decorative" val="1"/>
                  </a:ext>
                </a:extLst>
              </p:cNvPr>
              <p:cNvSpPr/>
              <p:nvPr/>
            </p:nvSpPr>
            <p:spPr bwMode="auto">
              <a:xfrm>
                <a:off x="8880675" y="4206667"/>
                <a:ext cx="630819" cy="299022"/>
              </a:xfrm>
              <a:prstGeom prst="rect">
                <a:avLst/>
              </a:prstGeom>
              <a:solidFill>
                <a:schemeClr val="bg1"/>
              </a:solidFill>
              <a:ln w="12700">
                <a:solidFill>
                  <a:srgbClr val="3C3C4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91440" tIns="36000" rIns="91440" bIns="0" numCol="1" spcCol="0" rtlCol="0" fromWordArt="0" anchor="ctr" anchorCtr="0" forceAA="0" compatLnSpc="1">
                <a:prstTxWarp prst="textNoShape">
                  <a:avLst/>
                </a:prstTxWarp>
                <a:noAutofit/>
              </a:bodyPr>
              <a:lstStyle/>
              <a:p>
                <a:pPr marL="0" lvl="0" indent="0" algn="ctr" defTabSz="932472" rtl="0" fontAlgn="base" latinLnBrk="0" hangingPunct="1">
                  <a:lnSpc>
                    <a:spcPct val="90000"/>
                  </a:lnSpc>
                  <a:spcBef>
                    <a:spcPct val="0"/>
                  </a:spcBef>
                  <a:spcAft>
                    <a:spcPct val="0"/>
                  </a:spcAft>
                  <a:buClrTx/>
                  <a:buSzTx/>
                  <a:buFontTx/>
                  <a:buNone/>
                  <a:tabLst/>
                  <a:defRPr/>
                </a:pPr>
                <a:r>
                  <a:rPr kumimoji="0" lang="ja-JP" altLang="en-US"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cs typeface="Segoe UI" pitchFamily="34" charset="0"/>
                  </a:rPr>
                  <a:t>ポリシー</a:t>
                </a:r>
              </a:p>
            </p:txBody>
          </p:sp>
        </p:grpSp>
        <p:sp>
          <p:nvSpPr>
            <p:cNvPr id="38" name="Rectangle 37">
              <a:extLst>
                <a:ext uri="{FF2B5EF4-FFF2-40B4-BE49-F238E27FC236}">
                  <a16:creationId xmlns:a16="http://schemas.microsoft.com/office/drawing/2014/main" id="{325D1EA7-1904-04A8-0132-F4C88ADAF0CA}"/>
                </a:ext>
                <a:ext uri="{C183D7F6-B498-43B3-948B-1728B52AA6E4}">
                  <adec:decorative xmlns:adec="http://schemas.microsoft.com/office/drawing/2017/decorative" val="1"/>
                </a:ext>
              </a:extLst>
            </p:cNvPr>
            <p:cNvSpPr/>
            <p:nvPr/>
          </p:nvSpPr>
          <p:spPr bwMode="auto">
            <a:xfrm>
              <a:off x="8119643" y="4388925"/>
              <a:ext cx="1429471" cy="299022"/>
            </a:xfrm>
            <a:prstGeom prst="rect">
              <a:avLst/>
            </a:prstGeom>
            <a:solidFill>
              <a:schemeClr val="bg1"/>
            </a:solidFill>
            <a:ln w="12700">
              <a:solidFill>
                <a:srgbClr val="3C3C4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36000" rIns="91440" bIns="0" numCol="1" spcCol="0" rtlCol="0" fromWordArt="0" anchor="ctr" anchorCtr="0" forceAA="0" compatLnSpc="1">
              <a:prstTxWarp prst="textNoShape">
                <a:avLst/>
              </a:prstTxWarp>
              <a:noAutofit/>
            </a:bodyPr>
            <a:lstStyle/>
            <a:p>
              <a:pPr marL="0" lvl="0" indent="0" algn="ctr" defTabSz="932472" rtl="0" fontAlgn="base" latinLnBrk="0" hangingPunct="1">
                <a:lnSpc>
                  <a:spcPct val="90000"/>
                </a:lnSpc>
                <a:spcBef>
                  <a:spcPct val="0"/>
                </a:spcBef>
                <a:spcAft>
                  <a:spcPct val="0"/>
                </a:spcAft>
                <a:buClrTx/>
                <a:buSzTx/>
                <a:buFontTx/>
                <a:buNone/>
                <a:tabLst/>
                <a:defRPr/>
              </a:pPr>
              <a:r>
                <a:rPr kumimoji="0" lang="ja-JP" altLang="en-US"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cs typeface="Segoe UI" pitchFamily="34" charset="0"/>
                </a:rPr>
                <a:t>キー</a:t>
              </a:r>
            </a:p>
          </p:txBody>
        </p:sp>
        <p:sp>
          <p:nvSpPr>
            <p:cNvPr id="39" name="Rectangle 38">
              <a:extLst>
                <a:ext uri="{FF2B5EF4-FFF2-40B4-BE49-F238E27FC236}">
                  <a16:creationId xmlns:a16="http://schemas.microsoft.com/office/drawing/2014/main" id="{C398B063-8044-C0C3-D1E5-AA5C255D94DD}"/>
                </a:ext>
                <a:ext uri="{C183D7F6-B498-43B3-948B-1728B52AA6E4}">
                  <adec:decorative xmlns:adec="http://schemas.microsoft.com/office/drawing/2017/decorative" val="1"/>
                </a:ext>
              </a:extLst>
            </p:cNvPr>
            <p:cNvSpPr/>
            <p:nvPr/>
          </p:nvSpPr>
          <p:spPr bwMode="auto">
            <a:xfrm>
              <a:off x="8119643" y="4739681"/>
              <a:ext cx="1429471" cy="299022"/>
            </a:xfrm>
            <a:prstGeom prst="rect">
              <a:avLst/>
            </a:prstGeom>
            <a:solidFill>
              <a:schemeClr val="bg1"/>
            </a:solidFill>
            <a:ln w="12700">
              <a:solidFill>
                <a:srgbClr val="3C3C4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36000" rIns="91440" bIns="0" numCol="1" spcCol="0" rtlCol="0" fromWordArt="0" anchor="ctr" anchorCtr="0" forceAA="0" compatLnSpc="1">
              <a:prstTxWarp prst="textNoShape">
                <a:avLst/>
              </a:prstTxWarp>
              <a:noAutofit/>
            </a:bodyPr>
            <a:lstStyle/>
            <a:p>
              <a:pPr marL="0" lvl="0" indent="0" algn="ctr" defTabSz="932472" rtl="0" fontAlgn="base" latinLnBrk="0" hangingPunct="1">
                <a:lnSpc>
                  <a:spcPct val="90000"/>
                </a:lnSpc>
                <a:spcBef>
                  <a:spcPct val="0"/>
                </a:spcBef>
                <a:spcAft>
                  <a:spcPct val="0"/>
                </a:spcAft>
                <a:buClrTx/>
                <a:buSzTx/>
                <a:buFontTx/>
                <a:buNone/>
                <a:tabLst/>
                <a:defRPr/>
              </a:pPr>
              <a:r>
                <a:rPr kumimoji="0" lang="ja-JP" altLang="en-US"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cs typeface="Segoe UI" pitchFamily="34" charset="0"/>
                </a:rPr>
                <a:t>監視</a:t>
              </a:r>
            </a:p>
          </p:txBody>
        </p:sp>
      </p:grpSp>
      <p:sp>
        <p:nvSpPr>
          <p:cNvPr id="15" name="Rectangle 14">
            <a:extLst>
              <a:ext uri="{FF2B5EF4-FFF2-40B4-BE49-F238E27FC236}">
                <a16:creationId xmlns:a16="http://schemas.microsoft.com/office/drawing/2014/main" id="{1A981FD1-4926-731D-7227-399BFE98926B}"/>
              </a:ext>
              <a:ext uri="{C183D7F6-B498-43B3-948B-1728B52AA6E4}">
                <adec:decorative xmlns:adec="http://schemas.microsoft.com/office/drawing/2017/decorative" val="1"/>
              </a:ext>
            </a:extLst>
          </p:cNvPr>
          <p:cNvSpPr/>
          <p:nvPr/>
        </p:nvSpPr>
        <p:spPr bwMode="auto">
          <a:xfrm>
            <a:off x="8260323" y="2260295"/>
            <a:ext cx="2019780" cy="426682"/>
          </a:xfrm>
          <a:prstGeom prst="rect">
            <a:avLst/>
          </a:prstGeom>
          <a:solidFill>
            <a:schemeClr val="accent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36000" rIns="91440" bIns="0" numCol="1" spcCol="0" rtlCol="0" fromWordArt="0" anchor="ctr" anchorCtr="0" forceAA="0" compatLnSpc="1">
            <a:prstTxWarp prst="textNoShape">
              <a:avLst/>
            </a:prstTxWarp>
            <a:noAutofit/>
          </a:bodyPr>
          <a:lstStyle/>
          <a:p>
            <a:pPr marL="0" lvl="0" indent="0" algn="ctr" defTabSz="932472" rtl="0" fontAlgn="base" latinLnBrk="0" hangingPunct="1">
              <a:lnSpc>
                <a:spcPct val="90000"/>
              </a:lnSpc>
              <a:spcBef>
                <a:spcPct val="0"/>
              </a:spcBef>
              <a:spcAft>
                <a:spcPct val="0"/>
              </a:spcAft>
              <a:buClrTx/>
              <a:buSzTx/>
              <a:buFontTx/>
              <a:buNone/>
              <a:tabLst/>
              <a:defRPr/>
            </a:pPr>
            <a:r>
              <a:rPr kumimoji="0" lang="ja-JP" altLang="en-US" sz="1050" b="0" i="0" u="none" strike="noStrike" cap="none" normalizeH="0" baseline="0" noProof="0">
                <a:ln>
                  <a:noFill/>
                </a:ln>
                <a:solidFill>
                  <a:schemeClr val="bg1"/>
                </a:solidFill>
                <a:uLnTx/>
                <a:uFillTx/>
                <a:latin typeface="Yu Gothic UI" panose="020B0500000000000000" pitchFamily="34" charset="-128"/>
                <a:ea typeface="Yu Gothic UI" panose="020B0500000000000000" pitchFamily="34" charset="-128"/>
                <a:cs typeface="Segoe UI" pitchFamily="34" charset="0"/>
              </a:rPr>
              <a:t>管理と監視</a:t>
            </a:r>
          </a:p>
        </p:txBody>
      </p:sp>
      <p:sp>
        <p:nvSpPr>
          <p:cNvPr id="16" name="Rectangle 15">
            <a:extLst>
              <a:ext uri="{FF2B5EF4-FFF2-40B4-BE49-F238E27FC236}">
                <a16:creationId xmlns:a16="http://schemas.microsoft.com/office/drawing/2014/main" id="{42C3C9EE-5069-A6C6-0F2B-584356518554}"/>
              </a:ext>
              <a:ext uri="{C183D7F6-B498-43B3-948B-1728B52AA6E4}">
                <adec:decorative xmlns:adec="http://schemas.microsoft.com/office/drawing/2017/decorative" val="1"/>
              </a:ext>
            </a:extLst>
          </p:cNvPr>
          <p:cNvSpPr/>
          <p:nvPr/>
        </p:nvSpPr>
        <p:spPr bwMode="auto">
          <a:xfrm>
            <a:off x="6186352" y="2260295"/>
            <a:ext cx="2019780" cy="182880"/>
          </a:xfrm>
          <a:prstGeom prst="rect">
            <a:avLst/>
          </a:prstGeom>
          <a:solidFill>
            <a:schemeClr val="accent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36000" rIns="91440" bIns="0" numCol="1" spcCol="0" rtlCol="0" fromWordArt="0" anchor="ctr" anchorCtr="0" forceAA="0" compatLnSpc="1">
            <a:prstTxWarp prst="textNoShape">
              <a:avLst/>
            </a:prstTxWarp>
            <a:noAutofit/>
          </a:bodyPr>
          <a:lstStyle/>
          <a:p>
            <a:pPr marL="0" lvl="0" indent="0" algn="ctr" defTabSz="932472" rtl="0" fontAlgn="base" latinLnBrk="0" hangingPunct="1">
              <a:lnSpc>
                <a:spcPct val="90000"/>
              </a:lnSpc>
              <a:spcBef>
                <a:spcPct val="0"/>
              </a:spcBef>
              <a:spcAft>
                <a:spcPct val="0"/>
              </a:spcAft>
              <a:buClrTx/>
              <a:buSzTx/>
              <a:buFontTx/>
              <a:buNone/>
              <a:tabLst/>
              <a:defRPr/>
            </a:pPr>
            <a:r>
              <a:rPr kumimoji="0" lang="en-US" altLang="ja-JP" sz="1050" b="0" i="0" u="none" strike="noStrike" cap="none" normalizeH="0" baseline="0" noProof="0">
                <a:ln>
                  <a:noFill/>
                </a:ln>
                <a:solidFill>
                  <a:schemeClr val="bg1"/>
                </a:solidFill>
                <a:uLnTx/>
                <a:uFillTx/>
                <a:latin typeface="Yu Gothic UI" panose="020B0500000000000000" pitchFamily="34" charset="-128"/>
                <a:ea typeface="Yu Gothic UI" panose="020B0500000000000000" pitchFamily="34" charset="-128"/>
                <a:cs typeface="Segoe UI" pitchFamily="34" charset="0"/>
              </a:rPr>
              <a:t>IAM</a:t>
            </a:r>
          </a:p>
        </p:txBody>
      </p:sp>
      <p:sp>
        <p:nvSpPr>
          <p:cNvPr id="17" name="Rectangle 16">
            <a:extLst>
              <a:ext uri="{FF2B5EF4-FFF2-40B4-BE49-F238E27FC236}">
                <a16:creationId xmlns:a16="http://schemas.microsoft.com/office/drawing/2014/main" id="{C43232E9-EACC-BCD2-264B-42A17A4B1278}"/>
              </a:ext>
              <a:ext uri="{C183D7F6-B498-43B3-948B-1728B52AA6E4}">
                <adec:decorative xmlns:adec="http://schemas.microsoft.com/office/drawing/2017/decorative" val="1"/>
              </a:ext>
            </a:extLst>
          </p:cNvPr>
          <p:cNvSpPr/>
          <p:nvPr/>
        </p:nvSpPr>
        <p:spPr bwMode="auto">
          <a:xfrm>
            <a:off x="6186352" y="2494953"/>
            <a:ext cx="2019780" cy="182880"/>
          </a:xfrm>
          <a:prstGeom prst="rect">
            <a:avLst/>
          </a:prstGeom>
          <a:solidFill>
            <a:schemeClr val="accent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36000" rIns="91440" bIns="0" numCol="1" spcCol="0" rtlCol="0" fromWordArt="0" anchor="ctr" anchorCtr="0" forceAA="0" compatLnSpc="1">
            <a:prstTxWarp prst="textNoShape">
              <a:avLst/>
            </a:prstTxWarp>
            <a:noAutofit/>
          </a:bodyPr>
          <a:lstStyle/>
          <a:p>
            <a:pPr marL="0" lvl="0" indent="0" algn="ctr" defTabSz="932472" rtl="0" fontAlgn="base" latinLnBrk="0" hangingPunct="1">
              <a:lnSpc>
                <a:spcPct val="90000"/>
              </a:lnSpc>
              <a:spcBef>
                <a:spcPct val="0"/>
              </a:spcBef>
              <a:spcAft>
                <a:spcPct val="0"/>
              </a:spcAft>
              <a:buClrTx/>
              <a:buSzTx/>
              <a:buFontTx/>
              <a:buNone/>
              <a:tabLst/>
              <a:defRPr/>
            </a:pPr>
            <a:r>
              <a:rPr kumimoji="0" lang="ja-JP" altLang="en-US" sz="1050" b="0" i="0" u="none" strike="noStrike" cap="none" normalizeH="0" baseline="0" noProof="0">
                <a:ln>
                  <a:noFill/>
                </a:ln>
                <a:solidFill>
                  <a:schemeClr val="bg1"/>
                </a:solidFill>
                <a:uLnTx/>
                <a:uFillTx/>
                <a:latin typeface="Yu Gothic UI" panose="020B0500000000000000" pitchFamily="34" charset="-128"/>
                <a:ea typeface="Yu Gothic UI" panose="020B0500000000000000" pitchFamily="34" charset="-128"/>
                <a:cs typeface="Segoe UI" pitchFamily="34" charset="0"/>
              </a:rPr>
              <a:t>ポリシー</a:t>
            </a:r>
          </a:p>
        </p:txBody>
      </p:sp>
      <p:sp>
        <p:nvSpPr>
          <p:cNvPr id="18" name="Rectangle 17">
            <a:extLst>
              <a:ext uri="{FF2B5EF4-FFF2-40B4-BE49-F238E27FC236}">
                <a16:creationId xmlns:a16="http://schemas.microsoft.com/office/drawing/2014/main" id="{807C923D-6E0E-BABB-02D7-A8C09FDA321C}"/>
              </a:ext>
              <a:ext uri="{C183D7F6-B498-43B3-948B-1728B52AA6E4}">
                <adec:decorative xmlns:adec="http://schemas.microsoft.com/office/drawing/2017/decorative" val="1"/>
              </a:ext>
            </a:extLst>
          </p:cNvPr>
          <p:cNvSpPr/>
          <p:nvPr/>
        </p:nvSpPr>
        <p:spPr bwMode="auto">
          <a:xfrm>
            <a:off x="8260323" y="5454908"/>
            <a:ext cx="2019780" cy="426682"/>
          </a:xfrm>
          <a:prstGeom prst="rect">
            <a:avLst/>
          </a:prstGeom>
          <a:solidFill>
            <a:schemeClr val="accent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36000" rIns="91440" bIns="0" numCol="1" spcCol="0" rtlCol="0" fromWordArt="0" anchor="ctr" anchorCtr="0" forceAA="0" compatLnSpc="1">
            <a:prstTxWarp prst="textNoShape">
              <a:avLst/>
            </a:prstTxWarp>
            <a:noAutofit/>
          </a:bodyPr>
          <a:lstStyle/>
          <a:p>
            <a:pPr marL="0" lvl="0" indent="0" algn="ctr" defTabSz="932472" rtl="0" fontAlgn="base" latinLnBrk="0" hangingPunct="1">
              <a:lnSpc>
                <a:spcPct val="90000"/>
              </a:lnSpc>
              <a:spcBef>
                <a:spcPct val="0"/>
              </a:spcBef>
              <a:spcAft>
                <a:spcPct val="0"/>
              </a:spcAft>
              <a:buClrTx/>
              <a:buSzTx/>
              <a:buFontTx/>
              <a:buNone/>
              <a:tabLst/>
              <a:defRPr/>
            </a:pPr>
            <a:r>
              <a:rPr kumimoji="0" lang="ja-JP" altLang="en-US" sz="1050" b="0" i="0" u="none" strike="noStrike" cap="none" normalizeH="0" baseline="0" noProof="0">
                <a:ln>
                  <a:noFill/>
                </a:ln>
                <a:solidFill>
                  <a:schemeClr val="bg1"/>
                </a:solidFill>
                <a:uLnTx/>
                <a:uFillTx/>
                <a:latin typeface="Yu Gothic UI" panose="020B0500000000000000" pitchFamily="34" charset="-128"/>
                <a:ea typeface="Yu Gothic UI" panose="020B0500000000000000" pitchFamily="34" charset="-128"/>
                <a:cs typeface="Segoe UI" pitchFamily="34" charset="0"/>
              </a:rPr>
              <a:t>ネットワーク</a:t>
            </a:r>
          </a:p>
        </p:txBody>
      </p:sp>
      <p:sp>
        <p:nvSpPr>
          <p:cNvPr id="19" name="Rectangle 18">
            <a:extLst>
              <a:ext uri="{FF2B5EF4-FFF2-40B4-BE49-F238E27FC236}">
                <a16:creationId xmlns:a16="http://schemas.microsoft.com/office/drawing/2014/main" id="{046C176A-7FAD-8EDD-1458-CE7B17DA95B2}"/>
              </a:ext>
              <a:ext uri="{C183D7F6-B498-43B3-948B-1728B52AA6E4}">
                <adec:decorative xmlns:adec="http://schemas.microsoft.com/office/drawing/2017/decorative" val="1"/>
              </a:ext>
            </a:extLst>
          </p:cNvPr>
          <p:cNvSpPr/>
          <p:nvPr/>
        </p:nvSpPr>
        <p:spPr bwMode="auto">
          <a:xfrm>
            <a:off x="6186352" y="5454908"/>
            <a:ext cx="2019780" cy="426682"/>
          </a:xfrm>
          <a:prstGeom prst="rect">
            <a:avLst/>
          </a:prstGeom>
          <a:solidFill>
            <a:schemeClr val="accent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36000" rIns="91440" bIns="0" numCol="1" spcCol="0" rtlCol="0" fromWordArt="0" anchor="ctr" anchorCtr="0" forceAA="0" compatLnSpc="1">
            <a:prstTxWarp prst="textNoShape">
              <a:avLst/>
            </a:prstTxWarp>
            <a:noAutofit/>
          </a:bodyPr>
          <a:lstStyle/>
          <a:p>
            <a:pPr marL="0" lvl="0" indent="0" algn="ctr" defTabSz="932472" rtl="0" fontAlgn="base" latinLnBrk="0" hangingPunct="1">
              <a:lnSpc>
                <a:spcPct val="90000"/>
              </a:lnSpc>
              <a:spcBef>
                <a:spcPct val="0"/>
              </a:spcBef>
              <a:spcAft>
                <a:spcPct val="0"/>
              </a:spcAft>
              <a:buClrTx/>
              <a:buSzTx/>
              <a:buFontTx/>
              <a:buNone/>
              <a:tabLst/>
              <a:defRPr/>
            </a:pPr>
            <a:r>
              <a:rPr kumimoji="0" lang="ja-JP" altLang="en-US" sz="1050" b="0" i="0" u="none" strike="noStrike" cap="none" normalizeH="0" baseline="0" noProof="0">
                <a:ln>
                  <a:noFill/>
                </a:ln>
                <a:solidFill>
                  <a:schemeClr val="bg1"/>
                </a:solidFill>
                <a:uLnTx/>
                <a:uFillTx/>
                <a:latin typeface="Yu Gothic UI" panose="020B0500000000000000" pitchFamily="34" charset="-128"/>
                <a:ea typeface="Yu Gothic UI" panose="020B0500000000000000" pitchFamily="34" charset="-128"/>
                <a:cs typeface="Segoe UI" pitchFamily="34" charset="0"/>
              </a:rPr>
              <a:t>共有サービス</a:t>
            </a:r>
          </a:p>
        </p:txBody>
      </p:sp>
      <p:sp>
        <p:nvSpPr>
          <p:cNvPr id="20" name="Rectangle 19">
            <a:extLst>
              <a:ext uri="{FF2B5EF4-FFF2-40B4-BE49-F238E27FC236}">
                <a16:creationId xmlns:a16="http://schemas.microsoft.com/office/drawing/2014/main" id="{11E27E68-8D15-5AEC-1B6E-1D6BCBF71355}"/>
              </a:ext>
              <a:ext uri="{C183D7F6-B498-43B3-948B-1728B52AA6E4}">
                <adec:decorative xmlns:adec="http://schemas.microsoft.com/office/drawing/2017/decorative" val="1"/>
              </a:ext>
            </a:extLst>
          </p:cNvPr>
          <p:cNvSpPr/>
          <p:nvPr/>
        </p:nvSpPr>
        <p:spPr bwMode="auto">
          <a:xfrm rot="16200000">
            <a:off x="5187456" y="3487085"/>
            <a:ext cx="1463040" cy="274320"/>
          </a:xfrm>
          <a:prstGeom prst="rect">
            <a:avLst/>
          </a:prstGeom>
          <a:solidFill>
            <a:srgbClr val="3C3C40"/>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36000" rIns="91440" bIns="0" numCol="1" spcCol="0" rtlCol="0" fromWordArt="0" anchor="ctr" anchorCtr="0" forceAA="0" compatLnSpc="1">
            <a:prstTxWarp prst="textNoShape">
              <a:avLst/>
            </a:prstTxWarp>
            <a:noAutofit/>
          </a:bodyPr>
          <a:lstStyle/>
          <a:p>
            <a:pPr marL="0" lvl="0" indent="0" algn="ctr" defTabSz="932472" rtl="0" fontAlgn="base" latinLnBrk="0" hangingPunct="1">
              <a:lnSpc>
                <a:spcPct val="90000"/>
              </a:lnSpc>
              <a:spcBef>
                <a:spcPct val="0"/>
              </a:spcBef>
              <a:spcAft>
                <a:spcPct val="0"/>
              </a:spcAft>
              <a:buClrTx/>
              <a:buSzTx/>
              <a:buFontTx/>
              <a:buNone/>
              <a:tabLst/>
              <a:defRPr/>
            </a:pPr>
            <a:r>
              <a:rPr kumimoji="0" lang="en-US" altLang="ja-JP" sz="1050" b="0" i="0" u="none" strike="noStrike" cap="none" normalizeH="0" baseline="0" noProof="0">
                <a:ln>
                  <a:noFill/>
                </a:ln>
                <a:solidFill>
                  <a:schemeClr val="bg1"/>
                </a:solidFill>
                <a:uLnTx/>
                <a:uFillTx/>
                <a:latin typeface="Yu Gothic UI" panose="020B0500000000000000" pitchFamily="34" charset="-128"/>
                <a:ea typeface="Yu Gothic UI" panose="020B0500000000000000" pitchFamily="34" charset="-128"/>
                <a:cs typeface="Segoe UI" pitchFamily="34" charset="0"/>
              </a:rPr>
              <a:t>Cost Management</a:t>
            </a:r>
          </a:p>
        </p:txBody>
      </p:sp>
      <p:sp>
        <p:nvSpPr>
          <p:cNvPr id="21" name="Rectangle 20">
            <a:extLst>
              <a:ext uri="{FF2B5EF4-FFF2-40B4-BE49-F238E27FC236}">
                <a16:creationId xmlns:a16="http://schemas.microsoft.com/office/drawing/2014/main" id="{CDF6238A-0C42-3D18-4110-D05656F4FD5A}"/>
              </a:ext>
              <a:ext uri="{C183D7F6-B498-43B3-948B-1728B52AA6E4}">
                <adec:decorative xmlns:adec="http://schemas.microsoft.com/office/drawing/2017/decorative" val="1"/>
              </a:ext>
            </a:extLst>
          </p:cNvPr>
          <p:cNvSpPr/>
          <p:nvPr/>
        </p:nvSpPr>
        <p:spPr bwMode="auto">
          <a:xfrm rot="16200000">
            <a:off x="5187459" y="5051991"/>
            <a:ext cx="1463040" cy="274320"/>
          </a:xfrm>
          <a:prstGeom prst="rect">
            <a:avLst/>
          </a:prstGeom>
          <a:solidFill>
            <a:srgbClr val="3C3C40"/>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36000" rIns="91440" bIns="0" numCol="1" spcCol="0" rtlCol="0" fromWordArt="0" anchor="ctr" anchorCtr="0" forceAA="0" compatLnSpc="1">
            <a:prstTxWarp prst="textNoShape">
              <a:avLst/>
            </a:prstTxWarp>
            <a:noAutofit/>
          </a:bodyPr>
          <a:lstStyle/>
          <a:p>
            <a:pPr marL="0" lvl="0" indent="0" algn="ctr" defTabSz="932472" rtl="0" fontAlgn="base" latinLnBrk="0" hangingPunct="1">
              <a:lnSpc>
                <a:spcPct val="90000"/>
              </a:lnSpc>
              <a:spcBef>
                <a:spcPct val="0"/>
              </a:spcBef>
              <a:spcAft>
                <a:spcPct val="0"/>
              </a:spcAft>
              <a:buClrTx/>
              <a:buSzTx/>
              <a:buFontTx/>
              <a:buNone/>
              <a:tabLst/>
              <a:defRPr/>
            </a:pPr>
            <a:r>
              <a:rPr kumimoji="0" lang="en-US" altLang="ja-JP" sz="1050" b="0" i="0" u="none" strike="noStrike" cap="none" normalizeH="0" baseline="0" noProof="0">
                <a:ln>
                  <a:noFill/>
                </a:ln>
                <a:solidFill>
                  <a:schemeClr val="bg1"/>
                </a:solidFill>
                <a:uLnTx/>
                <a:uFillTx/>
                <a:latin typeface="Yu Gothic UI" panose="020B0500000000000000" pitchFamily="34" charset="-128"/>
                <a:ea typeface="Yu Gothic UI" panose="020B0500000000000000" pitchFamily="34" charset="-128"/>
                <a:cs typeface="Segoe UI" pitchFamily="34" charset="0"/>
              </a:rPr>
              <a:t>Azure Monitor</a:t>
            </a:r>
          </a:p>
        </p:txBody>
      </p:sp>
      <p:sp>
        <p:nvSpPr>
          <p:cNvPr id="22" name="Rectangle 21">
            <a:extLst>
              <a:ext uri="{FF2B5EF4-FFF2-40B4-BE49-F238E27FC236}">
                <a16:creationId xmlns:a16="http://schemas.microsoft.com/office/drawing/2014/main" id="{A0F6A5F0-A823-E9B9-E6DE-1FA680E7D480}"/>
              </a:ext>
              <a:ext uri="{C183D7F6-B498-43B3-948B-1728B52AA6E4}">
                <adec:decorative xmlns:adec="http://schemas.microsoft.com/office/drawing/2017/decorative" val="1"/>
              </a:ext>
            </a:extLst>
          </p:cNvPr>
          <p:cNvSpPr/>
          <p:nvPr/>
        </p:nvSpPr>
        <p:spPr bwMode="auto">
          <a:xfrm>
            <a:off x="6731172" y="5984565"/>
            <a:ext cx="1474960" cy="274320"/>
          </a:xfrm>
          <a:prstGeom prst="rect">
            <a:avLst/>
          </a:prstGeom>
          <a:solidFill>
            <a:srgbClr val="3C3C40"/>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36000" rIns="91440" bIns="0" numCol="1" spcCol="0" rtlCol="0" fromWordArt="0" anchor="ctr" anchorCtr="0" forceAA="0" compatLnSpc="1">
            <a:prstTxWarp prst="textNoShape">
              <a:avLst/>
            </a:prstTxWarp>
            <a:noAutofit/>
          </a:bodyPr>
          <a:lstStyle/>
          <a:p>
            <a:pPr marL="0" lvl="0" indent="0" algn="ctr" defTabSz="932472" rtl="0" fontAlgn="base" latinLnBrk="0" hangingPunct="1">
              <a:lnSpc>
                <a:spcPct val="90000"/>
              </a:lnSpc>
              <a:spcBef>
                <a:spcPct val="0"/>
              </a:spcBef>
              <a:spcAft>
                <a:spcPct val="0"/>
              </a:spcAft>
              <a:buClrTx/>
              <a:buSzTx/>
              <a:buFontTx/>
              <a:buNone/>
              <a:tabLst/>
              <a:defRPr/>
            </a:pPr>
            <a:r>
              <a:rPr kumimoji="0" lang="en-US" altLang="ja-JP" sz="1050" b="0" i="0" u="none" strike="noStrike" cap="none" normalizeH="0" baseline="0" noProof="0">
                <a:ln>
                  <a:noFill/>
                </a:ln>
                <a:solidFill>
                  <a:schemeClr val="bg1"/>
                </a:solidFill>
                <a:uLnTx/>
                <a:uFillTx/>
                <a:latin typeface="Yu Gothic UI" panose="020B0500000000000000" pitchFamily="34" charset="-128"/>
                <a:ea typeface="Yu Gothic UI" panose="020B0500000000000000" pitchFamily="34" charset="-128"/>
                <a:cs typeface="Segoe UI" pitchFamily="34" charset="0"/>
              </a:rPr>
              <a:t>Network Watcher</a:t>
            </a:r>
          </a:p>
        </p:txBody>
      </p:sp>
      <p:sp>
        <p:nvSpPr>
          <p:cNvPr id="23" name="Rectangle 22">
            <a:extLst>
              <a:ext uri="{FF2B5EF4-FFF2-40B4-BE49-F238E27FC236}">
                <a16:creationId xmlns:a16="http://schemas.microsoft.com/office/drawing/2014/main" id="{3AEA5C5F-443A-AF95-A63F-2C4F052EAD90}"/>
              </a:ext>
              <a:ext uri="{C183D7F6-B498-43B3-948B-1728B52AA6E4}">
                <adec:decorative xmlns:adec="http://schemas.microsoft.com/office/drawing/2017/decorative" val="1"/>
              </a:ext>
            </a:extLst>
          </p:cNvPr>
          <p:cNvSpPr/>
          <p:nvPr/>
        </p:nvSpPr>
        <p:spPr bwMode="auto">
          <a:xfrm>
            <a:off x="8260323" y="5984565"/>
            <a:ext cx="1474960" cy="274320"/>
          </a:xfrm>
          <a:prstGeom prst="rect">
            <a:avLst/>
          </a:prstGeom>
          <a:solidFill>
            <a:srgbClr val="3C3C40"/>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36000" rIns="91440" bIns="0" numCol="1" spcCol="0" rtlCol="0" fromWordArt="0" anchor="ctr" anchorCtr="0" forceAA="0" compatLnSpc="1">
            <a:prstTxWarp prst="textNoShape">
              <a:avLst/>
            </a:prstTxWarp>
            <a:noAutofit/>
          </a:bodyPr>
          <a:lstStyle/>
          <a:p>
            <a:pPr marL="0" lvl="0" indent="0" algn="ctr" defTabSz="932472" rtl="0" fontAlgn="base" latinLnBrk="0" hangingPunct="1">
              <a:lnSpc>
                <a:spcPct val="90000"/>
              </a:lnSpc>
              <a:spcBef>
                <a:spcPct val="0"/>
              </a:spcBef>
              <a:spcAft>
                <a:spcPct val="0"/>
              </a:spcAft>
              <a:buClrTx/>
              <a:buSzTx/>
              <a:buFontTx/>
              <a:buNone/>
              <a:tabLst/>
              <a:defRPr/>
            </a:pPr>
            <a:r>
              <a:rPr lang="en-US" altLang="ja-JP" sz="1050">
                <a:solidFill>
                  <a:schemeClr val="bg1"/>
                </a:solidFill>
                <a:latin typeface="Yu Gothic UI" panose="020B0500000000000000" pitchFamily="34" charset="-128"/>
                <a:ea typeface="Yu Gothic UI" panose="020B0500000000000000" pitchFamily="34" charset="-128"/>
                <a:cs typeface="Segoe UI" pitchFamily="34" charset="0"/>
              </a:rPr>
              <a:t>Defender for</a:t>
            </a:r>
            <a:r>
              <a:rPr kumimoji="0" lang="en-US" altLang="ja-JP" sz="1050" b="0" i="0" u="none" strike="noStrike" cap="none" normalizeH="0" baseline="0" noProof="0">
                <a:ln>
                  <a:noFill/>
                </a:ln>
                <a:solidFill>
                  <a:schemeClr val="bg1"/>
                </a:solidFill>
                <a:uLnTx/>
                <a:uFillTx/>
                <a:latin typeface="Yu Gothic UI" panose="020B0500000000000000" pitchFamily="34" charset="-128"/>
                <a:ea typeface="Yu Gothic UI" panose="020B0500000000000000" pitchFamily="34" charset="-128"/>
                <a:cs typeface="Segoe UI" pitchFamily="34" charset="0"/>
              </a:rPr>
              <a:t> Cloud</a:t>
            </a:r>
          </a:p>
        </p:txBody>
      </p:sp>
      <p:sp>
        <p:nvSpPr>
          <p:cNvPr id="24" name="TextBox 23">
            <a:extLst>
              <a:ext uri="{FF2B5EF4-FFF2-40B4-BE49-F238E27FC236}">
                <a16:creationId xmlns:a16="http://schemas.microsoft.com/office/drawing/2014/main" id="{5BD2DE8D-2BFF-5194-D401-C8EF47E24668}"/>
              </a:ext>
              <a:ext uri="{C183D7F6-B498-43B3-948B-1728B52AA6E4}">
                <adec:decorative xmlns:adec="http://schemas.microsoft.com/office/drawing/2017/decorative" val="1"/>
              </a:ext>
            </a:extLst>
          </p:cNvPr>
          <p:cNvSpPr txBox="1"/>
          <p:nvPr/>
        </p:nvSpPr>
        <p:spPr>
          <a:xfrm>
            <a:off x="3881544" y="1832480"/>
            <a:ext cx="1811438" cy="586314"/>
          </a:xfrm>
          <a:prstGeom prst="rect">
            <a:avLst/>
          </a:prstGeom>
          <a:noFill/>
        </p:spPr>
        <p:txBody>
          <a:bodyPr wrap="square" lIns="182880" tIns="36000" rIns="182880" bIns="0" rtlCol="0" anchor="ctr" anchorCtr="0">
            <a:noAutofit/>
          </a:bodyPr>
          <a:lstStyle/>
          <a:p>
            <a:pPr marL="0" lvl="0" indent="0" algn="r" defTabSz="914400" rtl="0" fontAlgn="auto" latinLnBrk="0" hangingPunct="1">
              <a:lnSpc>
                <a:spcPct val="90000"/>
              </a:lnSpc>
              <a:spcBef>
                <a:spcPts val="0"/>
              </a:spcBef>
              <a:spcAft>
                <a:spcPts val="600"/>
              </a:spcAft>
              <a:buClrTx/>
              <a:buSzTx/>
              <a:buFontTx/>
              <a:buNone/>
              <a:tabLst/>
              <a:defRPr/>
            </a:pPr>
            <a:r>
              <a:rPr kumimoji="0" lang="ja-JP" altLang="en-US"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rPr>
              <a:t>ロール </a:t>
            </a:r>
            <a:r>
              <a:rPr kumimoji="0" lang="en-US" altLang="ja-JP"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rPr>
              <a:t>(</a:t>
            </a:r>
            <a:r>
              <a:rPr kumimoji="0" lang="ja-JP" altLang="en-US"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rPr>
              <a:t>例</a:t>
            </a:r>
            <a:r>
              <a:rPr kumimoji="0" lang="en-US" altLang="ja-JP"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rPr>
              <a:t>: NetOps</a:t>
            </a:r>
            <a:r>
              <a:rPr kumimoji="0" lang="ja-JP" altLang="en-US"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rPr>
              <a:t>、</a:t>
            </a:r>
            <a:r>
              <a:rPr kumimoji="0" lang="en-US" altLang="ja-JP"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rPr>
              <a:t>SecOps</a:t>
            </a:r>
            <a:r>
              <a:rPr kumimoji="0" lang="ja-JP" altLang="en-US"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rPr>
              <a:t>、</a:t>
            </a:r>
            <a:r>
              <a:rPr kumimoji="0" lang="en-US" altLang="ja-JP"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rPr>
              <a:t>DevOps)</a:t>
            </a:r>
          </a:p>
        </p:txBody>
      </p:sp>
      <p:sp>
        <p:nvSpPr>
          <p:cNvPr id="25" name="TextBox 24">
            <a:extLst>
              <a:ext uri="{FF2B5EF4-FFF2-40B4-BE49-F238E27FC236}">
                <a16:creationId xmlns:a16="http://schemas.microsoft.com/office/drawing/2014/main" id="{9E57D66E-9449-95D0-DAFF-E31F1E63DF8A}"/>
              </a:ext>
              <a:ext uri="{C183D7F6-B498-43B3-948B-1728B52AA6E4}">
                <adec:decorative xmlns:adec="http://schemas.microsoft.com/office/drawing/2017/decorative" val="1"/>
              </a:ext>
            </a:extLst>
          </p:cNvPr>
          <p:cNvSpPr txBox="1"/>
          <p:nvPr/>
        </p:nvSpPr>
        <p:spPr>
          <a:xfrm>
            <a:off x="3981294" y="2465876"/>
            <a:ext cx="1711688" cy="1612749"/>
          </a:xfrm>
          <a:prstGeom prst="rect">
            <a:avLst/>
          </a:prstGeom>
          <a:noFill/>
        </p:spPr>
        <p:txBody>
          <a:bodyPr wrap="square" lIns="182880" tIns="36000" rIns="182880" bIns="0" rtlCol="0">
            <a:noAutofit/>
          </a:bodyPr>
          <a:lstStyle/>
          <a:p>
            <a:pPr marL="0" lvl="0" indent="0" algn="r" defTabSz="914400" rtl="0" fontAlgn="auto" latinLnBrk="0" hangingPunct="1">
              <a:lnSpc>
                <a:spcPct val="90000"/>
              </a:lnSpc>
              <a:spcBef>
                <a:spcPts val="0"/>
              </a:spcBef>
              <a:spcAft>
                <a:spcPts val="600"/>
              </a:spcAft>
              <a:buClrTx/>
              <a:buSzTx/>
              <a:buFontTx/>
              <a:buNone/>
              <a:tabLst/>
              <a:defRPr/>
            </a:pPr>
            <a:r>
              <a:rPr kumimoji="0" lang="ja-JP" altLang="en-US"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rPr>
              <a:t>サブスクリプション ポリシー </a:t>
            </a:r>
            <a:br>
              <a:rPr kumimoji="0" lang="ja-JP" altLang="en-US"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rPr>
            </a:br>
            <a:r>
              <a:rPr kumimoji="0" lang="en-US" altLang="ja-JP"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rPr>
              <a:t>(</a:t>
            </a:r>
            <a:r>
              <a:rPr kumimoji="0" lang="ja-JP" altLang="en-US"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rPr>
              <a:t>例</a:t>
            </a:r>
            <a:r>
              <a:rPr kumimoji="0" lang="en-US" altLang="ja-JP"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rPr>
              <a:t>: </a:t>
            </a:r>
            <a:r>
              <a:rPr kumimoji="0" lang="ja-JP" altLang="en-US"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rPr>
              <a:t>許可される</a:t>
            </a:r>
            <a:br>
              <a:rPr kumimoji="0" lang="ja-JP" altLang="en-US"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rPr>
            </a:br>
            <a:r>
              <a:rPr kumimoji="0" lang="ja-JP" altLang="en-US"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rPr>
              <a:t>リソース </a:t>
            </a:r>
            <a:br>
              <a:rPr kumimoji="0" lang="ja-JP" altLang="en-US"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rPr>
            </a:br>
            <a:r>
              <a:rPr kumimoji="0" lang="ja-JP" altLang="en-US"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rPr>
              <a:t>プロバイダー</a:t>
            </a:r>
            <a:r>
              <a:rPr kumimoji="0" lang="en-US" altLang="ja-JP"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rPr>
              <a:t>)</a:t>
            </a:r>
          </a:p>
          <a:p>
            <a:pPr marL="0" lvl="0" indent="0" algn="r" defTabSz="914400" rtl="0" fontAlgn="auto" latinLnBrk="0" hangingPunct="1">
              <a:lnSpc>
                <a:spcPct val="90000"/>
              </a:lnSpc>
              <a:spcBef>
                <a:spcPts val="0"/>
              </a:spcBef>
              <a:spcAft>
                <a:spcPts val="600"/>
              </a:spcAft>
              <a:buClrTx/>
              <a:buSzTx/>
              <a:buFontTx/>
              <a:buNone/>
              <a:tabLst/>
              <a:defRPr/>
            </a:pPr>
            <a:r>
              <a:rPr kumimoji="0" lang="ja-JP" altLang="en-US"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rPr>
              <a:t>保存データの</a:t>
            </a:r>
            <a:br>
              <a:rPr kumimoji="0" lang="ja-JP" altLang="en-US"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rPr>
            </a:br>
            <a:r>
              <a:rPr kumimoji="0" lang="ja-JP" altLang="en-US"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rPr>
              <a:t>暗号化</a:t>
            </a:r>
          </a:p>
          <a:p>
            <a:pPr marL="0" lvl="0" indent="0" algn="r" defTabSz="914400" rtl="0" fontAlgn="auto" latinLnBrk="0" hangingPunct="1">
              <a:lnSpc>
                <a:spcPct val="90000"/>
              </a:lnSpc>
              <a:spcBef>
                <a:spcPts val="0"/>
              </a:spcBef>
              <a:spcAft>
                <a:spcPts val="600"/>
              </a:spcAft>
              <a:buClrTx/>
              <a:buSzTx/>
              <a:buFontTx/>
              <a:buNone/>
              <a:tabLst/>
              <a:defRPr/>
            </a:pPr>
            <a:r>
              <a:rPr kumimoji="0" lang="ja-JP" altLang="en-US"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rPr>
              <a:t>パブリック </a:t>
            </a:r>
            <a:r>
              <a:rPr kumimoji="0" lang="en-US" altLang="ja-JP"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rPr>
              <a:t>IP </a:t>
            </a:r>
            <a:r>
              <a:rPr kumimoji="0" lang="ja-JP" altLang="en-US"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rPr>
              <a:t>なし</a:t>
            </a:r>
          </a:p>
        </p:txBody>
      </p:sp>
      <p:sp>
        <p:nvSpPr>
          <p:cNvPr id="26" name="TextBox 25">
            <a:extLst>
              <a:ext uri="{FF2B5EF4-FFF2-40B4-BE49-F238E27FC236}">
                <a16:creationId xmlns:a16="http://schemas.microsoft.com/office/drawing/2014/main" id="{501F3A02-ECA2-C84C-38AA-AB0A01AF3631}"/>
              </a:ext>
              <a:ext uri="{C183D7F6-B498-43B3-948B-1728B52AA6E4}">
                <adec:decorative xmlns:adec="http://schemas.microsoft.com/office/drawing/2017/decorative" val="1"/>
              </a:ext>
            </a:extLst>
          </p:cNvPr>
          <p:cNvSpPr txBox="1"/>
          <p:nvPr/>
        </p:nvSpPr>
        <p:spPr>
          <a:xfrm>
            <a:off x="3946494" y="5263928"/>
            <a:ext cx="1746488" cy="731739"/>
          </a:xfrm>
          <a:prstGeom prst="rect">
            <a:avLst/>
          </a:prstGeom>
          <a:noFill/>
        </p:spPr>
        <p:txBody>
          <a:bodyPr wrap="square" lIns="182880" tIns="36000" rIns="182880" bIns="0" rtlCol="0" anchor="ctr" anchorCtr="0">
            <a:noAutofit/>
          </a:bodyPr>
          <a:lstStyle/>
          <a:p>
            <a:pPr marL="0" lvl="0" indent="0" algn="r" defTabSz="914400" rtl="0" fontAlgn="auto" latinLnBrk="0" hangingPunct="1">
              <a:lnSpc>
                <a:spcPct val="90000"/>
              </a:lnSpc>
              <a:spcBef>
                <a:spcPts val="0"/>
              </a:spcBef>
              <a:spcAft>
                <a:spcPts val="600"/>
              </a:spcAft>
              <a:buClrTx/>
              <a:buSzTx/>
              <a:buFontTx/>
              <a:buNone/>
              <a:tabLst/>
              <a:defRPr/>
            </a:pPr>
            <a:r>
              <a:rPr kumimoji="0" lang="ja-JP" altLang="en-US"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rPr>
              <a:t>共有サービス </a:t>
            </a:r>
            <a:br>
              <a:rPr kumimoji="0" lang="ja-JP" altLang="en-US"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rPr>
            </a:br>
            <a:r>
              <a:rPr kumimoji="0" lang="en-US" altLang="ja-JP"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rPr>
              <a:t>(</a:t>
            </a:r>
            <a:r>
              <a:rPr kumimoji="0" lang="ja-JP" altLang="en-US"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rPr>
              <a:t>例</a:t>
            </a:r>
            <a:r>
              <a:rPr kumimoji="0" lang="en-US" altLang="ja-JP"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rPr>
              <a:t>: Active Directory (IaaS))</a:t>
            </a:r>
          </a:p>
        </p:txBody>
      </p:sp>
      <p:sp>
        <p:nvSpPr>
          <p:cNvPr id="27" name="TextBox 26">
            <a:extLst>
              <a:ext uri="{FF2B5EF4-FFF2-40B4-BE49-F238E27FC236}">
                <a16:creationId xmlns:a16="http://schemas.microsoft.com/office/drawing/2014/main" id="{B540879B-6FD8-C2F7-8BEE-6A00A850499D}"/>
              </a:ext>
              <a:ext uri="{C183D7F6-B498-43B3-948B-1728B52AA6E4}">
                <adec:decorative xmlns:adec="http://schemas.microsoft.com/office/drawing/2017/decorative" val="1"/>
              </a:ext>
            </a:extLst>
          </p:cNvPr>
          <p:cNvSpPr txBox="1"/>
          <p:nvPr/>
        </p:nvSpPr>
        <p:spPr>
          <a:xfrm>
            <a:off x="10531931" y="5233119"/>
            <a:ext cx="2050821" cy="1031051"/>
          </a:xfrm>
          <a:prstGeom prst="rect">
            <a:avLst/>
          </a:prstGeom>
          <a:noFill/>
        </p:spPr>
        <p:txBody>
          <a:bodyPr wrap="square" lIns="182880" tIns="36000" rIns="182880" bIns="0" rtlCol="0" anchor="ctr" anchorCtr="0">
            <a:noAutofit/>
          </a:bodyPr>
          <a:lstStyle/>
          <a:p>
            <a:pPr marL="228600" lvl="0" indent="-228600" algn="l" defTabSz="914400" rtl="0" fontAlgn="auto" latinLnBrk="0" hangingPunct="1">
              <a:lnSpc>
                <a:spcPct val="90000"/>
              </a:lnSpc>
              <a:spcBef>
                <a:spcPts val="0"/>
              </a:spcBef>
              <a:spcAft>
                <a:spcPts val="600"/>
              </a:spcAft>
              <a:buClrTx/>
              <a:buSzTx/>
              <a:buFont typeface="+mj-lt"/>
              <a:buAutoNum type="arabicPeriod"/>
              <a:tabLst/>
              <a:defRPr/>
            </a:pPr>
            <a:r>
              <a:rPr kumimoji="0" lang="ja-JP" altLang="en-US"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rPr>
              <a:t>受信と送信</a:t>
            </a:r>
          </a:p>
          <a:p>
            <a:pPr marL="228600" lvl="0" indent="-228600" algn="l" defTabSz="914400" rtl="0" fontAlgn="auto" latinLnBrk="0" hangingPunct="1">
              <a:lnSpc>
                <a:spcPct val="90000"/>
              </a:lnSpc>
              <a:spcBef>
                <a:spcPts val="0"/>
              </a:spcBef>
              <a:spcAft>
                <a:spcPts val="600"/>
              </a:spcAft>
              <a:buClrTx/>
              <a:buSzTx/>
              <a:buFont typeface="+mj-lt"/>
              <a:buAutoNum type="arabicPeriod"/>
              <a:tabLst/>
              <a:defRPr/>
            </a:pPr>
            <a:r>
              <a:rPr kumimoji="0" lang="ja-JP" altLang="en-US"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rPr>
              <a:t>企業の接続性</a:t>
            </a:r>
          </a:p>
          <a:p>
            <a:pPr marL="228600" lvl="0" indent="-228600" algn="l" defTabSz="914400" rtl="0" fontAlgn="auto" latinLnBrk="0" hangingPunct="1">
              <a:lnSpc>
                <a:spcPct val="90000"/>
              </a:lnSpc>
              <a:spcBef>
                <a:spcPts val="0"/>
              </a:spcBef>
              <a:spcAft>
                <a:spcPts val="600"/>
              </a:spcAft>
              <a:buClrTx/>
              <a:buSzTx/>
              <a:buFont typeface="+mj-lt"/>
              <a:buAutoNum type="arabicPeriod"/>
              <a:tabLst/>
              <a:defRPr/>
            </a:pPr>
            <a:r>
              <a:rPr kumimoji="0" lang="ja-JP" altLang="en-US"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rPr>
              <a:t>イントラ</a:t>
            </a:r>
            <a:r>
              <a:rPr kumimoji="0" lang="en-US" altLang="ja-JP"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rPr>
              <a:t>/</a:t>
            </a:r>
            <a:r>
              <a:rPr kumimoji="0" lang="ja-JP" altLang="en-US"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rPr>
              <a:t>インター </a:t>
            </a:r>
            <a:br>
              <a:rPr kumimoji="0" lang="ja-JP" altLang="en-US"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rPr>
            </a:br>
            <a:r>
              <a:rPr kumimoji="0" lang="ja-JP" altLang="en-US"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rPr>
              <a:t>ランディング ゾーン</a:t>
            </a:r>
          </a:p>
        </p:txBody>
      </p:sp>
      <p:sp>
        <p:nvSpPr>
          <p:cNvPr id="28" name="TextBox 27">
            <a:extLst>
              <a:ext uri="{FF2B5EF4-FFF2-40B4-BE49-F238E27FC236}">
                <a16:creationId xmlns:a16="http://schemas.microsoft.com/office/drawing/2014/main" id="{D58CBFD7-1135-9570-E79F-29367EC9C42E}"/>
              </a:ext>
              <a:ext uri="{C183D7F6-B498-43B3-948B-1728B52AA6E4}">
                <adec:decorative xmlns:adec="http://schemas.microsoft.com/office/drawing/2017/decorative" val="1"/>
              </a:ext>
            </a:extLst>
          </p:cNvPr>
          <p:cNvSpPr txBox="1"/>
          <p:nvPr/>
        </p:nvSpPr>
        <p:spPr>
          <a:xfrm>
            <a:off x="10531932" y="3898626"/>
            <a:ext cx="1811438" cy="440890"/>
          </a:xfrm>
          <a:prstGeom prst="rect">
            <a:avLst/>
          </a:prstGeom>
          <a:noFill/>
        </p:spPr>
        <p:txBody>
          <a:bodyPr wrap="square" lIns="182880" tIns="36000" rIns="182880" bIns="0" rtlCol="0" anchor="ctr" anchorCtr="0">
            <a:noAutofit/>
          </a:bodyPr>
          <a:lstStyle/>
          <a:p>
            <a:pPr marL="0" lvl="0" indent="0" algn="l" defTabSz="914400" rtl="0" fontAlgn="auto" latinLnBrk="0" hangingPunct="1">
              <a:lnSpc>
                <a:spcPct val="90000"/>
              </a:lnSpc>
              <a:spcBef>
                <a:spcPts val="0"/>
              </a:spcBef>
              <a:spcAft>
                <a:spcPts val="600"/>
              </a:spcAft>
              <a:buClrTx/>
              <a:buSzTx/>
              <a:buFontTx/>
              <a:buNone/>
              <a:tabLst/>
              <a:defRPr/>
            </a:pPr>
            <a:r>
              <a:rPr kumimoji="0" lang="ja-JP" altLang="en-US"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rPr>
              <a:t>アプリケーション </a:t>
            </a:r>
            <a:br>
              <a:rPr kumimoji="0" lang="ja-JP" altLang="en-US"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rPr>
            </a:br>
            <a:r>
              <a:rPr kumimoji="0" lang="ja-JP" altLang="en-US"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rPr>
              <a:t>テンプレート</a:t>
            </a:r>
          </a:p>
        </p:txBody>
      </p:sp>
      <p:sp>
        <p:nvSpPr>
          <p:cNvPr id="29" name="TextBox 28">
            <a:extLst>
              <a:ext uri="{FF2B5EF4-FFF2-40B4-BE49-F238E27FC236}">
                <a16:creationId xmlns:a16="http://schemas.microsoft.com/office/drawing/2014/main" id="{D6E33066-01D8-0BF8-2446-53610B85F96C}"/>
              </a:ext>
              <a:ext uri="{C183D7F6-B498-43B3-948B-1728B52AA6E4}">
                <adec:decorative xmlns:adec="http://schemas.microsoft.com/office/drawing/2017/decorative" val="1"/>
              </a:ext>
            </a:extLst>
          </p:cNvPr>
          <p:cNvSpPr txBox="1"/>
          <p:nvPr/>
        </p:nvSpPr>
        <p:spPr>
          <a:xfrm>
            <a:off x="10531932" y="2153790"/>
            <a:ext cx="1811438" cy="663258"/>
          </a:xfrm>
          <a:prstGeom prst="rect">
            <a:avLst/>
          </a:prstGeom>
          <a:noFill/>
        </p:spPr>
        <p:txBody>
          <a:bodyPr wrap="square" lIns="182880" tIns="36000" rIns="182880" bIns="0" rtlCol="0">
            <a:noAutofit/>
          </a:bodyPr>
          <a:lstStyle/>
          <a:p>
            <a:pPr marL="0" lvl="0" indent="0" algn="l" defTabSz="914400" rtl="0" fontAlgn="auto" latinLnBrk="0" hangingPunct="1">
              <a:lnSpc>
                <a:spcPct val="90000"/>
              </a:lnSpc>
              <a:spcBef>
                <a:spcPts val="0"/>
              </a:spcBef>
              <a:spcAft>
                <a:spcPts val="600"/>
              </a:spcAft>
              <a:buClrTx/>
              <a:buSzTx/>
              <a:buFontTx/>
              <a:buNone/>
              <a:tabLst/>
              <a:defRPr/>
            </a:pPr>
            <a:r>
              <a:rPr kumimoji="0" lang="ja-JP" altLang="en-US"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rPr>
              <a:t>メトリック、ログ、</a:t>
            </a:r>
            <a:br>
              <a:rPr kumimoji="0" lang="ja-JP" altLang="en-US"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rPr>
            </a:br>
            <a:r>
              <a:rPr kumimoji="0" lang="ja-JP" altLang="en-US"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rPr>
              <a:t>アラート</a:t>
            </a:r>
          </a:p>
          <a:p>
            <a:pPr marL="0" lvl="0" indent="0" algn="l" defTabSz="914400" rtl="0" fontAlgn="auto" latinLnBrk="0" hangingPunct="1">
              <a:lnSpc>
                <a:spcPct val="90000"/>
              </a:lnSpc>
              <a:spcBef>
                <a:spcPts val="0"/>
              </a:spcBef>
              <a:spcAft>
                <a:spcPts val="600"/>
              </a:spcAft>
              <a:buClrTx/>
              <a:buSzTx/>
              <a:buFontTx/>
              <a:buNone/>
              <a:tabLst/>
              <a:defRPr/>
            </a:pPr>
            <a:r>
              <a:rPr kumimoji="0" lang="en-US" altLang="ja-JP" sz="1050" b="0" i="0" u="none" strike="noStrike" cap="none" normalizeH="0" baseline="0" noProof="0">
                <a:ln>
                  <a:noFill/>
                </a:ln>
                <a:solidFill>
                  <a:schemeClr val="tx1">
                    <a:lumMod val="75000"/>
                    <a:lumOff val="25000"/>
                  </a:schemeClr>
                </a:solidFill>
                <a:uLnTx/>
                <a:uFillTx/>
                <a:latin typeface="Yu Gothic UI" panose="020B0500000000000000" pitchFamily="34" charset="-128"/>
                <a:ea typeface="Yu Gothic UI" panose="020B0500000000000000" pitchFamily="34" charset="-128"/>
              </a:rPr>
              <a:t>Microsoft Defender for Cloud </a:t>
            </a:r>
          </a:p>
        </p:txBody>
      </p:sp>
      <p:cxnSp>
        <p:nvCxnSpPr>
          <p:cNvPr id="30" name="Straight Connector 29">
            <a:extLst>
              <a:ext uri="{FF2B5EF4-FFF2-40B4-BE49-F238E27FC236}">
                <a16:creationId xmlns:a16="http://schemas.microsoft.com/office/drawing/2014/main" id="{CBCE1CCF-3F5D-1730-72D5-F34DFAA2D93A}"/>
              </a:ext>
              <a:ext uri="{C183D7F6-B498-43B3-948B-1728B52AA6E4}">
                <adec:decorative xmlns:adec="http://schemas.microsoft.com/office/drawing/2017/decorative" val="1"/>
              </a:ext>
            </a:extLst>
          </p:cNvPr>
          <p:cNvCxnSpPr>
            <a:cxnSpLocks/>
          </p:cNvCxnSpPr>
          <p:nvPr/>
        </p:nvCxnSpPr>
        <p:spPr>
          <a:xfrm>
            <a:off x="9753455" y="4111454"/>
            <a:ext cx="914400" cy="0"/>
          </a:xfrm>
          <a:prstGeom prst="line">
            <a:avLst/>
          </a:prstGeom>
          <a:ln w="2540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D2B7EBDF-5F2C-7DDF-7E32-E7363972F08B}"/>
              </a:ext>
              <a:ext uri="{C183D7F6-B498-43B3-948B-1728B52AA6E4}">
                <adec:decorative xmlns:adec="http://schemas.microsoft.com/office/drawing/2017/decorative" val="1"/>
              </a:ext>
            </a:extLst>
          </p:cNvPr>
          <p:cNvCxnSpPr>
            <a:cxnSpLocks/>
          </p:cNvCxnSpPr>
          <p:nvPr/>
        </p:nvCxnSpPr>
        <p:spPr>
          <a:xfrm>
            <a:off x="9753455" y="5668249"/>
            <a:ext cx="914400" cy="0"/>
          </a:xfrm>
          <a:prstGeom prst="line">
            <a:avLst/>
          </a:prstGeom>
          <a:ln w="2540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97FFDB8-E9C4-0C4D-1789-FAED6BDADECD}"/>
              </a:ext>
              <a:ext uri="{C183D7F6-B498-43B3-948B-1728B52AA6E4}">
                <adec:decorative xmlns:adec="http://schemas.microsoft.com/office/drawing/2017/decorative" val="1"/>
              </a:ext>
            </a:extLst>
          </p:cNvPr>
          <p:cNvCxnSpPr>
            <a:cxnSpLocks/>
          </p:cNvCxnSpPr>
          <p:nvPr/>
        </p:nvCxnSpPr>
        <p:spPr>
          <a:xfrm>
            <a:off x="10210655" y="2485211"/>
            <a:ext cx="457200" cy="0"/>
          </a:xfrm>
          <a:prstGeom prst="line">
            <a:avLst/>
          </a:prstGeom>
          <a:ln w="2540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Connector: Elbow 32">
            <a:extLst>
              <a:ext uri="{FF2B5EF4-FFF2-40B4-BE49-F238E27FC236}">
                <a16:creationId xmlns:a16="http://schemas.microsoft.com/office/drawing/2014/main" id="{BF78B73A-871D-E461-4ED7-F64B3A8FFC51}"/>
              </a:ext>
              <a:ext uri="{C183D7F6-B498-43B3-948B-1728B52AA6E4}">
                <adec:decorative xmlns:adec="http://schemas.microsoft.com/office/drawing/2017/decorative" val="1"/>
              </a:ext>
            </a:extLst>
          </p:cNvPr>
          <p:cNvCxnSpPr>
            <a:cxnSpLocks/>
          </p:cNvCxnSpPr>
          <p:nvPr/>
        </p:nvCxnSpPr>
        <p:spPr>
          <a:xfrm>
            <a:off x="5619113" y="2147620"/>
            <a:ext cx="1003390" cy="208371"/>
          </a:xfrm>
          <a:prstGeom prst="bentConnector3">
            <a:avLst>
              <a:gd name="adj1" fmla="val 19431"/>
            </a:avLst>
          </a:prstGeom>
          <a:ln w="2540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4" name="Connector: Elbow 33">
            <a:extLst>
              <a:ext uri="{FF2B5EF4-FFF2-40B4-BE49-F238E27FC236}">
                <a16:creationId xmlns:a16="http://schemas.microsoft.com/office/drawing/2014/main" id="{15BAAD59-B758-1A53-3E5A-73C6DE94B3E9}"/>
              </a:ext>
              <a:ext uri="{C183D7F6-B498-43B3-948B-1728B52AA6E4}">
                <adec:decorative xmlns:adec="http://schemas.microsoft.com/office/drawing/2017/decorative" val="1"/>
              </a:ext>
            </a:extLst>
          </p:cNvPr>
          <p:cNvCxnSpPr>
            <a:cxnSpLocks/>
          </p:cNvCxnSpPr>
          <p:nvPr/>
        </p:nvCxnSpPr>
        <p:spPr>
          <a:xfrm flipV="1">
            <a:off x="5619113" y="2589652"/>
            <a:ext cx="1003390" cy="208371"/>
          </a:xfrm>
          <a:prstGeom prst="bentConnector3">
            <a:avLst>
              <a:gd name="adj1" fmla="val 19431"/>
            </a:avLst>
          </a:prstGeom>
          <a:ln w="2540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5F0DB70-0BD6-145A-F80D-3EB6B4502F45}"/>
              </a:ext>
              <a:ext uri="{C183D7F6-B498-43B3-948B-1728B52AA6E4}">
                <adec:decorative xmlns:adec="http://schemas.microsoft.com/office/drawing/2017/decorative" val="1"/>
              </a:ext>
            </a:extLst>
          </p:cNvPr>
          <p:cNvCxnSpPr>
            <a:cxnSpLocks/>
          </p:cNvCxnSpPr>
          <p:nvPr/>
        </p:nvCxnSpPr>
        <p:spPr>
          <a:xfrm>
            <a:off x="5619113" y="5747763"/>
            <a:ext cx="914400" cy="0"/>
          </a:xfrm>
          <a:prstGeom prst="line">
            <a:avLst/>
          </a:prstGeom>
          <a:ln w="25400">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42" name="TextBox 22">
            <a:extLst>
              <a:ext uri="{FF2B5EF4-FFF2-40B4-BE49-F238E27FC236}">
                <a16:creationId xmlns:a16="http://schemas.microsoft.com/office/drawing/2014/main" id="{6ABDA1B5-E5D4-994A-2BDD-C35CE2AD7EB6}"/>
              </a:ext>
            </a:extLst>
          </p:cNvPr>
          <p:cNvSpPr txBox="1"/>
          <p:nvPr/>
        </p:nvSpPr>
        <p:spPr>
          <a:xfrm>
            <a:off x="163052" y="5272089"/>
            <a:ext cx="4732849" cy="307777"/>
          </a:xfrm>
          <a:prstGeom prst="rect">
            <a:avLst/>
          </a:prstGeom>
          <a:noFill/>
        </p:spPr>
        <p:txBody>
          <a:bodyPr wrap="square">
            <a:spAutoFit/>
          </a:bodyPr>
          <a:lstStyle/>
          <a:p>
            <a:pPr defTabSz="914367"/>
            <a:r>
              <a:rPr lang="en-US" sz="1400">
                <a:solidFill>
                  <a:schemeClr val="tx1">
                    <a:lumMod val="75000"/>
                    <a:lumOff val="25000"/>
                  </a:schemeClr>
                </a:solidFill>
                <a:latin typeface="Yu Gothic UI" panose="020B0500000000000000" pitchFamily="34" charset="-128"/>
                <a:ea typeface="Yu Gothic UI" panose="020B0500000000000000" pitchFamily="34" charset="-128"/>
              </a:rPr>
              <a:t>https://aka.ms/adopt/landingzone/cafmigrate</a:t>
            </a:r>
          </a:p>
        </p:txBody>
      </p:sp>
      <p:sp>
        <p:nvSpPr>
          <p:cNvPr id="43" name="TextBox 25">
            <a:extLst>
              <a:ext uri="{FF2B5EF4-FFF2-40B4-BE49-F238E27FC236}">
                <a16:creationId xmlns:a16="http://schemas.microsoft.com/office/drawing/2014/main" id="{90323F6E-73CD-DA72-9066-9B5F577A2195}"/>
              </a:ext>
            </a:extLst>
          </p:cNvPr>
          <p:cNvSpPr txBox="1"/>
          <p:nvPr/>
        </p:nvSpPr>
        <p:spPr>
          <a:xfrm>
            <a:off x="163052" y="5520649"/>
            <a:ext cx="4732848" cy="307777"/>
          </a:xfrm>
          <a:prstGeom prst="rect">
            <a:avLst/>
          </a:prstGeom>
          <a:noFill/>
        </p:spPr>
        <p:txBody>
          <a:bodyPr wrap="square">
            <a:spAutoFit/>
          </a:bodyPr>
          <a:lstStyle/>
          <a:p>
            <a:pPr defTabSz="914367"/>
            <a:r>
              <a:rPr lang="en-US" sz="1400">
                <a:solidFill>
                  <a:schemeClr val="tx1">
                    <a:lumMod val="75000"/>
                    <a:lumOff val="25000"/>
                  </a:schemeClr>
                </a:solidFill>
                <a:latin typeface="Yu Gothic UI" panose="020B0500000000000000" pitchFamily="34" charset="-128"/>
                <a:ea typeface="Yu Gothic UI" panose="020B0500000000000000" pitchFamily="34" charset="-128"/>
              </a:rPr>
              <a:t>https://aka.ms/adopt/landingzone/caffoundation</a:t>
            </a:r>
          </a:p>
        </p:txBody>
      </p:sp>
      <p:sp>
        <p:nvSpPr>
          <p:cNvPr id="44" name="TextBox 29">
            <a:extLst>
              <a:ext uri="{FF2B5EF4-FFF2-40B4-BE49-F238E27FC236}">
                <a16:creationId xmlns:a16="http://schemas.microsoft.com/office/drawing/2014/main" id="{BDA4A140-5092-5EE5-20BA-D76A6B186B54}"/>
              </a:ext>
            </a:extLst>
          </p:cNvPr>
          <p:cNvSpPr txBox="1"/>
          <p:nvPr/>
        </p:nvSpPr>
        <p:spPr>
          <a:xfrm>
            <a:off x="163052" y="5761940"/>
            <a:ext cx="4477312" cy="307777"/>
          </a:xfrm>
          <a:prstGeom prst="rect">
            <a:avLst/>
          </a:prstGeom>
          <a:noFill/>
        </p:spPr>
        <p:txBody>
          <a:bodyPr wrap="square">
            <a:spAutoFit/>
          </a:bodyPr>
          <a:lstStyle/>
          <a:p>
            <a:pPr defTabSz="914367"/>
            <a:r>
              <a:rPr lang="en-US" sz="1400">
                <a:solidFill>
                  <a:schemeClr val="tx1">
                    <a:lumMod val="75000"/>
                    <a:lumOff val="25000"/>
                  </a:schemeClr>
                </a:solidFill>
                <a:latin typeface="Yu Gothic UI" panose="020B0500000000000000" pitchFamily="34" charset="-128"/>
                <a:ea typeface="Yu Gothic UI" panose="020B0500000000000000" pitchFamily="34" charset="-128"/>
              </a:rPr>
              <a:t>https://aka.ms/adopt/landingzone/terraform</a:t>
            </a:r>
          </a:p>
        </p:txBody>
      </p:sp>
      <p:sp>
        <p:nvSpPr>
          <p:cNvPr id="45" name="TextBox 30">
            <a:extLst>
              <a:ext uri="{FF2B5EF4-FFF2-40B4-BE49-F238E27FC236}">
                <a16:creationId xmlns:a16="http://schemas.microsoft.com/office/drawing/2014/main" id="{B2305BDD-BAB4-B8A1-5AA9-177B6A8944A1}"/>
              </a:ext>
            </a:extLst>
          </p:cNvPr>
          <p:cNvSpPr txBox="1"/>
          <p:nvPr/>
        </p:nvSpPr>
        <p:spPr>
          <a:xfrm>
            <a:off x="163052" y="6009024"/>
            <a:ext cx="4732849" cy="307777"/>
          </a:xfrm>
          <a:prstGeom prst="rect">
            <a:avLst/>
          </a:prstGeom>
          <a:noFill/>
        </p:spPr>
        <p:txBody>
          <a:bodyPr wrap="square">
            <a:spAutoFit/>
          </a:bodyPr>
          <a:lstStyle/>
          <a:p>
            <a:pPr defTabSz="914367"/>
            <a:r>
              <a:rPr lang="en-US" sz="1400">
                <a:solidFill>
                  <a:schemeClr val="tx1">
                    <a:lumMod val="75000"/>
                    <a:lumOff val="25000"/>
                  </a:schemeClr>
                </a:solidFill>
                <a:latin typeface="Yu Gothic UI" panose="020B0500000000000000" pitchFamily="34" charset="-128"/>
                <a:ea typeface="Yu Gothic UI" panose="020B0500000000000000" pitchFamily="34" charset="-128"/>
              </a:rPr>
              <a:t>https://aka.ms/adopt/landingzone/enterprise-scale</a:t>
            </a:r>
          </a:p>
        </p:txBody>
      </p:sp>
    </p:spTree>
    <p:extLst>
      <p:ext uri="{BB962C8B-B14F-4D97-AF65-F5344CB8AC3E}">
        <p14:creationId xmlns:p14="http://schemas.microsoft.com/office/powerpoint/2010/main" val="27277273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AF0A2-2C60-0050-237B-6266AC1609DB}"/>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28DDE296-B739-79C6-C5C1-A8F881B59DE7}"/>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000" b="1" dirty="0">
                <a:solidFill>
                  <a:srgbClr val="1F2937"/>
                </a:solidFill>
                <a:latin typeface="Yu Gothic"/>
                <a:ea typeface="Yu Gothic"/>
                <a:cs typeface="Yu Gothic"/>
              </a:rPr>
              <a:t>Azure Landing Zone </a:t>
            </a:r>
            <a:r>
              <a:rPr lang="ja-JP" altLang="en-US" sz="2000" b="1">
                <a:solidFill>
                  <a:srgbClr val="1F2937"/>
                </a:solidFill>
                <a:latin typeface="Yu Gothic"/>
                <a:ea typeface="Yu Gothic"/>
                <a:cs typeface="Yu Gothic"/>
              </a:rPr>
              <a:t>の設計領域</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C472E18E-41AD-BA9A-A49E-B4828FF614DF}"/>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7</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51B3D51E-CF81-3EFE-5140-3664F4E5EB7A}"/>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Rectangle 11">
            <a:extLst>
              <a:ext uri="{FF2B5EF4-FFF2-40B4-BE49-F238E27FC236}">
                <a16:creationId xmlns:a16="http://schemas.microsoft.com/office/drawing/2014/main" id="{8BC930EF-D42C-ADC4-FD45-D8090503A0C6}"/>
              </a:ext>
              <a:ext uri="{C183D7F6-B498-43B3-948B-1728B52AA6E4}">
                <adec:decorative xmlns:adec="http://schemas.microsoft.com/office/drawing/2017/decorative" val="1"/>
              </a:ext>
            </a:extLst>
          </p:cNvPr>
          <p:cNvSpPr/>
          <p:nvPr/>
        </p:nvSpPr>
        <p:spPr bwMode="auto">
          <a:xfrm>
            <a:off x="685800" y="1519239"/>
            <a:ext cx="5313041" cy="4557846"/>
          </a:xfrm>
          <a:prstGeom prst="rect">
            <a:avLst/>
          </a:prstGeom>
          <a:solidFill>
            <a:srgbClr val="0078D3"/>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5" name="TextBox 148">
            <a:extLst>
              <a:ext uri="{FF2B5EF4-FFF2-40B4-BE49-F238E27FC236}">
                <a16:creationId xmlns:a16="http://schemas.microsoft.com/office/drawing/2014/main" id="{A96BE5F8-9D09-3D30-056A-9ED8F9C05477}"/>
              </a:ext>
            </a:extLst>
          </p:cNvPr>
          <p:cNvSpPr txBox="1"/>
          <p:nvPr/>
        </p:nvSpPr>
        <p:spPr>
          <a:xfrm>
            <a:off x="5026638" y="3516900"/>
            <a:ext cx="959237" cy="572464"/>
          </a:xfrm>
          <a:prstGeom prst="rect">
            <a:avLst/>
          </a:prstGeom>
          <a:noFill/>
        </p:spPr>
        <p:txBody>
          <a:bodyPr wrap="none" lIns="182880" tIns="146304" rIns="182880" bIns="146304" rtlCol="0">
            <a:spAutoFit/>
          </a:bodyPr>
          <a:lstStyle/>
          <a:p>
            <a:pPr algn="r" defTabSz="914400">
              <a:lnSpc>
                <a:spcPct val="90000"/>
              </a:lnSpc>
              <a:spcAft>
                <a:spcPts val="600"/>
              </a:spcAft>
              <a:defRPr/>
            </a:pPr>
            <a:r>
              <a:rPr lang="ja-JP" altLang="en-US" sz="2000" spc="300">
                <a:solidFill>
                  <a:srgbClr val="FFFFFF"/>
                </a:solidFill>
                <a:latin typeface="Yu Gothic UI" panose="020B0500000000000000" pitchFamily="34" charset="-128"/>
                <a:ea typeface="Yu Gothic UI" panose="020B0500000000000000" pitchFamily="34" charset="-128"/>
              </a:rPr>
              <a:t>環境</a:t>
            </a:r>
            <a:endParaRPr lang="en-US" sz="2000" spc="300">
              <a:solidFill>
                <a:srgbClr val="FFFFFF"/>
              </a:solidFill>
              <a:latin typeface="Yu Gothic UI" panose="020B0500000000000000" pitchFamily="34" charset="-128"/>
              <a:ea typeface="Yu Gothic UI" panose="020B0500000000000000" pitchFamily="34" charset="-128"/>
            </a:endParaRPr>
          </a:p>
        </p:txBody>
      </p:sp>
      <p:sp>
        <p:nvSpPr>
          <p:cNvPr id="6" name="Freeform: Shape 1">
            <a:extLst>
              <a:ext uri="{FF2B5EF4-FFF2-40B4-BE49-F238E27FC236}">
                <a16:creationId xmlns:a16="http://schemas.microsoft.com/office/drawing/2014/main" id="{C0F893FE-FA54-CF7F-57E3-D3388662F036}"/>
              </a:ext>
            </a:extLst>
          </p:cNvPr>
          <p:cNvSpPr/>
          <p:nvPr/>
        </p:nvSpPr>
        <p:spPr>
          <a:xfrm>
            <a:off x="2123937" y="1661340"/>
            <a:ext cx="4302551" cy="914599"/>
          </a:xfrm>
          <a:custGeom>
            <a:avLst/>
            <a:gdLst>
              <a:gd name="connsiteX0" fmla="*/ 0 w 2156454"/>
              <a:gd name="connsiteY0" fmla="*/ 0 h 914859"/>
              <a:gd name="connsiteX1" fmla="*/ 2156454 w 2156454"/>
              <a:gd name="connsiteY1" fmla="*/ 0 h 914859"/>
              <a:gd name="connsiteX2" fmla="*/ 2156454 w 2156454"/>
              <a:gd name="connsiteY2" fmla="*/ 914859 h 914859"/>
              <a:gd name="connsiteX3" fmla="*/ 0 w 2156454"/>
              <a:gd name="connsiteY3" fmla="*/ 914859 h 914859"/>
              <a:gd name="connsiteX4" fmla="*/ 0 w 2156454"/>
              <a:gd name="connsiteY4" fmla="*/ 0 h 914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6454" h="914859">
                <a:moveTo>
                  <a:pt x="0" y="0"/>
                </a:moveTo>
                <a:lnTo>
                  <a:pt x="2156454" y="0"/>
                </a:lnTo>
                <a:lnTo>
                  <a:pt x="2156454" y="914859"/>
                </a:lnTo>
                <a:lnTo>
                  <a:pt x="0" y="914859"/>
                </a:lnTo>
                <a:lnTo>
                  <a:pt x="0" y="0"/>
                </a:lnTo>
                <a:close/>
              </a:path>
            </a:pathLst>
          </a:custGeom>
          <a:noFill/>
          <a:ln>
            <a:noFill/>
          </a:ln>
          <a:effectLst/>
        </p:spPr>
        <p:txBody>
          <a:bodyPr spcFirstLastPara="0" vert="horz" wrap="square" lIns="0" tIns="0" rIns="0" bIns="0" numCol="1" spcCol="1270" anchor="ctr" anchorCtr="0">
            <a:noAutofit/>
          </a:bodyPr>
          <a:lstStyle/>
          <a:p>
            <a:pPr marL="0" marR="0" lvl="0" indent="0" defTabSz="799792" eaLnBrk="1" fontAlgn="auto" latinLnBrk="0" hangingPunct="1">
              <a:lnSpc>
                <a:spcPct val="100000"/>
              </a:lnSpc>
              <a:spcBef>
                <a:spcPct val="0"/>
              </a:spcBef>
              <a:spcAft>
                <a:spcPct val="35000"/>
              </a:spcAft>
              <a:buClrTx/>
              <a:buSzTx/>
              <a:buFontTx/>
              <a:buNone/>
              <a:tabLst/>
              <a:defRPr/>
            </a:pPr>
            <a:r>
              <a:rPr kumimoji="0" lang="en-GB" sz="1600" b="0" i="0" u="none" strike="noStrike" kern="0" cap="none" spc="0" normalizeH="0" baseline="0" noProof="0" dirty="0">
                <a:ln>
                  <a:noFill/>
                </a:ln>
                <a:solidFill>
                  <a:srgbClr val="FFFFFF"/>
                </a:solidFill>
                <a:effectLst/>
                <a:uLnTx/>
                <a:uFillTx/>
                <a:latin typeface="Yu Gothic UI" panose="020B0500000000000000" pitchFamily="34" charset="-128"/>
                <a:ea typeface="Yu Gothic UI" panose="020B0500000000000000" pitchFamily="34" charset="-128"/>
              </a:rPr>
              <a:t>Azure billing &amp; </a:t>
            </a:r>
            <a:r>
              <a:rPr lang="en-GB" sz="1600" kern="0" dirty="0">
                <a:solidFill>
                  <a:srgbClr val="FFFFFF"/>
                </a:solidFill>
                <a:latin typeface="Yu Gothic UI" panose="020B0500000000000000" pitchFamily="34" charset="-128"/>
                <a:ea typeface="Yu Gothic UI" panose="020B0500000000000000" pitchFamily="34" charset="-128"/>
              </a:rPr>
              <a:t>Entra ID </a:t>
            </a:r>
            <a:r>
              <a:rPr kumimoji="0" lang="en-GB" sz="1600" b="0" i="0" u="none" strike="noStrike" kern="0" cap="none" spc="0" normalizeH="0" baseline="0" noProof="0" dirty="0">
                <a:ln>
                  <a:noFill/>
                </a:ln>
                <a:solidFill>
                  <a:srgbClr val="FFFFFF"/>
                </a:solidFill>
                <a:effectLst/>
                <a:uLnTx/>
                <a:uFillTx/>
                <a:latin typeface="Yu Gothic UI" panose="020B0500000000000000" pitchFamily="34" charset="-128"/>
                <a:ea typeface="Yu Gothic UI" panose="020B0500000000000000" pitchFamily="34" charset="-128"/>
              </a:rPr>
              <a:t>tenant</a:t>
            </a:r>
            <a:endParaRPr kumimoji="0" lang="en-US" sz="1600" b="0" i="0" u="none" strike="noStrike" kern="0" cap="none" spc="0" normalizeH="0" baseline="0" noProof="0" dirty="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7" name="Freeform: Shape 2">
            <a:extLst>
              <a:ext uri="{FF2B5EF4-FFF2-40B4-BE49-F238E27FC236}">
                <a16:creationId xmlns:a16="http://schemas.microsoft.com/office/drawing/2014/main" id="{8D471D74-46EA-86C7-DBCB-AE8CE90F7502}"/>
              </a:ext>
            </a:extLst>
          </p:cNvPr>
          <p:cNvSpPr/>
          <p:nvPr/>
        </p:nvSpPr>
        <p:spPr>
          <a:xfrm>
            <a:off x="2123935" y="2761248"/>
            <a:ext cx="3642018" cy="977271"/>
          </a:xfrm>
          <a:custGeom>
            <a:avLst/>
            <a:gdLst>
              <a:gd name="connsiteX0" fmla="*/ 0 w 2156454"/>
              <a:gd name="connsiteY0" fmla="*/ 0 h 914859"/>
              <a:gd name="connsiteX1" fmla="*/ 2156454 w 2156454"/>
              <a:gd name="connsiteY1" fmla="*/ 0 h 914859"/>
              <a:gd name="connsiteX2" fmla="*/ 2156454 w 2156454"/>
              <a:gd name="connsiteY2" fmla="*/ 914859 h 914859"/>
              <a:gd name="connsiteX3" fmla="*/ 0 w 2156454"/>
              <a:gd name="connsiteY3" fmla="*/ 914859 h 914859"/>
              <a:gd name="connsiteX4" fmla="*/ 0 w 2156454"/>
              <a:gd name="connsiteY4" fmla="*/ 0 h 914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6454" h="914859">
                <a:moveTo>
                  <a:pt x="0" y="0"/>
                </a:moveTo>
                <a:lnTo>
                  <a:pt x="2156454" y="0"/>
                </a:lnTo>
                <a:lnTo>
                  <a:pt x="2156454" y="914859"/>
                </a:lnTo>
                <a:lnTo>
                  <a:pt x="0" y="914859"/>
                </a:lnTo>
                <a:lnTo>
                  <a:pt x="0" y="0"/>
                </a:lnTo>
                <a:close/>
              </a:path>
            </a:pathLst>
          </a:custGeom>
          <a:noFill/>
          <a:ln>
            <a:noFill/>
          </a:ln>
          <a:effectLst/>
        </p:spPr>
        <p:txBody>
          <a:bodyPr spcFirstLastPara="0" vert="horz" wrap="square" lIns="0" tIns="0" rIns="0" bIns="0" numCol="1" spcCol="1270" anchor="ctr" anchorCtr="0">
            <a:noAutofit/>
          </a:bodyPr>
          <a:lstStyle/>
          <a:p>
            <a:pPr marL="0" marR="0" lvl="0" indent="0" defTabSz="799792" eaLnBrk="1" fontAlgn="auto" latinLnBrk="0" hangingPunct="1">
              <a:lnSpc>
                <a:spcPct val="100000"/>
              </a:lnSpc>
              <a:spcBef>
                <a:spcPct val="0"/>
              </a:spcBef>
              <a:spcAft>
                <a:spcPct val="35000"/>
              </a:spcAft>
              <a:buClrTx/>
              <a:buSzTx/>
              <a:buFontTx/>
              <a:buNone/>
              <a:tabLst/>
              <a:defRPr/>
            </a:pPr>
            <a:r>
              <a:rPr kumimoji="0" lang="en-GB" sz="16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rPr>
              <a:t>Identity &amp; access management</a:t>
            </a:r>
            <a:endParaRPr kumimoji="0" lang="en-US" sz="16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8" name="Freeform: Shape 5">
            <a:extLst>
              <a:ext uri="{FF2B5EF4-FFF2-40B4-BE49-F238E27FC236}">
                <a16:creationId xmlns:a16="http://schemas.microsoft.com/office/drawing/2014/main" id="{8ABD3930-A030-2DD4-F8E6-29B109F5D045}"/>
              </a:ext>
            </a:extLst>
          </p:cNvPr>
          <p:cNvSpPr/>
          <p:nvPr/>
        </p:nvSpPr>
        <p:spPr>
          <a:xfrm>
            <a:off x="2123938" y="3923831"/>
            <a:ext cx="2611832" cy="914599"/>
          </a:xfrm>
          <a:custGeom>
            <a:avLst/>
            <a:gdLst>
              <a:gd name="connsiteX0" fmla="*/ 0 w 2156454"/>
              <a:gd name="connsiteY0" fmla="*/ 0 h 914859"/>
              <a:gd name="connsiteX1" fmla="*/ 2156454 w 2156454"/>
              <a:gd name="connsiteY1" fmla="*/ 0 h 914859"/>
              <a:gd name="connsiteX2" fmla="*/ 2156454 w 2156454"/>
              <a:gd name="connsiteY2" fmla="*/ 914859 h 914859"/>
              <a:gd name="connsiteX3" fmla="*/ 0 w 2156454"/>
              <a:gd name="connsiteY3" fmla="*/ 914859 h 914859"/>
              <a:gd name="connsiteX4" fmla="*/ 0 w 2156454"/>
              <a:gd name="connsiteY4" fmla="*/ 0 h 914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6454" h="914859">
                <a:moveTo>
                  <a:pt x="0" y="0"/>
                </a:moveTo>
                <a:lnTo>
                  <a:pt x="2156454" y="0"/>
                </a:lnTo>
                <a:lnTo>
                  <a:pt x="2156454" y="914859"/>
                </a:lnTo>
                <a:lnTo>
                  <a:pt x="0" y="914859"/>
                </a:lnTo>
                <a:lnTo>
                  <a:pt x="0" y="0"/>
                </a:lnTo>
                <a:close/>
              </a:path>
            </a:pathLst>
          </a:custGeom>
          <a:noFill/>
          <a:ln>
            <a:noFill/>
          </a:ln>
          <a:effectLst/>
        </p:spPr>
        <p:txBody>
          <a:bodyPr spcFirstLastPara="0" vert="horz" wrap="square" lIns="0" tIns="0" rIns="0" bIns="0" numCol="1" spcCol="1270" anchor="ctr" anchorCtr="0">
            <a:noAutofit/>
          </a:bodyPr>
          <a:lstStyle/>
          <a:p>
            <a:pPr marL="0" marR="0" lvl="0" indent="0" defTabSz="799792" eaLnBrk="1" fontAlgn="auto" latinLnBrk="0" hangingPunct="1">
              <a:lnSpc>
                <a:spcPct val="100000"/>
              </a:lnSpc>
              <a:spcBef>
                <a:spcPct val="0"/>
              </a:spcBef>
              <a:spcAft>
                <a:spcPct val="35000"/>
              </a:spcAft>
              <a:buClrTx/>
              <a:buSzTx/>
              <a:buFontTx/>
              <a:buNone/>
              <a:tabLst/>
              <a:defRPr/>
            </a:pPr>
            <a:r>
              <a:rPr kumimoji="0" lang="en-GB" sz="16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rPr>
              <a:t>Resource organization</a:t>
            </a:r>
            <a:endParaRPr kumimoji="0" lang="en-US" sz="16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10" name="Freeform: Shape 154">
            <a:extLst>
              <a:ext uri="{FF2B5EF4-FFF2-40B4-BE49-F238E27FC236}">
                <a16:creationId xmlns:a16="http://schemas.microsoft.com/office/drawing/2014/main" id="{83C34382-97C6-4F34-60E1-7AFD22B44BBE}"/>
              </a:ext>
            </a:extLst>
          </p:cNvPr>
          <p:cNvSpPr/>
          <p:nvPr/>
        </p:nvSpPr>
        <p:spPr>
          <a:xfrm>
            <a:off x="2123937" y="5035855"/>
            <a:ext cx="3821700" cy="914599"/>
          </a:xfrm>
          <a:custGeom>
            <a:avLst/>
            <a:gdLst>
              <a:gd name="connsiteX0" fmla="*/ 0 w 2156454"/>
              <a:gd name="connsiteY0" fmla="*/ 0 h 914859"/>
              <a:gd name="connsiteX1" fmla="*/ 2156454 w 2156454"/>
              <a:gd name="connsiteY1" fmla="*/ 0 h 914859"/>
              <a:gd name="connsiteX2" fmla="*/ 2156454 w 2156454"/>
              <a:gd name="connsiteY2" fmla="*/ 914859 h 914859"/>
              <a:gd name="connsiteX3" fmla="*/ 0 w 2156454"/>
              <a:gd name="connsiteY3" fmla="*/ 914859 h 914859"/>
              <a:gd name="connsiteX4" fmla="*/ 0 w 2156454"/>
              <a:gd name="connsiteY4" fmla="*/ 0 h 914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6454" h="914859">
                <a:moveTo>
                  <a:pt x="0" y="0"/>
                </a:moveTo>
                <a:lnTo>
                  <a:pt x="2156454" y="0"/>
                </a:lnTo>
                <a:lnTo>
                  <a:pt x="2156454" y="914859"/>
                </a:lnTo>
                <a:lnTo>
                  <a:pt x="0" y="914859"/>
                </a:lnTo>
                <a:lnTo>
                  <a:pt x="0" y="0"/>
                </a:lnTo>
                <a:close/>
              </a:path>
            </a:pathLst>
          </a:custGeom>
          <a:noFill/>
          <a:ln>
            <a:noFill/>
          </a:ln>
          <a:effectLst/>
        </p:spPr>
        <p:txBody>
          <a:bodyPr spcFirstLastPara="0" vert="horz" wrap="square" lIns="0" tIns="0" rIns="0" bIns="0" numCol="1" spcCol="1270" anchor="ctr" anchorCtr="0">
            <a:noAutofit/>
          </a:bodyPr>
          <a:lstStyle/>
          <a:p>
            <a:pPr marL="0" marR="0" lvl="0" indent="0" defTabSz="799792" eaLnBrk="1" fontAlgn="auto" latinLnBrk="0" hangingPunct="1">
              <a:lnSpc>
                <a:spcPct val="100000"/>
              </a:lnSpc>
              <a:spcBef>
                <a:spcPct val="0"/>
              </a:spcBef>
              <a:spcAft>
                <a:spcPct val="35000"/>
              </a:spcAft>
              <a:buClrTx/>
              <a:buSzTx/>
              <a:buFontTx/>
              <a:buNone/>
              <a:tabLst/>
              <a:defRPr/>
            </a:pPr>
            <a:r>
              <a:rPr kumimoji="0" lang="en-GB" sz="16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rPr>
              <a:t>Network topology &amp; connectivity</a:t>
            </a:r>
            <a:endParaRPr kumimoji="0" lang="en-US" sz="16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11" name="Rectangle 147">
            <a:extLst>
              <a:ext uri="{FF2B5EF4-FFF2-40B4-BE49-F238E27FC236}">
                <a16:creationId xmlns:a16="http://schemas.microsoft.com/office/drawing/2014/main" id="{66C0D04B-F15F-D7CC-CC33-69AF2CFFC122}"/>
              </a:ext>
              <a:ext uri="{C183D7F6-B498-43B3-948B-1728B52AA6E4}">
                <adec:decorative xmlns:adec="http://schemas.microsoft.com/office/drawing/2017/decorative" val="1"/>
              </a:ext>
            </a:extLst>
          </p:cNvPr>
          <p:cNvSpPr/>
          <p:nvPr/>
        </p:nvSpPr>
        <p:spPr bwMode="auto">
          <a:xfrm>
            <a:off x="6107203" y="1519238"/>
            <a:ext cx="5313041" cy="4557846"/>
          </a:xfrm>
          <a:prstGeom prst="rect">
            <a:avLst/>
          </a:prstGeom>
          <a:solidFill>
            <a:srgbClr val="0078D3"/>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err="1">
              <a:ln>
                <a:noFill/>
              </a:ln>
              <a:gradFill>
                <a:gsLst>
                  <a:gs pos="0">
                    <a:srgbClr val="FFFFFF"/>
                  </a:gs>
                  <a:gs pos="100000">
                    <a:srgbClr val="FFFFFF"/>
                  </a:gs>
                </a:gsLst>
                <a:lin ang="5400000" scaled="0"/>
              </a:gradFill>
              <a:effectLst/>
              <a:uLnTx/>
              <a:uFillTx/>
              <a:latin typeface="Yu Gothic UI" panose="020B0500000000000000" pitchFamily="34" charset="-128"/>
              <a:ea typeface="Yu Gothic UI" panose="020B0500000000000000" pitchFamily="34" charset="-128"/>
              <a:cs typeface="Segoe UI" pitchFamily="34" charset="0"/>
            </a:endParaRPr>
          </a:p>
        </p:txBody>
      </p:sp>
      <p:sp>
        <p:nvSpPr>
          <p:cNvPr id="12" name="TextBox 150">
            <a:extLst>
              <a:ext uri="{FF2B5EF4-FFF2-40B4-BE49-F238E27FC236}">
                <a16:creationId xmlns:a16="http://schemas.microsoft.com/office/drawing/2014/main" id="{BF44E49F-B06B-0F9A-8E64-BDBB4202F94A}"/>
              </a:ext>
            </a:extLst>
          </p:cNvPr>
          <p:cNvSpPr txBox="1"/>
          <p:nvPr/>
        </p:nvSpPr>
        <p:spPr>
          <a:xfrm>
            <a:off x="6107203" y="3516900"/>
            <a:ext cx="2430794" cy="926407"/>
          </a:xfrm>
          <a:prstGeom prst="rect">
            <a:avLst/>
          </a:prstGeom>
          <a:noFill/>
        </p:spPr>
        <p:txBody>
          <a:bodyPr wrap="none" lIns="182880" tIns="146304" rIns="182880" bIns="146304" rtlCol="0">
            <a:spAutoFit/>
          </a:bodyPr>
          <a:lstStyle/>
          <a:p>
            <a:pPr defTabSz="914400">
              <a:lnSpc>
                <a:spcPct val="90000"/>
              </a:lnSpc>
              <a:spcAft>
                <a:spcPts val="600"/>
              </a:spcAft>
              <a:defRPr/>
            </a:pPr>
            <a:r>
              <a:rPr lang="ja-JP" altLang="en-US" sz="2000" spc="300">
                <a:solidFill>
                  <a:srgbClr val="FFFFFF"/>
                </a:solidFill>
                <a:latin typeface="Yu Gothic UI" panose="020B0500000000000000" pitchFamily="34" charset="-128"/>
                <a:ea typeface="Yu Gothic UI" panose="020B0500000000000000" pitchFamily="34" charset="-128"/>
              </a:rPr>
              <a:t>コンプライアンス</a:t>
            </a:r>
            <a:r>
              <a:rPr lang="en-US" altLang="ja-JP" sz="2000" spc="300">
                <a:solidFill>
                  <a:srgbClr val="FFFFFF"/>
                </a:solidFill>
                <a:latin typeface="Yu Gothic UI" panose="020B0500000000000000" pitchFamily="34" charset="-128"/>
                <a:ea typeface="Yu Gothic UI" panose="020B0500000000000000" pitchFamily="34" charset="-128"/>
              </a:rPr>
              <a:t>&amp;</a:t>
            </a:r>
          </a:p>
          <a:p>
            <a:pPr defTabSz="914400">
              <a:lnSpc>
                <a:spcPct val="90000"/>
              </a:lnSpc>
              <a:spcAft>
                <a:spcPts val="600"/>
              </a:spcAft>
              <a:defRPr/>
            </a:pPr>
            <a:r>
              <a:rPr lang="ja-JP" altLang="en-US" sz="2000" spc="300">
                <a:solidFill>
                  <a:srgbClr val="FFFFFF"/>
                </a:solidFill>
                <a:latin typeface="Yu Gothic UI" panose="020B0500000000000000" pitchFamily="34" charset="-128"/>
                <a:ea typeface="Yu Gothic UI" panose="020B0500000000000000" pitchFamily="34" charset="-128"/>
              </a:rPr>
              <a:t>ガバナンス</a:t>
            </a:r>
            <a:endParaRPr lang="en-US" sz="2000" spc="300">
              <a:solidFill>
                <a:srgbClr val="FFFFFF"/>
              </a:solidFill>
              <a:latin typeface="Yu Gothic UI" panose="020B0500000000000000" pitchFamily="34" charset="-128"/>
              <a:ea typeface="Yu Gothic UI" panose="020B0500000000000000" pitchFamily="34" charset="-128"/>
            </a:endParaRPr>
          </a:p>
        </p:txBody>
      </p:sp>
      <p:sp>
        <p:nvSpPr>
          <p:cNvPr id="13" name="Freeform: Shape 7">
            <a:extLst>
              <a:ext uri="{FF2B5EF4-FFF2-40B4-BE49-F238E27FC236}">
                <a16:creationId xmlns:a16="http://schemas.microsoft.com/office/drawing/2014/main" id="{BF16B882-DF28-D9E6-6F72-74D43CD44C5D}"/>
              </a:ext>
            </a:extLst>
          </p:cNvPr>
          <p:cNvSpPr/>
          <p:nvPr/>
        </p:nvSpPr>
        <p:spPr>
          <a:xfrm>
            <a:off x="7573914" y="1661340"/>
            <a:ext cx="2459991" cy="914599"/>
          </a:xfrm>
          <a:custGeom>
            <a:avLst/>
            <a:gdLst>
              <a:gd name="connsiteX0" fmla="*/ 0 w 2156454"/>
              <a:gd name="connsiteY0" fmla="*/ 0 h 914859"/>
              <a:gd name="connsiteX1" fmla="*/ 2156454 w 2156454"/>
              <a:gd name="connsiteY1" fmla="*/ 0 h 914859"/>
              <a:gd name="connsiteX2" fmla="*/ 2156454 w 2156454"/>
              <a:gd name="connsiteY2" fmla="*/ 914859 h 914859"/>
              <a:gd name="connsiteX3" fmla="*/ 0 w 2156454"/>
              <a:gd name="connsiteY3" fmla="*/ 914859 h 914859"/>
              <a:gd name="connsiteX4" fmla="*/ 0 w 2156454"/>
              <a:gd name="connsiteY4" fmla="*/ 0 h 914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6454" h="914859">
                <a:moveTo>
                  <a:pt x="0" y="0"/>
                </a:moveTo>
                <a:lnTo>
                  <a:pt x="2156454" y="0"/>
                </a:lnTo>
                <a:lnTo>
                  <a:pt x="2156454" y="914859"/>
                </a:lnTo>
                <a:lnTo>
                  <a:pt x="0" y="914859"/>
                </a:lnTo>
                <a:lnTo>
                  <a:pt x="0" y="0"/>
                </a:lnTo>
                <a:close/>
              </a:path>
            </a:pathLst>
          </a:custGeom>
          <a:noFill/>
          <a:ln>
            <a:noFill/>
          </a:ln>
          <a:effectLst/>
        </p:spPr>
        <p:txBody>
          <a:bodyPr spcFirstLastPara="0" vert="horz" wrap="square" lIns="0" tIns="0" rIns="0" bIns="0" numCol="1" spcCol="1270" anchor="ctr" anchorCtr="0">
            <a:noAutofit/>
          </a:bodyPr>
          <a:lstStyle/>
          <a:p>
            <a:pPr marL="0" marR="0" lvl="0" indent="0" algn="r" defTabSz="799792" eaLnBrk="1" fontAlgn="auto" latinLnBrk="0" hangingPunct="1">
              <a:lnSpc>
                <a:spcPct val="100000"/>
              </a:lnSpc>
              <a:spcBef>
                <a:spcPct val="0"/>
              </a:spcBef>
              <a:spcAft>
                <a:spcPct val="35000"/>
              </a:spcAft>
              <a:buClrTx/>
              <a:buSzTx/>
              <a:buFontTx/>
              <a:buNone/>
              <a:tabLst/>
              <a:defRPr/>
            </a:pPr>
            <a:r>
              <a:rPr kumimoji="0" lang="en-US" sz="16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rPr>
              <a:t>Security</a:t>
            </a:r>
          </a:p>
        </p:txBody>
      </p:sp>
      <p:sp>
        <p:nvSpPr>
          <p:cNvPr id="14" name="Freeform: Shape 8">
            <a:extLst>
              <a:ext uri="{FF2B5EF4-FFF2-40B4-BE49-F238E27FC236}">
                <a16:creationId xmlns:a16="http://schemas.microsoft.com/office/drawing/2014/main" id="{5B09DB67-401E-5329-D75B-8CE5C3448372}"/>
              </a:ext>
            </a:extLst>
          </p:cNvPr>
          <p:cNvSpPr/>
          <p:nvPr/>
        </p:nvSpPr>
        <p:spPr>
          <a:xfrm>
            <a:off x="6833138" y="2782139"/>
            <a:ext cx="3200767" cy="914599"/>
          </a:xfrm>
          <a:custGeom>
            <a:avLst/>
            <a:gdLst>
              <a:gd name="connsiteX0" fmla="*/ 0 w 2156454"/>
              <a:gd name="connsiteY0" fmla="*/ 0 h 914859"/>
              <a:gd name="connsiteX1" fmla="*/ 2156454 w 2156454"/>
              <a:gd name="connsiteY1" fmla="*/ 0 h 914859"/>
              <a:gd name="connsiteX2" fmla="*/ 2156454 w 2156454"/>
              <a:gd name="connsiteY2" fmla="*/ 914859 h 914859"/>
              <a:gd name="connsiteX3" fmla="*/ 0 w 2156454"/>
              <a:gd name="connsiteY3" fmla="*/ 914859 h 914859"/>
              <a:gd name="connsiteX4" fmla="*/ 0 w 2156454"/>
              <a:gd name="connsiteY4" fmla="*/ 0 h 914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6454" h="914859">
                <a:moveTo>
                  <a:pt x="0" y="0"/>
                </a:moveTo>
                <a:lnTo>
                  <a:pt x="2156454" y="0"/>
                </a:lnTo>
                <a:lnTo>
                  <a:pt x="2156454" y="914859"/>
                </a:lnTo>
                <a:lnTo>
                  <a:pt x="0" y="914859"/>
                </a:lnTo>
                <a:lnTo>
                  <a:pt x="0" y="0"/>
                </a:lnTo>
                <a:close/>
              </a:path>
            </a:pathLst>
          </a:custGeom>
          <a:noFill/>
          <a:ln>
            <a:noFill/>
          </a:ln>
          <a:effectLst/>
        </p:spPr>
        <p:txBody>
          <a:bodyPr spcFirstLastPara="0" vert="horz" wrap="square" lIns="0" tIns="0" rIns="0" bIns="0" numCol="1" spcCol="1270" anchor="ctr" anchorCtr="0">
            <a:noAutofit/>
          </a:bodyPr>
          <a:lstStyle/>
          <a:p>
            <a:pPr marL="0" marR="0" lvl="0" indent="0" algn="r" defTabSz="799792" eaLnBrk="1" fontAlgn="auto" latinLnBrk="0" hangingPunct="1">
              <a:lnSpc>
                <a:spcPct val="100000"/>
              </a:lnSpc>
              <a:spcBef>
                <a:spcPct val="0"/>
              </a:spcBef>
              <a:spcAft>
                <a:spcPct val="35000"/>
              </a:spcAft>
              <a:buClrTx/>
              <a:buSzTx/>
              <a:buFontTx/>
              <a:buNone/>
              <a:tabLst/>
              <a:defRPr/>
            </a:pPr>
            <a:r>
              <a:rPr kumimoji="0" lang="en-GB" sz="16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rPr>
              <a:t>Governance</a:t>
            </a:r>
            <a:endParaRPr kumimoji="0" lang="en-US" sz="16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15" name="Freeform: Shape 4">
            <a:extLst>
              <a:ext uri="{FF2B5EF4-FFF2-40B4-BE49-F238E27FC236}">
                <a16:creationId xmlns:a16="http://schemas.microsoft.com/office/drawing/2014/main" id="{EEE14EEF-1E07-83A2-37EA-38A30C9D3AE3}"/>
              </a:ext>
            </a:extLst>
          </p:cNvPr>
          <p:cNvSpPr/>
          <p:nvPr/>
        </p:nvSpPr>
        <p:spPr>
          <a:xfrm>
            <a:off x="7263786" y="3902940"/>
            <a:ext cx="2770119" cy="914599"/>
          </a:xfrm>
          <a:custGeom>
            <a:avLst/>
            <a:gdLst>
              <a:gd name="connsiteX0" fmla="*/ 0 w 2156454"/>
              <a:gd name="connsiteY0" fmla="*/ 0 h 914859"/>
              <a:gd name="connsiteX1" fmla="*/ 2156454 w 2156454"/>
              <a:gd name="connsiteY1" fmla="*/ 0 h 914859"/>
              <a:gd name="connsiteX2" fmla="*/ 2156454 w 2156454"/>
              <a:gd name="connsiteY2" fmla="*/ 914859 h 914859"/>
              <a:gd name="connsiteX3" fmla="*/ 0 w 2156454"/>
              <a:gd name="connsiteY3" fmla="*/ 914859 h 914859"/>
              <a:gd name="connsiteX4" fmla="*/ 0 w 2156454"/>
              <a:gd name="connsiteY4" fmla="*/ 0 h 914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6454" h="914859">
                <a:moveTo>
                  <a:pt x="0" y="0"/>
                </a:moveTo>
                <a:lnTo>
                  <a:pt x="2156454" y="0"/>
                </a:lnTo>
                <a:lnTo>
                  <a:pt x="2156454" y="914859"/>
                </a:lnTo>
                <a:lnTo>
                  <a:pt x="0" y="914859"/>
                </a:lnTo>
                <a:lnTo>
                  <a:pt x="0" y="0"/>
                </a:lnTo>
                <a:close/>
              </a:path>
            </a:pathLst>
          </a:custGeom>
          <a:noFill/>
          <a:ln>
            <a:noFill/>
          </a:ln>
          <a:effectLst/>
        </p:spPr>
        <p:txBody>
          <a:bodyPr spcFirstLastPara="0" vert="horz" wrap="square" lIns="0" tIns="0" rIns="0" bIns="0" numCol="1" spcCol="1270" anchor="ctr" anchorCtr="0">
            <a:noAutofit/>
          </a:bodyPr>
          <a:lstStyle/>
          <a:p>
            <a:pPr marL="0" marR="0" lvl="0" indent="0" algn="r" defTabSz="799792" eaLnBrk="1" fontAlgn="auto" latinLnBrk="0" hangingPunct="1">
              <a:lnSpc>
                <a:spcPct val="100000"/>
              </a:lnSpc>
              <a:spcBef>
                <a:spcPct val="0"/>
              </a:spcBef>
              <a:spcAft>
                <a:spcPct val="35000"/>
              </a:spcAft>
              <a:buClrTx/>
              <a:buSzTx/>
              <a:buFontTx/>
              <a:buNone/>
              <a:tabLst/>
              <a:defRPr/>
            </a:pPr>
            <a:r>
              <a:rPr kumimoji="0" lang="en-GB" sz="16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rPr>
              <a:t>Management</a:t>
            </a:r>
            <a:endParaRPr kumimoji="0" lang="en-US" sz="16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16" name="Freeform: Shape 3">
            <a:extLst>
              <a:ext uri="{FF2B5EF4-FFF2-40B4-BE49-F238E27FC236}">
                <a16:creationId xmlns:a16="http://schemas.microsoft.com/office/drawing/2014/main" id="{1710A204-2D77-A8DA-8ACB-9818CBEB0A30}"/>
              </a:ext>
            </a:extLst>
          </p:cNvPr>
          <p:cNvSpPr/>
          <p:nvPr/>
        </p:nvSpPr>
        <p:spPr>
          <a:xfrm>
            <a:off x="7123318" y="5126403"/>
            <a:ext cx="2913161" cy="689420"/>
          </a:xfrm>
          <a:custGeom>
            <a:avLst/>
            <a:gdLst>
              <a:gd name="connsiteX0" fmla="*/ 0 w 2156454"/>
              <a:gd name="connsiteY0" fmla="*/ 0 h 914859"/>
              <a:gd name="connsiteX1" fmla="*/ 2156454 w 2156454"/>
              <a:gd name="connsiteY1" fmla="*/ 0 h 914859"/>
              <a:gd name="connsiteX2" fmla="*/ 2156454 w 2156454"/>
              <a:gd name="connsiteY2" fmla="*/ 914859 h 914859"/>
              <a:gd name="connsiteX3" fmla="*/ 0 w 2156454"/>
              <a:gd name="connsiteY3" fmla="*/ 914859 h 914859"/>
              <a:gd name="connsiteX4" fmla="*/ 0 w 2156454"/>
              <a:gd name="connsiteY4" fmla="*/ 0 h 9148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6454" h="914859">
                <a:moveTo>
                  <a:pt x="0" y="0"/>
                </a:moveTo>
                <a:lnTo>
                  <a:pt x="2156454" y="0"/>
                </a:lnTo>
                <a:lnTo>
                  <a:pt x="2156454" y="914859"/>
                </a:lnTo>
                <a:lnTo>
                  <a:pt x="0" y="914859"/>
                </a:lnTo>
                <a:lnTo>
                  <a:pt x="0" y="0"/>
                </a:lnTo>
                <a:close/>
              </a:path>
            </a:pathLst>
          </a:custGeom>
          <a:noFill/>
          <a:ln>
            <a:noFill/>
          </a:ln>
          <a:effectLst/>
        </p:spPr>
        <p:txBody>
          <a:bodyPr spcFirstLastPara="0" vert="horz" wrap="square" lIns="0" tIns="0" rIns="0" bIns="0" numCol="1" spcCol="1270" anchor="ctr" anchorCtr="0">
            <a:noAutofit/>
          </a:bodyPr>
          <a:lstStyle/>
          <a:p>
            <a:pPr marL="0" marR="0" lvl="0" indent="0" algn="r" defTabSz="799946" eaLnBrk="1" fontAlgn="auto" latinLnBrk="0" hangingPunct="1">
              <a:lnSpc>
                <a:spcPct val="100000"/>
              </a:lnSpc>
              <a:spcBef>
                <a:spcPct val="0"/>
              </a:spcBef>
              <a:spcAft>
                <a:spcPct val="35000"/>
              </a:spcAft>
              <a:buClrTx/>
              <a:buSzTx/>
              <a:buFontTx/>
              <a:buNone/>
              <a:tabLst/>
              <a:defRPr/>
            </a:pPr>
            <a:r>
              <a:rPr kumimoji="0" lang="en-GB" sz="16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rPr>
              <a:t>Platform automation &amp; DevOps</a:t>
            </a:r>
            <a:endParaRPr kumimoji="0" lang="en-US" sz="16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grpSp>
        <p:nvGrpSpPr>
          <p:cNvPr id="17" name="Graphic 5">
            <a:extLst>
              <a:ext uri="{FF2B5EF4-FFF2-40B4-BE49-F238E27FC236}">
                <a16:creationId xmlns:a16="http://schemas.microsoft.com/office/drawing/2014/main" id="{484194AB-C571-0C11-241A-444656C48CB5}"/>
              </a:ext>
              <a:ext uri="{C183D7F6-B498-43B3-948B-1728B52AA6E4}">
                <adec:decorative xmlns:adec="http://schemas.microsoft.com/office/drawing/2017/decorative" val="1"/>
              </a:ext>
            </a:extLst>
          </p:cNvPr>
          <p:cNvGrpSpPr/>
          <p:nvPr/>
        </p:nvGrpSpPr>
        <p:grpSpPr>
          <a:xfrm>
            <a:off x="926734" y="5009499"/>
            <a:ext cx="967308" cy="967308"/>
            <a:chOff x="9025811" y="16948"/>
            <a:chExt cx="1108509" cy="1108509"/>
          </a:xfrm>
        </p:grpSpPr>
        <p:sp>
          <p:nvSpPr>
            <p:cNvPr id="18" name="Freeform: Shape 14">
              <a:extLst>
                <a:ext uri="{FF2B5EF4-FFF2-40B4-BE49-F238E27FC236}">
                  <a16:creationId xmlns:a16="http://schemas.microsoft.com/office/drawing/2014/main" id="{C3A1D260-01C2-0C3C-67FB-201C67B1C4EB}"/>
                </a:ext>
              </a:extLst>
            </p:cNvPr>
            <p:cNvSpPr/>
            <p:nvPr/>
          </p:nvSpPr>
          <p:spPr>
            <a:xfrm>
              <a:off x="9025811" y="16948"/>
              <a:ext cx="1108509" cy="1108509"/>
            </a:xfrm>
            <a:custGeom>
              <a:avLst/>
              <a:gdLst>
                <a:gd name="connsiteX0" fmla="*/ 1108509 w 1108509"/>
                <a:gd name="connsiteY0" fmla="*/ 554255 h 1108509"/>
                <a:gd name="connsiteX1" fmla="*/ 554255 w 1108509"/>
                <a:gd name="connsiteY1" fmla="*/ 1108510 h 1108509"/>
                <a:gd name="connsiteX2" fmla="*/ 0 w 1108509"/>
                <a:gd name="connsiteY2" fmla="*/ 554255 h 1108509"/>
                <a:gd name="connsiteX3" fmla="*/ 554255 w 1108509"/>
                <a:gd name="connsiteY3" fmla="*/ 0 h 1108509"/>
                <a:gd name="connsiteX4" fmla="*/ 1108509 w 1108509"/>
                <a:gd name="connsiteY4" fmla="*/ 554255 h 1108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8509" h="1108509">
                  <a:moveTo>
                    <a:pt x="1108509" y="554255"/>
                  </a:moveTo>
                  <a:cubicBezTo>
                    <a:pt x="1108509" y="860361"/>
                    <a:pt x="860361" y="1108510"/>
                    <a:pt x="554255" y="1108510"/>
                  </a:cubicBezTo>
                  <a:cubicBezTo>
                    <a:pt x="248148" y="1108510"/>
                    <a:pt x="0" y="860361"/>
                    <a:pt x="0" y="554255"/>
                  </a:cubicBezTo>
                  <a:cubicBezTo>
                    <a:pt x="0" y="248148"/>
                    <a:pt x="248148" y="0"/>
                    <a:pt x="554255" y="0"/>
                  </a:cubicBezTo>
                  <a:cubicBezTo>
                    <a:pt x="860361" y="0"/>
                    <a:pt x="1108509" y="248148"/>
                    <a:pt x="1108509" y="554255"/>
                  </a:cubicBezTo>
                  <a:close/>
                </a:path>
              </a:pathLst>
            </a:custGeom>
            <a:solidFill>
              <a:srgbClr val="EBEBEB">
                <a:lumMod val="10000"/>
              </a:srgbClr>
            </a:solidFill>
            <a:ln w="12017"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grpSp>
          <p:nvGrpSpPr>
            <p:cNvPr id="19" name="Graphic 5">
              <a:extLst>
                <a:ext uri="{FF2B5EF4-FFF2-40B4-BE49-F238E27FC236}">
                  <a16:creationId xmlns:a16="http://schemas.microsoft.com/office/drawing/2014/main" id="{26D75FB7-30A0-599B-5826-77C11ED29553}"/>
                </a:ext>
              </a:extLst>
            </p:cNvPr>
            <p:cNvGrpSpPr/>
            <p:nvPr/>
          </p:nvGrpSpPr>
          <p:grpSpPr>
            <a:xfrm>
              <a:off x="9211900" y="210256"/>
              <a:ext cx="730717" cy="730717"/>
              <a:chOff x="9211900" y="210256"/>
              <a:chExt cx="730717" cy="730717"/>
            </a:xfrm>
          </p:grpSpPr>
          <p:sp>
            <p:nvSpPr>
              <p:cNvPr id="20" name="Freeform: Shape 16">
                <a:extLst>
                  <a:ext uri="{FF2B5EF4-FFF2-40B4-BE49-F238E27FC236}">
                    <a16:creationId xmlns:a16="http://schemas.microsoft.com/office/drawing/2014/main" id="{46FEA741-274F-DA23-6D18-20B6FE5204B4}"/>
                  </a:ext>
                </a:extLst>
              </p:cNvPr>
              <p:cNvSpPr/>
              <p:nvPr/>
            </p:nvSpPr>
            <p:spPr>
              <a:xfrm>
                <a:off x="9339435" y="338592"/>
                <a:ext cx="478856" cy="478856"/>
              </a:xfrm>
              <a:custGeom>
                <a:avLst/>
                <a:gdLst>
                  <a:gd name="connsiteX0" fmla="*/ 478857 w 478856"/>
                  <a:gd name="connsiteY0" fmla="*/ 478857 h 478856"/>
                  <a:gd name="connsiteX1" fmla="*/ 0 w 478856"/>
                  <a:gd name="connsiteY1" fmla="*/ 0 h 478856"/>
                </a:gdLst>
                <a:ahLst/>
                <a:cxnLst>
                  <a:cxn ang="0">
                    <a:pos x="connsiteX0" y="connsiteY0"/>
                  </a:cxn>
                  <a:cxn ang="0">
                    <a:pos x="connsiteX1" y="connsiteY1"/>
                  </a:cxn>
                </a:cxnLst>
                <a:rect l="l" t="t" r="r" b="b"/>
                <a:pathLst>
                  <a:path w="478856" h="478856">
                    <a:moveTo>
                      <a:pt x="478857" y="478857"/>
                    </a:moveTo>
                    <a:lnTo>
                      <a:pt x="0" y="0"/>
                    </a:lnTo>
                  </a:path>
                </a:pathLst>
              </a:custGeom>
              <a:noFill/>
              <a:ln w="12017" cap="flat">
                <a:solidFill>
                  <a:srgbClr val="75757A"/>
                </a:solid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21" name="Freeform: Shape 17">
                <a:extLst>
                  <a:ext uri="{FF2B5EF4-FFF2-40B4-BE49-F238E27FC236}">
                    <a16:creationId xmlns:a16="http://schemas.microsoft.com/office/drawing/2014/main" id="{4E107EA0-C184-1390-CFD7-FC296A36A28E}"/>
                  </a:ext>
                </a:extLst>
              </p:cNvPr>
              <p:cNvSpPr/>
              <p:nvPr/>
            </p:nvSpPr>
            <p:spPr>
              <a:xfrm>
                <a:off x="9578462" y="245548"/>
                <a:ext cx="8021" cy="661736"/>
              </a:xfrm>
              <a:custGeom>
                <a:avLst/>
                <a:gdLst>
                  <a:gd name="connsiteX0" fmla="*/ 0 w 8021"/>
                  <a:gd name="connsiteY0" fmla="*/ 661737 h 661736"/>
                  <a:gd name="connsiteX1" fmla="*/ 0 w 8021"/>
                  <a:gd name="connsiteY1" fmla="*/ 0 h 661736"/>
                </a:gdLst>
                <a:ahLst/>
                <a:cxnLst>
                  <a:cxn ang="0">
                    <a:pos x="connsiteX0" y="connsiteY0"/>
                  </a:cxn>
                  <a:cxn ang="0">
                    <a:pos x="connsiteX1" y="connsiteY1"/>
                  </a:cxn>
                </a:cxnLst>
                <a:rect l="l" t="t" r="r" b="b"/>
                <a:pathLst>
                  <a:path w="8021" h="661736">
                    <a:moveTo>
                      <a:pt x="0" y="661737"/>
                    </a:moveTo>
                    <a:lnTo>
                      <a:pt x="0" y="0"/>
                    </a:lnTo>
                  </a:path>
                </a:pathLst>
              </a:custGeom>
              <a:noFill/>
              <a:ln w="12017" cap="flat">
                <a:solidFill>
                  <a:srgbClr val="75757A"/>
                </a:solid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22" name="Freeform: Shape 18">
                <a:extLst>
                  <a:ext uri="{FF2B5EF4-FFF2-40B4-BE49-F238E27FC236}">
                    <a16:creationId xmlns:a16="http://schemas.microsoft.com/office/drawing/2014/main" id="{AF5B86E1-7D39-70FA-508D-707B4A493846}"/>
                  </a:ext>
                </a:extLst>
              </p:cNvPr>
              <p:cNvSpPr/>
              <p:nvPr/>
            </p:nvSpPr>
            <p:spPr>
              <a:xfrm>
                <a:off x="9339435" y="338592"/>
                <a:ext cx="478856" cy="478856"/>
              </a:xfrm>
              <a:custGeom>
                <a:avLst/>
                <a:gdLst>
                  <a:gd name="connsiteX0" fmla="*/ 478857 w 478856"/>
                  <a:gd name="connsiteY0" fmla="*/ 0 h 478856"/>
                  <a:gd name="connsiteX1" fmla="*/ 0 w 478856"/>
                  <a:gd name="connsiteY1" fmla="*/ 478857 h 478856"/>
                </a:gdLst>
                <a:ahLst/>
                <a:cxnLst>
                  <a:cxn ang="0">
                    <a:pos x="connsiteX0" y="connsiteY0"/>
                  </a:cxn>
                  <a:cxn ang="0">
                    <a:pos x="connsiteX1" y="connsiteY1"/>
                  </a:cxn>
                </a:cxnLst>
                <a:rect l="l" t="t" r="r" b="b"/>
                <a:pathLst>
                  <a:path w="478856" h="478856">
                    <a:moveTo>
                      <a:pt x="478857" y="0"/>
                    </a:moveTo>
                    <a:lnTo>
                      <a:pt x="0" y="478857"/>
                    </a:lnTo>
                  </a:path>
                </a:pathLst>
              </a:custGeom>
              <a:noFill/>
              <a:ln w="12017" cap="flat">
                <a:solidFill>
                  <a:srgbClr val="75757A"/>
                </a:solid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23" name="Freeform: Shape 19">
                <a:extLst>
                  <a:ext uri="{FF2B5EF4-FFF2-40B4-BE49-F238E27FC236}">
                    <a16:creationId xmlns:a16="http://schemas.microsoft.com/office/drawing/2014/main" id="{06F1B4E1-78E2-436A-98C7-BA76504CF3B6}"/>
                  </a:ext>
                </a:extLst>
              </p:cNvPr>
              <p:cNvSpPr/>
              <p:nvPr/>
            </p:nvSpPr>
            <p:spPr>
              <a:xfrm>
                <a:off x="9782197" y="780553"/>
                <a:ext cx="68980" cy="68981"/>
              </a:xfrm>
              <a:custGeom>
                <a:avLst/>
                <a:gdLst>
                  <a:gd name="connsiteX0" fmla="*/ 34490 w 68980"/>
                  <a:gd name="connsiteY0" fmla="*/ 68981 h 68981"/>
                  <a:gd name="connsiteX1" fmla="*/ 68981 w 68980"/>
                  <a:gd name="connsiteY1" fmla="*/ 34491 h 68981"/>
                  <a:gd name="connsiteX2" fmla="*/ 34490 w 68980"/>
                  <a:gd name="connsiteY2" fmla="*/ 0 h 68981"/>
                  <a:gd name="connsiteX3" fmla="*/ 0 w 68980"/>
                  <a:gd name="connsiteY3" fmla="*/ 34491 h 68981"/>
                  <a:gd name="connsiteX4" fmla="*/ 34490 w 68980"/>
                  <a:gd name="connsiteY4" fmla="*/ 68981 h 689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980" h="68981">
                    <a:moveTo>
                      <a:pt x="34490" y="68981"/>
                    </a:moveTo>
                    <a:cubicBezTo>
                      <a:pt x="53741" y="68981"/>
                      <a:pt x="68981" y="53741"/>
                      <a:pt x="68981" y="34491"/>
                    </a:cubicBezTo>
                    <a:cubicBezTo>
                      <a:pt x="68981" y="15240"/>
                      <a:pt x="53741" y="0"/>
                      <a:pt x="34490" y="0"/>
                    </a:cubicBezTo>
                    <a:cubicBezTo>
                      <a:pt x="15240" y="0"/>
                      <a:pt x="0" y="15240"/>
                      <a:pt x="0" y="34491"/>
                    </a:cubicBezTo>
                    <a:cubicBezTo>
                      <a:pt x="0" y="53741"/>
                      <a:pt x="15240" y="68981"/>
                      <a:pt x="34490" y="68981"/>
                    </a:cubicBezTo>
                    <a:close/>
                  </a:path>
                </a:pathLst>
              </a:custGeom>
              <a:solidFill>
                <a:srgbClr val="0078D3">
                  <a:lumMod val="75000"/>
                </a:srgbClr>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24" name="Freeform: Shape 20">
                <a:extLst>
                  <a:ext uri="{FF2B5EF4-FFF2-40B4-BE49-F238E27FC236}">
                    <a16:creationId xmlns:a16="http://schemas.microsoft.com/office/drawing/2014/main" id="{0DC5A4DA-3EEA-27FB-E7F5-A1B172278D4D}"/>
                  </a:ext>
                </a:extLst>
              </p:cNvPr>
              <p:cNvSpPr/>
              <p:nvPr/>
            </p:nvSpPr>
            <p:spPr>
              <a:xfrm>
                <a:off x="9302538" y="780553"/>
                <a:ext cx="68980" cy="68981"/>
              </a:xfrm>
              <a:custGeom>
                <a:avLst/>
                <a:gdLst>
                  <a:gd name="connsiteX0" fmla="*/ 34491 w 68980"/>
                  <a:gd name="connsiteY0" fmla="*/ 68981 h 68981"/>
                  <a:gd name="connsiteX1" fmla="*/ 68981 w 68980"/>
                  <a:gd name="connsiteY1" fmla="*/ 34491 h 68981"/>
                  <a:gd name="connsiteX2" fmla="*/ 34491 w 68980"/>
                  <a:gd name="connsiteY2" fmla="*/ 0 h 68981"/>
                  <a:gd name="connsiteX3" fmla="*/ 0 w 68980"/>
                  <a:gd name="connsiteY3" fmla="*/ 34491 h 68981"/>
                  <a:gd name="connsiteX4" fmla="*/ 34491 w 68980"/>
                  <a:gd name="connsiteY4" fmla="*/ 68981 h 689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980" h="68981">
                    <a:moveTo>
                      <a:pt x="34491" y="68981"/>
                    </a:moveTo>
                    <a:cubicBezTo>
                      <a:pt x="53741" y="68981"/>
                      <a:pt x="68981" y="53741"/>
                      <a:pt x="68981" y="34491"/>
                    </a:cubicBezTo>
                    <a:cubicBezTo>
                      <a:pt x="68981" y="15240"/>
                      <a:pt x="53741" y="0"/>
                      <a:pt x="34491" y="0"/>
                    </a:cubicBezTo>
                    <a:cubicBezTo>
                      <a:pt x="15240" y="0"/>
                      <a:pt x="0" y="15240"/>
                      <a:pt x="0" y="34491"/>
                    </a:cubicBezTo>
                    <a:cubicBezTo>
                      <a:pt x="802" y="53741"/>
                      <a:pt x="16042" y="68981"/>
                      <a:pt x="34491" y="68981"/>
                    </a:cubicBezTo>
                    <a:close/>
                  </a:path>
                </a:pathLst>
              </a:custGeom>
              <a:solidFill>
                <a:srgbClr val="50E6FF"/>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25" name="Freeform: Shape 21">
                <a:extLst>
                  <a:ext uri="{FF2B5EF4-FFF2-40B4-BE49-F238E27FC236}">
                    <a16:creationId xmlns:a16="http://schemas.microsoft.com/office/drawing/2014/main" id="{B86D254A-95C1-D08D-0F29-D3B7335925FB}"/>
                  </a:ext>
                </a:extLst>
              </p:cNvPr>
              <p:cNvSpPr/>
              <p:nvPr/>
            </p:nvSpPr>
            <p:spPr>
              <a:xfrm>
                <a:off x="9302538" y="301696"/>
                <a:ext cx="68980" cy="68980"/>
              </a:xfrm>
              <a:custGeom>
                <a:avLst/>
                <a:gdLst>
                  <a:gd name="connsiteX0" fmla="*/ 34491 w 68980"/>
                  <a:gd name="connsiteY0" fmla="*/ 68981 h 68980"/>
                  <a:gd name="connsiteX1" fmla="*/ 68981 w 68980"/>
                  <a:gd name="connsiteY1" fmla="*/ 34491 h 68980"/>
                  <a:gd name="connsiteX2" fmla="*/ 34491 w 68980"/>
                  <a:gd name="connsiteY2" fmla="*/ 0 h 68980"/>
                  <a:gd name="connsiteX3" fmla="*/ 0 w 68980"/>
                  <a:gd name="connsiteY3" fmla="*/ 34491 h 68980"/>
                  <a:gd name="connsiteX4" fmla="*/ 34491 w 68980"/>
                  <a:gd name="connsiteY4" fmla="*/ 68981 h 689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980" h="68980">
                    <a:moveTo>
                      <a:pt x="34491" y="68981"/>
                    </a:moveTo>
                    <a:cubicBezTo>
                      <a:pt x="53741" y="68981"/>
                      <a:pt x="68981" y="53741"/>
                      <a:pt x="68981" y="34491"/>
                    </a:cubicBezTo>
                    <a:cubicBezTo>
                      <a:pt x="68981" y="15240"/>
                      <a:pt x="53741" y="0"/>
                      <a:pt x="34491" y="0"/>
                    </a:cubicBezTo>
                    <a:cubicBezTo>
                      <a:pt x="15240" y="0"/>
                      <a:pt x="0" y="15240"/>
                      <a:pt x="0" y="34491"/>
                    </a:cubicBezTo>
                    <a:cubicBezTo>
                      <a:pt x="802" y="53741"/>
                      <a:pt x="16042" y="68981"/>
                      <a:pt x="34491" y="68981"/>
                    </a:cubicBezTo>
                    <a:close/>
                  </a:path>
                </a:pathLst>
              </a:custGeom>
              <a:solidFill>
                <a:srgbClr val="0078D3">
                  <a:lumMod val="75000"/>
                </a:srgbClr>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26" name="Freeform: Shape 22">
                <a:extLst>
                  <a:ext uri="{FF2B5EF4-FFF2-40B4-BE49-F238E27FC236}">
                    <a16:creationId xmlns:a16="http://schemas.microsoft.com/office/drawing/2014/main" id="{0FDC9486-7AFE-00A8-C788-29D9185E9F09}"/>
                  </a:ext>
                </a:extLst>
              </p:cNvPr>
              <p:cNvSpPr/>
              <p:nvPr/>
            </p:nvSpPr>
            <p:spPr>
              <a:xfrm>
                <a:off x="9782197" y="301696"/>
                <a:ext cx="68980" cy="68980"/>
              </a:xfrm>
              <a:custGeom>
                <a:avLst/>
                <a:gdLst>
                  <a:gd name="connsiteX0" fmla="*/ 34490 w 68980"/>
                  <a:gd name="connsiteY0" fmla="*/ 68981 h 68980"/>
                  <a:gd name="connsiteX1" fmla="*/ 68981 w 68980"/>
                  <a:gd name="connsiteY1" fmla="*/ 34491 h 68980"/>
                  <a:gd name="connsiteX2" fmla="*/ 34490 w 68980"/>
                  <a:gd name="connsiteY2" fmla="*/ 0 h 68980"/>
                  <a:gd name="connsiteX3" fmla="*/ 0 w 68980"/>
                  <a:gd name="connsiteY3" fmla="*/ 34491 h 68980"/>
                  <a:gd name="connsiteX4" fmla="*/ 34490 w 68980"/>
                  <a:gd name="connsiteY4" fmla="*/ 68981 h 689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980" h="68980">
                    <a:moveTo>
                      <a:pt x="34490" y="68981"/>
                    </a:moveTo>
                    <a:cubicBezTo>
                      <a:pt x="53741" y="68981"/>
                      <a:pt x="68981" y="53741"/>
                      <a:pt x="68981" y="34491"/>
                    </a:cubicBezTo>
                    <a:cubicBezTo>
                      <a:pt x="68981" y="15240"/>
                      <a:pt x="53741" y="0"/>
                      <a:pt x="34490" y="0"/>
                    </a:cubicBezTo>
                    <a:cubicBezTo>
                      <a:pt x="15240" y="0"/>
                      <a:pt x="0" y="15240"/>
                      <a:pt x="0" y="34491"/>
                    </a:cubicBezTo>
                    <a:cubicBezTo>
                      <a:pt x="0" y="53741"/>
                      <a:pt x="15240" y="68981"/>
                      <a:pt x="34490" y="68981"/>
                    </a:cubicBezTo>
                    <a:close/>
                  </a:path>
                </a:pathLst>
              </a:custGeom>
              <a:solidFill>
                <a:srgbClr val="50E6FF"/>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27" name="Freeform: Shape 23">
                <a:extLst>
                  <a:ext uri="{FF2B5EF4-FFF2-40B4-BE49-F238E27FC236}">
                    <a16:creationId xmlns:a16="http://schemas.microsoft.com/office/drawing/2014/main" id="{6763C8DB-A4FF-2106-AFF5-267A8EC8CED1}"/>
                  </a:ext>
                </a:extLst>
              </p:cNvPr>
              <p:cNvSpPr/>
              <p:nvPr/>
            </p:nvSpPr>
            <p:spPr>
              <a:xfrm>
                <a:off x="9246390" y="576016"/>
                <a:ext cx="661736" cy="8021"/>
              </a:xfrm>
              <a:custGeom>
                <a:avLst/>
                <a:gdLst>
                  <a:gd name="connsiteX0" fmla="*/ 0 w 661736"/>
                  <a:gd name="connsiteY0" fmla="*/ 0 h 8021"/>
                  <a:gd name="connsiteX1" fmla="*/ 661737 w 661736"/>
                  <a:gd name="connsiteY1" fmla="*/ 0 h 8021"/>
                </a:gdLst>
                <a:ahLst/>
                <a:cxnLst>
                  <a:cxn ang="0">
                    <a:pos x="connsiteX0" y="connsiteY0"/>
                  </a:cxn>
                  <a:cxn ang="0">
                    <a:pos x="connsiteX1" y="connsiteY1"/>
                  </a:cxn>
                </a:cxnLst>
                <a:rect l="l" t="t" r="r" b="b"/>
                <a:pathLst>
                  <a:path w="661736" h="8021">
                    <a:moveTo>
                      <a:pt x="0" y="0"/>
                    </a:moveTo>
                    <a:lnTo>
                      <a:pt x="661737" y="0"/>
                    </a:lnTo>
                  </a:path>
                </a:pathLst>
              </a:custGeom>
              <a:noFill/>
              <a:ln w="12017" cap="flat">
                <a:solidFill>
                  <a:srgbClr val="75757A"/>
                </a:solid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28" name="Freeform: Shape 24">
                <a:extLst>
                  <a:ext uri="{FF2B5EF4-FFF2-40B4-BE49-F238E27FC236}">
                    <a16:creationId xmlns:a16="http://schemas.microsoft.com/office/drawing/2014/main" id="{3F806717-A729-C30C-8CC3-88790D1066A7}"/>
                  </a:ext>
                </a:extLst>
              </p:cNvPr>
              <p:cNvSpPr/>
              <p:nvPr/>
            </p:nvSpPr>
            <p:spPr>
              <a:xfrm>
                <a:off x="9873637" y="541525"/>
                <a:ext cx="68981" cy="68981"/>
              </a:xfrm>
              <a:custGeom>
                <a:avLst/>
                <a:gdLst>
                  <a:gd name="connsiteX0" fmla="*/ 34491 w 68981"/>
                  <a:gd name="connsiteY0" fmla="*/ 68981 h 68981"/>
                  <a:gd name="connsiteX1" fmla="*/ 68981 w 68981"/>
                  <a:gd name="connsiteY1" fmla="*/ 34491 h 68981"/>
                  <a:gd name="connsiteX2" fmla="*/ 34491 w 68981"/>
                  <a:gd name="connsiteY2" fmla="*/ 0 h 68981"/>
                  <a:gd name="connsiteX3" fmla="*/ 0 w 68981"/>
                  <a:gd name="connsiteY3" fmla="*/ 34491 h 68981"/>
                  <a:gd name="connsiteX4" fmla="*/ 34491 w 68981"/>
                  <a:gd name="connsiteY4" fmla="*/ 68981 h 689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981" h="68981">
                    <a:moveTo>
                      <a:pt x="34491" y="68981"/>
                    </a:moveTo>
                    <a:cubicBezTo>
                      <a:pt x="53741" y="68981"/>
                      <a:pt x="68981" y="53741"/>
                      <a:pt x="68981" y="34491"/>
                    </a:cubicBezTo>
                    <a:cubicBezTo>
                      <a:pt x="68981" y="15240"/>
                      <a:pt x="53741" y="0"/>
                      <a:pt x="34491" y="0"/>
                    </a:cubicBezTo>
                    <a:cubicBezTo>
                      <a:pt x="15240" y="0"/>
                      <a:pt x="0" y="15240"/>
                      <a:pt x="0" y="34491"/>
                    </a:cubicBezTo>
                    <a:cubicBezTo>
                      <a:pt x="0" y="53741"/>
                      <a:pt x="15240" y="68981"/>
                      <a:pt x="34491" y="68981"/>
                    </a:cubicBezTo>
                    <a:close/>
                  </a:path>
                </a:pathLst>
              </a:custGeom>
              <a:solidFill>
                <a:srgbClr val="0078D4"/>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29" name="Freeform: Shape 25">
                <a:extLst>
                  <a:ext uri="{FF2B5EF4-FFF2-40B4-BE49-F238E27FC236}">
                    <a16:creationId xmlns:a16="http://schemas.microsoft.com/office/drawing/2014/main" id="{08CEE8FA-7EB9-1432-29BC-4F6F1087E334}"/>
                  </a:ext>
                </a:extLst>
              </p:cNvPr>
              <p:cNvSpPr/>
              <p:nvPr/>
            </p:nvSpPr>
            <p:spPr>
              <a:xfrm>
                <a:off x="9211900" y="541525"/>
                <a:ext cx="68981" cy="68981"/>
              </a:xfrm>
              <a:custGeom>
                <a:avLst/>
                <a:gdLst>
                  <a:gd name="connsiteX0" fmla="*/ 34491 w 68981"/>
                  <a:gd name="connsiteY0" fmla="*/ 68981 h 68981"/>
                  <a:gd name="connsiteX1" fmla="*/ 68981 w 68981"/>
                  <a:gd name="connsiteY1" fmla="*/ 34491 h 68981"/>
                  <a:gd name="connsiteX2" fmla="*/ 34491 w 68981"/>
                  <a:gd name="connsiteY2" fmla="*/ 0 h 68981"/>
                  <a:gd name="connsiteX3" fmla="*/ 0 w 68981"/>
                  <a:gd name="connsiteY3" fmla="*/ 34491 h 68981"/>
                  <a:gd name="connsiteX4" fmla="*/ 34491 w 68981"/>
                  <a:gd name="connsiteY4" fmla="*/ 68981 h 689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981" h="68981">
                    <a:moveTo>
                      <a:pt x="34491" y="68981"/>
                    </a:moveTo>
                    <a:cubicBezTo>
                      <a:pt x="53741" y="68981"/>
                      <a:pt x="68981" y="53741"/>
                      <a:pt x="68981" y="34491"/>
                    </a:cubicBezTo>
                    <a:cubicBezTo>
                      <a:pt x="68981" y="15240"/>
                      <a:pt x="53741" y="0"/>
                      <a:pt x="34491" y="0"/>
                    </a:cubicBezTo>
                    <a:cubicBezTo>
                      <a:pt x="15240" y="0"/>
                      <a:pt x="0" y="15240"/>
                      <a:pt x="0" y="34491"/>
                    </a:cubicBezTo>
                    <a:cubicBezTo>
                      <a:pt x="0" y="53741"/>
                      <a:pt x="15240" y="68981"/>
                      <a:pt x="34491" y="68981"/>
                    </a:cubicBezTo>
                    <a:close/>
                  </a:path>
                </a:pathLst>
              </a:custGeom>
              <a:solidFill>
                <a:srgbClr val="0078D4"/>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30" name="Freeform: Shape 26">
                <a:extLst>
                  <a:ext uri="{FF2B5EF4-FFF2-40B4-BE49-F238E27FC236}">
                    <a16:creationId xmlns:a16="http://schemas.microsoft.com/office/drawing/2014/main" id="{CB49FC97-CF99-3B12-0027-6F5BA86BE2FB}"/>
                  </a:ext>
                </a:extLst>
              </p:cNvPr>
              <p:cNvSpPr/>
              <p:nvPr/>
            </p:nvSpPr>
            <p:spPr>
              <a:xfrm>
                <a:off x="9546378" y="210256"/>
                <a:ext cx="68981" cy="68981"/>
              </a:xfrm>
              <a:custGeom>
                <a:avLst/>
                <a:gdLst>
                  <a:gd name="connsiteX0" fmla="*/ 34491 w 68981"/>
                  <a:gd name="connsiteY0" fmla="*/ 68981 h 68981"/>
                  <a:gd name="connsiteX1" fmla="*/ 68981 w 68981"/>
                  <a:gd name="connsiteY1" fmla="*/ 34490 h 68981"/>
                  <a:gd name="connsiteX2" fmla="*/ 34491 w 68981"/>
                  <a:gd name="connsiteY2" fmla="*/ 0 h 68981"/>
                  <a:gd name="connsiteX3" fmla="*/ 0 w 68981"/>
                  <a:gd name="connsiteY3" fmla="*/ 34490 h 68981"/>
                  <a:gd name="connsiteX4" fmla="*/ 34491 w 68981"/>
                  <a:gd name="connsiteY4" fmla="*/ 68981 h 689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981" h="68981">
                    <a:moveTo>
                      <a:pt x="34491" y="68981"/>
                    </a:moveTo>
                    <a:cubicBezTo>
                      <a:pt x="53741" y="68981"/>
                      <a:pt x="68981" y="53741"/>
                      <a:pt x="68981" y="34490"/>
                    </a:cubicBezTo>
                    <a:cubicBezTo>
                      <a:pt x="68981" y="15240"/>
                      <a:pt x="53741" y="0"/>
                      <a:pt x="34491" y="0"/>
                    </a:cubicBezTo>
                    <a:cubicBezTo>
                      <a:pt x="15240" y="0"/>
                      <a:pt x="0" y="15240"/>
                      <a:pt x="0" y="34490"/>
                    </a:cubicBezTo>
                    <a:cubicBezTo>
                      <a:pt x="0" y="53741"/>
                      <a:pt x="15240" y="68981"/>
                      <a:pt x="34491" y="68981"/>
                    </a:cubicBezTo>
                    <a:close/>
                  </a:path>
                </a:pathLst>
              </a:custGeom>
              <a:solidFill>
                <a:srgbClr val="0078D4"/>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31" name="Freeform: Shape 27">
                <a:extLst>
                  <a:ext uri="{FF2B5EF4-FFF2-40B4-BE49-F238E27FC236}">
                    <a16:creationId xmlns:a16="http://schemas.microsoft.com/office/drawing/2014/main" id="{F1D2774C-6435-9FCB-599B-F317AE29173D}"/>
                  </a:ext>
                </a:extLst>
              </p:cNvPr>
              <p:cNvSpPr/>
              <p:nvPr/>
            </p:nvSpPr>
            <p:spPr>
              <a:xfrm>
                <a:off x="9546378" y="871992"/>
                <a:ext cx="68981" cy="68981"/>
              </a:xfrm>
              <a:custGeom>
                <a:avLst/>
                <a:gdLst>
                  <a:gd name="connsiteX0" fmla="*/ 34491 w 68981"/>
                  <a:gd name="connsiteY0" fmla="*/ 68981 h 68981"/>
                  <a:gd name="connsiteX1" fmla="*/ 68981 w 68981"/>
                  <a:gd name="connsiteY1" fmla="*/ 34491 h 68981"/>
                  <a:gd name="connsiteX2" fmla="*/ 34491 w 68981"/>
                  <a:gd name="connsiteY2" fmla="*/ 0 h 68981"/>
                  <a:gd name="connsiteX3" fmla="*/ 0 w 68981"/>
                  <a:gd name="connsiteY3" fmla="*/ 34491 h 68981"/>
                  <a:gd name="connsiteX4" fmla="*/ 34491 w 68981"/>
                  <a:gd name="connsiteY4" fmla="*/ 68981 h 689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981" h="68981">
                    <a:moveTo>
                      <a:pt x="34491" y="68981"/>
                    </a:moveTo>
                    <a:cubicBezTo>
                      <a:pt x="53741" y="68981"/>
                      <a:pt x="68981" y="53741"/>
                      <a:pt x="68981" y="34491"/>
                    </a:cubicBezTo>
                    <a:cubicBezTo>
                      <a:pt x="68981" y="15240"/>
                      <a:pt x="53741" y="0"/>
                      <a:pt x="34491" y="0"/>
                    </a:cubicBezTo>
                    <a:cubicBezTo>
                      <a:pt x="15240" y="0"/>
                      <a:pt x="0" y="15240"/>
                      <a:pt x="0" y="34491"/>
                    </a:cubicBezTo>
                    <a:cubicBezTo>
                      <a:pt x="0" y="53741"/>
                      <a:pt x="15240" y="68981"/>
                      <a:pt x="34491" y="68981"/>
                    </a:cubicBezTo>
                    <a:close/>
                  </a:path>
                </a:pathLst>
              </a:custGeom>
              <a:solidFill>
                <a:srgbClr val="0078D4"/>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32" name="Freeform: Shape 28">
                <a:extLst>
                  <a:ext uri="{FF2B5EF4-FFF2-40B4-BE49-F238E27FC236}">
                    <a16:creationId xmlns:a16="http://schemas.microsoft.com/office/drawing/2014/main" id="{6C19B854-CEB0-337A-4CDB-1090E15C203A}"/>
                  </a:ext>
                </a:extLst>
              </p:cNvPr>
              <p:cNvSpPr/>
              <p:nvPr/>
            </p:nvSpPr>
            <p:spPr>
              <a:xfrm>
                <a:off x="9508679" y="507837"/>
                <a:ext cx="136357" cy="136357"/>
              </a:xfrm>
              <a:custGeom>
                <a:avLst/>
                <a:gdLst>
                  <a:gd name="connsiteX0" fmla="*/ 68179 w 136357"/>
                  <a:gd name="connsiteY0" fmla="*/ 136358 h 136357"/>
                  <a:gd name="connsiteX1" fmla="*/ 136358 w 136357"/>
                  <a:gd name="connsiteY1" fmla="*/ 68179 h 136357"/>
                  <a:gd name="connsiteX2" fmla="*/ 68179 w 136357"/>
                  <a:gd name="connsiteY2" fmla="*/ 0 h 136357"/>
                  <a:gd name="connsiteX3" fmla="*/ 0 w 136357"/>
                  <a:gd name="connsiteY3" fmla="*/ 68179 h 136357"/>
                  <a:gd name="connsiteX4" fmla="*/ 68179 w 136357"/>
                  <a:gd name="connsiteY4" fmla="*/ 136358 h 136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357" h="136357">
                    <a:moveTo>
                      <a:pt x="68179" y="136358"/>
                    </a:moveTo>
                    <a:cubicBezTo>
                      <a:pt x="105878" y="136358"/>
                      <a:pt x="136358" y="105878"/>
                      <a:pt x="136358" y="68179"/>
                    </a:cubicBezTo>
                    <a:cubicBezTo>
                      <a:pt x="136358" y="30480"/>
                      <a:pt x="105878" y="0"/>
                      <a:pt x="68179" y="0"/>
                    </a:cubicBezTo>
                    <a:cubicBezTo>
                      <a:pt x="30480" y="0"/>
                      <a:pt x="0" y="30480"/>
                      <a:pt x="0" y="68179"/>
                    </a:cubicBezTo>
                    <a:cubicBezTo>
                      <a:pt x="0" y="105878"/>
                      <a:pt x="30480" y="136358"/>
                      <a:pt x="68179" y="136358"/>
                    </a:cubicBezTo>
                    <a:close/>
                  </a:path>
                </a:pathLst>
              </a:custGeom>
              <a:solidFill>
                <a:srgbClr val="0078D4"/>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grpSp>
      </p:grpSp>
      <p:grpSp>
        <p:nvGrpSpPr>
          <p:cNvPr id="33" name="Graphic 5">
            <a:extLst>
              <a:ext uri="{FF2B5EF4-FFF2-40B4-BE49-F238E27FC236}">
                <a16:creationId xmlns:a16="http://schemas.microsoft.com/office/drawing/2014/main" id="{BCADBE70-7096-6193-3243-42E6AF067C23}"/>
              </a:ext>
              <a:ext uri="{C183D7F6-B498-43B3-948B-1728B52AA6E4}">
                <adec:decorative xmlns:adec="http://schemas.microsoft.com/office/drawing/2017/decorative" val="1"/>
              </a:ext>
            </a:extLst>
          </p:cNvPr>
          <p:cNvGrpSpPr/>
          <p:nvPr/>
        </p:nvGrpSpPr>
        <p:grpSpPr>
          <a:xfrm>
            <a:off x="926734" y="3876584"/>
            <a:ext cx="967308" cy="967308"/>
            <a:chOff x="11096050" y="-737030"/>
            <a:chExt cx="1108509" cy="1108509"/>
          </a:xfrm>
          <a:solidFill>
            <a:srgbClr val="FFFFFF">
              <a:lumMod val="50000"/>
            </a:srgbClr>
          </a:solidFill>
        </p:grpSpPr>
        <p:sp>
          <p:nvSpPr>
            <p:cNvPr id="34" name="Freeform: Shape 30">
              <a:extLst>
                <a:ext uri="{FF2B5EF4-FFF2-40B4-BE49-F238E27FC236}">
                  <a16:creationId xmlns:a16="http://schemas.microsoft.com/office/drawing/2014/main" id="{74129C05-2E58-5D1C-EA78-EECAFFD5BE00}"/>
                </a:ext>
              </a:extLst>
            </p:cNvPr>
            <p:cNvSpPr/>
            <p:nvPr/>
          </p:nvSpPr>
          <p:spPr>
            <a:xfrm>
              <a:off x="11096050" y="-737030"/>
              <a:ext cx="1108509" cy="1108509"/>
            </a:xfrm>
            <a:custGeom>
              <a:avLst/>
              <a:gdLst>
                <a:gd name="connsiteX0" fmla="*/ 1108510 w 1108509"/>
                <a:gd name="connsiteY0" fmla="*/ 554255 h 1108509"/>
                <a:gd name="connsiteX1" fmla="*/ 554255 w 1108509"/>
                <a:gd name="connsiteY1" fmla="*/ 1108510 h 1108509"/>
                <a:gd name="connsiteX2" fmla="*/ 0 w 1108509"/>
                <a:gd name="connsiteY2" fmla="*/ 554255 h 1108509"/>
                <a:gd name="connsiteX3" fmla="*/ 554255 w 1108509"/>
                <a:gd name="connsiteY3" fmla="*/ 0 h 1108509"/>
                <a:gd name="connsiteX4" fmla="*/ 1108510 w 1108509"/>
                <a:gd name="connsiteY4" fmla="*/ 554255 h 1108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8509" h="1108509">
                  <a:moveTo>
                    <a:pt x="1108510" y="554255"/>
                  </a:moveTo>
                  <a:cubicBezTo>
                    <a:pt x="1108510" y="860361"/>
                    <a:pt x="860361" y="1108510"/>
                    <a:pt x="554255" y="1108510"/>
                  </a:cubicBezTo>
                  <a:cubicBezTo>
                    <a:pt x="248148" y="1108510"/>
                    <a:pt x="0" y="860361"/>
                    <a:pt x="0" y="554255"/>
                  </a:cubicBezTo>
                  <a:cubicBezTo>
                    <a:pt x="0" y="248148"/>
                    <a:pt x="248148" y="0"/>
                    <a:pt x="554255" y="0"/>
                  </a:cubicBezTo>
                  <a:cubicBezTo>
                    <a:pt x="860361" y="0"/>
                    <a:pt x="1108510" y="248148"/>
                    <a:pt x="1108510" y="554255"/>
                  </a:cubicBezTo>
                  <a:close/>
                </a:path>
              </a:pathLst>
            </a:custGeom>
            <a:solidFill>
              <a:srgbClr val="EBEBEB">
                <a:lumMod val="10000"/>
              </a:srgbClr>
            </a:solidFill>
            <a:ln w="12017"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grpSp>
          <p:nvGrpSpPr>
            <p:cNvPr id="35" name="Graphic 5">
              <a:extLst>
                <a:ext uri="{FF2B5EF4-FFF2-40B4-BE49-F238E27FC236}">
                  <a16:creationId xmlns:a16="http://schemas.microsoft.com/office/drawing/2014/main" id="{84A46AF3-2590-586B-4914-B391E94B3EF6}"/>
                </a:ext>
              </a:extLst>
            </p:cNvPr>
            <p:cNvGrpSpPr/>
            <p:nvPr/>
          </p:nvGrpSpPr>
          <p:grpSpPr>
            <a:xfrm>
              <a:off x="11346302" y="-518857"/>
              <a:ext cx="617621" cy="638475"/>
              <a:chOff x="11346302" y="-518857"/>
              <a:chExt cx="617621" cy="638475"/>
            </a:xfrm>
            <a:grpFill/>
          </p:grpSpPr>
          <p:sp>
            <p:nvSpPr>
              <p:cNvPr id="36" name="Freeform: Shape 32">
                <a:extLst>
                  <a:ext uri="{FF2B5EF4-FFF2-40B4-BE49-F238E27FC236}">
                    <a16:creationId xmlns:a16="http://schemas.microsoft.com/office/drawing/2014/main" id="{6A77009D-B547-A9B9-AAB6-94F2A7DAAC9E}"/>
                  </a:ext>
                </a:extLst>
              </p:cNvPr>
              <p:cNvSpPr/>
              <p:nvPr/>
            </p:nvSpPr>
            <p:spPr>
              <a:xfrm>
                <a:off x="11424908" y="-194004"/>
                <a:ext cx="460408" cy="271913"/>
              </a:xfrm>
              <a:custGeom>
                <a:avLst/>
                <a:gdLst>
                  <a:gd name="connsiteX0" fmla="*/ 0 w 460408"/>
                  <a:gd name="connsiteY0" fmla="*/ 271914 h 271913"/>
                  <a:gd name="connsiteX1" fmla="*/ 0 w 460408"/>
                  <a:gd name="connsiteY1" fmla="*/ 0 h 271913"/>
                  <a:gd name="connsiteX2" fmla="*/ 460408 w 460408"/>
                  <a:gd name="connsiteY2" fmla="*/ 0 h 271913"/>
                  <a:gd name="connsiteX3" fmla="*/ 460408 w 460408"/>
                  <a:gd name="connsiteY3" fmla="*/ 271914 h 271913"/>
                </a:gdLst>
                <a:ahLst/>
                <a:cxnLst>
                  <a:cxn ang="0">
                    <a:pos x="connsiteX0" y="connsiteY0"/>
                  </a:cxn>
                  <a:cxn ang="0">
                    <a:pos x="connsiteX1" y="connsiteY1"/>
                  </a:cxn>
                  <a:cxn ang="0">
                    <a:pos x="connsiteX2" y="connsiteY2"/>
                  </a:cxn>
                  <a:cxn ang="0">
                    <a:pos x="connsiteX3" y="connsiteY3"/>
                  </a:cxn>
                </a:cxnLst>
                <a:rect l="l" t="t" r="r" b="b"/>
                <a:pathLst>
                  <a:path w="460408" h="271913">
                    <a:moveTo>
                      <a:pt x="0" y="271914"/>
                    </a:moveTo>
                    <a:lnTo>
                      <a:pt x="0" y="0"/>
                    </a:lnTo>
                    <a:lnTo>
                      <a:pt x="460408" y="0"/>
                    </a:lnTo>
                    <a:lnTo>
                      <a:pt x="460408" y="271914"/>
                    </a:lnTo>
                  </a:path>
                </a:pathLst>
              </a:custGeom>
              <a:solidFill>
                <a:srgbClr val="EBEBEB">
                  <a:lumMod val="10000"/>
                </a:srgbClr>
              </a:solidFill>
              <a:ln w="12017" cap="flat">
                <a:solidFill>
                  <a:srgbClr val="75757A"/>
                </a:solid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37" name="Freeform: Shape 33">
                <a:extLst>
                  <a:ext uri="{FF2B5EF4-FFF2-40B4-BE49-F238E27FC236}">
                    <a16:creationId xmlns:a16="http://schemas.microsoft.com/office/drawing/2014/main" id="{36675656-563E-00B2-A1A8-32189A904AC7}"/>
                  </a:ext>
                </a:extLst>
              </p:cNvPr>
              <p:cNvSpPr/>
              <p:nvPr/>
            </p:nvSpPr>
            <p:spPr>
              <a:xfrm>
                <a:off x="11655112" y="-441053"/>
                <a:ext cx="8021" cy="526181"/>
              </a:xfrm>
              <a:custGeom>
                <a:avLst/>
                <a:gdLst>
                  <a:gd name="connsiteX0" fmla="*/ 0 w 8021"/>
                  <a:gd name="connsiteY0" fmla="*/ 0 h 526181"/>
                  <a:gd name="connsiteX1" fmla="*/ 0 w 8021"/>
                  <a:gd name="connsiteY1" fmla="*/ 526181 h 526181"/>
                </a:gdLst>
                <a:ahLst/>
                <a:cxnLst>
                  <a:cxn ang="0">
                    <a:pos x="connsiteX0" y="connsiteY0"/>
                  </a:cxn>
                  <a:cxn ang="0">
                    <a:pos x="connsiteX1" y="connsiteY1"/>
                  </a:cxn>
                </a:cxnLst>
                <a:rect l="l" t="t" r="r" b="b"/>
                <a:pathLst>
                  <a:path w="8021" h="526181">
                    <a:moveTo>
                      <a:pt x="0" y="0"/>
                    </a:moveTo>
                    <a:lnTo>
                      <a:pt x="0" y="526181"/>
                    </a:lnTo>
                  </a:path>
                </a:pathLst>
              </a:custGeom>
              <a:grpFill/>
              <a:ln w="12017" cap="flat">
                <a:solidFill>
                  <a:srgbClr val="75757A"/>
                </a:solid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38" name="Freeform: Shape 34">
                <a:extLst>
                  <a:ext uri="{FF2B5EF4-FFF2-40B4-BE49-F238E27FC236}">
                    <a16:creationId xmlns:a16="http://schemas.microsoft.com/office/drawing/2014/main" id="{65E23E1B-EB5B-97FF-D79A-7C4E0C2F9EF1}"/>
                  </a:ext>
                </a:extLst>
              </p:cNvPr>
              <p:cNvSpPr/>
              <p:nvPr/>
            </p:nvSpPr>
            <p:spPr>
              <a:xfrm>
                <a:off x="11576506" y="-37594"/>
                <a:ext cx="157212" cy="157212"/>
              </a:xfrm>
              <a:custGeom>
                <a:avLst/>
                <a:gdLst>
                  <a:gd name="connsiteX0" fmla="*/ 78606 w 157212"/>
                  <a:gd name="connsiteY0" fmla="*/ 157213 h 157212"/>
                  <a:gd name="connsiteX1" fmla="*/ 157213 w 157212"/>
                  <a:gd name="connsiteY1" fmla="*/ 78606 h 157212"/>
                  <a:gd name="connsiteX2" fmla="*/ 78606 w 157212"/>
                  <a:gd name="connsiteY2" fmla="*/ 0 h 157212"/>
                  <a:gd name="connsiteX3" fmla="*/ 0 w 157212"/>
                  <a:gd name="connsiteY3" fmla="*/ 78606 h 157212"/>
                  <a:gd name="connsiteX4" fmla="*/ 78606 w 157212"/>
                  <a:gd name="connsiteY4" fmla="*/ 157213 h 157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212" h="157212">
                    <a:moveTo>
                      <a:pt x="78606" y="157213"/>
                    </a:moveTo>
                    <a:cubicBezTo>
                      <a:pt x="121920" y="157213"/>
                      <a:pt x="157213" y="121920"/>
                      <a:pt x="157213" y="78606"/>
                    </a:cubicBezTo>
                    <a:cubicBezTo>
                      <a:pt x="157213" y="35293"/>
                      <a:pt x="121920" y="0"/>
                      <a:pt x="78606" y="0"/>
                    </a:cubicBezTo>
                    <a:cubicBezTo>
                      <a:pt x="35293" y="0"/>
                      <a:pt x="0" y="35293"/>
                      <a:pt x="0" y="78606"/>
                    </a:cubicBezTo>
                    <a:cubicBezTo>
                      <a:pt x="0" y="121920"/>
                      <a:pt x="35293" y="157213"/>
                      <a:pt x="78606" y="157213"/>
                    </a:cubicBezTo>
                    <a:close/>
                  </a:path>
                </a:pathLst>
              </a:custGeom>
              <a:solidFill>
                <a:srgbClr val="50E6FF"/>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39" name="Freeform: Shape 35">
                <a:extLst>
                  <a:ext uri="{FF2B5EF4-FFF2-40B4-BE49-F238E27FC236}">
                    <a16:creationId xmlns:a16="http://schemas.microsoft.com/office/drawing/2014/main" id="{555E6AB7-C4E8-E957-829B-34833FE638C7}"/>
                  </a:ext>
                </a:extLst>
              </p:cNvPr>
              <p:cNvSpPr/>
              <p:nvPr/>
            </p:nvSpPr>
            <p:spPr>
              <a:xfrm>
                <a:off x="11576506" y="-518857"/>
                <a:ext cx="157212" cy="157212"/>
              </a:xfrm>
              <a:custGeom>
                <a:avLst/>
                <a:gdLst>
                  <a:gd name="connsiteX0" fmla="*/ 78606 w 157212"/>
                  <a:gd name="connsiteY0" fmla="*/ 157213 h 157212"/>
                  <a:gd name="connsiteX1" fmla="*/ 157213 w 157212"/>
                  <a:gd name="connsiteY1" fmla="*/ 78606 h 157212"/>
                  <a:gd name="connsiteX2" fmla="*/ 78606 w 157212"/>
                  <a:gd name="connsiteY2" fmla="*/ 0 h 157212"/>
                  <a:gd name="connsiteX3" fmla="*/ 0 w 157212"/>
                  <a:gd name="connsiteY3" fmla="*/ 78606 h 157212"/>
                  <a:gd name="connsiteX4" fmla="*/ 78606 w 157212"/>
                  <a:gd name="connsiteY4" fmla="*/ 157213 h 157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212" h="157212">
                    <a:moveTo>
                      <a:pt x="78606" y="157213"/>
                    </a:moveTo>
                    <a:cubicBezTo>
                      <a:pt x="121920" y="157213"/>
                      <a:pt x="157213" y="121920"/>
                      <a:pt x="157213" y="78606"/>
                    </a:cubicBezTo>
                    <a:cubicBezTo>
                      <a:pt x="157213" y="35293"/>
                      <a:pt x="121920" y="0"/>
                      <a:pt x="78606" y="0"/>
                    </a:cubicBezTo>
                    <a:cubicBezTo>
                      <a:pt x="35293" y="0"/>
                      <a:pt x="0" y="35293"/>
                      <a:pt x="0" y="78606"/>
                    </a:cubicBezTo>
                    <a:cubicBezTo>
                      <a:pt x="0" y="121920"/>
                      <a:pt x="35293" y="157213"/>
                      <a:pt x="78606" y="157213"/>
                    </a:cubicBezTo>
                    <a:close/>
                  </a:path>
                </a:pathLst>
              </a:custGeom>
              <a:solidFill>
                <a:srgbClr val="EBEBEB"/>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40" name="Freeform: Shape 36">
                <a:extLst>
                  <a:ext uri="{FF2B5EF4-FFF2-40B4-BE49-F238E27FC236}">
                    <a16:creationId xmlns:a16="http://schemas.microsoft.com/office/drawing/2014/main" id="{5E4F24A7-6E74-6570-96EC-404E79586CE9}"/>
                  </a:ext>
                </a:extLst>
              </p:cNvPr>
              <p:cNvSpPr/>
              <p:nvPr/>
            </p:nvSpPr>
            <p:spPr>
              <a:xfrm>
                <a:off x="11806710" y="-37594"/>
                <a:ext cx="157212" cy="157212"/>
              </a:xfrm>
              <a:custGeom>
                <a:avLst/>
                <a:gdLst>
                  <a:gd name="connsiteX0" fmla="*/ 78606 w 157212"/>
                  <a:gd name="connsiteY0" fmla="*/ 157213 h 157212"/>
                  <a:gd name="connsiteX1" fmla="*/ 157213 w 157212"/>
                  <a:gd name="connsiteY1" fmla="*/ 78606 h 157212"/>
                  <a:gd name="connsiteX2" fmla="*/ 78606 w 157212"/>
                  <a:gd name="connsiteY2" fmla="*/ 0 h 157212"/>
                  <a:gd name="connsiteX3" fmla="*/ 0 w 157212"/>
                  <a:gd name="connsiteY3" fmla="*/ 78606 h 157212"/>
                  <a:gd name="connsiteX4" fmla="*/ 78606 w 157212"/>
                  <a:gd name="connsiteY4" fmla="*/ 157213 h 157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212" h="157212">
                    <a:moveTo>
                      <a:pt x="78606" y="157213"/>
                    </a:moveTo>
                    <a:cubicBezTo>
                      <a:pt x="121920" y="157213"/>
                      <a:pt x="157213" y="121920"/>
                      <a:pt x="157213" y="78606"/>
                    </a:cubicBezTo>
                    <a:cubicBezTo>
                      <a:pt x="157213" y="35293"/>
                      <a:pt x="121920" y="0"/>
                      <a:pt x="78606" y="0"/>
                    </a:cubicBezTo>
                    <a:cubicBezTo>
                      <a:pt x="35293" y="0"/>
                      <a:pt x="0" y="35293"/>
                      <a:pt x="0" y="78606"/>
                    </a:cubicBezTo>
                    <a:cubicBezTo>
                      <a:pt x="0" y="121920"/>
                      <a:pt x="35293" y="157213"/>
                      <a:pt x="78606" y="157213"/>
                    </a:cubicBezTo>
                    <a:close/>
                  </a:path>
                </a:pathLst>
              </a:custGeom>
              <a:solidFill>
                <a:srgbClr val="EBEBEB"/>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41" name="Freeform: Shape 37">
                <a:extLst>
                  <a:ext uri="{FF2B5EF4-FFF2-40B4-BE49-F238E27FC236}">
                    <a16:creationId xmlns:a16="http://schemas.microsoft.com/office/drawing/2014/main" id="{BCEE06B7-E0B5-1B93-E3A7-9F56D89A6A9C}"/>
                  </a:ext>
                </a:extLst>
              </p:cNvPr>
              <p:cNvSpPr/>
              <p:nvPr/>
            </p:nvSpPr>
            <p:spPr>
              <a:xfrm>
                <a:off x="11346302" y="-37594"/>
                <a:ext cx="157212" cy="157212"/>
              </a:xfrm>
              <a:custGeom>
                <a:avLst/>
                <a:gdLst>
                  <a:gd name="connsiteX0" fmla="*/ 78606 w 157212"/>
                  <a:gd name="connsiteY0" fmla="*/ 157213 h 157212"/>
                  <a:gd name="connsiteX1" fmla="*/ 157213 w 157212"/>
                  <a:gd name="connsiteY1" fmla="*/ 78606 h 157212"/>
                  <a:gd name="connsiteX2" fmla="*/ 78606 w 157212"/>
                  <a:gd name="connsiteY2" fmla="*/ 0 h 157212"/>
                  <a:gd name="connsiteX3" fmla="*/ 0 w 157212"/>
                  <a:gd name="connsiteY3" fmla="*/ 78606 h 157212"/>
                  <a:gd name="connsiteX4" fmla="*/ 78606 w 157212"/>
                  <a:gd name="connsiteY4" fmla="*/ 157213 h 157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212" h="157212">
                    <a:moveTo>
                      <a:pt x="78606" y="157213"/>
                    </a:moveTo>
                    <a:cubicBezTo>
                      <a:pt x="121920" y="157213"/>
                      <a:pt x="157213" y="121920"/>
                      <a:pt x="157213" y="78606"/>
                    </a:cubicBezTo>
                    <a:cubicBezTo>
                      <a:pt x="157213" y="35293"/>
                      <a:pt x="121920" y="0"/>
                      <a:pt x="78606" y="0"/>
                    </a:cubicBezTo>
                    <a:cubicBezTo>
                      <a:pt x="35293" y="0"/>
                      <a:pt x="0" y="35293"/>
                      <a:pt x="0" y="78606"/>
                    </a:cubicBezTo>
                    <a:cubicBezTo>
                      <a:pt x="0" y="121920"/>
                      <a:pt x="35293" y="157213"/>
                      <a:pt x="78606" y="157213"/>
                    </a:cubicBezTo>
                    <a:close/>
                  </a:path>
                </a:pathLst>
              </a:custGeom>
              <a:solidFill>
                <a:srgbClr val="50E6FF"/>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grpSp>
            <p:nvGrpSpPr>
              <p:cNvPr id="42" name="Graphic 5">
                <a:extLst>
                  <a:ext uri="{FF2B5EF4-FFF2-40B4-BE49-F238E27FC236}">
                    <a16:creationId xmlns:a16="http://schemas.microsoft.com/office/drawing/2014/main" id="{DC1BDC7F-6D0A-738C-E611-11E35CF30BB3}"/>
                  </a:ext>
                </a:extLst>
              </p:cNvPr>
              <p:cNvGrpSpPr/>
              <p:nvPr/>
            </p:nvGrpSpPr>
            <p:grpSpPr>
              <a:xfrm>
                <a:off x="11843607" y="-11124"/>
                <a:ext cx="82616" cy="104273"/>
                <a:chOff x="11843607" y="-11124"/>
                <a:chExt cx="82616" cy="104273"/>
              </a:xfrm>
              <a:grpFill/>
            </p:grpSpPr>
            <p:sp>
              <p:nvSpPr>
                <p:cNvPr id="52" name="Freeform: Shape 39">
                  <a:extLst>
                    <a:ext uri="{FF2B5EF4-FFF2-40B4-BE49-F238E27FC236}">
                      <a16:creationId xmlns:a16="http://schemas.microsoft.com/office/drawing/2014/main" id="{A31F03AA-FC6D-B002-3E08-B241E10D4CA4}"/>
                    </a:ext>
                  </a:extLst>
                </p:cNvPr>
                <p:cNvSpPr/>
                <p:nvPr/>
              </p:nvSpPr>
              <p:spPr>
                <a:xfrm>
                  <a:off x="11861253" y="-11124"/>
                  <a:ext cx="48126" cy="48126"/>
                </a:xfrm>
                <a:custGeom>
                  <a:avLst/>
                  <a:gdLst>
                    <a:gd name="connsiteX0" fmla="*/ 24063 w 48126"/>
                    <a:gd name="connsiteY0" fmla="*/ 48126 h 48126"/>
                    <a:gd name="connsiteX1" fmla="*/ 48126 w 48126"/>
                    <a:gd name="connsiteY1" fmla="*/ 24063 h 48126"/>
                    <a:gd name="connsiteX2" fmla="*/ 24063 w 48126"/>
                    <a:gd name="connsiteY2" fmla="*/ 0 h 48126"/>
                    <a:gd name="connsiteX3" fmla="*/ 0 w 48126"/>
                    <a:gd name="connsiteY3" fmla="*/ 24063 h 48126"/>
                    <a:gd name="connsiteX4" fmla="*/ 24063 w 48126"/>
                    <a:gd name="connsiteY4" fmla="*/ 48126 h 481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126" h="48126">
                      <a:moveTo>
                        <a:pt x="24063" y="48126"/>
                      </a:moveTo>
                      <a:cubicBezTo>
                        <a:pt x="36897" y="48126"/>
                        <a:pt x="48126" y="37699"/>
                        <a:pt x="48126" y="24063"/>
                      </a:cubicBezTo>
                      <a:cubicBezTo>
                        <a:pt x="48126" y="11229"/>
                        <a:pt x="37699" y="0"/>
                        <a:pt x="24063" y="0"/>
                      </a:cubicBezTo>
                      <a:cubicBezTo>
                        <a:pt x="10428" y="0"/>
                        <a:pt x="0" y="10427"/>
                        <a:pt x="0" y="24063"/>
                      </a:cubicBezTo>
                      <a:cubicBezTo>
                        <a:pt x="0" y="36897"/>
                        <a:pt x="10428" y="48126"/>
                        <a:pt x="24063" y="48126"/>
                      </a:cubicBezTo>
                      <a:close/>
                    </a:path>
                  </a:pathLst>
                </a:custGeom>
                <a:solidFill>
                  <a:srgbClr val="3C3C41"/>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53" name="Freeform: Shape 40">
                  <a:extLst>
                    <a:ext uri="{FF2B5EF4-FFF2-40B4-BE49-F238E27FC236}">
                      <a16:creationId xmlns:a16="http://schemas.microsoft.com/office/drawing/2014/main" id="{452AF84A-09B2-6B30-5DD1-DD8BBD5AA93E}"/>
                    </a:ext>
                  </a:extLst>
                </p:cNvPr>
                <p:cNvSpPr/>
                <p:nvPr/>
              </p:nvSpPr>
              <p:spPr>
                <a:xfrm>
                  <a:off x="11843607" y="45022"/>
                  <a:ext cx="82616" cy="48126"/>
                </a:xfrm>
                <a:custGeom>
                  <a:avLst/>
                  <a:gdLst>
                    <a:gd name="connsiteX0" fmla="*/ 41709 w 82616"/>
                    <a:gd name="connsiteY0" fmla="*/ 0 h 48126"/>
                    <a:gd name="connsiteX1" fmla="*/ 82617 w 82616"/>
                    <a:gd name="connsiteY1" fmla="*/ 42512 h 48126"/>
                    <a:gd name="connsiteX2" fmla="*/ 82617 w 82616"/>
                    <a:gd name="connsiteY2" fmla="*/ 48126 h 48126"/>
                    <a:gd name="connsiteX3" fmla="*/ 0 w 82616"/>
                    <a:gd name="connsiteY3" fmla="*/ 48126 h 48126"/>
                    <a:gd name="connsiteX4" fmla="*/ 0 w 82616"/>
                    <a:gd name="connsiteY4" fmla="*/ 42512 h 48126"/>
                    <a:gd name="connsiteX5" fmla="*/ 41709 w 82616"/>
                    <a:gd name="connsiteY5" fmla="*/ 0 h 48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16" h="48126">
                      <a:moveTo>
                        <a:pt x="41709" y="0"/>
                      </a:moveTo>
                      <a:cubicBezTo>
                        <a:pt x="64168" y="0"/>
                        <a:pt x="82617" y="19250"/>
                        <a:pt x="82617" y="42512"/>
                      </a:cubicBezTo>
                      <a:lnTo>
                        <a:pt x="82617" y="48126"/>
                      </a:lnTo>
                      <a:lnTo>
                        <a:pt x="0" y="48126"/>
                      </a:lnTo>
                      <a:lnTo>
                        <a:pt x="0" y="42512"/>
                      </a:lnTo>
                      <a:cubicBezTo>
                        <a:pt x="0" y="19250"/>
                        <a:pt x="18448" y="0"/>
                        <a:pt x="41709" y="0"/>
                      </a:cubicBezTo>
                      <a:close/>
                    </a:path>
                  </a:pathLst>
                </a:custGeom>
                <a:solidFill>
                  <a:srgbClr val="3C3C41"/>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grpSp>
          <p:grpSp>
            <p:nvGrpSpPr>
              <p:cNvPr id="43" name="Graphic 5">
                <a:extLst>
                  <a:ext uri="{FF2B5EF4-FFF2-40B4-BE49-F238E27FC236}">
                    <a16:creationId xmlns:a16="http://schemas.microsoft.com/office/drawing/2014/main" id="{023BEB45-275C-80B1-65BE-04FD5680DFF1}"/>
                  </a:ext>
                </a:extLst>
              </p:cNvPr>
              <p:cNvGrpSpPr/>
              <p:nvPr/>
            </p:nvGrpSpPr>
            <p:grpSpPr>
              <a:xfrm>
                <a:off x="11612601" y="-11124"/>
                <a:ext cx="82616" cy="104273"/>
                <a:chOff x="11612601" y="-11124"/>
                <a:chExt cx="82616" cy="104273"/>
              </a:xfrm>
              <a:grpFill/>
            </p:grpSpPr>
            <p:sp>
              <p:nvSpPr>
                <p:cNvPr id="50" name="Freeform: Shape 42">
                  <a:extLst>
                    <a:ext uri="{FF2B5EF4-FFF2-40B4-BE49-F238E27FC236}">
                      <a16:creationId xmlns:a16="http://schemas.microsoft.com/office/drawing/2014/main" id="{D0161800-5DD1-7AD1-9D69-E12ECE1F6B70}"/>
                    </a:ext>
                  </a:extLst>
                </p:cNvPr>
                <p:cNvSpPr/>
                <p:nvPr/>
              </p:nvSpPr>
              <p:spPr>
                <a:xfrm>
                  <a:off x="11630247" y="-11124"/>
                  <a:ext cx="48126" cy="48126"/>
                </a:xfrm>
                <a:custGeom>
                  <a:avLst/>
                  <a:gdLst>
                    <a:gd name="connsiteX0" fmla="*/ 24063 w 48126"/>
                    <a:gd name="connsiteY0" fmla="*/ 48126 h 48126"/>
                    <a:gd name="connsiteX1" fmla="*/ 48126 w 48126"/>
                    <a:gd name="connsiteY1" fmla="*/ 24063 h 48126"/>
                    <a:gd name="connsiteX2" fmla="*/ 24063 w 48126"/>
                    <a:gd name="connsiteY2" fmla="*/ 0 h 48126"/>
                    <a:gd name="connsiteX3" fmla="*/ 0 w 48126"/>
                    <a:gd name="connsiteY3" fmla="*/ 24063 h 48126"/>
                    <a:gd name="connsiteX4" fmla="*/ 24063 w 48126"/>
                    <a:gd name="connsiteY4" fmla="*/ 48126 h 481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126" h="48126">
                      <a:moveTo>
                        <a:pt x="24063" y="48126"/>
                      </a:moveTo>
                      <a:cubicBezTo>
                        <a:pt x="36897" y="48126"/>
                        <a:pt x="48126" y="37699"/>
                        <a:pt x="48126" y="24063"/>
                      </a:cubicBezTo>
                      <a:cubicBezTo>
                        <a:pt x="48126" y="11229"/>
                        <a:pt x="37699" y="0"/>
                        <a:pt x="24063" y="0"/>
                      </a:cubicBezTo>
                      <a:cubicBezTo>
                        <a:pt x="10427" y="0"/>
                        <a:pt x="0" y="10427"/>
                        <a:pt x="0" y="24063"/>
                      </a:cubicBezTo>
                      <a:cubicBezTo>
                        <a:pt x="802" y="36897"/>
                        <a:pt x="11229" y="48126"/>
                        <a:pt x="24063" y="48126"/>
                      </a:cubicBezTo>
                      <a:close/>
                    </a:path>
                  </a:pathLst>
                </a:custGeom>
                <a:solidFill>
                  <a:srgbClr val="000000"/>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51" name="Freeform: Shape 43">
                  <a:extLst>
                    <a:ext uri="{FF2B5EF4-FFF2-40B4-BE49-F238E27FC236}">
                      <a16:creationId xmlns:a16="http://schemas.microsoft.com/office/drawing/2014/main" id="{9774E6CC-1CF3-383C-453F-A04A1DD9714F}"/>
                    </a:ext>
                  </a:extLst>
                </p:cNvPr>
                <p:cNvSpPr/>
                <p:nvPr/>
              </p:nvSpPr>
              <p:spPr>
                <a:xfrm>
                  <a:off x="11612601" y="45022"/>
                  <a:ext cx="82616" cy="48126"/>
                </a:xfrm>
                <a:custGeom>
                  <a:avLst/>
                  <a:gdLst>
                    <a:gd name="connsiteX0" fmla="*/ 41710 w 82616"/>
                    <a:gd name="connsiteY0" fmla="*/ 0 h 48126"/>
                    <a:gd name="connsiteX1" fmla="*/ 82617 w 82616"/>
                    <a:gd name="connsiteY1" fmla="*/ 42512 h 48126"/>
                    <a:gd name="connsiteX2" fmla="*/ 82617 w 82616"/>
                    <a:gd name="connsiteY2" fmla="*/ 48126 h 48126"/>
                    <a:gd name="connsiteX3" fmla="*/ 0 w 82616"/>
                    <a:gd name="connsiteY3" fmla="*/ 48126 h 48126"/>
                    <a:gd name="connsiteX4" fmla="*/ 0 w 82616"/>
                    <a:gd name="connsiteY4" fmla="*/ 42512 h 48126"/>
                    <a:gd name="connsiteX5" fmla="*/ 41710 w 82616"/>
                    <a:gd name="connsiteY5" fmla="*/ 0 h 48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16" h="48126">
                      <a:moveTo>
                        <a:pt x="41710" y="0"/>
                      </a:moveTo>
                      <a:cubicBezTo>
                        <a:pt x="64168" y="0"/>
                        <a:pt x="82617" y="19250"/>
                        <a:pt x="82617" y="42512"/>
                      </a:cubicBezTo>
                      <a:lnTo>
                        <a:pt x="82617" y="48126"/>
                      </a:lnTo>
                      <a:lnTo>
                        <a:pt x="0" y="48126"/>
                      </a:lnTo>
                      <a:lnTo>
                        <a:pt x="0" y="42512"/>
                      </a:lnTo>
                      <a:cubicBezTo>
                        <a:pt x="802" y="19250"/>
                        <a:pt x="19251" y="0"/>
                        <a:pt x="41710" y="0"/>
                      </a:cubicBezTo>
                      <a:close/>
                    </a:path>
                  </a:pathLst>
                </a:custGeom>
                <a:solidFill>
                  <a:srgbClr val="000000"/>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grpSp>
          <p:grpSp>
            <p:nvGrpSpPr>
              <p:cNvPr id="44" name="Graphic 5">
                <a:extLst>
                  <a:ext uri="{FF2B5EF4-FFF2-40B4-BE49-F238E27FC236}">
                    <a16:creationId xmlns:a16="http://schemas.microsoft.com/office/drawing/2014/main" id="{9CCADC1E-3CC3-E9D2-2FD9-77122B910FBB}"/>
                  </a:ext>
                </a:extLst>
              </p:cNvPr>
              <p:cNvGrpSpPr/>
              <p:nvPr/>
            </p:nvGrpSpPr>
            <p:grpSpPr>
              <a:xfrm>
                <a:off x="11382397" y="-11124"/>
                <a:ext cx="82616" cy="104273"/>
                <a:chOff x="11382397" y="-11124"/>
                <a:chExt cx="82616" cy="104273"/>
              </a:xfrm>
              <a:grpFill/>
            </p:grpSpPr>
            <p:sp>
              <p:nvSpPr>
                <p:cNvPr id="48" name="Freeform: Shape 45">
                  <a:extLst>
                    <a:ext uri="{FF2B5EF4-FFF2-40B4-BE49-F238E27FC236}">
                      <a16:creationId xmlns:a16="http://schemas.microsoft.com/office/drawing/2014/main" id="{F7BB69E0-ACDB-AD98-2FE0-317F9467D0A2}"/>
                    </a:ext>
                  </a:extLst>
                </p:cNvPr>
                <p:cNvSpPr/>
                <p:nvPr/>
              </p:nvSpPr>
              <p:spPr>
                <a:xfrm>
                  <a:off x="11400043" y="-11124"/>
                  <a:ext cx="48126" cy="48126"/>
                </a:xfrm>
                <a:custGeom>
                  <a:avLst/>
                  <a:gdLst>
                    <a:gd name="connsiteX0" fmla="*/ 24063 w 48126"/>
                    <a:gd name="connsiteY0" fmla="*/ 48126 h 48126"/>
                    <a:gd name="connsiteX1" fmla="*/ 48126 w 48126"/>
                    <a:gd name="connsiteY1" fmla="*/ 24063 h 48126"/>
                    <a:gd name="connsiteX2" fmla="*/ 24063 w 48126"/>
                    <a:gd name="connsiteY2" fmla="*/ 0 h 48126"/>
                    <a:gd name="connsiteX3" fmla="*/ 0 w 48126"/>
                    <a:gd name="connsiteY3" fmla="*/ 24063 h 48126"/>
                    <a:gd name="connsiteX4" fmla="*/ 24063 w 48126"/>
                    <a:gd name="connsiteY4" fmla="*/ 48126 h 481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126" h="48126">
                      <a:moveTo>
                        <a:pt x="24063" y="48126"/>
                      </a:moveTo>
                      <a:cubicBezTo>
                        <a:pt x="36897" y="48126"/>
                        <a:pt x="48126" y="37699"/>
                        <a:pt x="48126" y="24063"/>
                      </a:cubicBezTo>
                      <a:cubicBezTo>
                        <a:pt x="48126" y="11229"/>
                        <a:pt x="37699" y="0"/>
                        <a:pt x="24063" y="0"/>
                      </a:cubicBezTo>
                      <a:cubicBezTo>
                        <a:pt x="10428" y="0"/>
                        <a:pt x="0" y="10427"/>
                        <a:pt x="0" y="24063"/>
                      </a:cubicBezTo>
                      <a:cubicBezTo>
                        <a:pt x="802" y="36897"/>
                        <a:pt x="11230" y="48126"/>
                        <a:pt x="24063" y="48126"/>
                      </a:cubicBezTo>
                      <a:close/>
                    </a:path>
                  </a:pathLst>
                </a:custGeom>
                <a:solidFill>
                  <a:srgbClr val="000000"/>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49" name="Freeform: Shape 46">
                  <a:extLst>
                    <a:ext uri="{FF2B5EF4-FFF2-40B4-BE49-F238E27FC236}">
                      <a16:creationId xmlns:a16="http://schemas.microsoft.com/office/drawing/2014/main" id="{9589BA10-4D8E-250C-357A-C278700D3948}"/>
                    </a:ext>
                  </a:extLst>
                </p:cNvPr>
                <p:cNvSpPr/>
                <p:nvPr/>
              </p:nvSpPr>
              <p:spPr>
                <a:xfrm>
                  <a:off x="11382397" y="45022"/>
                  <a:ext cx="82616" cy="48126"/>
                </a:xfrm>
                <a:custGeom>
                  <a:avLst/>
                  <a:gdLst>
                    <a:gd name="connsiteX0" fmla="*/ 41709 w 82616"/>
                    <a:gd name="connsiteY0" fmla="*/ 0 h 48126"/>
                    <a:gd name="connsiteX1" fmla="*/ 82617 w 82616"/>
                    <a:gd name="connsiteY1" fmla="*/ 42512 h 48126"/>
                    <a:gd name="connsiteX2" fmla="*/ 82617 w 82616"/>
                    <a:gd name="connsiteY2" fmla="*/ 48126 h 48126"/>
                    <a:gd name="connsiteX3" fmla="*/ 0 w 82616"/>
                    <a:gd name="connsiteY3" fmla="*/ 48126 h 48126"/>
                    <a:gd name="connsiteX4" fmla="*/ 0 w 82616"/>
                    <a:gd name="connsiteY4" fmla="*/ 42512 h 48126"/>
                    <a:gd name="connsiteX5" fmla="*/ 41709 w 82616"/>
                    <a:gd name="connsiteY5" fmla="*/ 0 h 48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16" h="48126">
                      <a:moveTo>
                        <a:pt x="41709" y="0"/>
                      </a:moveTo>
                      <a:cubicBezTo>
                        <a:pt x="64168" y="0"/>
                        <a:pt x="82617" y="19250"/>
                        <a:pt x="82617" y="42512"/>
                      </a:cubicBezTo>
                      <a:lnTo>
                        <a:pt x="82617" y="48126"/>
                      </a:lnTo>
                      <a:lnTo>
                        <a:pt x="0" y="48126"/>
                      </a:lnTo>
                      <a:lnTo>
                        <a:pt x="0" y="42512"/>
                      </a:lnTo>
                      <a:cubicBezTo>
                        <a:pt x="802" y="19250"/>
                        <a:pt x="19250" y="0"/>
                        <a:pt x="41709" y="0"/>
                      </a:cubicBezTo>
                      <a:close/>
                    </a:path>
                  </a:pathLst>
                </a:custGeom>
                <a:solidFill>
                  <a:srgbClr val="000000"/>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grpSp>
          <p:grpSp>
            <p:nvGrpSpPr>
              <p:cNvPr id="45" name="Graphic 5">
                <a:extLst>
                  <a:ext uri="{FF2B5EF4-FFF2-40B4-BE49-F238E27FC236}">
                    <a16:creationId xmlns:a16="http://schemas.microsoft.com/office/drawing/2014/main" id="{A52972E0-EE12-8A47-622C-4422CB8EE687}"/>
                  </a:ext>
                </a:extLst>
              </p:cNvPr>
              <p:cNvGrpSpPr/>
              <p:nvPr/>
            </p:nvGrpSpPr>
            <p:grpSpPr>
              <a:xfrm>
                <a:off x="11612601" y="-493190"/>
                <a:ext cx="82616" cy="105075"/>
                <a:chOff x="11612601" y="-493190"/>
                <a:chExt cx="82616" cy="105075"/>
              </a:xfrm>
              <a:grpFill/>
            </p:grpSpPr>
            <p:sp>
              <p:nvSpPr>
                <p:cNvPr id="46" name="Freeform: Shape 48">
                  <a:extLst>
                    <a:ext uri="{FF2B5EF4-FFF2-40B4-BE49-F238E27FC236}">
                      <a16:creationId xmlns:a16="http://schemas.microsoft.com/office/drawing/2014/main" id="{741E8D71-EBBF-0431-0EF4-CBDBC36230D9}"/>
                    </a:ext>
                  </a:extLst>
                </p:cNvPr>
                <p:cNvSpPr/>
                <p:nvPr/>
              </p:nvSpPr>
              <p:spPr>
                <a:xfrm>
                  <a:off x="11630247" y="-493190"/>
                  <a:ext cx="48126" cy="48126"/>
                </a:xfrm>
                <a:custGeom>
                  <a:avLst/>
                  <a:gdLst>
                    <a:gd name="connsiteX0" fmla="*/ 24063 w 48126"/>
                    <a:gd name="connsiteY0" fmla="*/ 48126 h 48126"/>
                    <a:gd name="connsiteX1" fmla="*/ 48126 w 48126"/>
                    <a:gd name="connsiteY1" fmla="*/ 24063 h 48126"/>
                    <a:gd name="connsiteX2" fmla="*/ 24063 w 48126"/>
                    <a:gd name="connsiteY2" fmla="*/ 0 h 48126"/>
                    <a:gd name="connsiteX3" fmla="*/ 0 w 48126"/>
                    <a:gd name="connsiteY3" fmla="*/ 24063 h 48126"/>
                    <a:gd name="connsiteX4" fmla="*/ 24063 w 48126"/>
                    <a:gd name="connsiteY4" fmla="*/ 48126 h 481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126" h="48126">
                      <a:moveTo>
                        <a:pt x="24063" y="48126"/>
                      </a:moveTo>
                      <a:cubicBezTo>
                        <a:pt x="36897" y="48126"/>
                        <a:pt x="48126" y="37699"/>
                        <a:pt x="48126" y="24063"/>
                      </a:cubicBezTo>
                      <a:cubicBezTo>
                        <a:pt x="48126" y="11229"/>
                        <a:pt x="37699" y="0"/>
                        <a:pt x="24063" y="0"/>
                      </a:cubicBezTo>
                      <a:cubicBezTo>
                        <a:pt x="10427" y="0"/>
                        <a:pt x="0" y="10427"/>
                        <a:pt x="0" y="24063"/>
                      </a:cubicBezTo>
                      <a:cubicBezTo>
                        <a:pt x="802" y="37699"/>
                        <a:pt x="11229" y="48126"/>
                        <a:pt x="24063" y="48126"/>
                      </a:cubicBezTo>
                      <a:close/>
                    </a:path>
                  </a:pathLst>
                </a:custGeom>
                <a:solidFill>
                  <a:srgbClr val="3C3C41"/>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47" name="Freeform: Shape 49">
                  <a:extLst>
                    <a:ext uri="{FF2B5EF4-FFF2-40B4-BE49-F238E27FC236}">
                      <a16:creationId xmlns:a16="http://schemas.microsoft.com/office/drawing/2014/main" id="{41CE5D6B-D6AB-2A77-742B-B3720F22B1DB}"/>
                    </a:ext>
                  </a:extLst>
                </p:cNvPr>
                <p:cNvSpPr/>
                <p:nvPr/>
              </p:nvSpPr>
              <p:spPr>
                <a:xfrm>
                  <a:off x="11612601" y="-436240"/>
                  <a:ext cx="82616" cy="48126"/>
                </a:xfrm>
                <a:custGeom>
                  <a:avLst/>
                  <a:gdLst>
                    <a:gd name="connsiteX0" fmla="*/ 41710 w 82616"/>
                    <a:gd name="connsiteY0" fmla="*/ 0 h 48126"/>
                    <a:gd name="connsiteX1" fmla="*/ 82617 w 82616"/>
                    <a:gd name="connsiteY1" fmla="*/ 42512 h 48126"/>
                    <a:gd name="connsiteX2" fmla="*/ 82617 w 82616"/>
                    <a:gd name="connsiteY2" fmla="*/ 48126 h 48126"/>
                    <a:gd name="connsiteX3" fmla="*/ 0 w 82616"/>
                    <a:gd name="connsiteY3" fmla="*/ 48126 h 48126"/>
                    <a:gd name="connsiteX4" fmla="*/ 0 w 82616"/>
                    <a:gd name="connsiteY4" fmla="*/ 42512 h 48126"/>
                    <a:gd name="connsiteX5" fmla="*/ 41710 w 82616"/>
                    <a:gd name="connsiteY5" fmla="*/ 0 h 48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616" h="48126">
                      <a:moveTo>
                        <a:pt x="41710" y="0"/>
                      </a:moveTo>
                      <a:cubicBezTo>
                        <a:pt x="64168" y="0"/>
                        <a:pt x="82617" y="19251"/>
                        <a:pt x="82617" y="42512"/>
                      </a:cubicBezTo>
                      <a:lnTo>
                        <a:pt x="82617" y="48126"/>
                      </a:lnTo>
                      <a:lnTo>
                        <a:pt x="0" y="48126"/>
                      </a:lnTo>
                      <a:lnTo>
                        <a:pt x="0" y="42512"/>
                      </a:lnTo>
                      <a:cubicBezTo>
                        <a:pt x="802" y="19251"/>
                        <a:pt x="19251" y="0"/>
                        <a:pt x="41710" y="0"/>
                      </a:cubicBezTo>
                      <a:close/>
                    </a:path>
                  </a:pathLst>
                </a:custGeom>
                <a:solidFill>
                  <a:srgbClr val="3C3C41"/>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grpSp>
        </p:grpSp>
      </p:grpSp>
      <p:grpSp>
        <p:nvGrpSpPr>
          <p:cNvPr id="54" name="Graphic 5">
            <a:extLst>
              <a:ext uri="{FF2B5EF4-FFF2-40B4-BE49-F238E27FC236}">
                <a16:creationId xmlns:a16="http://schemas.microsoft.com/office/drawing/2014/main" id="{C143729D-FD2A-4A2E-4FDB-CF12673E6191}"/>
              </a:ext>
              <a:ext uri="{C183D7F6-B498-43B3-948B-1728B52AA6E4}">
                <adec:decorative xmlns:adec="http://schemas.microsoft.com/office/drawing/2017/decorative" val="1"/>
              </a:ext>
            </a:extLst>
          </p:cNvPr>
          <p:cNvGrpSpPr/>
          <p:nvPr/>
        </p:nvGrpSpPr>
        <p:grpSpPr>
          <a:xfrm>
            <a:off x="10268157" y="2755783"/>
            <a:ext cx="967308" cy="967308"/>
            <a:chOff x="13148632" y="16948"/>
            <a:chExt cx="1108509" cy="1108509"/>
          </a:xfrm>
        </p:grpSpPr>
        <p:sp>
          <p:nvSpPr>
            <p:cNvPr id="55" name="Freeform: Shape 51">
              <a:extLst>
                <a:ext uri="{FF2B5EF4-FFF2-40B4-BE49-F238E27FC236}">
                  <a16:creationId xmlns:a16="http://schemas.microsoft.com/office/drawing/2014/main" id="{E4DD48BD-F3BD-9A49-39BD-A298CDD099CA}"/>
                </a:ext>
              </a:extLst>
            </p:cNvPr>
            <p:cNvSpPr/>
            <p:nvPr/>
          </p:nvSpPr>
          <p:spPr>
            <a:xfrm>
              <a:off x="13148632" y="16948"/>
              <a:ext cx="1108509" cy="1108509"/>
            </a:xfrm>
            <a:custGeom>
              <a:avLst/>
              <a:gdLst>
                <a:gd name="connsiteX0" fmla="*/ 1108509 w 1108509"/>
                <a:gd name="connsiteY0" fmla="*/ 554255 h 1108509"/>
                <a:gd name="connsiteX1" fmla="*/ 554255 w 1108509"/>
                <a:gd name="connsiteY1" fmla="*/ 1108510 h 1108509"/>
                <a:gd name="connsiteX2" fmla="*/ 0 w 1108509"/>
                <a:gd name="connsiteY2" fmla="*/ 554255 h 1108509"/>
                <a:gd name="connsiteX3" fmla="*/ 554255 w 1108509"/>
                <a:gd name="connsiteY3" fmla="*/ 0 h 1108509"/>
                <a:gd name="connsiteX4" fmla="*/ 1108509 w 1108509"/>
                <a:gd name="connsiteY4" fmla="*/ 554255 h 1108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8509" h="1108509">
                  <a:moveTo>
                    <a:pt x="1108509" y="554255"/>
                  </a:moveTo>
                  <a:cubicBezTo>
                    <a:pt x="1108509" y="860361"/>
                    <a:pt x="860361" y="1108510"/>
                    <a:pt x="554255" y="1108510"/>
                  </a:cubicBezTo>
                  <a:cubicBezTo>
                    <a:pt x="248148" y="1108510"/>
                    <a:pt x="0" y="860361"/>
                    <a:pt x="0" y="554255"/>
                  </a:cubicBezTo>
                  <a:cubicBezTo>
                    <a:pt x="0" y="248148"/>
                    <a:pt x="248149" y="0"/>
                    <a:pt x="554255" y="0"/>
                  </a:cubicBezTo>
                  <a:cubicBezTo>
                    <a:pt x="860362" y="0"/>
                    <a:pt x="1108509" y="248148"/>
                    <a:pt x="1108509" y="554255"/>
                  </a:cubicBezTo>
                  <a:close/>
                </a:path>
              </a:pathLst>
            </a:custGeom>
            <a:solidFill>
              <a:srgbClr val="EBEBEB">
                <a:lumMod val="10000"/>
              </a:srgbClr>
            </a:solidFill>
            <a:ln w="12017" cap="flat">
              <a:noFill/>
              <a:prstDash val="solid"/>
              <a:miter/>
            </a:ln>
          </p:spPr>
          <p:txBody>
            <a:bodyPr rot="0" spcFirstLastPara="0" vertOverflow="overflow" horzOverflow="overflow" vert="horz" wrap="square" lIns="91427" tIns="45713" rIns="91427" bIns="45713" numCol="1" spcCol="0" rtlCol="0" fromWordArt="0" anchor="ctr" anchorCtr="0" forceAA="0" compatLnSpc="1">
              <a:prstTxWarp prst="textNoShape">
                <a:avLst/>
              </a:prstTxWarp>
              <a:noAutofit/>
            </a:bodyP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grpSp>
          <p:nvGrpSpPr>
            <p:cNvPr id="56" name="Graphic 5">
              <a:extLst>
                <a:ext uri="{FF2B5EF4-FFF2-40B4-BE49-F238E27FC236}">
                  <a16:creationId xmlns:a16="http://schemas.microsoft.com/office/drawing/2014/main" id="{0F0C3D1F-1881-357D-BF41-BCB1A69E2721}"/>
                </a:ext>
              </a:extLst>
            </p:cNvPr>
            <p:cNvGrpSpPr/>
            <p:nvPr/>
          </p:nvGrpSpPr>
          <p:grpSpPr>
            <a:xfrm>
              <a:off x="13422952" y="219079"/>
              <a:ext cx="564682" cy="573505"/>
              <a:chOff x="13422952" y="219079"/>
              <a:chExt cx="564682" cy="573505"/>
            </a:xfrm>
          </p:grpSpPr>
          <p:sp>
            <p:nvSpPr>
              <p:cNvPr id="57" name="Freeform: Shape 53">
                <a:extLst>
                  <a:ext uri="{FF2B5EF4-FFF2-40B4-BE49-F238E27FC236}">
                    <a16:creationId xmlns:a16="http://schemas.microsoft.com/office/drawing/2014/main" id="{7260AEE9-A1E2-0E36-A3E7-C5052E186D72}"/>
                  </a:ext>
                </a:extLst>
              </p:cNvPr>
              <p:cNvSpPr/>
              <p:nvPr/>
            </p:nvSpPr>
            <p:spPr>
              <a:xfrm>
                <a:off x="13696470" y="227902"/>
                <a:ext cx="17646" cy="132347"/>
              </a:xfrm>
              <a:custGeom>
                <a:avLst/>
                <a:gdLst>
                  <a:gd name="connsiteX0" fmla="*/ 17646 w 17646"/>
                  <a:gd name="connsiteY0" fmla="*/ 0 h 132347"/>
                  <a:gd name="connsiteX1" fmla="*/ 0 w 17646"/>
                  <a:gd name="connsiteY1" fmla="*/ 0 h 132347"/>
                  <a:gd name="connsiteX2" fmla="*/ 0 w 17646"/>
                  <a:gd name="connsiteY2" fmla="*/ 132347 h 132347"/>
                  <a:gd name="connsiteX3" fmla="*/ 17646 w 17646"/>
                  <a:gd name="connsiteY3" fmla="*/ 132347 h 132347"/>
                  <a:gd name="connsiteX4" fmla="*/ 17646 w 17646"/>
                  <a:gd name="connsiteY4" fmla="*/ 0 h 1323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46" h="132347">
                    <a:moveTo>
                      <a:pt x="17646" y="0"/>
                    </a:moveTo>
                    <a:lnTo>
                      <a:pt x="0" y="0"/>
                    </a:lnTo>
                    <a:lnTo>
                      <a:pt x="0" y="132347"/>
                    </a:lnTo>
                    <a:lnTo>
                      <a:pt x="17646" y="132347"/>
                    </a:lnTo>
                    <a:lnTo>
                      <a:pt x="17646" y="0"/>
                    </a:lnTo>
                    <a:close/>
                  </a:path>
                </a:pathLst>
              </a:custGeom>
              <a:solidFill>
                <a:srgbClr val="0078D4"/>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58" name="Freeform: Shape 54">
                <a:extLst>
                  <a:ext uri="{FF2B5EF4-FFF2-40B4-BE49-F238E27FC236}">
                    <a16:creationId xmlns:a16="http://schemas.microsoft.com/office/drawing/2014/main" id="{971F03C9-18F8-BB8B-BF5C-E6CA6C757590}"/>
                  </a:ext>
                </a:extLst>
              </p:cNvPr>
              <p:cNvSpPr/>
              <p:nvPr/>
            </p:nvSpPr>
            <p:spPr>
              <a:xfrm>
                <a:off x="13696470" y="227902"/>
                <a:ext cx="97055" cy="52938"/>
              </a:xfrm>
              <a:custGeom>
                <a:avLst/>
                <a:gdLst>
                  <a:gd name="connsiteX0" fmla="*/ 97055 w 97055"/>
                  <a:gd name="connsiteY0" fmla="*/ 0 h 52938"/>
                  <a:gd name="connsiteX1" fmla="*/ 0 w 97055"/>
                  <a:gd name="connsiteY1" fmla="*/ 0 h 52938"/>
                  <a:gd name="connsiteX2" fmla="*/ 0 w 97055"/>
                  <a:gd name="connsiteY2" fmla="*/ 52939 h 52938"/>
                  <a:gd name="connsiteX3" fmla="*/ 97055 w 97055"/>
                  <a:gd name="connsiteY3" fmla="*/ 52939 h 52938"/>
                  <a:gd name="connsiteX4" fmla="*/ 97055 w 97055"/>
                  <a:gd name="connsiteY4" fmla="*/ 0 h 52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055" h="52938">
                    <a:moveTo>
                      <a:pt x="97055" y="0"/>
                    </a:moveTo>
                    <a:lnTo>
                      <a:pt x="0" y="0"/>
                    </a:lnTo>
                    <a:lnTo>
                      <a:pt x="0" y="52939"/>
                    </a:lnTo>
                    <a:lnTo>
                      <a:pt x="97055" y="52939"/>
                    </a:lnTo>
                    <a:lnTo>
                      <a:pt x="97055" y="0"/>
                    </a:lnTo>
                    <a:close/>
                  </a:path>
                </a:pathLst>
              </a:custGeom>
              <a:solidFill>
                <a:srgbClr val="0078D4"/>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59" name="Freeform: Shape 55">
                <a:extLst>
                  <a:ext uri="{FF2B5EF4-FFF2-40B4-BE49-F238E27FC236}">
                    <a16:creationId xmlns:a16="http://schemas.microsoft.com/office/drawing/2014/main" id="{5D20E813-45D5-F6E2-852F-45FF3140F206}"/>
                  </a:ext>
                </a:extLst>
              </p:cNvPr>
              <p:cNvSpPr/>
              <p:nvPr/>
            </p:nvSpPr>
            <p:spPr>
              <a:xfrm>
                <a:off x="13705293" y="219079"/>
                <a:ext cx="97054" cy="52938"/>
              </a:xfrm>
              <a:custGeom>
                <a:avLst/>
                <a:gdLst>
                  <a:gd name="connsiteX0" fmla="*/ 97055 w 97054"/>
                  <a:gd name="connsiteY0" fmla="*/ 0 h 52938"/>
                  <a:gd name="connsiteX1" fmla="*/ 0 w 97054"/>
                  <a:gd name="connsiteY1" fmla="*/ 0 h 52938"/>
                  <a:gd name="connsiteX2" fmla="*/ 0 w 97054"/>
                  <a:gd name="connsiteY2" fmla="*/ 52939 h 52938"/>
                  <a:gd name="connsiteX3" fmla="*/ 97055 w 97054"/>
                  <a:gd name="connsiteY3" fmla="*/ 52939 h 52938"/>
                  <a:gd name="connsiteX4" fmla="*/ 97055 w 97054"/>
                  <a:gd name="connsiteY4" fmla="*/ 0 h 52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054" h="52938">
                    <a:moveTo>
                      <a:pt x="97055" y="0"/>
                    </a:moveTo>
                    <a:lnTo>
                      <a:pt x="0" y="0"/>
                    </a:lnTo>
                    <a:lnTo>
                      <a:pt x="0" y="52939"/>
                    </a:lnTo>
                    <a:lnTo>
                      <a:pt x="97055" y="52939"/>
                    </a:lnTo>
                    <a:lnTo>
                      <a:pt x="97055" y="0"/>
                    </a:lnTo>
                    <a:close/>
                  </a:path>
                </a:pathLst>
              </a:custGeom>
              <a:solidFill>
                <a:srgbClr val="50E6FF"/>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60" name="Freeform: Shape 56">
                <a:extLst>
                  <a:ext uri="{FF2B5EF4-FFF2-40B4-BE49-F238E27FC236}">
                    <a16:creationId xmlns:a16="http://schemas.microsoft.com/office/drawing/2014/main" id="{B3106CDF-5B4A-E73B-1D38-226A65C6F5CB}"/>
                  </a:ext>
                </a:extLst>
              </p:cNvPr>
              <p:cNvSpPr/>
              <p:nvPr/>
            </p:nvSpPr>
            <p:spPr>
              <a:xfrm>
                <a:off x="13493537" y="351426"/>
                <a:ext cx="423511" cy="211755"/>
              </a:xfrm>
              <a:custGeom>
                <a:avLst/>
                <a:gdLst>
                  <a:gd name="connsiteX0" fmla="*/ 0 w 423511"/>
                  <a:gd name="connsiteY0" fmla="*/ 211756 h 211755"/>
                  <a:gd name="connsiteX1" fmla="*/ 211756 w 423511"/>
                  <a:gd name="connsiteY1" fmla="*/ 0 h 211755"/>
                  <a:gd name="connsiteX2" fmla="*/ 423511 w 423511"/>
                  <a:gd name="connsiteY2" fmla="*/ 211756 h 211755"/>
                  <a:gd name="connsiteX3" fmla="*/ 0 w 423511"/>
                  <a:gd name="connsiteY3" fmla="*/ 211756 h 211755"/>
                </a:gdLst>
                <a:ahLst/>
                <a:cxnLst>
                  <a:cxn ang="0">
                    <a:pos x="connsiteX0" y="connsiteY0"/>
                  </a:cxn>
                  <a:cxn ang="0">
                    <a:pos x="connsiteX1" y="connsiteY1"/>
                  </a:cxn>
                  <a:cxn ang="0">
                    <a:pos x="connsiteX2" y="connsiteY2"/>
                  </a:cxn>
                  <a:cxn ang="0">
                    <a:pos x="connsiteX3" y="connsiteY3"/>
                  </a:cxn>
                </a:cxnLst>
                <a:rect l="l" t="t" r="r" b="b"/>
                <a:pathLst>
                  <a:path w="423511" h="211755">
                    <a:moveTo>
                      <a:pt x="0" y="211756"/>
                    </a:moveTo>
                    <a:cubicBezTo>
                      <a:pt x="0" y="94648"/>
                      <a:pt x="94648" y="0"/>
                      <a:pt x="211756" y="0"/>
                    </a:cubicBezTo>
                    <a:cubicBezTo>
                      <a:pt x="328863" y="0"/>
                      <a:pt x="423511" y="94648"/>
                      <a:pt x="423511" y="211756"/>
                    </a:cubicBezTo>
                    <a:lnTo>
                      <a:pt x="0" y="211756"/>
                    </a:lnTo>
                    <a:close/>
                  </a:path>
                </a:pathLst>
              </a:custGeom>
              <a:solidFill>
                <a:srgbClr val="0078D4"/>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61" name="Freeform: Shape 57">
                <a:extLst>
                  <a:ext uri="{FF2B5EF4-FFF2-40B4-BE49-F238E27FC236}">
                    <a16:creationId xmlns:a16="http://schemas.microsoft.com/office/drawing/2014/main" id="{331FBB7A-9D04-97C3-046D-F1D0C7D47DDC}"/>
                  </a:ext>
                </a:extLst>
              </p:cNvPr>
              <p:cNvSpPr/>
              <p:nvPr/>
            </p:nvSpPr>
            <p:spPr>
              <a:xfrm>
                <a:off x="13422952" y="563182"/>
                <a:ext cx="564682" cy="229402"/>
              </a:xfrm>
              <a:custGeom>
                <a:avLst/>
                <a:gdLst>
                  <a:gd name="connsiteX0" fmla="*/ 564682 w 564682"/>
                  <a:gd name="connsiteY0" fmla="*/ 0 h 229402"/>
                  <a:gd name="connsiteX1" fmla="*/ 0 w 564682"/>
                  <a:gd name="connsiteY1" fmla="*/ 0 h 229402"/>
                  <a:gd name="connsiteX2" fmla="*/ 0 w 564682"/>
                  <a:gd name="connsiteY2" fmla="*/ 229402 h 229402"/>
                  <a:gd name="connsiteX3" fmla="*/ 564682 w 564682"/>
                  <a:gd name="connsiteY3" fmla="*/ 229402 h 229402"/>
                  <a:gd name="connsiteX4" fmla="*/ 564682 w 564682"/>
                  <a:gd name="connsiteY4" fmla="*/ 0 h 2294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682" h="229402">
                    <a:moveTo>
                      <a:pt x="564682" y="0"/>
                    </a:moveTo>
                    <a:lnTo>
                      <a:pt x="0" y="0"/>
                    </a:lnTo>
                    <a:lnTo>
                      <a:pt x="0" y="229402"/>
                    </a:lnTo>
                    <a:lnTo>
                      <a:pt x="564682" y="229402"/>
                    </a:lnTo>
                    <a:lnTo>
                      <a:pt x="564682" y="0"/>
                    </a:lnTo>
                    <a:close/>
                  </a:path>
                </a:pathLst>
              </a:custGeom>
              <a:solidFill>
                <a:srgbClr val="0078D4"/>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62" name="Freeform: Shape 58">
                <a:extLst>
                  <a:ext uri="{FF2B5EF4-FFF2-40B4-BE49-F238E27FC236}">
                    <a16:creationId xmlns:a16="http://schemas.microsoft.com/office/drawing/2014/main" id="{EBF36D9B-F89E-9F50-CE77-CDF6EB3B352E}"/>
                  </a:ext>
                </a:extLst>
              </p:cNvPr>
              <p:cNvSpPr/>
              <p:nvPr/>
            </p:nvSpPr>
            <p:spPr>
              <a:xfrm>
                <a:off x="13458245" y="598475"/>
                <a:ext cx="52938" cy="158816"/>
              </a:xfrm>
              <a:custGeom>
                <a:avLst/>
                <a:gdLst>
                  <a:gd name="connsiteX0" fmla="*/ 52939 w 52938"/>
                  <a:gd name="connsiteY0" fmla="*/ 0 h 158816"/>
                  <a:gd name="connsiteX1" fmla="*/ 0 w 52938"/>
                  <a:gd name="connsiteY1" fmla="*/ 0 h 158816"/>
                  <a:gd name="connsiteX2" fmla="*/ 0 w 52938"/>
                  <a:gd name="connsiteY2" fmla="*/ 158817 h 158816"/>
                  <a:gd name="connsiteX3" fmla="*/ 52939 w 52938"/>
                  <a:gd name="connsiteY3" fmla="*/ 158817 h 158816"/>
                  <a:gd name="connsiteX4" fmla="*/ 52939 w 52938"/>
                  <a:gd name="connsiteY4" fmla="*/ 0 h 158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38" h="158816">
                    <a:moveTo>
                      <a:pt x="52939" y="0"/>
                    </a:moveTo>
                    <a:lnTo>
                      <a:pt x="0" y="0"/>
                    </a:lnTo>
                    <a:lnTo>
                      <a:pt x="0" y="158817"/>
                    </a:lnTo>
                    <a:lnTo>
                      <a:pt x="52939" y="158817"/>
                    </a:lnTo>
                    <a:lnTo>
                      <a:pt x="52939" y="0"/>
                    </a:lnTo>
                    <a:close/>
                  </a:path>
                </a:pathLst>
              </a:custGeom>
              <a:solidFill>
                <a:srgbClr val="50E6FF"/>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63" name="Freeform: Shape 59">
                <a:extLst>
                  <a:ext uri="{FF2B5EF4-FFF2-40B4-BE49-F238E27FC236}">
                    <a16:creationId xmlns:a16="http://schemas.microsoft.com/office/drawing/2014/main" id="{2A4E8B89-8313-1570-F046-81979A5E5A8F}"/>
                  </a:ext>
                </a:extLst>
              </p:cNvPr>
              <p:cNvSpPr/>
              <p:nvPr/>
            </p:nvSpPr>
            <p:spPr>
              <a:xfrm>
                <a:off x="13546477" y="598475"/>
                <a:ext cx="52938" cy="158816"/>
              </a:xfrm>
              <a:custGeom>
                <a:avLst/>
                <a:gdLst>
                  <a:gd name="connsiteX0" fmla="*/ 52939 w 52938"/>
                  <a:gd name="connsiteY0" fmla="*/ 0 h 158816"/>
                  <a:gd name="connsiteX1" fmla="*/ 0 w 52938"/>
                  <a:gd name="connsiteY1" fmla="*/ 0 h 158816"/>
                  <a:gd name="connsiteX2" fmla="*/ 0 w 52938"/>
                  <a:gd name="connsiteY2" fmla="*/ 158817 h 158816"/>
                  <a:gd name="connsiteX3" fmla="*/ 52939 w 52938"/>
                  <a:gd name="connsiteY3" fmla="*/ 158817 h 158816"/>
                  <a:gd name="connsiteX4" fmla="*/ 52939 w 52938"/>
                  <a:gd name="connsiteY4" fmla="*/ 0 h 158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38" h="158816">
                    <a:moveTo>
                      <a:pt x="52939" y="0"/>
                    </a:moveTo>
                    <a:lnTo>
                      <a:pt x="0" y="0"/>
                    </a:lnTo>
                    <a:lnTo>
                      <a:pt x="0" y="158817"/>
                    </a:lnTo>
                    <a:lnTo>
                      <a:pt x="52939" y="158817"/>
                    </a:lnTo>
                    <a:lnTo>
                      <a:pt x="52939" y="0"/>
                    </a:lnTo>
                    <a:close/>
                  </a:path>
                </a:pathLst>
              </a:custGeom>
              <a:solidFill>
                <a:srgbClr val="50E6FF"/>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64" name="Freeform: Shape 60">
                <a:extLst>
                  <a:ext uri="{FF2B5EF4-FFF2-40B4-BE49-F238E27FC236}">
                    <a16:creationId xmlns:a16="http://schemas.microsoft.com/office/drawing/2014/main" id="{CDBAD5EB-B008-FC26-F9C9-9F03F5CCB175}"/>
                  </a:ext>
                </a:extLst>
              </p:cNvPr>
              <p:cNvSpPr/>
              <p:nvPr/>
            </p:nvSpPr>
            <p:spPr>
              <a:xfrm>
                <a:off x="13634708" y="598475"/>
                <a:ext cx="52938" cy="158816"/>
              </a:xfrm>
              <a:custGeom>
                <a:avLst/>
                <a:gdLst>
                  <a:gd name="connsiteX0" fmla="*/ 52939 w 52938"/>
                  <a:gd name="connsiteY0" fmla="*/ 0 h 158816"/>
                  <a:gd name="connsiteX1" fmla="*/ 0 w 52938"/>
                  <a:gd name="connsiteY1" fmla="*/ 0 h 158816"/>
                  <a:gd name="connsiteX2" fmla="*/ 0 w 52938"/>
                  <a:gd name="connsiteY2" fmla="*/ 158817 h 158816"/>
                  <a:gd name="connsiteX3" fmla="*/ 52939 w 52938"/>
                  <a:gd name="connsiteY3" fmla="*/ 158817 h 158816"/>
                  <a:gd name="connsiteX4" fmla="*/ 52939 w 52938"/>
                  <a:gd name="connsiteY4" fmla="*/ 0 h 158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38" h="158816">
                    <a:moveTo>
                      <a:pt x="52939" y="0"/>
                    </a:moveTo>
                    <a:lnTo>
                      <a:pt x="0" y="0"/>
                    </a:lnTo>
                    <a:lnTo>
                      <a:pt x="0" y="158817"/>
                    </a:lnTo>
                    <a:lnTo>
                      <a:pt x="52939" y="158817"/>
                    </a:lnTo>
                    <a:lnTo>
                      <a:pt x="52939" y="0"/>
                    </a:lnTo>
                    <a:close/>
                  </a:path>
                </a:pathLst>
              </a:custGeom>
              <a:solidFill>
                <a:srgbClr val="50E6FF"/>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65" name="Freeform: Shape 61">
                <a:extLst>
                  <a:ext uri="{FF2B5EF4-FFF2-40B4-BE49-F238E27FC236}">
                    <a16:creationId xmlns:a16="http://schemas.microsoft.com/office/drawing/2014/main" id="{0A7CD8BA-3EBD-D39F-3551-6F7F63FF51CB}"/>
                  </a:ext>
                </a:extLst>
              </p:cNvPr>
              <p:cNvSpPr/>
              <p:nvPr/>
            </p:nvSpPr>
            <p:spPr>
              <a:xfrm>
                <a:off x="13722940" y="598475"/>
                <a:ext cx="52938" cy="158816"/>
              </a:xfrm>
              <a:custGeom>
                <a:avLst/>
                <a:gdLst>
                  <a:gd name="connsiteX0" fmla="*/ 52939 w 52938"/>
                  <a:gd name="connsiteY0" fmla="*/ 0 h 158816"/>
                  <a:gd name="connsiteX1" fmla="*/ 0 w 52938"/>
                  <a:gd name="connsiteY1" fmla="*/ 0 h 158816"/>
                  <a:gd name="connsiteX2" fmla="*/ 0 w 52938"/>
                  <a:gd name="connsiteY2" fmla="*/ 158817 h 158816"/>
                  <a:gd name="connsiteX3" fmla="*/ 52939 w 52938"/>
                  <a:gd name="connsiteY3" fmla="*/ 158817 h 158816"/>
                  <a:gd name="connsiteX4" fmla="*/ 52939 w 52938"/>
                  <a:gd name="connsiteY4" fmla="*/ 0 h 158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38" h="158816">
                    <a:moveTo>
                      <a:pt x="52939" y="0"/>
                    </a:moveTo>
                    <a:lnTo>
                      <a:pt x="0" y="0"/>
                    </a:lnTo>
                    <a:lnTo>
                      <a:pt x="0" y="158817"/>
                    </a:lnTo>
                    <a:lnTo>
                      <a:pt x="52939" y="158817"/>
                    </a:lnTo>
                    <a:lnTo>
                      <a:pt x="52939" y="0"/>
                    </a:lnTo>
                    <a:close/>
                  </a:path>
                </a:pathLst>
              </a:custGeom>
              <a:solidFill>
                <a:srgbClr val="50E6FF"/>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66" name="Freeform: Shape 62">
                <a:extLst>
                  <a:ext uri="{FF2B5EF4-FFF2-40B4-BE49-F238E27FC236}">
                    <a16:creationId xmlns:a16="http://schemas.microsoft.com/office/drawing/2014/main" id="{DA2B65A6-AD95-01F0-46C5-1806EA2724F4}"/>
                  </a:ext>
                </a:extLst>
              </p:cNvPr>
              <p:cNvSpPr/>
              <p:nvPr/>
            </p:nvSpPr>
            <p:spPr>
              <a:xfrm>
                <a:off x="13811171" y="598475"/>
                <a:ext cx="52938" cy="158816"/>
              </a:xfrm>
              <a:custGeom>
                <a:avLst/>
                <a:gdLst>
                  <a:gd name="connsiteX0" fmla="*/ 52939 w 52938"/>
                  <a:gd name="connsiteY0" fmla="*/ 0 h 158816"/>
                  <a:gd name="connsiteX1" fmla="*/ 0 w 52938"/>
                  <a:gd name="connsiteY1" fmla="*/ 0 h 158816"/>
                  <a:gd name="connsiteX2" fmla="*/ 0 w 52938"/>
                  <a:gd name="connsiteY2" fmla="*/ 158817 h 158816"/>
                  <a:gd name="connsiteX3" fmla="*/ 52939 w 52938"/>
                  <a:gd name="connsiteY3" fmla="*/ 158817 h 158816"/>
                  <a:gd name="connsiteX4" fmla="*/ 52939 w 52938"/>
                  <a:gd name="connsiteY4" fmla="*/ 0 h 158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38" h="158816">
                    <a:moveTo>
                      <a:pt x="52939" y="0"/>
                    </a:moveTo>
                    <a:lnTo>
                      <a:pt x="0" y="0"/>
                    </a:lnTo>
                    <a:lnTo>
                      <a:pt x="0" y="158817"/>
                    </a:lnTo>
                    <a:lnTo>
                      <a:pt x="52939" y="158817"/>
                    </a:lnTo>
                    <a:lnTo>
                      <a:pt x="52939" y="0"/>
                    </a:lnTo>
                    <a:close/>
                  </a:path>
                </a:pathLst>
              </a:custGeom>
              <a:solidFill>
                <a:srgbClr val="50E6FF"/>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67" name="Freeform: Shape 63">
                <a:extLst>
                  <a:ext uri="{FF2B5EF4-FFF2-40B4-BE49-F238E27FC236}">
                    <a16:creationId xmlns:a16="http://schemas.microsoft.com/office/drawing/2014/main" id="{09970A69-0174-106B-A8E5-43259804593D}"/>
                  </a:ext>
                </a:extLst>
              </p:cNvPr>
              <p:cNvSpPr/>
              <p:nvPr/>
            </p:nvSpPr>
            <p:spPr>
              <a:xfrm>
                <a:off x="13899403" y="598475"/>
                <a:ext cx="52938" cy="158816"/>
              </a:xfrm>
              <a:custGeom>
                <a:avLst/>
                <a:gdLst>
                  <a:gd name="connsiteX0" fmla="*/ 52939 w 52938"/>
                  <a:gd name="connsiteY0" fmla="*/ 0 h 158816"/>
                  <a:gd name="connsiteX1" fmla="*/ 0 w 52938"/>
                  <a:gd name="connsiteY1" fmla="*/ 0 h 158816"/>
                  <a:gd name="connsiteX2" fmla="*/ 0 w 52938"/>
                  <a:gd name="connsiteY2" fmla="*/ 158817 h 158816"/>
                  <a:gd name="connsiteX3" fmla="*/ 52939 w 52938"/>
                  <a:gd name="connsiteY3" fmla="*/ 158817 h 158816"/>
                  <a:gd name="connsiteX4" fmla="*/ 52939 w 52938"/>
                  <a:gd name="connsiteY4" fmla="*/ 0 h 158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38" h="158816">
                    <a:moveTo>
                      <a:pt x="52939" y="0"/>
                    </a:moveTo>
                    <a:lnTo>
                      <a:pt x="0" y="0"/>
                    </a:lnTo>
                    <a:lnTo>
                      <a:pt x="0" y="158817"/>
                    </a:lnTo>
                    <a:lnTo>
                      <a:pt x="52939" y="158817"/>
                    </a:lnTo>
                    <a:lnTo>
                      <a:pt x="52939" y="0"/>
                    </a:lnTo>
                    <a:close/>
                  </a:path>
                </a:pathLst>
              </a:custGeom>
              <a:solidFill>
                <a:srgbClr val="50E6FF"/>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grpSp>
      </p:grpSp>
      <p:grpSp>
        <p:nvGrpSpPr>
          <p:cNvPr id="68" name="Graphic 5">
            <a:extLst>
              <a:ext uri="{FF2B5EF4-FFF2-40B4-BE49-F238E27FC236}">
                <a16:creationId xmlns:a16="http://schemas.microsoft.com/office/drawing/2014/main" id="{D0DD66C4-5BE0-9125-0056-6F3A4BF190D6}"/>
              </a:ext>
              <a:ext uri="{C183D7F6-B498-43B3-948B-1728B52AA6E4}">
                <adec:decorative xmlns:adec="http://schemas.microsoft.com/office/drawing/2017/decorative" val="1"/>
              </a:ext>
            </a:extLst>
          </p:cNvPr>
          <p:cNvGrpSpPr/>
          <p:nvPr/>
        </p:nvGrpSpPr>
        <p:grpSpPr>
          <a:xfrm>
            <a:off x="926734" y="1634985"/>
            <a:ext cx="967308" cy="967308"/>
            <a:chOff x="13954748" y="2124079"/>
            <a:chExt cx="1108509" cy="1108509"/>
          </a:xfrm>
        </p:grpSpPr>
        <p:sp>
          <p:nvSpPr>
            <p:cNvPr id="69" name="Freeform: Shape 65">
              <a:extLst>
                <a:ext uri="{FF2B5EF4-FFF2-40B4-BE49-F238E27FC236}">
                  <a16:creationId xmlns:a16="http://schemas.microsoft.com/office/drawing/2014/main" id="{F26BAEB7-918B-480A-184B-916E37BD2430}"/>
                </a:ext>
              </a:extLst>
            </p:cNvPr>
            <p:cNvSpPr/>
            <p:nvPr/>
          </p:nvSpPr>
          <p:spPr>
            <a:xfrm>
              <a:off x="13954748" y="2124079"/>
              <a:ext cx="1108509" cy="1108509"/>
            </a:xfrm>
            <a:custGeom>
              <a:avLst/>
              <a:gdLst>
                <a:gd name="connsiteX0" fmla="*/ 1108509 w 1108509"/>
                <a:gd name="connsiteY0" fmla="*/ 554255 h 1108509"/>
                <a:gd name="connsiteX1" fmla="*/ 554255 w 1108509"/>
                <a:gd name="connsiteY1" fmla="*/ 1108510 h 1108509"/>
                <a:gd name="connsiteX2" fmla="*/ 0 w 1108509"/>
                <a:gd name="connsiteY2" fmla="*/ 554255 h 1108509"/>
                <a:gd name="connsiteX3" fmla="*/ 554255 w 1108509"/>
                <a:gd name="connsiteY3" fmla="*/ 0 h 1108509"/>
                <a:gd name="connsiteX4" fmla="*/ 1108509 w 1108509"/>
                <a:gd name="connsiteY4" fmla="*/ 554255 h 1108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8509" h="1108509">
                  <a:moveTo>
                    <a:pt x="1108509" y="554255"/>
                  </a:moveTo>
                  <a:cubicBezTo>
                    <a:pt x="1108509" y="860361"/>
                    <a:pt x="860361" y="1108510"/>
                    <a:pt x="554255" y="1108510"/>
                  </a:cubicBezTo>
                  <a:cubicBezTo>
                    <a:pt x="248148" y="1108510"/>
                    <a:pt x="0" y="860361"/>
                    <a:pt x="0" y="554255"/>
                  </a:cubicBezTo>
                  <a:cubicBezTo>
                    <a:pt x="0" y="248148"/>
                    <a:pt x="248149" y="0"/>
                    <a:pt x="554255" y="0"/>
                  </a:cubicBezTo>
                  <a:cubicBezTo>
                    <a:pt x="860362" y="0"/>
                    <a:pt x="1108509" y="248148"/>
                    <a:pt x="1108509" y="554255"/>
                  </a:cubicBezTo>
                  <a:close/>
                </a:path>
              </a:pathLst>
            </a:custGeom>
            <a:solidFill>
              <a:srgbClr val="EBEBEB">
                <a:lumMod val="10000"/>
              </a:srgbClr>
            </a:solidFill>
            <a:ln w="12017"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grpSp>
          <p:nvGrpSpPr>
            <p:cNvPr id="70" name="Graphic 5">
              <a:extLst>
                <a:ext uri="{FF2B5EF4-FFF2-40B4-BE49-F238E27FC236}">
                  <a16:creationId xmlns:a16="http://schemas.microsoft.com/office/drawing/2014/main" id="{BD1CDBEF-56FF-EB36-40F5-7D0D62CE08A7}"/>
                </a:ext>
              </a:extLst>
            </p:cNvPr>
            <p:cNvGrpSpPr/>
            <p:nvPr/>
          </p:nvGrpSpPr>
          <p:grpSpPr>
            <a:xfrm>
              <a:off x="14211422" y="2428879"/>
              <a:ext cx="611204" cy="413084"/>
              <a:chOff x="14211422" y="2428879"/>
              <a:chExt cx="611204" cy="413084"/>
            </a:xfrm>
          </p:grpSpPr>
          <p:grpSp>
            <p:nvGrpSpPr>
              <p:cNvPr id="71" name="Graphic 5">
                <a:extLst>
                  <a:ext uri="{FF2B5EF4-FFF2-40B4-BE49-F238E27FC236}">
                    <a16:creationId xmlns:a16="http://schemas.microsoft.com/office/drawing/2014/main" id="{476BFE4B-013C-578B-9EB9-91BB51B0D3C1}"/>
                  </a:ext>
                </a:extLst>
              </p:cNvPr>
              <p:cNvGrpSpPr/>
              <p:nvPr/>
            </p:nvGrpSpPr>
            <p:grpSpPr>
              <a:xfrm>
                <a:off x="14386280" y="2428879"/>
                <a:ext cx="266299" cy="412282"/>
                <a:chOff x="14386280" y="2428879"/>
                <a:chExt cx="266299" cy="412282"/>
              </a:xfrm>
              <a:solidFill>
                <a:srgbClr val="0078D4"/>
              </a:solidFill>
            </p:grpSpPr>
            <p:sp>
              <p:nvSpPr>
                <p:cNvPr id="78" name="Freeform: Shape 68">
                  <a:extLst>
                    <a:ext uri="{FF2B5EF4-FFF2-40B4-BE49-F238E27FC236}">
                      <a16:creationId xmlns:a16="http://schemas.microsoft.com/office/drawing/2014/main" id="{C3DE01D0-54A0-73B9-4501-1B589D78F14D}"/>
                    </a:ext>
                  </a:extLst>
                </p:cNvPr>
                <p:cNvSpPr/>
                <p:nvPr/>
              </p:nvSpPr>
              <p:spPr>
                <a:xfrm>
                  <a:off x="14444820" y="2428879"/>
                  <a:ext cx="149205" cy="149191"/>
                </a:xfrm>
                <a:custGeom>
                  <a:avLst/>
                  <a:gdLst>
                    <a:gd name="connsiteX0" fmla="*/ 74610 w 149205"/>
                    <a:gd name="connsiteY0" fmla="*/ 149192 h 149191"/>
                    <a:gd name="connsiteX1" fmla="*/ 149205 w 149205"/>
                    <a:gd name="connsiteY1" fmla="*/ 74596 h 149191"/>
                    <a:gd name="connsiteX2" fmla="*/ 74610 w 149205"/>
                    <a:gd name="connsiteY2" fmla="*/ 0 h 149191"/>
                    <a:gd name="connsiteX3" fmla="*/ 14 w 149205"/>
                    <a:gd name="connsiteY3" fmla="*/ 74596 h 149191"/>
                    <a:gd name="connsiteX4" fmla="*/ 74610 w 149205"/>
                    <a:gd name="connsiteY4" fmla="*/ 149192 h 1491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205" h="149191">
                      <a:moveTo>
                        <a:pt x="74610" y="149192"/>
                      </a:moveTo>
                      <a:cubicBezTo>
                        <a:pt x="116319" y="149192"/>
                        <a:pt x="149205" y="115503"/>
                        <a:pt x="149205" y="74596"/>
                      </a:cubicBezTo>
                      <a:cubicBezTo>
                        <a:pt x="149205" y="32886"/>
                        <a:pt x="115517" y="0"/>
                        <a:pt x="74610" y="0"/>
                      </a:cubicBezTo>
                      <a:cubicBezTo>
                        <a:pt x="32900" y="0"/>
                        <a:pt x="14" y="33689"/>
                        <a:pt x="14" y="74596"/>
                      </a:cubicBezTo>
                      <a:cubicBezTo>
                        <a:pt x="-788" y="115503"/>
                        <a:pt x="32900" y="149192"/>
                        <a:pt x="74610" y="149192"/>
                      </a:cubicBezTo>
                      <a:close/>
                    </a:path>
                  </a:pathLst>
                </a:custGeom>
                <a:solidFill>
                  <a:srgbClr val="0078D4"/>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79" name="Freeform: Shape 69">
                  <a:extLst>
                    <a:ext uri="{FF2B5EF4-FFF2-40B4-BE49-F238E27FC236}">
                      <a16:creationId xmlns:a16="http://schemas.microsoft.com/office/drawing/2014/main" id="{1870F232-9BF9-7166-0525-8310E07FDB17}"/>
                    </a:ext>
                  </a:extLst>
                </p:cNvPr>
                <p:cNvSpPr/>
                <p:nvPr/>
              </p:nvSpPr>
              <p:spPr>
                <a:xfrm>
                  <a:off x="14386280" y="2610957"/>
                  <a:ext cx="266299" cy="230204"/>
                </a:xfrm>
                <a:custGeom>
                  <a:avLst/>
                  <a:gdLst>
                    <a:gd name="connsiteX0" fmla="*/ 133150 w 266299"/>
                    <a:gd name="connsiteY0" fmla="*/ 0 h 230204"/>
                    <a:gd name="connsiteX1" fmla="*/ 266299 w 266299"/>
                    <a:gd name="connsiteY1" fmla="*/ 133149 h 230204"/>
                    <a:gd name="connsiteX2" fmla="*/ 266299 w 266299"/>
                    <a:gd name="connsiteY2" fmla="*/ 230204 h 230204"/>
                    <a:gd name="connsiteX3" fmla="*/ 0 w 266299"/>
                    <a:gd name="connsiteY3" fmla="*/ 230204 h 230204"/>
                    <a:gd name="connsiteX4" fmla="*/ 0 w 266299"/>
                    <a:gd name="connsiteY4" fmla="*/ 133149 h 230204"/>
                    <a:gd name="connsiteX5" fmla="*/ 133150 w 266299"/>
                    <a:gd name="connsiteY5" fmla="*/ 0 h 230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6299" h="230204">
                      <a:moveTo>
                        <a:pt x="133150" y="0"/>
                      </a:moveTo>
                      <a:cubicBezTo>
                        <a:pt x="206944" y="0"/>
                        <a:pt x="266299" y="59356"/>
                        <a:pt x="266299" y="133149"/>
                      </a:cubicBezTo>
                      <a:lnTo>
                        <a:pt x="266299" y="230204"/>
                      </a:lnTo>
                      <a:lnTo>
                        <a:pt x="0" y="230204"/>
                      </a:lnTo>
                      <a:lnTo>
                        <a:pt x="0" y="133149"/>
                      </a:lnTo>
                      <a:cubicBezTo>
                        <a:pt x="0" y="59356"/>
                        <a:pt x="59356" y="0"/>
                        <a:pt x="133150" y="0"/>
                      </a:cubicBezTo>
                      <a:close/>
                    </a:path>
                  </a:pathLst>
                </a:custGeom>
                <a:solidFill>
                  <a:srgbClr val="0078D4"/>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grpSp>
          <p:grpSp>
            <p:nvGrpSpPr>
              <p:cNvPr id="72" name="Graphic 5">
                <a:extLst>
                  <a:ext uri="{FF2B5EF4-FFF2-40B4-BE49-F238E27FC236}">
                    <a16:creationId xmlns:a16="http://schemas.microsoft.com/office/drawing/2014/main" id="{DE893D86-FCF4-4D21-4EC5-4C13A7DAB1B0}"/>
                  </a:ext>
                </a:extLst>
              </p:cNvPr>
              <p:cNvGrpSpPr/>
              <p:nvPr/>
            </p:nvGrpSpPr>
            <p:grpSpPr>
              <a:xfrm>
                <a:off x="14556327" y="2509089"/>
                <a:ext cx="266299" cy="332873"/>
                <a:chOff x="14556327" y="2509089"/>
                <a:chExt cx="266299" cy="332873"/>
              </a:xfrm>
              <a:solidFill>
                <a:srgbClr val="50E6FF"/>
              </a:solidFill>
            </p:grpSpPr>
            <p:sp>
              <p:nvSpPr>
                <p:cNvPr id="76" name="Freeform: Shape 71">
                  <a:extLst>
                    <a:ext uri="{FF2B5EF4-FFF2-40B4-BE49-F238E27FC236}">
                      <a16:creationId xmlns:a16="http://schemas.microsoft.com/office/drawing/2014/main" id="{A1C76246-2E2C-CCE0-F34F-23E890AC90D3}"/>
                    </a:ext>
                  </a:extLst>
                </p:cNvPr>
                <p:cNvSpPr/>
                <p:nvPr/>
              </p:nvSpPr>
              <p:spPr>
                <a:xfrm>
                  <a:off x="14614880" y="2509089"/>
                  <a:ext cx="149191" cy="149191"/>
                </a:xfrm>
                <a:custGeom>
                  <a:avLst/>
                  <a:gdLst>
                    <a:gd name="connsiteX0" fmla="*/ 74596 w 149191"/>
                    <a:gd name="connsiteY0" fmla="*/ 149192 h 149191"/>
                    <a:gd name="connsiteX1" fmla="*/ 149192 w 149191"/>
                    <a:gd name="connsiteY1" fmla="*/ 74596 h 149191"/>
                    <a:gd name="connsiteX2" fmla="*/ 74596 w 149191"/>
                    <a:gd name="connsiteY2" fmla="*/ 0 h 149191"/>
                    <a:gd name="connsiteX3" fmla="*/ 0 w 149191"/>
                    <a:gd name="connsiteY3" fmla="*/ 74596 h 149191"/>
                    <a:gd name="connsiteX4" fmla="*/ 74596 w 149191"/>
                    <a:gd name="connsiteY4" fmla="*/ 149192 h 1491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191" h="149191">
                      <a:moveTo>
                        <a:pt x="74596" y="149192"/>
                      </a:moveTo>
                      <a:cubicBezTo>
                        <a:pt x="116305" y="149192"/>
                        <a:pt x="149192" y="115503"/>
                        <a:pt x="149192" y="74596"/>
                      </a:cubicBezTo>
                      <a:cubicBezTo>
                        <a:pt x="149192" y="33689"/>
                        <a:pt x="115503" y="0"/>
                        <a:pt x="74596" y="0"/>
                      </a:cubicBezTo>
                      <a:cubicBezTo>
                        <a:pt x="33689" y="0"/>
                        <a:pt x="0" y="33689"/>
                        <a:pt x="0" y="74596"/>
                      </a:cubicBezTo>
                      <a:cubicBezTo>
                        <a:pt x="0" y="115503"/>
                        <a:pt x="33689" y="149192"/>
                        <a:pt x="74596" y="149192"/>
                      </a:cubicBezTo>
                      <a:close/>
                    </a:path>
                  </a:pathLst>
                </a:custGeom>
                <a:solidFill>
                  <a:srgbClr val="50E6FF"/>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77" name="Freeform: Shape 72">
                  <a:extLst>
                    <a:ext uri="{FF2B5EF4-FFF2-40B4-BE49-F238E27FC236}">
                      <a16:creationId xmlns:a16="http://schemas.microsoft.com/office/drawing/2014/main" id="{27BB3BD7-A238-9EE3-A28A-5106916F1345}"/>
                    </a:ext>
                  </a:extLst>
                </p:cNvPr>
                <p:cNvSpPr/>
                <p:nvPr/>
              </p:nvSpPr>
              <p:spPr>
                <a:xfrm>
                  <a:off x="14556327" y="2691969"/>
                  <a:ext cx="266299" cy="149993"/>
                </a:xfrm>
                <a:custGeom>
                  <a:avLst/>
                  <a:gdLst>
                    <a:gd name="connsiteX0" fmla="*/ 133150 w 266299"/>
                    <a:gd name="connsiteY0" fmla="*/ 0 h 149993"/>
                    <a:gd name="connsiteX1" fmla="*/ 266299 w 266299"/>
                    <a:gd name="connsiteY1" fmla="*/ 133150 h 149993"/>
                    <a:gd name="connsiteX2" fmla="*/ 266299 w 266299"/>
                    <a:gd name="connsiteY2" fmla="*/ 149994 h 149993"/>
                    <a:gd name="connsiteX3" fmla="*/ 0 w 266299"/>
                    <a:gd name="connsiteY3" fmla="*/ 149994 h 149993"/>
                    <a:gd name="connsiteX4" fmla="*/ 0 w 266299"/>
                    <a:gd name="connsiteY4" fmla="*/ 133150 h 149993"/>
                    <a:gd name="connsiteX5" fmla="*/ 133150 w 266299"/>
                    <a:gd name="connsiteY5" fmla="*/ 0 h 149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6299" h="149993">
                      <a:moveTo>
                        <a:pt x="133150" y="0"/>
                      </a:moveTo>
                      <a:cubicBezTo>
                        <a:pt x="206943" y="0"/>
                        <a:pt x="266299" y="59356"/>
                        <a:pt x="266299" y="133150"/>
                      </a:cubicBezTo>
                      <a:lnTo>
                        <a:pt x="266299" y="149994"/>
                      </a:lnTo>
                      <a:lnTo>
                        <a:pt x="0" y="149994"/>
                      </a:lnTo>
                      <a:lnTo>
                        <a:pt x="0" y="133150"/>
                      </a:lnTo>
                      <a:cubicBezTo>
                        <a:pt x="0" y="59356"/>
                        <a:pt x="59356" y="0"/>
                        <a:pt x="133150" y="0"/>
                      </a:cubicBezTo>
                      <a:close/>
                    </a:path>
                  </a:pathLst>
                </a:custGeom>
                <a:solidFill>
                  <a:srgbClr val="50E6FF"/>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grpSp>
          <p:grpSp>
            <p:nvGrpSpPr>
              <p:cNvPr id="73" name="Graphic 5">
                <a:extLst>
                  <a:ext uri="{FF2B5EF4-FFF2-40B4-BE49-F238E27FC236}">
                    <a16:creationId xmlns:a16="http://schemas.microsoft.com/office/drawing/2014/main" id="{AB483DCC-A1A5-CB1B-D937-99BADE8B6A99}"/>
                  </a:ext>
                </a:extLst>
              </p:cNvPr>
              <p:cNvGrpSpPr/>
              <p:nvPr/>
            </p:nvGrpSpPr>
            <p:grpSpPr>
              <a:xfrm>
                <a:off x="14211422" y="2509089"/>
                <a:ext cx="266299" cy="332873"/>
                <a:chOff x="14211422" y="2509089"/>
                <a:chExt cx="266299" cy="332873"/>
              </a:xfrm>
              <a:solidFill>
                <a:srgbClr val="50E6FF"/>
              </a:solidFill>
            </p:grpSpPr>
            <p:sp>
              <p:nvSpPr>
                <p:cNvPr id="74" name="Freeform: Shape 74">
                  <a:extLst>
                    <a:ext uri="{FF2B5EF4-FFF2-40B4-BE49-F238E27FC236}">
                      <a16:creationId xmlns:a16="http://schemas.microsoft.com/office/drawing/2014/main" id="{82545805-1D32-E871-7F5F-A05F620C313D}"/>
                    </a:ext>
                  </a:extLst>
                </p:cNvPr>
                <p:cNvSpPr/>
                <p:nvPr/>
              </p:nvSpPr>
              <p:spPr>
                <a:xfrm>
                  <a:off x="14269975" y="2509089"/>
                  <a:ext cx="149191" cy="149191"/>
                </a:xfrm>
                <a:custGeom>
                  <a:avLst/>
                  <a:gdLst>
                    <a:gd name="connsiteX0" fmla="*/ 74596 w 149191"/>
                    <a:gd name="connsiteY0" fmla="*/ 149192 h 149191"/>
                    <a:gd name="connsiteX1" fmla="*/ 149192 w 149191"/>
                    <a:gd name="connsiteY1" fmla="*/ 74596 h 149191"/>
                    <a:gd name="connsiteX2" fmla="*/ 74596 w 149191"/>
                    <a:gd name="connsiteY2" fmla="*/ 0 h 149191"/>
                    <a:gd name="connsiteX3" fmla="*/ 0 w 149191"/>
                    <a:gd name="connsiteY3" fmla="*/ 74596 h 149191"/>
                    <a:gd name="connsiteX4" fmla="*/ 74596 w 149191"/>
                    <a:gd name="connsiteY4" fmla="*/ 149192 h 1491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191" h="149191">
                      <a:moveTo>
                        <a:pt x="74596" y="149192"/>
                      </a:moveTo>
                      <a:cubicBezTo>
                        <a:pt x="116305" y="149192"/>
                        <a:pt x="149192" y="115503"/>
                        <a:pt x="149192" y="74596"/>
                      </a:cubicBezTo>
                      <a:cubicBezTo>
                        <a:pt x="149192" y="33689"/>
                        <a:pt x="115503" y="0"/>
                        <a:pt x="74596" y="0"/>
                      </a:cubicBezTo>
                      <a:cubicBezTo>
                        <a:pt x="32887" y="0"/>
                        <a:pt x="0" y="33689"/>
                        <a:pt x="0" y="74596"/>
                      </a:cubicBezTo>
                      <a:cubicBezTo>
                        <a:pt x="0" y="115503"/>
                        <a:pt x="32887" y="149192"/>
                        <a:pt x="74596" y="149192"/>
                      </a:cubicBezTo>
                      <a:close/>
                    </a:path>
                  </a:pathLst>
                </a:custGeom>
                <a:solidFill>
                  <a:srgbClr val="50E6FF"/>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75" name="Freeform: Shape 75">
                  <a:extLst>
                    <a:ext uri="{FF2B5EF4-FFF2-40B4-BE49-F238E27FC236}">
                      <a16:creationId xmlns:a16="http://schemas.microsoft.com/office/drawing/2014/main" id="{E7CCC9C2-49C9-0119-5716-D9A256D13B8D}"/>
                    </a:ext>
                  </a:extLst>
                </p:cNvPr>
                <p:cNvSpPr/>
                <p:nvPr/>
              </p:nvSpPr>
              <p:spPr>
                <a:xfrm>
                  <a:off x="14211422" y="2691969"/>
                  <a:ext cx="266299" cy="149993"/>
                </a:xfrm>
                <a:custGeom>
                  <a:avLst/>
                  <a:gdLst>
                    <a:gd name="connsiteX0" fmla="*/ 133150 w 266299"/>
                    <a:gd name="connsiteY0" fmla="*/ 0 h 149993"/>
                    <a:gd name="connsiteX1" fmla="*/ 266299 w 266299"/>
                    <a:gd name="connsiteY1" fmla="*/ 133150 h 149993"/>
                    <a:gd name="connsiteX2" fmla="*/ 266299 w 266299"/>
                    <a:gd name="connsiteY2" fmla="*/ 149994 h 149993"/>
                    <a:gd name="connsiteX3" fmla="*/ 0 w 266299"/>
                    <a:gd name="connsiteY3" fmla="*/ 149994 h 149993"/>
                    <a:gd name="connsiteX4" fmla="*/ 0 w 266299"/>
                    <a:gd name="connsiteY4" fmla="*/ 133150 h 149993"/>
                    <a:gd name="connsiteX5" fmla="*/ 133150 w 266299"/>
                    <a:gd name="connsiteY5" fmla="*/ 0 h 149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6299" h="149993">
                      <a:moveTo>
                        <a:pt x="133150" y="0"/>
                      </a:moveTo>
                      <a:cubicBezTo>
                        <a:pt x="206943" y="0"/>
                        <a:pt x="266299" y="59356"/>
                        <a:pt x="266299" y="133150"/>
                      </a:cubicBezTo>
                      <a:lnTo>
                        <a:pt x="266299" y="149994"/>
                      </a:lnTo>
                      <a:lnTo>
                        <a:pt x="0" y="149994"/>
                      </a:lnTo>
                      <a:lnTo>
                        <a:pt x="0" y="133150"/>
                      </a:lnTo>
                      <a:cubicBezTo>
                        <a:pt x="0" y="59356"/>
                        <a:pt x="59356" y="0"/>
                        <a:pt x="133150" y="0"/>
                      </a:cubicBezTo>
                      <a:close/>
                    </a:path>
                  </a:pathLst>
                </a:custGeom>
                <a:solidFill>
                  <a:srgbClr val="50E6FF"/>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grpSp>
        </p:grpSp>
      </p:grpSp>
      <p:grpSp>
        <p:nvGrpSpPr>
          <p:cNvPr id="80" name="Graphic 5">
            <a:extLst>
              <a:ext uri="{FF2B5EF4-FFF2-40B4-BE49-F238E27FC236}">
                <a16:creationId xmlns:a16="http://schemas.microsoft.com/office/drawing/2014/main" id="{E6FADA9A-03AC-9920-AE7A-867DF221E056}"/>
              </a:ext>
              <a:ext uri="{C183D7F6-B498-43B3-948B-1728B52AA6E4}">
                <adec:decorative xmlns:adec="http://schemas.microsoft.com/office/drawing/2017/decorative" val="1"/>
              </a:ext>
            </a:extLst>
          </p:cNvPr>
          <p:cNvGrpSpPr/>
          <p:nvPr/>
        </p:nvGrpSpPr>
        <p:grpSpPr>
          <a:xfrm>
            <a:off x="10268157" y="5009499"/>
            <a:ext cx="967308" cy="967308"/>
            <a:chOff x="11107275" y="4998022"/>
            <a:chExt cx="1108509" cy="1108509"/>
          </a:xfrm>
        </p:grpSpPr>
        <p:sp>
          <p:nvSpPr>
            <p:cNvPr id="81" name="Freeform: Shape 90">
              <a:extLst>
                <a:ext uri="{FF2B5EF4-FFF2-40B4-BE49-F238E27FC236}">
                  <a16:creationId xmlns:a16="http://schemas.microsoft.com/office/drawing/2014/main" id="{779F05C1-3B4F-903F-A435-1B0A56CB711D}"/>
                </a:ext>
              </a:extLst>
            </p:cNvPr>
            <p:cNvSpPr/>
            <p:nvPr/>
          </p:nvSpPr>
          <p:spPr>
            <a:xfrm>
              <a:off x="11107275" y="4998022"/>
              <a:ext cx="1108509" cy="1108509"/>
            </a:xfrm>
            <a:custGeom>
              <a:avLst/>
              <a:gdLst>
                <a:gd name="connsiteX0" fmla="*/ 1108509 w 1108509"/>
                <a:gd name="connsiteY0" fmla="*/ 554255 h 1108509"/>
                <a:gd name="connsiteX1" fmla="*/ 554255 w 1108509"/>
                <a:gd name="connsiteY1" fmla="*/ 1108510 h 1108509"/>
                <a:gd name="connsiteX2" fmla="*/ 0 w 1108509"/>
                <a:gd name="connsiteY2" fmla="*/ 554255 h 1108509"/>
                <a:gd name="connsiteX3" fmla="*/ 554255 w 1108509"/>
                <a:gd name="connsiteY3" fmla="*/ 0 h 1108509"/>
                <a:gd name="connsiteX4" fmla="*/ 1108509 w 1108509"/>
                <a:gd name="connsiteY4" fmla="*/ 554255 h 1108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8509" h="1108509">
                  <a:moveTo>
                    <a:pt x="1108509" y="554255"/>
                  </a:moveTo>
                  <a:cubicBezTo>
                    <a:pt x="1108509" y="860362"/>
                    <a:pt x="860361" y="1108510"/>
                    <a:pt x="554255" y="1108510"/>
                  </a:cubicBezTo>
                  <a:cubicBezTo>
                    <a:pt x="248148" y="1108510"/>
                    <a:pt x="0" y="860361"/>
                    <a:pt x="0" y="554255"/>
                  </a:cubicBezTo>
                  <a:cubicBezTo>
                    <a:pt x="0" y="248148"/>
                    <a:pt x="248148" y="0"/>
                    <a:pt x="554255" y="0"/>
                  </a:cubicBezTo>
                  <a:cubicBezTo>
                    <a:pt x="860361" y="0"/>
                    <a:pt x="1108509" y="248149"/>
                    <a:pt x="1108509" y="554255"/>
                  </a:cubicBezTo>
                  <a:close/>
                </a:path>
              </a:pathLst>
            </a:custGeom>
            <a:solidFill>
              <a:srgbClr val="EBEBEB">
                <a:lumMod val="10000"/>
              </a:srgbClr>
            </a:solidFill>
            <a:ln w="12017"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grpSp>
          <p:nvGrpSpPr>
            <p:cNvPr id="82" name="Graphic 5">
              <a:extLst>
                <a:ext uri="{FF2B5EF4-FFF2-40B4-BE49-F238E27FC236}">
                  <a16:creationId xmlns:a16="http://schemas.microsoft.com/office/drawing/2014/main" id="{8057CF1F-E3B5-EA36-6ED4-FE33A3B8EBB0}"/>
                </a:ext>
              </a:extLst>
            </p:cNvPr>
            <p:cNvGrpSpPr/>
            <p:nvPr/>
          </p:nvGrpSpPr>
          <p:grpSpPr>
            <a:xfrm>
              <a:off x="11364750" y="5253894"/>
              <a:ext cx="599974" cy="599974"/>
              <a:chOff x="11364750" y="5253894"/>
              <a:chExt cx="599974" cy="599974"/>
            </a:xfrm>
          </p:grpSpPr>
          <p:grpSp>
            <p:nvGrpSpPr>
              <p:cNvPr id="83" name="Graphic 5">
                <a:extLst>
                  <a:ext uri="{FF2B5EF4-FFF2-40B4-BE49-F238E27FC236}">
                    <a16:creationId xmlns:a16="http://schemas.microsoft.com/office/drawing/2014/main" id="{71B46F64-D8B8-F671-420D-F3F6B948F000}"/>
                  </a:ext>
                </a:extLst>
              </p:cNvPr>
              <p:cNvGrpSpPr/>
              <p:nvPr/>
            </p:nvGrpSpPr>
            <p:grpSpPr>
              <a:xfrm>
                <a:off x="11533192" y="5253894"/>
                <a:ext cx="431532" cy="431532"/>
                <a:chOff x="11533192" y="5253894"/>
                <a:chExt cx="431532" cy="431532"/>
              </a:xfrm>
              <a:solidFill>
                <a:srgbClr val="0078D4"/>
              </a:solidFill>
            </p:grpSpPr>
            <p:sp>
              <p:nvSpPr>
                <p:cNvPr id="94" name="Freeform: Shape 93">
                  <a:extLst>
                    <a:ext uri="{FF2B5EF4-FFF2-40B4-BE49-F238E27FC236}">
                      <a16:creationId xmlns:a16="http://schemas.microsoft.com/office/drawing/2014/main" id="{735FCE76-BDC4-0CAC-4E50-68954334A91C}"/>
                    </a:ext>
                  </a:extLst>
                </p:cNvPr>
                <p:cNvSpPr/>
                <p:nvPr/>
              </p:nvSpPr>
              <p:spPr>
                <a:xfrm>
                  <a:off x="11552075" y="5273144"/>
                  <a:ext cx="393766" cy="393833"/>
                </a:xfrm>
                <a:custGeom>
                  <a:avLst/>
                  <a:gdLst>
                    <a:gd name="connsiteX0" fmla="*/ 196883 w 393766"/>
                    <a:gd name="connsiteY0" fmla="*/ 56147 h 393833"/>
                    <a:gd name="connsiteX1" fmla="*/ 249020 w 393766"/>
                    <a:gd name="connsiteY1" fmla="*/ 65773 h 393833"/>
                    <a:gd name="connsiteX2" fmla="*/ 327626 w 393766"/>
                    <a:gd name="connsiteY2" fmla="*/ 248653 h 393833"/>
                    <a:gd name="connsiteX3" fmla="*/ 197685 w 393766"/>
                    <a:gd name="connsiteY3" fmla="*/ 336884 h 393833"/>
                    <a:gd name="connsiteX4" fmla="*/ 145548 w 393766"/>
                    <a:gd name="connsiteY4" fmla="*/ 327259 h 393833"/>
                    <a:gd name="connsiteX5" fmla="*/ 68546 w 393766"/>
                    <a:gd name="connsiteY5" fmla="*/ 252663 h 393833"/>
                    <a:gd name="connsiteX6" fmla="*/ 66942 w 393766"/>
                    <a:gd name="connsiteY6" fmla="*/ 145181 h 393833"/>
                    <a:gd name="connsiteX7" fmla="*/ 196883 w 393766"/>
                    <a:gd name="connsiteY7" fmla="*/ 56147 h 393833"/>
                    <a:gd name="connsiteX8" fmla="*/ 196883 w 393766"/>
                    <a:gd name="connsiteY8" fmla="*/ 0 h 393833"/>
                    <a:gd name="connsiteX9" fmla="*/ 14003 w 393766"/>
                    <a:gd name="connsiteY9" fmla="*/ 123524 h 393833"/>
                    <a:gd name="connsiteX10" fmla="*/ 123892 w 393766"/>
                    <a:gd name="connsiteY10" fmla="*/ 379396 h 393833"/>
                    <a:gd name="connsiteX11" fmla="*/ 196883 w 393766"/>
                    <a:gd name="connsiteY11" fmla="*/ 393834 h 393833"/>
                    <a:gd name="connsiteX12" fmla="*/ 379763 w 393766"/>
                    <a:gd name="connsiteY12" fmla="*/ 270310 h 393833"/>
                    <a:gd name="connsiteX13" fmla="*/ 269875 w 393766"/>
                    <a:gd name="connsiteY13" fmla="*/ 14438 h 393833"/>
                    <a:gd name="connsiteX14" fmla="*/ 196883 w 393766"/>
                    <a:gd name="connsiteY14" fmla="*/ 0 h 393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3766" h="393833">
                      <a:moveTo>
                        <a:pt x="196883" y="56147"/>
                      </a:moveTo>
                      <a:cubicBezTo>
                        <a:pt x="214530" y="56147"/>
                        <a:pt x="232176" y="59356"/>
                        <a:pt x="249020" y="65773"/>
                      </a:cubicBezTo>
                      <a:cubicBezTo>
                        <a:pt x="321209" y="94649"/>
                        <a:pt x="356502" y="176463"/>
                        <a:pt x="327626" y="248653"/>
                      </a:cubicBezTo>
                      <a:cubicBezTo>
                        <a:pt x="306772" y="302394"/>
                        <a:pt x="254635" y="336884"/>
                        <a:pt x="197685" y="336884"/>
                      </a:cubicBezTo>
                      <a:cubicBezTo>
                        <a:pt x="180039" y="336884"/>
                        <a:pt x="162393" y="333676"/>
                        <a:pt x="145548" y="327259"/>
                      </a:cubicBezTo>
                      <a:cubicBezTo>
                        <a:pt x="111058" y="312821"/>
                        <a:pt x="82984" y="286352"/>
                        <a:pt x="68546" y="252663"/>
                      </a:cubicBezTo>
                      <a:cubicBezTo>
                        <a:pt x="53306" y="218173"/>
                        <a:pt x="53306" y="179672"/>
                        <a:pt x="66942" y="145181"/>
                      </a:cubicBezTo>
                      <a:cubicBezTo>
                        <a:pt x="87797" y="90638"/>
                        <a:pt x="138330" y="56147"/>
                        <a:pt x="196883" y="56147"/>
                      </a:cubicBezTo>
                      <a:close/>
                      <a:moveTo>
                        <a:pt x="196883" y="0"/>
                      </a:moveTo>
                      <a:cubicBezTo>
                        <a:pt x="118277" y="0"/>
                        <a:pt x="44483" y="46522"/>
                        <a:pt x="14003" y="123524"/>
                      </a:cubicBezTo>
                      <a:cubicBezTo>
                        <a:pt x="-26102" y="224589"/>
                        <a:pt x="22826" y="339291"/>
                        <a:pt x="123892" y="379396"/>
                      </a:cubicBezTo>
                      <a:cubicBezTo>
                        <a:pt x="147955" y="389021"/>
                        <a:pt x="172820" y="393834"/>
                        <a:pt x="196883" y="393834"/>
                      </a:cubicBezTo>
                      <a:cubicBezTo>
                        <a:pt x="275490" y="393834"/>
                        <a:pt x="349283" y="347312"/>
                        <a:pt x="379763" y="270310"/>
                      </a:cubicBezTo>
                      <a:cubicBezTo>
                        <a:pt x="419869" y="169245"/>
                        <a:pt x="370940" y="54544"/>
                        <a:pt x="269875" y="14438"/>
                      </a:cubicBezTo>
                      <a:cubicBezTo>
                        <a:pt x="245009" y="4813"/>
                        <a:pt x="220946" y="0"/>
                        <a:pt x="196883" y="0"/>
                      </a:cubicBezTo>
                      <a:close/>
                    </a:path>
                  </a:pathLst>
                </a:custGeom>
                <a:solidFill>
                  <a:srgbClr val="0078D4"/>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95" name="Freeform: Shape 94">
                  <a:extLst>
                    <a:ext uri="{FF2B5EF4-FFF2-40B4-BE49-F238E27FC236}">
                      <a16:creationId xmlns:a16="http://schemas.microsoft.com/office/drawing/2014/main" id="{F7C3A802-D448-C896-2EF4-E93F8D8A0AE6}"/>
                    </a:ext>
                  </a:extLst>
                </p:cNvPr>
                <p:cNvSpPr/>
                <p:nvPr/>
              </p:nvSpPr>
              <p:spPr>
                <a:xfrm>
                  <a:off x="11794679" y="5253894"/>
                  <a:ext cx="59355" cy="52938"/>
                </a:xfrm>
                <a:custGeom>
                  <a:avLst/>
                  <a:gdLst>
                    <a:gd name="connsiteX0" fmla="*/ 13636 w 59355"/>
                    <a:gd name="connsiteY0" fmla="*/ 0 h 52938"/>
                    <a:gd name="connsiteX1" fmla="*/ 0 w 59355"/>
                    <a:gd name="connsiteY1" fmla="*/ 34490 h 52938"/>
                    <a:gd name="connsiteX2" fmla="*/ 45720 w 59355"/>
                    <a:gd name="connsiteY2" fmla="*/ 52939 h 52938"/>
                    <a:gd name="connsiteX3" fmla="*/ 59356 w 59355"/>
                    <a:gd name="connsiteY3" fmla="*/ 18448 h 52938"/>
                    <a:gd name="connsiteX4" fmla="*/ 13636 w 59355"/>
                    <a:gd name="connsiteY4" fmla="*/ 0 h 52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355" h="52938">
                      <a:moveTo>
                        <a:pt x="13636" y="0"/>
                      </a:moveTo>
                      <a:lnTo>
                        <a:pt x="0" y="34490"/>
                      </a:lnTo>
                      <a:lnTo>
                        <a:pt x="45720" y="52939"/>
                      </a:lnTo>
                      <a:lnTo>
                        <a:pt x="59356" y="18448"/>
                      </a:lnTo>
                      <a:lnTo>
                        <a:pt x="13636" y="0"/>
                      </a:lnTo>
                      <a:close/>
                    </a:path>
                  </a:pathLst>
                </a:custGeom>
                <a:solidFill>
                  <a:srgbClr val="0078D4"/>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96" name="Freeform: Shape 95">
                  <a:extLst>
                    <a:ext uri="{FF2B5EF4-FFF2-40B4-BE49-F238E27FC236}">
                      <a16:creationId xmlns:a16="http://schemas.microsoft.com/office/drawing/2014/main" id="{367EEBAE-A546-12BD-E3C7-B3FEF104CC7A}"/>
                    </a:ext>
                  </a:extLst>
                </p:cNvPr>
                <p:cNvSpPr/>
                <p:nvPr/>
              </p:nvSpPr>
              <p:spPr>
                <a:xfrm>
                  <a:off x="11643081" y="5632487"/>
                  <a:ext cx="59355" cy="52938"/>
                </a:xfrm>
                <a:custGeom>
                  <a:avLst/>
                  <a:gdLst>
                    <a:gd name="connsiteX0" fmla="*/ 13636 w 59355"/>
                    <a:gd name="connsiteY0" fmla="*/ 0 h 52938"/>
                    <a:gd name="connsiteX1" fmla="*/ 0 w 59355"/>
                    <a:gd name="connsiteY1" fmla="*/ 34490 h 52938"/>
                    <a:gd name="connsiteX2" fmla="*/ 45720 w 59355"/>
                    <a:gd name="connsiteY2" fmla="*/ 52939 h 52938"/>
                    <a:gd name="connsiteX3" fmla="*/ 59356 w 59355"/>
                    <a:gd name="connsiteY3" fmla="*/ 18448 h 52938"/>
                    <a:gd name="connsiteX4" fmla="*/ 13636 w 59355"/>
                    <a:gd name="connsiteY4" fmla="*/ 0 h 52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355" h="52938">
                      <a:moveTo>
                        <a:pt x="13636" y="0"/>
                      </a:moveTo>
                      <a:lnTo>
                        <a:pt x="0" y="34490"/>
                      </a:lnTo>
                      <a:lnTo>
                        <a:pt x="45720" y="52939"/>
                      </a:lnTo>
                      <a:lnTo>
                        <a:pt x="59356" y="18448"/>
                      </a:lnTo>
                      <a:lnTo>
                        <a:pt x="13636" y="0"/>
                      </a:lnTo>
                      <a:close/>
                    </a:path>
                  </a:pathLst>
                </a:custGeom>
                <a:solidFill>
                  <a:srgbClr val="0078D4"/>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97" name="Freeform: Shape 96">
                  <a:extLst>
                    <a:ext uri="{FF2B5EF4-FFF2-40B4-BE49-F238E27FC236}">
                      <a16:creationId xmlns:a16="http://schemas.microsoft.com/office/drawing/2014/main" id="{BA19542C-199B-EB4B-37D4-A9614D1842F0}"/>
                    </a:ext>
                  </a:extLst>
                </p:cNvPr>
                <p:cNvSpPr/>
                <p:nvPr/>
              </p:nvSpPr>
              <p:spPr>
                <a:xfrm>
                  <a:off x="11911786" y="5515380"/>
                  <a:ext cx="52938" cy="59355"/>
                </a:xfrm>
                <a:custGeom>
                  <a:avLst/>
                  <a:gdLst>
                    <a:gd name="connsiteX0" fmla="*/ 18448 w 52938"/>
                    <a:gd name="connsiteY0" fmla="*/ 0 h 59355"/>
                    <a:gd name="connsiteX1" fmla="*/ 0 w 52938"/>
                    <a:gd name="connsiteY1" fmla="*/ 45720 h 59355"/>
                    <a:gd name="connsiteX2" fmla="*/ 34490 w 52938"/>
                    <a:gd name="connsiteY2" fmla="*/ 59356 h 59355"/>
                    <a:gd name="connsiteX3" fmla="*/ 52939 w 52938"/>
                    <a:gd name="connsiteY3" fmla="*/ 13636 h 59355"/>
                    <a:gd name="connsiteX4" fmla="*/ 18448 w 52938"/>
                    <a:gd name="connsiteY4" fmla="*/ 0 h 593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38" h="59355">
                      <a:moveTo>
                        <a:pt x="18448" y="0"/>
                      </a:moveTo>
                      <a:lnTo>
                        <a:pt x="0" y="45720"/>
                      </a:lnTo>
                      <a:lnTo>
                        <a:pt x="34490" y="59356"/>
                      </a:lnTo>
                      <a:lnTo>
                        <a:pt x="52939" y="13636"/>
                      </a:lnTo>
                      <a:lnTo>
                        <a:pt x="18448" y="0"/>
                      </a:lnTo>
                      <a:close/>
                    </a:path>
                  </a:pathLst>
                </a:custGeom>
                <a:solidFill>
                  <a:srgbClr val="0078D4"/>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98" name="Freeform: Shape 97">
                  <a:extLst>
                    <a:ext uri="{FF2B5EF4-FFF2-40B4-BE49-F238E27FC236}">
                      <a16:creationId xmlns:a16="http://schemas.microsoft.com/office/drawing/2014/main" id="{AAEE3672-5E3A-9995-8392-B12928975013}"/>
                    </a:ext>
                  </a:extLst>
                </p:cNvPr>
                <p:cNvSpPr/>
                <p:nvPr/>
              </p:nvSpPr>
              <p:spPr>
                <a:xfrm>
                  <a:off x="11533192" y="5364584"/>
                  <a:ext cx="52938" cy="59355"/>
                </a:xfrm>
                <a:custGeom>
                  <a:avLst/>
                  <a:gdLst>
                    <a:gd name="connsiteX0" fmla="*/ 18449 w 52938"/>
                    <a:gd name="connsiteY0" fmla="*/ 0 h 59355"/>
                    <a:gd name="connsiteX1" fmla="*/ 0 w 52938"/>
                    <a:gd name="connsiteY1" fmla="*/ 45720 h 59355"/>
                    <a:gd name="connsiteX2" fmla="*/ 34491 w 52938"/>
                    <a:gd name="connsiteY2" fmla="*/ 59356 h 59355"/>
                    <a:gd name="connsiteX3" fmla="*/ 52939 w 52938"/>
                    <a:gd name="connsiteY3" fmla="*/ 13636 h 59355"/>
                    <a:gd name="connsiteX4" fmla="*/ 18449 w 52938"/>
                    <a:gd name="connsiteY4" fmla="*/ 0 h 593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38" h="59355">
                      <a:moveTo>
                        <a:pt x="18449" y="0"/>
                      </a:moveTo>
                      <a:lnTo>
                        <a:pt x="0" y="45720"/>
                      </a:lnTo>
                      <a:lnTo>
                        <a:pt x="34491" y="59356"/>
                      </a:lnTo>
                      <a:lnTo>
                        <a:pt x="52939" y="13636"/>
                      </a:lnTo>
                      <a:lnTo>
                        <a:pt x="18449" y="0"/>
                      </a:lnTo>
                      <a:close/>
                    </a:path>
                  </a:pathLst>
                </a:custGeom>
                <a:solidFill>
                  <a:srgbClr val="0078D4"/>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99" name="Freeform: Shape 98">
                  <a:extLst>
                    <a:ext uri="{FF2B5EF4-FFF2-40B4-BE49-F238E27FC236}">
                      <a16:creationId xmlns:a16="http://schemas.microsoft.com/office/drawing/2014/main" id="{929BED20-8266-C216-FA65-513000588939}"/>
                    </a:ext>
                  </a:extLst>
                </p:cNvPr>
                <p:cNvSpPr/>
                <p:nvPr/>
              </p:nvSpPr>
              <p:spPr>
                <a:xfrm>
                  <a:off x="11534797" y="5520193"/>
                  <a:ext cx="52938" cy="59355"/>
                </a:xfrm>
                <a:custGeom>
                  <a:avLst/>
                  <a:gdLst>
                    <a:gd name="connsiteX0" fmla="*/ 33688 w 52938"/>
                    <a:gd name="connsiteY0" fmla="*/ 0 h 59355"/>
                    <a:gd name="connsiteX1" fmla="*/ 0 w 52938"/>
                    <a:gd name="connsiteY1" fmla="*/ 14438 h 59355"/>
                    <a:gd name="connsiteX2" fmla="*/ 19250 w 52938"/>
                    <a:gd name="connsiteY2" fmla="*/ 59355 h 59355"/>
                    <a:gd name="connsiteX3" fmla="*/ 52939 w 52938"/>
                    <a:gd name="connsiteY3" fmla="*/ 44918 h 59355"/>
                    <a:gd name="connsiteX4" fmla="*/ 33688 w 52938"/>
                    <a:gd name="connsiteY4" fmla="*/ 0 h 593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38" h="59355">
                      <a:moveTo>
                        <a:pt x="33688" y="0"/>
                      </a:moveTo>
                      <a:lnTo>
                        <a:pt x="0" y="14438"/>
                      </a:lnTo>
                      <a:lnTo>
                        <a:pt x="19250" y="59355"/>
                      </a:lnTo>
                      <a:lnTo>
                        <a:pt x="52939" y="44918"/>
                      </a:lnTo>
                      <a:lnTo>
                        <a:pt x="33688" y="0"/>
                      </a:lnTo>
                      <a:close/>
                    </a:path>
                  </a:pathLst>
                </a:custGeom>
                <a:solidFill>
                  <a:srgbClr val="0078D4"/>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100" name="Freeform: Shape 99">
                  <a:extLst>
                    <a:ext uri="{FF2B5EF4-FFF2-40B4-BE49-F238E27FC236}">
                      <a16:creationId xmlns:a16="http://schemas.microsoft.com/office/drawing/2014/main" id="{22EA0D9C-932D-6825-263D-570E44AC669B}"/>
                    </a:ext>
                  </a:extLst>
                </p:cNvPr>
                <p:cNvSpPr/>
                <p:nvPr/>
              </p:nvSpPr>
              <p:spPr>
                <a:xfrm>
                  <a:off x="11909380" y="5359772"/>
                  <a:ext cx="52938" cy="59355"/>
                </a:xfrm>
                <a:custGeom>
                  <a:avLst/>
                  <a:gdLst>
                    <a:gd name="connsiteX0" fmla="*/ 33689 w 52938"/>
                    <a:gd name="connsiteY0" fmla="*/ 0 h 59355"/>
                    <a:gd name="connsiteX1" fmla="*/ 0 w 52938"/>
                    <a:gd name="connsiteY1" fmla="*/ 14438 h 59355"/>
                    <a:gd name="connsiteX2" fmla="*/ 19251 w 52938"/>
                    <a:gd name="connsiteY2" fmla="*/ 59355 h 59355"/>
                    <a:gd name="connsiteX3" fmla="*/ 52939 w 52938"/>
                    <a:gd name="connsiteY3" fmla="*/ 44918 h 59355"/>
                    <a:gd name="connsiteX4" fmla="*/ 33689 w 52938"/>
                    <a:gd name="connsiteY4" fmla="*/ 0 h 593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38" h="59355">
                      <a:moveTo>
                        <a:pt x="33689" y="0"/>
                      </a:moveTo>
                      <a:lnTo>
                        <a:pt x="0" y="14438"/>
                      </a:lnTo>
                      <a:lnTo>
                        <a:pt x="19251" y="59355"/>
                      </a:lnTo>
                      <a:lnTo>
                        <a:pt x="52939" y="44918"/>
                      </a:lnTo>
                      <a:lnTo>
                        <a:pt x="33689" y="0"/>
                      </a:lnTo>
                      <a:close/>
                    </a:path>
                  </a:pathLst>
                </a:custGeom>
                <a:solidFill>
                  <a:srgbClr val="0078D4"/>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101" name="Freeform: Shape 100">
                  <a:extLst>
                    <a:ext uri="{FF2B5EF4-FFF2-40B4-BE49-F238E27FC236}">
                      <a16:creationId xmlns:a16="http://schemas.microsoft.com/office/drawing/2014/main" id="{8E67EE83-D337-2832-AE1A-74B57E07F24B}"/>
                    </a:ext>
                  </a:extLst>
                </p:cNvPr>
                <p:cNvSpPr/>
                <p:nvPr/>
              </p:nvSpPr>
              <p:spPr>
                <a:xfrm>
                  <a:off x="11799491" y="5630081"/>
                  <a:ext cx="59355" cy="52939"/>
                </a:xfrm>
                <a:custGeom>
                  <a:avLst/>
                  <a:gdLst>
                    <a:gd name="connsiteX0" fmla="*/ 44918 w 59355"/>
                    <a:gd name="connsiteY0" fmla="*/ 0 h 52939"/>
                    <a:gd name="connsiteX1" fmla="*/ 0 w 59355"/>
                    <a:gd name="connsiteY1" fmla="*/ 19251 h 52939"/>
                    <a:gd name="connsiteX2" fmla="*/ 14438 w 59355"/>
                    <a:gd name="connsiteY2" fmla="*/ 52939 h 52939"/>
                    <a:gd name="connsiteX3" fmla="*/ 59356 w 59355"/>
                    <a:gd name="connsiteY3" fmla="*/ 33689 h 52939"/>
                    <a:gd name="connsiteX4" fmla="*/ 44918 w 59355"/>
                    <a:gd name="connsiteY4" fmla="*/ 0 h 529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355" h="52939">
                      <a:moveTo>
                        <a:pt x="44918" y="0"/>
                      </a:moveTo>
                      <a:lnTo>
                        <a:pt x="0" y="19251"/>
                      </a:lnTo>
                      <a:lnTo>
                        <a:pt x="14438" y="52939"/>
                      </a:lnTo>
                      <a:lnTo>
                        <a:pt x="59356" y="33689"/>
                      </a:lnTo>
                      <a:lnTo>
                        <a:pt x="44918" y="0"/>
                      </a:lnTo>
                      <a:close/>
                    </a:path>
                  </a:pathLst>
                </a:custGeom>
                <a:solidFill>
                  <a:srgbClr val="0078D4"/>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102" name="Freeform: Shape 101">
                  <a:extLst>
                    <a:ext uri="{FF2B5EF4-FFF2-40B4-BE49-F238E27FC236}">
                      <a16:creationId xmlns:a16="http://schemas.microsoft.com/office/drawing/2014/main" id="{D646D4B5-DEAB-406F-FB95-7197743C01FD}"/>
                    </a:ext>
                  </a:extLst>
                </p:cNvPr>
                <p:cNvSpPr/>
                <p:nvPr/>
              </p:nvSpPr>
              <p:spPr>
                <a:xfrm>
                  <a:off x="11638268" y="5255498"/>
                  <a:ext cx="59355" cy="52938"/>
                </a:xfrm>
                <a:custGeom>
                  <a:avLst/>
                  <a:gdLst>
                    <a:gd name="connsiteX0" fmla="*/ 44918 w 59355"/>
                    <a:gd name="connsiteY0" fmla="*/ 0 h 52938"/>
                    <a:gd name="connsiteX1" fmla="*/ 0 w 59355"/>
                    <a:gd name="connsiteY1" fmla="*/ 19250 h 52938"/>
                    <a:gd name="connsiteX2" fmla="*/ 14438 w 59355"/>
                    <a:gd name="connsiteY2" fmla="*/ 52939 h 52938"/>
                    <a:gd name="connsiteX3" fmla="*/ 59356 w 59355"/>
                    <a:gd name="connsiteY3" fmla="*/ 33688 h 52938"/>
                    <a:gd name="connsiteX4" fmla="*/ 44918 w 59355"/>
                    <a:gd name="connsiteY4" fmla="*/ 0 h 52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355" h="52938">
                      <a:moveTo>
                        <a:pt x="44918" y="0"/>
                      </a:moveTo>
                      <a:lnTo>
                        <a:pt x="0" y="19250"/>
                      </a:lnTo>
                      <a:lnTo>
                        <a:pt x="14438" y="52939"/>
                      </a:lnTo>
                      <a:lnTo>
                        <a:pt x="59356" y="33688"/>
                      </a:lnTo>
                      <a:lnTo>
                        <a:pt x="44918" y="0"/>
                      </a:lnTo>
                      <a:close/>
                    </a:path>
                  </a:pathLst>
                </a:custGeom>
                <a:solidFill>
                  <a:srgbClr val="0078D4"/>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grpSp>
          <p:grpSp>
            <p:nvGrpSpPr>
              <p:cNvPr id="84" name="Graphic 5">
                <a:extLst>
                  <a:ext uri="{FF2B5EF4-FFF2-40B4-BE49-F238E27FC236}">
                    <a16:creationId xmlns:a16="http://schemas.microsoft.com/office/drawing/2014/main" id="{DA09C472-78E0-0406-B177-27C6A9A0378E}"/>
                  </a:ext>
                </a:extLst>
              </p:cNvPr>
              <p:cNvGrpSpPr/>
              <p:nvPr/>
            </p:nvGrpSpPr>
            <p:grpSpPr>
              <a:xfrm>
                <a:off x="11364750" y="5590778"/>
                <a:ext cx="262288" cy="263090"/>
                <a:chOff x="11364750" y="5590778"/>
                <a:chExt cx="262288" cy="263090"/>
              </a:xfrm>
              <a:solidFill>
                <a:srgbClr val="50E6FF"/>
              </a:solidFill>
            </p:grpSpPr>
            <p:sp>
              <p:nvSpPr>
                <p:cNvPr id="85" name="Freeform: Shape 103">
                  <a:extLst>
                    <a:ext uri="{FF2B5EF4-FFF2-40B4-BE49-F238E27FC236}">
                      <a16:creationId xmlns:a16="http://schemas.microsoft.com/office/drawing/2014/main" id="{05060802-2B23-301E-ABC2-91B5026BBBAA}"/>
                    </a:ext>
                  </a:extLst>
                </p:cNvPr>
                <p:cNvSpPr/>
                <p:nvPr/>
              </p:nvSpPr>
              <p:spPr>
                <a:xfrm>
                  <a:off x="11383161" y="5610830"/>
                  <a:ext cx="224636" cy="225391"/>
                </a:xfrm>
                <a:custGeom>
                  <a:avLst/>
                  <a:gdLst>
                    <a:gd name="connsiteX0" fmla="*/ 112332 w 224636"/>
                    <a:gd name="connsiteY0" fmla="*/ 56147 h 225391"/>
                    <a:gd name="connsiteX1" fmla="*/ 168480 w 224636"/>
                    <a:gd name="connsiteY1" fmla="*/ 111492 h 225391"/>
                    <a:gd name="connsiteX2" fmla="*/ 113134 w 224636"/>
                    <a:gd name="connsiteY2" fmla="*/ 168442 h 225391"/>
                    <a:gd name="connsiteX3" fmla="*/ 112332 w 224636"/>
                    <a:gd name="connsiteY3" fmla="*/ 168442 h 225391"/>
                    <a:gd name="connsiteX4" fmla="*/ 56185 w 224636"/>
                    <a:gd name="connsiteY4" fmla="*/ 113097 h 225391"/>
                    <a:gd name="connsiteX5" fmla="*/ 111530 w 224636"/>
                    <a:gd name="connsiteY5" fmla="*/ 56147 h 225391"/>
                    <a:gd name="connsiteX6" fmla="*/ 112332 w 224636"/>
                    <a:gd name="connsiteY6" fmla="*/ 56147 h 225391"/>
                    <a:gd name="connsiteX7" fmla="*/ 112332 w 224636"/>
                    <a:gd name="connsiteY7" fmla="*/ 0 h 225391"/>
                    <a:gd name="connsiteX8" fmla="*/ 110728 w 224636"/>
                    <a:gd name="connsiteY8" fmla="*/ 0 h 225391"/>
                    <a:gd name="connsiteX9" fmla="*/ 38 w 224636"/>
                    <a:gd name="connsiteY9" fmla="*/ 114701 h 225391"/>
                    <a:gd name="connsiteX10" fmla="*/ 112332 w 224636"/>
                    <a:gd name="connsiteY10" fmla="*/ 225391 h 225391"/>
                    <a:gd name="connsiteX11" fmla="*/ 113937 w 224636"/>
                    <a:gd name="connsiteY11" fmla="*/ 225391 h 225391"/>
                    <a:gd name="connsiteX12" fmla="*/ 224627 w 224636"/>
                    <a:gd name="connsiteY12" fmla="*/ 110690 h 225391"/>
                    <a:gd name="connsiteX13" fmla="*/ 112332 w 224636"/>
                    <a:gd name="connsiteY13" fmla="*/ 0 h 225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636" h="225391">
                      <a:moveTo>
                        <a:pt x="112332" y="56147"/>
                      </a:moveTo>
                      <a:cubicBezTo>
                        <a:pt x="142812" y="56147"/>
                        <a:pt x="167678" y="81012"/>
                        <a:pt x="168480" y="111492"/>
                      </a:cubicBezTo>
                      <a:cubicBezTo>
                        <a:pt x="169282" y="142775"/>
                        <a:pt x="144417" y="168442"/>
                        <a:pt x="113134" y="168442"/>
                      </a:cubicBezTo>
                      <a:lnTo>
                        <a:pt x="112332" y="168442"/>
                      </a:lnTo>
                      <a:cubicBezTo>
                        <a:pt x="81852" y="168442"/>
                        <a:pt x="56185" y="143577"/>
                        <a:pt x="56185" y="113097"/>
                      </a:cubicBezTo>
                      <a:cubicBezTo>
                        <a:pt x="55383" y="81815"/>
                        <a:pt x="80248" y="56147"/>
                        <a:pt x="111530" y="56147"/>
                      </a:cubicBezTo>
                      <a:lnTo>
                        <a:pt x="112332" y="56147"/>
                      </a:lnTo>
                      <a:close/>
                      <a:moveTo>
                        <a:pt x="112332" y="0"/>
                      </a:moveTo>
                      <a:cubicBezTo>
                        <a:pt x="111530" y="0"/>
                        <a:pt x="111530" y="0"/>
                        <a:pt x="110728" y="0"/>
                      </a:cubicBezTo>
                      <a:cubicBezTo>
                        <a:pt x="48164" y="802"/>
                        <a:pt x="-1567" y="52137"/>
                        <a:pt x="38" y="114701"/>
                      </a:cubicBezTo>
                      <a:cubicBezTo>
                        <a:pt x="840" y="176463"/>
                        <a:pt x="51372" y="225391"/>
                        <a:pt x="112332" y="225391"/>
                      </a:cubicBezTo>
                      <a:cubicBezTo>
                        <a:pt x="113134" y="225391"/>
                        <a:pt x="113134" y="225391"/>
                        <a:pt x="113937" y="225391"/>
                      </a:cubicBezTo>
                      <a:cubicBezTo>
                        <a:pt x="175699" y="224589"/>
                        <a:pt x="225429" y="173255"/>
                        <a:pt x="224627" y="110690"/>
                      </a:cubicBezTo>
                      <a:cubicBezTo>
                        <a:pt x="223825" y="49731"/>
                        <a:pt x="174094" y="0"/>
                        <a:pt x="112332" y="0"/>
                      </a:cubicBezTo>
                      <a:close/>
                    </a:path>
                  </a:pathLst>
                </a:custGeom>
                <a:solidFill>
                  <a:srgbClr val="50E6FF"/>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86" name="Freeform: Shape 104">
                  <a:extLst>
                    <a:ext uri="{FF2B5EF4-FFF2-40B4-BE49-F238E27FC236}">
                      <a16:creationId xmlns:a16="http://schemas.microsoft.com/office/drawing/2014/main" id="{7092168E-6BC3-FC8F-F378-EAD3525464EE}"/>
                    </a:ext>
                  </a:extLst>
                </p:cNvPr>
                <p:cNvSpPr/>
                <p:nvPr/>
              </p:nvSpPr>
              <p:spPr>
                <a:xfrm>
                  <a:off x="11479451" y="5590778"/>
                  <a:ext cx="28073" cy="24063"/>
                </a:xfrm>
                <a:custGeom>
                  <a:avLst/>
                  <a:gdLst>
                    <a:gd name="connsiteX0" fmla="*/ 28074 w 28073"/>
                    <a:gd name="connsiteY0" fmla="*/ 23261 h 24063"/>
                    <a:gd name="connsiteX1" fmla="*/ 802 w 28073"/>
                    <a:gd name="connsiteY1" fmla="*/ 24063 h 24063"/>
                    <a:gd name="connsiteX2" fmla="*/ 0 w 28073"/>
                    <a:gd name="connsiteY2" fmla="*/ 802 h 24063"/>
                    <a:gd name="connsiteX3" fmla="*/ 27272 w 28073"/>
                    <a:gd name="connsiteY3" fmla="*/ 0 h 24063"/>
                    <a:gd name="connsiteX4" fmla="*/ 28074 w 28073"/>
                    <a:gd name="connsiteY4" fmla="*/ 23261 h 24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073" h="24063">
                      <a:moveTo>
                        <a:pt x="28074" y="23261"/>
                      </a:moveTo>
                      <a:lnTo>
                        <a:pt x="802" y="24063"/>
                      </a:lnTo>
                      <a:lnTo>
                        <a:pt x="0" y="802"/>
                      </a:lnTo>
                      <a:lnTo>
                        <a:pt x="27272" y="0"/>
                      </a:lnTo>
                      <a:lnTo>
                        <a:pt x="28074" y="23261"/>
                      </a:lnTo>
                      <a:close/>
                    </a:path>
                  </a:pathLst>
                </a:custGeom>
                <a:solidFill>
                  <a:srgbClr val="50E6FF"/>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87" name="Freeform: Shape 105">
                  <a:extLst>
                    <a:ext uri="{FF2B5EF4-FFF2-40B4-BE49-F238E27FC236}">
                      <a16:creationId xmlns:a16="http://schemas.microsoft.com/office/drawing/2014/main" id="{1F3DA877-77D9-0278-3FF8-00C9A31E4A56}"/>
                    </a:ext>
                  </a:extLst>
                </p:cNvPr>
                <p:cNvSpPr/>
                <p:nvPr/>
              </p:nvSpPr>
              <p:spPr>
                <a:xfrm>
                  <a:off x="11484264" y="5829805"/>
                  <a:ext cx="28073" cy="24063"/>
                </a:xfrm>
                <a:custGeom>
                  <a:avLst/>
                  <a:gdLst>
                    <a:gd name="connsiteX0" fmla="*/ 28074 w 28073"/>
                    <a:gd name="connsiteY0" fmla="*/ 23261 h 24063"/>
                    <a:gd name="connsiteX1" fmla="*/ 802 w 28073"/>
                    <a:gd name="connsiteY1" fmla="*/ 24063 h 24063"/>
                    <a:gd name="connsiteX2" fmla="*/ 0 w 28073"/>
                    <a:gd name="connsiteY2" fmla="*/ 802 h 24063"/>
                    <a:gd name="connsiteX3" fmla="*/ 27272 w 28073"/>
                    <a:gd name="connsiteY3" fmla="*/ 0 h 24063"/>
                    <a:gd name="connsiteX4" fmla="*/ 28074 w 28073"/>
                    <a:gd name="connsiteY4" fmla="*/ 23261 h 24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073" h="24063">
                      <a:moveTo>
                        <a:pt x="28074" y="23261"/>
                      </a:moveTo>
                      <a:lnTo>
                        <a:pt x="802" y="24063"/>
                      </a:lnTo>
                      <a:lnTo>
                        <a:pt x="0" y="802"/>
                      </a:lnTo>
                      <a:lnTo>
                        <a:pt x="27272" y="0"/>
                      </a:lnTo>
                      <a:lnTo>
                        <a:pt x="28074" y="23261"/>
                      </a:lnTo>
                      <a:close/>
                    </a:path>
                  </a:pathLst>
                </a:custGeom>
                <a:solidFill>
                  <a:srgbClr val="50E6FF"/>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88" name="Freeform: Shape 106">
                  <a:extLst>
                    <a:ext uri="{FF2B5EF4-FFF2-40B4-BE49-F238E27FC236}">
                      <a16:creationId xmlns:a16="http://schemas.microsoft.com/office/drawing/2014/main" id="{6C559AB4-1BCF-5836-F588-92BA5886C8CE}"/>
                    </a:ext>
                  </a:extLst>
                </p:cNvPr>
                <p:cNvSpPr/>
                <p:nvPr/>
              </p:nvSpPr>
              <p:spPr>
                <a:xfrm>
                  <a:off x="11602976" y="5708687"/>
                  <a:ext cx="24063" cy="27271"/>
                </a:xfrm>
                <a:custGeom>
                  <a:avLst/>
                  <a:gdLst>
                    <a:gd name="connsiteX0" fmla="*/ 23261 w 24063"/>
                    <a:gd name="connsiteY0" fmla="*/ 0 h 27271"/>
                    <a:gd name="connsiteX1" fmla="*/ 24063 w 24063"/>
                    <a:gd name="connsiteY1" fmla="*/ 27271 h 27271"/>
                    <a:gd name="connsiteX2" fmla="*/ 802 w 24063"/>
                    <a:gd name="connsiteY2" fmla="*/ 27271 h 27271"/>
                    <a:gd name="connsiteX3" fmla="*/ 0 w 24063"/>
                    <a:gd name="connsiteY3" fmla="*/ 0 h 27271"/>
                    <a:gd name="connsiteX4" fmla="*/ 23261 w 24063"/>
                    <a:gd name="connsiteY4" fmla="*/ 0 h 272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63" h="27271">
                      <a:moveTo>
                        <a:pt x="23261" y="0"/>
                      </a:moveTo>
                      <a:lnTo>
                        <a:pt x="24063" y="27271"/>
                      </a:lnTo>
                      <a:lnTo>
                        <a:pt x="802" y="27271"/>
                      </a:lnTo>
                      <a:lnTo>
                        <a:pt x="0" y="0"/>
                      </a:lnTo>
                      <a:lnTo>
                        <a:pt x="23261" y="0"/>
                      </a:lnTo>
                      <a:close/>
                    </a:path>
                  </a:pathLst>
                </a:custGeom>
                <a:solidFill>
                  <a:srgbClr val="50E6FF"/>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89" name="Freeform: Shape 107">
                  <a:extLst>
                    <a:ext uri="{FF2B5EF4-FFF2-40B4-BE49-F238E27FC236}">
                      <a16:creationId xmlns:a16="http://schemas.microsoft.com/office/drawing/2014/main" id="{BDD8B82C-E215-C6D3-086A-2EAB69D001B4}"/>
                    </a:ext>
                  </a:extLst>
                </p:cNvPr>
                <p:cNvSpPr/>
                <p:nvPr/>
              </p:nvSpPr>
              <p:spPr>
                <a:xfrm>
                  <a:off x="11364750" y="5708687"/>
                  <a:ext cx="24063" cy="27271"/>
                </a:xfrm>
                <a:custGeom>
                  <a:avLst/>
                  <a:gdLst>
                    <a:gd name="connsiteX0" fmla="*/ 23261 w 24063"/>
                    <a:gd name="connsiteY0" fmla="*/ 0 h 27271"/>
                    <a:gd name="connsiteX1" fmla="*/ 24063 w 24063"/>
                    <a:gd name="connsiteY1" fmla="*/ 27271 h 27271"/>
                    <a:gd name="connsiteX2" fmla="*/ 802 w 24063"/>
                    <a:gd name="connsiteY2" fmla="*/ 27271 h 27271"/>
                    <a:gd name="connsiteX3" fmla="*/ 0 w 24063"/>
                    <a:gd name="connsiteY3" fmla="*/ 0 h 27271"/>
                    <a:gd name="connsiteX4" fmla="*/ 23261 w 24063"/>
                    <a:gd name="connsiteY4" fmla="*/ 0 h 272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63" h="27271">
                      <a:moveTo>
                        <a:pt x="23261" y="0"/>
                      </a:moveTo>
                      <a:lnTo>
                        <a:pt x="24063" y="27271"/>
                      </a:lnTo>
                      <a:lnTo>
                        <a:pt x="802" y="27271"/>
                      </a:lnTo>
                      <a:lnTo>
                        <a:pt x="0" y="0"/>
                      </a:lnTo>
                      <a:lnTo>
                        <a:pt x="23261" y="0"/>
                      </a:lnTo>
                      <a:close/>
                    </a:path>
                  </a:pathLst>
                </a:custGeom>
                <a:solidFill>
                  <a:srgbClr val="50E6FF"/>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90" name="Freeform: Shape 108">
                  <a:extLst>
                    <a:ext uri="{FF2B5EF4-FFF2-40B4-BE49-F238E27FC236}">
                      <a16:creationId xmlns:a16="http://schemas.microsoft.com/office/drawing/2014/main" id="{3EEB9869-32A1-A281-7623-6AB25806A34E}"/>
                    </a:ext>
                  </a:extLst>
                </p:cNvPr>
                <p:cNvSpPr/>
                <p:nvPr/>
              </p:nvSpPr>
              <p:spPr>
                <a:xfrm>
                  <a:off x="11394428" y="5789700"/>
                  <a:ext cx="36094" cy="35292"/>
                </a:xfrm>
                <a:custGeom>
                  <a:avLst/>
                  <a:gdLst>
                    <a:gd name="connsiteX0" fmla="*/ 15240 w 36094"/>
                    <a:gd name="connsiteY0" fmla="*/ 0 h 35292"/>
                    <a:gd name="connsiteX1" fmla="*/ 36095 w 36094"/>
                    <a:gd name="connsiteY1" fmla="*/ 20053 h 35292"/>
                    <a:gd name="connsiteX2" fmla="*/ 20855 w 36094"/>
                    <a:gd name="connsiteY2" fmla="*/ 35293 h 35292"/>
                    <a:gd name="connsiteX3" fmla="*/ 0 w 36094"/>
                    <a:gd name="connsiteY3" fmla="*/ 15240 h 35292"/>
                    <a:gd name="connsiteX4" fmla="*/ 15240 w 36094"/>
                    <a:gd name="connsiteY4" fmla="*/ 0 h 35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94" h="35292">
                      <a:moveTo>
                        <a:pt x="15240" y="0"/>
                      </a:moveTo>
                      <a:lnTo>
                        <a:pt x="36095" y="20053"/>
                      </a:lnTo>
                      <a:lnTo>
                        <a:pt x="20855" y="35293"/>
                      </a:lnTo>
                      <a:lnTo>
                        <a:pt x="0" y="15240"/>
                      </a:lnTo>
                      <a:lnTo>
                        <a:pt x="15240" y="0"/>
                      </a:lnTo>
                      <a:close/>
                    </a:path>
                  </a:pathLst>
                </a:custGeom>
                <a:solidFill>
                  <a:srgbClr val="50E6FF"/>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91" name="Freeform: Shape 109">
                  <a:extLst>
                    <a:ext uri="{FF2B5EF4-FFF2-40B4-BE49-F238E27FC236}">
                      <a16:creationId xmlns:a16="http://schemas.microsoft.com/office/drawing/2014/main" id="{6848E655-9A1B-8D8B-4D33-6E593563B6A6}"/>
                    </a:ext>
                  </a:extLst>
                </p:cNvPr>
                <p:cNvSpPr/>
                <p:nvPr/>
              </p:nvSpPr>
              <p:spPr>
                <a:xfrm>
                  <a:off x="11562068" y="5621258"/>
                  <a:ext cx="36094" cy="35292"/>
                </a:xfrm>
                <a:custGeom>
                  <a:avLst/>
                  <a:gdLst>
                    <a:gd name="connsiteX0" fmla="*/ 15240 w 36094"/>
                    <a:gd name="connsiteY0" fmla="*/ 0 h 35292"/>
                    <a:gd name="connsiteX1" fmla="*/ 36095 w 36094"/>
                    <a:gd name="connsiteY1" fmla="*/ 20053 h 35292"/>
                    <a:gd name="connsiteX2" fmla="*/ 20855 w 36094"/>
                    <a:gd name="connsiteY2" fmla="*/ 35293 h 35292"/>
                    <a:gd name="connsiteX3" fmla="*/ 0 w 36094"/>
                    <a:gd name="connsiteY3" fmla="*/ 15240 h 35292"/>
                    <a:gd name="connsiteX4" fmla="*/ 15240 w 36094"/>
                    <a:gd name="connsiteY4" fmla="*/ 0 h 352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94" h="35292">
                      <a:moveTo>
                        <a:pt x="15240" y="0"/>
                      </a:moveTo>
                      <a:lnTo>
                        <a:pt x="36095" y="20053"/>
                      </a:lnTo>
                      <a:lnTo>
                        <a:pt x="20855" y="35293"/>
                      </a:lnTo>
                      <a:lnTo>
                        <a:pt x="0" y="15240"/>
                      </a:lnTo>
                      <a:lnTo>
                        <a:pt x="15240" y="0"/>
                      </a:lnTo>
                      <a:close/>
                    </a:path>
                  </a:pathLst>
                </a:custGeom>
                <a:solidFill>
                  <a:srgbClr val="50E6FF"/>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92" name="Freeform: Shape 110">
                  <a:extLst>
                    <a:ext uri="{FF2B5EF4-FFF2-40B4-BE49-F238E27FC236}">
                      <a16:creationId xmlns:a16="http://schemas.microsoft.com/office/drawing/2014/main" id="{6B6F1E89-AF31-2B01-5264-78FD8B6D166B}"/>
                    </a:ext>
                  </a:extLst>
                </p:cNvPr>
                <p:cNvSpPr/>
                <p:nvPr/>
              </p:nvSpPr>
              <p:spPr>
                <a:xfrm>
                  <a:off x="11563672" y="5787294"/>
                  <a:ext cx="36094" cy="36094"/>
                </a:xfrm>
                <a:custGeom>
                  <a:avLst/>
                  <a:gdLst>
                    <a:gd name="connsiteX0" fmla="*/ 0 w 36094"/>
                    <a:gd name="connsiteY0" fmla="*/ 20855 h 36094"/>
                    <a:gd name="connsiteX1" fmla="*/ 20053 w 36094"/>
                    <a:gd name="connsiteY1" fmla="*/ 0 h 36094"/>
                    <a:gd name="connsiteX2" fmla="*/ 36095 w 36094"/>
                    <a:gd name="connsiteY2" fmla="*/ 15240 h 36094"/>
                    <a:gd name="connsiteX3" fmla="*/ 15240 w 36094"/>
                    <a:gd name="connsiteY3" fmla="*/ 36095 h 36094"/>
                    <a:gd name="connsiteX4" fmla="*/ 0 w 36094"/>
                    <a:gd name="connsiteY4" fmla="*/ 20855 h 36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94" h="36094">
                      <a:moveTo>
                        <a:pt x="0" y="20855"/>
                      </a:moveTo>
                      <a:lnTo>
                        <a:pt x="20053" y="0"/>
                      </a:lnTo>
                      <a:lnTo>
                        <a:pt x="36095" y="15240"/>
                      </a:lnTo>
                      <a:lnTo>
                        <a:pt x="15240" y="36095"/>
                      </a:lnTo>
                      <a:lnTo>
                        <a:pt x="0" y="20855"/>
                      </a:lnTo>
                      <a:close/>
                    </a:path>
                  </a:pathLst>
                </a:custGeom>
                <a:solidFill>
                  <a:srgbClr val="50E6FF"/>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93" name="Freeform: Shape 111">
                  <a:extLst>
                    <a:ext uri="{FF2B5EF4-FFF2-40B4-BE49-F238E27FC236}">
                      <a16:creationId xmlns:a16="http://schemas.microsoft.com/office/drawing/2014/main" id="{1D7612D9-9F30-3AAD-A258-FB7040DFC269}"/>
                    </a:ext>
                  </a:extLst>
                </p:cNvPr>
                <p:cNvSpPr/>
                <p:nvPr/>
              </p:nvSpPr>
              <p:spPr>
                <a:xfrm>
                  <a:off x="11392022" y="5622862"/>
                  <a:ext cx="35292" cy="36094"/>
                </a:xfrm>
                <a:custGeom>
                  <a:avLst/>
                  <a:gdLst>
                    <a:gd name="connsiteX0" fmla="*/ 0 w 35292"/>
                    <a:gd name="connsiteY0" fmla="*/ 20855 h 36094"/>
                    <a:gd name="connsiteX1" fmla="*/ 20053 w 35292"/>
                    <a:gd name="connsiteY1" fmla="*/ 0 h 36094"/>
                    <a:gd name="connsiteX2" fmla="*/ 35293 w 35292"/>
                    <a:gd name="connsiteY2" fmla="*/ 15240 h 36094"/>
                    <a:gd name="connsiteX3" fmla="*/ 15240 w 35292"/>
                    <a:gd name="connsiteY3" fmla="*/ 36095 h 36094"/>
                    <a:gd name="connsiteX4" fmla="*/ 0 w 35292"/>
                    <a:gd name="connsiteY4" fmla="*/ 20855 h 36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292" h="36094">
                      <a:moveTo>
                        <a:pt x="0" y="20855"/>
                      </a:moveTo>
                      <a:lnTo>
                        <a:pt x="20053" y="0"/>
                      </a:lnTo>
                      <a:lnTo>
                        <a:pt x="35293" y="15240"/>
                      </a:lnTo>
                      <a:lnTo>
                        <a:pt x="15240" y="36095"/>
                      </a:lnTo>
                      <a:lnTo>
                        <a:pt x="0" y="20855"/>
                      </a:lnTo>
                      <a:close/>
                    </a:path>
                  </a:pathLst>
                </a:custGeom>
                <a:solidFill>
                  <a:srgbClr val="50E6FF"/>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grpSp>
        </p:grpSp>
      </p:grpSp>
      <p:grpSp>
        <p:nvGrpSpPr>
          <p:cNvPr id="103" name="Graphic 5">
            <a:extLst>
              <a:ext uri="{FF2B5EF4-FFF2-40B4-BE49-F238E27FC236}">
                <a16:creationId xmlns:a16="http://schemas.microsoft.com/office/drawing/2014/main" id="{BCEEB740-F07B-614A-FA76-CB7BB5FFF801}"/>
              </a:ext>
              <a:ext uri="{C183D7F6-B498-43B3-948B-1728B52AA6E4}">
                <adec:decorative xmlns:adec="http://schemas.microsoft.com/office/drawing/2017/decorative" val="1"/>
              </a:ext>
            </a:extLst>
          </p:cNvPr>
          <p:cNvGrpSpPr/>
          <p:nvPr/>
        </p:nvGrpSpPr>
        <p:grpSpPr>
          <a:xfrm>
            <a:off x="10268157" y="3876584"/>
            <a:ext cx="967308" cy="967308"/>
            <a:chOff x="9025811" y="4139769"/>
            <a:chExt cx="1108509" cy="1108509"/>
          </a:xfrm>
        </p:grpSpPr>
        <p:sp>
          <p:nvSpPr>
            <p:cNvPr id="104" name="Freeform: Shape 113">
              <a:extLst>
                <a:ext uri="{FF2B5EF4-FFF2-40B4-BE49-F238E27FC236}">
                  <a16:creationId xmlns:a16="http://schemas.microsoft.com/office/drawing/2014/main" id="{498A2F36-A1EF-50BC-3342-1537FA3728EB}"/>
                </a:ext>
              </a:extLst>
            </p:cNvPr>
            <p:cNvSpPr/>
            <p:nvPr/>
          </p:nvSpPr>
          <p:spPr>
            <a:xfrm>
              <a:off x="9025811" y="4139769"/>
              <a:ext cx="1108509" cy="1108509"/>
            </a:xfrm>
            <a:custGeom>
              <a:avLst/>
              <a:gdLst>
                <a:gd name="connsiteX0" fmla="*/ 1108509 w 1108509"/>
                <a:gd name="connsiteY0" fmla="*/ 554255 h 1108509"/>
                <a:gd name="connsiteX1" fmla="*/ 554255 w 1108509"/>
                <a:gd name="connsiteY1" fmla="*/ 1108510 h 1108509"/>
                <a:gd name="connsiteX2" fmla="*/ 0 w 1108509"/>
                <a:gd name="connsiteY2" fmla="*/ 554255 h 1108509"/>
                <a:gd name="connsiteX3" fmla="*/ 554255 w 1108509"/>
                <a:gd name="connsiteY3" fmla="*/ 0 h 1108509"/>
                <a:gd name="connsiteX4" fmla="*/ 1108509 w 1108509"/>
                <a:gd name="connsiteY4" fmla="*/ 554255 h 1108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8509" h="1108509">
                  <a:moveTo>
                    <a:pt x="1108509" y="554255"/>
                  </a:moveTo>
                  <a:cubicBezTo>
                    <a:pt x="1108509" y="860362"/>
                    <a:pt x="860361" y="1108510"/>
                    <a:pt x="554255" y="1108510"/>
                  </a:cubicBezTo>
                  <a:cubicBezTo>
                    <a:pt x="248148" y="1108510"/>
                    <a:pt x="0" y="860361"/>
                    <a:pt x="0" y="554255"/>
                  </a:cubicBezTo>
                  <a:cubicBezTo>
                    <a:pt x="0" y="248148"/>
                    <a:pt x="248148" y="0"/>
                    <a:pt x="554255" y="0"/>
                  </a:cubicBezTo>
                  <a:cubicBezTo>
                    <a:pt x="860361" y="0"/>
                    <a:pt x="1108509" y="248149"/>
                    <a:pt x="1108509" y="554255"/>
                  </a:cubicBezTo>
                  <a:close/>
                </a:path>
              </a:pathLst>
            </a:custGeom>
            <a:solidFill>
              <a:srgbClr val="EBEBEB">
                <a:lumMod val="10000"/>
              </a:srgbClr>
            </a:solidFill>
            <a:ln w="12017"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grpSp>
          <p:nvGrpSpPr>
            <p:cNvPr id="105" name="Graphic 5">
              <a:extLst>
                <a:ext uri="{FF2B5EF4-FFF2-40B4-BE49-F238E27FC236}">
                  <a16:creationId xmlns:a16="http://schemas.microsoft.com/office/drawing/2014/main" id="{EBE8BF66-5C7A-9A7C-C759-38477B62D631}"/>
                </a:ext>
              </a:extLst>
            </p:cNvPr>
            <p:cNvGrpSpPr/>
            <p:nvPr/>
          </p:nvGrpSpPr>
          <p:grpSpPr>
            <a:xfrm>
              <a:off x="9388365" y="4423717"/>
              <a:ext cx="358541" cy="521368"/>
              <a:chOff x="9388365" y="4423717"/>
              <a:chExt cx="358541" cy="521368"/>
            </a:xfrm>
          </p:grpSpPr>
          <p:sp>
            <p:nvSpPr>
              <p:cNvPr id="106" name="Freeform: Shape 115">
                <a:extLst>
                  <a:ext uri="{FF2B5EF4-FFF2-40B4-BE49-F238E27FC236}">
                    <a16:creationId xmlns:a16="http://schemas.microsoft.com/office/drawing/2014/main" id="{F06BB7E2-5B72-15E3-C34C-7F93F8895A79}"/>
                  </a:ext>
                </a:extLst>
              </p:cNvPr>
              <p:cNvSpPr/>
              <p:nvPr/>
            </p:nvSpPr>
            <p:spPr>
              <a:xfrm>
                <a:off x="9388365" y="4423717"/>
                <a:ext cx="358541" cy="521368"/>
              </a:xfrm>
              <a:custGeom>
                <a:avLst/>
                <a:gdLst>
                  <a:gd name="connsiteX0" fmla="*/ 358541 w 358541"/>
                  <a:gd name="connsiteY0" fmla="*/ 0 h 521368"/>
                  <a:gd name="connsiteX1" fmla="*/ 0 w 358541"/>
                  <a:gd name="connsiteY1" fmla="*/ 0 h 521368"/>
                  <a:gd name="connsiteX2" fmla="*/ 0 w 358541"/>
                  <a:gd name="connsiteY2" fmla="*/ 521368 h 521368"/>
                  <a:gd name="connsiteX3" fmla="*/ 358541 w 358541"/>
                  <a:gd name="connsiteY3" fmla="*/ 521368 h 521368"/>
                  <a:gd name="connsiteX4" fmla="*/ 358541 w 358541"/>
                  <a:gd name="connsiteY4" fmla="*/ 0 h 521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541" h="521368">
                    <a:moveTo>
                      <a:pt x="358541" y="0"/>
                    </a:moveTo>
                    <a:lnTo>
                      <a:pt x="0" y="0"/>
                    </a:lnTo>
                    <a:lnTo>
                      <a:pt x="0" y="521368"/>
                    </a:lnTo>
                    <a:lnTo>
                      <a:pt x="358541" y="521368"/>
                    </a:lnTo>
                    <a:lnTo>
                      <a:pt x="358541" y="0"/>
                    </a:lnTo>
                    <a:close/>
                  </a:path>
                </a:pathLst>
              </a:custGeom>
              <a:solidFill>
                <a:srgbClr val="0078D4"/>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107" name="Freeform: Shape 116">
                <a:extLst>
                  <a:ext uri="{FF2B5EF4-FFF2-40B4-BE49-F238E27FC236}">
                    <a16:creationId xmlns:a16="http://schemas.microsoft.com/office/drawing/2014/main" id="{C799AA6E-4D3D-8F4E-4679-00F8D2996FD6}"/>
                  </a:ext>
                </a:extLst>
              </p:cNvPr>
              <p:cNvSpPr/>
              <p:nvPr/>
            </p:nvSpPr>
            <p:spPr>
              <a:xfrm>
                <a:off x="9551190" y="4488685"/>
                <a:ext cx="146785" cy="48928"/>
              </a:xfrm>
              <a:custGeom>
                <a:avLst/>
                <a:gdLst>
                  <a:gd name="connsiteX0" fmla="*/ 146785 w 146785"/>
                  <a:gd name="connsiteY0" fmla="*/ 0 h 48928"/>
                  <a:gd name="connsiteX1" fmla="*/ 0 w 146785"/>
                  <a:gd name="connsiteY1" fmla="*/ 0 h 48928"/>
                  <a:gd name="connsiteX2" fmla="*/ 0 w 146785"/>
                  <a:gd name="connsiteY2" fmla="*/ 48929 h 48928"/>
                  <a:gd name="connsiteX3" fmla="*/ 146785 w 146785"/>
                  <a:gd name="connsiteY3" fmla="*/ 48929 h 48928"/>
                  <a:gd name="connsiteX4" fmla="*/ 146785 w 146785"/>
                  <a:gd name="connsiteY4" fmla="*/ 0 h 489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785" h="48928">
                    <a:moveTo>
                      <a:pt x="146785" y="0"/>
                    </a:moveTo>
                    <a:lnTo>
                      <a:pt x="0" y="0"/>
                    </a:lnTo>
                    <a:lnTo>
                      <a:pt x="0" y="48929"/>
                    </a:lnTo>
                    <a:lnTo>
                      <a:pt x="146785" y="48929"/>
                    </a:lnTo>
                    <a:lnTo>
                      <a:pt x="146785" y="0"/>
                    </a:lnTo>
                    <a:close/>
                  </a:path>
                </a:pathLst>
              </a:custGeom>
              <a:solidFill>
                <a:srgbClr val="50E6FF"/>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108" name="Freeform: Shape 117">
                <a:extLst>
                  <a:ext uri="{FF2B5EF4-FFF2-40B4-BE49-F238E27FC236}">
                    <a16:creationId xmlns:a16="http://schemas.microsoft.com/office/drawing/2014/main" id="{DFD6806B-B2B8-A495-B7F4-7698C2C23CDC}"/>
                  </a:ext>
                </a:extLst>
              </p:cNvPr>
              <p:cNvSpPr/>
              <p:nvPr/>
            </p:nvSpPr>
            <p:spPr>
              <a:xfrm>
                <a:off x="9551190" y="4570500"/>
                <a:ext cx="146785" cy="48928"/>
              </a:xfrm>
              <a:custGeom>
                <a:avLst/>
                <a:gdLst>
                  <a:gd name="connsiteX0" fmla="*/ 146785 w 146785"/>
                  <a:gd name="connsiteY0" fmla="*/ 0 h 48928"/>
                  <a:gd name="connsiteX1" fmla="*/ 0 w 146785"/>
                  <a:gd name="connsiteY1" fmla="*/ 0 h 48928"/>
                  <a:gd name="connsiteX2" fmla="*/ 0 w 146785"/>
                  <a:gd name="connsiteY2" fmla="*/ 48928 h 48928"/>
                  <a:gd name="connsiteX3" fmla="*/ 146785 w 146785"/>
                  <a:gd name="connsiteY3" fmla="*/ 48928 h 48928"/>
                  <a:gd name="connsiteX4" fmla="*/ 146785 w 146785"/>
                  <a:gd name="connsiteY4" fmla="*/ 0 h 489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785" h="48928">
                    <a:moveTo>
                      <a:pt x="146785" y="0"/>
                    </a:moveTo>
                    <a:lnTo>
                      <a:pt x="0" y="0"/>
                    </a:lnTo>
                    <a:lnTo>
                      <a:pt x="0" y="48928"/>
                    </a:lnTo>
                    <a:lnTo>
                      <a:pt x="146785" y="48928"/>
                    </a:lnTo>
                    <a:lnTo>
                      <a:pt x="146785" y="0"/>
                    </a:lnTo>
                    <a:close/>
                  </a:path>
                </a:pathLst>
              </a:custGeom>
              <a:solidFill>
                <a:srgbClr val="50E6FF"/>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109" name="Freeform: Shape 118">
                <a:extLst>
                  <a:ext uri="{FF2B5EF4-FFF2-40B4-BE49-F238E27FC236}">
                    <a16:creationId xmlns:a16="http://schemas.microsoft.com/office/drawing/2014/main" id="{7E789365-AEE4-42E0-88F1-70B47C30A7A4}"/>
                  </a:ext>
                </a:extLst>
              </p:cNvPr>
              <p:cNvSpPr/>
              <p:nvPr/>
            </p:nvSpPr>
            <p:spPr>
              <a:xfrm>
                <a:off x="9551190" y="4651512"/>
                <a:ext cx="146785" cy="48928"/>
              </a:xfrm>
              <a:custGeom>
                <a:avLst/>
                <a:gdLst>
                  <a:gd name="connsiteX0" fmla="*/ 146785 w 146785"/>
                  <a:gd name="connsiteY0" fmla="*/ 0 h 48928"/>
                  <a:gd name="connsiteX1" fmla="*/ 0 w 146785"/>
                  <a:gd name="connsiteY1" fmla="*/ 0 h 48928"/>
                  <a:gd name="connsiteX2" fmla="*/ 0 w 146785"/>
                  <a:gd name="connsiteY2" fmla="*/ 48929 h 48928"/>
                  <a:gd name="connsiteX3" fmla="*/ 146785 w 146785"/>
                  <a:gd name="connsiteY3" fmla="*/ 48929 h 48928"/>
                  <a:gd name="connsiteX4" fmla="*/ 146785 w 146785"/>
                  <a:gd name="connsiteY4" fmla="*/ 0 h 489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785" h="48928">
                    <a:moveTo>
                      <a:pt x="146785" y="0"/>
                    </a:moveTo>
                    <a:lnTo>
                      <a:pt x="0" y="0"/>
                    </a:lnTo>
                    <a:lnTo>
                      <a:pt x="0" y="48929"/>
                    </a:lnTo>
                    <a:lnTo>
                      <a:pt x="146785" y="48929"/>
                    </a:lnTo>
                    <a:lnTo>
                      <a:pt x="146785" y="0"/>
                    </a:lnTo>
                    <a:close/>
                  </a:path>
                </a:pathLst>
              </a:custGeom>
              <a:solidFill>
                <a:srgbClr val="50E6FF"/>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110" name="Freeform: Shape 119">
                <a:extLst>
                  <a:ext uri="{FF2B5EF4-FFF2-40B4-BE49-F238E27FC236}">
                    <a16:creationId xmlns:a16="http://schemas.microsoft.com/office/drawing/2014/main" id="{C92E581A-B64D-AA68-B0E6-8354CEA322EF}"/>
                  </a:ext>
                </a:extLst>
              </p:cNvPr>
              <p:cNvSpPr/>
              <p:nvPr/>
            </p:nvSpPr>
            <p:spPr>
              <a:xfrm>
                <a:off x="9551190" y="4733327"/>
                <a:ext cx="146785" cy="48928"/>
              </a:xfrm>
              <a:custGeom>
                <a:avLst/>
                <a:gdLst>
                  <a:gd name="connsiteX0" fmla="*/ 146785 w 146785"/>
                  <a:gd name="connsiteY0" fmla="*/ 0 h 48928"/>
                  <a:gd name="connsiteX1" fmla="*/ 0 w 146785"/>
                  <a:gd name="connsiteY1" fmla="*/ 0 h 48928"/>
                  <a:gd name="connsiteX2" fmla="*/ 0 w 146785"/>
                  <a:gd name="connsiteY2" fmla="*/ 48929 h 48928"/>
                  <a:gd name="connsiteX3" fmla="*/ 146785 w 146785"/>
                  <a:gd name="connsiteY3" fmla="*/ 48929 h 48928"/>
                  <a:gd name="connsiteX4" fmla="*/ 146785 w 146785"/>
                  <a:gd name="connsiteY4" fmla="*/ 0 h 489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785" h="48928">
                    <a:moveTo>
                      <a:pt x="146785" y="0"/>
                    </a:moveTo>
                    <a:lnTo>
                      <a:pt x="0" y="0"/>
                    </a:lnTo>
                    <a:lnTo>
                      <a:pt x="0" y="48929"/>
                    </a:lnTo>
                    <a:lnTo>
                      <a:pt x="146785" y="48929"/>
                    </a:lnTo>
                    <a:lnTo>
                      <a:pt x="146785" y="0"/>
                    </a:lnTo>
                    <a:close/>
                  </a:path>
                </a:pathLst>
              </a:custGeom>
              <a:solidFill>
                <a:srgbClr val="50E6FF"/>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111" name="Freeform: Shape 120">
                <a:extLst>
                  <a:ext uri="{FF2B5EF4-FFF2-40B4-BE49-F238E27FC236}">
                    <a16:creationId xmlns:a16="http://schemas.microsoft.com/office/drawing/2014/main" id="{85B29E46-0F75-C122-D5A6-D713D3076304}"/>
                  </a:ext>
                </a:extLst>
              </p:cNvPr>
              <p:cNvSpPr/>
              <p:nvPr/>
            </p:nvSpPr>
            <p:spPr>
              <a:xfrm>
                <a:off x="9551190" y="4815142"/>
                <a:ext cx="146785" cy="48928"/>
              </a:xfrm>
              <a:custGeom>
                <a:avLst/>
                <a:gdLst>
                  <a:gd name="connsiteX0" fmla="*/ 146785 w 146785"/>
                  <a:gd name="connsiteY0" fmla="*/ 0 h 48928"/>
                  <a:gd name="connsiteX1" fmla="*/ 0 w 146785"/>
                  <a:gd name="connsiteY1" fmla="*/ 0 h 48928"/>
                  <a:gd name="connsiteX2" fmla="*/ 0 w 146785"/>
                  <a:gd name="connsiteY2" fmla="*/ 48928 h 48928"/>
                  <a:gd name="connsiteX3" fmla="*/ 146785 w 146785"/>
                  <a:gd name="connsiteY3" fmla="*/ 48928 h 48928"/>
                  <a:gd name="connsiteX4" fmla="*/ 146785 w 146785"/>
                  <a:gd name="connsiteY4" fmla="*/ 0 h 489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6785" h="48928">
                    <a:moveTo>
                      <a:pt x="146785" y="0"/>
                    </a:moveTo>
                    <a:lnTo>
                      <a:pt x="0" y="0"/>
                    </a:lnTo>
                    <a:lnTo>
                      <a:pt x="0" y="48928"/>
                    </a:lnTo>
                    <a:lnTo>
                      <a:pt x="146785" y="48928"/>
                    </a:lnTo>
                    <a:lnTo>
                      <a:pt x="146785" y="0"/>
                    </a:lnTo>
                    <a:close/>
                  </a:path>
                </a:pathLst>
              </a:custGeom>
              <a:solidFill>
                <a:srgbClr val="50E6FF"/>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grpSp>
            <p:nvGrpSpPr>
              <p:cNvPr id="112" name="Graphic 5">
                <a:extLst>
                  <a:ext uri="{FF2B5EF4-FFF2-40B4-BE49-F238E27FC236}">
                    <a16:creationId xmlns:a16="http://schemas.microsoft.com/office/drawing/2014/main" id="{021EF4A5-16C2-6080-359B-672BAB5D8E12}"/>
                  </a:ext>
                </a:extLst>
              </p:cNvPr>
              <p:cNvGrpSpPr/>
              <p:nvPr/>
            </p:nvGrpSpPr>
            <p:grpSpPr>
              <a:xfrm>
                <a:off x="9436489" y="4480664"/>
                <a:ext cx="84221" cy="63366"/>
                <a:chOff x="9436489" y="4480664"/>
                <a:chExt cx="84221" cy="63366"/>
              </a:xfrm>
              <a:solidFill>
                <a:srgbClr val="FFFFFF"/>
              </a:solidFill>
            </p:grpSpPr>
            <p:sp>
              <p:nvSpPr>
                <p:cNvPr id="125" name="Freeform: Shape 122">
                  <a:extLst>
                    <a:ext uri="{FF2B5EF4-FFF2-40B4-BE49-F238E27FC236}">
                      <a16:creationId xmlns:a16="http://schemas.microsoft.com/office/drawing/2014/main" id="{E096A7C0-B8DF-E255-B5E3-0BDAA013E7AD}"/>
                    </a:ext>
                  </a:extLst>
                </p:cNvPr>
                <p:cNvSpPr/>
                <p:nvPr/>
              </p:nvSpPr>
              <p:spPr>
                <a:xfrm>
                  <a:off x="9457344" y="4480664"/>
                  <a:ext cx="63366" cy="63366"/>
                </a:xfrm>
                <a:custGeom>
                  <a:avLst/>
                  <a:gdLst>
                    <a:gd name="connsiteX0" fmla="*/ 0 w 63366"/>
                    <a:gd name="connsiteY0" fmla="*/ 53741 h 63366"/>
                    <a:gd name="connsiteX1" fmla="*/ 9625 w 63366"/>
                    <a:gd name="connsiteY1" fmla="*/ 63367 h 63366"/>
                    <a:gd name="connsiteX2" fmla="*/ 63366 w 63366"/>
                    <a:gd name="connsiteY2" fmla="*/ 9625 h 63366"/>
                    <a:gd name="connsiteX3" fmla="*/ 53741 w 63366"/>
                    <a:gd name="connsiteY3" fmla="*/ 0 h 63366"/>
                    <a:gd name="connsiteX4" fmla="*/ 0 w 63366"/>
                    <a:gd name="connsiteY4" fmla="*/ 53741 h 63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66" h="63366">
                      <a:moveTo>
                        <a:pt x="0" y="53741"/>
                      </a:moveTo>
                      <a:lnTo>
                        <a:pt x="9625" y="63367"/>
                      </a:lnTo>
                      <a:lnTo>
                        <a:pt x="63366" y="9625"/>
                      </a:lnTo>
                      <a:lnTo>
                        <a:pt x="53741" y="0"/>
                      </a:lnTo>
                      <a:lnTo>
                        <a:pt x="0" y="53741"/>
                      </a:lnTo>
                      <a:close/>
                    </a:path>
                  </a:pathLst>
                </a:custGeom>
                <a:solidFill>
                  <a:srgbClr val="FFFFFF"/>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126" name="Freeform: Shape 123">
                  <a:extLst>
                    <a:ext uri="{FF2B5EF4-FFF2-40B4-BE49-F238E27FC236}">
                      <a16:creationId xmlns:a16="http://schemas.microsoft.com/office/drawing/2014/main" id="{4E0235C1-B8A7-577D-4FF6-52264FC04E4C}"/>
                    </a:ext>
                  </a:extLst>
                </p:cNvPr>
                <p:cNvSpPr/>
                <p:nvPr/>
              </p:nvSpPr>
              <p:spPr>
                <a:xfrm>
                  <a:off x="9436489" y="4503925"/>
                  <a:ext cx="40105" cy="40105"/>
                </a:xfrm>
                <a:custGeom>
                  <a:avLst/>
                  <a:gdLst>
                    <a:gd name="connsiteX0" fmla="*/ 30480 w 40105"/>
                    <a:gd name="connsiteY0" fmla="*/ 40105 h 40105"/>
                    <a:gd name="connsiteX1" fmla="*/ 40105 w 40105"/>
                    <a:gd name="connsiteY1" fmla="*/ 30480 h 40105"/>
                    <a:gd name="connsiteX2" fmla="*/ 9625 w 40105"/>
                    <a:gd name="connsiteY2" fmla="*/ 0 h 40105"/>
                    <a:gd name="connsiteX3" fmla="*/ 0 w 40105"/>
                    <a:gd name="connsiteY3" fmla="*/ 9625 h 40105"/>
                    <a:gd name="connsiteX4" fmla="*/ 30480 w 40105"/>
                    <a:gd name="connsiteY4" fmla="*/ 40105 h 40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05" h="40105">
                      <a:moveTo>
                        <a:pt x="30480" y="40105"/>
                      </a:moveTo>
                      <a:lnTo>
                        <a:pt x="40105" y="30480"/>
                      </a:lnTo>
                      <a:lnTo>
                        <a:pt x="9625" y="0"/>
                      </a:lnTo>
                      <a:lnTo>
                        <a:pt x="0" y="9625"/>
                      </a:lnTo>
                      <a:lnTo>
                        <a:pt x="30480" y="40105"/>
                      </a:lnTo>
                      <a:close/>
                    </a:path>
                  </a:pathLst>
                </a:custGeom>
                <a:solidFill>
                  <a:srgbClr val="FFFFFF"/>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grpSp>
          <p:grpSp>
            <p:nvGrpSpPr>
              <p:cNvPr id="113" name="Graphic 5">
                <a:extLst>
                  <a:ext uri="{FF2B5EF4-FFF2-40B4-BE49-F238E27FC236}">
                    <a16:creationId xmlns:a16="http://schemas.microsoft.com/office/drawing/2014/main" id="{1F4020E4-F9F9-65E0-5126-2EB0809A04EF}"/>
                  </a:ext>
                </a:extLst>
              </p:cNvPr>
              <p:cNvGrpSpPr/>
              <p:nvPr/>
            </p:nvGrpSpPr>
            <p:grpSpPr>
              <a:xfrm>
                <a:off x="9436489" y="4564083"/>
                <a:ext cx="84221" cy="63366"/>
                <a:chOff x="9436489" y="4564083"/>
                <a:chExt cx="84221" cy="63366"/>
              </a:xfrm>
              <a:solidFill>
                <a:srgbClr val="FFFFFF"/>
              </a:solidFill>
            </p:grpSpPr>
            <p:sp>
              <p:nvSpPr>
                <p:cNvPr id="123" name="Freeform: Shape 125">
                  <a:extLst>
                    <a:ext uri="{FF2B5EF4-FFF2-40B4-BE49-F238E27FC236}">
                      <a16:creationId xmlns:a16="http://schemas.microsoft.com/office/drawing/2014/main" id="{7CA28AA0-0D6A-6D3D-D42D-8F91934BD3BC}"/>
                    </a:ext>
                  </a:extLst>
                </p:cNvPr>
                <p:cNvSpPr/>
                <p:nvPr/>
              </p:nvSpPr>
              <p:spPr>
                <a:xfrm>
                  <a:off x="9457344" y="4564083"/>
                  <a:ext cx="63366" cy="63366"/>
                </a:xfrm>
                <a:custGeom>
                  <a:avLst/>
                  <a:gdLst>
                    <a:gd name="connsiteX0" fmla="*/ 0 w 63366"/>
                    <a:gd name="connsiteY0" fmla="*/ 53741 h 63366"/>
                    <a:gd name="connsiteX1" fmla="*/ 9625 w 63366"/>
                    <a:gd name="connsiteY1" fmla="*/ 63366 h 63366"/>
                    <a:gd name="connsiteX2" fmla="*/ 63366 w 63366"/>
                    <a:gd name="connsiteY2" fmla="*/ 9625 h 63366"/>
                    <a:gd name="connsiteX3" fmla="*/ 53741 w 63366"/>
                    <a:gd name="connsiteY3" fmla="*/ 0 h 63366"/>
                    <a:gd name="connsiteX4" fmla="*/ 0 w 63366"/>
                    <a:gd name="connsiteY4" fmla="*/ 53741 h 63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66" h="63366">
                      <a:moveTo>
                        <a:pt x="0" y="53741"/>
                      </a:moveTo>
                      <a:lnTo>
                        <a:pt x="9625" y="63366"/>
                      </a:lnTo>
                      <a:lnTo>
                        <a:pt x="63366" y="9625"/>
                      </a:lnTo>
                      <a:lnTo>
                        <a:pt x="53741" y="0"/>
                      </a:lnTo>
                      <a:lnTo>
                        <a:pt x="0" y="53741"/>
                      </a:lnTo>
                      <a:close/>
                    </a:path>
                  </a:pathLst>
                </a:custGeom>
                <a:solidFill>
                  <a:srgbClr val="FFFFFF"/>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124" name="Freeform: Shape 126">
                  <a:extLst>
                    <a:ext uri="{FF2B5EF4-FFF2-40B4-BE49-F238E27FC236}">
                      <a16:creationId xmlns:a16="http://schemas.microsoft.com/office/drawing/2014/main" id="{1664FE9C-AEB2-107F-E9DF-B55613EA35F5}"/>
                    </a:ext>
                  </a:extLst>
                </p:cNvPr>
                <p:cNvSpPr/>
                <p:nvPr/>
              </p:nvSpPr>
              <p:spPr>
                <a:xfrm>
                  <a:off x="9436489" y="4587344"/>
                  <a:ext cx="40105" cy="40105"/>
                </a:xfrm>
                <a:custGeom>
                  <a:avLst/>
                  <a:gdLst>
                    <a:gd name="connsiteX0" fmla="*/ 30480 w 40105"/>
                    <a:gd name="connsiteY0" fmla="*/ 40105 h 40105"/>
                    <a:gd name="connsiteX1" fmla="*/ 40105 w 40105"/>
                    <a:gd name="connsiteY1" fmla="*/ 30480 h 40105"/>
                    <a:gd name="connsiteX2" fmla="*/ 9625 w 40105"/>
                    <a:gd name="connsiteY2" fmla="*/ 0 h 40105"/>
                    <a:gd name="connsiteX3" fmla="*/ 0 w 40105"/>
                    <a:gd name="connsiteY3" fmla="*/ 9625 h 40105"/>
                    <a:gd name="connsiteX4" fmla="*/ 30480 w 40105"/>
                    <a:gd name="connsiteY4" fmla="*/ 40105 h 40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05" h="40105">
                      <a:moveTo>
                        <a:pt x="30480" y="40105"/>
                      </a:moveTo>
                      <a:lnTo>
                        <a:pt x="40105" y="30480"/>
                      </a:lnTo>
                      <a:lnTo>
                        <a:pt x="9625" y="0"/>
                      </a:lnTo>
                      <a:lnTo>
                        <a:pt x="0" y="9625"/>
                      </a:lnTo>
                      <a:lnTo>
                        <a:pt x="30480" y="40105"/>
                      </a:lnTo>
                      <a:close/>
                    </a:path>
                  </a:pathLst>
                </a:custGeom>
                <a:solidFill>
                  <a:srgbClr val="FFFFFF"/>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grpSp>
          <p:grpSp>
            <p:nvGrpSpPr>
              <p:cNvPr id="114" name="Graphic 5">
                <a:extLst>
                  <a:ext uri="{FF2B5EF4-FFF2-40B4-BE49-F238E27FC236}">
                    <a16:creationId xmlns:a16="http://schemas.microsoft.com/office/drawing/2014/main" id="{CF382773-D0F6-A8AF-453A-D1A99DF076D4}"/>
                  </a:ext>
                </a:extLst>
              </p:cNvPr>
              <p:cNvGrpSpPr/>
              <p:nvPr/>
            </p:nvGrpSpPr>
            <p:grpSpPr>
              <a:xfrm>
                <a:off x="9436489" y="4647502"/>
                <a:ext cx="84221" cy="63366"/>
                <a:chOff x="9436489" y="4647502"/>
                <a:chExt cx="84221" cy="63366"/>
              </a:xfrm>
              <a:solidFill>
                <a:srgbClr val="FFFFFF"/>
              </a:solidFill>
            </p:grpSpPr>
            <p:sp>
              <p:nvSpPr>
                <p:cNvPr id="121" name="Freeform: Shape 128">
                  <a:extLst>
                    <a:ext uri="{FF2B5EF4-FFF2-40B4-BE49-F238E27FC236}">
                      <a16:creationId xmlns:a16="http://schemas.microsoft.com/office/drawing/2014/main" id="{4A849B3B-8C4D-3177-14C4-9FAB64513AC0}"/>
                    </a:ext>
                  </a:extLst>
                </p:cNvPr>
                <p:cNvSpPr/>
                <p:nvPr/>
              </p:nvSpPr>
              <p:spPr>
                <a:xfrm>
                  <a:off x="9457344" y="4647502"/>
                  <a:ext cx="63366" cy="63366"/>
                </a:xfrm>
                <a:custGeom>
                  <a:avLst/>
                  <a:gdLst>
                    <a:gd name="connsiteX0" fmla="*/ 0 w 63366"/>
                    <a:gd name="connsiteY0" fmla="*/ 53741 h 63366"/>
                    <a:gd name="connsiteX1" fmla="*/ 9625 w 63366"/>
                    <a:gd name="connsiteY1" fmla="*/ 63367 h 63366"/>
                    <a:gd name="connsiteX2" fmla="*/ 63366 w 63366"/>
                    <a:gd name="connsiteY2" fmla="*/ 9625 h 63366"/>
                    <a:gd name="connsiteX3" fmla="*/ 53741 w 63366"/>
                    <a:gd name="connsiteY3" fmla="*/ 0 h 63366"/>
                    <a:gd name="connsiteX4" fmla="*/ 0 w 63366"/>
                    <a:gd name="connsiteY4" fmla="*/ 53741 h 63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66" h="63366">
                      <a:moveTo>
                        <a:pt x="0" y="53741"/>
                      </a:moveTo>
                      <a:lnTo>
                        <a:pt x="9625" y="63367"/>
                      </a:lnTo>
                      <a:lnTo>
                        <a:pt x="63366" y="9625"/>
                      </a:lnTo>
                      <a:lnTo>
                        <a:pt x="53741" y="0"/>
                      </a:lnTo>
                      <a:lnTo>
                        <a:pt x="0" y="53741"/>
                      </a:lnTo>
                      <a:close/>
                    </a:path>
                  </a:pathLst>
                </a:custGeom>
                <a:solidFill>
                  <a:srgbClr val="FFFFFF"/>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122" name="Freeform: Shape 129">
                  <a:extLst>
                    <a:ext uri="{FF2B5EF4-FFF2-40B4-BE49-F238E27FC236}">
                      <a16:creationId xmlns:a16="http://schemas.microsoft.com/office/drawing/2014/main" id="{7AB7C161-4221-FF94-70EA-BDC10A28FD8D}"/>
                    </a:ext>
                  </a:extLst>
                </p:cNvPr>
                <p:cNvSpPr/>
                <p:nvPr/>
              </p:nvSpPr>
              <p:spPr>
                <a:xfrm>
                  <a:off x="9436489" y="4670763"/>
                  <a:ext cx="40105" cy="40105"/>
                </a:xfrm>
                <a:custGeom>
                  <a:avLst/>
                  <a:gdLst>
                    <a:gd name="connsiteX0" fmla="*/ 30480 w 40105"/>
                    <a:gd name="connsiteY0" fmla="*/ 40105 h 40105"/>
                    <a:gd name="connsiteX1" fmla="*/ 40105 w 40105"/>
                    <a:gd name="connsiteY1" fmla="*/ 30480 h 40105"/>
                    <a:gd name="connsiteX2" fmla="*/ 9625 w 40105"/>
                    <a:gd name="connsiteY2" fmla="*/ 0 h 40105"/>
                    <a:gd name="connsiteX3" fmla="*/ 0 w 40105"/>
                    <a:gd name="connsiteY3" fmla="*/ 9625 h 40105"/>
                    <a:gd name="connsiteX4" fmla="*/ 30480 w 40105"/>
                    <a:gd name="connsiteY4" fmla="*/ 40105 h 40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05" h="40105">
                      <a:moveTo>
                        <a:pt x="30480" y="40105"/>
                      </a:moveTo>
                      <a:lnTo>
                        <a:pt x="40105" y="30480"/>
                      </a:lnTo>
                      <a:lnTo>
                        <a:pt x="9625" y="0"/>
                      </a:lnTo>
                      <a:lnTo>
                        <a:pt x="0" y="9625"/>
                      </a:lnTo>
                      <a:lnTo>
                        <a:pt x="30480" y="40105"/>
                      </a:lnTo>
                      <a:close/>
                    </a:path>
                  </a:pathLst>
                </a:custGeom>
                <a:solidFill>
                  <a:srgbClr val="FFFFFF"/>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grpSp>
          <p:grpSp>
            <p:nvGrpSpPr>
              <p:cNvPr id="115" name="Graphic 5">
                <a:extLst>
                  <a:ext uri="{FF2B5EF4-FFF2-40B4-BE49-F238E27FC236}">
                    <a16:creationId xmlns:a16="http://schemas.microsoft.com/office/drawing/2014/main" id="{B8FC0A23-BBC0-7CC3-CBD3-C9B7DF628019}"/>
                  </a:ext>
                </a:extLst>
              </p:cNvPr>
              <p:cNvGrpSpPr/>
              <p:nvPr/>
            </p:nvGrpSpPr>
            <p:grpSpPr>
              <a:xfrm>
                <a:off x="9436489" y="4730921"/>
                <a:ext cx="84221" cy="63366"/>
                <a:chOff x="9436489" y="4730921"/>
                <a:chExt cx="84221" cy="63366"/>
              </a:xfrm>
              <a:solidFill>
                <a:srgbClr val="FFFFFF"/>
              </a:solidFill>
            </p:grpSpPr>
            <p:sp>
              <p:nvSpPr>
                <p:cNvPr id="119" name="Freeform: Shape 131">
                  <a:extLst>
                    <a:ext uri="{FF2B5EF4-FFF2-40B4-BE49-F238E27FC236}">
                      <a16:creationId xmlns:a16="http://schemas.microsoft.com/office/drawing/2014/main" id="{2F84B498-7FB4-EA9B-59BD-F8F585354479}"/>
                    </a:ext>
                  </a:extLst>
                </p:cNvPr>
                <p:cNvSpPr/>
                <p:nvPr/>
              </p:nvSpPr>
              <p:spPr>
                <a:xfrm>
                  <a:off x="9457344" y="4730921"/>
                  <a:ext cx="63366" cy="63366"/>
                </a:xfrm>
                <a:custGeom>
                  <a:avLst/>
                  <a:gdLst>
                    <a:gd name="connsiteX0" fmla="*/ 0 w 63366"/>
                    <a:gd name="connsiteY0" fmla="*/ 53741 h 63366"/>
                    <a:gd name="connsiteX1" fmla="*/ 9625 w 63366"/>
                    <a:gd name="connsiteY1" fmla="*/ 63367 h 63366"/>
                    <a:gd name="connsiteX2" fmla="*/ 63366 w 63366"/>
                    <a:gd name="connsiteY2" fmla="*/ 9625 h 63366"/>
                    <a:gd name="connsiteX3" fmla="*/ 53741 w 63366"/>
                    <a:gd name="connsiteY3" fmla="*/ 0 h 63366"/>
                    <a:gd name="connsiteX4" fmla="*/ 0 w 63366"/>
                    <a:gd name="connsiteY4" fmla="*/ 53741 h 63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66" h="63366">
                      <a:moveTo>
                        <a:pt x="0" y="53741"/>
                      </a:moveTo>
                      <a:lnTo>
                        <a:pt x="9625" y="63367"/>
                      </a:lnTo>
                      <a:lnTo>
                        <a:pt x="63366" y="9625"/>
                      </a:lnTo>
                      <a:lnTo>
                        <a:pt x="53741" y="0"/>
                      </a:lnTo>
                      <a:lnTo>
                        <a:pt x="0" y="53741"/>
                      </a:lnTo>
                      <a:close/>
                    </a:path>
                  </a:pathLst>
                </a:custGeom>
                <a:solidFill>
                  <a:srgbClr val="FFFFFF"/>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120" name="Freeform: Shape 132">
                  <a:extLst>
                    <a:ext uri="{FF2B5EF4-FFF2-40B4-BE49-F238E27FC236}">
                      <a16:creationId xmlns:a16="http://schemas.microsoft.com/office/drawing/2014/main" id="{D98F2D62-A738-A7D1-0083-B315488E5A57}"/>
                    </a:ext>
                  </a:extLst>
                </p:cNvPr>
                <p:cNvSpPr/>
                <p:nvPr/>
              </p:nvSpPr>
              <p:spPr>
                <a:xfrm>
                  <a:off x="9436489" y="4754182"/>
                  <a:ext cx="40105" cy="40105"/>
                </a:xfrm>
                <a:custGeom>
                  <a:avLst/>
                  <a:gdLst>
                    <a:gd name="connsiteX0" fmla="*/ 30480 w 40105"/>
                    <a:gd name="connsiteY0" fmla="*/ 40105 h 40105"/>
                    <a:gd name="connsiteX1" fmla="*/ 40105 w 40105"/>
                    <a:gd name="connsiteY1" fmla="*/ 30480 h 40105"/>
                    <a:gd name="connsiteX2" fmla="*/ 9625 w 40105"/>
                    <a:gd name="connsiteY2" fmla="*/ 0 h 40105"/>
                    <a:gd name="connsiteX3" fmla="*/ 0 w 40105"/>
                    <a:gd name="connsiteY3" fmla="*/ 9625 h 40105"/>
                    <a:gd name="connsiteX4" fmla="*/ 30480 w 40105"/>
                    <a:gd name="connsiteY4" fmla="*/ 40105 h 40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05" h="40105">
                      <a:moveTo>
                        <a:pt x="30480" y="40105"/>
                      </a:moveTo>
                      <a:lnTo>
                        <a:pt x="40105" y="30480"/>
                      </a:lnTo>
                      <a:lnTo>
                        <a:pt x="9625" y="0"/>
                      </a:lnTo>
                      <a:lnTo>
                        <a:pt x="0" y="9625"/>
                      </a:lnTo>
                      <a:lnTo>
                        <a:pt x="30480" y="40105"/>
                      </a:lnTo>
                      <a:close/>
                    </a:path>
                  </a:pathLst>
                </a:custGeom>
                <a:solidFill>
                  <a:srgbClr val="FFFFFF"/>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grpSp>
          <p:grpSp>
            <p:nvGrpSpPr>
              <p:cNvPr id="116" name="Graphic 5">
                <a:extLst>
                  <a:ext uri="{FF2B5EF4-FFF2-40B4-BE49-F238E27FC236}">
                    <a16:creationId xmlns:a16="http://schemas.microsoft.com/office/drawing/2014/main" id="{A079A306-7077-FB83-7F00-1501BB312D46}"/>
                  </a:ext>
                </a:extLst>
              </p:cNvPr>
              <p:cNvGrpSpPr/>
              <p:nvPr/>
            </p:nvGrpSpPr>
            <p:grpSpPr>
              <a:xfrm>
                <a:off x="9436489" y="4814340"/>
                <a:ext cx="84221" cy="63366"/>
                <a:chOff x="9436489" y="4814340"/>
                <a:chExt cx="84221" cy="63366"/>
              </a:xfrm>
              <a:solidFill>
                <a:srgbClr val="FFFFFF"/>
              </a:solidFill>
            </p:grpSpPr>
            <p:sp>
              <p:nvSpPr>
                <p:cNvPr id="117" name="Freeform: Shape 134">
                  <a:extLst>
                    <a:ext uri="{FF2B5EF4-FFF2-40B4-BE49-F238E27FC236}">
                      <a16:creationId xmlns:a16="http://schemas.microsoft.com/office/drawing/2014/main" id="{FAE843D2-0B91-D429-39D3-E2E08E72DEEC}"/>
                    </a:ext>
                  </a:extLst>
                </p:cNvPr>
                <p:cNvSpPr/>
                <p:nvPr/>
              </p:nvSpPr>
              <p:spPr>
                <a:xfrm>
                  <a:off x="9457344" y="4814340"/>
                  <a:ext cx="63366" cy="63366"/>
                </a:xfrm>
                <a:custGeom>
                  <a:avLst/>
                  <a:gdLst>
                    <a:gd name="connsiteX0" fmla="*/ 0 w 63366"/>
                    <a:gd name="connsiteY0" fmla="*/ 53741 h 63366"/>
                    <a:gd name="connsiteX1" fmla="*/ 9625 w 63366"/>
                    <a:gd name="connsiteY1" fmla="*/ 63366 h 63366"/>
                    <a:gd name="connsiteX2" fmla="*/ 63366 w 63366"/>
                    <a:gd name="connsiteY2" fmla="*/ 9625 h 63366"/>
                    <a:gd name="connsiteX3" fmla="*/ 53741 w 63366"/>
                    <a:gd name="connsiteY3" fmla="*/ 0 h 63366"/>
                    <a:gd name="connsiteX4" fmla="*/ 0 w 63366"/>
                    <a:gd name="connsiteY4" fmla="*/ 53741 h 63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366" h="63366">
                      <a:moveTo>
                        <a:pt x="0" y="53741"/>
                      </a:moveTo>
                      <a:lnTo>
                        <a:pt x="9625" y="63366"/>
                      </a:lnTo>
                      <a:lnTo>
                        <a:pt x="63366" y="9625"/>
                      </a:lnTo>
                      <a:lnTo>
                        <a:pt x="53741" y="0"/>
                      </a:lnTo>
                      <a:lnTo>
                        <a:pt x="0" y="53741"/>
                      </a:lnTo>
                      <a:close/>
                    </a:path>
                  </a:pathLst>
                </a:custGeom>
                <a:solidFill>
                  <a:srgbClr val="FFFFFF"/>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118" name="Freeform: Shape 135">
                  <a:extLst>
                    <a:ext uri="{FF2B5EF4-FFF2-40B4-BE49-F238E27FC236}">
                      <a16:creationId xmlns:a16="http://schemas.microsoft.com/office/drawing/2014/main" id="{38376080-C9E3-9955-05A0-FB6B09FD1A9C}"/>
                    </a:ext>
                  </a:extLst>
                </p:cNvPr>
                <p:cNvSpPr/>
                <p:nvPr/>
              </p:nvSpPr>
              <p:spPr>
                <a:xfrm>
                  <a:off x="9436489" y="4837601"/>
                  <a:ext cx="40105" cy="40105"/>
                </a:xfrm>
                <a:custGeom>
                  <a:avLst/>
                  <a:gdLst>
                    <a:gd name="connsiteX0" fmla="*/ 30480 w 40105"/>
                    <a:gd name="connsiteY0" fmla="*/ 40105 h 40105"/>
                    <a:gd name="connsiteX1" fmla="*/ 40105 w 40105"/>
                    <a:gd name="connsiteY1" fmla="*/ 30480 h 40105"/>
                    <a:gd name="connsiteX2" fmla="*/ 9625 w 40105"/>
                    <a:gd name="connsiteY2" fmla="*/ 0 h 40105"/>
                    <a:gd name="connsiteX3" fmla="*/ 0 w 40105"/>
                    <a:gd name="connsiteY3" fmla="*/ 9625 h 40105"/>
                    <a:gd name="connsiteX4" fmla="*/ 30480 w 40105"/>
                    <a:gd name="connsiteY4" fmla="*/ 40105 h 401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05" h="40105">
                      <a:moveTo>
                        <a:pt x="30480" y="40105"/>
                      </a:moveTo>
                      <a:lnTo>
                        <a:pt x="40105" y="30480"/>
                      </a:lnTo>
                      <a:lnTo>
                        <a:pt x="9625" y="0"/>
                      </a:lnTo>
                      <a:lnTo>
                        <a:pt x="0" y="9625"/>
                      </a:lnTo>
                      <a:lnTo>
                        <a:pt x="30480" y="40105"/>
                      </a:lnTo>
                      <a:close/>
                    </a:path>
                  </a:pathLst>
                </a:custGeom>
                <a:solidFill>
                  <a:srgbClr val="FFFFFF"/>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grpSp>
        </p:grpSp>
      </p:grpSp>
      <p:grpSp>
        <p:nvGrpSpPr>
          <p:cNvPr id="127" name="Graphic 5">
            <a:extLst>
              <a:ext uri="{FF2B5EF4-FFF2-40B4-BE49-F238E27FC236}">
                <a16:creationId xmlns:a16="http://schemas.microsoft.com/office/drawing/2014/main" id="{2493AE5E-9889-94D1-984B-D44C2B7C9208}"/>
              </a:ext>
              <a:ext uri="{C183D7F6-B498-43B3-948B-1728B52AA6E4}">
                <adec:decorative xmlns:adec="http://schemas.microsoft.com/office/drawing/2017/decorative" val="1"/>
              </a:ext>
            </a:extLst>
          </p:cNvPr>
          <p:cNvGrpSpPr/>
          <p:nvPr/>
        </p:nvGrpSpPr>
        <p:grpSpPr>
          <a:xfrm>
            <a:off x="926734" y="2755783"/>
            <a:ext cx="967308" cy="967308"/>
            <a:chOff x="8163548" y="2124079"/>
            <a:chExt cx="1108509" cy="1108509"/>
          </a:xfrm>
        </p:grpSpPr>
        <p:sp>
          <p:nvSpPr>
            <p:cNvPr id="128" name="Freeform: Shape 137">
              <a:extLst>
                <a:ext uri="{FF2B5EF4-FFF2-40B4-BE49-F238E27FC236}">
                  <a16:creationId xmlns:a16="http://schemas.microsoft.com/office/drawing/2014/main" id="{2F93351F-7B8E-DFC2-9D88-75D086600EFE}"/>
                </a:ext>
              </a:extLst>
            </p:cNvPr>
            <p:cNvSpPr/>
            <p:nvPr/>
          </p:nvSpPr>
          <p:spPr>
            <a:xfrm>
              <a:off x="8163548" y="2124079"/>
              <a:ext cx="1108509" cy="1108509"/>
            </a:xfrm>
            <a:custGeom>
              <a:avLst/>
              <a:gdLst>
                <a:gd name="connsiteX0" fmla="*/ 1108509 w 1108509"/>
                <a:gd name="connsiteY0" fmla="*/ 554255 h 1108509"/>
                <a:gd name="connsiteX1" fmla="*/ 554255 w 1108509"/>
                <a:gd name="connsiteY1" fmla="*/ 1108510 h 1108509"/>
                <a:gd name="connsiteX2" fmla="*/ 0 w 1108509"/>
                <a:gd name="connsiteY2" fmla="*/ 554255 h 1108509"/>
                <a:gd name="connsiteX3" fmla="*/ 554255 w 1108509"/>
                <a:gd name="connsiteY3" fmla="*/ 0 h 1108509"/>
                <a:gd name="connsiteX4" fmla="*/ 1108509 w 1108509"/>
                <a:gd name="connsiteY4" fmla="*/ 554255 h 1108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8509" h="1108509">
                  <a:moveTo>
                    <a:pt x="1108509" y="554255"/>
                  </a:moveTo>
                  <a:cubicBezTo>
                    <a:pt x="1108509" y="860361"/>
                    <a:pt x="860361" y="1108510"/>
                    <a:pt x="554255" y="1108510"/>
                  </a:cubicBezTo>
                  <a:cubicBezTo>
                    <a:pt x="248148" y="1108510"/>
                    <a:pt x="0" y="860361"/>
                    <a:pt x="0" y="554255"/>
                  </a:cubicBezTo>
                  <a:cubicBezTo>
                    <a:pt x="0" y="248148"/>
                    <a:pt x="248148" y="0"/>
                    <a:pt x="554255" y="0"/>
                  </a:cubicBezTo>
                  <a:cubicBezTo>
                    <a:pt x="860361" y="0"/>
                    <a:pt x="1108509" y="248148"/>
                    <a:pt x="1108509" y="554255"/>
                  </a:cubicBezTo>
                  <a:close/>
                </a:path>
              </a:pathLst>
            </a:custGeom>
            <a:solidFill>
              <a:srgbClr val="EBEBEB">
                <a:lumMod val="10000"/>
              </a:srgbClr>
            </a:solidFill>
            <a:ln w="12017"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grpSp>
          <p:nvGrpSpPr>
            <p:cNvPr id="129" name="Graphic 5">
              <a:extLst>
                <a:ext uri="{FF2B5EF4-FFF2-40B4-BE49-F238E27FC236}">
                  <a16:creationId xmlns:a16="http://schemas.microsoft.com/office/drawing/2014/main" id="{B20DD433-63EA-D509-C12B-1B360E04B0E6}"/>
                </a:ext>
              </a:extLst>
            </p:cNvPr>
            <p:cNvGrpSpPr/>
            <p:nvPr/>
          </p:nvGrpSpPr>
          <p:grpSpPr>
            <a:xfrm>
              <a:off x="8421826" y="2454547"/>
              <a:ext cx="591151" cy="443563"/>
              <a:chOff x="8421826" y="2454547"/>
              <a:chExt cx="591151" cy="443563"/>
            </a:xfrm>
          </p:grpSpPr>
          <p:sp>
            <p:nvSpPr>
              <p:cNvPr id="130" name="Freeform: Shape 139">
                <a:extLst>
                  <a:ext uri="{FF2B5EF4-FFF2-40B4-BE49-F238E27FC236}">
                    <a16:creationId xmlns:a16="http://schemas.microsoft.com/office/drawing/2014/main" id="{89A742FB-3E7B-70FD-6739-F47786DDECE4}"/>
                  </a:ext>
                </a:extLst>
              </p:cNvPr>
              <p:cNvSpPr/>
              <p:nvPr/>
            </p:nvSpPr>
            <p:spPr>
              <a:xfrm>
                <a:off x="8421826" y="2510694"/>
                <a:ext cx="591151" cy="387416"/>
              </a:xfrm>
              <a:custGeom>
                <a:avLst/>
                <a:gdLst>
                  <a:gd name="connsiteX0" fmla="*/ 591152 w 591151"/>
                  <a:gd name="connsiteY0" fmla="*/ 0 h 387416"/>
                  <a:gd name="connsiteX1" fmla="*/ 0 w 591151"/>
                  <a:gd name="connsiteY1" fmla="*/ 0 h 387416"/>
                  <a:gd name="connsiteX2" fmla="*/ 0 w 591151"/>
                  <a:gd name="connsiteY2" fmla="*/ 387417 h 387416"/>
                  <a:gd name="connsiteX3" fmla="*/ 591152 w 591151"/>
                  <a:gd name="connsiteY3" fmla="*/ 387417 h 387416"/>
                  <a:gd name="connsiteX4" fmla="*/ 591152 w 591151"/>
                  <a:gd name="connsiteY4" fmla="*/ 0 h 3874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1151" h="387416">
                    <a:moveTo>
                      <a:pt x="591152" y="0"/>
                    </a:moveTo>
                    <a:lnTo>
                      <a:pt x="0" y="0"/>
                    </a:lnTo>
                    <a:lnTo>
                      <a:pt x="0" y="387417"/>
                    </a:lnTo>
                    <a:lnTo>
                      <a:pt x="591152" y="387417"/>
                    </a:lnTo>
                    <a:lnTo>
                      <a:pt x="591152" y="0"/>
                    </a:lnTo>
                    <a:close/>
                  </a:path>
                </a:pathLst>
              </a:custGeom>
              <a:solidFill>
                <a:srgbClr val="FFFFFF"/>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131" name="Freeform: Shape 140">
                <a:extLst>
                  <a:ext uri="{FF2B5EF4-FFF2-40B4-BE49-F238E27FC236}">
                    <a16:creationId xmlns:a16="http://schemas.microsoft.com/office/drawing/2014/main" id="{E033F4C5-D08E-CDB5-E4D5-6D28ABE304CC}"/>
                  </a:ext>
                </a:extLst>
              </p:cNvPr>
              <p:cNvSpPr/>
              <p:nvPr/>
            </p:nvSpPr>
            <p:spPr>
              <a:xfrm>
                <a:off x="8662458" y="2454547"/>
                <a:ext cx="109086" cy="109086"/>
              </a:xfrm>
              <a:custGeom>
                <a:avLst/>
                <a:gdLst>
                  <a:gd name="connsiteX0" fmla="*/ 54543 w 109086"/>
                  <a:gd name="connsiteY0" fmla="*/ 109086 h 109086"/>
                  <a:gd name="connsiteX1" fmla="*/ 109086 w 109086"/>
                  <a:gd name="connsiteY1" fmla="*/ 54543 h 109086"/>
                  <a:gd name="connsiteX2" fmla="*/ 54543 w 109086"/>
                  <a:gd name="connsiteY2" fmla="*/ 0 h 109086"/>
                  <a:gd name="connsiteX3" fmla="*/ 0 w 109086"/>
                  <a:gd name="connsiteY3" fmla="*/ 54543 h 109086"/>
                  <a:gd name="connsiteX4" fmla="*/ 54543 w 109086"/>
                  <a:gd name="connsiteY4" fmla="*/ 109086 h 109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086" h="109086">
                    <a:moveTo>
                      <a:pt x="54543" y="109086"/>
                    </a:moveTo>
                    <a:cubicBezTo>
                      <a:pt x="84221" y="109086"/>
                      <a:pt x="109086" y="85023"/>
                      <a:pt x="109086" y="54543"/>
                    </a:cubicBezTo>
                    <a:cubicBezTo>
                      <a:pt x="109086" y="24865"/>
                      <a:pt x="85023" y="0"/>
                      <a:pt x="54543" y="0"/>
                    </a:cubicBezTo>
                    <a:cubicBezTo>
                      <a:pt x="24865" y="0"/>
                      <a:pt x="0" y="24063"/>
                      <a:pt x="0" y="54543"/>
                    </a:cubicBezTo>
                    <a:cubicBezTo>
                      <a:pt x="0" y="85023"/>
                      <a:pt x="24865" y="109086"/>
                      <a:pt x="54543" y="109086"/>
                    </a:cubicBezTo>
                    <a:close/>
                  </a:path>
                </a:pathLst>
              </a:custGeom>
              <a:solidFill>
                <a:srgbClr val="0078D3"/>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grpSp>
            <p:nvGrpSpPr>
              <p:cNvPr id="132" name="Graphic 5">
                <a:extLst>
                  <a:ext uri="{FF2B5EF4-FFF2-40B4-BE49-F238E27FC236}">
                    <a16:creationId xmlns:a16="http://schemas.microsoft.com/office/drawing/2014/main" id="{AF9460CC-C24B-8B25-1569-4F3BFC2EFF7D}"/>
                  </a:ext>
                </a:extLst>
              </p:cNvPr>
              <p:cNvGrpSpPr/>
              <p:nvPr/>
            </p:nvGrpSpPr>
            <p:grpSpPr>
              <a:xfrm>
                <a:off x="8472359" y="2606946"/>
                <a:ext cx="218172" cy="245444"/>
                <a:chOff x="8472359" y="2606946"/>
                <a:chExt cx="218172" cy="245444"/>
              </a:xfrm>
              <a:solidFill>
                <a:srgbClr val="0078D4"/>
              </a:solidFill>
            </p:grpSpPr>
            <p:sp>
              <p:nvSpPr>
                <p:cNvPr id="136" name="Freeform: Shape 142">
                  <a:extLst>
                    <a:ext uri="{FF2B5EF4-FFF2-40B4-BE49-F238E27FC236}">
                      <a16:creationId xmlns:a16="http://schemas.microsoft.com/office/drawing/2014/main" id="{D3D6B19B-1484-DC47-0ACA-8AF3A3F50FF7}"/>
                    </a:ext>
                  </a:extLst>
                </p:cNvPr>
                <p:cNvSpPr/>
                <p:nvPr/>
              </p:nvSpPr>
              <p:spPr>
                <a:xfrm>
                  <a:off x="8526902" y="2606946"/>
                  <a:ext cx="109086" cy="109086"/>
                </a:xfrm>
                <a:custGeom>
                  <a:avLst/>
                  <a:gdLst>
                    <a:gd name="connsiteX0" fmla="*/ 54543 w 109086"/>
                    <a:gd name="connsiteY0" fmla="*/ 109086 h 109086"/>
                    <a:gd name="connsiteX1" fmla="*/ 109086 w 109086"/>
                    <a:gd name="connsiteY1" fmla="*/ 54543 h 109086"/>
                    <a:gd name="connsiteX2" fmla="*/ 54543 w 109086"/>
                    <a:gd name="connsiteY2" fmla="*/ 0 h 109086"/>
                    <a:gd name="connsiteX3" fmla="*/ 0 w 109086"/>
                    <a:gd name="connsiteY3" fmla="*/ 54543 h 109086"/>
                    <a:gd name="connsiteX4" fmla="*/ 54543 w 109086"/>
                    <a:gd name="connsiteY4" fmla="*/ 109086 h 109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086" h="109086">
                      <a:moveTo>
                        <a:pt x="54543" y="109086"/>
                      </a:moveTo>
                      <a:cubicBezTo>
                        <a:pt x="84221" y="109086"/>
                        <a:pt x="109086" y="85023"/>
                        <a:pt x="109086" y="54543"/>
                      </a:cubicBezTo>
                      <a:cubicBezTo>
                        <a:pt x="109086" y="24865"/>
                        <a:pt x="85023" y="0"/>
                        <a:pt x="54543" y="0"/>
                      </a:cubicBezTo>
                      <a:cubicBezTo>
                        <a:pt x="24865" y="0"/>
                        <a:pt x="0" y="24063"/>
                        <a:pt x="0" y="54543"/>
                      </a:cubicBezTo>
                      <a:cubicBezTo>
                        <a:pt x="0" y="85023"/>
                        <a:pt x="24063" y="109086"/>
                        <a:pt x="54543" y="109086"/>
                      </a:cubicBezTo>
                      <a:close/>
                    </a:path>
                  </a:pathLst>
                </a:custGeom>
                <a:solidFill>
                  <a:srgbClr val="0078D4"/>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137" name="Freeform: Shape 143">
                  <a:extLst>
                    <a:ext uri="{FF2B5EF4-FFF2-40B4-BE49-F238E27FC236}">
                      <a16:creationId xmlns:a16="http://schemas.microsoft.com/office/drawing/2014/main" id="{EC096B14-FC74-418E-7C3A-E05CCA0F89C4}"/>
                    </a:ext>
                  </a:extLst>
                </p:cNvPr>
                <p:cNvSpPr/>
                <p:nvPr/>
              </p:nvSpPr>
              <p:spPr>
                <a:xfrm>
                  <a:off x="8472359" y="2743304"/>
                  <a:ext cx="218172" cy="109086"/>
                </a:xfrm>
                <a:custGeom>
                  <a:avLst/>
                  <a:gdLst>
                    <a:gd name="connsiteX0" fmla="*/ 0 w 218172"/>
                    <a:gd name="connsiteY0" fmla="*/ 109086 h 109086"/>
                    <a:gd name="connsiteX1" fmla="*/ 109086 w 218172"/>
                    <a:gd name="connsiteY1" fmla="*/ 0 h 109086"/>
                    <a:gd name="connsiteX2" fmla="*/ 218173 w 218172"/>
                    <a:gd name="connsiteY2" fmla="*/ 109086 h 109086"/>
                    <a:gd name="connsiteX3" fmla="*/ 0 w 218172"/>
                    <a:gd name="connsiteY3" fmla="*/ 109086 h 109086"/>
                  </a:gdLst>
                  <a:ahLst/>
                  <a:cxnLst>
                    <a:cxn ang="0">
                      <a:pos x="connsiteX0" y="connsiteY0"/>
                    </a:cxn>
                    <a:cxn ang="0">
                      <a:pos x="connsiteX1" y="connsiteY1"/>
                    </a:cxn>
                    <a:cxn ang="0">
                      <a:pos x="connsiteX2" y="connsiteY2"/>
                    </a:cxn>
                    <a:cxn ang="0">
                      <a:pos x="connsiteX3" y="connsiteY3"/>
                    </a:cxn>
                  </a:cxnLst>
                  <a:rect l="l" t="t" r="r" b="b"/>
                  <a:pathLst>
                    <a:path w="218172" h="109086">
                      <a:moveTo>
                        <a:pt x="0" y="109086"/>
                      </a:moveTo>
                      <a:cubicBezTo>
                        <a:pt x="0" y="48928"/>
                        <a:pt x="48928" y="0"/>
                        <a:pt x="109086" y="0"/>
                      </a:cubicBezTo>
                      <a:cubicBezTo>
                        <a:pt x="169244" y="0"/>
                        <a:pt x="218173" y="48928"/>
                        <a:pt x="218173" y="109086"/>
                      </a:cubicBezTo>
                      <a:lnTo>
                        <a:pt x="0" y="109086"/>
                      </a:lnTo>
                      <a:close/>
                    </a:path>
                  </a:pathLst>
                </a:custGeom>
                <a:solidFill>
                  <a:srgbClr val="0078D4"/>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grpSp>
          <p:sp>
            <p:nvSpPr>
              <p:cNvPr id="133" name="Freeform: Shape 144">
                <a:extLst>
                  <a:ext uri="{FF2B5EF4-FFF2-40B4-BE49-F238E27FC236}">
                    <a16:creationId xmlns:a16="http://schemas.microsoft.com/office/drawing/2014/main" id="{5E57A4C6-CAD3-D3C5-14EA-C5EFDE6837DF}"/>
                  </a:ext>
                </a:extLst>
              </p:cNvPr>
              <p:cNvSpPr/>
              <p:nvPr/>
            </p:nvSpPr>
            <p:spPr>
              <a:xfrm>
                <a:off x="8726626" y="2787420"/>
                <a:ext cx="249454" cy="55345"/>
              </a:xfrm>
              <a:custGeom>
                <a:avLst/>
                <a:gdLst>
                  <a:gd name="connsiteX0" fmla="*/ 249455 w 249454"/>
                  <a:gd name="connsiteY0" fmla="*/ 0 h 55345"/>
                  <a:gd name="connsiteX1" fmla="*/ 0 w 249454"/>
                  <a:gd name="connsiteY1" fmla="*/ 0 h 55345"/>
                  <a:gd name="connsiteX2" fmla="*/ 0 w 249454"/>
                  <a:gd name="connsiteY2" fmla="*/ 55345 h 55345"/>
                  <a:gd name="connsiteX3" fmla="*/ 249455 w 249454"/>
                  <a:gd name="connsiteY3" fmla="*/ 55345 h 55345"/>
                  <a:gd name="connsiteX4" fmla="*/ 249455 w 249454"/>
                  <a:gd name="connsiteY4" fmla="*/ 0 h 553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454" h="55345">
                    <a:moveTo>
                      <a:pt x="249455" y="0"/>
                    </a:moveTo>
                    <a:lnTo>
                      <a:pt x="0" y="0"/>
                    </a:lnTo>
                    <a:lnTo>
                      <a:pt x="0" y="55345"/>
                    </a:lnTo>
                    <a:lnTo>
                      <a:pt x="249455" y="55345"/>
                    </a:lnTo>
                    <a:lnTo>
                      <a:pt x="249455" y="0"/>
                    </a:lnTo>
                    <a:close/>
                  </a:path>
                </a:pathLst>
              </a:custGeom>
              <a:solidFill>
                <a:srgbClr val="50E6FF"/>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134" name="Freeform: Shape 145">
                <a:extLst>
                  <a:ext uri="{FF2B5EF4-FFF2-40B4-BE49-F238E27FC236}">
                    <a16:creationId xmlns:a16="http://schemas.microsoft.com/office/drawing/2014/main" id="{58DEE8A4-34EF-A898-0CB9-77DDF79C9694}"/>
                  </a:ext>
                </a:extLst>
              </p:cNvPr>
              <p:cNvSpPr/>
              <p:nvPr/>
            </p:nvSpPr>
            <p:spPr>
              <a:xfrm>
                <a:off x="8726626" y="2704001"/>
                <a:ext cx="249454" cy="55345"/>
              </a:xfrm>
              <a:custGeom>
                <a:avLst/>
                <a:gdLst>
                  <a:gd name="connsiteX0" fmla="*/ 249455 w 249454"/>
                  <a:gd name="connsiteY0" fmla="*/ 0 h 55345"/>
                  <a:gd name="connsiteX1" fmla="*/ 0 w 249454"/>
                  <a:gd name="connsiteY1" fmla="*/ 0 h 55345"/>
                  <a:gd name="connsiteX2" fmla="*/ 0 w 249454"/>
                  <a:gd name="connsiteY2" fmla="*/ 55345 h 55345"/>
                  <a:gd name="connsiteX3" fmla="*/ 249455 w 249454"/>
                  <a:gd name="connsiteY3" fmla="*/ 55345 h 55345"/>
                  <a:gd name="connsiteX4" fmla="*/ 249455 w 249454"/>
                  <a:gd name="connsiteY4" fmla="*/ 0 h 553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454" h="55345">
                    <a:moveTo>
                      <a:pt x="249455" y="0"/>
                    </a:moveTo>
                    <a:lnTo>
                      <a:pt x="0" y="0"/>
                    </a:lnTo>
                    <a:lnTo>
                      <a:pt x="0" y="55345"/>
                    </a:lnTo>
                    <a:lnTo>
                      <a:pt x="249455" y="55345"/>
                    </a:lnTo>
                    <a:lnTo>
                      <a:pt x="249455" y="0"/>
                    </a:lnTo>
                    <a:close/>
                  </a:path>
                </a:pathLst>
              </a:custGeom>
              <a:solidFill>
                <a:srgbClr val="50E6FF"/>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sp>
            <p:nvSpPr>
              <p:cNvPr id="135" name="Freeform: Shape 146">
                <a:extLst>
                  <a:ext uri="{FF2B5EF4-FFF2-40B4-BE49-F238E27FC236}">
                    <a16:creationId xmlns:a16="http://schemas.microsoft.com/office/drawing/2014/main" id="{F37235BA-E4F9-D57E-B57F-2A4EEE371C46}"/>
                  </a:ext>
                </a:extLst>
              </p:cNvPr>
              <p:cNvSpPr/>
              <p:nvPr/>
            </p:nvSpPr>
            <p:spPr>
              <a:xfrm>
                <a:off x="8726626" y="2621384"/>
                <a:ext cx="249454" cy="55345"/>
              </a:xfrm>
              <a:custGeom>
                <a:avLst/>
                <a:gdLst>
                  <a:gd name="connsiteX0" fmla="*/ 249455 w 249454"/>
                  <a:gd name="connsiteY0" fmla="*/ 0 h 55345"/>
                  <a:gd name="connsiteX1" fmla="*/ 0 w 249454"/>
                  <a:gd name="connsiteY1" fmla="*/ 0 h 55345"/>
                  <a:gd name="connsiteX2" fmla="*/ 0 w 249454"/>
                  <a:gd name="connsiteY2" fmla="*/ 55345 h 55345"/>
                  <a:gd name="connsiteX3" fmla="*/ 249455 w 249454"/>
                  <a:gd name="connsiteY3" fmla="*/ 55345 h 55345"/>
                  <a:gd name="connsiteX4" fmla="*/ 249455 w 249454"/>
                  <a:gd name="connsiteY4" fmla="*/ 0 h 553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454" h="55345">
                    <a:moveTo>
                      <a:pt x="249455" y="0"/>
                    </a:moveTo>
                    <a:lnTo>
                      <a:pt x="0" y="0"/>
                    </a:lnTo>
                    <a:lnTo>
                      <a:pt x="0" y="55345"/>
                    </a:lnTo>
                    <a:lnTo>
                      <a:pt x="249455" y="55345"/>
                    </a:lnTo>
                    <a:lnTo>
                      <a:pt x="249455" y="0"/>
                    </a:lnTo>
                    <a:close/>
                  </a:path>
                </a:pathLst>
              </a:custGeom>
              <a:solidFill>
                <a:srgbClr val="50E6FF"/>
              </a:solidFill>
              <a:ln w="8011"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grpSp>
      </p:grpSp>
      <p:grpSp>
        <p:nvGrpSpPr>
          <p:cNvPr id="138" name="Group 149">
            <a:extLst>
              <a:ext uri="{FF2B5EF4-FFF2-40B4-BE49-F238E27FC236}">
                <a16:creationId xmlns:a16="http://schemas.microsoft.com/office/drawing/2014/main" id="{34E80BC8-8500-7045-AD01-ADB70DCE2A31}"/>
              </a:ext>
              <a:ext uri="{C183D7F6-B498-43B3-948B-1728B52AA6E4}">
                <adec:decorative xmlns:adec="http://schemas.microsoft.com/office/drawing/2017/decorative" val="1"/>
              </a:ext>
            </a:extLst>
          </p:cNvPr>
          <p:cNvGrpSpPr/>
          <p:nvPr/>
        </p:nvGrpSpPr>
        <p:grpSpPr>
          <a:xfrm>
            <a:off x="10261137" y="1634985"/>
            <a:ext cx="967308" cy="967308"/>
            <a:chOff x="10307551" y="1740703"/>
            <a:chExt cx="967308" cy="967308"/>
          </a:xfrm>
        </p:grpSpPr>
        <p:sp>
          <p:nvSpPr>
            <p:cNvPr id="139" name="Freeform: Shape 77">
              <a:extLst>
                <a:ext uri="{FF2B5EF4-FFF2-40B4-BE49-F238E27FC236}">
                  <a16:creationId xmlns:a16="http://schemas.microsoft.com/office/drawing/2014/main" id="{060E5120-B3EE-00D3-D9F7-16D3F728BBB4}"/>
                </a:ext>
              </a:extLst>
            </p:cNvPr>
            <p:cNvSpPr/>
            <p:nvPr/>
          </p:nvSpPr>
          <p:spPr>
            <a:xfrm>
              <a:off x="10307551" y="1740703"/>
              <a:ext cx="967308" cy="967308"/>
            </a:xfrm>
            <a:custGeom>
              <a:avLst/>
              <a:gdLst>
                <a:gd name="connsiteX0" fmla="*/ 1108509 w 1108509"/>
                <a:gd name="connsiteY0" fmla="*/ 554255 h 1108509"/>
                <a:gd name="connsiteX1" fmla="*/ 554255 w 1108509"/>
                <a:gd name="connsiteY1" fmla="*/ 1108510 h 1108509"/>
                <a:gd name="connsiteX2" fmla="*/ 0 w 1108509"/>
                <a:gd name="connsiteY2" fmla="*/ 554255 h 1108509"/>
                <a:gd name="connsiteX3" fmla="*/ 554255 w 1108509"/>
                <a:gd name="connsiteY3" fmla="*/ 0 h 1108509"/>
                <a:gd name="connsiteX4" fmla="*/ 1108509 w 1108509"/>
                <a:gd name="connsiteY4" fmla="*/ 554255 h 11085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8509" h="1108509">
                  <a:moveTo>
                    <a:pt x="1108509" y="554255"/>
                  </a:moveTo>
                  <a:cubicBezTo>
                    <a:pt x="1108509" y="860362"/>
                    <a:pt x="860361" y="1108510"/>
                    <a:pt x="554255" y="1108510"/>
                  </a:cubicBezTo>
                  <a:cubicBezTo>
                    <a:pt x="248148" y="1108510"/>
                    <a:pt x="0" y="860361"/>
                    <a:pt x="0" y="554255"/>
                  </a:cubicBezTo>
                  <a:cubicBezTo>
                    <a:pt x="0" y="248148"/>
                    <a:pt x="248149" y="0"/>
                    <a:pt x="554255" y="0"/>
                  </a:cubicBezTo>
                  <a:cubicBezTo>
                    <a:pt x="860362" y="0"/>
                    <a:pt x="1108509" y="248149"/>
                    <a:pt x="1108509" y="554255"/>
                  </a:cubicBezTo>
                  <a:close/>
                </a:path>
              </a:pathLst>
            </a:custGeom>
            <a:solidFill>
              <a:srgbClr val="EBEBEB">
                <a:lumMod val="10000"/>
              </a:srgbClr>
            </a:solidFill>
            <a:ln w="12017" cap="flat">
              <a:noFill/>
              <a:prstDash val="solid"/>
              <a:miter/>
            </a:ln>
          </p:spPr>
          <p:txBody>
            <a:bodyPr rtlCol="0" anchor="ctr"/>
            <a:lstStyle/>
            <a:p>
              <a:pPr marL="0" marR="0" lvl="0" indent="0" defTabSz="914192"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Yu Gothic UI" panose="020B0500000000000000" pitchFamily="34" charset="-128"/>
                <a:ea typeface="Yu Gothic UI" panose="020B0500000000000000" pitchFamily="34" charset="-128"/>
              </a:endParaRPr>
            </a:p>
          </p:txBody>
        </p:sp>
        <p:pic>
          <p:nvPicPr>
            <p:cNvPr id="140" name="Graphic 10">
              <a:extLst>
                <a:ext uri="{FF2B5EF4-FFF2-40B4-BE49-F238E27FC236}">
                  <a16:creationId xmlns:a16="http://schemas.microsoft.com/office/drawing/2014/main" id="{5F7743DD-1C01-EA62-BC99-65A2FBE057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557573" y="1923958"/>
              <a:ext cx="449105" cy="760024"/>
            </a:xfrm>
            <a:prstGeom prst="rect">
              <a:avLst/>
            </a:prstGeom>
          </p:spPr>
        </p:pic>
      </p:grpSp>
      <p:sp>
        <p:nvSpPr>
          <p:cNvPr id="141" name="正方形/長方形 140">
            <a:extLst>
              <a:ext uri="{FF2B5EF4-FFF2-40B4-BE49-F238E27FC236}">
                <a16:creationId xmlns:a16="http://schemas.microsoft.com/office/drawing/2014/main" id="{D1706276-8FAE-3B13-7775-59D1E11ED250}"/>
              </a:ext>
            </a:extLst>
          </p:cNvPr>
          <p:cNvSpPr/>
          <p:nvPr/>
        </p:nvSpPr>
        <p:spPr bwMode="auto">
          <a:xfrm>
            <a:off x="590871" y="4943231"/>
            <a:ext cx="5175082" cy="1033576"/>
          </a:xfrm>
          <a:prstGeom prst="rect">
            <a:avLst/>
          </a:prstGeom>
          <a:noFill/>
          <a:ln w="15875">
            <a:solidFill>
              <a:srgbClr val="D83B0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accent6">
                  <a:lumMod val="50000"/>
                </a:schemeClr>
              </a:solidFill>
              <a:latin typeface="Yu Gothic UI" panose="020B0500000000000000" pitchFamily="34" charset="-128"/>
              <a:ea typeface="Yu Gothic UI" panose="020B0500000000000000" pitchFamily="34" charset="-128"/>
              <a:cs typeface="Segoe UI" pitchFamily="34" charset="0"/>
            </a:endParaRPr>
          </a:p>
        </p:txBody>
      </p:sp>
      <p:sp>
        <p:nvSpPr>
          <p:cNvPr id="142" name="四角形吹き出し 48">
            <a:extLst>
              <a:ext uri="{FF2B5EF4-FFF2-40B4-BE49-F238E27FC236}">
                <a16:creationId xmlns:a16="http://schemas.microsoft.com/office/drawing/2014/main" id="{884A4DAF-407C-E51F-DC66-249FB25E1B76}"/>
              </a:ext>
            </a:extLst>
          </p:cNvPr>
          <p:cNvSpPr/>
          <p:nvPr/>
        </p:nvSpPr>
        <p:spPr>
          <a:xfrm>
            <a:off x="5735529" y="6014713"/>
            <a:ext cx="2563159" cy="871312"/>
          </a:xfrm>
          <a:prstGeom prst="wedgeRectCallout">
            <a:avLst>
              <a:gd name="adj1" fmla="val -43795"/>
              <a:gd name="adj2" fmla="val -71643"/>
            </a:avLst>
          </a:prstGeom>
          <a:solidFill>
            <a:srgbClr val="B1D6F2"/>
          </a:solid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chemeClr val="tx1">
                    <a:lumMod val="65000"/>
                    <a:lumOff val="35000"/>
                  </a:schemeClr>
                </a:solidFill>
                <a:effectLst/>
                <a:uLnTx/>
                <a:uFillTx/>
                <a:latin typeface="Yu Gothic UI" panose="020B0500000000000000" pitchFamily="34" charset="-128"/>
                <a:ea typeface="Yu Gothic UI" panose="020B0500000000000000" pitchFamily="34" charset="-128"/>
              </a:rPr>
              <a:t>本セッションでは</a:t>
            </a:r>
            <a:r>
              <a:rPr kumimoji="1" lang="en-US" altLang="ja-JP" sz="1400" b="0" i="0" u="none" strike="noStrike" kern="1200" cap="none" spc="0" normalizeH="0" baseline="0" noProof="0">
                <a:ln>
                  <a:noFill/>
                </a:ln>
                <a:solidFill>
                  <a:schemeClr val="tx1">
                    <a:lumMod val="65000"/>
                    <a:lumOff val="35000"/>
                  </a:schemeClr>
                </a:solidFill>
                <a:effectLst/>
                <a:uLnTx/>
                <a:uFillTx/>
                <a:latin typeface="Yu Gothic UI" panose="020B0500000000000000" pitchFamily="34" charset="-128"/>
                <a:ea typeface="Yu Gothic UI" panose="020B0500000000000000" pitchFamily="34" charset="-128"/>
              </a:rPr>
              <a:t>Azure Landing Zone</a:t>
            </a:r>
            <a:r>
              <a:rPr kumimoji="1" lang="ja-JP" altLang="en-US" sz="1400" b="0" i="0" u="none" strike="noStrike" kern="1200" cap="none" spc="0" normalizeH="0" baseline="0" noProof="0">
                <a:ln>
                  <a:noFill/>
                </a:ln>
                <a:solidFill>
                  <a:schemeClr val="tx1">
                    <a:lumMod val="65000"/>
                    <a:lumOff val="35000"/>
                  </a:schemeClr>
                </a:solidFill>
                <a:effectLst/>
                <a:uLnTx/>
                <a:uFillTx/>
                <a:latin typeface="Yu Gothic UI" panose="020B0500000000000000" pitchFamily="34" charset="-128"/>
                <a:ea typeface="Yu Gothic UI" panose="020B0500000000000000" pitchFamily="34" charset="-128"/>
              </a:rPr>
              <a:t>に沿ったネットワークアーキテクチャを説明</a:t>
            </a:r>
          </a:p>
        </p:txBody>
      </p:sp>
    </p:spTree>
    <p:extLst>
      <p:ext uri="{BB962C8B-B14F-4D97-AF65-F5344CB8AC3E}">
        <p14:creationId xmlns:p14="http://schemas.microsoft.com/office/powerpoint/2010/main" val="3285941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C1E02-0647-44C5-AB1A-B4C09A9DB362}"/>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68290ACE-B85C-C8BE-4AF4-CCA72C87E6A0}"/>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55" name="Oval 16">
            <a:extLst>
              <a:ext uri="{FF2B5EF4-FFF2-40B4-BE49-F238E27FC236}">
                <a16:creationId xmlns:a16="http://schemas.microsoft.com/office/drawing/2014/main" id="{5AB42E47-9C1A-B14F-CD88-C42282B716B3}"/>
              </a:ext>
              <a:ext uri="{C183D7F6-B498-43B3-948B-1728B52AA6E4}">
                <adec:decorative xmlns:adec="http://schemas.microsoft.com/office/drawing/2017/decorative" val="1"/>
              </a:ext>
            </a:extLst>
          </p:cNvPr>
          <p:cNvSpPr/>
          <p:nvPr/>
        </p:nvSpPr>
        <p:spPr bwMode="auto">
          <a:xfrm>
            <a:off x="4546629" y="497603"/>
            <a:ext cx="5659392" cy="5943599"/>
          </a:xfrm>
          <a:prstGeom prst="ellipse">
            <a:avLst/>
          </a:prstGeom>
          <a:solidFill>
            <a:srgbClr val="FCFCFC"/>
          </a:solidFill>
          <a:ln w="19050" cap="rnd" cmpd="sng" algn="ctr">
            <a:solidFill>
              <a:schemeClr val="accent1"/>
            </a:solidFill>
            <a:prstDash val="sysDot"/>
          </a:ln>
          <a:effectLst/>
        </p:spPr>
        <p:txBody>
          <a:bodyPr rot="0" spcFirstLastPara="0" vert="horz" wrap="square" lIns="186521" tIns="149217" rIns="186521" bIns="149217" numCol="1" spcCol="0" rtlCol="0" fromWordArt="0" anchor="ctr" anchorCtr="0" forceAA="0" compatLnSpc="1">
            <a:prstTxWarp prst="textNoShape">
              <a:avLst/>
            </a:prstTxWarp>
            <a:noAutofit/>
          </a:bodyPr>
          <a:lstStyle/>
          <a:p>
            <a:pPr marL="0" marR="0" lvl="0" indent="0" defTabSz="951028"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cs typeface="Segoe UI" pitchFamily="34" charset="0"/>
            </a:endParaRPr>
          </a:p>
        </p:txBody>
      </p:sp>
      <p:sp>
        <p:nvSpPr>
          <p:cNvPr id="9" name="正方形/長方形 8">
            <a:extLst>
              <a:ext uri="{FF2B5EF4-FFF2-40B4-BE49-F238E27FC236}">
                <a16:creationId xmlns:a16="http://schemas.microsoft.com/office/drawing/2014/main" id="{D9E3099E-4EE7-FA1C-F9D6-25F4F033F830}"/>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ja-JP" altLang="en-US" sz="2000">
                <a:latin typeface="Yu Gothic UI" panose="020B0500000000000000" pitchFamily="34" charset="-128"/>
                <a:ea typeface="Yu Gothic UI" panose="020B0500000000000000" pitchFamily="34" charset="-128"/>
              </a:rPr>
              <a:t>ネットワークの多層防御</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73CCBF54-EDDC-8382-E85A-E549024597E5}"/>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7</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2" name="Rectangle: Rounded Corners 100">
            <a:extLst>
              <a:ext uri="{FF2B5EF4-FFF2-40B4-BE49-F238E27FC236}">
                <a16:creationId xmlns:a16="http://schemas.microsoft.com/office/drawing/2014/main" id="{6851F77E-3D10-5807-4EB9-64D58B96FC4B}"/>
              </a:ext>
              <a:ext uri="{C183D7F6-B498-43B3-948B-1728B52AA6E4}">
                <adec:decorative xmlns:adec="http://schemas.microsoft.com/office/drawing/2017/decorative" val="1"/>
              </a:ext>
            </a:extLst>
          </p:cNvPr>
          <p:cNvSpPr/>
          <p:nvPr/>
        </p:nvSpPr>
        <p:spPr bwMode="auto">
          <a:xfrm>
            <a:off x="586084" y="1959889"/>
            <a:ext cx="4781982" cy="3320033"/>
          </a:xfrm>
          <a:prstGeom prst="roundRect">
            <a:avLst>
              <a:gd name="adj" fmla="val 5861"/>
            </a:avLst>
          </a:prstGeom>
          <a:noFill/>
          <a:ln w="12700" cap="flat" cmpd="sng" algn="ctr">
            <a:solidFill>
              <a:srgbClr val="000000">
                <a:lumMod val="75000"/>
                <a:lumOff val="25000"/>
              </a:srgbClr>
            </a:solidFill>
            <a:prstDash val="solid"/>
            <a:headEnd type="none" w="med" len="med"/>
            <a:tailEnd type="none" w="med" len="med"/>
          </a:ln>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gradFill flip="none" rotWithShape="1">
                <a:gsLst>
                  <a:gs pos="0">
                    <a:srgbClr val="50E6FF"/>
                  </a:gs>
                  <a:gs pos="100000">
                    <a:srgbClr val="D59DFF"/>
                  </a:gs>
                </a:gsLst>
                <a:lin ang="2700000" scaled="1"/>
                <a:tileRect/>
              </a:gradFill>
              <a:effectLst/>
              <a:uLnTx/>
              <a:uFillTx/>
              <a:latin typeface="Segoe UI Semibold"/>
            </a:endParaRPr>
          </a:p>
        </p:txBody>
      </p:sp>
      <p:sp>
        <p:nvSpPr>
          <p:cNvPr id="43" name="Text Placeholder 5">
            <a:extLst>
              <a:ext uri="{FF2B5EF4-FFF2-40B4-BE49-F238E27FC236}">
                <a16:creationId xmlns:a16="http://schemas.microsoft.com/office/drawing/2014/main" id="{C17C4A04-F93C-F7BD-F778-8B3E59B05665}"/>
              </a:ext>
            </a:extLst>
          </p:cNvPr>
          <p:cNvSpPr txBox="1">
            <a:spLocks/>
          </p:cNvSpPr>
          <p:nvPr/>
        </p:nvSpPr>
        <p:spPr>
          <a:xfrm>
            <a:off x="794756" y="2140021"/>
            <a:ext cx="3392801" cy="2913618"/>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800"/>
              </a:spcBef>
              <a:buFont typeface="Wingdings" panose="05000000000000000000" pitchFamily="2" charset="2"/>
              <a:buNone/>
              <a:defRPr/>
            </a:pPr>
            <a:r>
              <a:rPr lang="ja-JP" altLang="en-US" sz="2000" spc="-50">
                <a:ln w="3175">
                  <a:noFill/>
                </a:ln>
                <a:gradFill flip="none" rotWithShape="1">
                  <a:gsLst>
                    <a:gs pos="12000">
                      <a:srgbClr val="0078D4"/>
                    </a:gs>
                    <a:gs pos="100000">
                      <a:srgbClr val="50E6FF"/>
                    </a:gs>
                  </a:gsLst>
                  <a:lin ang="18900000" scaled="1"/>
                  <a:tileRect/>
                </a:gradFill>
                <a:latin typeface="Yu Gothic UI Semibold" panose="020B0700000000000000" pitchFamily="50" charset="-128"/>
                <a:ea typeface="Yu Gothic UI Semibold" panose="020B0700000000000000" pitchFamily="50" charset="-128"/>
              </a:rPr>
              <a:t>クラウド ネイティブ サービスによる</a:t>
            </a:r>
            <a:br>
              <a:rPr lang="en-US" altLang="ja-JP" sz="2000" spc="-50">
                <a:ln w="3175">
                  <a:noFill/>
                </a:ln>
                <a:gradFill flip="none" rotWithShape="1">
                  <a:gsLst>
                    <a:gs pos="12000">
                      <a:srgbClr val="0078D4"/>
                    </a:gs>
                    <a:gs pos="100000">
                      <a:srgbClr val="50E6FF"/>
                    </a:gs>
                  </a:gsLst>
                  <a:lin ang="18900000" scaled="1"/>
                  <a:tileRect/>
                </a:gradFill>
                <a:latin typeface="Yu Gothic UI Semibold" panose="020B0700000000000000" pitchFamily="50" charset="-128"/>
                <a:ea typeface="Yu Gothic UI Semibold" panose="020B0700000000000000" pitchFamily="50" charset="-128"/>
              </a:rPr>
            </a:br>
            <a:r>
              <a:rPr lang="ja-JP" altLang="en-US" sz="2000" spc="-50">
                <a:ln w="3175">
                  <a:noFill/>
                </a:ln>
                <a:gradFill flip="none" rotWithShape="1">
                  <a:gsLst>
                    <a:gs pos="12000">
                      <a:srgbClr val="0078D4"/>
                    </a:gs>
                    <a:gs pos="100000">
                      <a:srgbClr val="50E6FF"/>
                    </a:gs>
                  </a:gsLst>
                  <a:lin ang="18900000" scaled="1"/>
                  <a:tileRect/>
                </a:gradFill>
                <a:latin typeface="Yu Gothic UI Semibold" panose="020B0700000000000000" pitchFamily="50" charset="-128"/>
                <a:ea typeface="Yu Gothic UI Semibold" panose="020B0700000000000000" pitchFamily="50" charset="-128"/>
              </a:rPr>
              <a:t>多層防御アプローチ</a:t>
            </a:r>
            <a:br>
              <a:rPr lang="en-US" sz="2000" spc="-50">
                <a:ln w="3175">
                  <a:noFill/>
                </a:ln>
                <a:gradFill flip="none" rotWithShape="1">
                  <a:gsLst>
                    <a:gs pos="12000">
                      <a:srgbClr val="0078D4"/>
                    </a:gs>
                    <a:gs pos="100000">
                      <a:srgbClr val="50E6FF"/>
                    </a:gs>
                  </a:gsLst>
                  <a:lin ang="18900000" scaled="1"/>
                  <a:tileRect/>
                </a:gradFill>
                <a:latin typeface="Segoe UI Semibold"/>
              </a:rPr>
            </a:br>
            <a:endParaRPr lang="en-US" sz="1800">
              <a:solidFill>
                <a:srgbClr val="FFFFFF"/>
              </a:solidFill>
              <a:latin typeface="Segoe UI Semibold"/>
            </a:endParaRPr>
          </a:p>
          <a:p>
            <a:pPr marL="274320" lvl="1" indent="-274320">
              <a:spcBef>
                <a:spcPts val="800"/>
              </a:spcBef>
              <a:buSzPct val="110000"/>
              <a:buFont typeface="Wingdings" panose="05000000000000000000" pitchFamily="2" charset="2"/>
              <a:buBlip>
                <a:blip r:embed="rId3"/>
              </a:buBlip>
              <a:defRPr/>
            </a:pPr>
            <a:r>
              <a:rPr lang="ja-JP" altLang="en-US" sz="1400">
                <a:solidFill>
                  <a:schemeClr val="tx1"/>
                </a:solidFill>
                <a:latin typeface="Yu Gothic UI" panose="020B0500000000000000" pitchFamily="50" charset="-128"/>
                <a:ea typeface="Yu Gothic UI" panose="020B0500000000000000" pitchFamily="50" charset="-128"/>
                <a:cs typeface="Segoe UI" panose="020B0502040204020203" pitchFamily="34" charset="0"/>
              </a:rPr>
              <a:t>ゼロ トラスト アプローチ</a:t>
            </a:r>
            <a:endParaRPr lang="en-US" altLang="ja-JP" sz="1400">
              <a:solidFill>
                <a:schemeClr val="tx1"/>
              </a:solidFill>
              <a:latin typeface="Yu Gothic UI" panose="020B0500000000000000" pitchFamily="50" charset="-128"/>
              <a:ea typeface="Yu Gothic UI" panose="020B0500000000000000" pitchFamily="50" charset="-128"/>
              <a:cs typeface="Segoe UI" panose="020B0502040204020203" pitchFamily="34" charset="0"/>
            </a:endParaRPr>
          </a:p>
          <a:p>
            <a:pPr marL="274320" lvl="1" indent="-274320">
              <a:spcBef>
                <a:spcPts val="800"/>
              </a:spcBef>
              <a:buSzPct val="110000"/>
              <a:buFont typeface="Wingdings" panose="05000000000000000000" pitchFamily="2" charset="2"/>
              <a:buBlip>
                <a:blip r:embed="rId3"/>
              </a:buBlip>
              <a:defRPr/>
            </a:pPr>
            <a:r>
              <a:rPr lang="ja-JP" altLang="en-US" sz="1400">
                <a:solidFill>
                  <a:schemeClr val="tx1"/>
                </a:solidFill>
                <a:latin typeface="Yu Gothic UI" panose="020B0500000000000000" pitchFamily="50" charset="-128"/>
                <a:ea typeface="Yu Gothic UI" panose="020B0500000000000000" pitchFamily="50" charset="-128"/>
                <a:cs typeface="Segoe UI" panose="020B0502040204020203" pitchFamily="34" charset="0"/>
              </a:rPr>
              <a:t>ネットワーク エッジで攻撃を阻止</a:t>
            </a:r>
            <a:endParaRPr lang="en-US" altLang="ja-JP" sz="1400">
              <a:solidFill>
                <a:schemeClr val="tx1"/>
              </a:solidFill>
              <a:latin typeface="Yu Gothic UI" panose="020B0500000000000000" pitchFamily="50" charset="-128"/>
              <a:ea typeface="Yu Gothic UI" panose="020B0500000000000000" pitchFamily="50" charset="-128"/>
              <a:cs typeface="Segoe UI" panose="020B0502040204020203" pitchFamily="34" charset="0"/>
            </a:endParaRPr>
          </a:p>
          <a:p>
            <a:pPr marL="274320" lvl="1" indent="-274320">
              <a:spcBef>
                <a:spcPts val="800"/>
              </a:spcBef>
              <a:buSzPct val="110000"/>
              <a:buFont typeface="Wingdings" panose="05000000000000000000" pitchFamily="2" charset="2"/>
              <a:buBlip>
                <a:blip r:embed="rId3"/>
              </a:buBlip>
              <a:defRPr/>
            </a:pPr>
            <a:r>
              <a:rPr lang="ja-JP" altLang="en-US" sz="1400">
                <a:solidFill>
                  <a:schemeClr val="tx1"/>
                </a:solidFill>
                <a:latin typeface="Yu Gothic UI" panose="020B0500000000000000" pitchFamily="50" charset="-128"/>
                <a:ea typeface="Yu Gothic UI" panose="020B0500000000000000" pitchFamily="50" charset="-128"/>
                <a:cs typeface="Segoe UI" panose="020B0502040204020203" pitchFamily="34" charset="0"/>
              </a:rPr>
              <a:t>仮想ネットワークによる</a:t>
            </a:r>
            <a:br>
              <a:rPr lang="en-US" altLang="ja-JP" sz="1400">
                <a:solidFill>
                  <a:schemeClr val="tx1"/>
                </a:solidFill>
                <a:latin typeface="Yu Gothic UI" panose="020B0500000000000000" pitchFamily="50" charset="-128"/>
                <a:ea typeface="Yu Gothic UI" panose="020B0500000000000000" pitchFamily="50" charset="-128"/>
                <a:cs typeface="Segoe UI" panose="020B0502040204020203" pitchFamily="34" charset="0"/>
              </a:rPr>
            </a:br>
            <a:r>
              <a:rPr lang="ja-JP" altLang="en-US" sz="1400">
                <a:solidFill>
                  <a:schemeClr val="tx1"/>
                </a:solidFill>
                <a:latin typeface="Yu Gothic UI" panose="020B0500000000000000" pitchFamily="50" charset="-128"/>
                <a:ea typeface="Yu Gothic UI" panose="020B0500000000000000" pitchFamily="50" charset="-128"/>
                <a:cs typeface="Segoe UI" panose="020B0502040204020203" pitchFamily="34" charset="0"/>
              </a:rPr>
              <a:t>ネットワーク セグメンテーション</a:t>
            </a:r>
            <a:endParaRPr lang="en-US" altLang="ja-JP" sz="1400">
              <a:solidFill>
                <a:schemeClr val="tx1"/>
              </a:solidFill>
              <a:latin typeface="Yu Gothic UI" panose="020B0500000000000000" pitchFamily="50" charset="-128"/>
              <a:ea typeface="Yu Gothic UI" panose="020B0500000000000000" pitchFamily="50" charset="-128"/>
              <a:cs typeface="Segoe UI" panose="020B0502040204020203" pitchFamily="34" charset="0"/>
            </a:endParaRPr>
          </a:p>
          <a:p>
            <a:pPr marL="274320" lvl="1" indent="-274320">
              <a:spcBef>
                <a:spcPts val="800"/>
              </a:spcBef>
              <a:buSzPct val="110000"/>
              <a:buFont typeface="Wingdings" panose="05000000000000000000" pitchFamily="2" charset="2"/>
              <a:buBlip>
                <a:blip r:embed="rId3"/>
              </a:buBlip>
              <a:defRPr/>
            </a:pPr>
            <a:r>
              <a:rPr lang="ja-JP" altLang="en-US" sz="1400">
                <a:solidFill>
                  <a:schemeClr val="tx1"/>
                </a:solidFill>
                <a:latin typeface="Yu Gothic UI" panose="020B0500000000000000" pitchFamily="50" charset="-128"/>
                <a:ea typeface="Yu Gothic UI" panose="020B0500000000000000" pitchFamily="50" charset="-128"/>
                <a:cs typeface="Segoe UI" panose="020B0502040204020203" pitchFamily="34" charset="0"/>
              </a:rPr>
              <a:t>ルーティングの挙動を制御</a:t>
            </a:r>
            <a:endParaRPr lang="en-US" altLang="ja-JP" sz="1400">
              <a:solidFill>
                <a:schemeClr val="tx1"/>
              </a:solidFill>
              <a:latin typeface="Yu Gothic UI" panose="020B0500000000000000" pitchFamily="50" charset="-128"/>
              <a:ea typeface="Yu Gothic UI" panose="020B0500000000000000" pitchFamily="50" charset="-128"/>
              <a:cs typeface="Segoe UI" panose="020B0502040204020203" pitchFamily="34" charset="0"/>
            </a:endParaRPr>
          </a:p>
          <a:p>
            <a:pPr marL="274320" lvl="1" indent="-274320">
              <a:spcBef>
                <a:spcPts val="800"/>
              </a:spcBef>
              <a:buSzPct val="110000"/>
              <a:buFont typeface="Wingdings" panose="05000000000000000000" pitchFamily="2" charset="2"/>
              <a:buBlip>
                <a:blip r:embed="rId3"/>
              </a:buBlip>
              <a:defRPr/>
            </a:pPr>
            <a:r>
              <a:rPr lang="ja-JP" altLang="en-US" sz="1400">
                <a:solidFill>
                  <a:schemeClr val="tx1"/>
                </a:solidFill>
                <a:latin typeface="Yu Gothic UI" panose="020B0500000000000000" pitchFamily="50" charset="-128"/>
                <a:ea typeface="Yu Gothic UI" panose="020B0500000000000000" pitchFamily="50" charset="-128"/>
                <a:cs typeface="Segoe UI" panose="020B0502040204020203" pitchFamily="34" charset="0"/>
              </a:rPr>
              <a:t>サービス エンドポイントで、</a:t>
            </a:r>
            <a:br>
              <a:rPr lang="en-US" altLang="ja-JP" sz="1400">
                <a:solidFill>
                  <a:schemeClr val="tx1"/>
                </a:solidFill>
                <a:latin typeface="Yu Gothic UI" panose="020B0500000000000000" pitchFamily="50" charset="-128"/>
                <a:ea typeface="Yu Gothic UI" panose="020B0500000000000000" pitchFamily="50" charset="-128"/>
                <a:cs typeface="Segoe UI" panose="020B0502040204020203" pitchFamily="34" charset="0"/>
              </a:rPr>
            </a:br>
            <a:r>
              <a:rPr lang="en-US" altLang="ja-JP" sz="1400">
                <a:solidFill>
                  <a:schemeClr val="tx1"/>
                </a:solidFill>
                <a:latin typeface="Yu Gothic UI" panose="020B0500000000000000" pitchFamily="50" charset="-128"/>
                <a:ea typeface="Yu Gothic UI" panose="020B0500000000000000" pitchFamily="50" charset="-128"/>
                <a:cs typeface="Segoe UI" panose="020B0502040204020203" pitchFamily="34" charset="0"/>
              </a:rPr>
              <a:t>PaaS </a:t>
            </a:r>
            <a:r>
              <a:rPr lang="ja-JP" altLang="en-US" sz="1400">
                <a:solidFill>
                  <a:schemeClr val="tx1"/>
                </a:solidFill>
                <a:latin typeface="Yu Gothic UI" panose="020B0500000000000000" pitchFamily="50" charset="-128"/>
                <a:ea typeface="Yu Gothic UI" panose="020B0500000000000000" pitchFamily="50" charset="-128"/>
                <a:cs typeface="Segoe UI" panose="020B0502040204020203" pitchFamily="34" charset="0"/>
              </a:rPr>
              <a:t>リソースへのアクセスを制限</a:t>
            </a:r>
            <a:endParaRPr lang="en-US" altLang="ja-JP" sz="1400">
              <a:solidFill>
                <a:schemeClr val="tx1"/>
              </a:solidFill>
              <a:latin typeface="Yu Gothic UI" panose="020B0500000000000000" pitchFamily="50" charset="-128"/>
              <a:ea typeface="Yu Gothic UI" panose="020B0500000000000000" pitchFamily="50" charset="-128"/>
              <a:cs typeface="Segoe UI" panose="020B0502040204020203" pitchFamily="34" charset="0"/>
            </a:endParaRPr>
          </a:p>
        </p:txBody>
      </p:sp>
      <p:sp>
        <p:nvSpPr>
          <p:cNvPr id="45" name="Oval 4">
            <a:extLst>
              <a:ext uri="{FF2B5EF4-FFF2-40B4-BE49-F238E27FC236}">
                <a16:creationId xmlns:a16="http://schemas.microsoft.com/office/drawing/2014/main" id="{71CF8D81-8339-4D29-E4DE-8E0716686BEF}"/>
              </a:ext>
            </a:extLst>
          </p:cNvPr>
          <p:cNvSpPr/>
          <p:nvPr/>
        </p:nvSpPr>
        <p:spPr bwMode="auto">
          <a:xfrm>
            <a:off x="5180996" y="2739518"/>
            <a:ext cx="1799417" cy="1576123"/>
          </a:xfrm>
          <a:prstGeom prst="ellipse">
            <a:avLst/>
          </a:prstGeom>
          <a:solidFill>
            <a:schemeClr val="accent1"/>
          </a:solidFill>
          <a:ln w="9525" cap="flat" cmpd="sng" algn="ctr">
            <a:solidFill>
              <a:schemeClr val="accent1"/>
            </a:solidFill>
            <a:prstDash val="solid"/>
          </a:ln>
          <a:effectLst>
            <a:outerShdw blurRad="127000" algn="tl" rotWithShape="0">
              <a:srgbClr val="FFFFFF">
                <a:lumMod val="50000"/>
                <a:alpha val="20000"/>
              </a:srgbClr>
            </a:outerShdw>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896386" eaLnBrk="1" fontAlgn="auto" latinLnBrk="0" hangingPunct="1">
              <a:lnSpc>
                <a:spcPct val="100000"/>
              </a:lnSpc>
              <a:spcBef>
                <a:spcPct val="0"/>
              </a:spcBef>
              <a:spcAft>
                <a:spcPts val="0"/>
              </a:spcAft>
              <a:buClrTx/>
              <a:buSzTx/>
              <a:buFontTx/>
              <a:buNone/>
              <a:tabLst/>
              <a:defRPr/>
            </a:pPr>
            <a:r>
              <a:rPr kumimoji="0" lang="en-US" sz="1600" b="0" i="0" u="none" strike="noStrike" kern="0" cap="none" spc="0" normalizeH="0" baseline="0" noProof="0">
                <a:ln w="3175">
                  <a:noFill/>
                </a:ln>
                <a:solidFill>
                  <a:srgbClr val="50E6FF"/>
                </a:solidFill>
                <a:effectLst/>
                <a:uLnTx/>
                <a:uFillTx/>
                <a:latin typeface="Yu Gothic UI Semibold" panose="020B0700000000000000" pitchFamily="50" charset="-128"/>
                <a:ea typeface="Yu Gothic UI Semibold" panose="020B0700000000000000" pitchFamily="50" charset="-128"/>
                <a:cs typeface="Segoe UI Semilight" panose="020B0402040204020203" pitchFamily="34" charset="0"/>
              </a:rPr>
              <a:t>Azure </a:t>
            </a:r>
            <a:r>
              <a:rPr kumimoji="0" lang="ja-JP" altLang="en-US" sz="1600" b="0" i="0" u="none" strike="noStrike" kern="0" cap="none" spc="0" normalizeH="0" baseline="0" noProof="0">
                <a:ln w="3175">
                  <a:noFill/>
                </a:ln>
                <a:solidFill>
                  <a:srgbClr val="50E6FF"/>
                </a:solidFill>
                <a:effectLst/>
                <a:uLnTx/>
                <a:uFillTx/>
                <a:latin typeface="Yu Gothic UI Semibold" panose="020B0700000000000000" pitchFamily="50" charset="-128"/>
                <a:ea typeface="Yu Gothic UI Semibold" panose="020B0700000000000000" pitchFamily="50" charset="-128"/>
                <a:cs typeface="Segoe UI Semilight" panose="020B0402040204020203" pitchFamily="34" charset="0"/>
              </a:rPr>
              <a:t>の</a:t>
            </a:r>
            <a:br>
              <a:rPr kumimoji="0" lang="en-US" altLang="ja-JP" sz="1600" b="0" i="0" u="none" strike="noStrike" kern="0" cap="none" spc="0" normalizeH="0" baseline="0" noProof="0">
                <a:ln w="3175">
                  <a:noFill/>
                </a:ln>
                <a:solidFill>
                  <a:srgbClr val="50E6FF"/>
                </a:solidFill>
                <a:effectLst/>
                <a:uLnTx/>
                <a:uFillTx/>
                <a:latin typeface="Yu Gothic UI Semibold" panose="020B0700000000000000" pitchFamily="50" charset="-128"/>
                <a:ea typeface="Yu Gothic UI Semibold" panose="020B0700000000000000" pitchFamily="50" charset="-128"/>
                <a:cs typeface="Segoe UI Semilight" panose="020B0402040204020203" pitchFamily="34" charset="0"/>
              </a:rPr>
            </a:br>
            <a:r>
              <a:rPr kumimoji="0" lang="ja-JP" altLang="en-US" sz="1600" b="0" i="0" u="none" strike="noStrike" kern="0" cap="none" spc="0" normalizeH="0" baseline="0" noProof="0">
                <a:ln w="3175">
                  <a:noFill/>
                </a:ln>
                <a:solidFill>
                  <a:srgbClr val="50E6FF"/>
                </a:solidFill>
                <a:effectLst/>
                <a:uLnTx/>
                <a:uFillTx/>
                <a:latin typeface="Yu Gothic UI Semibold" panose="020B0700000000000000" pitchFamily="50" charset="-128"/>
                <a:ea typeface="Yu Gothic UI Semibold" panose="020B0700000000000000" pitchFamily="50" charset="-128"/>
                <a:cs typeface="Segoe UI Semilight" panose="020B0402040204020203" pitchFamily="34" charset="0"/>
              </a:rPr>
              <a:t>アプリケーション</a:t>
            </a:r>
            <a:endParaRPr kumimoji="0" lang="en-US" sz="1600" b="0" i="0" u="none" strike="noStrike" kern="0" cap="none" spc="0" normalizeH="0" baseline="0" noProof="0">
              <a:ln w="3175">
                <a:noFill/>
              </a:ln>
              <a:solidFill>
                <a:srgbClr val="50E6FF"/>
              </a:solidFill>
              <a:effectLst/>
              <a:uLnTx/>
              <a:uFillTx/>
              <a:latin typeface="Yu Gothic UI Semibold" panose="020B0700000000000000" pitchFamily="50" charset="-128"/>
              <a:ea typeface="Yu Gothic UI Semibold" panose="020B0700000000000000" pitchFamily="50" charset="-128"/>
              <a:cs typeface="Segoe UI Semilight" panose="020B0402040204020203" pitchFamily="34" charset="0"/>
            </a:endParaRPr>
          </a:p>
        </p:txBody>
      </p:sp>
      <p:sp>
        <p:nvSpPr>
          <p:cNvPr id="46" name="Oval 5">
            <a:extLst>
              <a:ext uri="{FF2B5EF4-FFF2-40B4-BE49-F238E27FC236}">
                <a16:creationId xmlns:a16="http://schemas.microsoft.com/office/drawing/2014/main" id="{337AE76F-D8C6-017B-2B2D-C4B5EBDA6089}"/>
              </a:ext>
            </a:extLst>
          </p:cNvPr>
          <p:cNvSpPr/>
          <p:nvPr/>
        </p:nvSpPr>
        <p:spPr bwMode="auto">
          <a:xfrm>
            <a:off x="5181024" y="2475512"/>
            <a:ext cx="2056495" cy="2242636"/>
          </a:xfrm>
          <a:prstGeom prst="ellipse">
            <a:avLst/>
          </a:prstGeom>
          <a:noFill/>
          <a:ln w="19050" cap="rnd" cmpd="sng" algn="ctr">
            <a:solidFill>
              <a:schemeClr val="accent1"/>
            </a:solidFill>
            <a:prstDash val="sysDot"/>
          </a:ln>
          <a:effectLst/>
        </p:spPr>
        <p:txBody>
          <a:bodyPr rot="0" spcFirstLastPara="0" vert="horz" wrap="square" lIns="186521" tIns="149217" rIns="186521" bIns="149217" numCol="1" spcCol="0" rtlCol="0" fromWordArt="0" anchor="ctr" anchorCtr="0" forceAA="0" compatLnSpc="1">
            <a:prstTxWarp prst="textNoShape">
              <a:avLst/>
            </a:prstTxWarp>
            <a:noAutofit/>
          </a:bodyPr>
          <a:lstStyle/>
          <a:p>
            <a:pPr marL="0" marR="0" lvl="0" indent="0" defTabSz="951028"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cs typeface="Segoe UI" pitchFamily="34" charset="0"/>
            </a:endParaRPr>
          </a:p>
        </p:txBody>
      </p:sp>
      <p:sp>
        <p:nvSpPr>
          <p:cNvPr id="47" name="Oval 6">
            <a:extLst>
              <a:ext uri="{FF2B5EF4-FFF2-40B4-BE49-F238E27FC236}">
                <a16:creationId xmlns:a16="http://schemas.microsoft.com/office/drawing/2014/main" id="{3F636971-9886-BE41-C225-52D09C41D7A0}"/>
              </a:ext>
            </a:extLst>
          </p:cNvPr>
          <p:cNvSpPr/>
          <p:nvPr/>
        </p:nvSpPr>
        <p:spPr bwMode="auto">
          <a:xfrm>
            <a:off x="5067775" y="2101739"/>
            <a:ext cx="2741995" cy="2990183"/>
          </a:xfrm>
          <a:prstGeom prst="ellipse">
            <a:avLst/>
          </a:prstGeom>
          <a:noFill/>
          <a:ln w="19050" cap="rnd" cmpd="sng" algn="ctr">
            <a:solidFill>
              <a:schemeClr val="accent1"/>
            </a:solidFill>
            <a:prstDash val="sysDot"/>
          </a:ln>
          <a:effectLst/>
        </p:spPr>
        <p:txBody>
          <a:bodyPr rot="0" spcFirstLastPara="0" vert="horz" wrap="square" lIns="186521" tIns="149217" rIns="186521" bIns="149217" numCol="1" spcCol="0" rtlCol="0" fromWordArt="0" anchor="ctr" anchorCtr="0" forceAA="0" compatLnSpc="1">
            <a:prstTxWarp prst="textNoShape">
              <a:avLst/>
            </a:prstTxWarp>
            <a:noAutofit/>
          </a:bodyPr>
          <a:lstStyle/>
          <a:p>
            <a:pPr marL="0" marR="0" lvl="0" indent="0" defTabSz="951028"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cs typeface="Segoe UI" pitchFamily="34" charset="0"/>
            </a:endParaRPr>
          </a:p>
        </p:txBody>
      </p:sp>
      <p:sp>
        <p:nvSpPr>
          <p:cNvPr id="48" name="Oval 7">
            <a:extLst>
              <a:ext uri="{FF2B5EF4-FFF2-40B4-BE49-F238E27FC236}">
                <a16:creationId xmlns:a16="http://schemas.microsoft.com/office/drawing/2014/main" id="{71E909FC-119A-2076-D55D-D1147CC514C9}"/>
              </a:ext>
            </a:extLst>
          </p:cNvPr>
          <p:cNvSpPr/>
          <p:nvPr/>
        </p:nvSpPr>
        <p:spPr bwMode="auto">
          <a:xfrm>
            <a:off x="4841275" y="1354193"/>
            <a:ext cx="4112992" cy="4485274"/>
          </a:xfrm>
          <a:prstGeom prst="ellipse">
            <a:avLst/>
          </a:prstGeom>
          <a:noFill/>
          <a:ln w="19050" cap="rnd" cmpd="sng" algn="ctr">
            <a:solidFill>
              <a:schemeClr val="accent1"/>
            </a:solidFill>
            <a:prstDash val="sysDot"/>
          </a:ln>
          <a:effectLst/>
        </p:spPr>
        <p:txBody>
          <a:bodyPr rot="0" spcFirstLastPara="0" vert="horz" wrap="square" lIns="186521" tIns="149217" rIns="186521" bIns="149217" numCol="1" spcCol="0" rtlCol="0" fromWordArt="0" anchor="ctr" anchorCtr="0" forceAA="0" compatLnSpc="1">
            <a:prstTxWarp prst="textNoShape">
              <a:avLst/>
            </a:prstTxWarp>
            <a:noAutofit/>
          </a:bodyPr>
          <a:lstStyle/>
          <a:p>
            <a:pPr marL="0" marR="0" lvl="0" indent="0" defTabSz="951028"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cs typeface="Segoe UI" pitchFamily="34" charset="0"/>
            </a:endParaRPr>
          </a:p>
        </p:txBody>
      </p:sp>
      <p:sp>
        <p:nvSpPr>
          <p:cNvPr id="49" name="Oval 9">
            <a:extLst>
              <a:ext uri="{FF2B5EF4-FFF2-40B4-BE49-F238E27FC236}">
                <a16:creationId xmlns:a16="http://schemas.microsoft.com/office/drawing/2014/main" id="{A105F09D-0690-EBCB-0455-5EA7479FCE78}"/>
              </a:ext>
            </a:extLst>
          </p:cNvPr>
          <p:cNvSpPr/>
          <p:nvPr/>
        </p:nvSpPr>
        <p:spPr bwMode="auto">
          <a:xfrm>
            <a:off x="4954527" y="1727966"/>
            <a:ext cx="3427493" cy="3737728"/>
          </a:xfrm>
          <a:prstGeom prst="ellipse">
            <a:avLst/>
          </a:prstGeom>
          <a:noFill/>
          <a:ln w="19050" cap="rnd" cmpd="sng" algn="ctr">
            <a:solidFill>
              <a:schemeClr val="accent1"/>
            </a:solidFill>
            <a:prstDash val="sysDot"/>
          </a:ln>
          <a:effectLst/>
        </p:spPr>
        <p:txBody>
          <a:bodyPr rot="0" spcFirstLastPara="0" vert="horz" wrap="square" lIns="186521" tIns="149217" rIns="186521" bIns="149217" numCol="1" spcCol="0" rtlCol="0" fromWordArt="0" anchor="ctr" anchorCtr="0" forceAA="0" compatLnSpc="1">
            <a:prstTxWarp prst="textNoShape">
              <a:avLst/>
            </a:prstTxWarp>
            <a:noAutofit/>
          </a:bodyPr>
          <a:lstStyle/>
          <a:p>
            <a:pPr marL="0" marR="0" lvl="0" indent="0" defTabSz="951028"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cs typeface="Segoe UI" pitchFamily="34" charset="0"/>
            </a:endParaRPr>
          </a:p>
        </p:txBody>
      </p:sp>
      <p:sp>
        <p:nvSpPr>
          <p:cNvPr id="50" name="Oval 10">
            <a:extLst>
              <a:ext uri="{FF2B5EF4-FFF2-40B4-BE49-F238E27FC236}">
                <a16:creationId xmlns:a16="http://schemas.microsoft.com/office/drawing/2014/main" id="{7C105C5E-F678-23EB-3945-4B2A5BA817D6}"/>
              </a:ext>
            </a:extLst>
          </p:cNvPr>
          <p:cNvSpPr/>
          <p:nvPr/>
        </p:nvSpPr>
        <p:spPr bwMode="auto">
          <a:xfrm>
            <a:off x="4728026" y="980421"/>
            <a:ext cx="4798490" cy="5232819"/>
          </a:xfrm>
          <a:prstGeom prst="ellipse">
            <a:avLst/>
          </a:prstGeom>
          <a:noFill/>
          <a:ln w="19050" cap="rnd" cmpd="sng" algn="ctr">
            <a:solidFill>
              <a:schemeClr val="accent1"/>
            </a:solidFill>
            <a:prstDash val="sysDot"/>
          </a:ln>
          <a:effectLst/>
        </p:spPr>
        <p:txBody>
          <a:bodyPr rot="0" spcFirstLastPara="0" vert="horz" wrap="square" lIns="186521" tIns="149217" rIns="186521" bIns="149217" numCol="1" spcCol="0" rtlCol="0" fromWordArt="0" anchor="ctr" anchorCtr="0" forceAA="0" compatLnSpc="1">
            <a:prstTxWarp prst="textNoShape">
              <a:avLst/>
            </a:prstTxWarp>
            <a:noAutofit/>
          </a:bodyPr>
          <a:lstStyle/>
          <a:p>
            <a:pPr marL="0" marR="0" lvl="0" indent="0" defTabSz="951028"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cs typeface="Segoe UI" pitchFamily="34" charset="0"/>
            </a:endParaRPr>
          </a:p>
        </p:txBody>
      </p:sp>
      <p:sp>
        <p:nvSpPr>
          <p:cNvPr id="51" name="TextBox 11">
            <a:extLst>
              <a:ext uri="{FF2B5EF4-FFF2-40B4-BE49-F238E27FC236}">
                <a16:creationId xmlns:a16="http://schemas.microsoft.com/office/drawing/2014/main" id="{D8F519E3-4127-6F45-EB2E-D9E552FBA7A6}"/>
              </a:ext>
            </a:extLst>
          </p:cNvPr>
          <p:cNvSpPr txBox="1"/>
          <p:nvPr/>
        </p:nvSpPr>
        <p:spPr>
          <a:xfrm>
            <a:off x="6994524" y="3161503"/>
            <a:ext cx="510413" cy="332399"/>
          </a:xfrm>
          <a:prstGeom prst="rect">
            <a:avLst/>
          </a:prstGeom>
          <a:solidFill>
            <a:srgbClr val="FCFCFC"/>
          </a:solidFill>
          <a:ln>
            <a:noFill/>
          </a:ln>
        </p:spPr>
        <p:txBody>
          <a:bodyPr wrap="square" lIns="0" tIns="27432" rIns="0" bIns="27432"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effectLst/>
                <a:uLnTx/>
                <a:uFillTx/>
                <a:latin typeface="Segoe UI" panose="020B0502040204020203" pitchFamily="34" charset="0"/>
                <a:cs typeface="Segoe UI" panose="020B0502040204020203" pitchFamily="34" charset="0"/>
              </a:rPr>
              <a:t>NSG/ASG and UDR</a:t>
            </a:r>
          </a:p>
        </p:txBody>
      </p:sp>
      <p:sp>
        <p:nvSpPr>
          <p:cNvPr id="52" name="TextBox 12">
            <a:extLst>
              <a:ext uri="{FF2B5EF4-FFF2-40B4-BE49-F238E27FC236}">
                <a16:creationId xmlns:a16="http://schemas.microsoft.com/office/drawing/2014/main" id="{EFC44D2A-1C7D-1401-1B2E-4D654BE3F283}"/>
              </a:ext>
            </a:extLst>
          </p:cNvPr>
          <p:cNvSpPr txBox="1"/>
          <p:nvPr/>
        </p:nvSpPr>
        <p:spPr>
          <a:xfrm>
            <a:off x="8045199" y="3104300"/>
            <a:ext cx="640080" cy="470898"/>
          </a:xfrm>
          <a:prstGeom prst="rect">
            <a:avLst/>
          </a:prstGeom>
          <a:solidFill>
            <a:srgbClr val="FCFCFC"/>
          </a:solidFill>
          <a:ln>
            <a:noFill/>
          </a:ln>
        </p:spPr>
        <p:txBody>
          <a:bodyPr wrap="square" lIns="0" tIns="27432" rIns="0" bIns="27432"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effectLst/>
                <a:uLnTx/>
                <a:uFillTx/>
                <a:latin typeface="Segoe UI" panose="020B0502040204020203" pitchFamily="34" charset="0"/>
                <a:cs typeface="Segoe UI" panose="020B0502040204020203" pitchFamily="34" charset="0"/>
              </a:rPr>
              <a:t>Application Gateway with WAF</a:t>
            </a:r>
          </a:p>
        </p:txBody>
      </p:sp>
      <p:sp>
        <p:nvSpPr>
          <p:cNvPr id="53" name="TextBox 13">
            <a:extLst>
              <a:ext uri="{FF2B5EF4-FFF2-40B4-BE49-F238E27FC236}">
                <a16:creationId xmlns:a16="http://schemas.microsoft.com/office/drawing/2014/main" id="{17F9BFC0-D5C6-ED8D-EA17-FDEBDE56C5F5}"/>
              </a:ext>
            </a:extLst>
          </p:cNvPr>
          <p:cNvSpPr txBox="1"/>
          <p:nvPr/>
        </p:nvSpPr>
        <p:spPr>
          <a:xfrm>
            <a:off x="7613189" y="3628938"/>
            <a:ext cx="386019" cy="332399"/>
          </a:xfrm>
          <a:prstGeom prst="rect">
            <a:avLst/>
          </a:prstGeom>
          <a:solidFill>
            <a:srgbClr val="FCFCFC"/>
          </a:solidFill>
          <a:ln>
            <a:noFill/>
          </a:ln>
        </p:spPr>
        <p:txBody>
          <a:bodyPr wrap="square" lIns="0" tIns="27432" rIns="0" bIns="27432"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effectLst/>
                <a:uLnTx/>
                <a:uFillTx/>
                <a:latin typeface="Segoe UI" panose="020B0502040204020203" pitchFamily="34" charset="0"/>
                <a:cs typeface="Segoe UI" panose="020B0502040204020203" pitchFamily="34" charset="0"/>
              </a:rPr>
              <a:t>Azure Firewall</a:t>
            </a:r>
          </a:p>
        </p:txBody>
      </p:sp>
      <p:sp>
        <p:nvSpPr>
          <p:cNvPr id="54" name="TextBox 14">
            <a:extLst>
              <a:ext uri="{FF2B5EF4-FFF2-40B4-BE49-F238E27FC236}">
                <a16:creationId xmlns:a16="http://schemas.microsoft.com/office/drawing/2014/main" id="{9FC26E89-C877-DC9A-3AFC-298CCBD94FC3}"/>
              </a:ext>
            </a:extLst>
          </p:cNvPr>
          <p:cNvSpPr txBox="1"/>
          <p:nvPr/>
        </p:nvSpPr>
        <p:spPr>
          <a:xfrm>
            <a:off x="8708381" y="3544976"/>
            <a:ext cx="467201" cy="470898"/>
          </a:xfrm>
          <a:prstGeom prst="rect">
            <a:avLst/>
          </a:prstGeom>
          <a:solidFill>
            <a:srgbClr val="FCFCFC"/>
          </a:solidFill>
          <a:ln>
            <a:noFill/>
          </a:ln>
        </p:spPr>
        <p:txBody>
          <a:bodyPr wrap="square" lIns="0" tIns="27432" rIns="0" bIns="27432"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effectLst/>
                <a:uLnTx/>
                <a:uFillTx/>
                <a:latin typeface="Segoe UI" panose="020B0502040204020203" pitchFamily="34" charset="0"/>
                <a:cs typeface="Segoe UI" panose="020B0502040204020203" pitchFamily="34" charset="0"/>
              </a:rPr>
              <a:t>Virtual Network Isolation</a:t>
            </a:r>
          </a:p>
        </p:txBody>
      </p:sp>
      <p:sp>
        <p:nvSpPr>
          <p:cNvPr id="56" name="TextBox 17">
            <a:extLst>
              <a:ext uri="{FF2B5EF4-FFF2-40B4-BE49-F238E27FC236}">
                <a16:creationId xmlns:a16="http://schemas.microsoft.com/office/drawing/2014/main" id="{8CC22101-4810-B5D1-3031-248F09F570C1}"/>
              </a:ext>
            </a:extLst>
          </p:cNvPr>
          <p:cNvSpPr txBox="1"/>
          <p:nvPr/>
        </p:nvSpPr>
        <p:spPr>
          <a:xfrm>
            <a:off x="9882787" y="3612155"/>
            <a:ext cx="659802" cy="332399"/>
          </a:xfrm>
          <a:prstGeom prst="rect">
            <a:avLst/>
          </a:prstGeom>
          <a:solidFill>
            <a:srgbClr val="FCFCFC"/>
          </a:solidFill>
          <a:ln>
            <a:noFill/>
          </a:ln>
        </p:spPr>
        <p:txBody>
          <a:bodyPr wrap="square" lIns="0" tIns="27432" rIns="0" bIns="27432"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effectLst/>
                <a:uLnTx/>
                <a:uFillTx/>
                <a:latin typeface="Segoe UI" panose="020B0502040204020203" pitchFamily="34" charset="0"/>
                <a:cs typeface="Segoe UI" panose="020B0502040204020203" pitchFamily="34" charset="0"/>
              </a:rPr>
              <a:t>Front Door with WAF </a:t>
            </a:r>
          </a:p>
        </p:txBody>
      </p:sp>
      <p:sp>
        <p:nvSpPr>
          <p:cNvPr id="57" name="TextBox 18">
            <a:extLst>
              <a:ext uri="{FF2B5EF4-FFF2-40B4-BE49-F238E27FC236}">
                <a16:creationId xmlns:a16="http://schemas.microsoft.com/office/drawing/2014/main" id="{3A0C0506-63AA-08B0-31CD-94886634FFFA}"/>
              </a:ext>
            </a:extLst>
          </p:cNvPr>
          <p:cNvSpPr txBox="1"/>
          <p:nvPr/>
        </p:nvSpPr>
        <p:spPr>
          <a:xfrm>
            <a:off x="10655065" y="3884444"/>
            <a:ext cx="1111556" cy="215444"/>
          </a:xfrm>
          <a:prstGeom prst="rect">
            <a:avLst/>
          </a:prstGeom>
          <a:noFill/>
        </p:spPr>
        <p:txBody>
          <a:bodyPr wrap="square" lIns="0" tIns="0" rIns="0" bIns="0" rtlCol="0" anchor="ctr">
            <a:spAutoFit/>
          </a:bodyPr>
          <a:lstStyle/>
          <a:p>
            <a:pPr algn="ctr" defTabSz="932472" fontAlgn="base">
              <a:spcBef>
                <a:spcPct val="0"/>
              </a:spcBef>
              <a:spcAft>
                <a:spcPct val="0"/>
              </a:spcAft>
              <a:defRPr/>
            </a:pPr>
            <a:r>
              <a:rPr lang="ja-JP" altLang="en-US" sz="1400">
                <a:solidFill>
                  <a:schemeClr val="accent1"/>
                </a:solidFill>
                <a:latin typeface="Yu Gothic UI Semibold" panose="020B0700000000000000" pitchFamily="50" charset="-128"/>
                <a:ea typeface="Yu Gothic UI Semibold" panose="020B0700000000000000" pitchFamily="50" charset="-128"/>
                <a:cs typeface="Segoe UI" pitchFamily="34" charset="0"/>
              </a:rPr>
              <a:t>インターネット</a:t>
            </a:r>
            <a:endParaRPr lang="en-US" sz="1400">
              <a:solidFill>
                <a:schemeClr val="accent1"/>
              </a:solidFill>
              <a:latin typeface="Yu Gothic UI Semibold" panose="020B0700000000000000" pitchFamily="50" charset="-128"/>
              <a:ea typeface="Yu Gothic UI Semibold" panose="020B0700000000000000" pitchFamily="50" charset="-128"/>
              <a:cs typeface="Segoe UI" pitchFamily="34" charset="0"/>
            </a:endParaRPr>
          </a:p>
        </p:txBody>
      </p:sp>
      <p:grpSp>
        <p:nvGrpSpPr>
          <p:cNvPr id="58" name="Group 19">
            <a:extLst>
              <a:ext uri="{FF2B5EF4-FFF2-40B4-BE49-F238E27FC236}">
                <a16:creationId xmlns:a16="http://schemas.microsoft.com/office/drawing/2014/main" id="{5A0B2ADF-951F-ECEF-46B4-2FDFDA4FA8A2}"/>
              </a:ext>
              <a:ext uri="{C183D7F6-B498-43B3-948B-1728B52AA6E4}">
                <adec:decorative xmlns:adec="http://schemas.microsoft.com/office/drawing/2017/decorative" val="1"/>
              </a:ext>
            </a:extLst>
          </p:cNvPr>
          <p:cNvGrpSpPr/>
          <p:nvPr/>
        </p:nvGrpSpPr>
        <p:grpSpPr>
          <a:xfrm>
            <a:off x="10594322" y="3113015"/>
            <a:ext cx="937940" cy="692142"/>
            <a:chOff x="10609962" y="3156088"/>
            <a:chExt cx="996821" cy="692142"/>
          </a:xfrm>
        </p:grpSpPr>
        <p:grpSp>
          <p:nvGrpSpPr>
            <p:cNvPr id="59" name="Graphic 128" descr="online">
              <a:extLst>
                <a:ext uri="{FF2B5EF4-FFF2-40B4-BE49-F238E27FC236}">
                  <a16:creationId xmlns:a16="http://schemas.microsoft.com/office/drawing/2014/main" id="{E8ADDDCC-AAA4-B459-7BDA-E3775FC62FBE}"/>
                </a:ext>
              </a:extLst>
            </p:cNvPr>
            <p:cNvGrpSpPr/>
            <p:nvPr/>
          </p:nvGrpSpPr>
          <p:grpSpPr>
            <a:xfrm>
              <a:off x="10914641" y="3156088"/>
              <a:ext cx="692142" cy="692142"/>
              <a:chOff x="4472131" y="5777513"/>
              <a:chExt cx="431949" cy="431949"/>
            </a:xfrm>
          </p:grpSpPr>
          <p:sp>
            <p:nvSpPr>
              <p:cNvPr id="61" name="Freeform: Shape 46">
                <a:extLst>
                  <a:ext uri="{FF2B5EF4-FFF2-40B4-BE49-F238E27FC236}">
                    <a16:creationId xmlns:a16="http://schemas.microsoft.com/office/drawing/2014/main" id="{2E0AF83C-528D-66B2-473B-BA3813D1247C}"/>
                  </a:ext>
                </a:extLst>
              </p:cNvPr>
              <p:cNvSpPr/>
              <p:nvPr/>
            </p:nvSpPr>
            <p:spPr>
              <a:xfrm>
                <a:off x="4720145" y="5989603"/>
                <a:ext cx="4499" cy="4499"/>
              </a:xfrm>
              <a:custGeom>
                <a:avLst/>
                <a:gdLst>
                  <a:gd name="connsiteX0" fmla="*/ 1566 w 4499"/>
                  <a:gd name="connsiteY0" fmla="*/ 1566 h 0"/>
                  <a:gd name="connsiteX1" fmla="*/ 5585 w 4499"/>
                  <a:gd name="connsiteY1" fmla="*/ 1566 h 0"/>
                </a:gdLst>
                <a:ahLst/>
                <a:cxnLst>
                  <a:cxn ang="0">
                    <a:pos x="connsiteX0" y="connsiteY0"/>
                  </a:cxn>
                  <a:cxn ang="0">
                    <a:pos x="connsiteX1" y="connsiteY1"/>
                  </a:cxn>
                </a:cxnLst>
                <a:rect l="l" t="t" r="r" b="b"/>
                <a:pathLst>
                  <a:path w="4499">
                    <a:moveTo>
                      <a:pt x="1566" y="1566"/>
                    </a:moveTo>
                    <a:lnTo>
                      <a:pt x="5585" y="1566"/>
                    </a:lnTo>
                  </a:path>
                </a:pathLst>
              </a:custGeom>
              <a:noFill/>
              <a:ln w="4419" cap="flat">
                <a:solidFill>
                  <a:srgbClr val="75757A"/>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Segoe UI"/>
                </a:endParaRPr>
              </a:p>
            </p:txBody>
          </p:sp>
          <p:sp>
            <p:nvSpPr>
              <p:cNvPr id="62" name="Freeform: Shape 47">
                <a:extLst>
                  <a:ext uri="{FF2B5EF4-FFF2-40B4-BE49-F238E27FC236}">
                    <a16:creationId xmlns:a16="http://schemas.microsoft.com/office/drawing/2014/main" id="{EF326B3B-ADC8-B87D-8F90-61751883F031}"/>
                  </a:ext>
                </a:extLst>
              </p:cNvPr>
              <p:cNvSpPr/>
              <p:nvPr/>
            </p:nvSpPr>
            <p:spPr>
              <a:xfrm>
                <a:off x="4720145" y="5823949"/>
                <a:ext cx="4499" cy="4499"/>
              </a:xfrm>
              <a:custGeom>
                <a:avLst/>
                <a:gdLst>
                  <a:gd name="connsiteX0" fmla="*/ 1566 w 4499"/>
                  <a:gd name="connsiteY0" fmla="*/ 1566 h 0"/>
                  <a:gd name="connsiteX1" fmla="*/ 5585 w 4499"/>
                  <a:gd name="connsiteY1" fmla="*/ 1566 h 0"/>
                </a:gdLst>
                <a:ahLst/>
                <a:cxnLst>
                  <a:cxn ang="0">
                    <a:pos x="connsiteX0" y="connsiteY0"/>
                  </a:cxn>
                  <a:cxn ang="0">
                    <a:pos x="connsiteX1" y="connsiteY1"/>
                  </a:cxn>
                </a:cxnLst>
                <a:rect l="l" t="t" r="r" b="b"/>
                <a:pathLst>
                  <a:path w="4499">
                    <a:moveTo>
                      <a:pt x="1566" y="1566"/>
                    </a:moveTo>
                    <a:lnTo>
                      <a:pt x="5585" y="1566"/>
                    </a:lnTo>
                  </a:path>
                </a:pathLst>
              </a:custGeom>
              <a:noFill/>
              <a:ln w="4419" cap="flat">
                <a:solidFill>
                  <a:srgbClr val="75757A"/>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Segoe UI"/>
                </a:endParaRPr>
              </a:p>
            </p:txBody>
          </p:sp>
          <p:sp>
            <p:nvSpPr>
              <p:cNvPr id="63" name="Freeform: Shape 48">
                <a:extLst>
                  <a:ext uri="{FF2B5EF4-FFF2-40B4-BE49-F238E27FC236}">
                    <a16:creationId xmlns:a16="http://schemas.microsoft.com/office/drawing/2014/main" id="{CA6B8766-4045-9D3B-6280-B689902BF220}"/>
                  </a:ext>
                </a:extLst>
              </p:cNvPr>
              <p:cNvSpPr/>
              <p:nvPr/>
            </p:nvSpPr>
            <p:spPr>
              <a:xfrm>
                <a:off x="4473724" y="5778340"/>
                <a:ext cx="427449" cy="427449"/>
              </a:xfrm>
              <a:custGeom>
                <a:avLst/>
                <a:gdLst>
                  <a:gd name="connsiteX0" fmla="*/ 215909 w 427449"/>
                  <a:gd name="connsiteY0" fmla="*/ 428976 h 427449"/>
                  <a:gd name="connsiteX1" fmla="*/ 430252 w 427449"/>
                  <a:gd name="connsiteY1" fmla="*/ 215233 h 427449"/>
                  <a:gd name="connsiteX2" fmla="*/ 215909 w 427449"/>
                  <a:gd name="connsiteY2" fmla="*/ 1566 h 427449"/>
                  <a:gd name="connsiteX3" fmla="*/ 1566 w 427449"/>
                  <a:gd name="connsiteY3" fmla="*/ 215233 h 427449"/>
                  <a:gd name="connsiteX4" fmla="*/ 215909 w 427449"/>
                  <a:gd name="connsiteY4" fmla="*/ 428976 h 4274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7449" h="427449">
                    <a:moveTo>
                      <a:pt x="215909" y="428976"/>
                    </a:moveTo>
                    <a:cubicBezTo>
                      <a:pt x="333927" y="428976"/>
                      <a:pt x="430252" y="332920"/>
                      <a:pt x="430252" y="215233"/>
                    </a:cubicBezTo>
                    <a:cubicBezTo>
                      <a:pt x="430252" y="97546"/>
                      <a:pt x="333851" y="1566"/>
                      <a:pt x="215909" y="1566"/>
                    </a:cubicBezTo>
                    <a:cubicBezTo>
                      <a:pt x="97891" y="1566"/>
                      <a:pt x="1566" y="97621"/>
                      <a:pt x="1566" y="215233"/>
                    </a:cubicBezTo>
                    <a:cubicBezTo>
                      <a:pt x="1566" y="332845"/>
                      <a:pt x="97891" y="428976"/>
                      <a:pt x="215909" y="428976"/>
                    </a:cubicBezTo>
                    <a:close/>
                  </a:path>
                </a:pathLst>
              </a:custGeom>
              <a:solidFill>
                <a:srgbClr val="0078D4"/>
              </a:solidFill>
              <a:ln w="4419"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Segoe UI"/>
                </a:endParaRPr>
              </a:p>
            </p:txBody>
          </p:sp>
          <p:sp>
            <p:nvSpPr>
              <p:cNvPr id="64" name="Freeform: Shape 49">
                <a:extLst>
                  <a:ext uri="{FF2B5EF4-FFF2-40B4-BE49-F238E27FC236}">
                    <a16:creationId xmlns:a16="http://schemas.microsoft.com/office/drawing/2014/main" id="{ADE859C7-146B-385A-FB85-159CC0A674D9}"/>
                  </a:ext>
                </a:extLst>
              </p:cNvPr>
              <p:cNvSpPr/>
              <p:nvPr/>
            </p:nvSpPr>
            <p:spPr>
              <a:xfrm>
                <a:off x="4686399" y="5779112"/>
                <a:ext cx="4499" cy="427449"/>
              </a:xfrm>
              <a:custGeom>
                <a:avLst/>
                <a:gdLst>
                  <a:gd name="connsiteX0" fmla="*/ 5585 w 4499"/>
                  <a:gd name="connsiteY0" fmla="*/ 1566 h 427449"/>
                  <a:gd name="connsiteX1" fmla="*/ 1566 w 4499"/>
                  <a:gd name="connsiteY1" fmla="*/ 1566 h 427449"/>
                  <a:gd name="connsiteX2" fmla="*/ 1566 w 4499"/>
                  <a:gd name="connsiteY2" fmla="*/ 428220 h 427449"/>
                  <a:gd name="connsiteX3" fmla="*/ 5585 w 4499"/>
                  <a:gd name="connsiteY3" fmla="*/ 428220 h 427449"/>
                  <a:gd name="connsiteX4" fmla="*/ 5585 w 4499"/>
                  <a:gd name="connsiteY4" fmla="*/ 1566 h 4274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9" h="427449">
                    <a:moveTo>
                      <a:pt x="5585" y="1566"/>
                    </a:moveTo>
                    <a:lnTo>
                      <a:pt x="1566" y="1566"/>
                    </a:lnTo>
                    <a:lnTo>
                      <a:pt x="1566" y="428220"/>
                    </a:lnTo>
                    <a:lnTo>
                      <a:pt x="5585" y="428220"/>
                    </a:lnTo>
                    <a:lnTo>
                      <a:pt x="5585" y="1566"/>
                    </a:lnTo>
                    <a:close/>
                  </a:path>
                </a:pathLst>
              </a:custGeom>
              <a:solidFill>
                <a:srgbClr val="FFFFFF"/>
              </a:solidFill>
              <a:ln w="4419"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Segoe UI"/>
                </a:endParaRPr>
              </a:p>
            </p:txBody>
          </p:sp>
          <p:sp>
            <p:nvSpPr>
              <p:cNvPr id="65" name="Freeform: Shape 50">
                <a:extLst>
                  <a:ext uri="{FF2B5EF4-FFF2-40B4-BE49-F238E27FC236}">
                    <a16:creationId xmlns:a16="http://schemas.microsoft.com/office/drawing/2014/main" id="{B60554A4-AA1B-C8F5-25C2-EADE7D53008B}"/>
                  </a:ext>
                </a:extLst>
              </p:cNvPr>
              <p:cNvSpPr/>
              <p:nvPr/>
            </p:nvSpPr>
            <p:spPr>
              <a:xfrm>
                <a:off x="4472131" y="5888013"/>
                <a:ext cx="431949" cy="211475"/>
              </a:xfrm>
              <a:custGeom>
                <a:avLst/>
                <a:gdLst>
                  <a:gd name="connsiteX0" fmla="*/ 217502 w 431948"/>
                  <a:gd name="connsiteY0" fmla="*/ 211224 h 211474"/>
                  <a:gd name="connsiteX1" fmla="*/ 1566 w 431948"/>
                  <a:gd name="connsiteY1" fmla="*/ 106395 h 211474"/>
                  <a:gd name="connsiteX2" fmla="*/ 217502 w 431948"/>
                  <a:gd name="connsiteY2" fmla="*/ 1566 h 211474"/>
                  <a:gd name="connsiteX3" fmla="*/ 433438 w 431948"/>
                  <a:gd name="connsiteY3" fmla="*/ 106395 h 211474"/>
                  <a:gd name="connsiteX4" fmla="*/ 217502 w 431948"/>
                  <a:gd name="connsiteY4" fmla="*/ 211224 h 211474"/>
                  <a:gd name="connsiteX5" fmla="*/ 217502 w 431948"/>
                  <a:gd name="connsiteY5" fmla="*/ 4742 h 211474"/>
                  <a:gd name="connsiteX6" fmla="*/ 5585 w 431948"/>
                  <a:gd name="connsiteY6" fmla="*/ 105563 h 211474"/>
                  <a:gd name="connsiteX7" fmla="*/ 217502 w 431948"/>
                  <a:gd name="connsiteY7" fmla="*/ 206384 h 211474"/>
                  <a:gd name="connsiteX8" fmla="*/ 429418 w 431948"/>
                  <a:gd name="connsiteY8" fmla="*/ 105563 h 211474"/>
                  <a:gd name="connsiteX9" fmla="*/ 217502 w 431948"/>
                  <a:gd name="connsiteY9" fmla="*/ 4742 h 211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1948" h="211474">
                    <a:moveTo>
                      <a:pt x="217502" y="211224"/>
                    </a:moveTo>
                    <a:cubicBezTo>
                      <a:pt x="98650" y="211224"/>
                      <a:pt x="1566" y="164029"/>
                      <a:pt x="1566" y="106395"/>
                    </a:cubicBezTo>
                    <a:cubicBezTo>
                      <a:pt x="1566" y="48762"/>
                      <a:pt x="98650" y="1566"/>
                      <a:pt x="217502" y="1566"/>
                    </a:cubicBezTo>
                    <a:cubicBezTo>
                      <a:pt x="336354" y="1566"/>
                      <a:pt x="433438" y="48762"/>
                      <a:pt x="433438" y="106395"/>
                    </a:cubicBezTo>
                    <a:cubicBezTo>
                      <a:pt x="433362" y="164029"/>
                      <a:pt x="336278" y="211224"/>
                      <a:pt x="217502" y="211224"/>
                    </a:cubicBezTo>
                    <a:close/>
                    <a:moveTo>
                      <a:pt x="217502" y="4742"/>
                    </a:moveTo>
                    <a:cubicBezTo>
                      <a:pt x="100318" y="4742"/>
                      <a:pt x="5585" y="50350"/>
                      <a:pt x="5585" y="105563"/>
                    </a:cubicBezTo>
                    <a:cubicBezTo>
                      <a:pt x="5585" y="160776"/>
                      <a:pt x="100318" y="206384"/>
                      <a:pt x="217502" y="206384"/>
                    </a:cubicBezTo>
                    <a:cubicBezTo>
                      <a:pt x="334685" y="206384"/>
                      <a:pt x="429418" y="160776"/>
                      <a:pt x="429418" y="105563"/>
                    </a:cubicBezTo>
                    <a:cubicBezTo>
                      <a:pt x="429342" y="50350"/>
                      <a:pt x="334685" y="4742"/>
                      <a:pt x="217502" y="4742"/>
                    </a:cubicBezTo>
                    <a:close/>
                  </a:path>
                </a:pathLst>
              </a:custGeom>
              <a:solidFill>
                <a:srgbClr val="FFFFFF"/>
              </a:solidFill>
              <a:ln w="4419"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Segoe UI"/>
                </a:endParaRPr>
              </a:p>
            </p:txBody>
          </p:sp>
          <p:sp>
            <p:nvSpPr>
              <p:cNvPr id="66" name="Freeform: Shape 55">
                <a:extLst>
                  <a:ext uri="{FF2B5EF4-FFF2-40B4-BE49-F238E27FC236}">
                    <a16:creationId xmlns:a16="http://schemas.microsoft.com/office/drawing/2014/main" id="{A62DB55C-7612-4063-AA51-4F4873EBED26}"/>
                  </a:ext>
                </a:extLst>
              </p:cNvPr>
              <p:cNvSpPr/>
              <p:nvPr/>
            </p:nvSpPr>
            <p:spPr>
              <a:xfrm>
                <a:off x="4582938" y="5777513"/>
                <a:ext cx="211475" cy="431949"/>
              </a:xfrm>
              <a:custGeom>
                <a:avLst/>
                <a:gdLst>
                  <a:gd name="connsiteX0" fmla="*/ 106689 w 211474"/>
                  <a:gd name="connsiteY0" fmla="*/ 432228 h 431948"/>
                  <a:gd name="connsiteX1" fmla="*/ 1566 w 211474"/>
                  <a:gd name="connsiteY1" fmla="*/ 216897 h 431948"/>
                  <a:gd name="connsiteX2" fmla="*/ 106689 w 211474"/>
                  <a:gd name="connsiteY2" fmla="*/ 1566 h 431948"/>
                  <a:gd name="connsiteX3" fmla="*/ 211813 w 211474"/>
                  <a:gd name="connsiteY3" fmla="*/ 216897 h 431948"/>
                  <a:gd name="connsiteX4" fmla="*/ 106689 w 211474"/>
                  <a:gd name="connsiteY4" fmla="*/ 432228 h 431948"/>
                  <a:gd name="connsiteX5" fmla="*/ 106689 w 211474"/>
                  <a:gd name="connsiteY5" fmla="*/ 4742 h 431948"/>
                  <a:gd name="connsiteX6" fmla="*/ 5585 w 211474"/>
                  <a:gd name="connsiteY6" fmla="*/ 216065 h 431948"/>
                  <a:gd name="connsiteX7" fmla="*/ 106689 w 211474"/>
                  <a:gd name="connsiteY7" fmla="*/ 427387 h 431948"/>
                  <a:gd name="connsiteX8" fmla="*/ 207793 w 211474"/>
                  <a:gd name="connsiteY8" fmla="*/ 216065 h 431948"/>
                  <a:gd name="connsiteX9" fmla="*/ 106689 w 211474"/>
                  <a:gd name="connsiteY9" fmla="*/ 4742 h 4319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1474" h="431948">
                    <a:moveTo>
                      <a:pt x="106689" y="432228"/>
                    </a:moveTo>
                    <a:cubicBezTo>
                      <a:pt x="48894" y="432228"/>
                      <a:pt x="1566" y="335416"/>
                      <a:pt x="1566" y="216897"/>
                    </a:cubicBezTo>
                    <a:cubicBezTo>
                      <a:pt x="1566" y="98378"/>
                      <a:pt x="48894" y="1566"/>
                      <a:pt x="106689" y="1566"/>
                    </a:cubicBezTo>
                    <a:cubicBezTo>
                      <a:pt x="164484" y="1566"/>
                      <a:pt x="211813" y="98453"/>
                      <a:pt x="211813" y="216897"/>
                    </a:cubicBezTo>
                    <a:cubicBezTo>
                      <a:pt x="211813" y="335341"/>
                      <a:pt x="164484" y="432228"/>
                      <a:pt x="106689" y="432228"/>
                    </a:cubicBezTo>
                    <a:close/>
                    <a:moveTo>
                      <a:pt x="106689" y="4742"/>
                    </a:moveTo>
                    <a:cubicBezTo>
                      <a:pt x="50486" y="4742"/>
                      <a:pt x="5585" y="99210"/>
                      <a:pt x="5585" y="216065"/>
                    </a:cubicBezTo>
                    <a:cubicBezTo>
                      <a:pt x="5585" y="332920"/>
                      <a:pt x="51321" y="427387"/>
                      <a:pt x="106689" y="427387"/>
                    </a:cubicBezTo>
                    <a:cubicBezTo>
                      <a:pt x="162057" y="427387"/>
                      <a:pt x="207793" y="332920"/>
                      <a:pt x="207793" y="216065"/>
                    </a:cubicBezTo>
                    <a:cubicBezTo>
                      <a:pt x="207793" y="99210"/>
                      <a:pt x="162816" y="4742"/>
                      <a:pt x="106689" y="4742"/>
                    </a:cubicBezTo>
                    <a:close/>
                  </a:path>
                </a:pathLst>
              </a:custGeom>
              <a:solidFill>
                <a:srgbClr val="FFFFFF"/>
              </a:solidFill>
              <a:ln w="4419"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Segoe UI"/>
                </a:endParaRPr>
              </a:p>
            </p:txBody>
          </p:sp>
          <p:sp>
            <p:nvSpPr>
              <p:cNvPr id="67" name="Freeform: Shape 56">
                <a:extLst>
                  <a:ext uri="{FF2B5EF4-FFF2-40B4-BE49-F238E27FC236}">
                    <a16:creationId xmlns:a16="http://schemas.microsoft.com/office/drawing/2014/main" id="{111ED8FB-61FC-FF18-C18C-2A9C24306279}"/>
                  </a:ext>
                </a:extLst>
              </p:cNvPr>
              <p:cNvSpPr/>
              <p:nvPr/>
            </p:nvSpPr>
            <p:spPr>
              <a:xfrm>
                <a:off x="4474548" y="5990429"/>
                <a:ext cx="427449" cy="4499"/>
              </a:xfrm>
              <a:custGeom>
                <a:avLst/>
                <a:gdLst>
                  <a:gd name="connsiteX0" fmla="*/ 429343 w 427449"/>
                  <a:gd name="connsiteY0" fmla="*/ 1566 h 4499"/>
                  <a:gd name="connsiteX1" fmla="*/ 1566 w 427449"/>
                  <a:gd name="connsiteY1" fmla="*/ 1566 h 4499"/>
                  <a:gd name="connsiteX2" fmla="*/ 1566 w 427449"/>
                  <a:gd name="connsiteY2" fmla="*/ 5574 h 4499"/>
                  <a:gd name="connsiteX3" fmla="*/ 429418 w 427449"/>
                  <a:gd name="connsiteY3" fmla="*/ 5574 h 4499"/>
                  <a:gd name="connsiteX4" fmla="*/ 429418 w 427449"/>
                  <a:gd name="connsiteY4" fmla="*/ 1566 h 4499"/>
                  <a:gd name="connsiteX5" fmla="*/ 429343 w 427449"/>
                  <a:gd name="connsiteY5" fmla="*/ 1566 h 4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7449" h="4499">
                    <a:moveTo>
                      <a:pt x="429343" y="1566"/>
                    </a:moveTo>
                    <a:lnTo>
                      <a:pt x="1566" y="1566"/>
                    </a:lnTo>
                    <a:lnTo>
                      <a:pt x="1566" y="5574"/>
                    </a:lnTo>
                    <a:lnTo>
                      <a:pt x="429418" y="5574"/>
                    </a:lnTo>
                    <a:lnTo>
                      <a:pt x="429418" y="1566"/>
                    </a:lnTo>
                    <a:lnTo>
                      <a:pt x="429343" y="1566"/>
                    </a:lnTo>
                    <a:close/>
                  </a:path>
                </a:pathLst>
              </a:custGeom>
              <a:solidFill>
                <a:srgbClr val="FFFFFF"/>
              </a:solidFill>
              <a:ln w="4419"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Segoe UI"/>
                </a:endParaRPr>
              </a:p>
            </p:txBody>
          </p:sp>
          <p:sp>
            <p:nvSpPr>
              <p:cNvPr id="68" name="Freeform: Shape 57">
                <a:extLst>
                  <a:ext uri="{FF2B5EF4-FFF2-40B4-BE49-F238E27FC236}">
                    <a16:creationId xmlns:a16="http://schemas.microsoft.com/office/drawing/2014/main" id="{64813272-692D-DD76-A240-332EB62A8E5F}"/>
                  </a:ext>
                </a:extLst>
              </p:cNvPr>
              <p:cNvSpPr/>
              <p:nvPr/>
            </p:nvSpPr>
            <p:spPr>
              <a:xfrm>
                <a:off x="4668794" y="6076041"/>
                <a:ext cx="40495" cy="40495"/>
              </a:xfrm>
              <a:custGeom>
                <a:avLst/>
                <a:gdLst>
                  <a:gd name="connsiteX0" fmla="*/ 20830 w 40495"/>
                  <a:gd name="connsiteY0" fmla="*/ 39988 h 40495"/>
                  <a:gd name="connsiteX1" fmla="*/ 40096 w 40495"/>
                  <a:gd name="connsiteY1" fmla="*/ 20777 h 40495"/>
                  <a:gd name="connsiteX2" fmla="*/ 20830 w 40495"/>
                  <a:gd name="connsiteY2" fmla="*/ 1566 h 40495"/>
                  <a:gd name="connsiteX3" fmla="*/ 1566 w 40495"/>
                  <a:gd name="connsiteY3" fmla="*/ 20777 h 40495"/>
                  <a:gd name="connsiteX4" fmla="*/ 20830 w 40495"/>
                  <a:gd name="connsiteY4" fmla="*/ 39988 h 404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95" h="40495">
                    <a:moveTo>
                      <a:pt x="20830" y="39988"/>
                    </a:moveTo>
                    <a:cubicBezTo>
                      <a:pt x="31298" y="39988"/>
                      <a:pt x="40096" y="31214"/>
                      <a:pt x="40096" y="20777"/>
                    </a:cubicBezTo>
                    <a:cubicBezTo>
                      <a:pt x="40096" y="10339"/>
                      <a:pt x="31298" y="1566"/>
                      <a:pt x="20830" y="1566"/>
                    </a:cubicBezTo>
                    <a:cubicBezTo>
                      <a:pt x="10364" y="1566"/>
                      <a:pt x="1566" y="10339"/>
                      <a:pt x="1566" y="20777"/>
                    </a:cubicBezTo>
                    <a:cubicBezTo>
                      <a:pt x="1566" y="31214"/>
                      <a:pt x="10364" y="39988"/>
                      <a:pt x="20830" y="39988"/>
                    </a:cubicBezTo>
                    <a:close/>
                  </a:path>
                </a:pathLst>
              </a:custGeom>
              <a:solidFill>
                <a:srgbClr val="FFFFFF"/>
              </a:solidFill>
              <a:ln w="4419"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Segoe UI"/>
                </a:endParaRPr>
              </a:p>
            </p:txBody>
          </p:sp>
          <p:sp>
            <p:nvSpPr>
              <p:cNvPr id="69" name="Freeform: Shape 58">
                <a:extLst>
                  <a:ext uri="{FF2B5EF4-FFF2-40B4-BE49-F238E27FC236}">
                    <a16:creationId xmlns:a16="http://schemas.microsoft.com/office/drawing/2014/main" id="{8CF97023-D318-ABCB-5650-43E0C440341F}"/>
                  </a:ext>
                </a:extLst>
              </p:cNvPr>
              <p:cNvSpPr/>
              <p:nvPr/>
            </p:nvSpPr>
            <p:spPr>
              <a:xfrm>
                <a:off x="4568457" y="5975981"/>
                <a:ext cx="31496" cy="31496"/>
              </a:xfrm>
              <a:custGeom>
                <a:avLst/>
                <a:gdLst>
                  <a:gd name="connsiteX0" fmla="*/ 17645 w 31496"/>
                  <a:gd name="connsiteY0" fmla="*/ 33635 h 31496"/>
                  <a:gd name="connsiteX1" fmla="*/ 33725 w 31496"/>
                  <a:gd name="connsiteY1" fmla="*/ 17600 h 31496"/>
                  <a:gd name="connsiteX2" fmla="*/ 17645 w 31496"/>
                  <a:gd name="connsiteY2" fmla="*/ 1566 h 31496"/>
                  <a:gd name="connsiteX3" fmla="*/ 1566 w 31496"/>
                  <a:gd name="connsiteY3" fmla="*/ 17600 h 31496"/>
                  <a:gd name="connsiteX4" fmla="*/ 17645 w 31496"/>
                  <a:gd name="connsiteY4" fmla="*/ 33635 h 314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96" h="31496">
                    <a:moveTo>
                      <a:pt x="17645" y="33635"/>
                    </a:moveTo>
                    <a:cubicBezTo>
                      <a:pt x="26444" y="33635"/>
                      <a:pt x="33725" y="26449"/>
                      <a:pt x="33725" y="17600"/>
                    </a:cubicBezTo>
                    <a:cubicBezTo>
                      <a:pt x="33725" y="8826"/>
                      <a:pt x="26519" y="1566"/>
                      <a:pt x="17645" y="1566"/>
                    </a:cubicBezTo>
                    <a:cubicBezTo>
                      <a:pt x="8847" y="1566"/>
                      <a:pt x="1566" y="8751"/>
                      <a:pt x="1566" y="17600"/>
                    </a:cubicBezTo>
                    <a:cubicBezTo>
                      <a:pt x="1566" y="26449"/>
                      <a:pt x="8771" y="33635"/>
                      <a:pt x="17645" y="33635"/>
                    </a:cubicBezTo>
                    <a:close/>
                  </a:path>
                </a:pathLst>
              </a:custGeom>
              <a:solidFill>
                <a:srgbClr val="FFFFFF"/>
              </a:solidFill>
              <a:ln w="4419"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Segoe UI"/>
                </a:endParaRPr>
              </a:p>
            </p:txBody>
          </p:sp>
          <p:sp>
            <p:nvSpPr>
              <p:cNvPr id="70" name="Freeform: Shape 59">
                <a:extLst>
                  <a:ext uri="{FF2B5EF4-FFF2-40B4-BE49-F238E27FC236}">
                    <a16:creationId xmlns:a16="http://schemas.microsoft.com/office/drawing/2014/main" id="{2E1F3A19-0E9F-4D3D-9392-12E4C54BDA25}"/>
                  </a:ext>
                </a:extLst>
              </p:cNvPr>
              <p:cNvSpPr/>
              <p:nvPr/>
            </p:nvSpPr>
            <p:spPr>
              <a:xfrm>
                <a:off x="4666676" y="5969777"/>
                <a:ext cx="44995" cy="44995"/>
              </a:xfrm>
              <a:custGeom>
                <a:avLst/>
                <a:gdLst>
                  <a:gd name="connsiteX0" fmla="*/ 23561 w 44994"/>
                  <a:gd name="connsiteY0" fmla="*/ 45434 h 44994"/>
                  <a:gd name="connsiteX1" fmla="*/ 45557 w 44994"/>
                  <a:gd name="connsiteY1" fmla="*/ 23500 h 44994"/>
                  <a:gd name="connsiteX2" fmla="*/ 23561 w 44994"/>
                  <a:gd name="connsiteY2" fmla="*/ 1566 h 44994"/>
                  <a:gd name="connsiteX3" fmla="*/ 1566 w 44994"/>
                  <a:gd name="connsiteY3" fmla="*/ 23500 h 44994"/>
                  <a:gd name="connsiteX4" fmla="*/ 23561 w 44994"/>
                  <a:gd name="connsiteY4" fmla="*/ 45434 h 449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94" h="44994">
                    <a:moveTo>
                      <a:pt x="23561" y="45434"/>
                    </a:moveTo>
                    <a:cubicBezTo>
                      <a:pt x="35773" y="45434"/>
                      <a:pt x="45557" y="35677"/>
                      <a:pt x="45557" y="23500"/>
                    </a:cubicBezTo>
                    <a:cubicBezTo>
                      <a:pt x="45557" y="11323"/>
                      <a:pt x="35773" y="1566"/>
                      <a:pt x="23561" y="1566"/>
                    </a:cubicBezTo>
                    <a:cubicBezTo>
                      <a:pt x="11350" y="1566"/>
                      <a:pt x="1566" y="11323"/>
                      <a:pt x="1566" y="23500"/>
                    </a:cubicBezTo>
                    <a:cubicBezTo>
                      <a:pt x="1566" y="35677"/>
                      <a:pt x="11350" y="45434"/>
                      <a:pt x="23561" y="45434"/>
                    </a:cubicBezTo>
                    <a:close/>
                  </a:path>
                </a:pathLst>
              </a:custGeom>
              <a:solidFill>
                <a:srgbClr val="50E6FF"/>
              </a:solidFill>
              <a:ln w="4419"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Segoe UI"/>
                </a:endParaRPr>
              </a:p>
            </p:txBody>
          </p:sp>
          <p:sp>
            <p:nvSpPr>
              <p:cNvPr id="71" name="Freeform: Shape 60">
                <a:extLst>
                  <a:ext uri="{FF2B5EF4-FFF2-40B4-BE49-F238E27FC236}">
                    <a16:creationId xmlns:a16="http://schemas.microsoft.com/office/drawing/2014/main" id="{A497348C-E40C-6A30-596D-B3B44F753CC6}"/>
                  </a:ext>
                </a:extLst>
              </p:cNvPr>
              <p:cNvSpPr/>
              <p:nvPr/>
            </p:nvSpPr>
            <p:spPr>
              <a:xfrm>
                <a:off x="4666676" y="5866922"/>
                <a:ext cx="44995" cy="44995"/>
              </a:xfrm>
              <a:custGeom>
                <a:avLst/>
                <a:gdLst>
                  <a:gd name="connsiteX0" fmla="*/ 23561 w 44994"/>
                  <a:gd name="connsiteY0" fmla="*/ 45434 h 44994"/>
                  <a:gd name="connsiteX1" fmla="*/ 45557 w 44994"/>
                  <a:gd name="connsiteY1" fmla="*/ 23500 h 44994"/>
                  <a:gd name="connsiteX2" fmla="*/ 23561 w 44994"/>
                  <a:gd name="connsiteY2" fmla="*/ 1566 h 44994"/>
                  <a:gd name="connsiteX3" fmla="*/ 1566 w 44994"/>
                  <a:gd name="connsiteY3" fmla="*/ 23500 h 44994"/>
                  <a:gd name="connsiteX4" fmla="*/ 23561 w 44994"/>
                  <a:gd name="connsiteY4" fmla="*/ 45434 h 449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94" h="44994">
                    <a:moveTo>
                      <a:pt x="23561" y="45434"/>
                    </a:moveTo>
                    <a:cubicBezTo>
                      <a:pt x="35773" y="45434"/>
                      <a:pt x="45557" y="35677"/>
                      <a:pt x="45557" y="23500"/>
                    </a:cubicBezTo>
                    <a:cubicBezTo>
                      <a:pt x="45557" y="11323"/>
                      <a:pt x="35773" y="1566"/>
                      <a:pt x="23561" y="1566"/>
                    </a:cubicBezTo>
                    <a:cubicBezTo>
                      <a:pt x="11350" y="1566"/>
                      <a:pt x="1566" y="11323"/>
                      <a:pt x="1566" y="23500"/>
                    </a:cubicBezTo>
                    <a:cubicBezTo>
                      <a:pt x="1566" y="35677"/>
                      <a:pt x="11350" y="45434"/>
                      <a:pt x="23561" y="45434"/>
                    </a:cubicBezTo>
                    <a:close/>
                  </a:path>
                </a:pathLst>
              </a:custGeom>
              <a:solidFill>
                <a:srgbClr val="50E6FF"/>
              </a:solidFill>
              <a:ln w="4419"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Segoe UI"/>
                </a:endParaRPr>
              </a:p>
            </p:txBody>
          </p:sp>
          <p:sp>
            <p:nvSpPr>
              <p:cNvPr id="72" name="Freeform: Shape 62">
                <a:extLst>
                  <a:ext uri="{FF2B5EF4-FFF2-40B4-BE49-F238E27FC236}">
                    <a16:creationId xmlns:a16="http://schemas.microsoft.com/office/drawing/2014/main" id="{B3596EA1-EEF6-F09D-19DE-CE30A7DAD573}"/>
                  </a:ext>
                </a:extLst>
              </p:cNvPr>
              <p:cNvSpPr/>
              <p:nvPr/>
            </p:nvSpPr>
            <p:spPr>
              <a:xfrm>
                <a:off x="4768688" y="5969777"/>
                <a:ext cx="44995" cy="44995"/>
              </a:xfrm>
              <a:custGeom>
                <a:avLst/>
                <a:gdLst>
                  <a:gd name="connsiteX0" fmla="*/ 23561 w 44994"/>
                  <a:gd name="connsiteY0" fmla="*/ 45434 h 44994"/>
                  <a:gd name="connsiteX1" fmla="*/ 45557 w 44994"/>
                  <a:gd name="connsiteY1" fmla="*/ 23500 h 44994"/>
                  <a:gd name="connsiteX2" fmla="*/ 23561 w 44994"/>
                  <a:gd name="connsiteY2" fmla="*/ 1566 h 44994"/>
                  <a:gd name="connsiteX3" fmla="*/ 1566 w 44994"/>
                  <a:gd name="connsiteY3" fmla="*/ 23500 h 44994"/>
                  <a:gd name="connsiteX4" fmla="*/ 23561 w 44994"/>
                  <a:gd name="connsiteY4" fmla="*/ 45434 h 449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994" h="44994">
                    <a:moveTo>
                      <a:pt x="23561" y="45434"/>
                    </a:moveTo>
                    <a:cubicBezTo>
                      <a:pt x="35772" y="45434"/>
                      <a:pt x="45557" y="35677"/>
                      <a:pt x="45557" y="23500"/>
                    </a:cubicBezTo>
                    <a:cubicBezTo>
                      <a:pt x="45557" y="11323"/>
                      <a:pt x="35772" y="1566"/>
                      <a:pt x="23561" y="1566"/>
                    </a:cubicBezTo>
                    <a:cubicBezTo>
                      <a:pt x="11350" y="1566"/>
                      <a:pt x="1566" y="11323"/>
                      <a:pt x="1566" y="23500"/>
                    </a:cubicBezTo>
                    <a:cubicBezTo>
                      <a:pt x="1566" y="35677"/>
                      <a:pt x="11350" y="45434"/>
                      <a:pt x="23561" y="45434"/>
                    </a:cubicBezTo>
                    <a:close/>
                  </a:path>
                </a:pathLst>
              </a:custGeom>
              <a:solidFill>
                <a:srgbClr val="50E6FF"/>
              </a:solidFill>
              <a:ln w="4419"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Segoe UI"/>
                </a:endParaRPr>
              </a:p>
            </p:txBody>
          </p:sp>
          <p:sp>
            <p:nvSpPr>
              <p:cNvPr id="73" name="Freeform: Shape 63">
                <a:extLst>
                  <a:ext uri="{FF2B5EF4-FFF2-40B4-BE49-F238E27FC236}">
                    <a16:creationId xmlns:a16="http://schemas.microsoft.com/office/drawing/2014/main" id="{27C15583-41A9-DF8F-F41A-255C5CF6BCCB}"/>
                  </a:ext>
                </a:extLst>
              </p:cNvPr>
              <p:cNvSpPr/>
              <p:nvPr/>
            </p:nvSpPr>
            <p:spPr>
              <a:xfrm>
                <a:off x="4767470" y="6071507"/>
                <a:ext cx="22497" cy="22497"/>
              </a:xfrm>
              <a:custGeom>
                <a:avLst/>
                <a:gdLst>
                  <a:gd name="connsiteX0" fmla="*/ 12866 w 22497"/>
                  <a:gd name="connsiteY0" fmla="*/ 24105 h 22497"/>
                  <a:gd name="connsiteX1" fmla="*/ 24168 w 22497"/>
                  <a:gd name="connsiteY1" fmla="*/ 12835 h 22497"/>
                  <a:gd name="connsiteX2" fmla="*/ 12866 w 22497"/>
                  <a:gd name="connsiteY2" fmla="*/ 1566 h 22497"/>
                  <a:gd name="connsiteX3" fmla="*/ 1566 w 22497"/>
                  <a:gd name="connsiteY3" fmla="*/ 12835 h 22497"/>
                  <a:gd name="connsiteX4" fmla="*/ 12866 w 22497"/>
                  <a:gd name="connsiteY4" fmla="*/ 24105 h 224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97" h="22497">
                    <a:moveTo>
                      <a:pt x="12866" y="24105"/>
                    </a:moveTo>
                    <a:cubicBezTo>
                      <a:pt x="19086" y="24105"/>
                      <a:pt x="24168" y="19037"/>
                      <a:pt x="24168" y="12835"/>
                    </a:cubicBezTo>
                    <a:cubicBezTo>
                      <a:pt x="24168" y="6633"/>
                      <a:pt x="19086" y="1566"/>
                      <a:pt x="12866" y="1566"/>
                    </a:cubicBezTo>
                    <a:cubicBezTo>
                      <a:pt x="6647" y="1566"/>
                      <a:pt x="1566" y="6633"/>
                      <a:pt x="1566" y="12835"/>
                    </a:cubicBezTo>
                    <a:cubicBezTo>
                      <a:pt x="1566" y="19037"/>
                      <a:pt x="6647" y="24105"/>
                      <a:pt x="12866" y="24105"/>
                    </a:cubicBezTo>
                    <a:close/>
                  </a:path>
                </a:pathLst>
              </a:custGeom>
              <a:solidFill>
                <a:srgbClr val="FFFFFF"/>
              </a:solidFill>
              <a:ln w="4419"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Segoe UI"/>
                </a:endParaRPr>
              </a:p>
            </p:txBody>
          </p:sp>
          <p:sp>
            <p:nvSpPr>
              <p:cNvPr id="74" name="Freeform: Shape 64">
                <a:extLst>
                  <a:ext uri="{FF2B5EF4-FFF2-40B4-BE49-F238E27FC236}">
                    <a16:creationId xmlns:a16="http://schemas.microsoft.com/office/drawing/2014/main" id="{2EA007D7-CB84-1DAC-2EEE-C1D46F6B4E34}"/>
                  </a:ext>
                </a:extLst>
              </p:cNvPr>
              <p:cNvSpPr/>
              <p:nvPr/>
            </p:nvSpPr>
            <p:spPr>
              <a:xfrm>
                <a:off x="4585211" y="6071507"/>
                <a:ext cx="22497" cy="22497"/>
              </a:xfrm>
              <a:custGeom>
                <a:avLst/>
                <a:gdLst>
                  <a:gd name="connsiteX0" fmla="*/ 12867 w 22497"/>
                  <a:gd name="connsiteY0" fmla="*/ 24105 h 22497"/>
                  <a:gd name="connsiteX1" fmla="*/ 24168 w 22497"/>
                  <a:gd name="connsiteY1" fmla="*/ 12835 h 22497"/>
                  <a:gd name="connsiteX2" fmla="*/ 12867 w 22497"/>
                  <a:gd name="connsiteY2" fmla="*/ 1566 h 22497"/>
                  <a:gd name="connsiteX3" fmla="*/ 1566 w 22497"/>
                  <a:gd name="connsiteY3" fmla="*/ 12835 h 22497"/>
                  <a:gd name="connsiteX4" fmla="*/ 12867 w 22497"/>
                  <a:gd name="connsiteY4" fmla="*/ 24105 h 224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97" h="22497">
                    <a:moveTo>
                      <a:pt x="12867" y="24105"/>
                    </a:moveTo>
                    <a:cubicBezTo>
                      <a:pt x="19086" y="24105"/>
                      <a:pt x="24168" y="19037"/>
                      <a:pt x="24168" y="12835"/>
                    </a:cubicBezTo>
                    <a:cubicBezTo>
                      <a:pt x="24168" y="6633"/>
                      <a:pt x="19086" y="1566"/>
                      <a:pt x="12867" y="1566"/>
                    </a:cubicBezTo>
                    <a:cubicBezTo>
                      <a:pt x="6647" y="1566"/>
                      <a:pt x="1566" y="6633"/>
                      <a:pt x="1566" y="12835"/>
                    </a:cubicBezTo>
                    <a:cubicBezTo>
                      <a:pt x="1566" y="19037"/>
                      <a:pt x="6647" y="24105"/>
                      <a:pt x="12867" y="24105"/>
                    </a:cubicBezTo>
                    <a:close/>
                  </a:path>
                </a:pathLst>
              </a:custGeom>
              <a:solidFill>
                <a:srgbClr val="FFFFFF"/>
              </a:solidFill>
              <a:ln w="4419"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Segoe UI"/>
                </a:endParaRPr>
              </a:p>
            </p:txBody>
          </p:sp>
          <p:sp>
            <p:nvSpPr>
              <p:cNvPr id="75" name="Freeform: Shape 65">
                <a:extLst>
                  <a:ext uri="{FF2B5EF4-FFF2-40B4-BE49-F238E27FC236}">
                    <a16:creationId xmlns:a16="http://schemas.microsoft.com/office/drawing/2014/main" id="{C9116507-379D-5487-4FEB-F21596266A2E}"/>
                  </a:ext>
                </a:extLst>
              </p:cNvPr>
              <p:cNvSpPr/>
              <p:nvPr/>
            </p:nvSpPr>
            <p:spPr>
              <a:xfrm>
                <a:off x="4767470" y="5888997"/>
                <a:ext cx="22497" cy="22497"/>
              </a:xfrm>
              <a:custGeom>
                <a:avLst/>
                <a:gdLst>
                  <a:gd name="connsiteX0" fmla="*/ 12866 w 22497"/>
                  <a:gd name="connsiteY0" fmla="*/ 24105 h 22497"/>
                  <a:gd name="connsiteX1" fmla="*/ 24168 w 22497"/>
                  <a:gd name="connsiteY1" fmla="*/ 12835 h 22497"/>
                  <a:gd name="connsiteX2" fmla="*/ 12866 w 22497"/>
                  <a:gd name="connsiteY2" fmla="*/ 1566 h 22497"/>
                  <a:gd name="connsiteX3" fmla="*/ 1566 w 22497"/>
                  <a:gd name="connsiteY3" fmla="*/ 12835 h 22497"/>
                  <a:gd name="connsiteX4" fmla="*/ 12866 w 22497"/>
                  <a:gd name="connsiteY4" fmla="*/ 24105 h 224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97" h="22497">
                    <a:moveTo>
                      <a:pt x="12866" y="24105"/>
                    </a:moveTo>
                    <a:cubicBezTo>
                      <a:pt x="19086" y="24105"/>
                      <a:pt x="24168" y="19037"/>
                      <a:pt x="24168" y="12835"/>
                    </a:cubicBezTo>
                    <a:cubicBezTo>
                      <a:pt x="24168" y="6633"/>
                      <a:pt x="19086" y="1566"/>
                      <a:pt x="12866" y="1566"/>
                    </a:cubicBezTo>
                    <a:cubicBezTo>
                      <a:pt x="6647" y="1566"/>
                      <a:pt x="1566" y="6633"/>
                      <a:pt x="1566" y="12835"/>
                    </a:cubicBezTo>
                    <a:cubicBezTo>
                      <a:pt x="1566" y="19113"/>
                      <a:pt x="6647" y="24105"/>
                      <a:pt x="12866" y="24105"/>
                    </a:cubicBezTo>
                    <a:close/>
                  </a:path>
                </a:pathLst>
              </a:custGeom>
              <a:solidFill>
                <a:srgbClr val="FFFFFF"/>
              </a:solidFill>
              <a:ln w="4419"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Segoe UI"/>
                </a:endParaRPr>
              </a:p>
            </p:txBody>
          </p:sp>
          <p:sp>
            <p:nvSpPr>
              <p:cNvPr id="76" name="Freeform: Shape 66">
                <a:extLst>
                  <a:ext uri="{FF2B5EF4-FFF2-40B4-BE49-F238E27FC236}">
                    <a16:creationId xmlns:a16="http://schemas.microsoft.com/office/drawing/2014/main" id="{64BADD06-AE50-0BF4-267D-D98CD579E479}"/>
                  </a:ext>
                </a:extLst>
              </p:cNvPr>
              <p:cNvSpPr/>
              <p:nvPr/>
            </p:nvSpPr>
            <p:spPr>
              <a:xfrm>
                <a:off x="4585211" y="5888997"/>
                <a:ext cx="22497" cy="22497"/>
              </a:xfrm>
              <a:custGeom>
                <a:avLst/>
                <a:gdLst>
                  <a:gd name="connsiteX0" fmla="*/ 12867 w 22497"/>
                  <a:gd name="connsiteY0" fmla="*/ 24105 h 22497"/>
                  <a:gd name="connsiteX1" fmla="*/ 24168 w 22497"/>
                  <a:gd name="connsiteY1" fmla="*/ 12835 h 22497"/>
                  <a:gd name="connsiteX2" fmla="*/ 12867 w 22497"/>
                  <a:gd name="connsiteY2" fmla="*/ 1566 h 22497"/>
                  <a:gd name="connsiteX3" fmla="*/ 1566 w 22497"/>
                  <a:gd name="connsiteY3" fmla="*/ 12835 h 22497"/>
                  <a:gd name="connsiteX4" fmla="*/ 12867 w 22497"/>
                  <a:gd name="connsiteY4" fmla="*/ 24105 h 224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97" h="22497">
                    <a:moveTo>
                      <a:pt x="12867" y="24105"/>
                    </a:moveTo>
                    <a:cubicBezTo>
                      <a:pt x="19086" y="24105"/>
                      <a:pt x="24168" y="19037"/>
                      <a:pt x="24168" y="12835"/>
                    </a:cubicBezTo>
                    <a:cubicBezTo>
                      <a:pt x="24168" y="6633"/>
                      <a:pt x="19086" y="1566"/>
                      <a:pt x="12867" y="1566"/>
                    </a:cubicBezTo>
                    <a:cubicBezTo>
                      <a:pt x="6647" y="1566"/>
                      <a:pt x="1566" y="6633"/>
                      <a:pt x="1566" y="12835"/>
                    </a:cubicBezTo>
                    <a:cubicBezTo>
                      <a:pt x="1566" y="19113"/>
                      <a:pt x="6647" y="24105"/>
                      <a:pt x="12867" y="24105"/>
                    </a:cubicBezTo>
                    <a:close/>
                  </a:path>
                </a:pathLst>
              </a:custGeom>
              <a:solidFill>
                <a:srgbClr val="FFFFFF"/>
              </a:solidFill>
              <a:ln w="4419"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srgbClr val="FFFFFF"/>
                  </a:solidFill>
                  <a:effectLst/>
                  <a:uLnTx/>
                  <a:uFillTx/>
                  <a:latin typeface="Segoe UI"/>
                </a:endParaRPr>
              </a:p>
            </p:txBody>
          </p:sp>
        </p:grpSp>
        <p:cxnSp>
          <p:nvCxnSpPr>
            <p:cNvPr id="60" name="Straight Arrow Connector 21">
              <a:extLst>
                <a:ext uri="{FF2B5EF4-FFF2-40B4-BE49-F238E27FC236}">
                  <a16:creationId xmlns:a16="http://schemas.microsoft.com/office/drawing/2014/main" id="{8CB0BED2-0598-853C-6F0D-CF2AA4003AE9}"/>
                </a:ext>
              </a:extLst>
            </p:cNvPr>
            <p:cNvCxnSpPr>
              <a:cxnSpLocks/>
              <a:stCxn id="63" idx="3"/>
            </p:cNvCxnSpPr>
            <p:nvPr/>
          </p:nvCxnSpPr>
          <p:spPr>
            <a:xfrm flipH="1">
              <a:off x="10609962" y="3502296"/>
              <a:ext cx="309741" cy="0"/>
            </a:xfrm>
            <a:prstGeom prst="straightConnector1">
              <a:avLst/>
            </a:prstGeom>
            <a:noFill/>
            <a:ln w="25400" cap="rnd" cmpd="sng" algn="ctr">
              <a:solidFill>
                <a:schemeClr val="accent1"/>
              </a:solidFill>
              <a:prstDash val="solid"/>
              <a:headEnd type="none" w="lg" len="med"/>
              <a:tailEnd type="arrow"/>
            </a:ln>
            <a:effectLst/>
          </p:spPr>
        </p:cxnSp>
      </p:grpSp>
      <p:sp>
        <p:nvSpPr>
          <p:cNvPr id="77" name="TextBox 15">
            <a:extLst>
              <a:ext uri="{FF2B5EF4-FFF2-40B4-BE49-F238E27FC236}">
                <a16:creationId xmlns:a16="http://schemas.microsoft.com/office/drawing/2014/main" id="{0C78E7C4-296D-62ED-0B4F-F3E887659B49}"/>
              </a:ext>
            </a:extLst>
          </p:cNvPr>
          <p:cNvSpPr txBox="1"/>
          <p:nvPr/>
        </p:nvSpPr>
        <p:spPr>
          <a:xfrm>
            <a:off x="9232398" y="3178522"/>
            <a:ext cx="543374" cy="332399"/>
          </a:xfrm>
          <a:prstGeom prst="rect">
            <a:avLst/>
          </a:prstGeom>
          <a:solidFill>
            <a:srgbClr val="FCFCFC"/>
          </a:solidFill>
          <a:ln>
            <a:noFill/>
          </a:ln>
        </p:spPr>
        <p:txBody>
          <a:bodyPr wrap="square" lIns="0" tIns="27432" rIns="0" bIns="27432"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effectLst/>
                <a:uLnTx/>
                <a:uFillTx/>
                <a:latin typeface="Segoe UI" panose="020B0502040204020203" pitchFamily="34" charset="0"/>
                <a:cs typeface="Segoe UI" panose="020B0502040204020203" pitchFamily="34" charset="0"/>
              </a:rPr>
              <a:t>DDoS Protection</a:t>
            </a:r>
          </a:p>
        </p:txBody>
      </p:sp>
    </p:spTree>
    <p:extLst>
      <p:ext uri="{BB962C8B-B14F-4D97-AF65-F5344CB8AC3E}">
        <p14:creationId xmlns:p14="http://schemas.microsoft.com/office/powerpoint/2010/main" val="35700491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102F3-B9C5-BE92-62D6-6D63FCBAC9AC}"/>
            </a:ext>
          </a:extLst>
        </p:cNvPr>
        <p:cNvGrpSpPr/>
        <p:nvPr/>
      </p:nvGrpSpPr>
      <p:grpSpPr>
        <a:xfrm>
          <a:off x="0" y="0"/>
          <a:ext cx="0" cy="0"/>
          <a:chOff x="0" y="0"/>
          <a:chExt cx="0" cy="0"/>
        </a:xfrm>
      </p:grpSpPr>
      <p:sp>
        <p:nvSpPr>
          <p:cNvPr id="79" name="四角形: 角を丸くする 116">
            <a:extLst>
              <a:ext uri="{FF2B5EF4-FFF2-40B4-BE49-F238E27FC236}">
                <a16:creationId xmlns:a16="http://schemas.microsoft.com/office/drawing/2014/main" id="{99B0E317-4BB0-DDD8-5345-A9808492B503}"/>
              </a:ext>
            </a:extLst>
          </p:cNvPr>
          <p:cNvSpPr/>
          <p:nvPr/>
        </p:nvSpPr>
        <p:spPr bwMode="auto">
          <a:xfrm>
            <a:off x="5636953" y="1400975"/>
            <a:ext cx="6187541" cy="4696873"/>
          </a:xfrm>
          <a:prstGeom prst="roundRect">
            <a:avLst>
              <a:gd name="adj" fmla="val 6346"/>
            </a:avLst>
          </a:prstGeom>
          <a:solidFill>
            <a:schemeClr val="accent1">
              <a:lumMod val="20000"/>
              <a:lumOff val="80000"/>
            </a:schemeClr>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sp>
        <p:nvSpPr>
          <p:cNvPr id="51" name="四角形: 角を丸くする 116">
            <a:extLst>
              <a:ext uri="{FF2B5EF4-FFF2-40B4-BE49-F238E27FC236}">
                <a16:creationId xmlns:a16="http://schemas.microsoft.com/office/drawing/2014/main" id="{FAB39257-17DC-5464-2F4D-D3CFA6F74267}"/>
              </a:ext>
            </a:extLst>
          </p:cNvPr>
          <p:cNvSpPr/>
          <p:nvPr/>
        </p:nvSpPr>
        <p:spPr bwMode="auto">
          <a:xfrm>
            <a:off x="4366389" y="2153330"/>
            <a:ext cx="7458105" cy="4696873"/>
          </a:xfrm>
          <a:prstGeom prst="roundRect">
            <a:avLst>
              <a:gd name="adj" fmla="val 4000"/>
            </a:avLst>
          </a:prstGeom>
          <a:solidFill>
            <a:schemeClr val="accent1">
              <a:lumMod val="20000"/>
              <a:lumOff val="80000"/>
            </a:schemeClr>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sp>
        <p:nvSpPr>
          <p:cNvPr id="11" name="四角形: 角を丸くする 18">
            <a:extLst>
              <a:ext uri="{FF2B5EF4-FFF2-40B4-BE49-F238E27FC236}">
                <a16:creationId xmlns:a16="http://schemas.microsoft.com/office/drawing/2014/main" id="{B762CA78-4500-C0E7-0A84-F073208AF3BC}"/>
              </a:ext>
            </a:extLst>
          </p:cNvPr>
          <p:cNvSpPr/>
          <p:nvPr/>
        </p:nvSpPr>
        <p:spPr bwMode="auto">
          <a:xfrm>
            <a:off x="4503407" y="2866251"/>
            <a:ext cx="3136961" cy="3532123"/>
          </a:xfrm>
          <a:prstGeom prst="roundRect">
            <a:avLst>
              <a:gd name="adj" fmla="val 8116"/>
            </a:avLst>
          </a:prstGeom>
          <a:solidFill>
            <a:schemeClr val="bg1"/>
          </a:solid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sp>
        <p:nvSpPr>
          <p:cNvPr id="41" name="四角形: 角を丸くする 95">
            <a:extLst>
              <a:ext uri="{FF2B5EF4-FFF2-40B4-BE49-F238E27FC236}">
                <a16:creationId xmlns:a16="http://schemas.microsoft.com/office/drawing/2014/main" id="{A29EA555-B28B-7B11-40D2-CC06E493E285}"/>
              </a:ext>
            </a:extLst>
          </p:cNvPr>
          <p:cNvSpPr/>
          <p:nvPr/>
        </p:nvSpPr>
        <p:spPr bwMode="auto">
          <a:xfrm>
            <a:off x="8231006" y="1560211"/>
            <a:ext cx="2450776" cy="1350712"/>
          </a:xfrm>
          <a:prstGeom prst="roundRect">
            <a:avLst>
              <a:gd name="adj" fmla="val 15636"/>
            </a:avLst>
          </a:prstGeom>
          <a:solidFill>
            <a:schemeClr val="bg1"/>
          </a:solid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sp>
        <p:nvSpPr>
          <p:cNvPr id="42" name="四角形: 角を丸くする 96">
            <a:extLst>
              <a:ext uri="{FF2B5EF4-FFF2-40B4-BE49-F238E27FC236}">
                <a16:creationId xmlns:a16="http://schemas.microsoft.com/office/drawing/2014/main" id="{DDAEADE5-B42D-D0A7-1669-66757855BB94}"/>
              </a:ext>
            </a:extLst>
          </p:cNvPr>
          <p:cNvSpPr/>
          <p:nvPr/>
        </p:nvSpPr>
        <p:spPr bwMode="auto">
          <a:xfrm>
            <a:off x="8228801" y="3097942"/>
            <a:ext cx="2450776" cy="1350712"/>
          </a:xfrm>
          <a:prstGeom prst="roundRect">
            <a:avLst>
              <a:gd name="adj" fmla="val 15636"/>
            </a:avLst>
          </a:prstGeom>
          <a:solidFill>
            <a:schemeClr val="bg1"/>
          </a:solid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sp>
        <p:nvSpPr>
          <p:cNvPr id="49" name="四角形: 角を丸くする 113">
            <a:extLst>
              <a:ext uri="{FF2B5EF4-FFF2-40B4-BE49-F238E27FC236}">
                <a16:creationId xmlns:a16="http://schemas.microsoft.com/office/drawing/2014/main" id="{4C439FBF-4153-872A-94C0-62FC23CD3ECD}"/>
              </a:ext>
            </a:extLst>
          </p:cNvPr>
          <p:cNvSpPr/>
          <p:nvPr/>
        </p:nvSpPr>
        <p:spPr bwMode="auto">
          <a:xfrm>
            <a:off x="8231006" y="4604656"/>
            <a:ext cx="2450776" cy="1120508"/>
          </a:xfrm>
          <a:prstGeom prst="roundRect">
            <a:avLst>
              <a:gd name="adj" fmla="val 15636"/>
            </a:avLst>
          </a:prstGeom>
          <a:solidFill>
            <a:schemeClr val="bg1"/>
          </a:solid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sp>
        <p:nvSpPr>
          <p:cNvPr id="75" name="四角形: 角を丸くする 95">
            <a:extLst>
              <a:ext uri="{FF2B5EF4-FFF2-40B4-BE49-F238E27FC236}">
                <a16:creationId xmlns:a16="http://schemas.microsoft.com/office/drawing/2014/main" id="{05A3B4A5-E00A-4C0A-AA09-0D0690257C51}"/>
              </a:ext>
            </a:extLst>
          </p:cNvPr>
          <p:cNvSpPr/>
          <p:nvPr/>
        </p:nvSpPr>
        <p:spPr bwMode="auto">
          <a:xfrm>
            <a:off x="10852308" y="1562099"/>
            <a:ext cx="869221" cy="1350712"/>
          </a:xfrm>
          <a:prstGeom prst="roundRect">
            <a:avLst>
              <a:gd name="adj" fmla="val 15636"/>
            </a:avLst>
          </a:prstGeom>
          <a:solidFill>
            <a:schemeClr val="bg1"/>
          </a:solid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sp>
        <p:nvSpPr>
          <p:cNvPr id="9" name="正方形/長方形 8">
            <a:extLst>
              <a:ext uri="{FF2B5EF4-FFF2-40B4-BE49-F238E27FC236}">
                <a16:creationId xmlns:a16="http://schemas.microsoft.com/office/drawing/2014/main" id="{1A92A676-3857-9FFD-FBAB-E36AF027E64D}"/>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US" altLang="ja-JP" sz="2000" b="1" dirty="0">
                <a:solidFill>
                  <a:srgbClr val="1F2937"/>
                </a:solidFill>
                <a:latin typeface="Yu Gothic"/>
                <a:ea typeface="Yu Gothic"/>
                <a:cs typeface="Yu Gothic"/>
              </a:rPr>
              <a:t>Azure Landing Zone </a:t>
            </a:r>
            <a:r>
              <a:rPr lang="ja-JP" altLang="en-US" sz="2000" b="1">
                <a:solidFill>
                  <a:srgbClr val="1F2937"/>
                </a:solidFill>
                <a:latin typeface="Yu Gothic"/>
                <a:ea typeface="Yu Gothic"/>
                <a:cs typeface="Yu Gothic"/>
              </a:rPr>
              <a:t>のリファレンスネットワークアーキテクチャ</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D9450471-0099-72B9-B593-24441DE1FDDE}"/>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7</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9868B453-632A-9D32-20B9-38FAB970B27E}"/>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pic>
        <p:nvPicPr>
          <p:cNvPr id="3" name="グラフィックス 2" descr="建物 単色塗りつぶし">
            <a:extLst>
              <a:ext uri="{FF2B5EF4-FFF2-40B4-BE49-F238E27FC236}">
                <a16:creationId xmlns:a16="http://schemas.microsoft.com/office/drawing/2014/main" id="{92A06C8C-4BF0-9377-9673-D2D1E37C15DE}"/>
              </a:ext>
            </a:extLst>
          </p:cNvPr>
          <p:cNvPicPr>
            <a:picLocks noChangeAspect="1"/>
          </p:cNvPicPr>
          <p:nvPr/>
        </p:nvPicPr>
        <p:blipFill>
          <a:blip>
            <a:duotone>
              <a:prstClr val="black"/>
              <a:schemeClr val="tx2">
                <a:tint val="45000"/>
                <a:satMod val="400000"/>
              </a:schemeClr>
            </a:duotone>
            <a:extLst>
              <a:ext uri="{96DAC541-7B7A-43D3-8B79-37D633B846F1}">
                <asvg:svgBlip xmlns:asvg="http://schemas.microsoft.com/office/drawing/2016/SVG/main" r:embed="rId3"/>
              </a:ext>
            </a:extLst>
          </a:blip>
          <a:stretch>
            <a:fillRect/>
          </a:stretch>
        </p:blipFill>
        <p:spPr>
          <a:xfrm>
            <a:off x="1076876" y="2835012"/>
            <a:ext cx="914400" cy="914400"/>
          </a:xfrm>
          <a:prstGeom prst="rect">
            <a:avLst/>
          </a:prstGeom>
        </p:spPr>
      </p:pic>
      <p:sp>
        <p:nvSpPr>
          <p:cNvPr id="5" name="テキスト ボックス 4">
            <a:extLst>
              <a:ext uri="{FF2B5EF4-FFF2-40B4-BE49-F238E27FC236}">
                <a16:creationId xmlns:a16="http://schemas.microsoft.com/office/drawing/2014/main" id="{153C8B50-BEF2-1811-A934-0FF0EF0379C0}"/>
              </a:ext>
            </a:extLst>
          </p:cNvPr>
          <p:cNvSpPr txBox="1"/>
          <p:nvPr/>
        </p:nvSpPr>
        <p:spPr>
          <a:xfrm>
            <a:off x="734169" y="3814026"/>
            <a:ext cx="1596719" cy="430887"/>
          </a:xfrm>
          <a:prstGeom prst="rect">
            <a:avLst/>
          </a:prstGeom>
          <a:noFill/>
        </p:spPr>
        <p:txBody>
          <a:bodyPr wrap="square" lIns="0" tIns="0" rIns="0" bIns="0" rtlCol="0">
            <a:spAutoFit/>
          </a:bodyPr>
          <a:lstStyle/>
          <a:p>
            <a:pPr algn="ct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オンプレミス</a:t>
            </a:r>
            <a:endPar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endParaRPr>
          </a:p>
          <a:p>
            <a:pPr algn="ct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データセンター</a:t>
            </a:r>
          </a:p>
        </p:txBody>
      </p:sp>
      <p:sp>
        <p:nvSpPr>
          <p:cNvPr id="6" name="楕円 1">
            <a:extLst>
              <a:ext uri="{FF2B5EF4-FFF2-40B4-BE49-F238E27FC236}">
                <a16:creationId xmlns:a16="http://schemas.microsoft.com/office/drawing/2014/main" id="{E4536B43-DB06-D772-8E18-EEFFC93127C6}"/>
              </a:ext>
            </a:extLst>
          </p:cNvPr>
          <p:cNvSpPr/>
          <p:nvPr/>
        </p:nvSpPr>
        <p:spPr bwMode="auto">
          <a:xfrm>
            <a:off x="3328045" y="1644874"/>
            <a:ext cx="2450778" cy="532073"/>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r>
              <a:rPr kumimoji="1" lang="en-US" altLang="ja-JP" sz="1800">
                <a:solidFill>
                  <a:schemeClr val="bg1"/>
                </a:solidFill>
                <a:latin typeface="Yu Gothic UI" panose="020B0500000000000000" pitchFamily="34" charset="-128"/>
                <a:ea typeface="Yu Gothic UI" panose="020B0500000000000000" pitchFamily="34" charset="-128"/>
                <a:cs typeface="Segoe UI" pitchFamily="34" charset="0"/>
              </a:rPr>
              <a:t>Internet</a:t>
            </a:r>
            <a:endParaRPr kumimoji="1" lang="ja-JP" altLang="en-US" sz="1800">
              <a:solidFill>
                <a:schemeClr val="bg1"/>
              </a:solidFill>
              <a:latin typeface="Yu Gothic UI" panose="020B0500000000000000" pitchFamily="34" charset="-128"/>
              <a:ea typeface="Yu Gothic UI" panose="020B0500000000000000" pitchFamily="34" charset="-128"/>
              <a:cs typeface="Segoe UI" pitchFamily="34" charset="0"/>
            </a:endParaRPr>
          </a:p>
        </p:txBody>
      </p:sp>
      <p:sp>
        <p:nvSpPr>
          <p:cNvPr id="7" name="楕円 2">
            <a:extLst>
              <a:ext uri="{FF2B5EF4-FFF2-40B4-BE49-F238E27FC236}">
                <a16:creationId xmlns:a16="http://schemas.microsoft.com/office/drawing/2014/main" id="{30880D36-233B-7F07-33BE-D6085B2FD2F2}"/>
              </a:ext>
            </a:extLst>
          </p:cNvPr>
          <p:cNvSpPr/>
          <p:nvPr/>
        </p:nvSpPr>
        <p:spPr bwMode="auto">
          <a:xfrm>
            <a:off x="2853865" y="3983946"/>
            <a:ext cx="1512524" cy="654469"/>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r>
              <a:rPr kumimoji="1" lang="en-US" altLang="ja-JP" sz="1800">
                <a:solidFill>
                  <a:schemeClr val="bg1"/>
                </a:solidFill>
                <a:latin typeface="Yu Gothic UI" panose="020B0500000000000000" pitchFamily="34" charset="-128"/>
                <a:ea typeface="Yu Gothic UI" panose="020B0500000000000000" pitchFamily="34" charset="-128"/>
                <a:cs typeface="Segoe UI" pitchFamily="34" charset="0"/>
              </a:rPr>
              <a:t>VPN/</a:t>
            </a:r>
          </a:p>
          <a:p>
            <a:pPr algn="ctr" defTabSz="932472" fontAlgn="base">
              <a:spcBef>
                <a:spcPct val="0"/>
              </a:spcBef>
              <a:spcAft>
                <a:spcPct val="0"/>
              </a:spcAft>
            </a:pPr>
            <a:r>
              <a:rPr kumimoji="1" lang="ja-JP" altLang="en-US" sz="1800">
                <a:solidFill>
                  <a:schemeClr val="bg1"/>
                </a:solidFill>
                <a:latin typeface="Yu Gothic UI" panose="020B0500000000000000" pitchFamily="34" charset="-128"/>
                <a:ea typeface="Yu Gothic UI" panose="020B0500000000000000" pitchFamily="34" charset="-128"/>
                <a:cs typeface="Segoe UI" pitchFamily="34" charset="0"/>
              </a:rPr>
              <a:t>閉域網</a:t>
            </a:r>
            <a:endParaRPr kumimoji="1" lang="en-US" altLang="ja-JP" sz="1800">
              <a:solidFill>
                <a:schemeClr val="bg1"/>
              </a:solidFill>
              <a:latin typeface="Yu Gothic UI" panose="020B0500000000000000" pitchFamily="34" charset="-128"/>
              <a:ea typeface="Yu Gothic UI" panose="020B0500000000000000" pitchFamily="34" charset="-128"/>
              <a:cs typeface="Segoe UI" pitchFamily="34" charset="0"/>
            </a:endParaRPr>
          </a:p>
        </p:txBody>
      </p:sp>
      <p:cxnSp>
        <p:nvCxnSpPr>
          <p:cNvPr id="8" name="直線コネクタ 7">
            <a:extLst>
              <a:ext uri="{FF2B5EF4-FFF2-40B4-BE49-F238E27FC236}">
                <a16:creationId xmlns:a16="http://schemas.microsoft.com/office/drawing/2014/main" id="{20CC3A53-6175-1280-6D12-0E9390B3D5E3}"/>
              </a:ext>
            </a:extLst>
          </p:cNvPr>
          <p:cNvCxnSpPr>
            <a:cxnSpLocks/>
            <a:stCxn id="3" idx="3"/>
            <a:endCxn id="6" idx="2"/>
          </p:cNvCxnSpPr>
          <p:nvPr/>
        </p:nvCxnSpPr>
        <p:spPr>
          <a:xfrm flipV="1">
            <a:off x="1991276" y="1910911"/>
            <a:ext cx="1336769" cy="1381301"/>
          </a:xfrm>
          <a:prstGeom prst="line">
            <a:avLst/>
          </a:prstGeom>
          <a:ln>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617BFDB7-6972-5124-C6AF-53937CD242A3}"/>
              </a:ext>
            </a:extLst>
          </p:cNvPr>
          <p:cNvCxnSpPr>
            <a:cxnSpLocks/>
            <a:stCxn id="3" idx="3"/>
            <a:endCxn id="7" idx="2"/>
          </p:cNvCxnSpPr>
          <p:nvPr/>
        </p:nvCxnSpPr>
        <p:spPr>
          <a:xfrm>
            <a:off x="1991276" y="3292212"/>
            <a:ext cx="862589" cy="1018969"/>
          </a:xfrm>
          <a:prstGeom prst="line">
            <a:avLst/>
          </a:prstGeom>
          <a:ln>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12" name="グラフィックス 11">
            <a:extLst>
              <a:ext uri="{FF2B5EF4-FFF2-40B4-BE49-F238E27FC236}">
                <a16:creationId xmlns:a16="http://schemas.microsoft.com/office/drawing/2014/main" id="{4BFDB1C5-FA04-ECE9-4557-7E411BD835A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47683" y="5806952"/>
            <a:ext cx="273856" cy="273856"/>
          </a:xfrm>
          <a:prstGeom prst="rect">
            <a:avLst/>
          </a:prstGeom>
        </p:spPr>
      </p:pic>
      <p:sp>
        <p:nvSpPr>
          <p:cNvPr id="13" name="テキスト ボックス 12">
            <a:extLst>
              <a:ext uri="{FF2B5EF4-FFF2-40B4-BE49-F238E27FC236}">
                <a16:creationId xmlns:a16="http://schemas.microsoft.com/office/drawing/2014/main" id="{830AA042-347A-20DC-95A0-7B87D64EA0B4}"/>
              </a:ext>
            </a:extLst>
          </p:cNvPr>
          <p:cNvSpPr txBox="1"/>
          <p:nvPr/>
        </p:nvSpPr>
        <p:spPr>
          <a:xfrm>
            <a:off x="5065815" y="5610950"/>
            <a:ext cx="2523496" cy="646331"/>
          </a:xfrm>
          <a:prstGeom prst="rect">
            <a:avLst/>
          </a:prstGeom>
          <a:noFill/>
        </p:spPr>
        <p:txBody>
          <a:bodyPr wrap="square" lIns="0" tIns="0" rIns="0" bIns="0" rtlCol="0">
            <a:spAutoFit/>
          </a:bodyP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ハブ</a:t>
            </a: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en-US" altLang="ja-JP" sz="1400" err="1">
                <a:solidFill>
                  <a:schemeClr val="tx1">
                    <a:lumMod val="75000"/>
                    <a:lumOff val="25000"/>
                  </a:schemeClr>
                </a:solidFill>
                <a:latin typeface="Yu Gothic UI" panose="020B0500000000000000" pitchFamily="34" charset="-128"/>
                <a:ea typeface="Yu Gothic UI" panose="020B0500000000000000" pitchFamily="34" charset="-128"/>
              </a:rPr>
              <a:t>VNet</a:t>
            </a:r>
            <a:endPar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endParaRPr>
          </a:p>
          <a:p>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共通機能</a:t>
            </a: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en-US" altLang="ja-JP" sz="1400" err="1">
                <a:solidFill>
                  <a:schemeClr val="tx1">
                    <a:lumMod val="75000"/>
                    <a:lumOff val="25000"/>
                  </a:schemeClr>
                </a:solidFill>
                <a:latin typeface="Yu Gothic UI" panose="020B0500000000000000" pitchFamily="34" charset="-128"/>
                <a:ea typeface="Yu Gothic UI" panose="020B0500000000000000" pitchFamily="34" charset="-128"/>
              </a:rPr>
              <a:t>VNet</a:t>
            </a: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プラットフォームランディングゾーン）</a:t>
            </a:r>
          </a:p>
        </p:txBody>
      </p:sp>
      <p:pic>
        <p:nvPicPr>
          <p:cNvPr id="14" name="グラフィックス 13">
            <a:extLst>
              <a:ext uri="{FF2B5EF4-FFF2-40B4-BE49-F238E27FC236}">
                <a16:creationId xmlns:a16="http://schemas.microsoft.com/office/drawing/2014/main" id="{E66CAA18-9215-E4DC-41E0-B7B53381A63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92254" y="4149593"/>
            <a:ext cx="322872" cy="322872"/>
          </a:xfrm>
          <a:prstGeom prst="rect">
            <a:avLst/>
          </a:prstGeom>
        </p:spPr>
      </p:pic>
      <p:sp>
        <p:nvSpPr>
          <p:cNvPr id="15" name="テキスト ボックス 14">
            <a:extLst>
              <a:ext uri="{FF2B5EF4-FFF2-40B4-BE49-F238E27FC236}">
                <a16:creationId xmlns:a16="http://schemas.microsoft.com/office/drawing/2014/main" id="{E00E86D7-2F9A-094C-7A1C-5C4E85E2D428}"/>
              </a:ext>
            </a:extLst>
          </p:cNvPr>
          <p:cNvSpPr txBox="1"/>
          <p:nvPr/>
        </p:nvSpPr>
        <p:spPr>
          <a:xfrm>
            <a:off x="4665463" y="4604656"/>
            <a:ext cx="876819" cy="215444"/>
          </a:xfrm>
          <a:prstGeom prst="rect">
            <a:avLst/>
          </a:prstGeom>
          <a:noFill/>
        </p:spPr>
        <p:txBody>
          <a:bodyPr wrap="square" lIns="0" tIns="0" rIns="0" bIns="0" rtlCol="0">
            <a:spAutoFit/>
          </a:bodyPr>
          <a:lstStyle/>
          <a:p>
            <a:pPr algn="ctr"/>
            <a:r>
              <a:rPr kumimoji="1" lang="en-US" altLang="ja-JP" sz="1400" err="1">
                <a:solidFill>
                  <a:schemeClr val="tx1">
                    <a:lumMod val="75000"/>
                    <a:lumOff val="25000"/>
                  </a:schemeClr>
                </a:solidFill>
                <a:latin typeface="Yu Gothic UI" panose="020B0500000000000000" pitchFamily="34" charset="-128"/>
                <a:ea typeface="Yu Gothic UI" panose="020B0500000000000000" pitchFamily="34" charset="-128"/>
              </a:rPr>
              <a:t>VNet</a:t>
            </a: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 GW</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cxnSp>
        <p:nvCxnSpPr>
          <p:cNvPr id="16" name="直線コネクタ 15">
            <a:extLst>
              <a:ext uri="{FF2B5EF4-FFF2-40B4-BE49-F238E27FC236}">
                <a16:creationId xmlns:a16="http://schemas.microsoft.com/office/drawing/2014/main" id="{A585A67C-72B8-1C1D-6412-0875A8E62ABF}"/>
              </a:ext>
            </a:extLst>
          </p:cNvPr>
          <p:cNvCxnSpPr>
            <a:cxnSpLocks/>
            <a:stCxn id="7" idx="6"/>
            <a:endCxn id="14" idx="1"/>
          </p:cNvCxnSpPr>
          <p:nvPr/>
        </p:nvCxnSpPr>
        <p:spPr>
          <a:xfrm flipV="1">
            <a:off x="4366389" y="4311029"/>
            <a:ext cx="625865" cy="152"/>
          </a:xfrm>
          <a:prstGeom prst="line">
            <a:avLst/>
          </a:prstGeom>
          <a:ln>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17" name="グラフィックス 16">
            <a:extLst>
              <a:ext uri="{FF2B5EF4-FFF2-40B4-BE49-F238E27FC236}">
                <a16:creationId xmlns:a16="http://schemas.microsoft.com/office/drawing/2014/main" id="{3814BA14-45E3-79A9-A65B-4ED02453F67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073007" y="1914296"/>
            <a:ext cx="371960" cy="371960"/>
          </a:xfrm>
          <a:prstGeom prst="rect">
            <a:avLst/>
          </a:prstGeom>
        </p:spPr>
      </p:pic>
      <p:sp>
        <p:nvSpPr>
          <p:cNvPr id="18" name="テキスト ボックス 17">
            <a:extLst>
              <a:ext uri="{FF2B5EF4-FFF2-40B4-BE49-F238E27FC236}">
                <a16:creationId xmlns:a16="http://schemas.microsoft.com/office/drawing/2014/main" id="{58E58469-DE42-C756-BFE3-D1B135071FE8}"/>
              </a:ext>
            </a:extLst>
          </p:cNvPr>
          <p:cNvSpPr txBox="1"/>
          <p:nvPr/>
        </p:nvSpPr>
        <p:spPr>
          <a:xfrm>
            <a:off x="10877602" y="2288206"/>
            <a:ext cx="946892" cy="184666"/>
          </a:xfrm>
          <a:prstGeom prst="rect">
            <a:avLst/>
          </a:prstGeom>
          <a:noFill/>
        </p:spPr>
        <p:txBody>
          <a:bodyPr wrap="square" lIns="0" tIns="0" rIns="0" bIns="0" rtlCol="0">
            <a:spAutoFit/>
          </a:bodyPr>
          <a:lstStyle/>
          <a:p>
            <a:pPr algn="ctr"/>
            <a:r>
              <a:rPr kumimoji="1" lang="en-US" altLang="ja-JP" sz="1200" err="1">
                <a:solidFill>
                  <a:schemeClr val="tx1">
                    <a:lumMod val="75000"/>
                    <a:lumOff val="25000"/>
                  </a:schemeClr>
                </a:solidFill>
                <a:latin typeface="Yu Gothic UI" panose="020B0500000000000000" pitchFamily="34" charset="-128"/>
                <a:ea typeface="Yu Gothic UI" panose="020B0500000000000000" pitchFamily="34" charset="-128"/>
              </a:rPr>
              <a:t>AppGW</a:t>
            </a:r>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/WAF</a:t>
            </a:r>
            <a:endPar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19" name="グラフィックス 18">
            <a:extLst>
              <a:ext uri="{FF2B5EF4-FFF2-40B4-BE49-F238E27FC236}">
                <a16:creationId xmlns:a16="http://schemas.microsoft.com/office/drawing/2014/main" id="{CFE8CC74-F0BB-7910-F48F-DD3DF1EA72C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389011" y="1971502"/>
            <a:ext cx="532528" cy="532528"/>
          </a:xfrm>
          <a:prstGeom prst="rect">
            <a:avLst/>
          </a:prstGeom>
        </p:spPr>
      </p:pic>
      <p:pic>
        <p:nvPicPr>
          <p:cNvPr id="20" name="グラフィックス 19">
            <a:extLst>
              <a:ext uri="{FF2B5EF4-FFF2-40B4-BE49-F238E27FC236}">
                <a16:creationId xmlns:a16="http://schemas.microsoft.com/office/drawing/2014/main" id="{6060F736-40FC-102E-1199-32A3294C5D8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016210" y="1926816"/>
            <a:ext cx="436670" cy="436670"/>
          </a:xfrm>
          <a:prstGeom prst="rect">
            <a:avLst/>
          </a:prstGeom>
        </p:spPr>
      </p:pic>
      <p:pic>
        <p:nvPicPr>
          <p:cNvPr id="21" name="グラフィックス 20">
            <a:extLst>
              <a:ext uri="{FF2B5EF4-FFF2-40B4-BE49-F238E27FC236}">
                <a16:creationId xmlns:a16="http://schemas.microsoft.com/office/drawing/2014/main" id="{50B30857-0493-1915-31AF-A265EB9D397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06135" y="1692575"/>
            <a:ext cx="436670" cy="436670"/>
          </a:xfrm>
          <a:prstGeom prst="rect">
            <a:avLst/>
          </a:prstGeom>
        </p:spPr>
      </p:pic>
      <p:sp>
        <p:nvSpPr>
          <p:cNvPr id="22" name="テキスト ボックス 21">
            <a:extLst>
              <a:ext uri="{FF2B5EF4-FFF2-40B4-BE49-F238E27FC236}">
                <a16:creationId xmlns:a16="http://schemas.microsoft.com/office/drawing/2014/main" id="{F7643D49-C3A8-4ADA-63EC-BC58717D7009}"/>
              </a:ext>
            </a:extLst>
          </p:cNvPr>
          <p:cNvSpPr txBox="1"/>
          <p:nvPr/>
        </p:nvSpPr>
        <p:spPr>
          <a:xfrm>
            <a:off x="4087188" y="2487049"/>
            <a:ext cx="1256183" cy="243519"/>
          </a:xfrm>
          <a:prstGeom prst="rect">
            <a:avLst/>
          </a:prstGeom>
          <a:noFill/>
        </p:spPr>
        <p:txBody>
          <a:bodyPr wrap="square" lIns="36000" tIns="36000" rIns="36000" bIns="36000" rtlCol="0">
            <a:spAutoFit/>
          </a:bodyPr>
          <a:lstStyle/>
          <a:p>
            <a:pPr algn="ctr">
              <a:lnSpc>
                <a:spcPct val="90000"/>
              </a:lnSpc>
              <a:spcAft>
                <a:spcPts val="600"/>
              </a:spcAft>
            </a:pPr>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CDN</a:t>
            </a:r>
            <a:endParaRPr kumimoji="1" lang="ja-JP" altLang="en-US" sz="1200" err="1">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23" name="テキスト ボックス 22">
            <a:extLst>
              <a:ext uri="{FF2B5EF4-FFF2-40B4-BE49-F238E27FC236}">
                <a16:creationId xmlns:a16="http://schemas.microsoft.com/office/drawing/2014/main" id="{CD0CB995-604C-EDD2-F49F-4701BB23BF24}"/>
              </a:ext>
            </a:extLst>
          </p:cNvPr>
          <p:cNvSpPr txBox="1"/>
          <p:nvPr/>
        </p:nvSpPr>
        <p:spPr>
          <a:xfrm>
            <a:off x="4824788" y="2389590"/>
            <a:ext cx="1256183" cy="243519"/>
          </a:xfrm>
          <a:prstGeom prst="rect">
            <a:avLst/>
          </a:prstGeom>
          <a:noFill/>
        </p:spPr>
        <p:txBody>
          <a:bodyPr wrap="square" lIns="36000" tIns="36000" rIns="36000" bIns="36000" rtlCol="0">
            <a:spAutoFit/>
          </a:bodyPr>
          <a:lstStyle/>
          <a:p>
            <a:pPr algn="ctr">
              <a:lnSpc>
                <a:spcPct val="90000"/>
              </a:lnSpc>
              <a:spcAft>
                <a:spcPts val="600"/>
              </a:spcAft>
            </a:pPr>
            <a:r>
              <a:rPr kumimoji="1" lang="en-US" altLang="ja-JP" sz="1200" err="1">
                <a:solidFill>
                  <a:schemeClr val="tx1">
                    <a:lumMod val="75000"/>
                    <a:lumOff val="25000"/>
                  </a:schemeClr>
                </a:solidFill>
                <a:latin typeface="Yu Gothic UI" panose="020B0500000000000000" pitchFamily="34" charset="-128"/>
                <a:ea typeface="Yu Gothic UI" panose="020B0500000000000000" pitchFamily="34" charset="-128"/>
              </a:rPr>
              <a:t>FrontDoor</a:t>
            </a:r>
            <a:endParaRPr kumimoji="1" lang="ja-JP" altLang="en-US" sz="1200" err="1">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24" name="テキスト ボックス 23">
            <a:extLst>
              <a:ext uri="{FF2B5EF4-FFF2-40B4-BE49-F238E27FC236}">
                <a16:creationId xmlns:a16="http://schemas.microsoft.com/office/drawing/2014/main" id="{A2ADEB43-8AC3-0530-36C8-2267F2F53914}"/>
              </a:ext>
            </a:extLst>
          </p:cNvPr>
          <p:cNvSpPr txBox="1"/>
          <p:nvPr/>
        </p:nvSpPr>
        <p:spPr>
          <a:xfrm>
            <a:off x="5562388" y="2032907"/>
            <a:ext cx="1256183" cy="409718"/>
          </a:xfrm>
          <a:prstGeom prst="rect">
            <a:avLst/>
          </a:prstGeom>
          <a:noFill/>
        </p:spPr>
        <p:txBody>
          <a:bodyPr wrap="square" lIns="36000" tIns="36000" rIns="36000" bIns="36000" rtlCol="0">
            <a:spAutoFit/>
          </a:bodyPr>
          <a:lstStyle/>
          <a:p>
            <a:pPr algn="ctr">
              <a:lnSpc>
                <a:spcPct val="90000"/>
              </a:lnSpc>
              <a:spcAft>
                <a:spcPts val="600"/>
              </a:spcAft>
            </a:pPr>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Traffic</a:t>
            </a:r>
            <a:b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br>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Manager</a:t>
            </a:r>
            <a:endParaRPr kumimoji="1" lang="ja-JP" altLang="en-US" sz="1200" err="1">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25" name="グラフィックス 24">
            <a:extLst>
              <a:ext uri="{FF2B5EF4-FFF2-40B4-BE49-F238E27FC236}">
                <a16:creationId xmlns:a16="http://schemas.microsoft.com/office/drawing/2014/main" id="{1F9881EE-7244-39CF-FF9E-E38DA215748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901354" y="3255737"/>
            <a:ext cx="359233" cy="359233"/>
          </a:xfrm>
          <a:prstGeom prst="rect">
            <a:avLst/>
          </a:prstGeom>
        </p:spPr>
      </p:pic>
      <p:sp>
        <p:nvSpPr>
          <p:cNvPr id="26" name="テキスト ボックス 25">
            <a:extLst>
              <a:ext uri="{FF2B5EF4-FFF2-40B4-BE49-F238E27FC236}">
                <a16:creationId xmlns:a16="http://schemas.microsoft.com/office/drawing/2014/main" id="{71B89A60-D4CF-2768-3469-2AF67C54ADB8}"/>
              </a:ext>
            </a:extLst>
          </p:cNvPr>
          <p:cNvSpPr txBox="1"/>
          <p:nvPr/>
        </p:nvSpPr>
        <p:spPr>
          <a:xfrm>
            <a:off x="5633478" y="3642944"/>
            <a:ext cx="876819" cy="215444"/>
          </a:xfrm>
          <a:prstGeom prst="rect">
            <a:avLst/>
          </a:prstGeom>
          <a:noFill/>
        </p:spPr>
        <p:txBody>
          <a:bodyPr wrap="square" lIns="0" tIns="0" rIns="0" bIns="0" rtlCol="0">
            <a:spAutoFit/>
          </a:bodyPr>
          <a:lstStyle/>
          <a:p>
            <a:pPr algn="ct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FW</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27" name="グラフィックス 26">
            <a:extLst>
              <a:ext uri="{FF2B5EF4-FFF2-40B4-BE49-F238E27FC236}">
                <a16:creationId xmlns:a16="http://schemas.microsoft.com/office/drawing/2014/main" id="{AAF77CF8-21F2-8E08-5789-5352BA1597CA}"/>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456394" y="1732057"/>
            <a:ext cx="334091" cy="334091"/>
          </a:xfrm>
          <a:prstGeom prst="rect">
            <a:avLst/>
          </a:prstGeom>
        </p:spPr>
      </p:pic>
      <p:pic>
        <p:nvPicPr>
          <p:cNvPr id="28" name="グラフィックス 27">
            <a:extLst>
              <a:ext uri="{FF2B5EF4-FFF2-40B4-BE49-F238E27FC236}">
                <a16:creationId xmlns:a16="http://schemas.microsoft.com/office/drawing/2014/main" id="{604C3F06-855E-F6DA-605F-AFE3F5C8AED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728458" y="2607371"/>
            <a:ext cx="273856" cy="273856"/>
          </a:xfrm>
          <a:prstGeom prst="rect">
            <a:avLst/>
          </a:prstGeom>
        </p:spPr>
      </p:pic>
      <p:pic>
        <p:nvPicPr>
          <p:cNvPr id="29" name="グラフィックス 28">
            <a:extLst>
              <a:ext uri="{FF2B5EF4-FFF2-40B4-BE49-F238E27FC236}">
                <a16:creationId xmlns:a16="http://schemas.microsoft.com/office/drawing/2014/main" id="{7C13B88B-51BF-417D-3D2F-A36081885FCE}"/>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808211" y="1925738"/>
            <a:ext cx="309829" cy="309829"/>
          </a:xfrm>
          <a:prstGeom prst="rect">
            <a:avLst/>
          </a:prstGeom>
        </p:spPr>
      </p:pic>
      <p:pic>
        <p:nvPicPr>
          <p:cNvPr id="30" name="グラフィックス 29">
            <a:extLst>
              <a:ext uri="{FF2B5EF4-FFF2-40B4-BE49-F238E27FC236}">
                <a16:creationId xmlns:a16="http://schemas.microsoft.com/office/drawing/2014/main" id="{16A4E6BD-B405-041A-55A3-8B93E3DA00C6}"/>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729476" y="1905109"/>
            <a:ext cx="334091" cy="334091"/>
          </a:xfrm>
          <a:prstGeom prst="rect">
            <a:avLst/>
          </a:prstGeom>
        </p:spPr>
      </p:pic>
      <p:sp>
        <p:nvSpPr>
          <p:cNvPr id="31" name="テキスト ボックス 30">
            <a:extLst>
              <a:ext uri="{FF2B5EF4-FFF2-40B4-BE49-F238E27FC236}">
                <a16:creationId xmlns:a16="http://schemas.microsoft.com/office/drawing/2014/main" id="{209CBC7E-EFC6-9F30-B33A-E9FB067C6173}"/>
              </a:ext>
            </a:extLst>
          </p:cNvPr>
          <p:cNvSpPr txBox="1"/>
          <p:nvPr/>
        </p:nvSpPr>
        <p:spPr>
          <a:xfrm>
            <a:off x="9065099" y="2653062"/>
            <a:ext cx="1596719" cy="215444"/>
          </a:xfrm>
          <a:prstGeom prst="rect">
            <a:avLst/>
          </a:prstGeom>
          <a:noFill/>
        </p:spPr>
        <p:txBody>
          <a:bodyPr wrap="square" lIns="0" tIns="0" rIns="0" bIns="0" rtlCol="0">
            <a:spAutoFit/>
          </a:bodyP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システム</a:t>
            </a: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A </a:t>
            </a:r>
            <a:r>
              <a:rPr kumimoji="1" lang="en-US" altLang="ja-JP" sz="1400" err="1">
                <a:solidFill>
                  <a:schemeClr val="tx1">
                    <a:lumMod val="75000"/>
                    <a:lumOff val="25000"/>
                  </a:schemeClr>
                </a:solidFill>
                <a:latin typeface="Yu Gothic UI" panose="020B0500000000000000" pitchFamily="34" charset="-128"/>
                <a:ea typeface="Yu Gothic UI" panose="020B0500000000000000" pitchFamily="34" charset="-128"/>
              </a:rPr>
              <a:t>VNet</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32" name="テキスト ボックス 31">
            <a:extLst>
              <a:ext uri="{FF2B5EF4-FFF2-40B4-BE49-F238E27FC236}">
                <a16:creationId xmlns:a16="http://schemas.microsoft.com/office/drawing/2014/main" id="{2F0DB0D8-ABD9-AC6B-479D-A334FA22F2C8}"/>
              </a:ext>
            </a:extLst>
          </p:cNvPr>
          <p:cNvSpPr txBox="1"/>
          <p:nvPr/>
        </p:nvSpPr>
        <p:spPr>
          <a:xfrm>
            <a:off x="9291066" y="2338409"/>
            <a:ext cx="876819" cy="215444"/>
          </a:xfrm>
          <a:prstGeom prst="rect">
            <a:avLst/>
          </a:prstGeom>
          <a:noFill/>
        </p:spPr>
        <p:txBody>
          <a:bodyPr wrap="square" lIns="0" tIns="0" rIns="0" bIns="0" rtlCol="0">
            <a:spAutoFit/>
          </a:bodyPr>
          <a:lstStyle/>
          <a:p>
            <a:pPr algn="ct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VM</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33" name="テキスト ボックス 32">
            <a:extLst>
              <a:ext uri="{FF2B5EF4-FFF2-40B4-BE49-F238E27FC236}">
                <a16:creationId xmlns:a16="http://schemas.microsoft.com/office/drawing/2014/main" id="{D9B94259-9157-5290-DFF4-AC8F1929BC97}"/>
              </a:ext>
            </a:extLst>
          </p:cNvPr>
          <p:cNvSpPr txBox="1"/>
          <p:nvPr/>
        </p:nvSpPr>
        <p:spPr>
          <a:xfrm>
            <a:off x="8524715" y="2334776"/>
            <a:ext cx="876819" cy="215444"/>
          </a:xfrm>
          <a:prstGeom prst="rect">
            <a:avLst/>
          </a:prstGeom>
          <a:noFill/>
        </p:spPr>
        <p:txBody>
          <a:bodyPr wrap="square" lIns="0" tIns="0" rIns="0" bIns="0" rtlCol="0">
            <a:spAutoFit/>
          </a:bodyPr>
          <a:lstStyle/>
          <a:p>
            <a:pPr algn="ct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LB</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34" name="グラフィックス 33">
            <a:extLst>
              <a:ext uri="{FF2B5EF4-FFF2-40B4-BE49-F238E27FC236}">
                <a16:creationId xmlns:a16="http://schemas.microsoft.com/office/drawing/2014/main" id="{F2CBC484-9941-76A5-7E5E-56619382C090}"/>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454189" y="3172973"/>
            <a:ext cx="334091" cy="334091"/>
          </a:xfrm>
          <a:prstGeom prst="rect">
            <a:avLst/>
          </a:prstGeom>
        </p:spPr>
      </p:pic>
      <p:pic>
        <p:nvPicPr>
          <p:cNvPr id="35" name="グラフィックス 34">
            <a:extLst>
              <a:ext uri="{FF2B5EF4-FFF2-40B4-BE49-F238E27FC236}">
                <a16:creationId xmlns:a16="http://schemas.microsoft.com/office/drawing/2014/main" id="{C841338C-9BDF-CB7F-8E19-BA0A163CFD9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828404" y="4117766"/>
            <a:ext cx="273856" cy="273856"/>
          </a:xfrm>
          <a:prstGeom prst="rect">
            <a:avLst/>
          </a:prstGeom>
        </p:spPr>
      </p:pic>
      <p:pic>
        <p:nvPicPr>
          <p:cNvPr id="36" name="グラフィックス 35">
            <a:extLst>
              <a:ext uri="{FF2B5EF4-FFF2-40B4-BE49-F238E27FC236}">
                <a16:creationId xmlns:a16="http://schemas.microsoft.com/office/drawing/2014/main" id="{86A8803B-F598-0F58-F74B-FB52B45128EE}"/>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806006" y="3366654"/>
            <a:ext cx="309829" cy="309829"/>
          </a:xfrm>
          <a:prstGeom prst="rect">
            <a:avLst/>
          </a:prstGeom>
        </p:spPr>
      </p:pic>
      <p:pic>
        <p:nvPicPr>
          <p:cNvPr id="37" name="グラフィックス 36">
            <a:extLst>
              <a:ext uri="{FF2B5EF4-FFF2-40B4-BE49-F238E27FC236}">
                <a16:creationId xmlns:a16="http://schemas.microsoft.com/office/drawing/2014/main" id="{1EDAAC29-4094-087A-95F6-5409F0F32C7B}"/>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727271" y="3346025"/>
            <a:ext cx="334091" cy="334091"/>
          </a:xfrm>
          <a:prstGeom prst="rect">
            <a:avLst/>
          </a:prstGeom>
        </p:spPr>
      </p:pic>
      <p:sp>
        <p:nvSpPr>
          <p:cNvPr id="38" name="テキスト ボックス 37">
            <a:extLst>
              <a:ext uri="{FF2B5EF4-FFF2-40B4-BE49-F238E27FC236}">
                <a16:creationId xmlns:a16="http://schemas.microsoft.com/office/drawing/2014/main" id="{F137EFC2-B0A4-71B3-E9E5-560CD0744FD7}"/>
              </a:ext>
            </a:extLst>
          </p:cNvPr>
          <p:cNvSpPr txBox="1"/>
          <p:nvPr/>
        </p:nvSpPr>
        <p:spPr>
          <a:xfrm>
            <a:off x="9165045" y="4163457"/>
            <a:ext cx="1596719" cy="215444"/>
          </a:xfrm>
          <a:prstGeom prst="rect">
            <a:avLst/>
          </a:prstGeom>
          <a:noFill/>
        </p:spPr>
        <p:txBody>
          <a:bodyPr wrap="square" lIns="0" tIns="0" rIns="0" bIns="0" rtlCol="0">
            <a:spAutoFit/>
          </a:bodyP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システム</a:t>
            </a: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B </a:t>
            </a:r>
            <a:r>
              <a:rPr kumimoji="1" lang="en-US" altLang="ja-JP" sz="1400" err="1">
                <a:solidFill>
                  <a:schemeClr val="tx1">
                    <a:lumMod val="75000"/>
                    <a:lumOff val="25000"/>
                  </a:schemeClr>
                </a:solidFill>
                <a:latin typeface="Yu Gothic UI" panose="020B0500000000000000" pitchFamily="34" charset="-128"/>
                <a:ea typeface="Yu Gothic UI" panose="020B0500000000000000" pitchFamily="34" charset="-128"/>
              </a:rPr>
              <a:t>VNet</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39" name="テキスト ボックス 38">
            <a:extLst>
              <a:ext uri="{FF2B5EF4-FFF2-40B4-BE49-F238E27FC236}">
                <a16:creationId xmlns:a16="http://schemas.microsoft.com/office/drawing/2014/main" id="{1F41F1C6-52B1-C5D1-4E0A-DDB5703E2A38}"/>
              </a:ext>
            </a:extLst>
          </p:cNvPr>
          <p:cNvSpPr txBox="1"/>
          <p:nvPr/>
        </p:nvSpPr>
        <p:spPr>
          <a:xfrm>
            <a:off x="9288861" y="3779325"/>
            <a:ext cx="876819" cy="215444"/>
          </a:xfrm>
          <a:prstGeom prst="rect">
            <a:avLst/>
          </a:prstGeom>
          <a:noFill/>
        </p:spPr>
        <p:txBody>
          <a:bodyPr wrap="square" lIns="0" tIns="0" rIns="0" bIns="0" rtlCol="0">
            <a:spAutoFit/>
          </a:bodyPr>
          <a:lstStyle/>
          <a:p>
            <a:pPr algn="ct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VM</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40" name="テキスト ボックス 39">
            <a:extLst>
              <a:ext uri="{FF2B5EF4-FFF2-40B4-BE49-F238E27FC236}">
                <a16:creationId xmlns:a16="http://schemas.microsoft.com/office/drawing/2014/main" id="{C1E4541B-C3AE-1E47-1041-8CBAA3362F35}"/>
              </a:ext>
            </a:extLst>
          </p:cNvPr>
          <p:cNvSpPr txBox="1"/>
          <p:nvPr/>
        </p:nvSpPr>
        <p:spPr>
          <a:xfrm>
            <a:off x="8522510" y="3775692"/>
            <a:ext cx="876819" cy="215444"/>
          </a:xfrm>
          <a:prstGeom prst="rect">
            <a:avLst/>
          </a:prstGeom>
          <a:noFill/>
        </p:spPr>
        <p:txBody>
          <a:bodyPr wrap="square" lIns="0" tIns="0" rIns="0" bIns="0" rtlCol="0">
            <a:spAutoFit/>
          </a:bodyPr>
          <a:lstStyle/>
          <a:p>
            <a:pPr algn="ct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LB</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cxnSp>
        <p:nvCxnSpPr>
          <p:cNvPr id="43" name="直線コネクタ 42">
            <a:extLst>
              <a:ext uri="{FF2B5EF4-FFF2-40B4-BE49-F238E27FC236}">
                <a16:creationId xmlns:a16="http://schemas.microsoft.com/office/drawing/2014/main" id="{95AE9B53-11CC-01A9-825F-0B01F295ABE9}"/>
              </a:ext>
            </a:extLst>
          </p:cNvPr>
          <p:cNvCxnSpPr>
            <a:stCxn id="11" idx="3"/>
            <a:endCxn id="41" idx="1"/>
          </p:cNvCxnSpPr>
          <p:nvPr/>
        </p:nvCxnSpPr>
        <p:spPr>
          <a:xfrm flipV="1">
            <a:off x="7640368" y="2235567"/>
            <a:ext cx="590638" cy="2396746"/>
          </a:xfrm>
          <a:prstGeom prst="line">
            <a:avLst/>
          </a:prstGeom>
          <a:ln w="2222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4" name="直線コネクタ 43">
            <a:extLst>
              <a:ext uri="{FF2B5EF4-FFF2-40B4-BE49-F238E27FC236}">
                <a16:creationId xmlns:a16="http://schemas.microsoft.com/office/drawing/2014/main" id="{7261779D-60D0-AAB0-F74E-CA7036E73889}"/>
              </a:ext>
            </a:extLst>
          </p:cNvPr>
          <p:cNvCxnSpPr>
            <a:cxnSpLocks/>
            <a:stCxn id="11" idx="3"/>
            <a:endCxn id="42" idx="1"/>
          </p:cNvCxnSpPr>
          <p:nvPr/>
        </p:nvCxnSpPr>
        <p:spPr>
          <a:xfrm flipV="1">
            <a:off x="7640368" y="3773298"/>
            <a:ext cx="588433" cy="859015"/>
          </a:xfrm>
          <a:prstGeom prst="line">
            <a:avLst/>
          </a:prstGeom>
          <a:ln w="2222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45" name="グラフィックス 44">
            <a:extLst>
              <a:ext uri="{FF2B5EF4-FFF2-40B4-BE49-F238E27FC236}">
                <a16:creationId xmlns:a16="http://schemas.microsoft.com/office/drawing/2014/main" id="{C00A321F-AE4D-6786-F74B-A014E1270FC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29" y="2063014"/>
            <a:ext cx="379611" cy="379611"/>
          </a:xfrm>
          <a:prstGeom prst="rect">
            <a:avLst/>
          </a:prstGeom>
        </p:spPr>
      </p:pic>
      <p:sp>
        <p:nvSpPr>
          <p:cNvPr id="46" name="テキスト ボックス 45">
            <a:extLst>
              <a:ext uri="{FF2B5EF4-FFF2-40B4-BE49-F238E27FC236}">
                <a16:creationId xmlns:a16="http://schemas.microsoft.com/office/drawing/2014/main" id="{411A6F45-152B-1654-96D9-A34FE3AD91EF}"/>
              </a:ext>
            </a:extLst>
          </p:cNvPr>
          <p:cNvSpPr txBox="1"/>
          <p:nvPr/>
        </p:nvSpPr>
        <p:spPr>
          <a:xfrm>
            <a:off x="6539986" y="2506127"/>
            <a:ext cx="1397311" cy="261610"/>
          </a:xfrm>
          <a:prstGeom prst="rect">
            <a:avLst/>
          </a:prstGeom>
          <a:noFill/>
        </p:spPr>
        <p:txBody>
          <a:bodyPr wrap="square" rtlCol="0">
            <a:spAutoFit/>
          </a:bodyPr>
          <a:lstStyle/>
          <a:p>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Private DNS Zone</a:t>
            </a: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47" name="グラフィックス 46">
            <a:extLst>
              <a:ext uri="{FF2B5EF4-FFF2-40B4-BE49-F238E27FC236}">
                <a16:creationId xmlns:a16="http://schemas.microsoft.com/office/drawing/2014/main" id="{4DC2735C-1CD9-8FAB-56A4-39C4C6B90A9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828404" y="4692533"/>
            <a:ext cx="273856" cy="273856"/>
          </a:xfrm>
          <a:prstGeom prst="rect">
            <a:avLst/>
          </a:prstGeom>
        </p:spPr>
      </p:pic>
      <p:sp>
        <p:nvSpPr>
          <p:cNvPr id="48" name="テキスト ボックス 47">
            <a:extLst>
              <a:ext uri="{FF2B5EF4-FFF2-40B4-BE49-F238E27FC236}">
                <a16:creationId xmlns:a16="http://schemas.microsoft.com/office/drawing/2014/main" id="{62465EC2-2CB7-4C73-125E-083493ED3AF4}"/>
              </a:ext>
            </a:extLst>
          </p:cNvPr>
          <p:cNvSpPr txBox="1"/>
          <p:nvPr/>
        </p:nvSpPr>
        <p:spPr>
          <a:xfrm>
            <a:off x="9165045" y="4738224"/>
            <a:ext cx="1596719" cy="215444"/>
          </a:xfrm>
          <a:prstGeom prst="rect">
            <a:avLst/>
          </a:prstGeom>
          <a:noFill/>
        </p:spPr>
        <p:txBody>
          <a:bodyPr wrap="square" lIns="0" tIns="0" rIns="0" bIns="0" rtlCol="0">
            <a:spAutoFit/>
          </a:bodyP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システム</a:t>
            </a: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C </a:t>
            </a:r>
            <a:r>
              <a:rPr kumimoji="1" lang="en-US" altLang="ja-JP" sz="1400" err="1">
                <a:solidFill>
                  <a:schemeClr val="tx1">
                    <a:lumMod val="75000"/>
                    <a:lumOff val="25000"/>
                  </a:schemeClr>
                </a:solidFill>
                <a:latin typeface="Yu Gothic UI" panose="020B0500000000000000" pitchFamily="34" charset="-128"/>
                <a:ea typeface="Yu Gothic UI" panose="020B0500000000000000" pitchFamily="34" charset="-128"/>
              </a:rPr>
              <a:t>VNet</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50" name="グラフィックス 49">
            <a:extLst>
              <a:ext uri="{FF2B5EF4-FFF2-40B4-BE49-F238E27FC236}">
                <a16:creationId xmlns:a16="http://schemas.microsoft.com/office/drawing/2014/main" id="{0483A181-E027-11FB-C3A3-1052C2D42A2A}"/>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5863399" y="4097012"/>
            <a:ext cx="409565" cy="409565"/>
          </a:xfrm>
          <a:prstGeom prst="rect">
            <a:avLst/>
          </a:prstGeom>
        </p:spPr>
      </p:pic>
      <p:sp>
        <p:nvSpPr>
          <p:cNvPr id="52" name="テキスト ボックス 51">
            <a:extLst>
              <a:ext uri="{FF2B5EF4-FFF2-40B4-BE49-F238E27FC236}">
                <a16:creationId xmlns:a16="http://schemas.microsoft.com/office/drawing/2014/main" id="{25EBC23C-C04C-0504-ED79-D1D5316F9E34}"/>
              </a:ext>
            </a:extLst>
          </p:cNvPr>
          <p:cNvSpPr txBox="1"/>
          <p:nvPr/>
        </p:nvSpPr>
        <p:spPr>
          <a:xfrm>
            <a:off x="4483765" y="6578355"/>
            <a:ext cx="1596719" cy="215444"/>
          </a:xfrm>
          <a:prstGeom prst="rect">
            <a:avLst/>
          </a:prstGeom>
          <a:noFill/>
        </p:spPr>
        <p:txBody>
          <a:bodyPr wrap="square" lIns="0" tIns="0" rIns="0" bIns="0" rtlCol="0">
            <a:spAutoFit/>
          </a:bodyPr>
          <a:lstStyle/>
          <a:p>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MS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バックボーン</a:t>
            </a:r>
          </a:p>
        </p:txBody>
      </p:sp>
      <p:pic>
        <p:nvPicPr>
          <p:cNvPr id="53" name="グラフィックス 52">
            <a:extLst>
              <a:ext uri="{FF2B5EF4-FFF2-40B4-BE49-F238E27FC236}">
                <a16:creationId xmlns:a16="http://schemas.microsoft.com/office/drawing/2014/main" id="{E51BF671-7356-6662-8E95-34380C67D06C}"/>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9798027" y="5949330"/>
            <a:ext cx="404450" cy="404450"/>
          </a:xfrm>
          <a:prstGeom prst="rect">
            <a:avLst/>
          </a:prstGeom>
        </p:spPr>
      </p:pic>
      <p:sp>
        <p:nvSpPr>
          <p:cNvPr id="54" name="テキスト ボックス 53">
            <a:extLst>
              <a:ext uri="{FF2B5EF4-FFF2-40B4-BE49-F238E27FC236}">
                <a16:creationId xmlns:a16="http://schemas.microsoft.com/office/drawing/2014/main" id="{7AE62E66-E424-8CE9-A860-E6172B00DA94}"/>
              </a:ext>
            </a:extLst>
          </p:cNvPr>
          <p:cNvSpPr txBox="1"/>
          <p:nvPr/>
        </p:nvSpPr>
        <p:spPr>
          <a:xfrm>
            <a:off x="9391298" y="6386770"/>
            <a:ext cx="1226572" cy="215444"/>
          </a:xfrm>
          <a:prstGeom prst="rect">
            <a:avLst/>
          </a:prstGeom>
          <a:noFill/>
        </p:spPr>
        <p:txBody>
          <a:bodyPr wrap="square" lIns="0" tIns="0" rIns="0" bIns="0" rtlCol="0">
            <a:spAutoFit/>
          </a:bodyPr>
          <a:lstStyle/>
          <a:p>
            <a:pPr algn="ct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SQL Database</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55" name="グラフィックス 54">
            <a:extLst>
              <a:ext uri="{FF2B5EF4-FFF2-40B4-BE49-F238E27FC236}">
                <a16:creationId xmlns:a16="http://schemas.microsoft.com/office/drawing/2014/main" id="{70C0C22F-69B5-F402-94E2-D3F51044946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628384" y="5975128"/>
            <a:ext cx="404450" cy="404450"/>
          </a:xfrm>
          <a:prstGeom prst="rect">
            <a:avLst/>
          </a:prstGeom>
        </p:spPr>
      </p:pic>
      <p:sp>
        <p:nvSpPr>
          <p:cNvPr id="56" name="テキスト ボックス 55">
            <a:extLst>
              <a:ext uri="{FF2B5EF4-FFF2-40B4-BE49-F238E27FC236}">
                <a16:creationId xmlns:a16="http://schemas.microsoft.com/office/drawing/2014/main" id="{5BC45E88-ED16-0945-BBDA-EB0E6F3A8933}"/>
              </a:ext>
            </a:extLst>
          </p:cNvPr>
          <p:cNvSpPr txBox="1"/>
          <p:nvPr/>
        </p:nvSpPr>
        <p:spPr>
          <a:xfrm>
            <a:off x="8217323" y="6379578"/>
            <a:ext cx="1226572" cy="215444"/>
          </a:xfrm>
          <a:prstGeom prst="rect">
            <a:avLst/>
          </a:prstGeom>
          <a:noFill/>
        </p:spPr>
        <p:txBody>
          <a:bodyPr wrap="square" lIns="0" tIns="0" rIns="0" bIns="0" rtlCol="0">
            <a:spAutoFit/>
          </a:bodyPr>
          <a:lstStyle/>
          <a:p>
            <a:pPr algn="ct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Web Apps</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57" name="グラフィックス 56">
            <a:extLst>
              <a:ext uri="{FF2B5EF4-FFF2-40B4-BE49-F238E27FC236}">
                <a16:creationId xmlns:a16="http://schemas.microsoft.com/office/drawing/2014/main" id="{E31EADE3-D022-E615-2AC0-35BCF7923C8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340474" y="5289418"/>
            <a:ext cx="273984" cy="273984"/>
          </a:xfrm>
          <a:prstGeom prst="rect">
            <a:avLst/>
          </a:prstGeom>
        </p:spPr>
      </p:pic>
      <p:sp>
        <p:nvSpPr>
          <p:cNvPr id="58" name="正方形/長方形 57">
            <a:extLst>
              <a:ext uri="{FF2B5EF4-FFF2-40B4-BE49-F238E27FC236}">
                <a16:creationId xmlns:a16="http://schemas.microsoft.com/office/drawing/2014/main" id="{48D2A56D-7E1B-536A-DC2A-2CBEEE9E5E2B}"/>
              </a:ext>
            </a:extLst>
          </p:cNvPr>
          <p:cNvSpPr/>
          <p:nvPr/>
        </p:nvSpPr>
        <p:spPr>
          <a:xfrm>
            <a:off x="9065100" y="5328798"/>
            <a:ext cx="99946" cy="2193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cxnSp>
        <p:nvCxnSpPr>
          <p:cNvPr id="59" name="コネクタ: カギ線 130">
            <a:extLst>
              <a:ext uri="{FF2B5EF4-FFF2-40B4-BE49-F238E27FC236}">
                <a16:creationId xmlns:a16="http://schemas.microsoft.com/office/drawing/2014/main" id="{BB8EF76C-243E-B055-314D-0BF42D9E054F}"/>
              </a:ext>
            </a:extLst>
          </p:cNvPr>
          <p:cNvCxnSpPr>
            <a:stCxn id="57" idx="2"/>
            <a:endCxn id="55" idx="1"/>
          </p:cNvCxnSpPr>
          <p:nvPr/>
        </p:nvCxnSpPr>
        <p:spPr>
          <a:xfrm rot="16200000" flipH="1">
            <a:off x="8245950" y="5794918"/>
            <a:ext cx="613951" cy="150918"/>
          </a:xfrm>
          <a:prstGeom prst="bentConnector2">
            <a:avLst/>
          </a:prstGeom>
          <a:ln>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0" name="コネクタ: カギ線 131">
            <a:extLst>
              <a:ext uri="{FF2B5EF4-FFF2-40B4-BE49-F238E27FC236}">
                <a16:creationId xmlns:a16="http://schemas.microsoft.com/office/drawing/2014/main" id="{DF14138B-19C7-876D-8919-01610B4BE9F0}"/>
              </a:ext>
            </a:extLst>
          </p:cNvPr>
          <p:cNvCxnSpPr>
            <a:cxnSpLocks/>
            <a:stCxn id="58" idx="2"/>
            <a:endCxn id="55" idx="3"/>
          </p:cNvCxnSpPr>
          <p:nvPr/>
        </p:nvCxnSpPr>
        <p:spPr>
          <a:xfrm rot="5400000">
            <a:off x="8759335" y="5821615"/>
            <a:ext cx="629238" cy="82239"/>
          </a:xfrm>
          <a:prstGeom prst="bentConnector2">
            <a:avLst/>
          </a:prstGeom>
          <a:ln>
            <a:solidFill>
              <a:schemeClr val="tx1">
                <a:lumMod val="75000"/>
                <a:lumOff val="25000"/>
              </a:schemeClr>
            </a:solidFill>
            <a:headEnd type="oval" w="lg" len="lg"/>
            <a:tailEnd type="none" w="lg" len="med"/>
          </a:ln>
        </p:spPr>
        <p:style>
          <a:lnRef idx="1">
            <a:schemeClr val="accent1"/>
          </a:lnRef>
          <a:fillRef idx="0">
            <a:schemeClr val="accent1"/>
          </a:fillRef>
          <a:effectRef idx="0">
            <a:schemeClr val="accent1"/>
          </a:effectRef>
          <a:fontRef idx="minor">
            <a:schemeClr val="tx1"/>
          </a:fontRef>
        </p:style>
      </p:cxnSp>
      <p:pic>
        <p:nvPicPr>
          <p:cNvPr id="61" name="グラフィックス 60">
            <a:extLst>
              <a:ext uri="{FF2B5EF4-FFF2-40B4-BE49-F238E27FC236}">
                <a16:creationId xmlns:a16="http://schemas.microsoft.com/office/drawing/2014/main" id="{2F7EFFB9-8433-E0BC-B64D-DAB2DF06CEB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863260" y="5282475"/>
            <a:ext cx="273984" cy="273984"/>
          </a:xfrm>
          <a:prstGeom prst="rect">
            <a:avLst/>
          </a:prstGeom>
        </p:spPr>
      </p:pic>
      <p:cxnSp>
        <p:nvCxnSpPr>
          <p:cNvPr id="62" name="直線コネクタ 61">
            <a:extLst>
              <a:ext uri="{FF2B5EF4-FFF2-40B4-BE49-F238E27FC236}">
                <a16:creationId xmlns:a16="http://schemas.microsoft.com/office/drawing/2014/main" id="{C7D098FA-693C-95A8-900E-BDC5FBB94A17}"/>
              </a:ext>
            </a:extLst>
          </p:cNvPr>
          <p:cNvCxnSpPr>
            <a:stCxn id="61" idx="2"/>
            <a:endCxn id="53" idx="0"/>
          </p:cNvCxnSpPr>
          <p:nvPr/>
        </p:nvCxnSpPr>
        <p:spPr>
          <a:xfrm>
            <a:off x="10000252" y="5556459"/>
            <a:ext cx="0" cy="392871"/>
          </a:xfrm>
          <a:prstGeom prst="line">
            <a:avLst/>
          </a:prstGeom>
          <a:ln>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3" name="テキスト ボックス 62">
            <a:extLst>
              <a:ext uri="{FF2B5EF4-FFF2-40B4-BE49-F238E27FC236}">
                <a16:creationId xmlns:a16="http://schemas.microsoft.com/office/drawing/2014/main" id="{016AF5B2-70E7-6429-27A2-74FFB86D411E}"/>
              </a:ext>
            </a:extLst>
          </p:cNvPr>
          <p:cNvSpPr txBox="1"/>
          <p:nvPr/>
        </p:nvSpPr>
        <p:spPr>
          <a:xfrm>
            <a:off x="9361687" y="5038181"/>
            <a:ext cx="1256183" cy="240698"/>
          </a:xfrm>
          <a:prstGeom prst="rect">
            <a:avLst/>
          </a:prstGeom>
          <a:noFill/>
        </p:spPr>
        <p:txBody>
          <a:bodyPr wrap="square" lIns="36000" tIns="36000" rIns="36000" bIns="36000" rtlCol="0">
            <a:spAutoFit/>
          </a:bodyPr>
          <a:lstStyle/>
          <a:p>
            <a:pPr algn="ctr">
              <a:lnSpc>
                <a:spcPct val="90000"/>
              </a:lnSpc>
            </a:pPr>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Private Endpoint</a:t>
            </a:r>
            <a:endParaRPr kumimoji="1" lang="ja-JP" altLang="en-US" sz="1200" err="1">
              <a:solidFill>
                <a:schemeClr val="tx1">
                  <a:lumMod val="75000"/>
                  <a:lumOff val="25000"/>
                </a:schemeClr>
              </a:solidFill>
              <a:latin typeface="Yu Gothic UI" panose="020B0500000000000000" pitchFamily="34" charset="-128"/>
              <a:ea typeface="Yu Gothic UI" panose="020B0500000000000000" pitchFamily="34" charset="-128"/>
            </a:endParaRPr>
          </a:p>
        </p:txBody>
      </p:sp>
      <p:cxnSp>
        <p:nvCxnSpPr>
          <p:cNvPr id="64" name="直線コネクタ 63">
            <a:extLst>
              <a:ext uri="{FF2B5EF4-FFF2-40B4-BE49-F238E27FC236}">
                <a16:creationId xmlns:a16="http://schemas.microsoft.com/office/drawing/2014/main" id="{32CC7CA2-B9B3-92ED-C7AD-58E1314AE083}"/>
              </a:ext>
            </a:extLst>
          </p:cNvPr>
          <p:cNvCxnSpPr>
            <a:cxnSpLocks/>
            <a:stCxn id="11" idx="3"/>
            <a:endCxn id="49" idx="1"/>
          </p:cNvCxnSpPr>
          <p:nvPr/>
        </p:nvCxnSpPr>
        <p:spPr>
          <a:xfrm>
            <a:off x="7640368" y="4632313"/>
            <a:ext cx="590638" cy="532597"/>
          </a:xfrm>
          <a:prstGeom prst="line">
            <a:avLst/>
          </a:prstGeom>
          <a:ln w="2222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5" name="テキスト ボックス 64">
            <a:extLst>
              <a:ext uri="{FF2B5EF4-FFF2-40B4-BE49-F238E27FC236}">
                <a16:creationId xmlns:a16="http://schemas.microsoft.com/office/drawing/2014/main" id="{E2BEAA91-7F4E-FE5A-159D-46078475879C}"/>
              </a:ext>
            </a:extLst>
          </p:cNvPr>
          <p:cNvSpPr txBox="1"/>
          <p:nvPr/>
        </p:nvSpPr>
        <p:spPr>
          <a:xfrm>
            <a:off x="7808916" y="5036375"/>
            <a:ext cx="1256183" cy="240698"/>
          </a:xfrm>
          <a:prstGeom prst="rect">
            <a:avLst/>
          </a:prstGeom>
          <a:noFill/>
        </p:spPr>
        <p:txBody>
          <a:bodyPr wrap="square" lIns="36000" tIns="36000" rIns="36000" bIns="36000" rtlCol="0">
            <a:spAutoFit/>
          </a:bodyPr>
          <a:lstStyle/>
          <a:p>
            <a:pPr algn="ctr">
              <a:lnSpc>
                <a:spcPct val="90000"/>
              </a:lnSpc>
            </a:pPr>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Private Endpoint</a:t>
            </a:r>
            <a:endParaRPr kumimoji="1" lang="ja-JP" altLang="en-US" sz="1200" err="1">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66" name="テキスト ボックス 65">
            <a:extLst>
              <a:ext uri="{FF2B5EF4-FFF2-40B4-BE49-F238E27FC236}">
                <a16:creationId xmlns:a16="http://schemas.microsoft.com/office/drawing/2014/main" id="{B619D083-C730-7258-91BF-1ABABECD36AB}"/>
              </a:ext>
            </a:extLst>
          </p:cNvPr>
          <p:cNvSpPr txBox="1"/>
          <p:nvPr/>
        </p:nvSpPr>
        <p:spPr>
          <a:xfrm>
            <a:off x="5632868" y="4604656"/>
            <a:ext cx="876819" cy="646331"/>
          </a:xfrm>
          <a:prstGeom prst="rect">
            <a:avLst/>
          </a:prstGeom>
          <a:noFill/>
        </p:spPr>
        <p:txBody>
          <a:bodyPr wrap="square" lIns="0" tIns="0" rIns="0" bIns="0" rtlCol="0">
            <a:spAutoFit/>
          </a:bodyPr>
          <a:lstStyle/>
          <a:p>
            <a:pPr algn="ct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Private</a:t>
            </a:r>
          </a:p>
          <a:p>
            <a:pPr algn="ct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DNS</a:t>
            </a:r>
          </a:p>
          <a:p>
            <a:pPr algn="ct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Resolver</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67" name="正方形/長方形 66">
            <a:extLst>
              <a:ext uri="{FF2B5EF4-FFF2-40B4-BE49-F238E27FC236}">
                <a16:creationId xmlns:a16="http://schemas.microsoft.com/office/drawing/2014/main" id="{060C142F-E097-D045-749A-A78493F2B9B8}"/>
              </a:ext>
            </a:extLst>
          </p:cNvPr>
          <p:cNvSpPr/>
          <p:nvPr/>
        </p:nvSpPr>
        <p:spPr bwMode="auto">
          <a:xfrm>
            <a:off x="6673528" y="4057020"/>
            <a:ext cx="792180" cy="561617"/>
          </a:xfrm>
          <a:prstGeom prst="rect">
            <a:avLst/>
          </a:prstGeom>
          <a:solidFill>
            <a:schemeClr val="accent1">
              <a:lumMod val="20000"/>
              <a:lumOff val="80000"/>
            </a:schemeClr>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rPr>
              <a:t>その他</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a:p>
            <a:pPr algn="ctr" defTabSz="932472" fontAlgn="base">
              <a:spcBef>
                <a:spcPct val="0"/>
              </a:spcBef>
              <a:spcAft>
                <a:spcPct val="0"/>
              </a:spcAft>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rPr>
              <a:t>共通機能</a:t>
            </a:r>
          </a:p>
        </p:txBody>
      </p:sp>
      <p:sp>
        <p:nvSpPr>
          <p:cNvPr id="68" name="吹き出し: 四角形 149">
            <a:extLst>
              <a:ext uri="{FF2B5EF4-FFF2-40B4-BE49-F238E27FC236}">
                <a16:creationId xmlns:a16="http://schemas.microsoft.com/office/drawing/2014/main" id="{08F64EC2-B1DC-F0DE-FBEA-132A2CB8093B}"/>
              </a:ext>
            </a:extLst>
          </p:cNvPr>
          <p:cNvSpPr/>
          <p:nvPr/>
        </p:nvSpPr>
        <p:spPr bwMode="auto">
          <a:xfrm>
            <a:off x="171603" y="5414890"/>
            <a:ext cx="2931316" cy="971880"/>
          </a:xfrm>
          <a:prstGeom prst="wedgeRectCallout">
            <a:avLst>
              <a:gd name="adj1" fmla="val 240833"/>
              <a:gd name="adj2" fmla="val -38750"/>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defTabSz="932472" fontAlgn="base">
              <a:spcBef>
                <a:spcPct val="0"/>
              </a:spcBef>
              <a:spcAft>
                <a:spcPct val="0"/>
              </a:spcAft>
            </a:pP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rPr>
              <a:t>PaaS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rPr>
              <a:t>へのアクセスは</a:t>
            </a: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rPr>
              <a:t> Private Endpoint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rPr>
              <a:t>を利用し</a:t>
            </a: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rPr>
              <a:t> </a:t>
            </a:r>
            <a:r>
              <a:rPr kumimoji="1" lang="en-US" altLang="ja-JP" sz="1100" err="1">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rPr>
              <a:t>VNet</a:t>
            </a: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rPr>
              <a:t>経由とする。経路にハブ</a:t>
            </a: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rPr>
              <a:t> </a:t>
            </a:r>
            <a:r>
              <a:rPr kumimoji="1" lang="en-US" altLang="ja-JP" sz="1100" err="1">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rPr>
              <a:t>VNet</a:t>
            </a: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rPr>
              <a:t>を置くことで</a:t>
            </a: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rPr>
              <a:t> </a:t>
            </a:r>
            <a:r>
              <a:rPr kumimoji="1" lang="en-US" altLang="ja-JP" sz="1100" err="1">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rPr>
              <a:t>AppGW</a:t>
            </a: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rPr>
              <a:t>の</a:t>
            </a: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rPr>
              <a:t> WAF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rPr>
              <a:t>の機能</a:t>
            </a: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rPr>
              <a:t>や</a:t>
            </a: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rPr>
              <a:t>Azure Firewall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rPr>
              <a:t>を利用可能とする</a:t>
            </a:r>
          </a:p>
        </p:txBody>
      </p:sp>
      <p:sp>
        <p:nvSpPr>
          <p:cNvPr id="69" name="楕円 154">
            <a:extLst>
              <a:ext uri="{FF2B5EF4-FFF2-40B4-BE49-F238E27FC236}">
                <a16:creationId xmlns:a16="http://schemas.microsoft.com/office/drawing/2014/main" id="{C8366AD7-EE36-E309-E588-3FFA7ADD8294}"/>
              </a:ext>
            </a:extLst>
          </p:cNvPr>
          <p:cNvSpPr/>
          <p:nvPr/>
        </p:nvSpPr>
        <p:spPr bwMode="auto">
          <a:xfrm>
            <a:off x="494483" y="4568935"/>
            <a:ext cx="1928087" cy="654469"/>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r>
              <a:rPr kumimoji="1" lang="ja-JP" altLang="en-US" sz="1800">
                <a:solidFill>
                  <a:schemeClr val="bg1"/>
                </a:solidFill>
                <a:latin typeface="Yu Gothic UI" panose="020B0500000000000000" pitchFamily="34" charset="-128"/>
                <a:ea typeface="Yu Gothic UI" panose="020B0500000000000000" pitchFamily="34" charset="-128"/>
                <a:cs typeface="Segoe UI" pitchFamily="34" charset="0"/>
              </a:rPr>
              <a:t>企業</a:t>
            </a:r>
            <a:r>
              <a:rPr kumimoji="1" lang="en-US" altLang="ja-JP" sz="1800" dirty="0">
                <a:solidFill>
                  <a:schemeClr val="bg1"/>
                </a:solidFill>
                <a:latin typeface="Yu Gothic UI" panose="020B0500000000000000" pitchFamily="34" charset="-128"/>
                <a:ea typeface="Yu Gothic UI" panose="020B0500000000000000" pitchFamily="34" charset="-128"/>
                <a:cs typeface="Segoe UI" pitchFamily="34" charset="0"/>
              </a:rPr>
              <a:t> NW</a:t>
            </a:r>
            <a:endParaRPr kumimoji="1" lang="ja-JP" altLang="en-US" sz="1800">
              <a:solidFill>
                <a:schemeClr val="bg1"/>
              </a:solidFill>
              <a:latin typeface="Yu Gothic UI" panose="020B0500000000000000" pitchFamily="34" charset="-128"/>
              <a:ea typeface="Yu Gothic UI" panose="020B0500000000000000" pitchFamily="34" charset="-128"/>
              <a:cs typeface="Segoe UI" pitchFamily="34" charset="0"/>
            </a:endParaRPr>
          </a:p>
        </p:txBody>
      </p:sp>
      <p:cxnSp>
        <p:nvCxnSpPr>
          <p:cNvPr id="70" name="直線コネクタ 69">
            <a:extLst>
              <a:ext uri="{FF2B5EF4-FFF2-40B4-BE49-F238E27FC236}">
                <a16:creationId xmlns:a16="http://schemas.microsoft.com/office/drawing/2014/main" id="{02AB8DA1-6BDC-8261-EFB2-9E646DFF605D}"/>
              </a:ext>
            </a:extLst>
          </p:cNvPr>
          <p:cNvCxnSpPr>
            <a:cxnSpLocks/>
            <a:stCxn id="69" idx="6"/>
            <a:endCxn id="6" idx="2"/>
          </p:cNvCxnSpPr>
          <p:nvPr/>
        </p:nvCxnSpPr>
        <p:spPr>
          <a:xfrm flipV="1">
            <a:off x="2422570" y="1910911"/>
            <a:ext cx="905475" cy="2985259"/>
          </a:xfrm>
          <a:prstGeom prst="line">
            <a:avLst/>
          </a:prstGeom>
          <a:ln>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1" name="直線コネクタ 70">
            <a:extLst>
              <a:ext uri="{FF2B5EF4-FFF2-40B4-BE49-F238E27FC236}">
                <a16:creationId xmlns:a16="http://schemas.microsoft.com/office/drawing/2014/main" id="{9AAB8677-DEBC-7320-1639-81D35239E833}"/>
              </a:ext>
            </a:extLst>
          </p:cNvPr>
          <p:cNvCxnSpPr>
            <a:cxnSpLocks/>
            <a:stCxn id="69" idx="6"/>
            <a:endCxn id="7" idx="2"/>
          </p:cNvCxnSpPr>
          <p:nvPr/>
        </p:nvCxnSpPr>
        <p:spPr>
          <a:xfrm flipV="1">
            <a:off x="2422570" y="4311181"/>
            <a:ext cx="431295" cy="584989"/>
          </a:xfrm>
          <a:prstGeom prst="line">
            <a:avLst/>
          </a:prstGeom>
          <a:ln>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2" name="吹き出し: 四角形 148">
            <a:extLst>
              <a:ext uri="{FF2B5EF4-FFF2-40B4-BE49-F238E27FC236}">
                <a16:creationId xmlns:a16="http://schemas.microsoft.com/office/drawing/2014/main" id="{5820C653-9BC9-0251-CE6E-5F6AEBABE05C}"/>
              </a:ext>
            </a:extLst>
          </p:cNvPr>
          <p:cNvSpPr/>
          <p:nvPr/>
        </p:nvSpPr>
        <p:spPr bwMode="auto">
          <a:xfrm>
            <a:off x="451215" y="1659211"/>
            <a:ext cx="2030835" cy="971880"/>
          </a:xfrm>
          <a:prstGeom prst="wedgeRectCallout">
            <a:avLst>
              <a:gd name="adj1" fmla="val 167956"/>
              <a:gd name="adj2" fmla="val 55336"/>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defTabSz="932472" fontAlgn="base">
              <a:spcBef>
                <a:spcPct val="0"/>
              </a:spcBef>
              <a:spcAft>
                <a:spcPct val="0"/>
              </a:spcAft>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rPr>
              <a:t>システム間で共通に利用する機能はハブ</a:t>
            </a: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rPr>
              <a:t> </a:t>
            </a:r>
            <a:r>
              <a:rPr kumimoji="1" lang="en-US" altLang="ja-JP" sz="1100" err="1">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rPr>
              <a:t>VNet</a:t>
            </a:r>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rPr>
              <a:t> </a:t>
            </a: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rPr>
              <a:t>に集約しコスト効率を向上</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a:p>
            <a:pPr defTabSz="932472" fontAlgn="base">
              <a:spcBef>
                <a:spcPct val="0"/>
              </a:spcBef>
              <a:spcAft>
                <a:spcPct val="0"/>
              </a:spcAft>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rPr>
              <a:t>セキュリティ機能も一元管理する</a:t>
            </a:r>
          </a:p>
        </p:txBody>
      </p:sp>
      <p:pic>
        <p:nvPicPr>
          <p:cNvPr id="73" name="Picture 2" descr="ソース画像を表示">
            <a:extLst>
              <a:ext uri="{FF2B5EF4-FFF2-40B4-BE49-F238E27FC236}">
                <a16:creationId xmlns:a16="http://schemas.microsoft.com/office/drawing/2014/main" id="{3F508FF1-392E-3316-5925-E45DD7210D19}"/>
              </a:ext>
            </a:extLst>
          </p:cNvPr>
          <p:cNvPicPr>
            <a:picLocks noChangeAspect="1" noChangeArrowheads="1"/>
          </p:cNvPicPr>
          <p:nvPr/>
        </p:nvPicPr>
        <p:blipFill rotWithShape="1">
          <a:blip r:embed="rId18">
            <a:extLst>
              <a:ext uri="{28A0092B-C50C-407E-A947-70E740481C1C}">
                <a14:useLocalDpi xmlns:a14="http://schemas.microsoft.com/office/drawing/2010/main" val="0"/>
              </a:ext>
            </a:extLst>
          </a:blip>
          <a:srcRect l="19576" t="-18700" r="14359" b="-9314"/>
          <a:stretch/>
        </p:blipFill>
        <p:spPr bwMode="auto">
          <a:xfrm>
            <a:off x="6801683" y="3127700"/>
            <a:ext cx="482790" cy="491123"/>
          </a:xfrm>
          <a:prstGeom prst="rect">
            <a:avLst/>
          </a:prstGeom>
          <a:noFill/>
          <a:extLst>
            <a:ext uri="{909E8E84-426E-40DD-AFC4-6F175D3DCCD1}">
              <a14:hiddenFill xmlns:a14="http://schemas.microsoft.com/office/drawing/2010/main">
                <a:solidFill>
                  <a:srgbClr val="FFFFFF"/>
                </a:solidFill>
              </a14:hiddenFill>
            </a:ext>
          </a:extLst>
        </p:spPr>
      </p:pic>
      <p:sp>
        <p:nvSpPr>
          <p:cNvPr id="74" name="テキスト ボックス 73">
            <a:extLst>
              <a:ext uri="{FF2B5EF4-FFF2-40B4-BE49-F238E27FC236}">
                <a16:creationId xmlns:a16="http://schemas.microsoft.com/office/drawing/2014/main" id="{DA503624-1B47-1A40-96D3-1C9C266D65AE}"/>
              </a:ext>
            </a:extLst>
          </p:cNvPr>
          <p:cNvSpPr txBox="1"/>
          <p:nvPr/>
        </p:nvSpPr>
        <p:spPr>
          <a:xfrm>
            <a:off x="6422427" y="3623900"/>
            <a:ext cx="1256183" cy="243519"/>
          </a:xfrm>
          <a:prstGeom prst="rect">
            <a:avLst/>
          </a:prstGeom>
          <a:noFill/>
        </p:spPr>
        <p:txBody>
          <a:bodyPr wrap="square" lIns="36000" tIns="36000" rIns="36000" bIns="36000" rtlCol="0">
            <a:spAutoFit/>
          </a:bodyPr>
          <a:lstStyle/>
          <a:p>
            <a:pPr algn="ctr">
              <a:lnSpc>
                <a:spcPct val="90000"/>
              </a:lnSpc>
              <a:spcAft>
                <a:spcPts val="600"/>
              </a:spcAft>
            </a:pPr>
            <a:r>
              <a:rPr lang="en-US" altLang="ja-JP" sz="1200">
                <a:solidFill>
                  <a:schemeClr val="tx1">
                    <a:lumMod val="75000"/>
                    <a:lumOff val="25000"/>
                  </a:schemeClr>
                </a:solidFill>
                <a:latin typeface="Yu Gothic UI" panose="020B0500000000000000" pitchFamily="34" charset="-128"/>
                <a:ea typeface="Yu Gothic UI" panose="020B0500000000000000" pitchFamily="34" charset="-128"/>
              </a:rPr>
              <a:t>Bastion</a:t>
            </a:r>
            <a:endParaRPr kumimoji="1" lang="ja-JP" altLang="en-US" sz="1200" err="1">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76" name="テキスト ボックス 75">
            <a:extLst>
              <a:ext uri="{FF2B5EF4-FFF2-40B4-BE49-F238E27FC236}">
                <a16:creationId xmlns:a16="http://schemas.microsoft.com/office/drawing/2014/main" id="{0DF718A7-DAA9-9A2B-70D5-22C9514E0568}"/>
              </a:ext>
            </a:extLst>
          </p:cNvPr>
          <p:cNvSpPr txBox="1"/>
          <p:nvPr/>
        </p:nvSpPr>
        <p:spPr>
          <a:xfrm>
            <a:off x="10852308" y="2636577"/>
            <a:ext cx="897583" cy="215444"/>
          </a:xfrm>
          <a:prstGeom prst="rect">
            <a:avLst/>
          </a:prstGeom>
          <a:noFill/>
        </p:spPr>
        <p:txBody>
          <a:bodyPr wrap="square" lIns="0" tIns="0" rIns="0" bIns="0" rtlCol="0">
            <a:spAutoFit/>
          </a:bodyPr>
          <a:lstStyle/>
          <a:p>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DMZ </a:t>
            </a:r>
            <a:r>
              <a:rPr kumimoji="1" lang="en-US" altLang="ja-JP" sz="1400" err="1">
                <a:solidFill>
                  <a:schemeClr val="tx1">
                    <a:lumMod val="75000"/>
                    <a:lumOff val="25000"/>
                  </a:schemeClr>
                </a:solidFill>
                <a:latin typeface="Yu Gothic UI" panose="020B0500000000000000" pitchFamily="34" charset="-128"/>
                <a:ea typeface="Yu Gothic UI" panose="020B0500000000000000" pitchFamily="34" charset="-128"/>
              </a:rPr>
              <a:t>VNet</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cxnSp>
        <p:nvCxnSpPr>
          <p:cNvPr id="77" name="カギ線コネクタ 76">
            <a:extLst>
              <a:ext uri="{FF2B5EF4-FFF2-40B4-BE49-F238E27FC236}">
                <a16:creationId xmlns:a16="http://schemas.microsoft.com/office/drawing/2014/main" id="{2315A2D4-E2FD-2FE8-148E-3C79ABEEBE9D}"/>
              </a:ext>
            </a:extLst>
          </p:cNvPr>
          <p:cNvCxnSpPr>
            <a:stCxn id="6" idx="0"/>
            <a:endCxn id="75" idx="0"/>
          </p:cNvCxnSpPr>
          <p:nvPr/>
        </p:nvCxnSpPr>
        <p:spPr>
          <a:xfrm rot="5400000" flipH="1" flipV="1">
            <a:off x="7878789" y="-1763255"/>
            <a:ext cx="82775" cy="6733485"/>
          </a:xfrm>
          <a:prstGeom prst="bentConnector3">
            <a:avLst>
              <a:gd name="adj1" fmla="val 376170"/>
            </a:avLst>
          </a:prstGeom>
          <a:ln w="190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8" name="直線コネクタ 77">
            <a:extLst>
              <a:ext uri="{FF2B5EF4-FFF2-40B4-BE49-F238E27FC236}">
                <a16:creationId xmlns:a16="http://schemas.microsoft.com/office/drawing/2014/main" id="{546A486F-4816-AB2B-401C-B242CFCB0334}"/>
              </a:ext>
            </a:extLst>
          </p:cNvPr>
          <p:cNvCxnSpPr>
            <a:cxnSpLocks/>
            <a:stCxn id="41" idx="3"/>
            <a:endCxn id="75" idx="1"/>
          </p:cNvCxnSpPr>
          <p:nvPr/>
        </p:nvCxnSpPr>
        <p:spPr>
          <a:xfrm>
            <a:off x="10681782" y="2235567"/>
            <a:ext cx="170526" cy="1888"/>
          </a:xfrm>
          <a:prstGeom prst="line">
            <a:avLst/>
          </a:prstGeom>
          <a:ln w="2222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08011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C5277-43F6-2917-BB1E-807E78C08510}"/>
            </a:ext>
          </a:extLst>
        </p:cNvPr>
        <p:cNvGrpSpPr/>
        <p:nvPr/>
      </p:nvGrpSpPr>
      <p:grpSpPr>
        <a:xfrm>
          <a:off x="0" y="0"/>
          <a:ext cx="0" cy="0"/>
          <a:chOff x="0" y="0"/>
          <a:chExt cx="0" cy="0"/>
        </a:xfrm>
      </p:grpSpPr>
      <p:sp>
        <p:nvSpPr>
          <p:cNvPr id="79" name="四角形: 角を丸くする 116">
            <a:extLst>
              <a:ext uri="{FF2B5EF4-FFF2-40B4-BE49-F238E27FC236}">
                <a16:creationId xmlns:a16="http://schemas.microsoft.com/office/drawing/2014/main" id="{CDAA4779-568D-A521-6F46-CDFE09614676}"/>
              </a:ext>
            </a:extLst>
          </p:cNvPr>
          <p:cNvSpPr/>
          <p:nvPr/>
        </p:nvSpPr>
        <p:spPr bwMode="auto">
          <a:xfrm>
            <a:off x="5636953" y="1400975"/>
            <a:ext cx="6187541" cy="4696873"/>
          </a:xfrm>
          <a:prstGeom prst="roundRect">
            <a:avLst>
              <a:gd name="adj" fmla="val 6346"/>
            </a:avLst>
          </a:prstGeom>
          <a:solidFill>
            <a:schemeClr val="accent1">
              <a:lumMod val="20000"/>
              <a:lumOff val="80000"/>
            </a:schemeClr>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sp>
        <p:nvSpPr>
          <p:cNvPr id="51" name="四角形: 角を丸くする 116">
            <a:extLst>
              <a:ext uri="{FF2B5EF4-FFF2-40B4-BE49-F238E27FC236}">
                <a16:creationId xmlns:a16="http://schemas.microsoft.com/office/drawing/2014/main" id="{FAF287AB-F385-BAA4-763E-F8C011BBD6C0}"/>
              </a:ext>
            </a:extLst>
          </p:cNvPr>
          <p:cNvSpPr/>
          <p:nvPr/>
        </p:nvSpPr>
        <p:spPr bwMode="auto">
          <a:xfrm>
            <a:off x="4366389" y="2153330"/>
            <a:ext cx="7458105" cy="4696873"/>
          </a:xfrm>
          <a:prstGeom prst="roundRect">
            <a:avLst>
              <a:gd name="adj" fmla="val 4000"/>
            </a:avLst>
          </a:prstGeom>
          <a:solidFill>
            <a:schemeClr val="accent1">
              <a:lumMod val="20000"/>
              <a:lumOff val="80000"/>
            </a:schemeClr>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sp>
        <p:nvSpPr>
          <p:cNvPr id="11" name="四角形: 角を丸くする 18">
            <a:extLst>
              <a:ext uri="{FF2B5EF4-FFF2-40B4-BE49-F238E27FC236}">
                <a16:creationId xmlns:a16="http://schemas.microsoft.com/office/drawing/2014/main" id="{CEED9145-1000-38EF-8A83-ABD5F863C8E4}"/>
              </a:ext>
            </a:extLst>
          </p:cNvPr>
          <p:cNvSpPr/>
          <p:nvPr/>
        </p:nvSpPr>
        <p:spPr bwMode="auto">
          <a:xfrm>
            <a:off x="4503407" y="2866251"/>
            <a:ext cx="3136961" cy="3532123"/>
          </a:xfrm>
          <a:prstGeom prst="roundRect">
            <a:avLst>
              <a:gd name="adj" fmla="val 8116"/>
            </a:avLst>
          </a:prstGeom>
          <a:solidFill>
            <a:schemeClr val="bg1"/>
          </a:solid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sp>
        <p:nvSpPr>
          <p:cNvPr id="41" name="四角形: 角を丸くする 95">
            <a:extLst>
              <a:ext uri="{FF2B5EF4-FFF2-40B4-BE49-F238E27FC236}">
                <a16:creationId xmlns:a16="http://schemas.microsoft.com/office/drawing/2014/main" id="{461F82D5-6F66-B199-CCDD-3619921D9A3D}"/>
              </a:ext>
            </a:extLst>
          </p:cNvPr>
          <p:cNvSpPr/>
          <p:nvPr/>
        </p:nvSpPr>
        <p:spPr bwMode="auto">
          <a:xfrm>
            <a:off x="8231006" y="1560211"/>
            <a:ext cx="2450776" cy="1350712"/>
          </a:xfrm>
          <a:prstGeom prst="roundRect">
            <a:avLst>
              <a:gd name="adj" fmla="val 15636"/>
            </a:avLst>
          </a:prstGeom>
          <a:solidFill>
            <a:schemeClr val="bg1"/>
          </a:solid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sp>
        <p:nvSpPr>
          <p:cNvPr id="75" name="四角形: 角を丸くする 95">
            <a:extLst>
              <a:ext uri="{FF2B5EF4-FFF2-40B4-BE49-F238E27FC236}">
                <a16:creationId xmlns:a16="http://schemas.microsoft.com/office/drawing/2014/main" id="{2B01B49C-34D4-B166-1FCC-2865D3825226}"/>
              </a:ext>
            </a:extLst>
          </p:cNvPr>
          <p:cNvSpPr/>
          <p:nvPr/>
        </p:nvSpPr>
        <p:spPr bwMode="auto">
          <a:xfrm>
            <a:off x="10852308" y="1562099"/>
            <a:ext cx="869221" cy="1350712"/>
          </a:xfrm>
          <a:prstGeom prst="roundRect">
            <a:avLst>
              <a:gd name="adj" fmla="val 15636"/>
            </a:avLst>
          </a:prstGeom>
          <a:solidFill>
            <a:schemeClr val="bg1"/>
          </a:solid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sp>
        <p:nvSpPr>
          <p:cNvPr id="9" name="正方形/長方形 8">
            <a:extLst>
              <a:ext uri="{FF2B5EF4-FFF2-40B4-BE49-F238E27FC236}">
                <a16:creationId xmlns:a16="http://schemas.microsoft.com/office/drawing/2014/main" id="{010987FE-4586-33DD-5ED5-BB5D575FCB37}"/>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US" altLang="ja-JP" sz="2000" dirty="0">
                <a:latin typeface="Yu Gothic UI" panose="020B0500000000000000" pitchFamily="34" charset="-128"/>
                <a:ea typeface="Yu Gothic UI" panose="020B0500000000000000" pitchFamily="34" charset="-128"/>
              </a:rPr>
              <a:t>Azure </a:t>
            </a:r>
            <a:r>
              <a:rPr lang="ja-JP" altLang="en-US" sz="2000">
                <a:latin typeface="Yu Gothic UI" panose="020B0500000000000000" pitchFamily="34" charset="-128"/>
                <a:ea typeface="Yu Gothic UI" panose="020B0500000000000000" pitchFamily="34" charset="-128"/>
              </a:rPr>
              <a:t>利用の初期から</a:t>
            </a:r>
            <a:r>
              <a:rPr lang="en-US" altLang="ja-JP" sz="2000" dirty="0">
                <a:latin typeface="Yu Gothic UI" panose="020B0500000000000000" pitchFamily="34" charset="-128"/>
                <a:ea typeface="Yu Gothic UI" panose="020B0500000000000000" pitchFamily="34" charset="-128"/>
              </a:rPr>
              <a:t>Hub &amp; Spokes</a:t>
            </a:r>
            <a:r>
              <a:rPr lang="ja-JP" altLang="en-US" sz="2000">
                <a:latin typeface="Yu Gothic UI" panose="020B0500000000000000" pitchFamily="34" charset="-128"/>
                <a:ea typeface="Yu Gothic UI" panose="020B0500000000000000" pitchFamily="34" charset="-128"/>
              </a:rPr>
              <a:t>構成をつくっておくと・・・</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6DFB18DF-B6CF-2BE0-0656-A30A0E61C076}"/>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7</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90C68608-829D-7670-1319-1537480BD653}"/>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pic>
        <p:nvPicPr>
          <p:cNvPr id="3" name="グラフィックス 2" descr="建物 単色塗りつぶし">
            <a:extLst>
              <a:ext uri="{FF2B5EF4-FFF2-40B4-BE49-F238E27FC236}">
                <a16:creationId xmlns:a16="http://schemas.microsoft.com/office/drawing/2014/main" id="{D9AB4471-22B2-FFF1-BD5C-EED96AFB7A4D}"/>
              </a:ext>
            </a:extLst>
          </p:cNvPr>
          <p:cNvPicPr>
            <a:picLocks noChangeAspect="1"/>
          </p:cNvPicPr>
          <p:nvPr/>
        </p:nvPicPr>
        <p:blipFill>
          <a:blip>
            <a:duotone>
              <a:prstClr val="black"/>
              <a:schemeClr val="tx2">
                <a:tint val="45000"/>
                <a:satMod val="400000"/>
              </a:schemeClr>
            </a:duotone>
            <a:extLst>
              <a:ext uri="{96DAC541-7B7A-43D3-8B79-37D633B846F1}">
                <asvg:svgBlip xmlns:asvg="http://schemas.microsoft.com/office/drawing/2016/SVG/main" r:embed="rId3"/>
              </a:ext>
            </a:extLst>
          </a:blip>
          <a:stretch>
            <a:fillRect/>
          </a:stretch>
        </p:blipFill>
        <p:spPr>
          <a:xfrm>
            <a:off x="1076876" y="2835012"/>
            <a:ext cx="914400" cy="914400"/>
          </a:xfrm>
          <a:prstGeom prst="rect">
            <a:avLst/>
          </a:prstGeom>
        </p:spPr>
      </p:pic>
      <p:sp>
        <p:nvSpPr>
          <p:cNvPr id="5" name="テキスト ボックス 4">
            <a:extLst>
              <a:ext uri="{FF2B5EF4-FFF2-40B4-BE49-F238E27FC236}">
                <a16:creationId xmlns:a16="http://schemas.microsoft.com/office/drawing/2014/main" id="{54F5A9A8-F3B0-EB6A-0923-6BA399CCA0B9}"/>
              </a:ext>
            </a:extLst>
          </p:cNvPr>
          <p:cNvSpPr txBox="1"/>
          <p:nvPr/>
        </p:nvSpPr>
        <p:spPr>
          <a:xfrm>
            <a:off x="734169" y="3814026"/>
            <a:ext cx="1596719" cy="430887"/>
          </a:xfrm>
          <a:prstGeom prst="rect">
            <a:avLst/>
          </a:prstGeom>
          <a:noFill/>
        </p:spPr>
        <p:txBody>
          <a:bodyPr wrap="square" lIns="0" tIns="0" rIns="0" bIns="0" rtlCol="0">
            <a:spAutoFit/>
          </a:bodyPr>
          <a:lstStyle/>
          <a:p>
            <a:pPr algn="ct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オンプレミス</a:t>
            </a:r>
            <a:endPar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endParaRPr>
          </a:p>
          <a:p>
            <a:pPr algn="ct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データセンター</a:t>
            </a:r>
          </a:p>
        </p:txBody>
      </p:sp>
      <p:sp>
        <p:nvSpPr>
          <p:cNvPr id="6" name="楕円 1">
            <a:extLst>
              <a:ext uri="{FF2B5EF4-FFF2-40B4-BE49-F238E27FC236}">
                <a16:creationId xmlns:a16="http://schemas.microsoft.com/office/drawing/2014/main" id="{E237F393-144E-F599-C5AE-CEEC293FAC69}"/>
              </a:ext>
            </a:extLst>
          </p:cNvPr>
          <p:cNvSpPr/>
          <p:nvPr/>
        </p:nvSpPr>
        <p:spPr bwMode="auto">
          <a:xfrm>
            <a:off x="3328045" y="1644874"/>
            <a:ext cx="2450778" cy="532073"/>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r>
              <a:rPr kumimoji="1" lang="en-US" altLang="ja-JP" sz="1800">
                <a:solidFill>
                  <a:schemeClr val="bg1"/>
                </a:solidFill>
                <a:latin typeface="Yu Gothic UI" panose="020B0500000000000000" pitchFamily="34" charset="-128"/>
                <a:ea typeface="Yu Gothic UI" panose="020B0500000000000000" pitchFamily="34" charset="-128"/>
                <a:cs typeface="Segoe UI" pitchFamily="34" charset="0"/>
              </a:rPr>
              <a:t>Internet</a:t>
            </a:r>
            <a:endParaRPr kumimoji="1" lang="ja-JP" altLang="en-US" sz="1800">
              <a:solidFill>
                <a:schemeClr val="bg1"/>
              </a:solidFill>
              <a:latin typeface="Yu Gothic UI" panose="020B0500000000000000" pitchFamily="34" charset="-128"/>
              <a:ea typeface="Yu Gothic UI" panose="020B0500000000000000" pitchFamily="34" charset="-128"/>
              <a:cs typeface="Segoe UI" pitchFamily="34" charset="0"/>
            </a:endParaRPr>
          </a:p>
        </p:txBody>
      </p:sp>
      <p:sp>
        <p:nvSpPr>
          <p:cNvPr id="7" name="楕円 2">
            <a:extLst>
              <a:ext uri="{FF2B5EF4-FFF2-40B4-BE49-F238E27FC236}">
                <a16:creationId xmlns:a16="http://schemas.microsoft.com/office/drawing/2014/main" id="{3B377945-73AC-614C-DBA7-FBDB20D5FB31}"/>
              </a:ext>
            </a:extLst>
          </p:cNvPr>
          <p:cNvSpPr/>
          <p:nvPr/>
        </p:nvSpPr>
        <p:spPr bwMode="auto">
          <a:xfrm>
            <a:off x="2853865" y="3983946"/>
            <a:ext cx="1512524" cy="654469"/>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r>
              <a:rPr kumimoji="1" lang="en-US" altLang="ja-JP" sz="1800">
                <a:solidFill>
                  <a:schemeClr val="bg1"/>
                </a:solidFill>
                <a:latin typeface="Yu Gothic UI" panose="020B0500000000000000" pitchFamily="34" charset="-128"/>
                <a:ea typeface="Yu Gothic UI" panose="020B0500000000000000" pitchFamily="34" charset="-128"/>
                <a:cs typeface="Segoe UI" pitchFamily="34" charset="0"/>
              </a:rPr>
              <a:t>VPN/</a:t>
            </a:r>
          </a:p>
          <a:p>
            <a:pPr algn="ctr" defTabSz="932472" fontAlgn="base">
              <a:spcBef>
                <a:spcPct val="0"/>
              </a:spcBef>
              <a:spcAft>
                <a:spcPct val="0"/>
              </a:spcAft>
            </a:pPr>
            <a:r>
              <a:rPr kumimoji="1" lang="ja-JP" altLang="en-US" sz="1800">
                <a:solidFill>
                  <a:schemeClr val="bg1"/>
                </a:solidFill>
                <a:latin typeface="Yu Gothic UI" panose="020B0500000000000000" pitchFamily="34" charset="-128"/>
                <a:ea typeface="Yu Gothic UI" panose="020B0500000000000000" pitchFamily="34" charset="-128"/>
                <a:cs typeface="Segoe UI" pitchFamily="34" charset="0"/>
              </a:rPr>
              <a:t>閉域網</a:t>
            </a:r>
            <a:endParaRPr kumimoji="1" lang="en-US" altLang="ja-JP" sz="1800">
              <a:solidFill>
                <a:schemeClr val="bg1"/>
              </a:solidFill>
              <a:latin typeface="Yu Gothic UI" panose="020B0500000000000000" pitchFamily="34" charset="-128"/>
              <a:ea typeface="Yu Gothic UI" panose="020B0500000000000000" pitchFamily="34" charset="-128"/>
              <a:cs typeface="Segoe UI" pitchFamily="34" charset="0"/>
            </a:endParaRPr>
          </a:p>
        </p:txBody>
      </p:sp>
      <p:cxnSp>
        <p:nvCxnSpPr>
          <p:cNvPr id="8" name="直線コネクタ 7">
            <a:extLst>
              <a:ext uri="{FF2B5EF4-FFF2-40B4-BE49-F238E27FC236}">
                <a16:creationId xmlns:a16="http://schemas.microsoft.com/office/drawing/2014/main" id="{865CF795-F86B-5FC8-265A-8BDFB109223D}"/>
              </a:ext>
            </a:extLst>
          </p:cNvPr>
          <p:cNvCxnSpPr>
            <a:cxnSpLocks/>
            <a:stCxn id="3" idx="3"/>
            <a:endCxn id="6" idx="2"/>
          </p:cNvCxnSpPr>
          <p:nvPr/>
        </p:nvCxnSpPr>
        <p:spPr>
          <a:xfrm flipV="1">
            <a:off x="1991276" y="1910911"/>
            <a:ext cx="1336769" cy="1381301"/>
          </a:xfrm>
          <a:prstGeom prst="line">
            <a:avLst/>
          </a:prstGeom>
          <a:ln>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2C438657-8DCD-B2BD-3180-E6F357769DC1}"/>
              </a:ext>
            </a:extLst>
          </p:cNvPr>
          <p:cNvCxnSpPr>
            <a:cxnSpLocks/>
            <a:stCxn id="3" idx="3"/>
            <a:endCxn id="7" idx="2"/>
          </p:cNvCxnSpPr>
          <p:nvPr/>
        </p:nvCxnSpPr>
        <p:spPr>
          <a:xfrm>
            <a:off x="1991276" y="3292212"/>
            <a:ext cx="862589" cy="1018969"/>
          </a:xfrm>
          <a:prstGeom prst="line">
            <a:avLst/>
          </a:prstGeom>
          <a:ln>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12" name="グラフィックス 11">
            <a:extLst>
              <a:ext uri="{FF2B5EF4-FFF2-40B4-BE49-F238E27FC236}">
                <a16:creationId xmlns:a16="http://schemas.microsoft.com/office/drawing/2014/main" id="{83DA5AFB-986C-AC39-188C-6E666D9073C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47683" y="5806952"/>
            <a:ext cx="273856" cy="273856"/>
          </a:xfrm>
          <a:prstGeom prst="rect">
            <a:avLst/>
          </a:prstGeom>
        </p:spPr>
      </p:pic>
      <p:sp>
        <p:nvSpPr>
          <p:cNvPr id="13" name="テキスト ボックス 12">
            <a:extLst>
              <a:ext uri="{FF2B5EF4-FFF2-40B4-BE49-F238E27FC236}">
                <a16:creationId xmlns:a16="http://schemas.microsoft.com/office/drawing/2014/main" id="{FD216A4B-0ABF-94C4-2021-D2A0456D2E24}"/>
              </a:ext>
            </a:extLst>
          </p:cNvPr>
          <p:cNvSpPr txBox="1"/>
          <p:nvPr/>
        </p:nvSpPr>
        <p:spPr>
          <a:xfrm>
            <a:off x="5065815" y="5610950"/>
            <a:ext cx="2523496" cy="646331"/>
          </a:xfrm>
          <a:prstGeom prst="rect">
            <a:avLst/>
          </a:prstGeom>
          <a:noFill/>
        </p:spPr>
        <p:txBody>
          <a:bodyPr wrap="square" lIns="0" tIns="0" rIns="0" bIns="0" rtlCol="0">
            <a:spAutoFit/>
          </a:bodyP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ハブ</a:t>
            </a: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en-US" altLang="ja-JP" sz="1400" err="1">
                <a:solidFill>
                  <a:schemeClr val="tx1">
                    <a:lumMod val="75000"/>
                    <a:lumOff val="25000"/>
                  </a:schemeClr>
                </a:solidFill>
                <a:latin typeface="Yu Gothic UI" panose="020B0500000000000000" pitchFamily="34" charset="-128"/>
                <a:ea typeface="Yu Gothic UI" panose="020B0500000000000000" pitchFamily="34" charset="-128"/>
              </a:rPr>
              <a:t>VNet</a:t>
            </a:r>
            <a:endPar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endParaRPr>
          </a:p>
          <a:p>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共通機能</a:t>
            </a: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en-US" altLang="ja-JP" sz="1400" err="1">
                <a:solidFill>
                  <a:schemeClr val="tx1">
                    <a:lumMod val="75000"/>
                    <a:lumOff val="25000"/>
                  </a:schemeClr>
                </a:solidFill>
                <a:latin typeface="Yu Gothic UI" panose="020B0500000000000000" pitchFamily="34" charset="-128"/>
                <a:ea typeface="Yu Gothic UI" panose="020B0500000000000000" pitchFamily="34" charset="-128"/>
              </a:rPr>
              <a:t>VNet</a:t>
            </a: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プラットフォームランディングゾーン）</a:t>
            </a:r>
          </a:p>
        </p:txBody>
      </p:sp>
      <p:pic>
        <p:nvPicPr>
          <p:cNvPr id="14" name="グラフィックス 13">
            <a:extLst>
              <a:ext uri="{FF2B5EF4-FFF2-40B4-BE49-F238E27FC236}">
                <a16:creationId xmlns:a16="http://schemas.microsoft.com/office/drawing/2014/main" id="{18A2E4EC-F58E-6BA1-CB76-26B2BD1BD03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92254" y="4149593"/>
            <a:ext cx="322872" cy="322872"/>
          </a:xfrm>
          <a:prstGeom prst="rect">
            <a:avLst/>
          </a:prstGeom>
        </p:spPr>
      </p:pic>
      <p:sp>
        <p:nvSpPr>
          <p:cNvPr id="15" name="テキスト ボックス 14">
            <a:extLst>
              <a:ext uri="{FF2B5EF4-FFF2-40B4-BE49-F238E27FC236}">
                <a16:creationId xmlns:a16="http://schemas.microsoft.com/office/drawing/2014/main" id="{68DE0351-5042-42F8-C65D-5B65AEDBD95B}"/>
              </a:ext>
            </a:extLst>
          </p:cNvPr>
          <p:cNvSpPr txBox="1"/>
          <p:nvPr/>
        </p:nvSpPr>
        <p:spPr>
          <a:xfrm>
            <a:off x="4665463" y="4604656"/>
            <a:ext cx="876819" cy="215444"/>
          </a:xfrm>
          <a:prstGeom prst="rect">
            <a:avLst/>
          </a:prstGeom>
          <a:noFill/>
        </p:spPr>
        <p:txBody>
          <a:bodyPr wrap="square" lIns="0" tIns="0" rIns="0" bIns="0" rtlCol="0">
            <a:spAutoFit/>
          </a:bodyPr>
          <a:lstStyle/>
          <a:p>
            <a:pPr algn="ctr"/>
            <a:r>
              <a:rPr kumimoji="1" lang="en-US" altLang="ja-JP" sz="1400" err="1">
                <a:solidFill>
                  <a:schemeClr val="tx1">
                    <a:lumMod val="75000"/>
                    <a:lumOff val="25000"/>
                  </a:schemeClr>
                </a:solidFill>
                <a:latin typeface="Yu Gothic UI" panose="020B0500000000000000" pitchFamily="34" charset="-128"/>
                <a:ea typeface="Yu Gothic UI" panose="020B0500000000000000" pitchFamily="34" charset="-128"/>
              </a:rPr>
              <a:t>VNet</a:t>
            </a: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 GW</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cxnSp>
        <p:nvCxnSpPr>
          <p:cNvPr id="16" name="直線コネクタ 15">
            <a:extLst>
              <a:ext uri="{FF2B5EF4-FFF2-40B4-BE49-F238E27FC236}">
                <a16:creationId xmlns:a16="http://schemas.microsoft.com/office/drawing/2014/main" id="{0BB0B666-C50D-4CE8-9BDB-A072E6B2B638}"/>
              </a:ext>
            </a:extLst>
          </p:cNvPr>
          <p:cNvCxnSpPr>
            <a:cxnSpLocks/>
            <a:stCxn id="7" idx="6"/>
            <a:endCxn id="14" idx="1"/>
          </p:cNvCxnSpPr>
          <p:nvPr/>
        </p:nvCxnSpPr>
        <p:spPr>
          <a:xfrm flipV="1">
            <a:off x="4366389" y="4311029"/>
            <a:ext cx="625865" cy="152"/>
          </a:xfrm>
          <a:prstGeom prst="line">
            <a:avLst/>
          </a:prstGeom>
          <a:ln>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17" name="グラフィックス 16">
            <a:extLst>
              <a:ext uri="{FF2B5EF4-FFF2-40B4-BE49-F238E27FC236}">
                <a16:creationId xmlns:a16="http://schemas.microsoft.com/office/drawing/2014/main" id="{C336E59D-0120-E49E-454A-EC07FA088F9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073007" y="1914296"/>
            <a:ext cx="371960" cy="371960"/>
          </a:xfrm>
          <a:prstGeom prst="rect">
            <a:avLst/>
          </a:prstGeom>
        </p:spPr>
      </p:pic>
      <p:sp>
        <p:nvSpPr>
          <p:cNvPr id="18" name="テキスト ボックス 17">
            <a:extLst>
              <a:ext uri="{FF2B5EF4-FFF2-40B4-BE49-F238E27FC236}">
                <a16:creationId xmlns:a16="http://schemas.microsoft.com/office/drawing/2014/main" id="{662DB58B-9C15-9696-595D-EBF9D6B8C762}"/>
              </a:ext>
            </a:extLst>
          </p:cNvPr>
          <p:cNvSpPr txBox="1"/>
          <p:nvPr/>
        </p:nvSpPr>
        <p:spPr>
          <a:xfrm>
            <a:off x="10877602" y="2288206"/>
            <a:ext cx="946892" cy="184666"/>
          </a:xfrm>
          <a:prstGeom prst="rect">
            <a:avLst/>
          </a:prstGeom>
          <a:noFill/>
        </p:spPr>
        <p:txBody>
          <a:bodyPr wrap="square" lIns="0" tIns="0" rIns="0" bIns="0" rtlCol="0">
            <a:spAutoFit/>
          </a:bodyPr>
          <a:lstStyle/>
          <a:p>
            <a:pPr algn="ctr"/>
            <a:r>
              <a:rPr kumimoji="1" lang="en-US" altLang="ja-JP" sz="1200" err="1">
                <a:solidFill>
                  <a:schemeClr val="tx1">
                    <a:lumMod val="75000"/>
                    <a:lumOff val="25000"/>
                  </a:schemeClr>
                </a:solidFill>
                <a:latin typeface="Yu Gothic UI" panose="020B0500000000000000" pitchFamily="34" charset="-128"/>
                <a:ea typeface="Yu Gothic UI" panose="020B0500000000000000" pitchFamily="34" charset="-128"/>
              </a:rPr>
              <a:t>AppGW</a:t>
            </a:r>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/WAF</a:t>
            </a:r>
            <a:endPar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19" name="グラフィックス 18">
            <a:extLst>
              <a:ext uri="{FF2B5EF4-FFF2-40B4-BE49-F238E27FC236}">
                <a16:creationId xmlns:a16="http://schemas.microsoft.com/office/drawing/2014/main" id="{05EFD6BB-0795-93C6-8CDA-1C2C8957D0C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389011" y="1971502"/>
            <a:ext cx="532528" cy="532528"/>
          </a:xfrm>
          <a:prstGeom prst="rect">
            <a:avLst/>
          </a:prstGeom>
        </p:spPr>
      </p:pic>
      <p:pic>
        <p:nvPicPr>
          <p:cNvPr id="20" name="グラフィックス 19">
            <a:extLst>
              <a:ext uri="{FF2B5EF4-FFF2-40B4-BE49-F238E27FC236}">
                <a16:creationId xmlns:a16="http://schemas.microsoft.com/office/drawing/2014/main" id="{CEABDC5A-E553-B791-9F03-F74519E9C8F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016210" y="1926816"/>
            <a:ext cx="436670" cy="436670"/>
          </a:xfrm>
          <a:prstGeom prst="rect">
            <a:avLst/>
          </a:prstGeom>
        </p:spPr>
      </p:pic>
      <p:pic>
        <p:nvPicPr>
          <p:cNvPr id="21" name="グラフィックス 20">
            <a:extLst>
              <a:ext uri="{FF2B5EF4-FFF2-40B4-BE49-F238E27FC236}">
                <a16:creationId xmlns:a16="http://schemas.microsoft.com/office/drawing/2014/main" id="{1E33675C-9DA3-1538-E73D-0984AD33B38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06135" y="1692575"/>
            <a:ext cx="436670" cy="436670"/>
          </a:xfrm>
          <a:prstGeom prst="rect">
            <a:avLst/>
          </a:prstGeom>
        </p:spPr>
      </p:pic>
      <p:sp>
        <p:nvSpPr>
          <p:cNvPr id="22" name="テキスト ボックス 21">
            <a:extLst>
              <a:ext uri="{FF2B5EF4-FFF2-40B4-BE49-F238E27FC236}">
                <a16:creationId xmlns:a16="http://schemas.microsoft.com/office/drawing/2014/main" id="{EE5A7296-4324-0480-126C-59C3CEBAC566}"/>
              </a:ext>
            </a:extLst>
          </p:cNvPr>
          <p:cNvSpPr txBox="1"/>
          <p:nvPr/>
        </p:nvSpPr>
        <p:spPr>
          <a:xfrm>
            <a:off x="4087188" y="2487049"/>
            <a:ext cx="1256183" cy="243519"/>
          </a:xfrm>
          <a:prstGeom prst="rect">
            <a:avLst/>
          </a:prstGeom>
          <a:noFill/>
        </p:spPr>
        <p:txBody>
          <a:bodyPr wrap="square" lIns="36000" tIns="36000" rIns="36000" bIns="36000" rtlCol="0">
            <a:spAutoFit/>
          </a:bodyPr>
          <a:lstStyle/>
          <a:p>
            <a:pPr algn="ctr">
              <a:lnSpc>
                <a:spcPct val="90000"/>
              </a:lnSpc>
              <a:spcAft>
                <a:spcPts val="600"/>
              </a:spcAft>
            </a:pPr>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CDN</a:t>
            </a:r>
            <a:endParaRPr kumimoji="1" lang="ja-JP" altLang="en-US" sz="1200" err="1">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23" name="テキスト ボックス 22">
            <a:extLst>
              <a:ext uri="{FF2B5EF4-FFF2-40B4-BE49-F238E27FC236}">
                <a16:creationId xmlns:a16="http://schemas.microsoft.com/office/drawing/2014/main" id="{F79F7CD7-CF86-723D-3D27-E2672BFE782A}"/>
              </a:ext>
            </a:extLst>
          </p:cNvPr>
          <p:cNvSpPr txBox="1"/>
          <p:nvPr/>
        </p:nvSpPr>
        <p:spPr>
          <a:xfrm>
            <a:off x="4824788" y="2389590"/>
            <a:ext cx="1256183" cy="243519"/>
          </a:xfrm>
          <a:prstGeom prst="rect">
            <a:avLst/>
          </a:prstGeom>
          <a:noFill/>
        </p:spPr>
        <p:txBody>
          <a:bodyPr wrap="square" lIns="36000" tIns="36000" rIns="36000" bIns="36000" rtlCol="0">
            <a:spAutoFit/>
          </a:bodyPr>
          <a:lstStyle/>
          <a:p>
            <a:pPr algn="ctr">
              <a:lnSpc>
                <a:spcPct val="90000"/>
              </a:lnSpc>
              <a:spcAft>
                <a:spcPts val="600"/>
              </a:spcAft>
            </a:pPr>
            <a:r>
              <a:rPr kumimoji="1" lang="en-US" altLang="ja-JP" sz="1200" err="1">
                <a:solidFill>
                  <a:schemeClr val="tx1">
                    <a:lumMod val="75000"/>
                    <a:lumOff val="25000"/>
                  </a:schemeClr>
                </a:solidFill>
                <a:latin typeface="Yu Gothic UI" panose="020B0500000000000000" pitchFamily="34" charset="-128"/>
                <a:ea typeface="Yu Gothic UI" panose="020B0500000000000000" pitchFamily="34" charset="-128"/>
              </a:rPr>
              <a:t>FrontDoor</a:t>
            </a:r>
            <a:endParaRPr kumimoji="1" lang="ja-JP" altLang="en-US" sz="1200" err="1">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24" name="テキスト ボックス 23">
            <a:extLst>
              <a:ext uri="{FF2B5EF4-FFF2-40B4-BE49-F238E27FC236}">
                <a16:creationId xmlns:a16="http://schemas.microsoft.com/office/drawing/2014/main" id="{A53B5516-3876-B7DE-71BF-6FF2A32A0DE1}"/>
              </a:ext>
            </a:extLst>
          </p:cNvPr>
          <p:cNvSpPr txBox="1"/>
          <p:nvPr/>
        </p:nvSpPr>
        <p:spPr>
          <a:xfrm>
            <a:off x="5562388" y="2032907"/>
            <a:ext cx="1256183" cy="409718"/>
          </a:xfrm>
          <a:prstGeom prst="rect">
            <a:avLst/>
          </a:prstGeom>
          <a:noFill/>
        </p:spPr>
        <p:txBody>
          <a:bodyPr wrap="square" lIns="36000" tIns="36000" rIns="36000" bIns="36000" rtlCol="0">
            <a:spAutoFit/>
          </a:bodyPr>
          <a:lstStyle/>
          <a:p>
            <a:pPr algn="ctr">
              <a:lnSpc>
                <a:spcPct val="90000"/>
              </a:lnSpc>
              <a:spcAft>
                <a:spcPts val="600"/>
              </a:spcAft>
            </a:pPr>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Traffic</a:t>
            </a:r>
            <a:b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br>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Manager</a:t>
            </a:r>
            <a:endParaRPr kumimoji="1" lang="ja-JP" altLang="en-US" sz="1200" err="1">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25" name="グラフィックス 24">
            <a:extLst>
              <a:ext uri="{FF2B5EF4-FFF2-40B4-BE49-F238E27FC236}">
                <a16:creationId xmlns:a16="http://schemas.microsoft.com/office/drawing/2014/main" id="{5BFB1B6B-DE1B-184B-C400-4AF4E84D5D4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901354" y="3255737"/>
            <a:ext cx="359233" cy="359233"/>
          </a:xfrm>
          <a:prstGeom prst="rect">
            <a:avLst/>
          </a:prstGeom>
        </p:spPr>
      </p:pic>
      <p:sp>
        <p:nvSpPr>
          <p:cNvPr id="26" name="テキスト ボックス 25">
            <a:extLst>
              <a:ext uri="{FF2B5EF4-FFF2-40B4-BE49-F238E27FC236}">
                <a16:creationId xmlns:a16="http://schemas.microsoft.com/office/drawing/2014/main" id="{59CBFC7B-463F-7908-D173-BA05FF8C3E95}"/>
              </a:ext>
            </a:extLst>
          </p:cNvPr>
          <p:cNvSpPr txBox="1"/>
          <p:nvPr/>
        </p:nvSpPr>
        <p:spPr>
          <a:xfrm>
            <a:off x="5633478" y="3642944"/>
            <a:ext cx="876819" cy="215444"/>
          </a:xfrm>
          <a:prstGeom prst="rect">
            <a:avLst/>
          </a:prstGeom>
          <a:noFill/>
        </p:spPr>
        <p:txBody>
          <a:bodyPr wrap="square" lIns="0" tIns="0" rIns="0" bIns="0" rtlCol="0">
            <a:spAutoFit/>
          </a:bodyPr>
          <a:lstStyle/>
          <a:p>
            <a:pPr algn="ct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FW</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27" name="グラフィックス 26">
            <a:extLst>
              <a:ext uri="{FF2B5EF4-FFF2-40B4-BE49-F238E27FC236}">
                <a16:creationId xmlns:a16="http://schemas.microsoft.com/office/drawing/2014/main" id="{349124D3-4855-DC8C-2ADE-AD65F5CFE786}"/>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456394" y="1732057"/>
            <a:ext cx="334091" cy="334091"/>
          </a:xfrm>
          <a:prstGeom prst="rect">
            <a:avLst/>
          </a:prstGeom>
        </p:spPr>
      </p:pic>
      <p:pic>
        <p:nvPicPr>
          <p:cNvPr id="28" name="グラフィックス 27">
            <a:extLst>
              <a:ext uri="{FF2B5EF4-FFF2-40B4-BE49-F238E27FC236}">
                <a16:creationId xmlns:a16="http://schemas.microsoft.com/office/drawing/2014/main" id="{FC4D9CAD-5ED1-D343-FE14-B9E49535F00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728458" y="2607371"/>
            <a:ext cx="273856" cy="273856"/>
          </a:xfrm>
          <a:prstGeom prst="rect">
            <a:avLst/>
          </a:prstGeom>
        </p:spPr>
      </p:pic>
      <p:pic>
        <p:nvPicPr>
          <p:cNvPr id="29" name="グラフィックス 28">
            <a:extLst>
              <a:ext uri="{FF2B5EF4-FFF2-40B4-BE49-F238E27FC236}">
                <a16:creationId xmlns:a16="http://schemas.microsoft.com/office/drawing/2014/main" id="{9B6FCCEE-C001-4A32-CBD0-356F825156DE}"/>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808211" y="1925738"/>
            <a:ext cx="309829" cy="309829"/>
          </a:xfrm>
          <a:prstGeom prst="rect">
            <a:avLst/>
          </a:prstGeom>
        </p:spPr>
      </p:pic>
      <p:pic>
        <p:nvPicPr>
          <p:cNvPr id="30" name="グラフィックス 29">
            <a:extLst>
              <a:ext uri="{FF2B5EF4-FFF2-40B4-BE49-F238E27FC236}">
                <a16:creationId xmlns:a16="http://schemas.microsoft.com/office/drawing/2014/main" id="{EE0BA2E7-1359-A93F-7745-B302748235FA}"/>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729476" y="1905109"/>
            <a:ext cx="334091" cy="334091"/>
          </a:xfrm>
          <a:prstGeom prst="rect">
            <a:avLst/>
          </a:prstGeom>
        </p:spPr>
      </p:pic>
      <p:sp>
        <p:nvSpPr>
          <p:cNvPr id="31" name="テキスト ボックス 30">
            <a:extLst>
              <a:ext uri="{FF2B5EF4-FFF2-40B4-BE49-F238E27FC236}">
                <a16:creationId xmlns:a16="http://schemas.microsoft.com/office/drawing/2014/main" id="{197C8EDB-F9D9-37E2-4CDE-DDDD68E81B41}"/>
              </a:ext>
            </a:extLst>
          </p:cNvPr>
          <p:cNvSpPr txBox="1"/>
          <p:nvPr/>
        </p:nvSpPr>
        <p:spPr>
          <a:xfrm>
            <a:off x="9065099" y="2653062"/>
            <a:ext cx="1596719" cy="215444"/>
          </a:xfrm>
          <a:prstGeom prst="rect">
            <a:avLst/>
          </a:prstGeom>
          <a:noFill/>
        </p:spPr>
        <p:txBody>
          <a:bodyPr wrap="square" lIns="0" tIns="0" rIns="0" bIns="0" rtlCol="0">
            <a:spAutoFit/>
          </a:bodyP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システム</a:t>
            </a: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A </a:t>
            </a:r>
            <a:r>
              <a:rPr kumimoji="1" lang="en-US" altLang="ja-JP" sz="1400" err="1">
                <a:solidFill>
                  <a:schemeClr val="tx1">
                    <a:lumMod val="75000"/>
                    <a:lumOff val="25000"/>
                  </a:schemeClr>
                </a:solidFill>
                <a:latin typeface="Yu Gothic UI" panose="020B0500000000000000" pitchFamily="34" charset="-128"/>
                <a:ea typeface="Yu Gothic UI" panose="020B0500000000000000" pitchFamily="34" charset="-128"/>
              </a:rPr>
              <a:t>VNet</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32" name="テキスト ボックス 31">
            <a:extLst>
              <a:ext uri="{FF2B5EF4-FFF2-40B4-BE49-F238E27FC236}">
                <a16:creationId xmlns:a16="http://schemas.microsoft.com/office/drawing/2014/main" id="{75026106-450A-95ED-FC64-4D04E69C8679}"/>
              </a:ext>
            </a:extLst>
          </p:cNvPr>
          <p:cNvSpPr txBox="1"/>
          <p:nvPr/>
        </p:nvSpPr>
        <p:spPr>
          <a:xfrm>
            <a:off x="9291066" y="2338409"/>
            <a:ext cx="876819" cy="215444"/>
          </a:xfrm>
          <a:prstGeom prst="rect">
            <a:avLst/>
          </a:prstGeom>
          <a:noFill/>
        </p:spPr>
        <p:txBody>
          <a:bodyPr wrap="square" lIns="0" tIns="0" rIns="0" bIns="0" rtlCol="0">
            <a:spAutoFit/>
          </a:bodyPr>
          <a:lstStyle/>
          <a:p>
            <a:pPr algn="ct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VM</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33" name="テキスト ボックス 32">
            <a:extLst>
              <a:ext uri="{FF2B5EF4-FFF2-40B4-BE49-F238E27FC236}">
                <a16:creationId xmlns:a16="http://schemas.microsoft.com/office/drawing/2014/main" id="{A591A10C-3670-1D05-D4AE-C6C29E089876}"/>
              </a:ext>
            </a:extLst>
          </p:cNvPr>
          <p:cNvSpPr txBox="1"/>
          <p:nvPr/>
        </p:nvSpPr>
        <p:spPr>
          <a:xfrm>
            <a:off x="8524715" y="2334776"/>
            <a:ext cx="876819" cy="215444"/>
          </a:xfrm>
          <a:prstGeom prst="rect">
            <a:avLst/>
          </a:prstGeom>
          <a:noFill/>
        </p:spPr>
        <p:txBody>
          <a:bodyPr wrap="square" lIns="0" tIns="0" rIns="0" bIns="0" rtlCol="0">
            <a:spAutoFit/>
          </a:bodyPr>
          <a:lstStyle/>
          <a:p>
            <a:pPr algn="ct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LB</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cxnSp>
        <p:nvCxnSpPr>
          <p:cNvPr id="43" name="直線コネクタ 42">
            <a:extLst>
              <a:ext uri="{FF2B5EF4-FFF2-40B4-BE49-F238E27FC236}">
                <a16:creationId xmlns:a16="http://schemas.microsoft.com/office/drawing/2014/main" id="{D327B50E-11FB-136B-0777-F7DE7755C491}"/>
              </a:ext>
            </a:extLst>
          </p:cNvPr>
          <p:cNvCxnSpPr>
            <a:stCxn id="11" idx="3"/>
            <a:endCxn id="41" idx="1"/>
          </p:cNvCxnSpPr>
          <p:nvPr/>
        </p:nvCxnSpPr>
        <p:spPr>
          <a:xfrm flipV="1">
            <a:off x="7640368" y="2235567"/>
            <a:ext cx="590638" cy="2396746"/>
          </a:xfrm>
          <a:prstGeom prst="line">
            <a:avLst/>
          </a:prstGeom>
          <a:ln w="2222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45" name="グラフィックス 44">
            <a:extLst>
              <a:ext uri="{FF2B5EF4-FFF2-40B4-BE49-F238E27FC236}">
                <a16:creationId xmlns:a16="http://schemas.microsoft.com/office/drawing/2014/main" id="{A102B1CC-A2DF-4067-C286-C1EEFBD2672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29" y="2063014"/>
            <a:ext cx="379611" cy="379611"/>
          </a:xfrm>
          <a:prstGeom prst="rect">
            <a:avLst/>
          </a:prstGeom>
        </p:spPr>
      </p:pic>
      <p:sp>
        <p:nvSpPr>
          <p:cNvPr id="46" name="テキスト ボックス 45">
            <a:extLst>
              <a:ext uri="{FF2B5EF4-FFF2-40B4-BE49-F238E27FC236}">
                <a16:creationId xmlns:a16="http://schemas.microsoft.com/office/drawing/2014/main" id="{67F9F8B8-B913-8B14-AA60-C407F084F5EC}"/>
              </a:ext>
            </a:extLst>
          </p:cNvPr>
          <p:cNvSpPr txBox="1"/>
          <p:nvPr/>
        </p:nvSpPr>
        <p:spPr>
          <a:xfrm>
            <a:off x="6539986" y="2506127"/>
            <a:ext cx="1397311" cy="261610"/>
          </a:xfrm>
          <a:prstGeom prst="rect">
            <a:avLst/>
          </a:prstGeom>
          <a:noFill/>
        </p:spPr>
        <p:txBody>
          <a:bodyPr wrap="square" rtlCol="0">
            <a:spAutoFit/>
          </a:bodyPr>
          <a:lstStyle/>
          <a:p>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Private DNS Zone</a:t>
            </a: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50" name="グラフィックス 49">
            <a:extLst>
              <a:ext uri="{FF2B5EF4-FFF2-40B4-BE49-F238E27FC236}">
                <a16:creationId xmlns:a16="http://schemas.microsoft.com/office/drawing/2014/main" id="{40E801E4-EC79-C5E0-225D-564746C946E7}"/>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5863399" y="4097012"/>
            <a:ext cx="409565" cy="409565"/>
          </a:xfrm>
          <a:prstGeom prst="rect">
            <a:avLst/>
          </a:prstGeom>
        </p:spPr>
      </p:pic>
      <p:sp>
        <p:nvSpPr>
          <p:cNvPr id="52" name="テキスト ボックス 51">
            <a:extLst>
              <a:ext uri="{FF2B5EF4-FFF2-40B4-BE49-F238E27FC236}">
                <a16:creationId xmlns:a16="http://schemas.microsoft.com/office/drawing/2014/main" id="{C56EB395-0233-CF25-6AE6-A710B9B68B22}"/>
              </a:ext>
            </a:extLst>
          </p:cNvPr>
          <p:cNvSpPr txBox="1"/>
          <p:nvPr/>
        </p:nvSpPr>
        <p:spPr>
          <a:xfrm>
            <a:off x="4483765" y="6578355"/>
            <a:ext cx="1596719" cy="215444"/>
          </a:xfrm>
          <a:prstGeom prst="rect">
            <a:avLst/>
          </a:prstGeom>
          <a:noFill/>
        </p:spPr>
        <p:txBody>
          <a:bodyPr wrap="square" lIns="0" tIns="0" rIns="0" bIns="0" rtlCol="0">
            <a:spAutoFit/>
          </a:bodyPr>
          <a:lstStyle/>
          <a:p>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MS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バックボーン</a:t>
            </a:r>
          </a:p>
        </p:txBody>
      </p:sp>
      <p:sp>
        <p:nvSpPr>
          <p:cNvPr id="66" name="テキスト ボックス 65">
            <a:extLst>
              <a:ext uri="{FF2B5EF4-FFF2-40B4-BE49-F238E27FC236}">
                <a16:creationId xmlns:a16="http://schemas.microsoft.com/office/drawing/2014/main" id="{2EFDDC05-D02F-CB3B-ABBE-5D1448BA6569}"/>
              </a:ext>
            </a:extLst>
          </p:cNvPr>
          <p:cNvSpPr txBox="1"/>
          <p:nvPr/>
        </p:nvSpPr>
        <p:spPr>
          <a:xfrm>
            <a:off x="5632868" y="4604656"/>
            <a:ext cx="876819" cy="646331"/>
          </a:xfrm>
          <a:prstGeom prst="rect">
            <a:avLst/>
          </a:prstGeom>
          <a:noFill/>
        </p:spPr>
        <p:txBody>
          <a:bodyPr wrap="square" lIns="0" tIns="0" rIns="0" bIns="0" rtlCol="0">
            <a:spAutoFit/>
          </a:bodyPr>
          <a:lstStyle/>
          <a:p>
            <a:pPr algn="ct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Private</a:t>
            </a:r>
          </a:p>
          <a:p>
            <a:pPr algn="ct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DNS</a:t>
            </a:r>
          </a:p>
          <a:p>
            <a:pPr algn="ct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Resolver</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67" name="正方形/長方形 66">
            <a:extLst>
              <a:ext uri="{FF2B5EF4-FFF2-40B4-BE49-F238E27FC236}">
                <a16:creationId xmlns:a16="http://schemas.microsoft.com/office/drawing/2014/main" id="{5079745D-5FFA-4808-410D-783B575F9F39}"/>
              </a:ext>
            </a:extLst>
          </p:cNvPr>
          <p:cNvSpPr/>
          <p:nvPr/>
        </p:nvSpPr>
        <p:spPr bwMode="auto">
          <a:xfrm>
            <a:off x="6673528" y="4057020"/>
            <a:ext cx="792180" cy="561617"/>
          </a:xfrm>
          <a:prstGeom prst="rect">
            <a:avLst/>
          </a:prstGeom>
          <a:solidFill>
            <a:schemeClr val="accent1">
              <a:lumMod val="20000"/>
              <a:lumOff val="80000"/>
            </a:schemeClr>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rPr>
              <a:t>その他</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a:p>
            <a:pPr algn="ctr" defTabSz="932472" fontAlgn="base">
              <a:spcBef>
                <a:spcPct val="0"/>
              </a:spcBef>
              <a:spcAft>
                <a:spcPct val="0"/>
              </a:spcAft>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rPr>
              <a:t>共通機能</a:t>
            </a:r>
          </a:p>
        </p:txBody>
      </p:sp>
      <p:sp>
        <p:nvSpPr>
          <p:cNvPr id="69" name="楕円 154">
            <a:extLst>
              <a:ext uri="{FF2B5EF4-FFF2-40B4-BE49-F238E27FC236}">
                <a16:creationId xmlns:a16="http://schemas.microsoft.com/office/drawing/2014/main" id="{D9E7B893-3E89-500C-9A9D-07815CA5D406}"/>
              </a:ext>
            </a:extLst>
          </p:cNvPr>
          <p:cNvSpPr/>
          <p:nvPr/>
        </p:nvSpPr>
        <p:spPr bwMode="auto">
          <a:xfrm>
            <a:off x="494483" y="4568935"/>
            <a:ext cx="1928087" cy="654469"/>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r>
              <a:rPr kumimoji="1" lang="ja-JP" altLang="en-US" sz="1800">
                <a:solidFill>
                  <a:schemeClr val="bg1"/>
                </a:solidFill>
                <a:latin typeface="Yu Gothic UI" panose="020B0500000000000000" pitchFamily="34" charset="-128"/>
                <a:ea typeface="Yu Gothic UI" panose="020B0500000000000000" pitchFamily="34" charset="-128"/>
                <a:cs typeface="Segoe UI" pitchFamily="34" charset="0"/>
              </a:rPr>
              <a:t>企業</a:t>
            </a:r>
            <a:r>
              <a:rPr kumimoji="1" lang="en-US" altLang="ja-JP" sz="1800" dirty="0">
                <a:solidFill>
                  <a:schemeClr val="bg1"/>
                </a:solidFill>
                <a:latin typeface="Yu Gothic UI" panose="020B0500000000000000" pitchFamily="34" charset="-128"/>
                <a:ea typeface="Yu Gothic UI" panose="020B0500000000000000" pitchFamily="34" charset="-128"/>
                <a:cs typeface="Segoe UI" pitchFamily="34" charset="0"/>
              </a:rPr>
              <a:t> NW</a:t>
            </a:r>
            <a:endParaRPr kumimoji="1" lang="ja-JP" altLang="en-US" sz="1800">
              <a:solidFill>
                <a:schemeClr val="bg1"/>
              </a:solidFill>
              <a:latin typeface="Yu Gothic UI" panose="020B0500000000000000" pitchFamily="34" charset="-128"/>
              <a:ea typeface="Yu Gothic UI" panose="020B0500000000000000" pitchFamily="34" charset="-128"/>
              <a:cs typeface="Segoe UI" pitchFamily="34" charset="0"/>
            </a:endParaRPr>
          </a:p>
        </p:txBody>
      </p:sp>
      <p:cxnSp>
        <p:nvCxnSpPr>
          <p:cNvPr id="70" name="直線コネクタ 69">
            <a:extLst>
              <a:ext uri="{FF2B5EF4-FFF2-40B4-BE49-F238E27FC236}">
                <a16:creationId xmlns:a16="http://schemas.microsoft.com/office/drawing/2014/main" id="{4B915393-57FC-2B5E-EA9F-62D3137EA3D8}"/>
              </a:ext>
            </a:extLst>
          </p:cNvPr>
          <p:cNvCxnSpPr>
            <a:cxnSpLocks/>
            <a:stCxn id="69" idx="6"/>
            <a:endCxn id="6" idx="2"/>
          </p:cNvCxnSpPr>
          <p:nvPr/>
        </p:nvCxnSpPr>
        <p:spPr>
          <a:xfrm flipV="1">
            <a:off x="2422570" y="1910911"/>
            <a:ext cx="905475" cy="2985259"/>
          </a:xfrm>
          <a:prstGeom prst="line">
            <a:avLst/>
          </a:prstGeom>
          <a:ln>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1" name="直線コネクタ 70">
            <a:extLst>
              <a:ext uri="{FF2B5EF4-FFF2-40B4-BE49-F238E27FC236}">
                <a16:creationId xmlns:a16="http://schemas.microsoft.com/office/drawing/2014/main" id="{14CFC0DC-08AE-FE46-DE31-3DAE515CF20E}"/>
              </a:ext>
            </a:extLst>
          </p:cNvPr>
          <p:cNvCxnSpPr>
            <a:cxnSpLocks/>
            <a:stCxn id="69" idx="6"/>
            <a:endCxn id="7" idx="2"/>
          </p:cNvCxnSpPr>
          <p:nvPr/>
        </p:nvCxnSpPr>
        <p:spPr>
          <a:xfrm flipV="1">
            <a:off x="2422570" y="4311181"/>
            <a:ext cx="431295" cy="584989"/>
          </a:xfrm>
          <a:prstGeom prst="line">
            <a:avLst/>
          </a:prstGeom>
          <a:ln>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73" name="Picture 2" descr="ソース画像を表示">
            <a:extLst>
              <a:ext uri="{FF2B5EF4-FFF2-40B4-BE49-F238E27FC236}">
                <a16:creationId xmlns:a16="http://schemas.microsoft.com/office/drawing/2014/main" id="{3DCF4C3C-96DC-DD19-AB76-AFBCF6305740}"/>
              </a:ext>
            </a:extLst>
          </p:cNvPr>
          <p:cNvPicPr>
            <a:picLocks noChangeAspect="1" noChangeArrowheads="1"/>
          </p:cNvPicPr>
          <p:nvPr/>
        </p:nvPicPr>
        <p:blipFill rotWithShape="1">
          <a:blip r:embed="rId15">
            <a:extLst>
              <a:ext uri="{28A0092B-C50C-407E-A947-70E740481C1C}">
                <a14:useLocalDpi xmlns:a14="http://schemas.microsoft.com/office/drawing/2010/main" val="0"/>
              </a:ext>
            </a:extLst>
          </a:blip>
          <a:srcRect l="19576" t="-18700" r="14359" b="-9314"/>
          <a:stretch/>
        </p:blipFill>
        <p:spPr bwMode="auto">
          <a:xfrm>
            <a:off x="6801683" y="3127700"/>
            <a:ext cx="482790" cy="491123"/>
          </a:xfrm>
          <a:prstGeom prst="rect">
            <a:avLst/>
          </a:prstGeom>
          <a:noFill/>
          <a:extLst>
            <a:ext uri="{909E8E84-426E-40DD-AFC4-6F175D3DCCD1}">
              <a14:hiddenFill xmlns:a14="http://schemas.microsoft.com/office/drawing/2010/main">
                <a:solidFill>
                  <a:srgbClr val="FFFFFF"/>
                </a:solidFill>
              </a14:hiddenFill>
            </a:ext>
          </a:extLst>
        </p:spPr>
      </p:pic>
      <p:sp>
        <p:nvSpPr>
          <p:cNvPr id="74" name="テキスト ボックス 73">
            <a:extLst>
              <a:ext uri="{FF2B5EF4-FFF2-40B4-BE49-F238E27FC236}">
                <a16:creationId xmlns:a16="http://schemas.microsoft.com/office/drawing/2014/main" id="{FBF45475-2DC9-667D-2903-D66003FED222}"/>
              </a:ext>
            </a:extLst>
          </p:cNvPr>
          <p:cNvSpPr txBox="1"/>
          <p:nvPr/>
        </p:nvSpPr>
        <p:spPr>
          <a:xfrm>
            <a:off x="6422427" y="3623900"/>
            <a:ext cx="1256183" cy="243519"/>
          </a:xfrm>
          <a:prstGeom prst="rect">
            <a:avLst/>
          </a:prstGeom>
          <a:noFill/>
        </p:spPr>
        <p:txBody>
          <a:bodyPr wrap="square" lIns="36000" tIns="36000" rIns="36000" bIns="36000" rtlCol="0">
            <a:spAutoFit/>
          </a:bodyPr>
          <a:lstStyle/>
          <a:p>
            <a:pPr algn="ctr">
              <a:lnSpc>
                <a:spcPct val="90000"/>
              </a:lnSpc>
              <a:spcAft>
                <a:spcPts val="600"/>
              </a:spcAft>
            </a:pPr>
            <a:r>
              <a:rPr lang="en-US" altLang="ja-JP" sz="1200">
                <a:solidFill>
                  <a:schemeClr val="tx1">
                    <a:lumMod val="75000"/>
                    <a:lumOff val="25000"/>
                  </a:schemeClr>
                </a:solidFill>
                <a:latin typeface="Yu Gothic UI" panose="020B0500000000000000" pitchFamily="34" charset="-128"/>
                <a:ea typeface="Yu Gothic UI" panose="020B0500000000000000" pitchFamily="34" charset="-128"/>
              </a:rPr>
              <a:t>Bastion</a:t>
            </a:r>
            <a:endParaRPr kumimoji="1" lang="ja-JP" altLang="en-US" sz="1200" err="1">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76" name="テキスト ボックス 75">
            <a:extLst>
              <a:ext uri="{FF2B5EF4-FFF2-40B4-BE49-F238E27FC236}">
                <a16:creationId xmlns:a16="http://schemas.microsoft.com/office/drawing/2014/main" id="{4ACEA68E-6A38-0A63-7961-6FD9A34CE31F}"/>
              </a:ext>
            </a:extLst>
          </p:cNvPr>
          <p:cNvSpPr txBox="1"/>
          <p:nvPr/>
        </p:nvSpPr>
        <p:spPr>
          <a:xfrm>
            <a:off x="10852308" y="2636577"/>
            <a:ext cx="897583" cy="215444"/>
          </a:xfrm>
          <a:prstGeom prst="rect">
            <a:avLst/>
          </a:prstGeom>
          <a:noFill/>
        </p:spPr>
        <p:txBody>
          <a:bodyPr wrap="square" lIns="0" tIns="0" rIns="0" bIns="0" rtlCol="0">
            <a:spAutoFit/>
          </a:bodyPr>
          <a:lstStyle/>
          <a:p>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DMZ </a:t>
            </a:r>
            <a:r>
              <a:rPr kumimoji="1" lang="en-US" altLang="ja-JP" sz="1400" err="1">
                <a:solidFill>
                  <a:schemeClr val="tx1">
                    <a:lumMod val="75000"/>
                    <a:lumOff val="25000"/>
                  </a:schemeClr>
                </a:solidFill>
                <a:latin typeface="Yu Gothic UI" panose="020B0500000000000000" pitchFamily="34" charset="-128"/>
                <a:ea typeface="Yu Gothic UI" panose="020B0500000000000000" pitchFamily="34" charset="-128"/>
              </a:rPr>
              <a:t>VNet</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cxnSp>
        <p:nvCxnSpPr>
          <p:cNvPr id="77" name="カギ線コネクタ 76">
            <a:extLst>
              <a:ext uri="{FF2B5EF4-FFF2-40B4-BE49-F238E27FC236}">
                <a16:creationId xmlns:a16="http://schemas.microsoft.com/office/drawing/2014/main" id="{E669C588-78FA-E50B-C342-ECDF8F25FFE6}"/>
              </a:ext>
            </a:extLst>
          </p:cNvPr>
          <p:cNvCxnSpPr>
            <a:stCxn id="6" idx="0"/>
            <a:endCxn id="75" idx="0"/>
          </p:cNvCxnSpPr>
          <p:nvPr/>
        </p:nvCxnSpPr>
        <p:spPr>
          <a:xfrm rot="5400000" flipH="1" flipV="1">
            <a:off x="7878789" y="-1763255"/>
            <a:ext cx="82775" cy="6733485"/>
          </a:xfrm>
          <a:prstGeom prst="bentConnector3">
            <a:avLst>
              <a:gd name="adj1" fmla="val 376170"/>
            </a:avLst>
          </a:prstGeom>
          <a:ln w="190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8" name="直線コネクタ 77">
            <a:extLst>
              <a:ext uri="{FF2B5EF4-FFF2-40B4-BE49-F238E27FC236}">
                <a16:creationId xmlns:a16="http://schemas.microsoft.com/office/drawing/2014/main" id="{4DB09805-0ECB-1AF6-AF7D-2A80D77CA375}"/>
              </a:ext>
            </a:extLst>
          </p:cNvPr>
          <p:cNvCxnSpPr>
            <a:cxnSpLocks/>
            <a:stCxn id="41" idx="3"/>
            <a:endCxn id="75" idx="1"/>
          </p:cNvCxnSpPr>
          <p:nvPr/>
        </p:nvCxnSpPr>
        <p:spPr>
          <a:xfrm>
            <a:off x="10681782" y="2235567"/>
            <a:ext cx="170526" cy="1888"/>
          </a:xfrm>
          <a:prstGeom prst="line">
            <a:avLst/>
          </a:prstGeom>
          <a:ln w="2222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4668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71F09-EC68-FF2B-6635-B7BC79FA171C}"/>
            </a:ext>
          </a:extLst>
        </p:cNvPr>
        <p:cNvGrpSpPr/>
        <p:nvPr/>
      </p:nvGrpSpPr>
      <p:grpSpPr>
        <a:xfrm>
          <a:off x="0" y="0"/>
          <a:ext cx="0" cy="0"/>
          <a:chOff x="0" y="0"/>
          <a:chExt cx="0" cy="0"/>
        </a:xfrm>
      </p:grpSpPr>
      <p:sp>
        <p:nvSpPr>
          <p:cNvPr id="79" name="四角形: 角を丸くする 116">
            <a:extLst>
              <a:ext uri="{FF2B5EF4-FFF2-40B4-BE49-F238E27FC236}">
                <a16:creationId xmlns:a16="http://schemas.microsoft.com/office/drawing/2014/main" id="{192C06B6-2D24-1E32-EA8F-E857C8C75EC7}"/>
              </a:ext>
            </a:extLst>
          </p:cNvPr>
          <p:cNvSpPr/>
          <p:nvPr/>
        </p:nvSpPr>
        <p:spPr bwMode="auto">
          <a:xfrm>
            <a:off x="5636953" y="1400975"/>
            <a:ext cx="6187541" cy="4696873"/>
          </a:xfrm>
          <a:prstGeom prst="roundRect">
            <a:avLst>
              <a:gd name="adj" fmla="val 6346"/>
            </a:avLst>
          </a:prstGeom>
          <a:solidFill>
            <a:schemeClr val="accent1">
              <a:lumMod val="20000"/>
              <a:lumOff val="80000"/>
            </a:schemeClr>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sp>
        <p:nvSpPr>
          <p:cNvPr id="51" name="四角形: 角を丸くする 116">
            <a:extLst>
              <a:ext uri="{FF2B5EF4-FFF2-40B4-BE49-F238E27FC236}">
                <a16:creationId xmlns:a16="http://schemas.microsoft.com/office/drawing/2014/main" id="{CB1CC7BA-10D1-04A8-60C8-C8A05F288BF8}"/>
              </a:ext>
            </a:extLst>
          </p:cNvPr>
          <p:cNvSpPr/>
          <p:nvPr/>
        </p:nvSpPr>
        <p:spPr bwMode="auto">
          <a:xfrm>
            <a:off x="4366389" y="2153330"/>
            <a:ext cx="7458105" cy="4696873"/>
          </a:xfrm>
          <a:prstGeom prst="roundRect">
            <a:avLst>
              <a:gd name="adj" fmla="val 4000"/>
            </a:avLst>
          </a:prstGeom>
          <a:solidFill>
            <a:schemeClr val="accent1">
              <a:lumMod val="20000"/>
              <a:lumOff val="80000"/>
            </a:schemeClr>
          </a:solidFill>
          <a:ln w="190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sp>
        <p:nvSpPr>
          <p:cNvPr id="11" name="四角形: 角を丸くする 18">
            <a:extLst>
              <a:ext uri="{FF2B5EF4-FFF2-40B4-BE49-F238E27FC236}">
                <a16:creationId xmlns:a16="http://schemas.microsoft.com/office/drawing/2014/main" id="{A2E6379A-555D-2F06-5D24-9DC497042F71}"/>
              </a:ext>
            </a:extLst>
          </p:cNvPr>
          <p:cNvSpPr/>
          <p:nvPr/>
        </p:nvSpPr>
        <p:spPr bwMode="auto">
          <a:xfrm>
            <a:off x="4503407" y="2866251"/>
            <a:ext cx="3136961" cy="3532123"/>
          </a:xfrm>
          <a:prstGeom prst="roundRect">
            <a:avLst>
              <a:gd name="adj" fmla="val 8116"/>
            </a:avLst>
          </a:prstGeom>
          <a:solidFill>
            <a:schemeClr val="bg1"/>
          </a:solid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sp>
        <p:nvSpPr>
          <p:cNvPr id="41" name="四角形: 角を丸くする 95">
            <a:extLst>
              <a:ext uri="{FF2B5EF4-FFF2-40B4-BE49-F238E27FC236}">
                <a16:creationId xmlns:a16="http://schemas.microsoft.com/office/drawing/2014/main" id="{8707C56B-9E04-0C34-085A-11569F37CDA2}"/>
              </a:ext>
            </a:extLst>
          </p:cNvPr>
          <p:cNvSpPr/>
          <p:nvPr/>
        </p:nvSpPr>
        <p:spPr bwMode="auto">
          <a:xfrm>
            <a:off x="8231006" y="1560211"/>
            <a:ext cx="2450776" cy="1350712"/>
          </a:xfrm>
          <a:prstGeom prst="roundRect">
            <a:avLst>
              <a:gd name="adj" fmla="val 15636"/>
            </a:avLst>
          </a:prstGeom>
          <a:solidFill>
            <a:schemeClr val="bg1"/>
          </a:solid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sp>
        <p:nvSpPr>
          <p:cNvPr id="75" name="四角形: 角を丸くする 95">
            <a:extLst>
              <a:ext uri="{FF2B5EF4-FFF2-40B4-BE49-F238E27FC236}">
                <a16:creationId xmlns:a16="http://schemas.microsoft.com/office/drawing/2014/main" id="{30D3FDFE-C50B-F451-A1AB-1EC58776CF42}"/>
              </a:ext>
            </a:extLst>
          </p:cNvPr>
          <p:cNvSpPr/>
          <p:nvPr/>
        </p:nvSpPr>
        <p:spPr bwMode="auto">
          <a:xfrm>
            <a:off x="10852308" y="1562099"/>
            <a:ext cx="869221" cy="1350712"/>
          </a:xfrm>
          <a:prstGeom prst="roundRect">
            <a:avLst>
              <a:gd name="adj" fmla="val 15636"/>
            </a:avLst>
          </a:prstGeom>
          <a:solidFill>
            <a:schemeClr val="bg1"/>
          </a:solid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sp>
        <p:nvSpPr>
          <p:cNvPr id="9" name="正方形/長方形 8">
            <a:extLst>
              <a:ext uri="{FF2B5EF4-FFF2-40B4-BE49-F238E27FC236}">
                <a16:creationId xmlns:a16="http://schemas.microsoft.com/office/drawing/2014/main" id="{E526E45D-11D5-6369-7446-3F3130AE5328}"/>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ja-JP" altLang="en-US" sz="2000">
                <a:latin typeface="Yu Gothic UI" panose="020B0500000000000000" pitchFamily="34" charset="-128"/>
                <a:ea typeface="Yu Gothic UI" panose="020B0500000000000000" pitchFamily="34" charset="-128"/>
              </a:rPr>
              <a:t>スポークを増やしていくことでネットワーク構成を維持したまま拡張可能</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B32F5AFC-8639-FD64-1DE1-3C48FB131B67}"/>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7</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405537D9-80B5-D671-7AC0-BF3C061DCD14}"/>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pic>
        <p:nvPicPr>
          <p:cNvPr id="3" name="グラフィックス 2" descr="建物 単色塗りつぶし">
            <a:extLst>
              <a:ext uri="{FF2B5EF4-FFF2-40B4-BE49-F238E27FC236}">
                <a16:creationId xmlns:a16="http://schemas.microsoft.com/office/drawing/2014/main" id="{9F22CA07-9387-5EF1-DD55-726533DB9E4A}"/>
              </a:ext>
            </a:extLst>
          </p:cNvPr>
          <p:cNvPicPr>
            <a:picLocks noChangeAspect="1"/>
          </p:cNvPicPr>
          <p:nvPr/>
        </p:nvPicPr>
        <p:blipFill>
          <a:blip>
            <a:duotone>
              <a:prstClr val="black"/>
              <a:schemeClr val="tx2">
                <a:tint val="45000"/>
                <a:satMod val="400000"/>
              </a:schemeClr>
            </a:duotone>
            <a:extLst>
              <a:ext uri="{96DAC541-7B7A-43D3-8B79-37D633B846F1}">
                <asvg:svgBlip xmlns:asvg="http://schemas.microsoft.com/office/drawing/2016/SVG/main" r:embed="rId3"/>
              </a:ext>
            </a:extLst>
          </a:blip>
          <a:stretch>
            <a:fillRect/>
          </a:stretch>
        </p:blipFill>
        <p:spPr>
          <a:xfrm>
            <a:off x="1076876" y="2835012"/>
            <a:ext cx="914400" cy="914400"/>
          </a:xfrm>
          <a:prstGeom prst="rect">
            <a:avLst/>
          </a:prstGeom>
        </p:spPr>
      </p:pic>
      <p:sp>
        <p:nvSpPr>
          <p:cNvPr id="5" name="テキスト ボックス 4">
            <a:extLst>
              <a:ext uri="{FF2B5EF4-FFF2-40B4-BE49-F238E27FC236}">
                <a16:creationId xmlns:a16="http://schemas.microsoft.com/office/drawing/2014/main" id="{21C33567-4E6E-42F6-AA18-D1B70FB1D638}"/>
              </a:ext>
            </a:extLst>
          </p:cNvPr>
          <p:cNvSpPr txBox="1"/>
          <p:nvPr/>
        </p:nvSpPr>
        <p:spPr>
          <a:xfrm>
            <a:off x="734169" y="3814026"/>
            <a:ext cx="1596719" cy="430887"/>
          </a:xfrm>
          <a:prstGeom prst="rect">
            <a:avLst/>
          </a:prstGeom>
          <a:noFill/>
        </p:spPr>
        <p:txBody>
          <a:bodyPr wrap="square" lIns="0" tIns="0" rIns="0" bIns="0" rtlCol="0">
            <a:spAutoFit/>
          </a:bodyPr>
          <a:lstStyle/>
          <a:p>
            <a:pPr algn="ct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オンプレミス</a:t>
            </a:r>
            <a:endPar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endParaRPr>
          </a:p>
          <a:p>
            <a:pPr algn="ct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データセンター</a:t>
            </a:r>
          </a:p>
        </p:txBody>
      </p:sp>
      <p:sp>
        <p:nvSpPr>
          <p:cNvPr id="6" name="楕円 1">
            <a:extLst>
              <a:ext uri="{FF2B5EF4-FFF2-40B4-BE49-F238E27FC236}">
                <a16:creationId xmlns:a16="http://schemas.microsoft.com/office/drawing/2014/main" id="{FB156337-1C9C-31AC-F3A6-6CED8E1385F1}"/>
              </a:ext>
            </a:extLst>
          </p:cNvPr>
          <p:cNvSpPr/>
          <p:nvPr/>
        </p:nvSpPr>
        <p:spPr bwMode="auto">
          <a:xfrm>
            <a:off x="3328045" y="1644874"/>
            <a:ext cx="2450778" cy="532073"/>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r>
              <a:rPr kumimoji="1" lang="en-US" altLang="ja-JP" sz="1800">
                <a:solidFill>
                  <a:schemeClr val="bg1"/>
                </a:solidFill>
                <a:latin typeface="Yu Gothic UI" panose="020B0500000000000000" pitchFamily="34" charset="-128"/>
                <a:ea typeface="Yu Gothic UI" panose="020B0500000000000000" pitchFamily="34" charset="-128"/>
                <a:cs typeface="Segoe UI" pitchFamily="34" charset="0"/>
              </a:rPr>
              <a:t>Internet</a:t>
            </a:r>
            <a:endParaRPr kumimoji="1" lang="ja-JP" altLang="en-US" sz="1800">
              <a:solidFill>
                <a:schemeClr val="bg1"/>
              </a:solidFill>
              <a:latin typeface="Yu Gothic UI" panose="020B0500000000000000" pitchFamily="34" charset="-128"/>
              <a:ea typeface="Yu Gothic UI" panose="020B0500000000000000" pitchFamily="34" charset="-128"/>
              <a:cs typeface="Segoe UI" pitchFamily="34" charset="0"/>
            </a:endParaRPr>
          </a:p>
        </p:txBody>
      </p:sp>
      <p:sp>
        <p:nvSpPr>
          <p:cNvPr id="7" name="楕円 2">
            <a:extLst>
              <a:ext uri="{FF2B5EF4-FFF2-40B4-BE49-F238E27FC236}">
                <a16:creationId xmlns:a16="http://schemas.microsoft.com/office/drawing/2014/main" id="{87A86507-FF0A-577D-F55D-11E80C1D64C4}"/>
              </a:ext>
            </a:extLst>
          </p:cNvPr>
          <p:cNvSpPr/>
          <p:nvPr/>
        </p:nvSpPr>
        <p:spPr bwMode="auto">
          <a:xfrm>
            <a:off x="2853865" y="3983946"/>
            <a:ext cx="1512524" cy="654469"/>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r>
              <a:rPr kumimoji="1" lang="en-US" altLang="ja-JP" sz="1800">
                <a:solidFill>
                  <a:schemeClr val="bg1"/>
                </a:solidFill>
                <a:latin typeface="Yu Gothic UI" panose="020B0500000000000000" pitchFamily="34" charset="-128"/>
                <a:ea typeface="Yu Gothic UI" panose="020B0500000000000000" pitchFamily="34" charset="-128"/>
                <a:cs typeface="Segoe UI" pitchFamily="34" charset="0"/>
              </a:rPr>
              <a:t>VPN/</a:t>
            </a:r>
          </a:p>
          <a:p>
            <a:pPr algn="ctr" defTabSz="932472" fontAlgn="base">
              <a:spcBef>
                <a:spcPct val="0"/>
              </a:spcBef>
              <a:spcAft>
                <a:spcPct val="0"/>
              </a:spcAft>
            </a:pPr>
            <a:r>
              <a:rPr kumimoji="1" lang="ja-JP" altLang="en-US" sz="1800">
                <a:solidFill>
                  <a:schemeClr val="bg1"/>
                </a:solidFill>
                <a:latin typeface="Yu Gothic UI" panose="020B0500000000000000" pitchFamily="34" charset="-128"/>
                <a:ea typeface="Yu Gothic UI" panose="020B0500000000000000" pitchFamily="34" charset="-128"/>
                <a:cs typeface="Segoe UI" pitchFamily="34" charset="0"/>
              </a:rPr>
              <a:t>閉域網</a:t>
            </a:r>
            <a:endParaRPr kumimoji="1" lang="en-US" altLang="ja-JP" sz="1800">
              <a:solidFill>
                <a:schemeClr val="bg1"/>
              </a:solidFill>
              <a:latin typeface="Yu Gothic UI" panose="020B0500000000000000" pitchFamily="34" charset="-128"/>
              <a:ea typeface="Yu Gothic UI" panose="020B0500000000000000" pitchFamily="34" charset="-128"/>
              <a:cs typeface="Segoe UI" pitchFamily="34" charset="0"/>
            </a:endParaRPr>
          </a:p>
        </p:txBody>
      </p:sp>
      <p:cxnSp>
        <p:nvCxnSpPr>
          <p:cNvPr id="8" name="直線コネクタ 7">
            <a:extLst>
              <a:ext uri="{FF2B5EF4-FFF2-40B4-BE49-F238E27FC236}">
                <a16:creationId xmlns:a16="http://schemas.microsoft.com/office/drawing/2014/main" id="{2D131E70-F66B-CEAA-9021-8BFE4DFBCD24}"/>
              </a:ext>
            </a:extLst>
          </p:cNvPr>
          <p:cNvCxnSpPr>
            <a:cxnSpLocks/>
            <a:stCxn id="3" idx="3"/>
            <a:endCxn id="6" idx="2"/>
          </p:cNvCxnSpPr>
          <p:nvPr/>
        </p:nvCxnSpPr>
        <p:spPr>
          <a:xfrm flipV="1">
            <a:off x="1991276" y="1910911"/>
            <a:ext cx="1336769" cy="1381301"/>
          </a:xfrm>
          <a:prstGeom prst="line">
            <a:avLst/>
          </a:prstGeom>
          <a:ln>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EAB6BE91-81D3-2CCC-E97F-3636FC895DBA}"/>
              </a:ext>
            </a:extLst>
          </p:cNvPr>
          <p:cNvCxnSpPr>
            <a:cxnSpLocks/>
            <a:stCxn id="3" idx="3"/>
            <a:endCxn id="7" idx="2"/>
          </p:cNvCxnSpPr>
          <p:nvPr/>
        </p:nvCxnSpPr>
        <p:spPr>
          <a:xfrm>
            <a:off x="1991276" y="3292212"/>
            <a:ext cx="862589" cy="1018969"/>
          </a:xfrm>
          <a:prstGeom prst="line">
            <a:avLst/>
          </a:prstGeom>
          <a:ln>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12" name="グラフィックス 11">
            <a:extLst>
              <a:ext uri="{FF2B5EF4-FFF2-40B4-BE49-F238E27FC236}">
                <a16:creationId xmlns:a16="http://schemas.microsoft.com/office/drawing/2014/main" id="{F0671F6D-8E96-FBC3-58F7-511B2D35069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47683" y="5806952"/>
            <a:ext cx="273856" cy="273856"/>
          </a:xfrm>
          <a:prstGeom prst="rect">
            <a:avLst/>
          </a:prstGeom>
        </p:spPr>
      </p:pic>
      <p:sp>
        <p:nvSpPr>
          <p:cNvPr id="13" name="テキスト ボックス 12">
            <a:extLst>
              <a:ext uri="{FF2B5EF4-FFF2-40B4-BE49-F238E27FC236}">
                <a16:creationId xmlns:a16="http://schemas.microsoft.com/office/drawing/2014/main" id="{85DCE866-60F7-F921-BFE8-FB218E4F52EB}"/>
              </a:ext>
            </a:extLst>
          </p:cNvPr>
          <p:cNvSpPr txBox="1"/>
          <p:nvPr/>
        </p:nvSpPr>
        <p:spPr>
          <a:xfrm>
            <a:off x="5065815" y="5610950"/>
            <a:ext cx="2523496" cy="646331"/>
          </a:xfrm>
          <a:prstGeom prst="rect">
            <a:avLst/>
          </a:prstGeom>
          <a:noFill/>
        </p:spPr>
        <p:txBody>
          <a:bodyPr wrap="square" lIns="0" tIns="0" rIns="0" bIns="0" rtlCol="0">
            <a:spAutoFit/>
          </a:bodyP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ハブ</a:t>
            </a: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en-US" altLang="ja-JP" sz="1400" err="1">
                <a:solidFill>
                  <a:schemeClr val="tx1">
                    <a:lumMod val="75000"/>
                    <a:lumOff val="25000"/>
                  </a:schemeClr>
                </a:solidFill>
                <a:latin typeface="Yu Gothic UI" panose="020B0500000000000000" pitchFamily="34" charset="-128"/>
                <a:ea typeface="Yu Gothic UI" panose="020B0500000000000000" pitchFamily="34" charset="-128"/>
              </a:rPr>
              <a:t>VNet</a:t>
            </a:r>
            <a:endPar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endParaRPr>
          </a:p>
          <a:p>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共通機能</a:t>
            </a: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 </a:t>
            </a:r>
            <a:r>
              <a:rPr kumimoji="1" lang="en-US" altLang="ja-JP" sz="1400" err="1">
                <a:solidFill>
                  <a:schemeClr val="tx1">
                    <a:lumMod val="75000"/>
                    <a:lumOff val="25000"/>
                  </a:schemeClr>
                </a:solidFill>
                <a:latin typeface="Yu Gothic UI" panose="020B0500000000000000" pitchFamily="34" charset="-128"/>
                <a:ea typeface="Yu Gothic UI" panose="020B0500000000000000" pitchFamily="34" charset="-128"/>
              </a:rPr>
              <a:t>VNet</a:t>
            </a: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プラットフォームランディングゾーン）</a:t>
            </a:r>
          </a:p>
        </p:txBody>
      </p:sp>
      <p:pic>
        <p:nvPicPr>
          <p:cNvPr id="14" name="グラフィックス 13">
            <a:extLst>
              <a:ext uri="{FF2B5EF4-FFF2-40B4-BE49-F238E27FC236}">
                <a16:creationId xmlns:a16="http://schemas.microsoft.com/office/drawing/2014/main" id="{1349023A-6AEC-B9A7-DD12-B5B52AE7C95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92254" y="4149593"/>
            <a:ext cx="322872" cy="322872"/>
          </a:xfrm>
          <a:prstGeom prst="rect">
            <a:avLst/>
          </a:prstGeom>
        </p:spPr>
      </p:pic>
      <p:sp>
        <p:nvSpPr>
          <p:cNvPr id="15" name="テキスト ボックス 14">
            <a:extLst>
              <a:ext uri="{FF2B5EF4-FFF2-40B4-BE49-F238E27FC236}">
                <a16:creationId xmlns:a16="http://schemas.microsoft.com/office/drawing/2014/main" id="{900CB52F-580A-CC93-A7E7-9E157B974070}"/>
              </a:ext>
            </a:extLst>
          </p:cNvPr>
          <p:cNvSpPr txBox="1"/>
          <p:nvPr/>
        </p:nvSpPr>
        <p:spPr>
          <a:xfrm>
            <a:off x="4665463" y="4604656"/>
            <a:ext cx="876819" cy="215444"/>
          </a:xfrm>
          <a:prstGeom prst="rect">
            <a:avLst/>
          </a:prstGeom>
          <a:noFill/>
        </p:spPr>
        <p:txBody>
          <a:bodyPr wrap="square" lIns="0" tIns="0" rIns="0" bIns="0" rtlCol="0">
            <a:spAutoFit/>
          </a:bodyPr>
          <a:lstStyle/>
          <a:p>
            <a:pPr algn="ctr"/>
            <a:r>
              <a:rPr kumimoji="1" lang="en-US" altLang="ja-JP" sz="1400" err="1">
                <a:solidFill>
                  <a:schemeClr val="tx1">
                    <a:lumMod val="75000"/>
                    <a:lumOff val="25000"/>
                  </a:schemeClr>
                </a:solidFill>
                <a:latin typeface="Yu Gothic UI" panose="020B0500000000000000" pitchFamily="34" charset="-128"/>
                <a:ea typeface="Yu Gothic UI" panose="020B0500000000000000" pitchFamily="34" charset="-128"/>
              </a:rPr>
              <a:t>VNet</a:t>
            </a: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 GW</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cxnSp>
        <p:nvCxnSpPr>
          <p:cNvPr id="16" name="直線コネクタ 15">
            <a:extLst>
              <a:ext uri="{FF2B5EF4-FFF2-40B4-BE49-F238E27FC236}">
                <a16:creationId xmlns:a16="http://schemas.microsoft.com/office/drawing/2014/main" id="{33DB04A3-AAAA-22E9-376A-99B7CE697D52}"/>
              </a:ext>
            </a:extLst>
          </p:cNvPr>
          <p:cNvCxnSpPr>
            <a:cxnSpLocks/>
            <a:stCxn id="7" idx="6"/>
            <a:endCxn id="14" idx="1"/>
          </p:cNvCxnSpPr>
          <p:nvPr/>
        </p:nvCxnSpPr>
        <p:spPr>
          <a:xfrm flipV="1">
            <a:off x="4366389" y="4311029"/>
            <a:ext cx="625865" cy="152"/>
          </a:xfrm>
          <a:prstGeom prst="line">
            <a:avLst/>
          </a:prstGeom>
          <a:ln>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17" name="グラフィックス 16">
            <a:extLst>
              <a:ext uri="{FF2B5EF4-FFF2-40B4-BE49-F238E27FC236}">
                <a16:creationId xmlns:a16="http://schemas.microsoft.com/office/drawing/2014/main" id="{4FF7BBC0-8AD5-3311-D794-8DB5494DAE1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073007" y="1914296"/>
            <a:ext cx="371960" cy="371960"/>
          </a:xfrm>
          <a:prstGeom prst="rect">
            <a:avLst/>
          </a:prstGeom>
        </p:spPr>
      </p:pic>
      <p:sp>
        <p:nvSpPr>
          <p:cNvPr id="18" name="テキスト ボックス 17">
            <a:extLst>
              <a:ext uri="{FF2B5EF4-FFF2-40B4-BE49-F238E27FC236}">
                <a16:creationId xmlns:a16="http://schemas.microsoft.com/office/drawing/2014/main" id="{6DB4D8C6-383A-B5BC-6AA3-33B2E8A4424B}"/>
              </a:ext>
            </a:extLst>
          </p:cNvPr>
          <p:cNvSpPr txBox="1"/>
          <p:nvPr/>
        </p:nvSpPr>
        <p:spPr>
          <a:xfrm>
            <a:off x="10877602" y="2288206"/>
            <a:ext cx="946892" cy="184666"/>
          </a:xfrm>
          <a:prstGeom prst="rect">
            <a:avLst/>
          </a:prstGeom>
          <a:noFill/>
        </p:spPr>
        <p:txBody>
          <a:bodyPr wrap="square" lIns="0" tIns="0" rIns="0" bIns="0" rtlCol="0">
            <a:spAutoFit/>
          </a:bodyPr>
          <a:lstStyle/>
          <a:p>
            <a:pPr algn="ctr"/>
            <a:r>
              <a:rPr kumimoji="1" lang="en-US" altLang="ja-JP" sz="1200" err="1">
                <a:solidFill>
                  <a:schemeClr val="tx1">
                    <a:lumMod val="75000"/>
                    <a:lumOff val="25000"/>
                  </a:schemeClr>
                </a:solidFill>
                <a:latin typeface="Yu Gothic UI" panose="020B0500000000000000" pitchFamily="34" charset="-128"/>
                <a:ea typeface="Yu Gothic UI" panose="020B0500000000000000" pitchFamily="34" charset="-128"/>
              </a:rPr>
              <a:t>AppGW</a:t>
            </a:r>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/WAF</a:t>
            </a:r>
            <a:endParaRPr kumimoji="1" lang="ja-JP" altLang="en-US" sz="1200">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19" name="グラフィックス 18">
            <a:extLst>
              <a:ext uri="{FF2B5EF4-FFF2-40B4-BE49-F238E27FC236}">
                <a16:creationId xmlns:a16="http://schemas.microsoft.com/office/drawing/2014/main" id="{637331EC-ED54-E4D3-372E-62D02F99E9D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389011" y="1971502"/>
            <a:ext cx="532528" cy="532528"/>
          </a:xfrm>
          <a:prstGeom prst="rect">
            <a:avLst/>
          </a:prstGeom>
        </p:spPr>
      </p:pic>
      <p:pic>
        <p:nvPicPr>
          <p:cNvPr id="20" name="グラフィックス 19">
            <a:extLst>
              <a:ext uri="{FF2B5EF4-FFF2-40B4-BE49-F238E27FC236}">
                <a16:creationId xmlns:a16="http://schemas.microsoft.com/office/drawing/2014/main" id="{CA6ADFB3-3A25-C41B-D800-D37CA2E3054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016210" y="1926816"/>
            <a:ext cx="436670" cy="436670"/>
          </a:xfrm>
          <a:prstGeom prst="rect">
            <a:avLst/>
          </a:prstGeom>
        </p:spPr>
      </p:pic>
      <p:pic>
        <p:nvPicPr>
          <p:cNvPr id="21" name="グラフィックス 20">
            <a:extLst>
              <a:ext uri="{FF2B5EF4-FFF2-40B4-BE49-F238E27FC236}">
                <a16:creationId xmlns:a16="http://schemas.microsoft.com/office/drawing/2014/main" id="{3C0955DD-CD75-0E86-3B97-CC2F211AA1D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06135" y="1692575"/>
            <a:ext cx="436670" cy="436670"/>
          </a:xfrm>
          <a:prstGeom prst="rect">
            <a:avLst/>
          </a:prstGeom>
        </p:spPr>
      </p:pic>
      <p:sp>
        <p:nvSpPr>
          <p:cNvPr id="22" name="テキスト ボックス 21">
            <a:extLst>
              <a:ext uri="{FF2B5EF4-FFF2-40B4-BE49-F238E27FC236}">
                <a16:creationId xmlns:a16="http://schemas.microsoft.com/office/drawing/2014/main" id="{262A1BDA-4B6D-1AFA-2935-72BF9781C5F5}"/>
              </a:ext>
            </a:extLst>
          </p:cNvPr>
          <p:cNvSpPr txBox="1"/>
          <p:nvPr/>
        </p:nvSpPr>
        <p:spPr>
          <a:xfrm>
            <a:off x="4087188" y="2487049"/>
            <a:ext cx="1256183" cy="243519"/>
          </a:xfrm>
          <a:prstGeom prst="rect">
            <a:avLst/>
          </a:prstGeom>
          <a:noFill/>
        </p:spPr>
        <p:txBody>
          <a:bodyPr wrap="square" lIns="36000" tIns="36000" rIns="36000" bIns="36000" rtlCol="0">
            <a:spAutoFit/>
          </a:bodyPr>
          <a:lstStyle/>
          <a:p>
            <a:pPr algn="ctr">
              <a:lnSpc>
                <a:spcPct val="90000"/>
              </a:lnSpc>
              <a:spcAft>
                <a:spcPts val="600"/>
              </a:spcAft>
            </a:pPr>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CDN</a:t>
            </a:r>
            <a:endParaRPr kumimoji="1" lang="ja-JP" altLang="en-US" sz="1200" err="1">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23" name="テキスト ボックス 22">
            <a:extLst>
              <a:ext uri="{FF2B5EF4-FFF2-40B4-BE49-F238E27FC236}">
                <a16:creationId xmlns:a16="http://schemas.microsoft.com/office/drawing/2014/main" id="{0ADDEAB8-3EC0-2A19-0C67-5885C550BA5E}"/>
              </a:ext>
            </a:extLst>
          </p:cNvPr>
          <p:cNvSpPr txBox="1"/>
          <p:nvPr/>
        </p:nvSpPr>
        <p:spPr>
          <a:xfrm>
            <a:off x="4824788" y="2389590"/>
            <a:ext cx="1256183" cy="243519"/>
          </a:xfrm>
          <a:prstGeom prst="rect">
            <a:avLst/>
          </a:prstGeom>
          <a:noFill/>
        </p:spPr>
        <p:txBody>
          <a:bodyPr wrap="square" lIns="36000" tIns="36000" rIns="36000" bIns="36000" rtlCol="0">
            <a:spAutoFit/>
          </a:bodyPr>
          <a:lstStyle/>
          <a:p>
            <a:pPr algn="ctr">
              <a:lnSpc>
                <a:spcPct val="90000"/>
              </a:lnSpc>
              <a:spcAft>
                <a:spcPts val="600"/>
              </a:spcAft>
            </a:pPr>
            <a:r>
              <a:rPr kumimoji="1" lang="en-US" altLang="ja-JP" sz="1200" err="1">
                <a:solidFill>
                  <a:schemeClr val="tx1">
                    <a:lumMod val="75000"/>
                    <a:lumOff val="25000"/>
                  </a:schemeClr>
                </a:solidFill>
                <a:latin typeface="Yu Gothic UI" panose="020B0500000000000000" pitchFamily="34" charset="-128"/>
                <a:ea typeface="Yu Gothic UI" panose="020B0500000000000000" pitchFamily="34" charset="-128"/>
              </a:rPr>
              <a:t>FrontDoor</a:t>
            </a:r>
            <a:endParaRPr kumimoji="1" lang="ja-JP" altLang="en-US" sz="1200" err="1">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24" name="テキスト ボックス 23">
            <a:extLst>
              <a:ext uri="{FF2B5EF4-FFF2-40B4-BE49-F238E27FC236}">
                <a16:creationId xmlns:a16="http://schemas.microsoft.com/office/drawing/2014/main" id="{673F4663-8C60-8EAA-9CC8-30733B5C79C9}"/>
              </a:ext>
            </a:extLst>
          </p:cNvPr>
          <p:cNvSpPr txBox="1"/>
          <p:nvPr/>
        </p:nvSpPr>
        <p:spPr>
          <a:xfrm>
            <a:off x="5562388" y="2032907"/>
            <a:ext cx="1256183" cy="409718"/>
          </a:xfrm>
          <a:prstGeom prst="rect">
            <a:avLst/>
          </a:prstGeom>
          <a:noFill/>
        </p:spPr>
        <p:txBody>
          <a:bodyPr wrap="square" lIns="36000" tIns="36000" rIns="36000" bIns="36000" rtlCol="0">
            <a:spAutoFit/>
          </a:bodyPr>
          <a:lstStyle/>
          <a:p>
            <a:pPr algn="ctr">
              <a:lnSpc>
                <a:spcPct val="90000"/>
              </a:lnSpc>
              <a:spcAft>
                <a:spcPts val="600"/>
              </a:spcAft>
            </a:pPr>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Traffic</a:t>
            </a:r>
            <a:b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br>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Manager</a:t>
            </a:r>
            <a:endParaRPr kumimoji="1" lang="ja-JP" altLang="en-US" sz="1200" err="1">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25" name="グラフィックス 24">
            <a:extLst>
              <a:ext uri="{FF2B5EF4-FFF2-40B4-BE49-F238E27FC236}">
                <a16:creationId xmlns:a16="http://schemas.microsoft.com/office/drawing/2014/main" id="{620B6913-1AEC-F1FC-836D-88CB24C21B1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901354" y="3255737"/>
            <a:ext cx="359233" cy="359233"/>
          </a:xfrm>
          <a:prstGeom prst="rect">
            <a:avLst/>
          </a:prstGeom>
        </p:spPr>
      </p:pic>
      <p:sp>
        <p:nvSpPr>
          <p:cNvPr id="26" name="テキスト ボックス 25">
            <a:extLst>
              <a:ext uri="{FF2B5EF4-FFF2-40B4-BE49-F238E27FC236}">
                <a16:creationId xmlns:a16="http://schemas.microsoft.com/office/drawing/2014/main" id="{984418A7-05F8-50BC-EC8A-9D236CDD2649}"/>
              </a:ext>
            </a:extLst>
          </p:cNvPr>
          <p:cNvSpPr txBox="1"/>
          <p:nvPr/>
        </p:nvSpPr>
        <p:spPr>
          <a:xfrm>
            <a:off x="5633478" y="3642944"/>
            <a:ext cx="876819" cy="215444"/>
          </a:xfrm>
          <a:prstGeom prst="rect">
            <a:avLst/>
          </a:prstGeom>
          <a:noFill/>
        </p:spPr>
        <p:txBody>
          <a:bodyPr wrap="square" lIns="0" tIns="0" rIns="0" bIns="0" rtlCol="0">
            <a:spAutoFit/>
          </a:bodyPr>
          <a:lstStyle/>
          <a:p>
            <a:pPr algn="ct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FW</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27" name="グラフィックス 26">
            <a:extLst>
              <a:ext uri="{FF2B5EF4-FFF2-40B4-BE49-F238E27FC236}">
                <a16:creationId xmlns:a16="http://schemas.microsoft.com/office/drawing/2014/main" id="{DBA3C403-0FF5-A49F-BED4-C6E25C97C87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456394" y="1732057"/>
            <a:ext cx="334091" cy="334091"/>
          </a:xfrm>
          <a:prstGeom prst="rect">
            <a:avLst/>
          </a:prstGeom>
        </p:spPr>
      </p:pic>
      <p:pic>
        <p:nvPicPr>
          <p:cNvPr id="28" name="グラフィックス 27">
            <a:extLst>
              <a:ext uri="{FF2B5EF4-FFF2-40B4-BE49-F238E27FC236}">
                <a16:creationId xmlns:a16="http://schemas.microsoft.com/office/drawing/2014/main" id="{1418381A-5F33-AFAD-CD3E-BAA2D2D44D4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728458" y="2607371"/>
            <a:ext cx="273856" cy="273856"/>
          </a:xfrm>
          <a:prstGeom prst="rect">
            <a:avLst/>
          </a:prstGeom>
        </p:spPr>
      </p:pic>
      <p:pic>
        <p:nvPicPr>
          <p:cNvPr id="29" name="グラフィックス 28">
            <a:extLst>
              <a:ext uri="{FF2B5EF4-FFF2-40B4-BE49-F238E27FC236}">
                <a16:creationId xmlns:a16="http://schemas.microsoft.com/office/drawing/2014/main" id="{7D7DFEFB-D3C9-9229-4FD2-63DB6996FB99}"/>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808211" y="1925738"/>
            <a:ext cx="309829" cy="309829"/>
          </a:xfrm>
          <a:prstGeom prst="rect">
            <a:avLst/>
          </a:prstGeom>
        </p:spPr>
      </p:pic>
      <p:pic>
        <p:nvPicPr>
          <p:cNvPr id="30" name="グラフィックス 29">
            <a:extLst>
              <a:ext uri="{FF2B5EF4-FFF2-40B4-BE49-F238E27FC236}">
                <a16:creationId xmlns:a16="http://schemas.microsoft.com/office/drawing/2014/main" id="{EFFF8EAC-8C69-E728-E776-02F307D4859F}"/>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729476" y="1905109"/>
            <a:ext cx="334091" cy="334091"/>
          </a:xfrm>
          <a:prstGeom prst="rect">
            <a:avLst/>
          </a:prstGeom>
        </p:spPr>
      </p:pic>
      <p:sp>
        <p:nvSpPr>
          <p:cNvPr id="31" name="テキスト ボックス 30">
            <a:extLst>
              <a:ext uri="{FF2B5EF4-FFF2-40B4-BE49-F238E27FC236}">
                <a16:creationId xmlns:a16="http://schemas.microsoft.com/office/drawing/2014/main" id="{F4482879-A32D-A3A4-D0E3-10E6A9EACD2B}"/>
              </a:ext>
            </a:extLst>
          </p:cNvPr>
          <p:cNvSpPr txBox="1"/>
          <p:nvPr/>
        </p:nvSpPr>
        <p:spPr>
          <a:xfrm>
            <a:off x="9065099" y="2653062"/>
            <a:ext cx="1596719" cy="215444"/>
          </a:xfrm>
          <a:prstGeom prst="rect">
            <a:avLst/>
          </a:prstGeom>
          <a:noFill/>
        </p:spPr>
        <p:txBody>
          <a:bodyPr wrap="square" lIns="0" tIns="0" rIns="0" bIns="0" rtlCol="0">
            <a:spAutoFit/>
          </a:bodyP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システム</a:t>
            </a: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A </a:t>
            </a:r>
            <a:r>
              <a:rPr kumimoji="1" lang="en-US" altLang="ja-JP" sz="1400" err="1">
                <a:solidFill>
                  <a:schemeClr val="tx1">
                    <a:lumMod val="75000"/>
                    <a:lumOff val="25000"/>
                  </a:schemeClr>
                </a:solidFill>
                <a:latin typeface="Yu Gothic UI" panose="020B0500000000000000" pitchFamily="34" charset="-128"/>
                <a:ea typeface="Yu Gothic UI" panose="020B0500000000000000" pitchFamily="34" charset="-128"/>
              </a:rPr>
              <a:t>VNet</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32" name="テキスト ボックス 31">
            <a:extLst>
              <a:ext uri="{FF2B5EF4-FFF2-40B4-BE49-F238E27FC236}">
                <a16:creationId xmlns:a16="http://schemas.microsoft.com/office/drawing/2014/main" id="{34963BFA-10EF-01B2-5FFE-00093AD6CA45}"/>
              </a:ext>
            </a:extLst>
          </p:cNvPr>
          <p:cNvSpPr txBox="1"/>
          <p:nvPr/>
        </p:nvSpPr>
        <p:spPr>
          <a:xfrm>
            <a:off x="9291066" y="2338409"/>
            <a:ext cx="876819" cy="215444"/>
          </a:xfrm>
          <a:prstGeom prst="rect">
            <a:avLst/>
          </a:prstGeom>
          <a:noFill/>
        </p:spPr>
        <p:txBody>
          <a:bodyPr wrap="square" lIns="0" tIns="0" rIns="0" bIns="0" rtlCol="0">
            <a:spAutoFit/>
          </a:bodyPr>
          <a:lstStyle/>
          <a:p>
            <a:pPr algn="ct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VM</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33" name="テキスト ボックス 32">
            <a:extLst>
              <a:ext uri="{FF2B5EF4-FFF2-40B4-BE49-F238E27FC236}">
                <a16:creationId xmlns:a16="http://schemas.microsoft.com/office/drawing/2014/main" id="{AF4634F3-F6AF-05C4-03F5-CF4FF9A65710}"/>
              </a:ext>
            </a:extLst>
          </p:cNvPr>
          <p:cNvSpPr txBox="1"/>
          <p:nvPr/>
        </p:nvSpPr>
        <p:spPr>
          <a:xfrm>
            <a:off x="8524715" y="2334776"/>
            <a:ext cx="876819" cy="215444"/>
          </a:xfrm>
          <a:prstGeom prst="rect">
            <a:avLst/>
          </a:prstGeom>
          <a:noFill/>
        </p:spPr>
        <p:txBody>
          <a:bodyPr wrap="square" lIns="0" tIns="0" rIns="0" bIns="0" rtlCol="0">
            <a:spAutoFit/>
          </a:bodyPr>
          <a:lstStyle/>
          <a:p>
            <a:pPr algn="ct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LB</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cxnSp>
        <p:nvCxnSpPr>
          <p:cNvPr id="43" name="直線コネクタ 42">
            <a:extLst>
              <a:ext uri="{FF2B5EF4-FFF2-40B4-BE49-F238E27FC236}">
                <a16:creationId xmlns:a16="http://schemas.microsoft.com/office/drawing/2014/main" id="{2F0F5AF8-E73F-B2A8-189B-EC385E814BB9}"/>
              </a:ext>
            </a:extLst>
          </p:cNvPr>
          <p:cNvCxnSpPr>
            <a:stCxn id="11" idx="3"/>
            <a:endCxn id="41" idx="1"/>
          </p:cNvCxnSpPr>
          <p:nvPr/>
        </p:nvCxnSpPr>
        <p:spPr>
          <a:xfrm flipV="1">
            <a:off x="7640368" y="2235567"/>
            <a:ext cx="590638" cy="2396746"/>
          </a:xfrm>
          <a:prstGeom prst="line">
            <a:avLst/>
          </a:prstGeom>
          <a:ln w="2222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45" name="グラフィックス 44">
            <a:extLst>
              <a:ext uri="{FF2B5EF4-FFF2-40B4-BE49-F238E27FC236}">
                <a16:creationId xmlns:a16="http://schemas.microsoft.com/office/drawing/2014/main" id="{45EC1289-1DEF-EC76-A230-D5ABB86F481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89429" y="2063014"/>
            <a:ext cx="379611" cy="379611"/>
          </a:xfrm>
          <a:prstGeom prst="rect">
            <a:avLst/>
          </a:prstGeom>
        </p:spPr>
      </p:pic>
      <p:sp>
        <p:nvSpPr>
          <p:cNvPr id="46" name="テキスト ボックス 45">
            <a:extLst>
              <a:ext uri="{FF2B5EF4-FFF2-40B4-BE49-F238E27FC236}">
                <a16:creationId xmlns:a16="http://schemas.microsoft.com/office/drawing/2014/main" id="{3CCC5F12-A51F-B9EC-DB61-A779320FB503}"/>
              </a:ext>
            </a:extLst>
          </p:cNvPr>
          <p:cNvSpPr txBox="1"/>
          <p:nvPr/>
        </p:nvSpPr>
        <p:spPr>
          <a:xfrm>
            <a:off x="6539986" y="2506127"/>
            <a:ext cx="1397311" cy="261610"/>
          </a:xfrm>
          <a:prstGeom prst="rect">
            <a:avLst/>
          </a:prstGeom>
          <a:noFill/>
        </p:spPr>
        <p:txBody>
          <a:bodyPr wrap="square" rtlCol="0">
            <a:spAutoFit/>
          </a:bodyPr>
          <a:lstStyle/>
          <a:p>
            <a:r>
              <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rPr>
              <a:t>Private DNS Zone</a:t>
            </a: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50" name="グラフィックス 49">
            <a:extLst>
              <a:ext uri="{FF2B5EF4-FFF2-40B4-BE49-F238E27FC236}">
                <a16:creationId xmlns:a16="http://schemas.microsoft.com/office/drawing/2014/main" id="{36B0F28A-8988-1C76-8B3B-C0143D727617}"/>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5863399" y="4097012"/>
            <a:ext cx="409565" cy="409565"/>
          </a:xfrm>
          <a:prstGeom prst="rect">
            <a:avLst/>
          </a:prstGeom>
        </p:spPr>
      </p:pic>
      <p:sp>
        <p:nvSpPr>
          <p:cNvPr id="52" name="テキスト ボックス 51">
            <a:extLst>
              <a:ext uri="{FF2B5EF4-FFF2-40B4-BE49-F238E27FC236}">
                <a16:creationId xmlns:a16="http://schemas.microsoft.com/office/drawing/2014/main" id="{FFA84062-8385-F073-502B-2C201C1077B1}"/>
              </a:ext>
            </a:extLst>
          </p:cNvPr>
          <p:cNvSpPr txBox="1"/>
          <p:nvPr/>
        </p:nvSpPr>
        <p:spPr>
          <a:xfrm>
            <a:off x="4483765" y="6578355"/>
            <a:ext cx="1596719" cy="215444"/>
          </a:xfrm>
          <a:prstGeom prst="rect">
            <a:avLst/>
          </a:prstGeom>
          <a:noFill/>
        </p:spPr>
        <p:txBody>
          <a:bodyPr wrap="square" lIns="0" tIns="0" rIns="0" bIns="0" rtlCol="0">
            <a:spAutoFit/>
          </a:bodyPr>
          <a:lstStyle/>
          <a:p>
            <a:r>
              <a:rPr kumimoji="1" lang="en-US" altLang="ja-JP" sz="1400" dirty="0">
                <a:solidFill>
                  <a:schemeClr val="tx1">
                    <a:lumMod val="75000"/>
                    <a:lumOff val="25000"/>
                  </a:schemeClr>
                </a:solidFill>
                <a:latin typeface="Yu Gothic UI" panose="020B0500000000000000" pitchFamily="34" charset="-128"/>
                <a:ea typeface="Yu Gothic UI" panose="020B0500000000000000" pitchFamily="34" charset="-128"/>
              </a:rPr>
              <a:t>MS </a:t>
            </a:r>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バックボーン</a:t>
            </a:r>
          </a:p>
        </p:txBody>
      </p:sp>
      <p:sp>
        <p:nvSpPr>
          <p:cNvPr id="66" name="テキスト ボックス 65">
            <a:extLst>
              <a:ext uri="{FF2B5EF4-FFF2-40B4-BE49-F238E27FC236}">
                <a16:creationId xmlns:a16="http://schemas.microsoft.com/office/drawing/2014/main" id="{36A3423C-A166-1D26-055D-E0356E310838}"/>
              </a:ext>
            </a:extLst>
          </p:cNvPr>
          <p:cNvSpPr txBox="1"/>
          <p:nvPr/>
        </p:nvSpPr>
        <p:spPr>
          <a:xfrm>
            <a:off x="5632868" y="4604656"/>
            <a:ext cx="876819" cy="646331"/>
          </a:xfrm>
          <a:prstGeom prst="rect">
            <a:avLst/>
          </a:prstGeom>
          <a:noFill/>
        </p:spPr>
        <p:txBody>
          <a:bodyPr wrap="square" lIns="0" tIns="0" rIns="0" bIns="0" rtlCol="0">
            <a:spAutoFit/>
          </a:bodyPr>
          <a:lstStyle/>
          <a:p>
            <a:pPr algn="ct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Private</a:t>
            </a:r>
          </a:p>
          <a:p>
            <a:pPr algn="ct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DNS</a:t>
            </a:r>
          </a:p>
          <a:p>
            <a:pPr algn="ct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Resolver</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67" name="正方形/長方形 66">
            <a:extLst>
              <a:ext uri="{FF2B5EF4-FFF2-40B4-BE49-F238E27FC236}">
                <a16:creationId xmlns:a16="http://schemas.microsoft.com/office/drawing/2014/main" id="{FA03D250-3985-47B3-6D94-21840D64A61C}"/>
              </a:ext>
            </a:extLst>
          </p:cNvPr>
          <p:cNvSpPr/>
          <p:nvPr/>
        </p:nvSpPr>
        <p:spPr bwMode="auto">
          <a:xfrm>
            <a:off x="6673528" y="4057020"/>
            <a:ext cx="792180" cy="561617"/>
          </a:xfrm>
          <a:prstGeom prst="rect">
            <a:avLst/>
          </a:prstGeom>
          <a:solidFill>
            <a:schemeClr val="accent1">
              <a:lumMod val="20000"/>
              <a:lumOff val="80000"/>
            </a:schemeClr>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rPr>
              <a:t>その他</a:t>
            </a:r>
            <a:endParaRPr kumimoji="1" lang="en-US" altLang="ja-JP"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a:p>
            <a:pPr algn="ctr" defTabSz="932472" fontAlgn="base">
              <a:spcBef>
                <a:spcPct val="0"/>
              </a:spcBef>
              <a:spcAft>
                <a:spcPct val="0"/>
              </a:spcAft>
            </a:pPr>
            <a:r>
              <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rPr>
              <a:t>共通機能</a:t>
            </a:r>
          </a:p>
        </p:txBody>
      </p:sp>
      <p:sp>
        <p:nvSpPr>
          <p:cNvPr id="69" name="楕円 154">
            <a:extLst>
              <a:ext uri="{FF2B5EF4-FFF2-40B4-BE49-F238E27FC236}">
                <a16:creationId xmlns:a16="http://schemas.microsoft.com/office/drawing/2014/main" id="{C3AD8C86-464F-948E-69EC-6EAFE97E3BAF}"/>
              </a:ext>
            </a:extLst>
          </p:cNvPr>
          <p:cNvSpPr/>
          <p:nvPr/>
        </p:nvSpPr>
        <p:spPr bwMode="auto">
          <a:xfrm>
            <a:off x="494483" y="4568935"/>
            <a:ext cx="1928087" cy="654469"/>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r>
              <a:rPr kumimoji="1" lang="ja-JP" altLang="en-US" sz="1800">
                <a:solidFill>
                  <a:schemeClr val="bg1"/>
                </a:solidFill>
                <a:latin typeface="Yu Gothic UI" panose="020B0500000000000000" pitchFamily="34" charset="-128"/>
                <a:ea typeface="Yu Gothic UI" panose="020B0500000000000000" pitchFamily="34" charset="-128"/>
                <a:cs typeface="Segoe UI" pitchFamily="34" charset="0"/>
              </a:rPr>
              <a:t>企業</a:t>
            </a:r>
            <a:r>
              <a:rPr kumimoji="1" lang="en-US" altLang="ja-JP" sz="1800" dirty="0">
                <a:solidFill>
                  <a:schemeClr val="bg1"/>
                </a:solidFill>
                <a:latin typeface="Yu Gothic UI" panose="020B0500000000000000" pitchFamily="34" charset="-128"/>
                <a:ea typeface="Yu Gothic UI" panose="020B0500000000000000" pitchFamily="34" charset="-128"/>
                <a:cs typeface="Segoe UI" pitchFamily="34" charset="0"/>
              </a:rPr>
              <a:t> NW</a:t>
            </a:r>
            <a:endParaRPr kumimoji="1" lang="ja-JP" altLang="en-US" sz="1800">
              <a:solidFill>
                <a:schemeClr val="bg1"/>
              </a:solidFill>
              <a:latin typeface="Yu Gothic UI" panose="020B0500000000000000" pitchFamily="34" charset="-128"/>
              <a:ea typeface="Yu Gothic UI" panose="020B0500000000000000" pitchFamily="34" charset="-128"/>
              <a:cs typeface="Segoe UI" pitchFamily="34" charset="0"/>
            </a:endParaRPr>
          </a:p>
        </p:txBody>
      </p:sp>
      <p:cxnSp>
        <p:nvCxnSpPr>
          <p:cNvPr id="70" name="直線コネクタ 69">
            <a:extLst>
              <a:ext uri="{FF2B5EF4-FFF2-40B4-BE49-F238E27FC236}">
                <a16:creationId xmlns:a16="http://schemas.microsoft.com/office/drawing/2014/main" id="{832D5EC6-35C9-AE48-8283-DD3F177528F8}"/>
              </a:ext>
            </a:extLst>
          </p:cNvPr>
          <p:cNvCxnSpPr>
            <a:cxnSpLocks/>
            <a:stCxn id="69" idx="6"/>
            <a:endCxn id="6" idx="2"/>
          </p:cNvCxnSpPr>
          <p:nvPr/>
        </p:nvCxnSpPr>
        <p:spPr>
          <a:xfrm flipV="1">
            <a:off x="2422570" y="1910911"/>
            <a:ext cx="905475" cy="2985259"/>
          </a:xfrm>
          <a:prstGeom prst="line">
            <a:avLst/>
          </a:prstGeom>
          <a:ln>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1" name="直線コネクタ 70">
            <a:extLst>
              <a:ext uri="{FF2B5EF4-FFF2-40B4-BE49-F238E27FC236}">
                <a16:creationId xmlns:a16="http://schemas.microsoft.com/office/drawing/2014/main" id="{7659165D-3FC9-3498-19C6-F9D450AC3400}"/>
              </a:ext>
            </a:extLst>
          </p:cNvPr>
          <p:cNvCxnSpPr>
            <a:cxnSpLocks/>
            <a:stCxn id="69" idx="6"/>
            <a:endCxn id="7" idx="2"/>
          </p:cNvCxnSpPr>
          <p:nvPr/>
        </p:nvCxnSpPr>
        <p:spPr>
          <a:xfrm flipV="1">
            <a:off x="2422570" y="4311181"/>
            <a:ext cx="431295" cy="584989"/>
          </a:xfrm>
          <a:prstGeom prst="line">
            <a:avLst/>
          </a:prstGeom>
          <a:ln>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73" name="Picture 2" descr="ソース画像を表示">
            <a:extLst>
              <a:ext uri="{FF2B5EF4-FFF2-40B4-BE49-F238E27FC236}">
                <a16:creationId xmlns:a16="http://schemas.microsoft.com/office/drawing/2014/main" id="{FA9924E6-CFFC-B5ED-6840-32786DAE0737}"/>
              </a:ext>
            </a:extLst>
          </p:cNvPr>
          <p:cNvPicPr>
            <a:picLocks noChangeAspect="1" noChangeArrowheads="1"/>
          </p:cNvPicPr>
          <p:nvPr/>
        </p:nvPicPr>
        <p:blipFill rotWithShape="1">
          <a:blip r:embed="rId15">
            <a:extLst>
              <a:ext uri="{28A0092B-C50C-407E-A947-70E740481C1C}">
                <a14:useLocalDpi xmlns:a14="http://schemas.microsoft.com/office/drawing/2010/main" val="0"/>
              </a:ext>
            </a:extLst>
          </a:blip>
          <a:srcRect l="19576" t="-18700" r="14359" b="-9314"/>
          <a:stretch/>
        </p:blipFill>
        <p:spPr bwMode="auto">
          <a:xfrm>
            <a:off x="6801683" y="3127700"/>
            <a:ext cx="482790" cy="491123"/>
          </a:xfrm>
          <a:prstGeom prst="rect">
            <a:avLst/>
          </a:prstGeom>
          <a:noFill/>
          <a:extLst>
            <a:ext uri="{909E8E84-426E-40DD-AFC4-6F175D3DCCD1}">
              <a14:hiddenFill xmlns:a14="http://schemas.microsoft.com/office/drawing/2010/main">
                <a:solidFill>
                  <a:srgbClr val="FFFFFF"/>
                </a:solidFill>
              </a14:hiddenFill>
            </a:ext>
          </a:extLst>
        </p:spPr>
      </p:pic>
      <p:sp>
        <p:nvSpPr>
          <p:cNvPr id="74" name="テキスト ボックス 73">
            <a:extLst>
              <a:ext uri="{FF2B5EF4-FFF2-40B4-BE49-F238E27FC236}">
                <a16:creationId xmlns:a16="http://schemas.microsoft.com/office/drawing/2014/main" id="{B4591036-9A7F-661E-6D14-F90AF73EC4FB}"/>
              </a:ext>
            </a:extLst>
          </p:cNvPr>
          <p:cNvSpPr txBox="1"/>
          <p:nvPr/>
        </p:nvSpPr>
        <p:spPr>
          <a:xfrm>
            <a:off x="6422427" y="3623900"/>
            <a:ext cx="1256183" cy="243519"/>
          </a:xfrm>
          <a:prstGeom prst="rect">
            <a:avLst/>
          </a:prstGeom>
          <a:noFill/>
        </p:spPr>
        <p:txBody>
          <a:bodyPr wrap="square" lIns="36000" tIns="36000" rIns="36000" bIns="36000" rtlCol="0">
            <a:spAutoFit/>
          </a:bodyPr>
          <a:lstStyle/>
          <a:p>
            <a:pPr algn="ctr">
              <a:lnSpc>
                <a:spcPct val="90000"/>
              </a:lnSpc>
              <a:spcAft>
                <a:spcPts val="600"/>
              </a:spcAft>
            </a:pPr>
            <a:r>
              <a:rPr lang="en-US" altLang="ja-JP" sz="1200">
                <a:solidFill>
                  <a:schemeClr val="tx1">
                    <a:lumMod val="75000"/>
                    <a:lumOff val="25000"/>
                  </a:schemeClr>
                </a:solidFill>
                <a:latin typeface="Yu Gothic UI" panose="020B0500000000000000" pitchFamily="34" charset="-128"/>
                <a:ea typeface="Yu Gothic UI" panose="020B0500000000000000" pitchFamily="34" charset="-128"/>
              </a:rPr>
              <a:t>Bastion</a:t>
            </a:r>
            <a:endParaRPr kumimoji="1" lang="ja-JP" altLang="en-US" sz="1200" err="1">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76" name="テキスト ボックス 75">
            <a:extLst>
              <a:ext uri="{FF2B5EF4-FFF2-40B4-BE49-F238E27FC236}">
                <a16:creationId xmlns:a16="http://schemas.microsoft.com/office/drawing/2014/main" id="{6C5658F9-F722-ADD5-9082-D78AC82A7108}"/>
              </a:ext>
            </a:extLst>
          </p:cNvPr>
          <p:cNvSpPr txBox="1"/>
          <p:nvPr/>
        </p:nvSpPr>
        <p:spPr>
          <a:xfrm>
            <a:off x="10852308" y="2636577"/>
            <a:ext cx="897583" cy="215444"/>
          </a:xfrm>
          <a:prstGeom prst="rect">
            <a:avLst/>
          </a:prstGeom>
          <a:noFill/>
        </p:spPr>
        <p:txBody>
          <a:bodyPr wrap="square" lIns="0" tIns="0" rIns="0" bIns="0" rtlCol="0">
            <a:spAutoFit/>
          </a:bodyPr>
          <a:lstStyle/>
          <a:p>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DMZ </a:t>
            </a:r>
            <a:r>
              <a:rPr kumimoji="1" lang="en-US" altLang="ja-JP" sz="1400" err="1">
                <a:solidFill>
                  <a:schemeClr val="tx1">
                    <a:lumMod val="75000"/>
                    <a:lumOff val="25000"/>
                  </a:schemeClr>
                </a:solidFill>
                <a:latin typeface="Yu Gothic UI" panose="020B0500000000000000" pitchFamily="34" charset="-128"/>
                <a:ea typeface="Yu Gothic UI" panose="020B0500000000000000" pitchFamily="34" charset="-128"/>
              </a:rPr>
              <a:t>VNet</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cxnSp>
        <p:nvCxnSpPr>
          <p:cNvPr id="77" name="カギ線コネクタ 76">
            <a:extLst>
              <a:ext uri="{FF2B5EF4-FFF2-40B4-BE49-F238E27FC236}">
                <a16:creationId xmlns:a16="http://schemas.microsoft.com/office/drawing/2014/main" id="{EE791C37-A3F4-845E-8CFE-EB973F8B4404}"/>
              </a:ext>
            </a:extLst>
          </p:cNvPr>
          <p:cNvCxnSpPr>
            <a:stCxn id="6" idx="0"/>
            <a:endCxn id="75" idx="0"/>
          </p:cNvCxnSpPr>
          <p:nvPr/>
        </p:nvCxnSpPr>
        <p:spPr>
          <a:xfrm rot="5400000" flipH="1" flipV="1">
            <a:off x="7878789" y="-1763255"/>
            <a:ext cx="82775" cy="6733485"/>
          </a:xfrm>
          <a:prstGeom prst="bentConnector3">
            <a:avLst>
              <a:gd name="adj1" fmla="val 376170"/>
            </a:avLst>
          </a:prstGeom>
          <a:ln w="190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8" name="直線コネクタ 77">
            <a:extLst>
              <a:ext uri="{FF2B5EF4-FFF2-40B4-BE49-F238E27FC236}">
                <a16:creationId xmlns:a16="http://schemas.microsoft.com/office/drawing/2014/main" id="{FAD95253-C3A5-124B-6FFC-E77619CE02C6}"/>
              </a:ext>
            </a:extLst>
          </p:cNvPr>
          <p:cNvCxnSpPr>
            <a:cxnSpLocks/>
            <a:stCxn id="41" idx="3"/>
            <a:endCxn id="75" idx="1"/>
          </p:cNvCxnSpPr>
          <p:nvPr/>
        </p:nvCxnSpPr>
        <p:spPr>
          <a:xfrm>
            <a:off x="10681782" y="2235567"/>
            <a:ext cx="170526" cy="1888"/>
          </a:xfrm>
          <a:prstGeom prst="line">
            <a:avLst/>
          </a:prstGeom>
          <a:ln w="2222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4" name="四角形: 角を丸くする 96">
            <a:extLst>
              <a:ext uri="{FF2B5EF4-FFF2-40B4-BE49-F238E27FC236}">
                <a16:creationId xmlns:a16="http://schemas.microsoft.com/office/drawing/2014/main" id="{F66E53FA-3808-439B-5D3D-298814F5BED2}"/>
              </a:ext>
            </a:extLst>
          </p:cNvPr>
          <p:cNvSpPr/>
          <p:nvPr/>
        </p:nvSpPr>
        <p:spPr bwMode="auto">
          <a:xfrm>
            <a:off x="8228801" y="3097942"/>
            <a:ext cx="2450776" cy="1350712"/>
          </a:xfrm>
          <a:prstGeom prst="roundRect">
            <a:avLst>
              <a:gd name="adj" fmla="val 15636"/>
            </a:avLst>
          </a:prstGeom>
          <a:solidFill>
            <a:schemeClr val="bg1"/>
          </a:solidFill>
          <a:ln w="1905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sp>
        <p:nvSpPr>
          <p:cNvPr id="35" name="四角形: 角を丸くする 113">
            <a:extLst>
              <a:ext uri="{FF2B5EF4-FFF2-40B4-BE49-F238E27FC236}">
                <a16:creationId xmlns:a16="http://schemas.microsoft.com/office/drawing/2014/main" id="{C2ACD8BC-3417-1F4D-DE56-4EEE3A252769}"/>
              </a:ext>
            </a:extLst>
          </p:cNvPr>
          <p:cNvSpPr/>
          <p:nvPr/>
        </p:nvSpPr>
        <p:spPr bwMode="auto">
          <a:xfrm>
            <a:off x="8231006" y="4604656"/>
            <a:ext cx="2450776" cy="1120508"/>
          </a:xfrm>
          <a:prstGeom prst="roundRect">
            <a:avLst>
              <a:gd name="adj" fmla="val 15636"/>
            </a:avLst>
          </a:prstGeom>
          <a:solidFill>
            <a:schemeClr val="bg1"/>
          </a:solidFill>
          <a:ln w="1905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pic>
        <p:nvPicPr>
          <p:cNvPr id="36" name="グラフィックス 35">
            <a:extLst>
              <a:ext uri="{FF2B5EF4-FFF2-40B4-BE49-F238E27FC236}">
                <a16:creationId xmlns:a16="http://schemas.microsoft.com/office/drawing/2014/main" id="{ED2BA3CB-7465-9224-802A-7AEEB8DFD39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454189" y="3172973"/>
            <a:ext cx="334091" cy="334091"/>
          </a:xfrm>
          <a:prstGeom prst="rect">
            <a:avLst/>
          </a:prstGeom>
        </p:spPr>
      </p:pic>
      <p:pic>
        <p:nvPicPr>
          <p:cNvPr id="37" name="グラフィックス 36">
            <a:extLst>
              <a:ext uri="{FF2B5EF4-FFF2-40B4-BE49-F238E27FC236}">
                <a16:creationId xmlns:a16="http://schemas.microsoft.com/office/drawing/2014/main" id="{B7B9BE13-DAFB-4D76-3692-EA0476C06E3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828404" y="4117766"/>
            <a:ext cx="273856" cy="273856"/>
          </a:xfrm>
          <a:prstGeom prst="rect">
            <a:avLst/>
          </a:prstGeom>
        </p:spPr>
      </p:pic>
      <p:pic>
        <p:nvPicPr>
          <p:cNvPr id="38" name="グラフィックス 37">
            <a:extLst>
              <a:ext uri="{FF2B5EF4-FFF2-40B4-BE49-F238E27FC236}">
                <a16:creationId xmlns:a16="http://schemas.microsoft.com/office/drawing/2014/main" id="{BB7DC8DF-D703-97B5-01B0-BE04AB31A5D1}"/>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806006" y="3366654"/>
            <a:ext cx="309829" cy="309829"/>
          </a:xfrm>
          <a:prstGeom prst="rect">
            <a:avLst/>
          </a:prstGeom>
        </p:spPr>
      </p:pic>
      <p:pic>
        <p:nvPicPr>
          <p:cNvPr id="39" name="グラフィックス 38">
            <a:extLst>
              <a:ext uri="{FF2B5EF4-FFF2-40B4-BE49-F238E27FC236}">
                <a16:creationId xmlns:a16="http://schemas.microsoft.com/office/drawing/2014/main" id="{28362B5C-B763-0B23-E267-C8EBC01B6C32}"/>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727271" y="3346025"/>
            <a:ext cx="334091" cy="334091"/>
          </a:xfrm>
          <a:prstGeom prst="rect">
            <a:avLst/>
          </a:prstGeom>
        </p:spPr>
      </p:pic>
      <p:sp>
        <p:nvSpPr>
          <p:cNvPr id="40" name="テキスト ボックス 39">
            <a:extLst>
              <a:ext uri="{FF2B5EF4-FFF2-40B4-BE49-F238E27FC236}">
                <a16:creationId xmlns:a16="http://schemas.microsoft.com/office/drawing/2014/main" id="{F796AF8E-C37E-45A0-3DF8-F9D514175014}"/>
              </a:ext>
            </a:extLst>
          </p:cNvPr>
          <p:cNvSpPr txBox="1"/>
          <p:nvPr/>
        </p:nvSpPr>
        <p:spPr>
          <a:xfrm>
            <a:off x="9165045" y="4163457"/>
            <a:ext cx="1596719" cy="215444"/>
          </a:xfrm>
          <a:prstGeom prst="rect">
            <a:avLst/>
          </a:prstGeom>
          <a:noFill/>
        </p:spPr>
        <p:txBody>
          <a:bodyPr wrap="square" lIns="0" tIns="0" rIns="0" bIns="0" rtlCol="0">
            <a:spAutoFit/>
          </a:bodyP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システム</a:t>
            </a: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B </a:t>
            </a:r>
            <a:r>
              <a:rPr kumimoji="1" lang="en-US" altLang="ja-JP" sz="1400" err="1">
                <a:solidFill>
                  <a:schemeClr val="tx1">
                    <a:lumMod val="75000"/>
                    <a:lumOff val="25000"/>
                  </a:schemeClr>
                </a:solidFill>
                <a:latin typeface="Yu Gothic UI" panose="020B0500000000000000" pitchFamily="34" charset="-128"/>
                <a:ea typeface="Yu Gothic UI" panose="020B0500000000000000" pitchFamily="34" charset="-128"/>
              </a:rPr>
              <a:t>VNet</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42" name="テキスト ボックス 41">
            <a:extLst>
              <a:ext uri="{FF2B5EF4-FFF2-40B4-BE49-F238E27FC236}">
                <a16:creationId xmlns:a16="http://schemas.microsoft.com/office/drawing/2014/main" id="{8646B592-41CF-B56F-3BDE-BA82087D4AD9}"/>
              </a:ext>
            </a:extLst>
          </p:cNvPr>
          <p:cNvSpPr txBox="1"/>
          <p:nvPr/>
        </p:nvSpPr>
        <p:spPr>
          <a:xfrm>
            <a:off x="9288861" y="3779325"/>
            <a:ext cx="876819" cy="215444"/>
          </a:xfrm>
          <a:prstGeom prst="rect">
            <a:avLst/>
          </a:prstGeom>
          <a:noFill/>
        </p:spPr>
        <p:txBody>
          <a:bodyPr wrap="square" lIns="0" tIns="0" rIns="0" bIns="0" rtlCol="0">
            <a:spAutoFit/>
          </a:bodyPr>
          <a:lstStyle/>
          <a:p>
            <a:pPr algn="ct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VM</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44" name="テキスト ボックス 43">
            <a:extLst>
              <a:ext uri="{FF2B5EF4-FFF2-40B4-BE49-F238E27FC236}">
                <a16:creationId xmlns:a16="http://schemas.microsoft.com/office/drawing/2014/main" id="{260C07AE-4ABD-C6DD-830B-E6AFF4E223C2}"/>
              </a:ext>
            </a:extLst>
          </p:cNvPr>
          <p:cNvSpPr txBox="1"/>
          <p:nvPr/>
        </p:nvSpPr>
        <p:spPr>
          <a:xfrm>
            <a:off x="8522510" y="3775692"/>
            <a:ext cx="876819" cy="215444"/>
          </a:xfrm>
          <a:prstGeom prst="rect">
            <a:avLst/>
          </a:prstGeom>
          <a:noFill/>
        </p:spPr>
        <p:txBody>
          <a:bodyPr wrap="square" lIns="0" tIns="0" rIns="0" bIns="0" rtlCol="0">
            <a:spAutoFit/>
          </a:bodyPr>
          <a:lstStyle/>
          <a:p>
            <a:pPr algn="ct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LB</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cxnSp>
        <p:nvCxnSpPr>
          <p:cNvPr id="47" name="直線コネクタ 46">
            <a:extLst>
              <a:ext uri="{FF2B5EF4-FFF2-40B4-BE49-F238E27FC236}">
                <a16:creationId xmlns:a16="http://schemas.microsoft.com/office/drawing/2014/main" id="{B45D7DFB-8ABD-B913-AD3D-77A63C28FC91}"/>
              </a:ext>
            </a:extLst>
          </p:cNvPr>
          <p:cNvCxnSpPr>
            <a:cxnSpLocks/>
            <a:endCxn id="34" idx="1"/>
          </p:cNvCxnSpPr>
          <p:nvPr/>
        </p:nvCxnSpPr>
        <p:spPr>
          <a:xfrm flipV="1">
            <a:off x="7640368" y="3773298"/>
            <a:ext cx="588433" cy="859015"/>
          </a:xfrm>
          <a:prstGeom prst="line">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48" name="グラフィックス 47">
            <a:extLst>
              <a:ext uri="{FF2B5EF4-FFF2-40B4-BE49-F238E27FC236}">
                <a16:creationId xmlns:a16="http://schemas.microsoft.com/office/drawing/2014/main" id="{44C9046E-A6DA-B149-A499-5D1E94FA531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828404" y="4692533"/>
            <a:ext cx="273856" cy="273856"/>
          </a:xfrm>
          <a:prstGeom prst="rect">
            <a:avLst/>
          </a:prstGeom>
        </p:spPr>
      </p:pic>
      <p:sp>
        <p:nvSpPr>
          <p:cNvPr id="49" name="テキスト ボックス 48">
            <a:extLst>
              <a:ext uri="{FF2B5EF4-FFF2-40B4-BE49-F238E27FC236}">
                <a16:creationId xmlns:a16="http://schemas.microsoft.com/office/drawing/2014/main" id="{A9B6F63D-80AE-7E9E-991C-425CAAAC72C2}"/>
              </a:ext>
            </a:extLst>
          </p:cNvPr>
          <p:cNvSpPr txBox="1"/>
          <p:nvPr/>
        </p:nvSpPr>
        <p:spPr>
          <a:xfrm>
            <a:off x="9165045" y="4738224"/>
            <a:ext cx="1596719" cy="215444"/>
          </a:xfrm>
          <a:prstGeom prst="rect">
            <a:avLst/>
          </a:prstGeom>
          <a:noFill/>
        </p:spPr>
        <p:txBody>
          <a:bodyPr wrap="square" lIns="0" tIns="0" rIns="0" bIns="0" rtlCol="0">
            <a:spAutoFit/>
          </a:bodyPr>
          <a:lstStyle/>
          <a:p>
            <a:r>
              <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rPr>
              <a:t>システム</a:t>
            </a: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C </a:t>
            </a:r>
            <a:r>
              <a:rPr kumimoji="1" lang="en-US" altLang="ja-JP" sz="1400" err="1">
                <a:solidFill>
                  <a:schemeClr val="tx1">
                    <a:lumMod val="75000"/>
                    <a:lumOff val="25000"/>
                  </a:schemeClr>
                </a:solidFill>
                <a:latin typeface="Yu Gothic UI" panose="020B0500000000000000" pitchFamily="34" charset="-128"/>
                <a:ea typeface="Yu Gothic UI" panose="020B0500000000000000" pitchFamily="34" charset="-128"/>
              </a:rPr>
              <a:t>VNet</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53" name="グラフィックス 52">
            <a:extLst>
              <a:ext uri="{FF2B5EF4-FFF2-40B4-BE49-F238E27FC236}">
                <a16:creationId xmlns:a16="http://schemas.microsoft.com/office/drawing/2014/main" id="{65CDD945-70D3-3CAF-5B27-3D16DBB06D55}"/>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9798027" y="5949330"/>
            <a:ext cx="404450" cy="404450"/>
          </a:xfrm>
          <a:prstGeom prst="rect">
            <a:avLst/>
          </a:prstGeom>
        </p:spPr>
      </p:pic>
      <p:sp>
        <p:nvSpPr>
          <p:cNvPr id="54" name="テキスト ボックス 53">
            <a:extLst>
              <a:ext uri="{FF2B5EF4-FFF2-40B4-BE49-F238E27FC236}">
                <a16:creationId xmlns:a16="http://schemas.microsoft.com/office/drawing/2014/main" id="{2CF4A3A3-9A34-1B05-8056-08FB2FB56926}"/>
              </a:ext>
            </a:extLst>
          </p:cNvPr>
          <p:cNvSpPr txBox="1"/>
          <p:nvPr/>
        </p:nvSpPr>
        <p:spPr>
          <a:xfrm>
            <a:off x="9391298" y="6386770"/>
            <a:ext cx="1226572" cy="215444"/>
          </a:xfrm>
          <a:prstGeom prst="rect">
            <a:avLst/>
          </a:prstGeom>
          <a:noFill/>
        </p:spPr>
        <p:txBody>
          <a:bodyPr wrap="square" lIns="0" tIns="0" rIns="0" bIns="0" rtlCol="0">
            <a:spAutoFit/>
          </a:bodyPr>
          <a:lstStyle/>
          <a:p>
            <a:pPr algn="ct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SQL Database</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55" name="グラフィックス 54">
            <a:extLst>
              <a:ext uri="{FF2B5EF4-FFF2-40B4-BE49-F238E27FC236}">
                <a16:creationId xmlns:a16="http://schemas.microsoft.com/office/drawing/2014/main" id="{D6206B5D-C3A7-17B5-58F9-BC358B51EE4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628384" y="5975128"/>
            <a:ext cx="404450" cy="404450"/>
          </a:xfrm>
          <a:prstGeom prst="rect">
            <a:avLst/>
          </a:prstGeom>
        </p:spPr>
      </p:pic>
      <p:sp>
        <p:nvSpPr>
          <p:cNvPr id="56" name="テキスト ボックス 55">
            <a:extLst>
              <a:ext uri="{FF2B5EF4-FFF2-40B4-BE49-F238E27FC236}">
                <a16:creationId xmlns:a16="http://schemas.microsoft.com/office/drawing/2014/main" id="{BD7EC477-A6CC-70B3-4566-8E47C50A87C7}"/>
              </a:ext>
            </a:extLst>
          </p:cNvPr>
          <p:cNvSpPr txBox="1"/>
          <p:nvPr/>
        </p:nvSpPr>
        <p:spPr>
          <a:xfrm>
            <a:off x="8217323" y="6379578"/>
            <a:ext cx="1226572" cy="215444"/>
          </a:xfrm>
          <a:prstGeom prst="rect">
            <a:avLst/>
          </a:prstGeom>
          <a:noFill/>
        </p:spPr>
        <p:txBody>
          <a:bodyPr wrap="square" lIns="0" tIns="0" rIns="0" bIns="0" rtlCol="0">
            <a:spAutoFit/>
          </a:bodyPr>
          <a:lstStyle/>
          <a:p>
            <a:pPr algn="ctr"/>
            <a:r>
              <a:rPr kumimoji="1" lang="en-US" altLang="ja-JP" sz="1400">
                <a:solidFill>
                  <a:schemeClr val="tx1">
                    <a:lumMod val="75000"/>
                    <a:lumOff val="25000"/>
                  </a:schemeClr>
                </a:solidFill>
                <a:latin typeface="Yu Gothic UI" panose="020B0500000000000000" pitchFamily="34" charset="-128"/>
                <a:ea typeface="Yu Gothic UI" panose="020B0500000000000000" pitchFamily="34" charset="-128"/>
              </a:rPr>
              <a:t>Web Apps</a:t>
            </a:r>
            <a:endParaRPr kumimoji="1" lang="ja-JP" altLang="en-US" sz="1400">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57" name="グラフィックス 56">
            <a:extLst>
              <a:ext uri="{FF2B5EF4-FFF2-40B4-BE49-F238E27FC236}">
                <a16:creationId xmlns:a16="http://schemas.microsoft.com/office/drawing/2014/main" id="{2CED9E7C-6223-249E-EF53-FA353B99DD4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8340474" y="5289418"/>
            <a:ext cx="273984" cy="273984"/>
          </a:xfrm>
          <a:prstGeom prst="rect">
            <a:avLst/>
          </a:prstGeom>
        </p:spPr>
      </p:pic>
      <p:sp>
        <p:nvSpPr>
          <p:cNvPr id="58" name="正方形/長方形 57">
            <a:extLst>
              <a:ext uri="{FF2B5EF4-FFF2-40B4-BE49-F238E27FC236}">
                <a16:creationId xmlns:a16="http://schemas.microsoft.com/office/drawing/2014/main" id="{E7EE2A0B-B28E-E65A-90C7-57D1C8EDE8EA}"/>
              </a:ext>
            </a:extLst>
          </p:cNvPr>
          <p:cNvSpPr/>
          <p:nvPr/>
        </p:nvSpPr>
        <p:spPr>
          <a:xfrm>
            <a:off x="9065100" y="5328798"/>
            <a:ext cx="99946" cy="2193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lumMod val="75000"/>
                  <a:lumOff val="25000"/>
                </a:schemeClr>
              </a:solidFill>
              <a:latin typeface="Yu Gothic UI" panose="020B0500000000000000" pitchFamily="34" charset="-128"/>
              <a:ea typeface="Yu Gothic UI" panose="020B0500000000000000" pitchFamily="34" charset="-128"/>
            </a:endParaRPr>
          </a:p>
        </p:txBody>
      </p:sp>
      <p:cxnSp>
        <p:nvCxnSpPr>
          <p:cNvPr id="59" name="コネクタ: カギ線 130">
            <a:extLst>
              <a:ext uri="{FF2B5EF4-FFF2-40B4-BE49-F238E27FC236}">
                <a16:creationId xmlns:a16="http://schemas.microsoft.com/office/drawing/2014/main" id="{01D2FF98-5340-60DF-C609-B3B8F227B061}"/>
              </a:ext>
            </a:extLst>
          </p:cNvPr>
          <p:cNvCxnSpPr>
            <a:stCxn id="57" idx="2"/>
            <a:endCxn id="55" idx="1"/>
          </p:cNvCxnSpPr>
          <p:nvPr/>
        </p:nvCxnSpPr>
        <p:spPr>
          <a:xfrm rot="16200000" flipH="1">
            <a:off x="8245950" y="5794918"/>
            <a:ext cx="613951" cy="150918"/>
          </a:xfrm>
          <a:prstGeom prst="bentConnector2">
            <a:avLst/>
          </a:prstGeom>
          <a:ln>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0" name="コネクタ: カギ線 131">
            <a:extLst>
              <a:ext uri="{FF2B5EF4-FFF2-40B4-BE49-F238E27FC236}">
                <a16:creationId xmlns:a16="http://schemas.microsoft.com/office/drawing/2014/main" id="{BC06E0F7-99E7-C751-DA4C-5FAFABA72767}"/>
              </a:ext>
            </a:extLst>
          </p:cNvPr>
          <p:cNvCxnSpPr>
            <a:cxnSpLocks/>
            <a:stCxn id="58" idx="2"/>
            <a:endCxn id="55" idx="3"/>
          </p:cNvCxnSpPr>
          <p:nvPr/>
        </p:nvCxnSpPr>
        <p:spPr>
          <a:xfrm rot="5400000">
            <a:off x="8759335" y="5821615"/>
            <a:ext cx="629238" cy="82239"/>
          </a:xfrm>
          <a:prstGeom prst="bentConnector2">
            <a:avLst/>
          </a:prstGeom>
          <a:ln>
            <a:solidFill>
              <a:schemeClr val="tx1">
                <a:lumMod val="75000"/>
                <a:lumOff val="25000"/>
              </a:schemeClr>
            </a:solidFill>
            <a:headEnd type="oval" w="lg" len="lg"/>
            <a:tailEnd type="none" w="lg" len="med"/>
          </a:ln>
        </p:spPr>
        <p:style>
          <a:lnRef idx="1">
            <a:schemeClr val="accent1"/>
          </a:lnRef>
          <a:fillRef idx="0">
            <a:schemeClr val="accent1"/>
          </a:fillRef>
          <a:effectRef idx="0">
            <a:schemeClr val="accent1"/>
          </a:effectRef>
          <a:fontRef idx="minor">
            <a:schemeClr val="tx1"/>
          </a:fontRef>
        </p:style>
      </p:cxnSp>
      <p:pic>
        <p:nvPicPr>
          <p:cNvPr id="61" name="グラフィックス 60">
            <a:extLst>
              <a:ext uri="{FF2B5EF4-FFF2-40B4-BE49-F238E27FC236}">
                <a16:creationId xmlns:a16="http://schemas.microsoft.com/office/drawing/2014/main" id="{4997DCAC-FB24-DB1A-E554-63D8F34D4DB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9863260" y="5282475"/>
            <a:ext cx="273984" cy="273984"/>
          </a:xfrm>
          <a:prstGeom prst="rect">
            <a:avLst/>
          </a:prstGeom>
        </p:spPr>
      </p:pic>
      <p:cxnSp>
        <p:nvCxnSpPr>
          <p:cNvPr id="62" name="直線コネクタ 61">
            <a:extLst>
              <a:ext uri="{FF2B5EF4-FFF2-40B4-BE49-F238E27FC236}">
                <a16:creationId xmlns:a16="http://schemas.microsoft.com/office/drawing/2014/main" id="{C393246F-9BE6-08FA-EE43-3A9FB98A646B}"/>
              </a:ext>
            </a:extLst>
          </p:cNvPr>
          <p:cNvCxnSpPr>
            <a:stCxn id="61" idx="2"/>
            <a:endCxn id="53" idx="0"/>
          </p:cNvCxnSpPr>
          <p:nvPr/>
        </p:nvCxnSpPr>
        <p:spPr>
          <a:xfrm>
            <a:off x="10000252" y="5556459"/>
            <a:ext cx="0" cy="392871"/>
          </a:xfrm>
          <a:prstGeom prst="line">
            <a:avLst/>
          </a:prstGeom>
          <a:ln>
            <a:solidFill>
              <a:schemeClr val="tx1">
                <a:lumMod val="75000"/>
                <a:lumOff val="2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3" name="テキスト ボックス 62">
            <a:extLst>
              <a:ext uri="{FF2B5EF4-FFF2-40B4-BE49-F238E27FC236}">
                <a16:creationId xmlns:a16="http://schemas.microsoft.com/office/drawing/2014/main" id="{A2D7DE3B-604C-FDC7-B23F-F534E219AAB5}"/>
              </a:ext>
            </a:extLst>
          </p:cNvPr>
          <p:cNvSpPr txBox="1"/>
          <p:nvPr/>
        </p:nvSpPr>
        <p:spPr>
          <a:xfrm>
            <a:off x="9361687" y="5038181"/>
            <a:ext cx="1256183" cy="240698"/>
          </a:xfrm>
          <a:prstGeom prst="rect">
            <a:avLst/>
          </a:prstGeom>
          <a:noFill/>
        </p:spPr>
        <p:txBody>
          <a:bodyPr wrap="square" lIns="36000" tIns="36000" rIns="36000" bIns="36000" rtlCol="0">
            <a:spAutoFit/>
          </a:bodyPr>
          <a:lstStyle/>
          <a:p>
            <a:pPr algn="ctr">
              <a:lnSpc>
                <a:spcPct val="90000"/>
              </a:lnSpc>
            </a:pPr>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Private Endpoint</a:t>
            </a:r>
            <a:endParaRPr kumimoji="1" lang="ja-JP" altLang="en-US" sz="1200" err="1">
              <a:solidFill>
                <a:schemeClr val="tx1">
                  <a:lumMod val="75000"/>
                  <a:lumOff val="25000"/>
                </a:schemeClr>
              </a:solidFill>
              <a:latin typeface="Yu Gothic UI" panose="020B0500000000000000" pitchFamily="34" charset="-128"/>
              <a:ea typeface="Yu Gothic UI" panose="020B0500000000000000" pitchFamily="34" charset="-128"/>
            </a:endParaRPr>
          </a:p>
        </p:txBody>
      </p:sp>
      <p:cxnSp>
        <p:nvCxnSpPr>
          <p:cNvPr id="64" name="直線コネクタ 63">
            <a:extLst>
              <a:ext uri="{FF2B5EF4-FFF2-40B4-BE49-F238E27FC236}">
                <a16:creationId xmlns:a16="http://schemas.microsoft.com/office/drawing/2014/main" id="{394A01A1-66BE-44F3-5A0C-874B02A86A9E}"/>
              </a:ext>
            </a:extLst>
          </p:cNvPr>
          <p:cNvCxnSpPr>
            <a:cxnSpLocks/>
            <a:endCxn id="35" idx="1"/>
          </p:cNvCxnSpPr>
          <p:nvPr/>
        </p:nvCxnSpPr>
        <p:spPr>
          <a:xfrm>
            <a:off x="7640368" y="4632313"/>
            <a:ext cx="590638" cy="532597"/>
          </a:xfrm>
          <a:prstGeom prst="line">
            <a:avLst/>
          </a:prstGeom>
          <a:ln w="2222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5" name="テキスト ボックス 64">
            <a:extLst>
              <a:ext uri="{FF2B5EF4-FFF2-40B4-BE49-F238E27FC236}">
                <a16:creationId xmlns:a16="http://schemas.microsoft.com/office/drawing/2014/main" id="{6C45C064-B83A-DAFF-980D-137058AE80A7}"/>
              </a:ext>
            </a:extLst>
          </p:cNvPr>
          <p:cNvSpPr txBox="1"/>
          <p:nvPr/>
        </p:nvSpPr>
        <p:spPr>
          <a:xfrm>
            <a:off x="7808916" y="5036375"/>
            <a:ext cx="1256183" cy="240698"/>
          </a:xfrm>
          <a:prstGeom prst="rect">
            <a:avLst/>
          </a:prstGeom>
          <a:noFill/>
        </p:spPr>
        <p:txBody>
          <a:bodyPr wrap="square" lIns="36000" tIns="36000" rIns="36000" bIns="36000" rtlCol="0">
            <a:spAutoFit/>
          </a:bodyPr>
          <a:lstStyle/>
          <a:p>
            <a:pPr algn="ctr">
              <a:lnSpc>
                <a:spcPct val="90000"/>
              </a:lnSpc>
            </a:pPr>
            <a:r>
              <a:rPr kumimoji="1" lang="en-US" altLang="ja-JP" sz="1200">
                <a:solidFill>
                  <a:schemeClr val="tx1">
                    <a:lumMod val="75000"/>
                    <a:lumOff val="25000"/>
                  </a:schemeClr>
                </a:solidFill>
                <a:latin typeface="Yu Gothic UI" panose="020B0500000000000000" pitchFamily="34" charset="-128"/>
                <a:ea typeface="Yu Gothic UI" panose="020B0500000000000000" pitchFamily="34" charset="-128"/>
              </a:rPr>
              <a:t>Private Endpoint</a:t>
            </a:r>
            <a:endParaRPr kumimoji="1" lang="ja-JP" altLang="en-US" sz="1200" err="1">
              <a:solidFill>
                <a:schemeClr val="tx1">
                  <a:lumMod val="75000"/>
                  <a:lumOff val="25000"/>
                </a:schemeClr>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42875540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E58D4-D19C-3EA2-2DFD-53559CFC644A}"/>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31A9CCFD-9732-13F9-7CDB-62D5D2DF75D1}"/>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 altLang="ja-JP" sz="2000" b="1" dirty="0" err="1">
                <a:solidFill>
                  <a:srgbClr val="1F2937"/>
                </a:solidFill>
                <a:latin typeface="Yu Gothic"/>
                <a:ea typeface="Yu Gothic"/>
                <a:cs typeface="Yu Gothic"/>
              </a:rPr>
              <a:t>VNet</a:t>
            </a:r>
            <a:r>
              <a:rPr lang="en" altLang="ja-JP" sz="2000" b="1" dirty="0">
                <a:solidFill>
                  <a:srgbClr val="1F2937"/>
                </a:solidFill>
                <a:latin typeface="Yu Gothic"/>
                <a:ea typeface="Yu Gothic"/>
                <a:cs typeface="Yu Gothic"/>
              </a:rPr>
              <a:t> </a:t>
            </a:r>
            <a:r>
              <a:rPr lang="ja-JP" altLang="en-US" sz="2000" b="1">
                <a:solidFill>
                  <a:srgbClr val="1F2937"/>
                </a:solidFill>
                <a:latin typeface="Yu Gothic"/>
                <a:ea typeface="Yu Gothic"/>
                <a:cs typeface="Yu Gothic"/>
              </a:rPr>
              <a:t>ベースの </a:t>
            </a:r>
            <a:r>
              <a:rPr lang="en" altLang="ja-JP" sz="2000" b="1" dirty="0">
                <a:solidFill>
                  <a:srgbClr val="1F2937"/>
                </a:solidFill>
                <a:latin typeface="Yu Gothic"/>
                <a:ea typeface="Yu Gothic"/>
                <a:cs typeface="Yu Gothic"/>
              </a:rPr>
              <a:t>Hub &amp; Spokes </a:t>
            </a:r>
            <a:r>
              <a:rPr lang="ja-JP" altLang="en-US" sz="2000" b="1">
                <a:solidFill>
                  <a:srgbClr val="1F2937"/>
                </a:solidFill>
                <a:latin typeface="Yu Gothic"/>
                <a:ea typeface="Yu Gothic"/>
                <a:cs typeface="Yu Gothic"/>
              </a:rPr>
              <a:t>アーキテクチャの考慮点</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80A3A1C6-24C7-15D2-4345-B40F135FC667}"/>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7</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A5C5F078-C760-514D-1A91-E55839E586D9}"/>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テキスト ボックス 2">
            <a:extLst>
              <a:ext uri="{FF2B5EF4-FFF2-40B4-BE49-F238E27FC236}">
                <a16:creationId xmlns:a16="http://schemas.microsoft.com/office/drawing/2014/main" id="{7EC9D3AA-E20A-2359-F838-FCC75FED0980}"/>
              </a:ext>
            </a:extLst>
          </p:cNvPr>
          <p:cNvSpPr txBox="1"/>
          <p:nvPr/>
        </p:nvSpPr>
        <p:spPr>
          <a:xfrm>
            <a:off x="588262" y="1516530"/>
            <a:ext cx="10943338" cy="2939266"/>
          </a:xfrm>
          <a:prstGeom prst="rect">
            <a:avLst/>
          </a:prstGeom>
          <a:noFill/>
        </p:spPr>
        <p:txBody>
          <a:bodyPr wrap="square">
            <a:spAutoFit/>
          </a:bodyPr>
          <a:lstStyle/>
          <a:p>
            <a:pPr marL="628650" indent="-285750" rtl="0" fontAlgn="ctr">
              <a:spcBef>
                <a:spcPts val="600"/>
              </a:spcBef>
              <a:spcAft>
                <a:spcPts val="0"/>
              </a:spcAft>
              <a:buFont typeface="Arial" panose="020B0604020202020204" pitchFamily="34" charset="0"/>
              <a:buChar char="•"/>
            </a:pPr>
            <a:r>
              <a:rPr lang="en-US" altLang="ja-JP" sz="2000" dirty="0">
                <a:solidFill>
                  <a:schemeClr val="tx1">
                    <a:lumMod val="75000"/>
                    <a:lumOff val="25000"/>
                  </a:schemeClr>
                </a:solidFill>
                <a:latin typeface="Yu Gothic UI" panose="020B0500000000000000" pitchFamily="34" charset="-128"/>
                <a:ea typeface="Yu Gothic UI" panose="020B0500000000000000" pitchFamily="34" charset="-128"/>
              </a:rPr>
              <a:t>VPN Gateway</a:t>
            </a:r>
            <a:r>
              <a:rPr lang="ja-JP" altLang="en-US" sz="2000">
                <a:solidFill>
                  <a:schemeClr val="tx1">
                    <a:lumMod val="75000"/>
                    <a:lumOff val="25000"/>
                  </a:schemeClr>
                </a:solidFill>
                <a:latin typeface="Yu Gothic UI" panose="020B0500000000000000" pitchFamily="34" charset="-128"/>
                <a:ea typeface="Yu Gothic UI" panose="020B0500000000000000" pitchFamily="34" charset="-128"/>
              </a:rPr>
              <a:t>の</a:t>
            </a:r>
            <a:r>
              <a:rPr lang="en-US" altLang="ja-JP" sz="2000" dirty="0">
                <a:solidFill>
                  <a:schemeClr val="tx1">
                    <a:lumMod val="75000"/>
                    <a:lumOff val="25000"/>
                  </a:schemeClr>
                </a:solidFill>
                <a:latin typeface="Yu Gothic UI" panose="020B0500000000000000" pitchFamily="34" charset="-128"/>
                <a:ea typeface="Yu Gothic UI" panose="020B0500000000000000" pitchFamily="34" charset="-128"/>
              </a:rPr>
              <a:t>P2S </a:t>
            </a:r>
            <a:r>
              <a:rPr lang="ja-JP" altLang="en-US" sz="2000">
                <a:solidFill>
                  <a:schemeClr val="tx1">
                    <a:lumMod val="75000"/>
                    <a:lumOff val="25000"/>
                  </a:schemeClr>
                </a:solidFill>
                <a:latin typeface="Yu Gothic UI" panose="020B0500000000000000" pitchFamily="34" charset="-128"/>
                <a:ea typeface="Yu Gothic UI" panose="020B0500000000000000" pitchFamily="34" charset="-128"/>
              </a:rPr>
              <a:t>接続は最大</a:t>
            </a:r>
            <a:r>
              <a:rPr lang="en-US" altLang="ja-JP" sz="2000" dirty="0">
                <a:solidFill>
                  <a:schemeClr val="tx1">
                    <a:lumMod val="75000"/>
                    <a:lumOff val="25000"/>
                  </a:schemeClr>
                </a:solidFill>
                <a:latin typeface="Yu Gothic UI" panose="020B0500000000000000" pitchFamily="34" charset="-128"/>
                <a:ea typeface="Yu Gothic UI" panose="020B0500000000000000" pitchFamily="34" charset="-128"/>
              </a:rPr>
              <a:t>10,000</a:t>
            </a:r>
          </a:p>
          <a:p>
            <a:pPr marL="628650" indent="-285750" fontAlgn="ctr">
              <a:spcBef>
                <a:spcPts val="600"/>
              </a:spcBef>
              <a:buFont typeface="Arial" panose="020B0604020202020204" pitchFamily="34" charset="0"/>
              <a:buChar char="•"/>
            </a:pPr>
            <a:r>
              <a:rPr lang="ja-JP" altLang="ja-JP" sz="2000">
                <a:solidFill>
                  <a:schemeClr val="tx1">
                    <a:lumMod val="75000"/>
                    <a:lumOff val="25000"/>
                  </a:schemeClr>
                </a:solidFill>
                <a:effectLst/>
                <a:latin typeface="Yu Gothic UI" panose="020B0500000000000000" pitchFamily="34" charset="-128"/>
                <a:ea typeface="Yu Gothic UI" panose="020B0500000000000000" pitchFamily="34" charset="-128"/>
              </a:rPr>
              <a:t>VPN ゲートウェイの最大合計スループットは 10 Gbps </a:t>
            </a:r>
            <a:endParaRPr lang="en-US" altLang="ja-JP" sz="2000" dirty="0">
              <a:solidFill>
                <a:schemeClr val="tx1">
                  <a:lumMod val="75000"/>
                  <a:lumOff val="25000"/>
                </a:schemeClr>
              </a:solidFill>
              <a:latin typeface="Yu Gothic UI" panose="020B0500000000000000" pitchFamily="34" charset="-128"/>
              <a:ea typeface="Yu Gothic UI" panose="020B0500000000000000" pitchFamily="34" charset="-128"/>
            </a:endParaRPr>
          </a:p>
          <a:p>
            <a:pPr marL="628650" indent="-285750" fontAlgn="ctr">
              <a:spcBef>
                <a:spcPts val="600"/>
              </a:spcBef>
              <a:buFont typeface="Arial" panose="020B0604020202020204" pitchFamily="34" charset="0"/>
              <a:buChar char="•"/>
            </a:pPr>
            <a:r>
              <a:rPr lang="en-US" altLang="ja-JP" sz="2000" dirty="0">
                <a:solidFill>
                  <a:schemeClr val="tx1">
                    <a:lumMod val="75000"/>
                    <a:lumOff val="25000"/>
                  </a:schemeClr>
                </a:solidFill>
                <a:effectLst/>
                <a:latin typeface="Yu Gothic UI" panose="020B0500000000000000" pitchFamily="34" charset="-128"/>
                <a:ea typeface="Yu Gothic UI" panose="020B0500000000000000" pitchFamily="34" charset="-128"/>
              </a:rPr>
              <a:t>VPN Gateway</a:t>
            </a:r>
            <a:r>
              <a:rPr lang="ja-JP" altLang="en-US" sz="2000">
                <a:solidFill>
                  <a:schemeClr val="tx1">
                    <a:lumMod val="75000"/>
                    <a:lumOff val="25000"/>
                  </a:schemeClr>
                </a:solidFill>
                <a:effectLst/>
                <a:latin typeface="Yu Gothic UI" panose="020B0500000000000000" pitchFamily="34" charset="-128"/>
                <a:ea typeface="Yu Gothic UI" panose="020B0500000000000000" pitchFamily="34" charset="-128"/>
              </a:rPr>
              <a:t>の</a:t>
            </a:r>
            <a:r>
              <a:rPr lang="en-US" altLang="ja-JP" sz="2000" dirty="0">
                <a:solidFill>
                  <a:schemeClr val="tx1">
                    <a:lumMod val="75000"/>
                    <a:lumOff val="25000"/>
                  </a:schemeClr>
                </a:solidFill>
                <a:effectLst/>
                <a:latin typeface="Yu Gothic UI" panose="020B0500000000000000" pitchFamily="34" charset="-128"/>
                <a:ea typeface="Yu Gothic UI" panose="020B0500000000000000" pitchFamily="34" charset="-128"/>
              </a:rPr>
              <a:t>S2S </a:t>
            </a:r>
            <a:r>
              <a:rPr lang="ja-JP" altLang="en-US" sz="2000">
                <a:solidFill>
                  <a:schemeClr val="tx1">
                    <a:lumMod val="75000"/>
                    <a:lumOff val="25000"/>
                  </a:schemeClr>
                </a:solidFill>
                <a:effectLst/>
                <a:latin typeface="Yu Gothic UI" panose="020B0500000000000000" pitchFamily="34" charset="-128"/>
                <a:ea typeface="Yu Gothic UI" panose="020B0500000000000000" pitchFamily="34" charset="-128"/>
              </a:rPr>
              <a:t>接続</a:t>
            </a:r>
            <a:r>
              <a:rPr lang="ja-JP" altLang="ja-JP" sz="2000">
                <a:solidFill>
                  <a:schemeClr val="tx1">
                    <a:lumMod val="75000"/>
                    <a:lumOff val="25000"/>
                  </a:schemeClr>
                </a:solidFill>
                <a:effectLst/>
                <a:latin typeface="Yu Gothic UI" panose="020B0500000000000000" pitchFamily="34" charset="-128"/>
                <a:ea typeface="Yu Gothic UI" panose="020B0500000000000000" pitchFamily="34" charset="-128"/>
              </a:rPr>
              <a:t>または </a:t>
            </a:r>
            <a:r>
              <a:rPr lang="en" altLang="ja-JP" sz="2000" dirty="0" err="1">
                <a:solidFill>
                  <a:schemeClr val="tx1">
                    <a:lumMod val="75000"/>
                    <a:lumOff val="25000"/>
                  </a:schemeClr>
                </a:solidFill>
                <a:effectLst/>
                <a:latin typeface="Yu Gothic UI" panose="020B0500000000000000" pitchFamily="34" charset="-128"/>
                <a:ea typeface="Yu Gothic UI" panose="020B0500000000000000" pitchFamily="34" charset="-128"/>
              </a:rPr>
              <a:t>VNet</a:t>
            </a:r>
            <a:r>
              <a:rPr lang="ja-JP" altLang="ja-JP" sz="2000">
                <a:solidFill>
                  <a:schemeClr val="tx1">
                    <a:lumMod val="75000"/>
                    <a:lumOff val="25000"/>
                  </a:schemeClr>
                </a:solidFill>
                <a:effectLst/>
                <a:latin typeface="Yu Gothic UI" panose="020B0500000000000000" pitchFamily="34" charset="-128"/>
                <a:ea typeface="Yu Gothic UI" panose="020B0500000000000000" pitchFamily="34" charset="-128"/>
              </a:rPr>
              <a:t> 対 </a:t>
            </a:r>
            <a:r>
              <a:rPr lang="en" altLang="ja-JP" sz="2000" dirty="0" err="1">
                <a:solidFill>
                  <a:schemeClr val="tx1">
                    <a:lumMod val="75000"/>
                    <a:lumOff val="25000"/>
                  </a:schemeClr>
                </a:solidFill>
                <a:effectLst/>
                <a:latin typeface="Yu Gothic UI" panose="020B0500000000000000" pitchFamily="34" charset="-128"/>
                <a:ea typeface="Yu Gothic UI" panose="020B0500000000000000" pitchFamily="34" charset="-128"/>
              </a:rPr>
              <a:t>VNet</a:t>
            </a:r>
            <a:r>
              <a:rPr lang="ja-JP" altLang="ja-JP" sz="2000">
                <a:solidFill>
                  <a:schemeClr val="tx1">
                    <a:lumMod val="75000"/>
                    <a:lumOff val="25000"/>
                  </a:schemeClr>
                </a:solidFill>
                <a:effectLst/>
                <a:latin typeface="Yu Gothic UI" panose="020B0500000000000000" pitchFamily="34" charset="-128"/>
                <a:ea typeface="Yu Gothic UI" panose="020B0500000000000000" pitchFamily="34" charset="-128"/>
              </a:rPr>
              <a:t> トンネル</a:t>
            </a:r>
            <a:r>
              <a:rPr lang="ja-JP" altLang="en-US" sz="2000">
                <a:solidFill>
                  <a:schemeClr val="tx1">
                    <a:lumMod val="75000"/>
                    <a:lumOff val="25000"/>
                  </a:schemeClr>
                </a:solidFill>
                <a:effectLst/>
                <a:latin typeface="Yu Gothic UI" panose="020B0500000000000000" pitchFamily="34" charset="-128"/>
                <a:ea typeface="Yu Gothic UI" panose="020B0500000000000000" pitchFamily="34" charset="-128"/>
              </a:rPr>
              <a:t>は</a:t>
            </a:r>
            <a:r>
              <a:rPr lang="ja-JP" altLang="ja-JP" sz="2000">
                <a:solidFill>
                  <a:schemeClr val="tx1">
                    <a:lumMod val="75000"/>
                    <a:lumOff val="25000"/>
                  </a:schemeClr>
                </a:solidFill>
                <a:effectLst/>
                <a:latin typeface="Yu Gothic UI" panose="020B0500000000000000" pitchFamily="34" charset="-128"/>
                <a:ea typeface="Yu Gothic UI" panose="020B0500000000000000" pitchFamily="34" charset="-128"/>
              </a:rPr>
              <a:t>最大 </a:t>
            </a:r>
            <a:r>
              <a:rPr lang="en-US" altLang="ja-JP" sz="2000" dirty="0">
                <a:solidFill>
                  <a:schemeClr val="tx1">
                    <a:lumMod val="75000"/>
                    <a:lumOff val="25000"/>
                  </a:schemeClr>
                </a:solidFill>
                <a:latin typeface="Yu Gothic UI" panose="020B0500000000000000" pitchFamily="34" charset="-128"/>
                <a:ea typeface="Yu Gothic UI" panose="020B0500000000000000" pitchFamily="34" charset="-128"/>
              </a:rPr>
              <a:t>100</a:t>
            </a:r>
            <a:r>
              <a:rPr lang="ja-JP" altLang="ja-JP" sz="2000">
                <a:solidFill>
                  <a:schemeClr val="tx1">
                    <a:lumMod val="75000"/>
                    <a:lumOff val="25000"/>
                  </a:schemeClr>
                </a:solidFill>
                <a:effectLst/>
                <a:latin typeface="Yu Gothic UI" panose="020B0500000000000000" pitchFamily="34" charset="-128"/>
                <a:ea typeface="Yu Gothic UI" panose="020B0500000000000000" pitchFamily="34" charset="-128"/>
              </a:rPr>
              <a:t> 個</a:t>
            </a:r>
            <a:endParaRPr lang="en-US" altLang="ja-JP" sz="2000" dirty="0">
              <a:solidFill>
                <a:schemeClr val="tx1">
                  <a:lumMod val="75000"/>
                  <a:lumOff val="25000"/>
                </a:schemeClr>
              </a:solidFill>
              <a:latin typeface="Yu Gothic UI" panose="020B0500000000000000" pitchFamily="34" charset="-128"/>
              <a:ea typeface="Yu Gothic UI" panose="020B0500000000000000" pitchFamily="34" charset="-128"/>
            </a:endParaRPr>
          </a:p>
          <a:p>
            <a:pPr marL="628650" indent="-285750" rtl="0" fontAlgn="ctr">
              <a:spcBef>
                <a:spcPts val="600"/>
              </a:spcBef>
              <a:spcAft>
                <a:spcPts val="0"/>
              </a:spcAft>
              <a:buFont typeface="Arial" panose="020B0604020202020204" pitchFamily="34" charset="0"/>
              <a:buChar char="•"/>
            </a:pPr>
            <a:r>
              <a:rPr lang="en" altLang="ja-JP" sz="2000" dirty="0" err="1">
                <a:solidFill>
                  <a:schemeClr val="tx1">
                    <a:lumMod val="75000"/>
                    <a:lumOff val="25000"/>
                  </a:schemeClr>
                </a:solidFill>
                <a:effectLst/>
                <a:latin typeface="Yu Gothic UI" panose="020B0500000000000000" pitchFamily="34" charset="-128"/>
                <a:ea typeface="Yu Gothic UI" panose="020B0500000000000000" pitchFamily="34" charset="-128"/>
              </a:rPr>
              <a:t>VNet</a:t>
            </a:r>
            <a:r>
              <a:rPr lang="ja-JP" altLang="ja-JP" sz="2000">
                <a:solidFill>
                  <a:schemeClr val="tx1">
                    <a:lumMod val="75000"/>
                    <a:lumOff val="25000"/>
                  </a:schemeClr>
                </a:solidFill>
                <a:effectLst/>
                <a:latin typeface="Yu Gothic UI" panose="020B0500000000000000" pitchFamily="34" charset="-128"/>
                <a:ea typeface="Yu Gothic UI" panose="020B0500000000000000" pitchFamily="34" charset="-128"/>
              </a:rPr>
              <a:t> あたりのピアリング接続の最大数</a:t>
            </a:r>
            <a:r>
              <a:rPr lang="ja-JP" altLang="en-US" sz="2000">
                <a:solidFill>
                  <a:schemeClr val="tx1">
                    <a:lumMod val="75000"/>
                    <a:lumOff val="25000"/>
                  </a:schemeClr>
                </a:solidFill>
                <a:effectLst/>
                <a:latin typeface="Yu Gothic UI" panose="020B0500000000000000" pitchFamily="34" charset="-128"/>
                <a:ea typeface="Yu Gothic UI" panose="020B0500000000000000" pitchFamily="34" charset="-128"/>
              </a:rPr>
              <a:t>は</a:t>
            </a:r>
            <a:r>
              <a:rPr lang="en-US" altLang="ja-JP" sz="2000" dirty="0">
                <a:solidFill>
                  <a:schemeClr val="tx1">
                    <a:lumMod val="75000"/>
                    <a:lumOff val="25000"/>
                  </a:schemeClr>
                </a:solidFill>
                <a:latin typeface="Yu Gothic UI" panose="020B0500000000000000" pitchFamily="34" charset="-128"/>
                <a:ea typeface="Yu Gothic UI" panose="020B0500000000000000" pitchFamily="34" charset="-128"/>
              </a:rPr>
              <a:t>500</a:t>
            </a:r>
          </a:p>
          <a:p>
            <a:pPr marL="628650" indent="-285750" rtl="0" fontAlgn="ctr">
              <a:spcBef>
                <a:spcPts val="600"/>
              </a:spcBef>
              <a:spcAft>
                <a:spcPts val="0"/>
              </a:spcAft>
              <a:buFont typeface="Arial" panose="020B0604020202020204" pitchFamily="34" charset="0"/>
              <a:buChar char="•"/>
            </a:pPr>
            <a:r>
              <a:rPr lang="ja-JP" altLang="ja-JP" sz="2000">
                <a:solidFill>
                  <a:schemeClr val="tx1">
                    <a:lumMod val="75000"/>
                    <a:lumOff val="25000"/>
                  </a:schemeClr>
                </a:solidFill>
                <a:effectLst/>
                <a:latin typeface="Yu Gothic UI" panose="020B0500000000000000" pitchFamily="34" charset="-128"/>
                <a:ea typeface="Yu Gothic UI" panose="020B0500000000000000" pitchFamily="34" charset="-128"/>
              </a:rPr>
              <a:t>ExpressRoute </a:t>
            </a:r>
            <a:r>
              <a:rPr lang="en-US" altLang="ja-JP" sz="2000" dirty="0">
                <a:solidFill>
                  <a:schemeClr val="tx1">
                    <a:lumMod val="75000"/>
                    <a:lumOff val="25000"/>
                  </a:schemeClr>
                </a:solidFill>
                <a:latin typeface="Yu Gothic UI" panose="020B0500000000000000" pitchFamily="34" charset="-128"/>
                <a:ea typeface="Yu Gothic UI" panose="020B0500000000000000" pitchFamily="34" charset="-128"/>
              </a:rPr>
              <a:t>Private Peering </a:t>
            </a:r>
            <a:r>
              <a:rPr lang="ja-JP" altLang="ja-JP" sz="2000">
                <a:solidFill>
                  <a:schemeClr val="tx1">
                    <a:lumMod val="75000"/>
                    <a:lumOff val="25000"/>
                  </a:schemeClr>
                </a:solidFill>
                <a:effectLst/>
                <a:latin typeface="Yu Gothic UI" panose="020B0500000000000000" pitchFamily="34" charset="-128"/>
                <a:ea typeface="Yu Gothic UI" panose="020B0500000000000000" pitchFamily="34" charset="-128"/>
              </a:rPr>
              <a:t>経由で</a:t>
            </a:r>
            <a:r>
              <a:rPr lang="en-US" altLang="ja-JP" sz="2000" dirty="0">
                <a:solidFill>
                  <a:schemeClr val="tx1">
                    <a:lumMod val="75000"/>
                    <a:lumOff val="25000"/>
                  </a:schemeClr>
                </a:solidFill>
                <a:latin typeface="Yu Gothic UI" panose="020B0500000000000000" pitchFamily="34" charset="-128"/>
                <a:ea typeface="Yu Gothic UI" panose="020B0500000000000000" pitchFamily="34" charset="-128"/>
              </a:rPr>
              <a:t> </a:t>
            </a:r>
            <a:r>
              <a:rPr lang="ja-JP" altLang="ja-JP" sz="2000">
                <a:solidFill>
                  <a:schemeClr val="tx1">
                    <a:lumMod val="75000"/>
                    <a:lumOff val="25000"/>
                  </a:schemeClr>
                </a:solidFill>
                <a:effectLst/>
                <a:latin typeface="Yu Gothic UI" panose="020B0500000000000000" pitchFamily="34" charset="-128"/>
                <a:ea typeface="Yu Gothic UI" panose="020B0500000000000000" pitchFamily="34" charset="-128"/>
              </a:rPr>
              <a:t>Azure </a:t>
            </a:r>
            <a:r>
              <a:rPr lang="en-US" altLang="ja-JP" sz="2000" dirty="0">
                <a:solidFill>
                  <a:schemeClr val="tx1">
                    <a:lumMod val="75000"/>
                    <a:lumOff val="25000"/>
                  </a:schemeClr>
                </a:solidFill>
                <a:latin typeface="Yu Gothic UI" panose="020B0500000000000000" pitchFamily="34" charset="-128"/>
                <a:ea typeface="Yu Gothic UI" panose="020B0500000000000000" pitchFamily="34" charset="-128"/>
              </a:rPr>
              <a:t>to </a:t>
            </a:r>
            <a:r>
              <a:rPr lang="ja-JP" altLang="ja-JP" sz="2000">
                <a:solidFill>
                  <a:schemeClr val="tx1">
                    <a:lumMod val="75000"/>
                    <a:lumOff val="25000"/>
                  </a:schemeClr>
                </a:solidFill>
                <a:effectLst/>
                <a:latin typeface="Yu Gothic UI" panose="020B0500000000000000" pitchFamily="34" charset="-128"/>
                <a:ea typeface="Yu Gothic UI" panose="020B0500000000000000" pitchFamily="34" charset="-128"/>
              </a:rPr>
              <a:t>オンプレ</a:t>
            </a:r>
            <a:r>
              <a:rPr lang="ja-JP" altLang="en-US" sz="2000">
                <a:solidFill>
                  <a:schemeClr val="tx1">
                    <a:lumMod val="75000"/>
                    <a:lumOff val="25000"/>
                  </a:schemeClr>
                </a:solidFill>
                <a:effectLst/>
                <a:latin typeface="Yu Gothic UI" panose="020B0500000000000000" pitchFamily="34" charset="-128"/>
                <a:ea typeface="Yu Gothic UI" panose="020B0500000000000000" pitchFamily="34" charset="-128"/>
              </a:rPr>
              <a:t>への</a:t>
            </a:r>
            <a:r>
              <a:rPr lang="ja-JP" altLang="ja-JP" sz="2000">
                <a:solidFill>
                  <a:schemeClr val="tx1">
                    <a:lumMod val="75000"/>
                    <a:lumOff val="25000"/>
                  </a:schemeClr>
                </a:solidFill>
                <a:effectLst/>
                <a:latin typeface="Yu Gothic UI" panose="020B0500000000000000" pitchFamily="34" charset="-128"/>
                <a:ea typeface="Yu Gothic UI" panose="020B0500000000000000" pitchFamily="34" charset="-128"/>
              </a:rPr>
              <a:t>アドバタイズ</a:t>
            </a:r>
            <a:r>
              <a:rPr lang="ja-JP" altLang="en-US" sz="2000">
                <a:solidFill>
                  <a:schemeClr val="tx1">
                    <a:lumMod val="75000"/>
                    <a:lumOff val="25000"/>
                  </a:schemeClr>
                </a:solidFill>
                <a:effectLst/>
                <a:latin typeface="Yu Gothic UI" panose="020B0500000000000000" pitchFamily="34" charset="-128"/>
                <a:ea typeface="Yu Gothic UI" panose="020B0500000000000000" pitchFamily="34" charset="-128"/>
              </a:rPr>
              <a:t>可能</a:t>
            </a:r>
            <a:r>
              <a:rPr lang="ja-JP" altLang="ja-JP" sz="2000">
                <a:solidFill>
                  <a:schemeClr val="tx1">
                    <a:lumMod val="75000"/>
                    <a:lumOff val="25000"/>
                  </a:schemeClr>
                </a:solidFill>
                <a:effectLst/>
                <a:latin typeface="Yu Gothic UI" panose="020B0500000000000000" pitchFamily="34" charset="-128"/>
                <a:ea typeface="Yu Gothic UI" panose="020B0500000000000000" pitchFamily="34" charset="-128"/>
              </a:rPr>
              <a:t>ルートの数は</a:t>
            </a:r>
            <a:r>
              <a:rPr lang="en-US" altLang="ja-JP" sz="2000" dirty="0">
                <a:solidFill>
                  <a:schemeClr val="tx1">
                    <a:lumMod val="75000"/>
                    <a:lumOff val="25000"/>
                  </a:schemeClr>
                </a:solidFill>
                <a:effectLst/>
                <a:latin typeface="Yu Gothic UI" panose="020B0500000000000000" pitchFamily="34" charset="-128"/>
                <a:ea typeface="Yu Gothic UI" panose="020B0500000000000000" pitchFamily="34" charset="-128"/>
              </a:rPr>
              <a:t> 4,000</a:t>
            </a:r>
          </a:p>
          <a:p>
            <a:pPr marL="628650" indent="-285750" rtl="0" fontAlgn="ctr">
              <a:spcBef>
                <a:spcPts val="600"/>
              </a:spcBef>
              <a:spcAft>
                <a:spcPts val="0"/>
              </a:spcAft>
              <a:buFont typeface="Arial" panose="020B0604020202020204" pitchFamily="34" charset="0"/>
              <a:buChar char="•"/>
            </a:pPr>
            <a:r>
              <a:rPr lang="en-US" altLang="ja-JP" sz="2000" dirty="0">
                <a:solidFill>
                  <a:schemeClr val="tx1">
                    <a:lumMod val="75000"/>
                    <a:lumOff val="25000"/>
                  </a:schemeClr>
                </a:solidFill>
                <a:latin typeface="Yu Gothic UI" panose="020B0500000000000000" pitchFamily="34" charset="-128"/>
                <a:ea typeface="Yu Gothic UI" panose="020B0500000000000000" pitchFamily="34" charset="-128"/>
              </a:rPr>
              <a:t>Route Table</a:t>
            </a:r>
            <a:r>
              <a:rPr lang="ja-JP" altLang="en-US" sz="2000">
                <a:solidFill>
                  <a:schemeClr val="tx1">
                    <a:lumMod val="75000"/>
                    <a:lumOff val="25000"/>
                  </a:schemeClr>
                </a:solidFill>
                <a:latin typeface="Yu Gothic UI" panose="020B0500000000000000" pitchFamily="34" charset="-128"/>
                <a:ea typeface="Yu Gothic UI" panose="020B0500000000000000" pitchFamily="34" charset="-128"/>
              </a:rPr>
              <a:t>の上限は</a:t>
            </a:r>
            <a:r>
              <a:rPr lang="en-US" altLang="ja-JP" sz="2000" dirty="0">
                <a:solidFill>
                  <a:schemeClr val="tx1">
                    <a:lumMod val="75000"/>
                    <a:lumOff val="25000"/>
                  </a:schemeClr>
                </a:solidFill>
                <a:latin typeface="Yu Gothic UI" panose="020B0500000000000000" pitchFamily="34" charset="-128"/>
                <a:ea typeface="Yu Gothic UI" panose="020B0500000000000000" pitchFamily="34" charset="-128"/>
              </a:rPr>
              <a:t>600 (</a:t>
            </a:r>
            <a:r>
              <a:rPr lang="ja-JP" altLang="en-US" sz="2000">
                <a:solidFill>
                  <a:schemeClr val="tx1">
                    <a:lumMod val="75000"/>
                    <a:lumOff val="25000"/>
                  </a:schemeClr>
                </a:solidFill>
                <a:latin typeface="Yu Gothic UI" panose="020B0500000000000000" pitchFamily="34" charset="-128"/>
                <a:ea typeface="Yu Gothic UI" panose="020B0500000000000000" pitchFamily="34" charset="-128"/>
              </a:rPr>
              <a:t>これまで</a:t>
            </a:r>
            <a:r>
              <a:rPr lang="en-US" altLang="ja-JP" sz="2000" dirty="0">
                <a:solidFill>
                  <a:schemeClr val="tx1">
                    <a:lumMod val="75000"/>
                    <a:lumOff val="25000"/>
                  </a:schemeClr>
                </a:solidFill>
                <a:latin typeface="Yu Gothic UI" panose="020B0500000000000000" pitchFamily="34" charset="-128"/>
                <a:ea typeface="Yu Gothic UI" panose="020B0500000000000000" pitchFamily="34" charset="-128"/>
              </a:rPr>
              <a:t>400</a:t>
            </a:r>
            <a:r>
              <a:rPr lang="ja-JP" altLang="en-US" sz="2000">
                <a:solidFill>
                  <a:schemeClr val="tx1">
                    <a:lumMod val="75000"/>
                    <a:lumOff val="25000"/>
                  </a:schemeClr>
                </a:solidFill>
                <a:latin typeface="Yu Gothic UI" panose="020B0500000000000000" pitchFamily="34" charset="-128"/>
                <a:ea typeface="Yu Gothic UI" panose="020B0500000000000000" pitchFamily="34" charset="-128"/>
              </a:rPr>
              <a:t>だったが、</a:t>
            </a:r>
            <a:r>
              <a:rPr lang="en-US" altLang="ja-JP" sz="2000" dirty="0">
                <a:solidFill>
                  <a:schemeClr val="tx1">
                    <a:lumMod val="75000"/>
                    <a:lumOff val="25000"/>
                  </a:schemeClr>
                </a:solidFill>
                <a:latin typeface="Yu Gothic UI" panose="020B0500000000000000" pitchFamily="34" charset="-128"/>
                <a:ea typeface="Yu Gothic UI" panose="020B0500000000000000" pitchFamily="34" charset="-128"/>
              </a:rPr>
              <a:t>2025/9</a:t>
            </a:r>
            <a:r>
              <a:rPr lang="ja-JP" altLang="en-US" sz="2000">
                <a:solidFill>
                  <a:schemeClr val="tx1">
                    <a:lumMod val="75000"/>
                    <a:lumOff val="25000"/>
                  </a:schemeClr>
                </a:solidFill>
                <a:latin typeface="Yu Gothic UI" panose="020B0500000000000000" pitchFamily="34" charset="-128"/>
                <a:ea typeface="Yu Gothic UI" panose="020B0500000000000000" pitchFamily="34" charset="-128"/>
              </a:rPr>
              <a:t>の最近に拡張された</a:t>
            </a:r>
            <a:r>
              <a:rPr lang="en-US" altLang="ja-JP" sz="2000" dirty="0">
                <a:solidFill>
                  <a:schemeClr val="tx1">
                    <a:lumMod val="75000"/>
                    <a:lumOff val="25000"/>
                  </a:schemeClr>
                </a:solidFill>
                <a:latin typeface="Yu Gothic UI" panose="020B0500000000000000" pitchFamily="34" charset="-128"/>
                <a:ea typeface="Yu Gothic UI" panose="020B0500000000000000" pitchFamily="34" charset="-128"/>
              </a:rPr>
              <a:t>)</a:t>
            </a:r>
            <a:r>
              <a:rPr lang="ja-JP" altLang="en-US" sz="2000">
                <a:solidFill>
                  <a:schemeClr val="tx1">
                    <a:lumMod val="75000"/>
                    <a:lumOff val="25000"/>
                  </a:schemeClr>
                </a:solidFill>
                <a:latin typeface="Yu Gothic UI" panose="020B0500000000000000" pitchFamily="34" charset="-128"/>
                <a:ea typeface="Yu Gothic UI" panose="020B0500000000000000" pitchFamily="34" charset="-128"/>
              </a:rPr>
              <a:t>。</a:t>
            </a:r>
            <a:r>
              <a:rPr lang="en-US" altLang="ja-JP" sz="2000" dirty="0">
                <a:solidFill>
                  <a:schemeClr val="tx1">
                    <a:lumMod val="75000"/>
                    <a:lumOff val="25000"/>
                  </a:schemeClr>
                </a:solidFill>
                <a:latin typeface="Yu Gothic UI" panose="020B0500000000000000" pitchFamily="34" charset="-128"/>
                <a:ea typeface="Yu Gothic UI" panose="020B0500000000000000" pitchFamily="34" charset="-128"/>
              </a:rPr>
              <a:t>AVNM</a:t>
            </a:r>
            <a:r>
              <a:rPr lang="ja-JP" altLang="en-US" sz="2000">
                <a:solidFill>
                  <a:schemeClr val="tx1">
                    <a:lumMod val="75000"/>
                    <a:lumOff val="25000"/>
                  </a:schemeClr>
                </a:solidFill>
                <a:latin typeface="Yu Gothic UI" panose="020B0500000000000000" pitchFamily="34" charset="-128"/>
                <a:ea typeface="Yu Gothic UI" panose="020B0500000000000000" pitchFamily="34" charset="-128"/>
              </a:rPr>
              <a:t>を使うと</a:t>
            </a:r>
            <a:r>
              <a:rPr lang="en-US" altLang="ja-JP" sz="2000" dirty="0">
                <a:solidFill>
                  <a:schemeClr val="tx1">
                    <a:lumMod val="75000"/>
                    <a:lumOff val="25000"/>
                  </a:schemeClr>
                </a:solidFill>
                <a:latin typeface="Yu Gothic UI" panose="020B0500000000000000" pitchFamily="34" charset="-128"/>
                <a:ea typeface="Yu Gothic UI" panose="020B0500000000000000" pitchFamily="34" charset="-128"/>
              </a:rPr>
              <a:t>1000</a:t>
            </a:r>
            <a:r>
              <a:rPr lang="ja-JP" altLang="en-US" sz="2000">
                <a:solidFill>
                  <a:schemeClr val="tx1">
                    <a:lumMod val="75000"/>
                    <a:lumOff val="25000"/>
                  </a:schemeClr>
                </a:solidFill>
                <a:latin typeface="Yu Gothic UI" panose="020B0500000000000000" pitchFamily="34" charset="-128"/>
                <a:ea typeface="Yu Gothic UI" panose="020B0500000000000000" pitchFamily="34" charset="-128"/>
              </a:rPr>
              <a:t>。オンプレ</a:t>
            </a:r>
            <a:r>
              <a:rPr lang="en-US" altLang="ja-JP" sz="2000" dirty="0">
                <a:solidFill>
                  <a:schemeClr val="tx1">
                    <a:lumMod val="75000"/>
                    <a:lumOff val="25000"/>
                  </a:schemeClr>
                </a:solidFill>
                <a:latin typeface="Yu Gothic UI" panose="020B0500000000000000" pitchFamily="34" charset="-128"/>
                <a:ea typeface="Yu Gothic UI" panose="020B0500000000000000" pitchFamily="34" charset="-128"/>
              </a:rPr>
              <a:t> &lt;-&gt; </a:t>
            </a:r>
            <a:r>
              <a:rPr lang="ja-JP" altLang="en-US" sz="2000">
                <a:solidFill>
                  <a:schemeClr val="tx1">
                    <a:lumMod val="75000"/>
                    <a:lumOff val="25000"/>
                  </a:schemeClr>
                </a:solidFill>
                <a:latin typeface="Yu Gothic UI" panose="020B0500000000000000" pitchFamily="34" charset="-128"/>
                <a:ea typeface="Yu Gothic UI" panose="020B0500000000000000" pitchFamily="34" charset="-128"/>
              </a:rPr>
              <a:t>スポーク</a:t>
            </a:r>
            <a:r>
              <a:rPr lang="en-US" altLang="ja-JP" sz="2000" dirty="0" err="1">
                <a:solidFill>
                  <a:schemeClr val="tx1">
                    <a:lumMod val="75000"/>
                    <a:lumOff val="25000"/>
                  </a:schemeClr>
                </a:solidFill>
                <a:latin typeface="Yu Gothic UI" panose="020B0500000000000000" pitchFamily="34" charset="-128"/>
                <a:ea typeface="Yu Gothic UI" panose="020B0500000000000000" pitchFamily="34" charset="-128"/>
              </a:rPr>
              <a:t>VNet</a:t>
            </a:r>
            <a:r>
              <a:rPr lang="ja-JP" altLang="en-US" sz="2000">
                <a:solidFill>
                  <a:schemeClr val="tx1">
                    <a:lumMod val="75000"/>
                    <a:lumOff val="25000"/>
                  </a:schemeClr>
                </a:solidFill>
                <a:latin typeface="Yu Gothic UI" panose="020B0500000000000000" pitchFamily="34" charset="-128"/>
                <a:ea typeface="Yu Gothic UI" panose="020B0500000000000000" pitchFamily="34" charset="-128"/>
              </a:rPr>
              <a:t>、スポーク</a:t>
            </a:r>
            <a:r>
              <a:rPr lang="en-US" altLang="ja-JP" sz="2000" dirty="0" err="1">
                <a:solidFill>
                  <a:schemeClr val="tx1">
                    <a:lumMod val="75000"/>
                    <a:lumOff val="25000"/>
                  </a:schemeClr>
                </a:solidFill>
                <a:latin typeface="Yu Gothic UI" panose="020B0500000000000000" pitchFamily="34" charset="-128"/>
                <a:ea typeface="Yu Gothic UI" panose="020B0500000000000000" pitchFamily="34" charset="-128"/>
              </a:rPr>
              <a:t>VNet</a:t>
            </a:r>
            <a:r>
              <a:rPr lang="en-US" altLang="ja-JP" sz="2000" dirty="0">
                <a:solidFill>
                  <a:schemeClr val="tx1">
                    <a:lumMod val="75000"/>
                    <a:lumOff val="25000"/>
                  </a:schemeClr>
                </a:solidFill>
                <a:latin typeface="Yu Gothic UI" panose="020B0500000000000000" pitchFamily="34" charset="-128"/>
                <a:ea typeface="Yu Gothic UI" panose="020B0500000000000000" pitchFamily="34" charset="-128"/>
              </a:rPr>
              <a:t> &lt;-&gt; </a:t>
            </a:r>
            <a:r>
              <a:rPr lang="ja-JP" altLang="en-US" sz="2000">
                <a:solidFill>
                  <a:schemeClr val="tx1">
                    <a:lumMod val="75000"/>
                    <a:lumOff val="25000"/>
                  </a:schemeClr>
                </a:solidFill>
                <a:latin typeface="Yu Gothic UI" panose="020B0500000000000000" pitchFamily="34" charset="-128"/>
                <a:ea typeface="Yu Gothic UI" panose="020B0500000000000000" pitchFamily="34" charset="-128"/>
              </a:rPr>
              <a:t>スポーク</a:t>
            </a:r>
            <a:r>
              <a:rPr lang="en-US" altLang="ja-JP" sz="2000" dirty="0" err="1">
                <a:solidFill>
                  <a:schemeClr val="tx1">
                    <a:lumMod val="75000"/>
                    <a:lumOff val="25000"/>
                  </a:schemeClr>
                </a:solidFill>
                <a:latin typeface="Yu Gothic UI" panose="020B0500000000000000" pitchFamily="34" charset="-128"/>
                <a:ea typeface="Yu Gothic UI" panose="020B0500000000000000" pitchFamily="34" charset="-128"/>
              </a:rPr>
              <a:t>VNet</a:t>
            </a:r>
            <a:r>
              <a:rPr lang="ja-JP" altLang="en-US" sz="2000">
                <a:solidFill>
                  <a:schemeClr val="tx1">
                    <a:lumMod val="75000"/>
                    <a:lumOff val="25000"/>
                  </a:schemeClr>
                </a:solidFill>
                <a:latin typeface="Yu Gothic UI" panose="020B0500000000000000" pitchFamily="34" charset="-128"/>
                <a:ea typeface="Yu Gothic UI" panose="020B0500000000000000" pitchFamily="34" charset="-128"/>
              </a:rPr>
              <a:t>の通信をすべてハブの</a:t>
            </a:r>
            <a:r>
              <a:rPr lang="en-US" altLang="ja-JP" sz="2000" dirty="0">
                <a:solidFill>
                  <a:schemeClr val="tx1">
                    <a:lumMod val="75000"/>
                    <a:lumOff val="25000"/>
                  </a:schemeClr>
                </a:solidFill>
                <a:latin typeface="Yu Gothic UI" panose="020B0500000000000000" pitchFamily="34" charset="-128"/>
                <a:ea typeface="Yu Gothic UI" panose="020B0500000000000000" pitchFamily="34" charset="-128"/>
              </a:rPr>
              <a:t>NVA</a:t>
            </a:r>
            <a:r>
              <a:rPr lang="ja-JP" altLang="en-US" sz="2000">
                <a:solidFill>
                  <a:schemeClr val="tx1">
                    <a:lumMod val="75000"/>
                    <a:lumOff val="25000"/>
                  </a:schemeClr>
                </a:solidFill>
                <a:latin typeface="Yu Gothic UI" panose="020B0500000000000000" pitchFamily="34" charset="-128"/>
                <a:ea typeface="Yu Gothic UI" panose="020B0500000000000000" pitchFamily="34" charset="-128"/>
              </a:rPr>
              <a:t>を通す場合、この数値かピアリングの上限値がボトルネックになる場合がある。</a:t>
            </a:r>
            <a:endParaRPr lang="en-US" altLang="ja-JP" sz="2000" dirty="0">
              <a:solidFill>
                <a:schemeClr val="tx1">
                  <a:lumMod val="75000"/>
                  <a:lumOff val="25000"/>
                </a:schemeClr>
              </a:solidFill>
              <a:effectLst/>
              <a:latin typeface="Yu Gothic UI" panose="020B0500000000000000" pitchFamily="34" charset="-128"/>
              <a:ea typeface="Yu Gothic UI" panose="020B0500000000000000" pitchFamily="34" charset="-128"/>
            </a:endParaRPr>
          </a:p>
        </p:txBody>
      </p:sp>
      <p:sp>
        <p:nvSpPr>
          <p:cNvPr id="5" name="左中かっこ 4">
            <a:extLst>
              <a:ext uri="{FF2B5EF4-FFF2-40B4-BE49-F238E27FC236}">
                <a16:creationId xmlns:a16="http://schemas.microsoft.com/office/drawing/2014/main" id="{3DCBD044-26F3-BEC5-DE3D-CF4E40B7384C}"/>
              </a:ext>
            </a:extLst>
          </p:cNvPr>
          <p:cNvSpPr/>
          <p:nvPr/>
        </p:nvSpPr>
        <p:spPr>
          <a:xfrm rot="10800000">
            <a:off x="8868576" y="1516529"/>
            <a:ext cx="256449" cy="110995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2A6D9161-D19D-5F5C-C23B-A7BA88D36347}"/>
              </a:ext>
            </a:extLst>
          </p:cNvPr>
          <p:cNvSpPr txBox="1"/>
          <p:nvPr/>
        </p:nvSpPr>
        <p:spPr>
          <a:xfrm>
            <a:off x="9375354" y="1835618"/>
            <a:ext cx="1905918" cy="443198"/>
          </a:xfrm>
          <a:prstGeom prst="rect">
            <a:avLst/>
          </a:prstGeom>
          <a:no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kumimoji="0" lang="en-US" altLang="ja-JP" sz="16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Virtual WAN </a:t>
            </a:r>
            <a:r>
              <a:rPr kumimoji="0" lang="ja-JP" altLang="en-US" sz="16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で拡張可能</a:t>
            </a:r>
          </a:p>
        </p:txBody>
      </p:sp>
    </p:spTree>
    <p:extLst>
      <p:ext uri="{BB962C8B-B14F-4D97-AF65-F5344CB8AC3E}">
        <p14:creationId xmlns:p14="http://schemas.microsoft.com/office/powerpoint/2010/main" val="6620437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A1373-8FB0-CE6C-58BA-097CFCBD3D7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6131B12-E246-C0E9-7E3E-92E5549997DC}"/>
              </a:ext>
            </a:extLst>
          </p:cNvPr>
          <p:cNvSpPr>
            <a:spLocks noGrp="1"/>
          </p:cNvSpPr>
          <p:nvPr>
            <p:ph type="body" sz="quarter" idx="13"/>
          </p:nvPr>
        </p:nvSpPr>
        <p:spPr>
          <a:xfrm>
            <a:off x="838200" y="2716213"/>
            <a:ext cx="10374313" cy="2262187"/>
          </a:xfrm>
        </p:spPr>
        <p:txBody>
          <a:bodyPr/>
          <a:lstStyle/>
          <a:p>
            <a:pPr marL="0" indent="0">
              <a:spcAft>
                <a:spcPts val="600"/>
              </a:spcAft>
              <a:buNone/>
            </a:pPr>
            <a:r>
              <a:rPr lang="en" sz="1800" b="1" i="0" dirty="0">
                <a:solidFill>
                  <a:srgbClr val="4472C4"/>
                </a:solidFill>
                <a:latin typeface="Yu Gothic UI"/>
                <a:ea typeface="Yu Gothic UI"/>
                <a:cs typeface="Yu Gothic UI"/>
              </a:rPr>
              <a:t>SECTION </a:t>
            </a:r>
            <a:r>
              <a:rPr lang="en" sz="1800" b="1" dirty="0">
                <a:solidFill>
                  <a:srgbClr val="4472C4"/>
                </a:solidFill>
              </a:rPr>
              <a:t>3</a:t>
            </a:r>
            <a:endParaRPr lang="en" sz="1800" b="1" i="0" dirty="0">
              <a:solidFill>
                <a:srgbClr val="4472C4"/>
              </a:solidFill>
              <a:latin typeface="Yu Gothic UI"/>
              <a:ea typeface="Yu Gothic UI"/>
              <a:cs typeface="Yu Gothic UI"/>
            </a:endParaRPr>
          </a:p>
          <a:p>
            <a:pPr marL="0" indent="0">
              <a:buNone/>
            </a:pPr>
            <a:r>
              <a:rPr lang="en-US" altLang="ja-JP" sz="3200" dirty="0"/>
              <a:t>(</a:t>
            </a:r>
            <a:r>
              <a:rPr lang="ja-JP" altLang="en-US" sz="3200"/>
              <a:t>上級者向け</a:t>
            </a:r>
            <a:r>
              <a:rPr lang="en-US" altLang="ja-JP" sz="3200" dirty="0"/>
              <a:t>) Private Endpoint </a:t>
            </a:r>
            <a:r>
              <a:rPr lang="ja-JP" altLang="en-US" sz="3200"/>
              <a:t>の名前解決</a:t>
            </a:r>
            <a:endParaRPr lang="en-US" altLang="ja-JP" sz="3200" dirty="0"/>
          </a:p>
          <a:p>
            <a:pPr marL="0" indent="0">
              <a:buNone/>
            </a:pPr>
            <a:r>
              <a:rPr lang="en" sz="1400" b="0" i="0" dirty="0">
                <a:solidFill>
                  <a:srgbClr val="595959"/>
                </a:solidFill>
                <a:latin typeface="Yu Gothic UI"/>
                <a:ea typeface="Yu Gothic UI"/>
                <a:cs typeface="Yu Gothic UI"/>
              </a:rPr>
              <a:t>Name resolution for private endpoints</a:t>
            </a:r>
          </a:p>
        </p:txBody>
      </p:sp>
    </p:spTree>
    <p:extLst>
      <p:ext uri="{BB962C8B-B14F-4D97-AF65-F5344CB8AC3E}">
        <p14:creationId xmlns:p14="http://schemas.microsoft.com/office/powerpoint/2010/main" val="13019203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07D46-E667-54CA-71D4-620F527AD2AF}"/>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F80A7D97-E32F-2B60-838C-0F0A57FE96A9}"/>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US" altLang="ja-JP" sz="2000" b="1" dirty="0">
                <a:solidFill>
                  <a:srgbClr val="1F2937"/>
                </a:solidFill>
                <a:latin typeface="Yu Gothic"/>
                <a:ea typeface="Yu Gothic"/>
                <a:cs typeface="Yu Gothic"/>
              </a:rPr>
              <a:t>Private Endpoint </a:t>
            </a:r>
            <a:r>
              <a:rPr lang="ja-JP" altLang="en-US" sz="2000" b="1">
                <a:solidFill>
                  <a:srgbClr val="1F2937"/>
                </a:solidFill>
                <a:latin typeface="Yu Gothic"/>
                <a:ea typeface="Yu Gothic"/>
                <a:cs typeface="Yu Gothic"/>
              </a:rPr>
              <a:t>を介した</a:t>
            </a:r>
            <a:r>
              <a:rPr lang="en-US" altLang="ja-JP" sz="2000" b="1" dirty="0">
                <a:solidFill>
                  <a:srgbClr val="1F2937"/>
                </a:solidFill>
                <a:latin typeface="Yu Gothic"/>
                <a:ea typeface="Yu Gothic"/>
                <a:cs typeface="Yu Gothic"/>
              </a:rPr>
              <a:t> PaaS </a:t>
            </a:r>
            <a:r>
              <a:rPr lang="ja-JP" altLang="en-US" sz="2000" b="1">
                <a:solidFill>
                  <a:srgbClr val="1F2937"/>
                </a:solidFill>
                <a:latin typeface="Yu Gothic"/>
                <a:ea typeface="Yu Gothic"/>
                <a:cs typeface="Yu Gothic"/>
              </a:rPr>
              <a:t>へのアクセス</a:t>
            </a:r>
            <a:r>
              <a:rPr lang="en-US" altLang="ja-JP" sz="2000" b="1" dirty="0">
                <a:solidFill>
                  <a:srgbClr val="1F2937"/>
                </a:solidFill>
                <a:latin typeface="Yu Gothic"/>
                <a:ea typeface="Yu Gothic"/>
                <a:cs typeface="Yu Gothic"/>
              </a:rPr>
              <a:t> </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B0FF5654-462B-7CA1-A2DB-A19191E1CAF7}"/>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7</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F58E1699-79CF-0E6B-73F9-449AE5CEF7F2}"/>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四角形: 角を丸くする 95">
            <a:extLst>
              <a:ext uri="{FF2B5EF4-FFF2-40B4-BE49-F238E27FC236}">
                <a16:creationId xmlns:a16="http://schemas.microsoft.com/office/drawing/2014/main" id="{4E7FD159-405B-3356-8660-796848E5A472}"/>
              </a:ext>
            </a:extLst>
          </p:cNvPr>
          <p:cNvSpPr/>
          <p:nvPr/>
        </p:nvSpPr>
        <p:spPr bwMode="auto">
          <a:xfrm>
            <a:off x="5027062" y="3176128"/>
            <a:ext cx="3182469" cy="2867545"/>
          </a:xfrm>
          <a:prstGeom prst="roundRect">
            <a:avLst>
              <a:gd name="adj" fmla="val 15636"/>
            </a:avLst>
          </a:prstGeom>
          <a:solidFill>
            <a:schemeClr val="bg1"/>
          </a:solid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pic>
        <p:nvPicPr>
          <p:cNvPr id="5" name="グラフィックス 4">
            <a:extLst>
              <a:ext uri="{FF2B5EF4-FFF2-40B4-BE49-F238E27FC236}">
                <a16:creationId xmlns:a16="http://schemas.microsoft.com/office/drawing/2014/main" id="{2C6A840A-5901-8AD1-B7A0-D0BC3C1F0AE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14119" y="5756226"/>
            <a:ext cx="273856" cy="273856"/>
          </a:xfrm>
          <a:prstGeom prst="rect">
            <a:avLst/>
          </a:prstGeom>
        </p:spPr>
      </p:pic>
      <p:pic>
        <p:nvPicPr>
          <p:cNvPr id="6" name="グラフィックス 5">
            <a:extLst>
              <a:ext uri="{FF2B5EF4-FFF2-40B4-BE49-F238E27FC236}">
                <a16:creationId xmlns:a16="http://schemas.microsoft.com/office/drawing/2014/main" id="{057DCFA1-1768-3410-6C7D-31149E85767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51252" y="3550186"/>
            <a:ext cx="334091" cy="334091"/>
          </a:xfrm>
          <a:prstGeom prst="rect">
            <a:avLst/>
          </a:prstGeom>
        </p:spPr>
      </p:pic>
      <p:pic>
        <p:nvPicPr>
          <p:cNvPr id="7" name="グラフィックス 6">
            <a:extLst>
              <a:ext uri="{FF2B5EF4-FFF2-40B4-BE49-F238E27FC236}">
                <a16:creationId xmlns:a16="http://schemas.microsoft.com/office/drawing/2014/main" id="{212B2560-1AFB-1ECB-21AC-264F0489843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958889" y="4407676"/>
            <a:ext cx="404450" cy="404450"/>
          </a:xfrm>
          <a:prstGeom prst="rect">
            <a:avLst/>
          </a:prstGeom>
        </p:spPr>
      </p:pic>
      <p:pic>
        <p:nvPicPr>
          <p:cNvPr id="8" name="グラフィックス 7">
            <a:extLst>
              <a:ext uri="{FF2B5EF4-FFF2-40B4-BE49-F238E27FC236}">
                <a16:creationId xmlns:a16="http://schemas.microsoft.com/office/drawing/2014/main" id="{66CC3C6B-E4F9-AF50-3A98-679FD611C14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591327" y="4472909"/>
            <a:ext cx="273984" cy="273984"/>
          </a:xfrm>
          <a:prstGeom prst="rect">
            <a:avLst/>
          </a:prstGeom>
        </p:spPr>
      </p:pic>
      <p:sp>
        <p:nvSpPr>
          <p:cNvPr id="10" name="コンテンツ プレースホルダー 5">
            <a:extLst>
              <a:ext uri="{FF2B5EF4-FFF2-40B4-BE49-F238E27FC236}">
                <a16:creationId xmlns:a16="http://schemas.microsoft.com/office/drawing/2014/main" id="{D9DB6B1A-EA21-94CA-7B7D-E96BE16CC491}"/>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FontTx/>
              <a:buNone/>
            </a:pPr>
            <a:r>
              <a:rPr lang="en-US" altLang="ja-JP" sz="2000" kern="0" dirty="0">
                <a:solidFill>
                  <a:schemeClr val="tx1">
                    <a:lumMod val="75000"/>
                    <a:lumOff val="25000"/>
                  </a:schemeClr>
                </a:solidFill>
                <a:latin typeface="Yu Gothic UI" panose="020B0500000000000000" pitchFamily="34" charset="-128"/>
                <a:ea typeface="Yu Gothic UI" panose="020B0500000000000000" pitchFamily="34" charset="-128"/>
              </a:rPr>
              <a:t>Private Endpoint </a:t>
            </a:r>
            <a:r>
              <a:rPr lang="ja-JP" altLang="en-US" sz="2000" kern="0">
                <a:solidFill>
                  <a:schemeClr val="tx1">
                    <a:lumMod val="75000"/>
                    <a:lumOff val="25000"/>
                  </a:schemeClr>
                </a:solidFill>
                <a:latin typeface="Yu Gothic UI" panose="020B0500000000000000" pitchFamily="34" charset="-128"/>
                <a:ea typeface="Yu Gothic UI" panose="020B0500000000000000" pitchFamily="34" charset="-128"/>
              </a:rPr>
              <a:t>を介して</a:t>
            </a:r>
            <a:r>
              <a:rPr lang="en-US" altLang="ja-JP" sz="2000" kern="0" dirty="0">
                <a:solidFill>
                  <a:schemeClr val="tx1">
                    <a:lumMod val="75000"/>
                    <a:lumOff val="25000"/>
                  </a:schemeClr>
                </a:solidFill>
                <a:latin typeface="Yu Gothic UI" panose="020B0500000000000000" pitchFamily="34" charset="-128"/>
                <a:ea typeface="Yu Gothic UI" panose="020B0500000000000000" pitchFamily="34" charset="-128"/>
              </a:rPr>
              <a:t> PaaS </a:t>
            </a:r>
            <a:r>
              <a:rPr lang="ja-JP" altLang="en-US" sz="2000" kern="0">
                <a:solidFill>
                  <a:schemeClr val="tx1">
                    <a:lumMod val="75000"/>
                    <a:lumOff val="25000"/>
                  </a:schemeClr>
                </a:solidFill>
                <a:latin typeface="Yu Gothic UI" panose="020B0500000000000000" pitchFamily="34" charset="-128"/>
                <a:ea typeface="Yu Gothic UI" panose="020B0500000000000000" pitchFamily="34" charset="-128"/>
              </a:rPr>
              <a:t>へアクセスするときに、</a:t>
            </a:r>
            <a:r>
              <a:rPr lang="en-US" altLang="ja-JP" sz="2000" kern="0" dirty="0">
                <a:solidFill>
                  <a:schemeClr val="tx1">
                    <a:lumMod val="75000"/>
                    <a:lumOff val="25000"/>
                  </a:schemeClr>
                </a:solidFill>
                <a:latin typeface="Yu Gothic UI" panose="020B0500000000000000" pitchFamily="34" charset="-128"/>
                <a:ea typeface="Yu Gothic UI" panose="020B0500000000000000" pitchFamily="34" charset="-128"/>
              </a:rPr>
              <a:t>Private Endpoint </a:t>
            </a:r>
            <a:r>
              <a:rPr lang="ja-JP" altLang="en-US" sz="2000" kern="0">
                <a:solidFill>
                  <a:schemeClr val="tx1">
                    <a:lumMod val="75000"/>
                    <a:lumOff val="25000"/>
                  </a:schemeClr>
                </a:solidFill>
                <a:latin typeface="Yu Gothic UI" panose="020B0500000000000000" pitchFamily="34" charset="-128"/>
                <a:ea typeface="Yu Gothic UI" panose="020B0500000000000000" pitchFamily="34" charset="-128"/>
              </a:rPr>
              <a:t>は</a:t>
            </a:r>
            <a:r>
              <a:rPr lang="en-US" altLang="ja-JP" sz="2000" kern="0" dirty="0">
                <a:solidFill>
                  <a:schemeClr val="tx1">
                    <a:lumMod val="75000"/>
                    <a:lumOff val="25000"/>
                  </a:schemeClr>
                </a:solidFill>
                <a:latin typeface="Yu Gothic UI" panose="020B0500000000000000" pitchFamily="34" charset="-128"/>
                <a:ea typeface="Yu Gothic UI" panose="020B0500000000000000" pitchFamily="34" charset="-128"/>
              </a:rPr>
              <a:t> </a:t>
            </a:r>
            <a:r>
              <a:rPr lang="en-US" altLang="ja-JP" sz="2000" kern="0" dirty="0" err="1">
                <a:solidFill>
                  <a:schemeClr val="tx1">
                    <a:lumMod val="75000"/>
                    <a:lumOff val="25000"/>
                  </a:schemeClr>
                </a:solidFill>
                <a:latin typeface="Yu Gothic UI" panose="020B0500000000000000" pitchFamily="34" charset="-128"/>
                <a:ea typeface="Yu Gothic UI" panose="020B0500000000000000" pitchFamily="34" charset="-128"/>
              </a:rPr>
              <a:t>VNet</a:t>
            </a:r>
            <a:r>
              <a:rPr lang="en-US" altLang="ja-JP" sz="2000" kern="0" dirty="0">
                <a:solidFill>
                  <a:schemeClr val="tx1">
                    <a:lumMod val="75000"/>
                    <a:lumOff val="25000"/>
                  </a:schemeClr>
                </a:solidFill>
                <a:latin typeface="Yu Gothic UI" panose="020B0500000000000000" pitchFamily="34" charset="-128"/>
                <a:ea typeface="Yu Gothic UI" panose="020B0500000000000000" pitchFamily="34" charset="-128"/>
              </a:rPr>
              <a:t> </a:t>
            </a:r>
            <a:r>
              <a:rPr lang="ja-JP" altLang="en-US" sz="2000" kern="0">
                <a:solidFill>
                  <a:schemeClr val="tx1">
                    <a:lumMod val="75000"/>
                    <a:lumOff val="25000"/>
                  </a:schemeClr>
                </a:solidFill>
                <a:latin typeface="Yu Gothic UI" panose="020B0500000000000000" pitchFamily="34" charset="-128"/>
                <a:ea typeface="Yu Gothic UI" panose="020B0500000000000000" pitchFamily="34" charset="-128"/>
              </a:rPr>
              <a:t>から</a:t>
            </a:r>
            <a:r>
              <a:rPr lang="en-US" altLang="ja-JP" sz="2000" kern="0" dirty="0">
                <a:solidFill>
                  <a:schemeClr val="tx1">
                    <a:lumMod val="75000"/>
                    <a:lumOff val="25000"/>
                  </a:schemeClr>
                </a:solidFill>
                <a:latin typeface="Yu Gothic UI" panose="020B0500000000000000" pitchFamily="34" charset="-128"/>
                <a:ea typeface="Yu Gothic UI" panose="020B0500000000000000" pitchFamily="34" charset="-128"/>
              </a:rPr>
              <a:t> IP </a:t>
            </a:r>
            <a:r>
              <a:rPr lang="ja-JP" altLang="en-US" sz="2000" kern="0">
                <a:solidFill>
                  <a:schemeClr val="tx1">
                    <a:lumMod val="75000"/>
                    <a:lumOff val="25000"/>
                  </a:schemeClr>
                </a:solidFill>
                <a:latin typeface="Yu Gothic UI" panose="020B0500000000000000" pitchFamily="34" charset="-128"/>
                <a:ea typeface="Yu Gothic UI" panose="020B0500000000000000" pitchFamily="34" charset="-128"/>
              </a:rPr>
              <a:t>アドレスを割り当てられていることから、ホスト名なしに</a:t>
            </a:r>
            <a:r>
              <a:rPr lang="en-US" altLang="ja-JP" sz="2000" kern="0" dirty="0">
                <a:solidFill>
                  <a:schemeClr val="tx1">
                    <a:lumMod val="75000"/>
                    <a:lumOff val="25000"/>
                  </a:schemeClr>
                </a:solidFill>
                <a:latin typeface="Yu Gothic UI" panose="020B0500000000000000" pitchFamily="34" charset="-128"/>
                <a:ea typeface="Yu Gothic UI" panose="020B0500000000000000" pitchFamily="34" charset="-128"/>
              </a:rPr>
              <a:t> IP </a:t>
            </a:r>
            <a:r>
              <a:rPr lang="ja-JP" altLang="en-US" sz="2000" kern="0">
                <a:solidFill>
                  <a:schemeClr val="tx1">
                    <a:lumMod val="75000"/>
                    <a:lumOff val="25000"/>
                  </a:schemeClr>
                </a:solidFill>
                <a:latin typeface="Yu Gothic UI" panose="020B0500000000000000" pitchFamily="34" charset="-128"/>
                <a:ea typeface="Yu Gothic UI" panose="020B0500000000000000" pitchFamily="34" charset="-128"/>
              </a:rPr>
              <a:t>アドレスを直接指定することでアクセスできそうですが、できません。</a:t>
            </a:r>
            <a:r>
              <a:rPr lang="en-US" altLang="ja-JP" sz="2000" kern="0" dirty="0">
                <a:solidFill>
                  <a:schemeClr val="tx1">
                    <a:lumMod val="75000"/>
                    <a:lumOff val="25000"/>
                  </a:schemeClr>
                </a:solidFill>
                <a:latin typeface="Yu Gothic UI" panose="020B0500000000000000" pitchFamily="34" charset="-128"/>
                <a:ea typeface="Yu Gothic UI" panose="020B0500000000000000" pitchFamily="34" charset="-128"/>
              </a:rPr>
              <a:t>HTTP </a:t>
            </a:r>
            <a:r>
              <a:rPr lang="ja-JP" altLang="en-US" sz="2000" kern="0">
                <a:solidFill>
                  <a:schemeClr val="tx1">
                    <a:lumMod val="75000"/>
                    <a:lumOff val="25000"/>
                  </a:schemeClr>
                </a:solidFill>
                <a:latin typeface="Yu Gothic UI" panose="020B0500000000000000" pitchFamily="34" charset="-128"/>
                <a:ea typeface="Yu Gothic UI" panose="020B0500000000000000" pitchFamily="34" charset="-128"/>
              </a:rPr>
              <a:t>ヘッダの</a:t>
            </a:r>
            <a:r>
              <a:rPr lang="en-US" altLang="ja-JP" sz="2000" kern="0" dirty="0">
                <a:solidFill>
                  <a:schemeClr val="tx1">
                    <a:lumMod val="75000"/>
                    <a:lumOff val="25000"/>
                  </a:schemeClr>
                </a:solidFill>
                <a:latin typeface="Yu Gothic UI" panose="020B0500000000000000" pitchFamily="34" charset="-128"/>
                <a:ea typeface="Yu Gothic UI" panose="020B0500000000000000" pitchFamily="34" charset="-128"/>
              </a:rPr>
              <a:t> Host </a:t>
            </a:r>
            <a:r>
              <a:rPr lang="ja-JP" altLang="en-US" sz="2000" kern="0">
                <a:solidFill>
                  <a:schemeClr val="tx1">
                    <a:lumMod val="75000"/>
                    <a:lumOff val="25000"/>
                  </a:schemeClr>
                </a:solidFill>
                <a:latin typeface="Yu Gothic UI" panose="020B0500000000000000" pitchFamily="34" charset="-128"/>
                <a:ea typeface="Yu Gothic UI" panose="020B0500000000000000" pitchFamily="34" charset="-128"/>
              </a:rPr>
              <a:t>などアプリケーションレイヤでホスト名も指定しておく必要があります。これは</a:t>
            </a:r>
            <a:r>
              <a:rPr lang="en-US" altLang="ja-JP" sz="2000" kern="0" dirty="0">
                <a:solidFill>
                  <a:schemeClr val="tx1">
                    <a:lumMod val="75000"/>
                    <a:lumOff val="25000"/>
                  </a:schemeClr>
                </a:solidFill>
                <a:latin typeface="Yu Gothic UI" panose="020B0500000000000000" pitchFamily="34" charset="-128"/>
                <a:ea typeface="Yu Gothic UI" panose="020B0500000000000000" pitchFamily="34" charset="-128"/>
              </a:rPr>
              <a:t> PaaS </a:t>
            </a:r>
            <a:r>
              <a:rPr lang="ja-JP" altLang="en-US" sz="2000" kern="0">
                <a:solidFill>
                  <a:schemeClr val="tx1">
                    <a:lumMod val="75000"/>
                    <a:lumOff val="25000"/>
                  </a:schemeClr>
                </a:solidFill>
                <a:latin typeface="Yu Gothic UI" panose="020B0500000000000000" pitchFamily="34" charset="-128"/>
                <a:ea typeface="Yu Gothic UI" panose="020B0500000000000000" pitchFamily="34" charset="-128"/>
              </a:rPr>
              <a:t>がマルチテナントな作りであるためです。そこで</a:t>
            </a:r>
            <a:r>
              <a:rPr lang="en-US" altLang="ja-JP" sz="2000" kern="0" dirty="0">
                <a:solidFill>
                  <a:schemeClr val="tx1">
                    <a:lumMod val="75000"/>
                    <a:lumOff val="25000"/>
                  </a:schemeClr>
                </a:solidFill>
                <a:latin typeface="Yu Gothic UI" panose="020B0500000000000000" pitchFamily="34" charset="-128"/>
                <a:ea typeface="Yu Gothic UI" panose="020B0500000000000000" pitchFamily="34" charset="-128"/>
              </a:rPr>
              <a:t> Private Endpoint </a:t>
            </a:r>
            <a:r>
              <a:rPr lang="ja-JP" altLang="en-US" sz="2000" kern="0">
                <a:solidFill>
                  <a:schemeClr val="tx1">
                    <a:lumMod val="75000"/>
                    <a:lumOff val="25000"/>
                  </a:schemeClr>
                </a:solidFill>
                <a:latin typeface="Yu Gothic UI" panose="020B0500000000000000" pitchFamily="34" charset="-128"/>
                <a:ea typeface="Yu Gothic UI" panose="020B0500000000000000" pitchFamily="34" charset="-128"/>
              </a:rPr>
              <a:t>の</a:t>
            </a:r>
            <a:r>
              <a:rPr lang="en-US" altLang="ja-JP" sz="2000" kern="0" dirty="0">
                <a:solidFill>
                  <a:schemeClr val="tx1">
                    <a:lumMod val="75000"/>
                    <a:lumOff val="25000"/>
                  </a:schemeClr>
                </a:solidFill>
                <a:latin typeface="Yu Gothic UI" panose="020B0500000000000000" pitchFamily="34" charset="-128"/>
                <a:ea typeface="Yu Gothic UI" panose="020B0500000000000000" pitchFamily="34" charset="-128"/>
              </a:rPr>
              <a:t> IP </a:t>
            </a:r>
            <a:r>
              <a:rPr lang="ja-JP" altLang="en-US" sz="2000" kern="0">
                <a:solidFill>
                  <a:schemeClr val="tx1">
                    <a:lumMod val="75000"/>
                    <a:lumOff val="25000"/>
                  </a:schemeClr>
                </a:solidFill>
                <a:latin typeface="Yu Gothic UI" panose="020B0500000000000000" pitchFamily="34" charset="-128"/>
                <a:ea typeface="Yu Gothic UI" panose="020B0500000000000000" pitchFamily="34" charset="-128"/>
              </a:rPr>
              <a:t>アドレスに解決できる名前解決の仕組みが必要です。</a:t>
            </a:r>
          </a:p>
        </p:txBody>
      </p:sp>
      <p:cxnSp>
        <p:nvCxnSpPr>
          <p:cNvPr id="12" name="直線コネクタ 11">
            <a:extLst>
              <a:ext uri="{FF2B5EF4-FFF2-40B4-BE49-F238E27FC236}">
                <a16:creationId xmlns:a16="http://schemas.microsoft.com/office/drawing/2014/main" id="{F379DA33-FA9A-B59B-3074-C4ACCFE1316A}"/>
              </a:ext>
            </a:extLst>
          </p:cNvPr>
          <p:cNvCxnSpPr>
            <a:stCxn id="8" idx="3"/>
            <a:endCxn id="7" idx="1"/>
          </p:cNvCxnSpPr>
          <p:nvPr/>
        </p:nvCxnSpPr>
        <p:spPr>
          <a:xfrm>
            <a:off x="7865311" y="4609901"/>
            <a:ext cx="1093578"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D8DB978A-34B2-2996-B485-15230A0ED6EF}"/>
              </a:ext>
            </a:extLst>
          </p:cNvPr>
          <p:cNvSpPr txBox="1"/>
          <p:nvPr/>
        </p:nvSpPr>
        <p:spPr>
          <a:xfrm>
            <a:off x="7181530" y="4812126"/>
            <a:ext cx="1093578" cy="498598"/>
          </a:xfrm>
          <a:prstGeom prst="rect">
            <a:avLst/>
          </a:prstGeom>
          <a:noFill/>
        </p:spPr>
        <p:txBody>
          <a:bodyPr wrap="square" lIns="0" tIns="0" rIns="0" bIns="0" rtlCol="0" anchor="ctr">
            <a:spAutoFit/>
          </a:bodyPr>
          <a:lstStyle/>
          <a:p>
            <a:pPr marL="0" marR="0" indent="0" algn="ctr" defTabSz="931757" rtl="0" eaLnBrk="1" fontAlgn="base" latinLnBrk="0" hangingPunct="1">
              <a:lnSpc>
                <a:spcPct val="90000"/>
              </a:lnSpc>
              <a:spcBef>
                <a:spcPct val="0"/>
              </a:spcBef>
              <a:spcAft>
                <a:spcPct val="0"/>
              </a:spcAft>
              <a:buClrTx/>
              <a:buSzTx/>
              <a:buFontTx/>
              <a:buNone/>
              <a:tabLst/>
            </a:pPr>
            <a:r>
              <a:rPr kumimoji="0" lang="en-US" altLang="ja-JP" sz="12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Private</a:t>
            </a:r>
          </a:p>
          <a:p>
            <a:pPr marL="0" marR="0" indent="0" algn="ctr" defTabSz="931757" rtl="0" eaLnBrk="1" fontAlgn="base" latinLnBrk="0" hangingPunct="1">
              <a:lnSpc>
                <a:spcPct val="90000"/>
              </a:lnSpc>
              <a:spcBef>
                <a:spcPct val="0"/>
              </a:spcBef>
              <a:spcAft>
                <a:spcPct val="0"/>
              </a:spcAft>
              <a:buClrTx/>
              <a:buSzTx/>
              <a:buFontTx/>
              <a:buNone/>
              <a:tabLst/>
            </a:pPr>
            <a:r>
              <a:rPr kumimoji="0" lang="en-US" altLang="ja-JP" sz="12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Endpoint</a:t>
            </a:r>
          </a:p>
          <a:p>
            <a:pPr marL="0" marR="0" indent="0" algn="ctr" defTabSz="931757" rtl="0" eaLnBrk="1" fontAlgn="base" latinLnBrk="0" hangingPunct="1">
              <a:lnSpc>
                <a:spcPct val="90000"/>
              </a:lnSpc>
              <a:spcBef>
                <a:spcPct val="0"/>
              </a:spcBef>
              <a:spcAft>
                <a:spcPct val="0"/>
              </a:spcAft>
              <a:buClrTx/>
              <a:buSzTx/>
              <a:buFontTx/>
              <a:buNone/>
              <a:tabLst/>
            </a:pPr>
            <a:r>
              <a:rPr lang="en-US" altLang="ja-JP" sz="1200" dirty="0">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10.0.1.5</a:t>
            </a:r>
            <a:endParaRPr kumimoji="0" lang="ja-JP" altLang="en-US" sz="12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sp>
        <p:nvSpPr>
          <p:cNvPr id="14" name="テキスト ボックス 13">
            <a:extLst>
              <a:ext uri="{FF2B5EF4-FFF2-40B4-BE49-F238E27FC236}">
                <a16:creationId xmlns:a16="http://schemas.microsoft.com/office/drawing/2014/main" id="{3DF2995D-0968-1681-84F0-8D090E35295C}"/>
              </a:ext>
            </a:extLst>
          </p:cNvPr>
          <p:cNvSpPr txBox="1"/>
          <p:nvPr/>
        </p:nvSpPr>
        <p:spPr>
          <a:xfrm>
            <a:off x="8580737" y="4812126"/>
            <a:ext cx="1093578" cy="498598"/>
          </a:xfrm>
          <a:prstGeom prst="rect">
            <a:avLst/>
          </a:prstGeom>
          <a:noFill/>
        </p:spPr>
        <p:txBody>
          <a:bodyPr wrap="square" lIns="0" tIns="0" rIns="0" bIns="0" rtlCol="0" anchor="ctr">
            <a:spAutoFit/>
          </a:bodyPr>
          <a:lstStyle/>
          <a:p>
            <a:pPr marL="0" marR="0" indent="0" algn="ctr" defTabSz="931757" rtl="0" eaLnBrk="1" fontAlgn="base" latinLnBrk="0" hangingPunct="1">
              <a:lnSpc>
                <a:spcPct val="90000"/>
              </a:lnSpc>
              <a:spcBef>
                <a:spcPct val="0"/>
              </a:spcBef>
              <a:spcAft>
                <a:spcPct val="0"/>
              </a:spcAft>
              <a:buClrTx/>
              <a:buSzTx/>
              <a:buFontTx/>
              <a:buNone/>
              <a:tabLst/>
            </a:pPr>
            <a:r>
              <a:rPr kumimoji="0" lang="en-US" altLang="ja-JP" sz="12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rPr>
              <a:t>App Service</a:t>
            </a:r>
          </a:p>
          <a:p>
            <a:pPr marL="0" marR="0" indent="0" algn="ctr" defTabSz="931757" rtl="0" eaLnBrk="1" fontAlgn="base" latinLnBrk="0" hangingPunct="1">
              <a:lnSpc>
                <a:spcPct val="90000"/>
              </a:lnSpc>
              <a:spcBef>
                <a:spcPct val="0"/>
              </a:spcBef>
              <a:spcAft>
                <a:spcPct val="0"/>
              </a:spcAft>
              <a:buClrTx/>
              <a:buSzTx/>
              <a:buFontTx/>
              <a:buNone/>
              <a:tabLst/>
            </a:pPr>
            <a:r>
              <a:rPr lang="en-US" altLang="ja-JP" sz="1200" dirty="0" err="1">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example.azurewebsites.net</a:t>
            </a:r>
            <a:endParaRPr kumimoji="0" lang="ja-JP" altLang="en-US" sz="1200" b="0" i="0" u="none" strike="noStrike" kern="1200" cap="none" spc="0" normalizeH="0" baseline="0" noProof="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sp>
        <p:nvSpPr>
          <p:cNvPr id="15" name="テキスト ボックス 14">
            <a:extLst>
              <a:ext uri="{FF2B5EF4-FFF2-40B4-BE49-F238E27FC236}">
                <a16:creationId xmlns:a16="http://schemas.microsoft.com/office/drawing/2014/main" id="{A7E10FC9-9DE6-5363-437E-D0930CBD78BA}"/>
              </a:ext>
            </a:extLst>
          </p:cNvPr>
          <p:cNvSpPr txBox="1"/>
          <p:nvPr/>
        </p:nvSpPr>
        <p:spPr>
          <a:xfrm>
            <a:off x="6656358" y="5808351"/>
            <a:ext cx="463076" cy="166199"/>
          </a:xfrm>
          <a:prstGeom prst="rect">
            <a:avLst/>
          </a:prstGeom>
          <a:noFill/>
        </p:spPr>
        <p:txBody>
          <a:bodyPr wrap="square" lIns="0" tIns="0" rIns="0" bIns="0" rtlCol="0" anchor="ctr">
            <a:spAutoFit/>
          </a:bodyPr>
          <a:lstStyle/>
          <a:p>
            <a:pPr marL="0" marR="0" indent="0" defTabSz="931757" rtl="0" eaLnBrk="1" fontAlgn="base" latinLnBrk="0" hangingPunct="1">
              <a:lnSpc>
                <a:spcPct val="90000"/>
              </a:lnSpc>
              <a:spcBef>
                <a:spcPct val="0"/>
              </a:spcBef>
              <a:spcAft>
                <a:spcPct val="0"/>
              </a:spcAft>
              <a:buClrTx/>
              <a:buSzTx/>
              <a:buFontTx/>
              <a:buNone/>
              <a:tabLst/>
            </a:pPr>
            <a:r>
              <a:rPr lang="en-US" altLang="ja-JP" sz="1200" dirty="0" err="1">
                <a:solidFill>
                  <a:srgbClr val="000000">
                    <a:lumMod val="85000"/>
                    <a:lumOff val="15000"/>
                  </a:srgbClr>
                </a:solidFill>
                <a:latin typeface="Yu Gothic UI" panose="020B0500000000000000" pitchFamily="34" charset="-128"/>
                <a:ea typeface="Yu Gothic UI" panose="020B0500000000000000" pitchFamily="34" charset="-128"/>
                <a:cs typeface="Segoe UI" panose="020B0502040204020203" pitchFamily="34" charset="0"/>
              </a:rPr>
              <a:t>VNet</a:t>
            </a:r>
            <a:endParaRPr kumimoji="0" lang="en-US" altLang="ja-JP" sz="1200" b="0" i="0" u="none" strike="noStrike" kern="1200" cap="none" spc="0" normalizeH="0" baseline="0" noProof="0" dirty="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pic>
        <p:nvPicPr>
          <p:cNvPr id="16" name="グラフィックス 15">
            <a:extLst>
              <a:ext uri="{FF2B5EF4-FFF2-40B4-BE49-F238E27FC236}">
                <a16:creationId xmlns:a16="http://schemas.microsoft.com/office/drawing/2014/main" id="{7DF06C6C-FE08-816E-5F88-FBA406D9FA2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374898" y="4436022"/>
            <a:ext cx="322872" cy="322872"/>
          </a:xfrm>
          <a:prstGeom prst="rect">
            <a:avLst/>
          </a:prstGeom>
        </p:spPr>
      </p:pic>
      <p:sp>
        <p:nvSpPr>
          <p:cNvPr id="17" name="テキスト ボックス 16">
            <a:extLst>
              <a:ext uri="{FF2B5EF4-FFF2-40B4-BE49-F238E27FC236}">
                <a16:creationId xmlns:a16="http://schemas.microsoft.com/office/drawing/2014/main" id="{B591F1D4-5096-6EB9-B8E8-031EDCAD318C}"/>
              </a:ext>
            </a:extLst>
          </p:cNvPr>
          <p:cNvSpPr txBox="1"/>
          <p:nvPr/>
        </p:nvSpPr>
        <p:spPr>
          <a:xfrm>
            <a:off x="5097924" y="4858642"/>
            <a:ext cx="876819" cy="169277"/>
          </a:xfrm>
          <a:prstGeom prst="rect">
            <a:avLst/>
          </a:prstGeom>
          <a:noFill/>
        </p:spPr>
        <p:txBody>
          <a:bodyPr wrap="square" lIns="0" tIns="0" rIns="0" bIns="0" rtlCol="0">
            <a:spAutoFit/>
          </a:bodyPr>
          <a:lstStyle/>
          <a:p>
            <a:pPr algn="ctr"/>
            <a:r>
              <a:rPr kumimoji="1" lang="en-US" altLang="ja-JP" sz="1100" dirty="0" err="1">
                <a:solidFill>
                  <a:schemeClr val="tx1">
                    <a:lumMod val="75000"/>
                    <a:lumOff val="25000"/>
                  </a:schemeClr>
                </a:solidFill>
                <a:latin typeface="Yu Gothic UI" panose="020B0500000000000000" pitchFamily="34" charset="-128"/>
                <a:ea typeface="Yu Gothic UI" panose="020B0500000000000000" pitchFamily="34" charset="-128"/>
              </a:rPr>
              <a:t>VNet</a:t>
            </a:r>
            <a:r>
              <a:rPr kumimoji="1" lang="en-US" altLang="ja-JP" sz="1100" dirty="0">
                <a:solidFill>
                  <a:schemeClr val="tx1">
                    <a:lumMod val="75000"/>
                    <a:lumOff val="25000"/>
                  </a:schemeClr>
                </a:solidFill>
                <a:latin typeface="Yu Gothic UI" panose="020B0500000000000000" pitchFamily="34" charset="-128"/>
                <a:ea typeface="Yu Gothic UI" panose="020B0500000000000000" pitchFamily="34" charset="-128"/>
              </a:rPr>
              <a:t> GW</a:t>
            </a: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18" name="四角形: 角を丸くする 95">
            <a:extLst>
              <a:ext uri="{FF2B5EF4-FFF2-40B4-BE49-F238E27FC236}">
                <a16:creationId xmlns:a16="http://schemas.microsoft.com/office/drawing/2014/main" id="{B566F922-F32D-8599-8DFD-269232BBFC7B}"/>
              </a:ext>
            </a:extLst>
          </p:cNvPr>
          <p:cNvSpPr/>
          <p:nvPr/>
        </p:nvSpPr>
        <p:spPr bwMode="auto">
          <a:xfrm>
            <a:off x="924066" y="3162537"/>
            <a:ext cx="3182469" cy="2867545"/>
          </a:xfrm>
          <a:prstGeom prst="roundRect">
            <a:avLst>
              <a:gd name="adj" fmla="val 15636"/>
            </a:avLst>
          </a:prstGeom>
          <a:solidFill>
            <a:schemeClr val="bg1"/>
          </a:solidFill>
          <a:ln w="19050">
            <a:solidFill>
              <a:schemeClr val="tx1">
                <a:lumMod val="85000"/>
                <a:lumOff val="1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p>
            <a:pPr algn="ctr" defTabSz="932472" fontAlgn="base">
              <a:spcBef>
                <a:spcPct val="0"/>
              </a:spcBef>
              <a:spcAft>
                <a:spcPct val="0"/>
              </a:spcAft>
            </a:pPr>
            <a:endParaRPr kumimoji="1" lang="ja-JP" altLang="en-US" sz="1100">
              <a:solidFill>
                <a:schemeClr val="tx1">
                  <a:lumMod val="75000"/>
                  <a:lumOff val="25000"/>
                </a:schemeClr>
              </a:solidFill>
              <a:latin typeface="Yu Gothic UI" panose="020B0500000000000000" pitchFamily="34" charset="-128"/>
              <a:ea typeface="Yu Gothic UI" panose="020B0500000000000000" pitchFamily="34" charset="-128"/>
              <a:cs typeface="Segoe UI" pitchFamily="34" charset="0"/>
            </a:endParaRPr>
          </a:p>
        </p:txBody>
      </p:sp>
      <p:pic>
        <p:nvPicPr>
          <p:cNvPr id="21" name="グラフィックス 20" descr="ノート PC 単色塗りつぶし">
            <a:extLst>
              <a:ext uri="{FF2B5EF4-FFF2-40B4-BE49-F238E27FC236}">
                <a16:creationId xmlns:a16="http://schemas.microsoft.com/office/drawing/2014/main" id="{625514E4-4530-EB41-89B4-5BC393FB36C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386289" y="4230831"/>
            <a:ext cx="522433" cy="522433"/>
          </a:xfrm>
          <a:prstGeom prst="rect">
            <a:avLst/>
          </a:prstGeom>
        </p:spPr>
      </p:pic>
      <p:cxnSp>
        <p:nvCxnSpPr>
          <p:cNvPr id="22" name="直線コネクタ 21">
            <a:extLst>
              <a:ext uri="{FF2B5EF4-FFF2-40B4-BE49-F238E27FC236}">
                <a16:creationId xmlns:a16="http://schemas.microsoft.com/office/drawing/2014/main" id="{E797D50C-8998-7B19-A738-08E667589DB3}"/>
              </a:ext>
            </a:extLst>
          </p:cNvPr>
          <p:cNvCxnSpPr>
            <a:cxnSpLocks/>
            <a:stCxn id="16" idx="1"/>
            <a:endCxn id="18" idx="3"/>
          </p:cNvCxnSpPr>
          <p:nvPr/>
        </p:nvCxnSpPr>
        <p:spPr>
          <a:xfrm flipH="1" flipV="1">
            <a:off x="4106535" y="4596310"/>
            <a:ext cx="1268363" cy="1148"/>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4" name="テキスト ボックス 43">
            <a:extLst>
              <a:ext uri="{FF2B5EF4-FFF2-40B4-BE49-F238E27FC236}">
                <a16:creationId xmlns:a16="http://schemas.microsoft.com/office/drawing/2014/main" id="{5CA03D62-CCA9-F2B6-E895-72FA22F472FD}"/>
              </a:ext>
            </a:extLst>
          </p:cNvPr>
          <p:cNvSpPr txBox="1"/>
          <p:nvPr/>
        </p:nvSpPr>
        <p:spPr>
          <a:xfrm>
            <a:off x="7074257" y="3753225"/>
            <a:ext cx="876819" cy="169277"/>
          </a:xfrm>
          <a:prstGeom prst="rect">
            <a:avLst/>
          </a:prstGeom>
          <a:noFill/>
        </p:spPr>
        <p:txBody>
          <a:bodyPr wrap="square" lIns="0" tIns="0" rIns="0" bIns="0" rtlCol="0">
            <a:spAutoFit/>
          </a:bodyPr>
          <a:lstStyle/>
          <a:p>
            <a:pPr algn="ctr"/>
            <a:r>
              <a:rPr kumimoji="1" lang="en-US" altLang="ja-JP" sz="1100" dirty="0">
                <a:solidFill>
                  <a:srgbClr val="FF0000"/>
                </a:solidFill>
                <a:latin typeface="Yu Gothic UI" panose="020B0500000000000000" pitchFamily="34" charset="-128"/>
                <a:ea typeface="Yu Gothic UI" panose="020B0500000000000000" pitchFamily="34" charset="-128"/>
              </a:rPr>
              <a:t>http://10.0.1.5</a:t>
            </a:r>
            <a:endParaRPr kumimoji="1" lang="ja-JP" altLang="en-US" sz="1100">
              <a:solidFill>
                <a:srgbClr val="FF0000"/>
              </a:solidFill>
              <a:latin typeface="Yu Gothic UI" panose="020B0500000000000000" pitchFamily="34" charset="-128"/>
              <a:ea typeface="Yu Gothic UI" panose="020B0500000000000000" pitchFamily="34" charset="-128"/>
            </a:endParaRPr>
          </a:p>
        </p:txBody>
      </p:sp>
      <p:pic>
        <p:nvPicPr>
          <p:cNvPr id="46" name="グラフィックス 45" descr="No の記号 単色塗りつぶし">
            <a:extLst>
              <a:ext uri="{FF2B5EF4-FFF2-40B4-BE49-F238E27FC236}">
                <a16:creationId xmlns:a16="http://schemas.microsoft.com/office/drawing/2014/main" id="{9CE86D04-776B-24B0-08DB-456EEED1F20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463358" y="4126814"/>
            <a:ext cx="354509" cy="354509"/>
          </a:xfrm>
          <a:prstGeom prst="rect">
            <a:avLst/>
          </a:prstGeom>
        </p:spPr>
      </p:pic>
      <p:grpSp>
        <p:nvGrpSpPr>
          <p:cNvPr id="50" name="グループ化 49">
            <a:extLst>
              <a:ext uri="{FF2B5EF4-FFF2-40B4-BE49-F238E27FC236}">
                <a16:creationId xmlns:a16="http://schemas.microsoft.com/office/drawing/2014/main" id="{924E0815-F991-8B2C-C9A8-FA147D683DA3}"/>
              </a:ext>
            </a:extLst>
          </p:cNvPr>
          <p:cNvGrpSpPr/>
          <p:nvPr/>
        </p:nvGrpSpPr>
        <p:grpSpPr>
          <a:xfrm>
            <a:off x="2157667" y="4661909"/>
            <a:ext cx="6531840" cy="239760"/>
            <a:chOff x="2157667" y="4661909"/>
            <a:chExt cx="6531840" cy="239760"/>
          </a:xfrm>
        </p:grpSpPr>
        <mc:AlternateContent xmlns:mc="http://schemas.openxmlformats.org/markup-compatibility/2006" xmlns:p14="http://schemas.microsoft.com/office/powerpoint/2010/main">
          <mc:Choice Requires="p14">
            <p:contentPart p14:bwMode="auto" r:id="rId10">
              <p14:nvContentPartPr>
                <p14:cNvPr id="47" name="インク 46">
                  <a:extLst>
                    <a:ext uri="{FF2B5EF4-FFF2-40B4-BE49-F238E27FC236}">
                      <a16:creationId xmlns:a16="http://schemas.microsoft.com/office/drawing/2014/main" id="{B361CF48-FF73-91DC-8F42-20EDE847E546}"/>
                    </a:ext>
                  </a:extLst>
                </p14:cNvPr>
                <p14:cNvContentPartPr/>
                <p14:nvPr/>
              </p14:nvContentPartPr>
              <p14:xfrm>
                <a:off x="2157667" y="4661909"/>
                <a:ext cx="6473160" cy="154440"/>
              </p14:xfrm>
            </p:contentPart>
          </mc:Choice>
          <mc:Fallback xmlns="">
            <p:pic>
              <p:nvPicPr>
                <p:cNvPr id="47" name="インク 46">
                  <a:extLst>
                    <a:ext uri="{FF2B5EF4-FFF2-40B4-BE49-F238E27FC236}">
                      <a16:creationId xmlns:a16="http://schemas.microsoft.com/office/drawing/2014/main" id="{B361CF48-FF73-91DC-8F42-20EDE847E546}"/>
                    </a:ext>
                  </a:extLst>
                </p:cNvPr>
                <p:cNvPicPr/>
                <p:nvPr/>
              </p:nvPicPr>
              <p:blipFill>
                <a:blip r:embed="rId11"/>
                <a:stretch>
                  <a:fillRect/>
                </a:stretch>
              </p:blipFill>
              <p:spPr>
                <a:xfrm>
                  <a:off x="2151547" y="4655789"/>
                  <a:ext cx="6485400" cy="1666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8" name="インク 47">
                  <a:extLst>
                    <a:ext uri="{FF2B5EF4-FFF2-40B4-BE49-F238E27FC236}">
                      <a16:creationId xmlns:a16="http://schemas.microsoft.com/office/drawing/2014/main" id="{39C8B5B2-6BAC-6E6D-6533-5D7CD0B55947}"/>
                    </a:ext>
                  </a:extLst>
                </p14:cNvPr>
                <p14:cNvContentPartPr/>
                <p14:nvPr/>
              </p14:nvContentPartPr>
              <p14:xfrm>
                <a:off x="8431747" y="4717709"/>
                <a:ext cx="257760" cy="183960"/>
              </p14:xfrm>
            </p:contentPart>
          </mc:Choice>
          <mc:Fallback xmlns="">
            <p:pic>
              <p:nvPicPr>
                <p:cNvPr id="48" name="インク 47">
                  <a:extLst>
                    <a:ext uri="{FF2B5EF4-FFF2-40B4-BE49-F238E27FC236}">
                      <a16:creationId xmlns:a16="http://schemas.microsoft.com/office/drawing/2014/main" id="{39C8B5B2-6BAC-6E6D-6533-5D7CD0B55947}"/>
                    </a:ext>
                  </a:extLst>
                </p:cNvPr>
                <p:cNvPicPr/>
                <p:nvPr/>
              </p:nvPicPr>
              <p:blipFill>
                <a:blip r:embed="rId13"/>
                <a:stretch>
                  <a:fillRect/>
                </a:stretch>
              </p:blipFill>
              <p:spPr>
                <a:xfrm>
                  <a:off x="8425627" y="4711589"/>
                  <a:ext cx="270000" cy="196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4">
            <p14:nvContentPartPr>
              <p14:cNvPr id="52" name="インク 51">
                <a:extLst>
                  <a:ext uri="{FF2B5EF4-FFF2-40B4-BE49-F238E27FC236}">
                    <a16:creationId xmlns:a16="http://schemas.microsoft.com/office/drawing/2014/main" id="{1FAB9C87-F693-6CB0-32B5-E19154A2944E}"/>
                  </a:ext>
                </a:extLst>
              </p14:cNvPr>
              <p14:cNvContentPartPr/>
              <p14:nvPr/>
            </p14:nvContentPartPr>
            <p14:xfrm>
              <a:off x="6635347" y="4091669"/>
              <a:ext cx="503280" cy="583200"/>
            </p14:xfrm>
          </p:contentPart>
        </mc:Choice>
        <mc:Fallback xmlns="">
          <p:pic>
            <p:nvPicPr>
              <p:cNvPr id="52" name="インク 51">
                <a:extLst>
                  <a:ext uri="{FF2B5EF4-FFF2-40B4-BE49-F238E27FC236}">
                    <a16:creationId xmlns:a16="http://schemas.microsoft.com/office/drawing/2014/main" id="{1FAB9C87-F693-6CB0-32B5-E19154A2944E}"/>
                  </a:ext>
                </a:extLst>
              </p:cNvPr>
              <p:cNvPicPr/>
              <p:nvPr/>
            </p:nvPicPr>
            <p:blipFill>
              <a:blip r:embed="rId15"/>
              <a:stretch>
                <a:fillRect/>
              </a:stretch>
            </p:blipFill>
            <p:spPr>
              <a:xfrm>
                <a:off x="6629227" y="4085549"/>
                <a:ext cx="515520" cy="595440"/>
              </a:xfrm>
              <a:prstGeom prst="rect">
                <a:avLst/>
              </a:prstGeom>
            </p:spPr>
          </p:pic>
        </mc:Fallback>
      </mc:AlternateContent>
      <p:grpSp>
        <p:nvGrpSpPr>
          <p:cNvPr id="55" name="グループ化 54">
            <a:extLst>
              <a:ext uri="{FF2B5EF4-FFF2-40B4-BE49-F238E27FC236}">
                <a16:creationId xmlns:a16="http://schemas.microsoft.com/office/drawing/2014/main" id="{36FEE8B4-D658-E920-D1D3-40D686F3F666}"/>
              </a:ext>
            </a:extLst>
          </p:cNvPr>
          <p:cNvGrpSpPr/>
          <p:nvPr/>
        </p:nvGrpSpPr>
        <p:grpSpPr>
          <a:xfrm>
            <a:off x="2055787" y="3942989"/>
            <a:ext cx="5456880" cy="478800"/>
            <a:chOff x="2055787" y="3942989"/>
            <a:chExt cx="5456880" cy="478800"/>
          </a:xfrm>
        </p:grpSpPr>
        <mc:AlternateContent xmlns:mc="http://schemas.openxmlformats.org/markup-compatibility/2006" xmlns:p14="http://schemas.microsoft.com/office/powerpoint/2010/main">
          <mc:Choice Requires="p14">
            <p:contentPart p14:bwMode="auto" r:id="rId16">
              <p14:nvContentPartPr>
                <p14:cNvPr id="31" name="インク 30">
                  <a:extLst>
                    <a:ext uri="{FF2B5EF4-FFF2-40B4-BE49-F238E27FC236}">
                      <a16:creationId xmlns:a16="http://schemas.microsoft.com/office/drawing/2014/main" id="{ADD762C6-AAF5-5905-94A4-505F470FD50B}"/>
                    </a:ext>
                  </a:extLst>
                </p14:cNvPr>
                <p14:cNvContentPartPr/>
                <p14:nvPr/>
              </p14:nvContentPartPr>
              <p14:xfrm>
                <a:off x="2055787" y="4304069"/>
                <a:ext cx="5456880" cy="53280"/>
              </p14:xfrm>
            </p:contentPart>
          </mc:Choice>
          <mc:Fallback xmlns="">
            <p:pic>
              <p:nvPicPr>
                <p:cNvPr id="31" name="インク 30">
                  <a:extLst>
                    <a:ext uri="{FF2B5EF4-FFF2-40B4-BE49-F238E27FC236}">
                      <a16:creationId xmlns:a16="http://schemas.microsoft.com/office/drawing/2014/main" id="{ADD762C6-AAF5-5905-94A4-505F470FD50B}"/>
                    </a:ext>
                  </a:extLst>
                </p:cNvPr>
                <p:cNvPicPr/>
                <p:nvPr/>
              </p:nvPicPr>
              <p:blipFill>
                <a:blip r:embed="rId17"/>
                <a:stretch>
                  <a:fillRect/>
                </a:stretch>
              </p:blipFill>
              <p:spPr>
                <a:xfrm>
                  <a:off x="2049667" y="4297949"/>
                  <a:ext cx="5469120" cy="655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34" name="インク 33">
                  <a:extLst>
                    <a:ext uri="{FF2B5EF4-FFF2-40B4-BE49-F238E27FC236}">
                      <a16:creationId xmlns:a16="http://schemas.microsoft.com/office/drawing/2014/main" id="{08A9A573-59A1-79EE-70B8-25F66A84C358}"/>
                    </a:ext>
                  </a:extLst>
                </p14:cNvPr>
                <p14:cNvContentPartPr/>
                <p14:nvPr/>
              </p14:nvContentPartPr>
              <p14:xfrm>
                <a:off x="7276867" y="4260509"/>
                <a:ext cx="203400" cy="161280"/>
              </p14:xfrm>
            </p:contentPart>
          </mc:Choice>
          <mc:Fallback xmlns="">
            <p:pic>
              <p:nvPicPr>
                <p:cNvPr id="34" name="インク 33">
                  <a:extLst>
                    <a:ext uri="{FF2B5EF4-FFF2-40B4-BE49-F238E27FC236}">
                      <a16:creationId xmlns:a16="http://schemas.microsoft.com/office/drawing/2014/main" id="{08A9A573-59A1-79EE-70B8-25F66A84C358}"/>
                    </a:ext>
                  </a:extLst>
                </p:cNvPr>
                <p:cNvPicPr/>
                <p:nvPr/>
              </p:nvPicPr>
              <p:blipFill>
                <a:blip r:embed="rId19"/>
                <a:stretch>
                  <a:fillRect/>
                </a:stretch>
              </p:blipFill>
              <p:spPr>
                <a:xfrm>
                  <a:off x="7270747" y="4254389"/>
                  <a:ext cx="21564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53" name="インク 52">
                  <a:extLst>
                    <a:ext uri="{FF2B5EF4-FFF2-40B4-BE49-F238E27FC236}">
                      <a16:creationId xmlns:a16="http://schemas.microsoft.com/office/drawing/2014/main" id="{5C37687A-4BDD-A232-F431-F970DDBE5800}"/>
                    </a:ext>
                  </a:extLst>
                </p14:cNvPr>
                <p14:cNvContentPartPr/>
                <p14:nvPr/>
              </p14:nvContentPartPr>
              <p14:xfrm>
                <a:off x="6863947" y="3942989"/>
                <a:ext cx="239760" cy="402120"/>
              </p14:xfrm>
            </p:contentPart>
          </mc:Choice>
          <mc:Fallback xmlns="">
            <p:pic>
              <p:nvPicPr>
                <p:cNvPr id="53" name="インク 52">
                  <a:extLst>
                    <a:ext uri="{FF2B5EF4-FFF2-40B4-BE49-F238E27FC236}">
                      <a16:creationId xmlns:a16="http://schemas.microsoft.com/office/drawing/2014/main" id="{5C37687A-4BDD-A232-F431-F970DDBE5800}"/>
                    </a:ext>
                  </a:extLst>
                </p:cNvPr>
                <p:cNvPicPr/>
                <p:nvPr/>
              </p:nvPicPr>
              <p:blipFill>
                <a:blip r:embed="rId21"/>
                <a:stretch>
                  <a:fillRect/>
                </a:stretch>
              </p:blipFill>
              <p:spPr>
                <a:xfrm>
                  <a:off x="6857827" y="3936869"/>
                  <a:ext cx="252000" cy="414360"/>
                </a:xfrm>
                <a:prstGeom prst="rect">
                  <a:avLst/>
                </a:prstGeom>
              </p:spPr>
            </p:pic>
          </mc:Fallback>
        </mc:AlternateContent>
      </p:grpSp>
      <p:sp>
        <p:nvSpPr>
          <p:cNvPr id="56" name="テキスト ボックス 55">
            <a:extLst>
              <a:ext uri="{FF2B5EF4-FFF2-40B4-BE49-F238E27FC236}">
                <a16:creationId xmlns:a16="http://schemas.microsoft.com/office/drawing/2014/main" id="{B45B69C3-97FE-F75A-9F2C-59C55A68FE00}"/>
              </a:ext>
            </a:extLst>
          </p:cNvPr>
          <p:cNvSpPr txBox="1"/>
          <p:nvPr/>
        </p:nvSpPr>
        <p:spPr>
          <a:xfrm>
            <a:off x="5997879" y="4774003"/>
            <a:ext cx="1124971" cy="338554"/>
          </a:xfrm>
          <a:prstGeom prst="rect">
            <a:avLst/>
          </a:prstGeom>
          <a:noFill/>
        </p:spPr>
        <p:txBody>
          <a:bodyPr wrap="square" lIns="0" tIns="0" rIns="0" bIns="0" rtlCol="0">
            <a:spAutoFit/>
          </a:bodyPr>
          <a:lstStyle/>
          <a:p>
            <a:pPr algn="ctr"/>
            <a:r>
              <a:rPr kumimoji="1" lang="en-US" altLang="ja-JP" sz="1100" dirty="0">
                <a:solidFill>
                  <a:srgbClr val="00B050"/>
                </a:solidFill>
                <a:latin typeface="Yu Gothic UI" panose="020B0500000000000000" pitchFamily="34" charset="-128"/>
                <a:ea typeface="Yu Gothic UI" panose="020B0500000000000000" pitchFamily="34" charset="-128"/>
              </a:rPr>
              <a:t>http://</a:t>
            </a:r>
            <a:r>
              <a:rPr kumimoji="1" lang="en-US" altLang="ja-JP" sz="1100" dirty="0" err="1">
                <a:solidFill>
                  <a:srgbClr val="00B050"/>
                </a:solidFill>
                <a:latin typeface="Yu Gothic UI" panose="020B0500000000000000" pitchFamily="34" charset="-128"/>
                <a:ea typeface="Yu Gothic UI" panose="020B0500000000000000" pitchFamily="34" charset="-128"/>
              </a:rPr>
              <a:t>example.azurewebsites.net</a:t>
            </a:r>
            <a:endParaRPr kumimoji="1" lang="ja-JP" altLang="en-US" sz="1100">
              <a:solidFill>
                <a:srgbClr val="00B050"/>
              </a:solidFill>
              <a:latin typeface="Yu Gothic UI" panose="020B0500000000000000" pitchFamily="34" charset="-128"/>
              <a:ea typeface="Yu Gothic UI" panose="020B0500000000000000" pitchFamily="34" charset="-128"/>
            </a:endParaRPr>
          </a:p>
        </p:txBody>
      </p:sp>
    </p:spTree>
    <p:extLst>
      <p:ext uri="{BB962C8B-B14F-4D97-AF65-F5344CB8AC3E}">
        <p14:creationId xmlns:p14="http://schemas.microsoft.com/office/powerpoint/2010/main" val="9369919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3111B-A540-9642-91AE-0B18B1C201C3}"/>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20170409-A9C0-5D94-78FD-E8380D5FB499}"/>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US" altLang="ja-JP" sz="2000" b="1" dirty="0">
                <a:solidFill>
                  <a:srgbClr val="1F2937"/>
                </a:solidFill>
                <a:latin typeface="Yu Gothic"/>
                <a:ea typeface="Yu Gothic"/>
                <a:cs typeface="Yu Gothic"/>
              </a:rPr>
              <a:t>Private Endpoint </a:t>
            </a:r>
            <a:r>
              <a:rPr lang="ja-JP" altLang="en-US" sz="2000" b="1">
                <a:solidFill>
                  <a:srgbClr val="1F2937"/>
                </a:solidFill>
                <a:latin typeface="Yu Gothic"/>
                <a:ea typeface="Yu Gothic"/>
                <a:cs typeface="Yu Gothic"/>
              </a:rPr>
              <a:t>が有効になった</a:t>
            </a:r>
            <a:r>
              <a:rPr lang="en-US" altLang="ja-JP" sz="2000" b="1" dirty="0">
                <a:solidFill>
                  <a:srgbClr val="1F2937"/>
                </a:solidFill>
                <a:latin typeface="Yu Gothic"/>
                <a:ea typeface="Yu Gothic"/>
                <a:cs typeface="Yu Gothic"/>
              </a:rPr>
              <a:t> PaaS </a:t>
            </a:r>
            <a:r>
              <a:rPr lang="ja-JP" altLang="en-US" sz="2000" b="1">
                <a:solidFill>
                  <a:srgbClr val="1F2937"/>
                </a:solidFill>
                <a:latin typeface="Yu Gothic"/>
                <a:ea typeface="Yu Gothic"/>
                <a:cs typeface="Yu Gothic"/>
              </a:rPr>
              <a:t>の名前解決シーケンス</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4A0B17E0-AD8D-2A3D-08E0-8BE838992CEF}"/>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7</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24AF0567-F924-1170-F7D9-7C0578DAAEC0}"/>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10" name="コンテンツ プレースホルダー 5">
            <a:extLst>
              <a:ext uri="{FF2B5EF4-FFF2-40B4-BE49-F238E27FC236}">
                <a16:creationId xmlns:a16="http://schemas.microsoft.com/office/drawing/2014/main" id="{F69EC26F-20E5-DB7D-65EC-91063163ABF6}"/>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FontTx/>
              <a:buNone/>
            </a:pPr>
            <a:r>
              <a:rPr lang="en-US" altLang="ja-JP" sz="1800" kern="0" dirty="0">
                <a:solidFill>
                  <a:schemeClr val="tx1">
                    <a:lumMod val="75000"/>
                    <a:lumOff val="25000"/>
                  </a:schemeClr>
                </a:solidFill>
                <a:latin typeface="Yu Gothic UI" panose="020B0500000000000000" pitchFamily="34" charset="-128"/>
                <a:ea typeface="Yu Gothic UI" panose="020B0500000000000000" pitchFamily="34" charset="-128"/>
              </a:rPr>
              <a:t>PaaS </a:t>
            </a:r>
            <a:r>
              <a:rPr lang="ja-JP" altLang="en-US" sz="1800" kern="0">
                <a:solidFill>
                  <a:schemeClr val="tx1">
                    <a:lumMod val="75000"/>
                    <a:lumOff val="25000"/>
                  </a:schemeClr>
                </a:solidFill>
                <a:latin typeface="Yu Gothic UI" panose="020B0500000000000000" pitchFamily="34" charset="-128"/>
                <a:ea typeface="Yu Gothic UI" panose="020B0500000000000000" pitchFamily="34" charset="-128"/>
              </a:rPr>
              <a:t>で</a:t>
            </a:r>
            <a:r>
              <a:rPr lang="en-US" altLang="ja-JP" sz="1800" kern="0" dirty="0">
                <a:solidFill>
                  <a:schemeClr val="tx1">
                    <a:lumMod val="75000"/>
                    <a:lumOff val="25000"/>
                  </a:schemeClr>
                </a:solidFill>
                <a:latin typeface="Yu Gothic UI" panose="020B0500000000000000" pitchFamily="34" charset="-128"/>
                <a:ea typeface="Yu Gothic UI" panose="020B0500000000000000" pitchFamily="34" charset="-128"/>
              </a:rPr>
              <a:t> Private Endpoint </a:t>
            </a:r>
            <a:r>
              <a:rPr lang="ja-JP" altLang="en-US" sz="1800" kern="0">
                <a:solidFill>
                  <a:schemeClr val="tx1">
                    <a:lumMod val="75000"/>
                    <a:lumOff val="25000"/>
                  </a:schemeClr>
                </a:solidFill>
                <a:latin typeface="Yu Gothic UI" panose="020B0500000000000000" pitchFamily="34" charset="-128"/>
                <a:ea typeface="Yu Gothic UI" panose="020B0500000000000000" pitchFamily="34" charset="-128"/>
              </a:rPr>
              <a:t>を有効にすると、名前解決のシーケンスにおいて、</a:t>
            </a:r>
            <a:r>
              <a:rPr lang="en-US" altLang="ja-JP" sz="1800" kern="0" dirty="0" err="1">
                <a:solidFill>
                  <a:schemeClr val="tx1">
                    <a:lumMod val="75000"/>
                    <a:lumOff val="25000"/>
                  </a:schemeClr>
                </a:solidFill>
                <a:latin typeface="Yu Gothic UI" panose="020B0500000000000000" pitchFamily="34" charset="-128"/>
                <a:ea typeface="Yu Gothic UI" panose="020B0500000000000000" pitchFamily="34" charset="-128"/>
              </a:rPr>
              <a:t>privatelink</a:t>
            </a:r>
            <a:r>
              <a:rPr lang="en-US" altLang="ja-JP" sz="1800" kern="0" dirty="0">
                <a:solidFill>
                  <a:schemeClr val="tx1">
                    <a:lumMod val="75000"/>
                    <a:lumOff val="25000"/>
                  </a:schemeClr>
                </a:solidFill>
                <a:latin typeface="Yu Gothic UI" panose="020B0500000000000000" pitchFamily="34" charset="-128"/>
                <a:ea typeface="Yu Gothic UI" panose="020B0500000000000000" pitchFamily="34" charset="-128"/>
              </a:rPr>
              <a:t> </a:t>
            </a:r>
            <a:r>
              <a:rPr lang="ja-JP" altLang="en-US" sz="1800" kern="0">
                <a:solidFill>
                  <a:schemeClr val="tx1">
                    <a:lumMod val="75000"/>
                    <a:lumOff val="25000"/>
                  </a:schemeClr>
                </a:solidFill>
                <a:latin typeface="Yu Gothic UI" panose="020B0500000000000000" pitchFamily="34" charset="-128"/>
                <a:ea typeface="Yu Gothic UI" panose="020B0500000000000000" pitchFamily="34" charset="-128"/>
              </a:rPr>
              <a:t>という文字列が挿入された</a:t>
            </a:r>
            <a:r>
              <a:rPr lang="en-US" altLang="ja-JP" sz="1800" kern="0" dirty="0">
                <a:solidFill>
                  <a:schemeClr val="tx1">
                    <a:lumMod val="75000"/>
                    <a:lumOff val="25000"/>
                  </a:schemeClr>
                </a:solidFill>
                <a:latin typeface="Yu Gothic UI" panose="020B0500000000000000" pitchFamily="34" charset="-128"/>
                <a:ea typeface="Yu Gothic UI" panose="020B0500000000000000" pitchFamily="34" charset="-128"/>
              </a:rPr>
              <a:t> FQDN </a:t>
            </a:r>
            <a:r>
              <a:rPr lang="ja-JP" altLang="en-US" sz="1800" kern="0">
                <a:solidFill>
                  <a:schemeClr val="tx1">
                    <a:lumMod val="75000"/>
                    <a:lumOff val="25000"/>
                  </a:schemeClr>
                </a:solidFill>
                <a:latin typeface="Yu Gothic UI" panose="020B0500000000000000" pitchFamily="34" charset="-128"/>
                <a:ea typeface="Yu Gothic UI" panose="020B0500000000000000" pitchFamily="34" charset="-128"/>
              </a:rPr>
              <a:t>を解決する場面が現れます。</a:t>
            </a:r>
            <a:r>
              <a:rPr lang="en-US" altLang="ja-JP" sz="1800" kern="0" dirty="0">
                <a:solidFill>
                  <a:schemeClr val="tx1">
                    <a:lumMod val="75000"/>
                    <a:lumOff val="25000"/>
                  </a:schemeClr>
                </a:solidFill>
                <a:latin typeface="Yu Gothic UI" panose="020B0500000000000000" pitchFamily="34" charset="-128"/>
                <a:ea typeface="Yu Gothic UI" panose="020B0500000000000000" pitchFamily="34" charset="-128"/>
              </a:rPr>
              <a:t>PaaS </a:t>
            </a:r>
            <a:r>
              <a:rPr lang="ja-JP" altLang="en-US" sz="1800" kern="0">
                <a:solidFill>
                  <a:schemeClr val="tx1">
                    <a:lumMod val="75000"/>
                    <a:lumOff val="25000"/>
                  </a:schemeClr>
                </a:solidFill>
                <a:latin typeface="Yu Gothic UI" panose="020B0500000000000000" pitchFamily="34" charset="-128"/>
                <a:ea typeface="Yu Gothic UI" panose="020B0500000000000000" pitchFamily="34" charset="-128"/>
              </a:rPr>
              <a:t>の</a:t>
            </a:r>
            <a:r>
              <a:rPr lang="en-US" altLang="ja-JP" sz="1800" kern="0" dirty="0">
                <a:solidFill>
                  <a:schemeClr val="tx1">
                    <a:lumMod val="75000"/>
                    <a:lumOff val="25000"/>
                  </a:schemeClr>
                </a:solidFill>
                <a:latin typeface="Yu Gothic UI" panose="020B0500000000000000" pitchFamily="34" charset="-128"/>
                <a:ea typeface="Yu Gothic UI" panose="020B0500000000000000" pitchFamily="34" charset="-128"/>
              </a:rPr>
              <a:t> FQDN </a:t>
            </a:r>
            <a:r>
              <a:rPr lang="ja-JP" altLang="en-US" sz="1800" kern="0">
                <a:solidFill>
                  <a:schemeClr val="tx1">
                    <a:lumMod val="75000"/>
                    <a:lumOff val="25000"/>
                  </a:schemeClr>
                </a:solidFill>
                <a:latin typeface="Yu Gothic UI" panose="020B0500000000000000" pitchFamily="34" charset="-128"/>
                <a:ea typeface="Yu Gothic UI" panose="020B0500000000000000" pitchFamily="34" charset="-128"/>
              </a:rPr>
              <a:t>を</a:t>
            </a:r>
            <a:r>
              <a:rPr lang="en-US" altLang="ja-JP" sz="1800" kern="0" dirty="0">
                <a:solidFill>
                  <a:schemeClr val="tx1">
                    <a:lumMod val="75000"/>
                    <a:lumOff val="25000"/>
                  </a:schemeClr>
                </a:solidFill>
                <a:latin typeface="Yu Gothic UI" panose="020B0500000000000000" pitchFamily="34" charset="-128"/>
                <a:ea typeface="Yu Gothic UI" panose="020B0500000000000000" pitchFamily="34" charset="-128"/>
              </a:rPr>
              <a:t> Private Endpoint </a:t>
            </a:r>
            <a:r>
              <a:rPr lang="ja-JP" altLang="en-US" sz="1800" kern="0">
                <a:solidFill>
                  <a:schemeClr val="tx1">
                    <a:lumMod val="75000"/>
                    <a:lumOff val="25000"/>
                  </a:schemeClr>
                </a:solidFill>
                <a:latin typeface="Yu Gothic UI" panose="020B0500000000000000" pitchFamily="34" charset="-128"/>
                <a:ea typeface="Yu Gothic UI" panose="020B0500000000000000" pitchFamily="34" charset="-128"/>
              </a:rPr>
              <a:t>の</a:t>
            </a:r>
            <a:r>
              <a:rPr lang="en-US" altLang="ja-JP" sz="1800" kern="0" dirty="0">
                <a:solidFill>
                  <a:schemeClr val="tx1">
                    <a:lumMod val="75000"/>
                    <a:lumOff val="25000"/>
                  </a:schemeClr>
                </a:solidFill>
                <a:latin typeface="Yu Gothic UI" panose="020B0500000000000000" pitchFamily="34" charset="-128"/>
                <a:ea typeface="Yu Gothic UI" panose="020B0500000000000000" pitchFamily="34" charset="-128"/>
              </a:rPr>
              <a:t> IP </a:t>
            </a:r>
            <a:r>
              <a:rPr lang="ja-JP" altLang="en-US" sz="1800" kern="0">
                <a:solidFill>
                  <a:schemeClr val="tx1">
                    <a:lumMod val="75000"/>
                    <a:lumOff val="25000"/>
                  </a:schemeClr>
                </a:solidFill>
                <a:latin typeface="Yu Gothic UI" panose="020B0500000000000000" pitchFamily="34" charset="-128"/>
                <a:ea typeface="Yu Gothic UI" panose="020B0500000000000000" pitchFamily="34" charset="-128"/>
              </a:rPr>
              <a:t>アドレスと紐づけるために、この</a:t>
            </a:r>
            <a:r>
              <a:rPr lang="en-US" altLang="ja-JP" sz="1800" kern="0" dirty="0">
                <a:solidFill>
                  <a:schemeClr val="tx1">
                    <a:lumMod val="75000"/>
                    <a:lumOff val="25000"/>
                  </a:schemeClr>
                </a:solidFill>
                <a:latin typeface="Yu Gothic UI" panose="020B0500000000000000" pitchFamily="34" charset="-128"/>
                <a:ea typeface="Yu Gothic UI" panose="020B0500000000000000" pitchFamily="34" charset="-128"/>
              </a:rPr>
              <a:t> </a:t>
            </a:r>
            <a:r>
              <a:rPr lang="en-US" altLang="ja-JP" sz="1800" kern="0" dirty="0" err="1">
                <a:solidFill>
                  <a:schemeClr val="tx1">
                    <a:lumMod val="75000"/>
                    <a:lumOff val="25000"/>
                  </a:schemeClr>
                </a:solidFill>
                <a:latin typeface="Yu Gothic UI" panose="020B0500000000000000" pitchFamily="34" charset="-128"/>
                <a:ea typeface="Yu Gothic UI" panose="020B0500000000000000" pitchFamily="34" charset="-128"/>
              </a:rPr>
              <a:t>privatelink</a:t>
            </a:r>
            <a:r>
              <a:rPr lang="en-US" altLang="ja-JP" sz="1800" kern="0" dirty="0">
                <a:solidFill>
                  <a:schemeClr val="tx1">
                    <a:lumMod val="75000"/>
                    <a:lumOff val="25000"/>
                  </a:schemeClr>
                </a:solidFill>
                <a:latin typeface="Yu Gothic UI" panose="020B0500000000000000" pitchFamily="34" charset="-128"/>
                <a:ea typeface="Yu Gothic UI" panose="020B0500000000000000" pitchFamily="34" charset="-128"/>
              </a:rPr>
              <a:t> </a:t>
            </a:r>
            <a:r>
              <a:rPr lang="ja-JP" altLang="en-US" sz="1800" kern="0">
                <a:solidFill>
                  <a:schemeClr val="tx1">
                    <a:lumMod val="75000"/>
                    <a:lumOff val="25000"/>
                  </a:schemeClr>
                </a:solidFill>
                <a:latin typeface="Yu Gothic UI" panose="020B0500000000000000" pitchFamily="34" charset="-128"/>
                <a:ea typeface="Yu Gothic UI" panose="020B0500000000000000" pitchFamily="34" charset="-128"/>
              </a:rPr>
              <a:t>という文字列が入った</a:t>
            </a:r>
            <a:r>
              <a:rPr lang="en-US" altLang="ja-JP" sz="1800" kern="0" dirty="0">
                <a:solidFill>
                  <a:schemeClr val="tx1">
                    <a:lumMod val="75000"/>
                    <a:lumOff val="25000"/>
                  </a:schemeClr>
                </a:solidFill>
                <a:latin typeface="Yu Gothic UI" panose="020B0500000000000000" pitchFamily="34" charset="-128"/>
                <a:ea typeface="Yu Gothic UI" panose="020B0500000000000000" pitchFamily="34" charset="-128"/>
              </a:rPr>
              <a:t> FQDN </a:t>
            </a:r>
            <a:r>
              <a:rPr lang="ja-JP" altLang="en-US" sz="1800" kern="0">
                <a:solidFill>
                  <a:schemeClr val="tx1">
                    <a:lumMod val="75000"/>
                    <a:lumOff val="25000"/>
                  </a:schemeClr>
                </a:solidFill>
                <a:latin typeface="Yu Gothic UI" panose="020B0500000000000000" pitchFamily="34" charset="-128"/>
                <a:ea typeface="Yu Gothic UI" panose="020B0500000000000000" pitchFamily="34" charset="-128"/>
              </a:rPr>
              <a:t>の</a:t>
            </a:r>
            <a:r>
              <a:rPr lang="en-US" altLang="ja-JP" sz="1800" kern="0" dirty="0">
                <a:solidFill>
                  <a:schemeClr val="tx1">
                    <a:lumMod val="75000"/>
                    <a:lumOff val="25000"/>
                  </a:schemeClr>
                </a:solidFill>
                <a:latin typeface="Yu Gothic UI" panose="020B0500000000000000" pitchFamily="34" charset="-128"/>
                <a:ea typeface="Yu Gothic UI" panose="020B0500000000000000" pitchFamily="34" charset="-128"/>
              </a:rPr>
              <a:t> A </a:t>
            </a:r>
            <a:r>
              <a:rPr lang="ja-JP" altLang="en-US" sz="1800" kern="0">
                <a:solidFill>
                  <a:schemeClr val="tx1">
                    <a:lumMod val="75000"/>
                    <a:lumOff val="25000"/>
                  </a:schemeClr>
                </a:solidFill>
                <a:latin typeface="Yu Gothic UI" panose="020B0500000000000000" pitchFamily="34" charset="-128"/>
                <a:ea typeface="Yu Gothic UI" panose="020B0500000000000000" pitchFamily="34" charset="-128"/>
              </a:rPr>
              <a:t>レコードとして</a:t>
            </a:r>
            <a:r>
              <a:rPr lang="en-US" altLang="ja-JP" sz="1800" kern="0" dirty="0">
                <a:solidFill>
                  <a:schemeClr val="tx1">
                    <a:lumMod val="75000"/>
                    <a:lumOff val="25000"/>
                  </a:schemeClr>
                </a:solidFill>
                <a:latin typeface="Yu Gothic UI" panose="020B0500000000000000" pitchFamily="34" charset="-128"/>
                <a:ea typeface="Yu Gothic UI" panose="020B0500000000000000" pitchFamily="34" charset="-128"/>
              </a:rPr>
              <a:t> Private Endpoint </a:t>
            </a:r>
            <a:r>
              <a:rPr lang="ja-JP" altLang="en-US" sz="1800" kern="0">
                <a:solidFill>
                  <a:schemeClr val="tx1">
                    <a:lumMod val="75000"/>
                    <a:lumOff val="25000"/>
                  </a:schemeClr>
                </a:solidFill>
                <a:latin typeface="Yu Gothic UI" panose="020B0500000000000000" pitchFamily="34" charset="-128"/>
                <a:ea typeface="Yu Gothic UI" panose="020B0500000000000000" pitchFamily="34" charset="-128"/>
              </a:rPr>
              <a:t>の</a:t>
            </a:r>
            <a:r>
              <a:rPr lang="en-US" altLang="ja-JP" sz="1800" kern="0" dirty="0">
                <a:solidFill>
                  <a:schemeClr val="tx1">
                    <a:lumMod val="75000"/>
                    <a:lumOff val="25000"/>
                  </a:schemeClr>
                </a:solidFill>
                <a:latin typeface="Yu Gothic UI" panose="020B0500000000000000" pitchFamily="34" charset="-128"/>
                <a:ea typeface="Yu Gothic UI" panose="020B0500000000000000" pitchFamily="34" charset="-128"/>
              </a:rPr>
              <a:t> IP </a:t>
            </a:r>
            <a:r>
              <a:rPr lang="ja-JP" altLang="en-US" sz="1800" kern="0">
                <a:solidFill>
                  <a:schemeClr val="tx1">
                    <a:lumMod val="75000"/>
                    <a:lumOff val="25000"/>
                  </a:schemeClr>
                </a:solidFill>
                <a:latin typeface="Yu Gothic UI" panose="020B0500000000000000" pitchFamily="34" charset="-128"/>
                <a:ea typeface="Yu Gothic UI" panose="020B0500000000000000" pitchFamily="34" charset="-128"/>
              </a:rPr>
              <a:t>が変える仕組みが必要です。</a:t>
            </a:r>
            <a:r>
              <a:rPr lang="en-US" altLang="ja-JP" sz="1800" kern="0" dirty="0">
                <a:solidFill>
                  <a:schemeClr val="tx1">
                    <a:lumMod val="75000"/>
                    <a:lumOff val="25000"/>
                  </a:schemeClr>
                </a:solidFill>
                <a:latin typeface="Yu Gothic UI" panose="020B0500000000000000" pitchFamily="34" charset="-128"/>
                <a:ea typeface="Yu Gothic UI" panose="020B0500000000000000" pitchFamily="34" charset="-128"/>
              </a:rPr>
              <a:t> </a:t>
            </a:r>
          </a:p>
        </p:txBody>
      </p:sp>
      <p:cxnSp>
        <p:nvCxnSpPr>
          <p:cNvPr id="11" name="直線コネクタ 10">
            <a:extLst>
              <a:ext uri="{FF2B5EF4-FFF2-40B4-BE49-F238E27FC236}">
                <a16:creationId xmlns:a16="http://schemas.microsoft.com/office/drawing/2014/main" id="{40D82E2F-08C8-14EB-EB7B-E9494417DFA6}"/>
              </a:ext>
            </a:extLst>
          </p:cNvPr>
          <p:cNvCxnSpPr>
            <a:cxnSpLocks/>
          </p:cNvCxnSpPr>
          <p:nvPr/>
        </p:nvCxnSpPr>
        <p:spPr>
          <a:xfrm flipH="1">
            <a:off x="1707666" y="3287923"/>
            <a:ext cx="4233" cy="3570077"/>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直線コネクタ 18">
            <a:extLst>
              <a:ext uri="{FF2B5EF4-FFF2-40B4-BE49-F238E27FC236}">
                <a16:creationId xmlns:a16="http://schemas.microsoft.com/office/drawing/2014/main" id="{4F199CA2-B72B-78ED-7BC0-5B2DC37012B4}"/>
              </a:ext>
            </a:extLst>
          </p:cNvPr>
          <p:cNvCxnSpPr>
            <a:cxnSpLocks/>
          </p:cNvCxnSpPr>
          <p:nvPr/>
        </p:nvCxnSpPr>
        <p:spPr>
          <a:xfrm>
            <a:off x="4607499" y="3287923"/>
            <a:ext cx="0" cy="3570077"/>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直線コネクタ 19">
            <a:extLst>
              <a:ext uri="{FF2B5EF4-FFF2-40B4-BE49-F238E27FC236}">
                <a16:creationId xmlns:a16="http://schemas.microsoft.com/office/drawing/2014/main" id="{60E05029-9B7F-39C8-4CD8-33685BA5F698}"/>
              </a:ext>
            </a:extLst>
          </p:cNvPr>
          <p:cNvCxnSpPr>
            <a:cxnSpLocks/>
          </p:cNvCxnSpPr>
          <p:nvPr/>
        </p:nvCxnSpPr>
        <p:spPr>
          <a:xfrm>
            <a:off x="10356365" y="3287923"/>
            <a:ext cx="21166" cy="3570077"/>
          </a:xfrm>
          <a:prstGeom prst="line">
            <a:avLst/>
          </a:prstGeom>
        </p:spPr>
        <p:style>
          <a:lnRef idx="2">
            <a:schemeClr val="accent1"/>
          </a:lnRef>
          <a:fillRef idx="0">
            <a:schemeClr val="accent1"/>
          </a:fillRef>
          <a:effectRef idx="1">
            <a:schemeClr val="accent1"/>
          </a:effectRef>
          <a:fontRef idx="minor">
            <a:schemeClr val="tx1"/>
          </a:fontRef>
        </p:style>
      </p:cxnSp>
      <p:pic>
        <p:nvPicPr>
          <p:cNvPr id="23" name="グラフィックス 22">
            <a:extLst>
              <a:ext uri="{FF2B5EF4-FFF2-40B4-BE49-F238E27FC236}">
                <a16:creationId xmlns:a16="http://schemas.microsoft.com/office/drawing/2014/main" id="{3034BE5D-DE17-8060-CE97-BBF350D7D3C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01576" y="2731812"/>
            <a:ext cx="420645" cy="420645"/>
          </a:xfrm>
          <a:prstGeom prst="rect">
            <a:avLst/>
          </a:prstGeom>
        </p:spPr>
      </p:pic>
      <p:sp>
        <p:nvSpPr>
          <p:cNvPr id="24" name="テキスト ボックス 23">
            <a:extLst>
              <a:ext uri="{FF2B5EF4-FFF2-40B4-BE49-F238E27FC236}">
                <a16:creationId xmlns:a16="http://schemas.microsoft.com/office/drawing/2014/main" id="{467112A1-3A47-0810-8768-A668E25D603F}"/>
              </a:ext>
            </a:extLst>
          </p:cNvPr>
          <p:cNvSpPr txBox="1"/>
          <p:nvPr/>
        </p:nvSpPr>
        <p:spPr>
          <a:xfrm>
            <a:off x="1009163" y="2348123"/>
            <a:ext cx="1422400" cy="307777"/>
          </a:xfrm>
          <a:prstGeom prst="rect">
            <a:avLst/>
          </a:prstGeom>
          <a:noFill/>
        </p:spPr>
        <p:txBody>
          <a:bodyPr wrap="square" rtlCol="0">
            <a:spAutoFit/>
          </a:bodyPr>
          <a:lstStyle/>
          <a:p>
            <a:pPr algn="ctr"/>
            <a:r>
              <a:rPr kumimoji="1" lang="en-US" altLang="ja-JP" sz="1400" dirty="0"/>
              <a:t>VM</a:t>
            </a:r>
            <a:endParaRPr kumimoji="1" lang="ja-JP" altLang="en-US" sz="1400"/>
          </a:p>
        </p:txBody>
      </p:sp>
      <p:sp>
        <p:nvSpPr>
          <p:cNvPr id="25" name="正方形/長方形 24">
            <a:extLst>
              <a:ext uri="{FF2B5EF4-FFF2-40B4-BE49-F238E27FC236}">
                <a16:creationId xmlns:a16="http://schemas.microsoft.com/office/drawing/2014/main" id="{18CA88F9-B973-E827-B412-A8753F9E5634}"/>
              </a:ext>
            </a:extLst>
          </p:cNvPr>
          <p:cNvSpPr/>
          <p:nvPr/>
        </p:nvSpPr>
        <p:spPr>
          <a:xfrm>
            <a:off x="3853973" y="2494446"/>
            <a:ext cx="1422389" cy="6682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100" dirty="0"/>
              <a:t>DNS</a:t>
            </a:r>
          </a:p>
          <a:p>
            <a:pPr algn="ctr"/>
            <a:r>
              <a:rPr kumimoji="1" lang="ja-JP" altLang="en-US" sz="1100"/>
              <a:t>キャッシュサーバ</a:t>
            </a:r>
            <a:endParaRPr kumimoji="1" lang="en-US" altLang="ja-JP" sz="1100" dirty="0"/>
          </a:p>
          <a:p>
            <a:pPr algn="ctr"/>
            <a:r>
              <a:rPr lang="en-US" altLang="ja-JP" sz="1100" dirty="0"/>
              <a:t>(Azure</a:t>
            </a:r>
            <a:r>
              <a:rPr lang="ja-JP" altLang="en-US" sz="1100"/>
              <a:t>既定の</a:t>
            </a:r>
            <a:r>
              <a:rPr lang="en-US" altLang="ja-JP" sz="1100" dirty="0"/>
              <a:t>DNS)</a:t>
            </a:r>
            <a:endParaRPr kumimoji="1" lang="ja-JP" altLang="en-US" sz="1100"/>
          </a:p>
        </p:txBody>
      </p:sp>
      <p:sp>
        <p:nvSpPr>
          <p:cNvPr id="26" name="正方形/長方形 25">
            <a:extLst>
              <a:ext uri="{FF2B5EF4-FFF2-40B4-BE49-F238E27FC236}">
                <a16:creationId xmlns:a16="http://schemas.microsoft.com/office/drawing/2014/main" id="{14C1E7C7-F0B7-4424-38CA-E56EDEF23209}"/>
              </a:ext>
            </a:extLst>
          </p:cNvPr>
          <p:cNvSpPr/>
          <p:nvPr/>
        </p:nvSpPr>
        <p:spPr>
          <a:xfrm>
            <a:off x="9701444" y="2402489"/>
            <a:ext cx="954241" cy="50682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100" dirty="0"/>
              <a:t>MS</a:t>
            </a:r>
          </a:p>
          <a:p>
            <a:pPr algn="ctr"/>
            <a:r>
              <a:rPr kumimoji="1" lang="ja-JP" altLang="en-US" sz="1100"/>
              <a:t>権威</a:t>
            </a:r>
            <a:r>
              <a:rPr kumimoji="1" lang="en-US" altLang="ja-JP" sz="1100" dirty="0"/>
              <a:t>DNS</a:t>
            </a:r>
            <a:endParaRPr kumimoji="1" lang="ja-JP" altLang="en-US" sz="1100"/>
          </a:p>
        </p:txBody>
      </p:sp>
      <p:sp>
        <p:nvSpPr>
          <p:cNvPr id="27" name="正方形/長方形 26">
            <a:extLst>
              <a:ext uri="{FF2B5EF4-FFF2-40B4-BE49-F238E27FC236}">
                <a16:creationId xmlns:a16="http://schemas.microsoft.com/office/drawing/2014/main" id="{884716B7-3AC9-35C6-12F3-2E221C2283B3}"/>
              </a:ext>
            </a:extLst>
          </p:cNvPr>
          <p:cNvSpPr/>
          <p:nvPr/>
        </p:nvSpPr>
        <p:spPr>
          <a:xfrm>
            <a:off x="9853844" y="2554889"/>
            <a:ext cx="954241" cy="50682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100" dirty="0"/>
              <a:t>MS</a:t>
            </a:r>
          </a:p>
          <a:p>
            <a:pPr algn="ctr"/>
            <a:r>
              <a:rPr kumimoji="1" lang="ja-JP" altLang="en-US" sz="1100"/>
              <a:t>権威</a:t>
            </a:r>
            <a:r>
              <a:rPr kumimoji="1" lang="en-US" altLang="ja-JP" sz="1100" dirty="0"/>
              <a:t>DNS</a:t>
            </a:r>
            <a:endParaRPr kumimoji="1" lang="ja-JP" altLang="en-US" sz="1100"/>
          </a:p>
        </p:txBody>
      </p:sp>
      <p:sp>
        <p:nvSpPr>
          <p:cNvPr id="28" name="正方形/長方形 27">
            <a:extLst>
              <a:ext uri="{FF2B5EF4-FFF2-40B4-BE49-F238E27FC236}">
                <a16:creationId xmlns:a16="http://schemas.microsoft.com/office/drawing/2014/main" id="{4FF7A599-BAFD-4CAD-1322-986EBA1A9D81}"/>
              </a:ext>
            </a:extLst>
          </p:cNvPr>
          <p:cNvSpPr/>
          <p:nvPr/>
        </p:nvSpPr>
        <p:spPr>
          <a:xfrm>
            <a:off x="10006244" y="2707289"/>
            <a:ext cx="954241" cy="50682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100" dirty="0"/>
              <a:t>MS</a:t>
            </a:r>
          </a:p>
          <a:p>
            <a:pPr algn="ctr"/>
            <a:r>
              <a:rPr kumimoji="1" lang="ja-JP" altLang="en-US" sz="1100"/>
              <a:t>権威</a:t>
            </a:r>
            <a:r>
              <a:rPr kumimoji="1" lang="en-US" altLang="ja-JP" sz="1100" dirty="0"/>
              <a:t>DNS</a:t>
            </a:r>
            <a:endParaRPr kumimoji="1" lang="ja-JP" altLang="en-US" sz="1100"/>
          </a:p>
        </p:txBody>
      </p:sp>
      <p:cxnSp>
        <p:nvCxnSpPr>
          <p:cNvPr id="29" name="直線矢印コネクタ 28">
            <a:extLst>
              <a:ext uri="{FF2B5EF4-FFF2-40B4-BE49-F238E27FC236}">
                <a16:creationId xmlns:a16="http://schemas.microsoft.com/office/drawing/2014/main" id="{8230CAD7-CBC5-3E73-4DA8-E64952C9D802}"/>
              </a:ext>
            </a:extLst>
          </p:cNvPr>
          <p:cNvCxnSpPr/>
          <p:nvPr/>
        </p:nvCxnSpPr>
        <p:spPr>
          <a:xfrm>
            <a:off x="1711899" y="3745123"/>
            <a:ext cx="28956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0" name="直線矢印コネクタ 29">
            <a:extLst>
              <a:ext uri="{FF2B5EF4-FFF2-40B4-BE49-F238E27FC236}">
                <a16:creationId xmlns:a16="http://schemas.microsoft.com/office/drawing/2014/main" id="{1A6B9D33-0252-BFCA-02BA-71866083F178}"/>
              </a:ext>
            </a:extLst>
          </p:cNvPr>
          <p:cNvCxnSpPr>
            <a:cxnSpLocks/>
          </p:cNvCxnSpPr>
          <p:nvPr/>
        </p:nvCxnSpPr>
        <p:spPr>
          <a:xfrm>
            <a:off x="4607499" y="4174781"/>
            <a:ext cx="574886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2" name="直線矢印コネクタ 31">
            <a:extLst>
              <a:ext uri="{FF2B5EF4-FFF2-40B4-BE49-F238E27FC236}">
                <a16:creationId xmlns:a16="http://schemas.microsoft.com/office/drawing/2014/main" id="{9B120360-1C40-03F4-7879-0A0900A0B78A}"/>
              </a:ext>
            </a:extLst>
          </p:cNvPr>
          <p:cNvCxnSpPr>
            <a:cxnSpLocks/>
          </p:cNvCxnSpPr>
          <p:nvPr/>
        </p:nvCxnSpPr>
        <p:spPr>
          <a:xfrm flipH="1">
            <a:off x="4607499" y="4673294"/>
            <a:ext cx="574886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3" name="直線矢印コネクタ 32">
            <a:extLst>
              <a:ext uri="{FF2B5EF4-FFF2-40B4-BE49-F238E27FC236}">
                <a16:creationId xmlns:a16="http://schemas.microsoft.com/office/drawing/2014/main" id="{D3AB9260-E84E-C04A-D371-2061B3C5369A}"/>
              </a:ext>
            </a:extLst>
          </p:cNvPr>
          <p:cNvCxnSpPr>
            <a:cxnSpLocks/>
          </p:cNvCxnSpPr>
          <p:nvPr/>
        </p:nvCxnSpPr>
        <p:spPr>
          <a:xfrm>
            <a:off x="4607499" y="5180069"/>
            <a:ext cx="574886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直線矢印コネクタ 34">
            <a:extLst>
              <a:ext uri="{FF2B5EF4-FFF2-40B4-BE49-F238E27FC236}">
                <a16:creationId xmlns:a16="http://schemas.microsoft.com/office/drawing/2014/main" id="{E699B08F-99F6-55AA-70F9-71B72B1BA9AE}"/>
              </a:ext>
            </a:extLst>
          </p:cNvPr>
          <p:cNvCxnSpPr>
            <a:cxnSpLocks/>
          </p:cNvCxnSpPr>
          <p:nvPr/>
        </p:nvCxnSpPr>
        <p:spPr>
          <a:xfrm flipH="1">
            <a:off x="4607499" y="5615133"/>
            <a:ext cx="574886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6" name="直線矢印コネクタ 35">
            <a:extLst>
              <a:ext uri="{FF2B5EF4-FFF2-40B4-BE49-F238E27FC236}">
                <a16:creationId xmlns:a16="http://schemas.microsoft.com/office/drawing/2014/main" id="{6AB2DB69-7CA9-8F35-9FB3-5AE293E546E3}"/>
              </a:ext>
            </a:extLst>
          </p:cNvPr>
          <p:cNvCxnSpPr>
            <a:cxnSpLocks/>
          </p:cNvCxnSpPr>
          <p:nvPr/>
        </p:nvCxnSpPr>
        <p:spPr>
          <a:xfrm flipH="1">
            <a:off x="1733066" y="6680300"/>
            <a:ext cx="28067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7" name="テキスト ボックス 36">
            <a:extLst>
              <a:ext uri="{FF2B5EF4-FFF2-40B4-BE49-F238E27FC236}">
                <a16:creationId xmlns:a16="http://schemas.microsoft.com/office/drawing/2014/main" id="{1C84A7C9-5B62-A76E-B1A1-43F9E5826B91}"/>
              </a:ext>
            </a:extLst>
          </p:cNvPr>
          <p:cNvSpPr txBox="1"/>
          <p:nvPr/>
        </p:nvSpPr>
        <p:spPr>
          <a:xfrm>
            <a:off x="2067499" y="3214110"/>
            <a:ext cx="2286000" cy="430887"/>
          </a:xfrm>
          <a:prstGeom prst="rect">
            <a:avLst/>
          </a:prstGeom>
          <a:noFill/>
        </p:spPr>
        <p:txBody>
          <a:bodyPr wrap="square" rtlCol="0">
            <a:spAutoFit/>
          </a:bodyPr>
          <a:lstStyle/>
          <a:p>
            <a:r>
              <a:rPr kumimoji="1" lang="en-US" altLang="ja-JP" sz="1100" dirty="0"/>
              <a:t>1. DNS</a:t>
            </a:r>
            <a:r>
              <a:rPr kumimoji="1" lang="ja-JP" altLang="en-US" sz="1100"/>
              <a:t>クエ</a:t>
            </a:r>
            <a:r>
              <a:rPr lang="ja-JP" altLang="en-US" sz="1100"/>
              <a:t>リ</a:t>
            </a:r>
            <a:endParaRPr lang="en-US" altLang="ja-JP" sz="1100" dirty="0"/>
          </a:p>
          <a:p>
            <a:r>
              <a:rPr kumimoji="1" lang="en-US" altLang="ja-JP" sz="1100" dirty="0" err="1"/>
              <a:t>example.blob.core.windows.net</a:t>
            </a:r>
            <a:endParaRPr kumimoji="1" lang="ja-JP" altLang="en-US" sz="1100"/>
          </a:p>
        </p:txBody>
      </p:sp>
      <p:sp>
        <p:nvSpPr>
          <p:cNvPr id="38" name="テキスト ボックス 37">
            <a:extLst>
              <a:ext uri="{FF2B5EF4-FFF2-40B4-BE49-F238E27FC236}">
                <a16:creationId xmlns:a16="http://schemas.microsoft.com/office/drawing/2014/main" id="{432A5C39-B545-7FD7-906A-ECCAEC101B5F}"/>
              </a:ext>
            </a:extLst>
          </p:cNvPr>
          <p:cNvSpPr txBox="1"/>
          <p:nvPr/>
        </p:nvSpPr>
        <p:spPr>
          <a:xfrm>
            <a:off x="4726032" y="3693096"/>
            <a:ext cx="2286000" cy="430887"/>
          </a:xfrm>
          <a:prstGeom prst="rect">
            <a:avLst/>
          </a:prstGeom>
          <a:noFill/>
        </p:spPr>
        <p:txBody>
          <a:bodyPr wrap="square" rtlCol="0">
            <a:spAutoFit/>
          </a:bodyPr>
          <a:lstStyle/>
          <a:p>
            <a:r>
              <a:rPr kumimoji="1" lang="en-US" altLang="ja-JP" sz="1100" dirty="0"/>
              <a:t>DNS</a:t>
            </a:r>
            <a:r>
              <a:rPr kumimoji="1" lang="ja-JP" altLang="en-US" sz="1100"/>
              <a:t>クエ</a:t>
            </a:r>
            <a:r>
              <a:rPr lang="ja-JP" altLang="en-US" sz="1100"/>
              <a:t>リ</a:t>
            </a:r>
            <a:endParaRPr lang="en-US" altLang="ja-JP" sz="1100" dirty="0"/>
          </a:p>
          <a:p>
            <a:r>
              <a:rPr kumimoji="1" lang="en-US" altLang="ja-JP" sz="1100" dirty="0" err="1"/>
              <a:t>example.blob.core.windows.net</a:t>
            </a:r>
            <a:endParaRPr kumimoji="1" lang="ja-JP" altLang="en-US" sz="1100"/>
          </a:p>
        </p:txBody>
      </p:sp>
      <p:sp>
        <p:nvSpPr>
          <p:cNvPr id="39" name="テキスト ボックス 38">
            <a:extLst>
              <a:ext uri="{FF2B5EF4-FFF2-40B4-BE49-F238E27FC236}">
                <a16:creationId xmlns:a16="http://schemas.microsoft.com/office/drawing/2014/main" id="{A33FB7AF-C500-5D68-7379-C766A92CAA21}"/>
              </a:ext>
            </a:extLst>
          </p:cNvPr>
          <p:cNvSpPr txBox="1"/>
          <p:nvPr/>
        </p:nvSpPr>
        <p:spPr>
          <a:xfrm>
            <a:off x="6577502" y="4218836"/>
            <a:ext cx="3778863" cy="430887"/>
          </a:xfrm>
          <a:prstGeom prst="rect">
            <a:avLst/>
          </a:prstGeom>
          <a:noFill/>
        </p:spPr>
        <p:txBody>
          <a:bodyPr wrap="square" rtlCol="0">
            <a:spAutoFit/>
          </a:bodyPr>
          <a:lstStyle/>
          <a:p>
            <a:r>
              <a:rPr kumimoji="1" lang="en-US" altLang="ja-JP" sz="1100" dirty="0" err="1"/>
              <a:t>example.blob.core.windows.net</a:t>
            </a:r>
            <a:endParaRPr lang="en-US" altLang="ja-JP" sz="1100" dirty="0"/>
          </a:p>
          <a:p>
            <a:r>
              <a:rPr kumimoji="1" lang="en-US" altLang="ja-JP" sz="1100" dirty="0"/>
              <a:t>IN CNAME </a:t>
            </a:r>
            <a:r>
              <a:rPr kumimoji="1" lang="en-US" altLang="ja-JP" sz="1100" u="sng" dirty="0" err="1">
                <a:solidFill>
                  <a:srgbClr val="FF0000"/>
                </a:solidFill>
              </a:rPr>
              <a:t>example.privatelink.blob.core.windows.net</a:t>
            </a:r>
            <a:endParaRPr lang="en-US" altLang="ja-JP" sz="1100" u="sng" dirty="0">
              <a:solidFill>
                <a:srgbClr val="FF0000"/>
              </a:solidFill>
            </a:endParaRPr>
          </a:p>
        </p:txBody>
      </p:sp>
      <p:sp>
        <p:nvSpPr>
          <p:cNvPr id="40" name="テキスト ボックス 39">
            <a:extLst>
              <a:ext uri="{FF2B5EF4-FFF2-40B4-BE49-F238E27FC236}">
                <a16:creationId xmlns:a16="http://schemas.microsoft.com/office/drawing/2014/main" id="{6A486262-5C5F-EEC7-29C4-EFB9A0BC355D}"/>
              </a:ext>
            </a:extLst>
          </p:cNvPr>
          <p:cNvSpPr txBox="1"/>
          <p:nvPr/>
        </p:nvSpPr>
        <p:spPr>
          <a:xfrm>
            <a:off x="4702815" y="4698350"/>
            <a:ext cx="3118467" cy="430887"/>
          </a:xfrm>
          <a:prstGeom prst="rect">
            <a:avLst/>
          </a:prstGeom>
          <a:noFill/>
        </p:spPr>
        <p:txBody>
          <a:bodyPr wrap="square" rtlCol="0">
            <a:spAutoFit/>
          </a:bodyPr>
          <a:lstStyle/>
          <a:p>
            <a:r>
              <a:rPr kumimoji="1" lang="en-US" altLang="ja-JP" sz="1100" dirty="0"/>
              <a:t>DNS</a:t>
            </a:r>
            <a:r>
              <a:rPr kumimoji="1" lang="ja-JP" altLang="en-US" sz="1100"/>
              <a:t>クエ</a:t>
            </a:r>
            <a:r>
              <a:rPr lang="ja-JP" altLang="en-US" sz="1100"/>
              <a:t>リ</a:t>
            </a:r>
            <a:endParaRPr lang="en-US" altLang="ja-JP" sz="1100" dirty="0"/>
          </a:p>
          <a:p>
            <a:r>
              <a:rPr kumimoji="1" lang="en-US" altLang="ja-JP" sz="1100" u="sng" dirty="0" err="1">
                <a:solidFill>
                  <a:srgbClr val="FF0000"/>
                </a:solidFill>
              </a:rPr>
              <a:t>example.privatelink.blob.core.windows.net</a:t>
            </a:r>
            <a:endParaRPr kumimoji="1" lang="ja-JP" altLang="en-US" sz="1100"/>
          </a:p>
        </p:txBody>
      </p:sp>
      <p:sp>
        <p:nvSpPr>
          <p:cNvPr id="41" name="テキスト ボックス 40">
            <a:extLst>
              <a:ext uri="{FF2B5EF4-FFF2-40B4-BE49-F238E27FC236}">
                <a16:creationId xmlns:a16="http://schemas.microsoft.com/office/drawing/2014/main" id="{A7E6EB80-94D3-02DC-AFCB-FCDBAF169412}"/>
              </a:ext>
            </a:extLst>
          </p:cNvPr>
          <p:cNvSpPr txBox="1"/>
          <p:nvPr/>
        </p:nvSpPr>
        <p:spPr>
          <a:xfrm>
            <a:off x="1819484" y="6215547"/>
            <a:ext cx="2534016" cy="430887"/>
          </a:xfrm>
          <a:prstGeom prst="rect">
            <a:avLst/>
          </a:prstGeom>
          <a:noFill/>
        </p:spPr>
        <p:txBody>
          <a:bodyPr wrap="square" rtlCol="0">
            <a:spAutoFit/>
          </a:bodyPr>
          <a:lstStyle/>
          <a:p>
            <a:r>
              <a:rPr lang="en-US" altLang="ja-JP" sz="1100" dirty="0"/>
              <a:t>4</a:t>
            </a:r>
            <a:r>
              <a:rPr kumimoji="1" lang="en-US" altLang="ja-JP" sz="1100" dirty="0"/>
              <a:t>. </a:t>
            </a:r>
            <a:r>
              <a:rPr kumimoji="1" lang="ja-JP" altLang="en-US" sz="1100"/>
              <a:t>クエリされたドメインの</a:t>
            </a:r>
            <a:r>
              <a:rPr kumimoji="1" lang="en-US" altLang="ja-JP" sz="1100" dirty="0"/>
              <a:t>IP</a:t>
            </a:r>
            <a:r>
              <a:rPr kumimoji="1" lang="ja-JP" altLang="en-US" sz="1100"/>
              <a:t>アドレスは</a:t>
            </a:r>
            <a:r>
              <a:rPr lang="en-US" altLang="ja-JP" sz="1100" dirty="0"/>
              <a:t>X.X.X.X</a:t>
            </a:r>
            <a:endParaRPr kumimoji="1" lang="ja-JP" altLang="en-US" sz="1100"/>
          </a:p>
        </p:txBody>
      </p:sp>
      <p:sp>
        <p:nvSpPr>
          <p:cNvPr id="43" name="テキスト ボックス 42">
            <a:extLst>
              <a:ext uri="{FF2B5EF4-FFF2-40B4-BE49-F238E27FC236}">
                <a16:creationId xmlns:a16="http://schemas.microsoft.com/office/drawing/2014/main" id="{8F8BE3EF-2E7B-2804-E666-8237A0C935AD}"/>
              </a:ext>
            </a:extLst>
          </p:cNvPr>
          <p:cNvSpPr txBox="1"/>
          <p:nvPr/>
        </p:nvSpPr>
        <p:spPr>
          <a:xfrm>
            <a:off x="5361037" y="3865431"/>
            <a:ext cx="4302428" cy="261610"/>
          </a:xfrm>
          <a:prstGeom prst="rect">
            <a:avLst/>
          </a:prstGeom>
          <a:solidFill>
            <a:schemeClr val="bg1"/>
          </a:solidFill>
        </p:spPr>
        <p:txBody>
          <a:bodyPr wrap="square" rtlCol="0">
            <a:spAutoFit/>
          </a:bodyPr>
          <a:lstStyle/>
          <a:p>
            <a:pPr algn="ctr"/>
            <a:r>
              <a:rPr kumimoji="1" lang="en-US" altLang="ja-JP" sz="1100" dirty="0"/>
              <a:t>2. DNS</a:t>
            </a:r>
            <a:r>
              <a:rPr kumimoji="1" lang="ja-JP" altLang="en-US" sz="1100"/>
              <a:t>キャッシュサーバから権威</a:t>
            </a:r>
            <a:r>
              <a:rPr kumimoji="1" lang="en-US" altLang="ja-JP" sz="1100" dirty="0"/>
              <a:t>DNS</a:t>
            </a:r>
            <a:r>
              <a:rPr kumimoji="1" lang="ja-JP" altLang="en-US" sz="1100"/>
              <a:t>に対する再帰的名前解決</a:t>
            </a:r>
          </a:p>
        </p:txBody>
      </p:sp>
      <p:cxnSp>
        <p:nvCxnSpPr>
          <p:cNvPr id="45" name="直線矢印コネクタ 44">
            <a:extLst>
              <a:ext uri="{FF2B5EF4-FFF2-40B4-BE49-F238E27FC236}">
                <a16:creationId xmlns:a16="http://schemas.microsoft.com/office/drawing/2014/main" id="{DB950B85-5E36-80A3-A308-172982D7EB73}"/>
              </a:ext>
            </a:extLst>
          </p:cNvPr>
          <p:cNvCxnSpPr>
            <a:cxnSpLocks/>
          </p:cNvCxnSpPr>
          <p:nvPr/>
        </p:nvCxnSpPr>
        <p:spPr>
          <a:xfrm>
            <a:off x="4628665" y="6079066"/>
            <a:ext cx="574886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9" name="直線矢印コネクタ 48">
            <a:extLst>
              <a:ext uri="{FF2B5EF4-FFF2-40B4-BE49-F238E27FC236}">
                <a16:creationId xmlns:a16="http://schemas.microsoft.com/office/drawing/2014/main" id="{F73619C5-B5E3-7924-7029-A9D2E3CD0BD9}"/>
              </a:ext>
            </a:extLst>
          </p:cNvPr>
          <p:cNvCxnSpPr>
            <a:cxnSpLocks/>
          </p:cNvCxnSpPr>
          <p:nvPr/>
        </p:nvCxnSpPr>
        <p:spPr>
          <a:xfrm flipH="1">
            <a:off x="4628665" y="6482815"/>
            <a:ext cx="574886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1" name="テキスト ボックス 50">
            <a:extLst>
              <a:ext uri="{FF2B5EF4-FFF2-40B4-BE49-F238E27FC236}">
                <a16:creationId xmlns:a16="http://schemas.microsoft.com/office/drawing/2014/main" id="{D011A7EF-CD03-DEE8-43F5-AB2799F46E89}"/>
              </a:ext>
            </a:extLst>
          </p:cNvPr>
          <p:cNvSpPr txBox="1"/>
          <p:nvPr/>
        </p:nvSpPr>
        <p:spPr>
          <a:xfrm>
            <a:off x="4726032" y="5642265"/>
            <a:ext cx="2286000" cy="430887"/>
          </a:xfrm>
          <a:prstGeom prst="rect">
            <a:avLst/>
          </a:prstGeom>
          <a:noFill/>
        </p:spPr>
        <p:txBody>
          <a:bodyPr wrap="square" rtlCol="0">
            <a:spAutoFit/>
          </a:bodyPr>
          <a:lstStyle/>
          <a:p>
            <a:r>
              <a:rPr kumimoji="1" lang="en-US" altLang="ja-JP" sz="1100" dirty="0"/>
              <a:t>DNS</a:t>
            </a:r>
            <a:r>
              <a:rPr kumimoji="1" lang="ja-JP" altLang="en-US" sz="1100"/>
              <a:t>クエ</a:t>
            </a:r>
            <a:r>
              <a:rPr lang="ja-JP" altLang="en-US" sz="1100"/>
              <a:t>リ</a:t>
            </a:r>
            <a:endParaRPr lang="en-US" altLang="ja-JP" sz="1100" dirty="0"/>
          </a:p>
          <a:p>
            <a:r>
              <a:rPr kumimoji="1" lang="en-US" altLang="ja-JP" sz="1100" dirty="0" err="1"/>
              <a:t>hogehoge.core.windows.net</a:t>
            </a:r>
            <a:endParaRPr kumimoji="1" lang="ja-JP" altLang="en-US" sz="1100"/>
          </a:p>
        </p:txBody>
      </p:sp>
      <p:sp>
        <p:nvSpPr>
          <p:cNvPr id="54" name="テキスト ボックス 53">
            <a:extLst>
              <a:ext uri="{FF2B5EF4-FFF2-40B4-BE49-F238E27FC236}">
                <a16:creationId xmlns:a16="http://schemas.microsoft.com/office/drawing/2014/main" id="{DD65FDFF-FB20-A132-FE8D-E7DBC32AA5C2}"/>
              </a:ext>
            </a:extLst>
          </p:cNvPr>
          <p:cNvSpPr txBox="1"/>
          <p:nvPr/>
        </p:nvSpPr>
        <p:spPr>
          <a:xfrm>
            <a:off x="8208964" y="6052843"/>
            <a:ext cx="2138936" cy="430887"/>
          </a:xfrm>
          <a:prstGeom prst="rect">
            <a:avLst/>
          </a:prstGeom>
          <a:noFill/>
        </p:spPr>
        <p:txBody>
          <a:bodyPr wrap="square" rtlCol="0">
            <a:spAutoFit/>
          </a:bodyPr>
          <a:lstStyle/>
          <a:p>
            <a:r>
              <a:rPr kumimoji="1" lang="en-US" altLang="ja-JP" sz="1100" dirty="0" err="1"/>
              <a:t>hogehoge.core.windows.net</a:t>
            </a:r>
            <a:endParaRPr kumimoji="1" lang="en-US" altLang="ja-JP" sz="1100" dirty="0"/>
          </a:p>
          <a:p>
            <a:r>
              <a:rPr lang="en-US" altLang="ja-JP" sz="1100" dirty="0"/>
              <a:t>IN A X.X.X.X</a:t>
            </a:r>
            <a:endParaRPr kumimoji="1" lang="ja-JP" altLang="en-US" sz="1100"/>
          </a:p>
        </p:txBody>
      </p:sp>
      <p:sp>
        <p:nvSpPr>
          <p:cNvPr id="59" name="四角形吹き出し 58">
            <a:extLst>
              <a:ext uri="{FF2B5EF4-FFF2-40B4-BE49-F238E27FC236}">
                <a16:creationId xmlns:a16="http://schemas.microsoft.com/office/drawing/2014/main" id="{BB9C4040-11F3-F5B0-BF7E-B0E1B70D4E06}"/>
              </a:ext>
            </a:extLst>
          </p:cNvPr>
          <p:cNvSpPr/>
          <p:nvPr/>
        </p:nvSpPr>
        <p:spPr>
          <a:xfrm>
            <a:off x="1223702" y="3938353"/>
            <a:ext cx="2912533" cy="795867"/>
          </a:xfrm>
          <a:prstGeom prst="wedgeRectCallout">
            <a:avLst>
              <a:gd name="adj1" fmla="val 128008"/>
              <a:gd name="adj2" fmla="val 16512"/>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400" dirty="0">
                <a:solidFill>
                  <a:schemeClr val="tx1"/>
                </a:solidFill>
              </a:rPr>
              <a:t>Private Endpoint</a:t>
            </a:r>
            <a:r>
              <a:rPr kumimoji="1" lang="ja-JP" altLang="en-US" sz="1400">
                <a:solidFill>
                  <a:schemeClr val="tx1"/>
                </a:solidFill>
              </a:rPr>
              <a:t>が設定されていることを示すドメイン名が返ってくるようになる</a:t>
            </a:r>
          </a:p>
        </p:txBody>
      </p:sp>
      <p:sp>
        <p:nvSpPr>
          <p:cNvPr id="60" name="四角形吹き出し 59">
            <a:extLst>
              <a:ext uri="{FF2B5EF4-FFF2-40B4-BE49-F238E27FC236}">
                <a16:creationId xmlns:a16="http://schemas.microsoft.com/office/drawing/2014/main" id="{10A5FA80-4484-538F-132D-B238DD121879}"/>
              </a:ext>
            </a:extLst>
          </p:cNvPr>
          <p:cNvSpPr/>
          <p:nvPr/>
        </p:nvSpPr>
        <p:spPr>
          <a:xfrm>
            <a:off x="1181230" y="5380103"/>
            <a:ext cx="2912533" cy="795867"/>
          </a:xfrm>
          <a:prstGeom prst="wedgeRectCallout">
            <a:avLst>
              <a:gd name="adj1" fmla="val 159842"/>
              <a:gd name="adj2" fmla="val -2746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400" dirty="0">
                <a:solidFill>
                  <a:schemeClr val="tx1"/>
                </a:solidFill>
              </a:rPr>
              <a:t>MS</a:t>
            </a:r>
            <a:r>
              <a:rPr kumimoji="1" lang="ja-JP" altLang="en-US" sz="1400">
                <a:solidFill>
                  <a:schemeClr val="tx1"/>
                </a:solidFill>
              </a:rPr>
              <a:t>の権威</a:t>
            </a:r>
            <a:r>
              <a:rPr kumimoji="1" lang="en-US" altLang="ja-JP" sz="1400" dirty="0">
                <a:solidFill>
                  <a:schemeClr val="tx1"/>
                </a:solidFill>
              </a:rPr>
              <a:t>DNS</a:t>
            </a:r>
            <a:r>
              <a:rPr kumimoji="1" lang="ja-JP" altLang="en-US" sz="1400">
                <a:solidFill>
                  <a:schemeClr val="tx1"/>
                </a:solidFill>
              </a:rPr>
              <a:t>に問い合わせ続けると元の</a:t>
            </a:r>
            <a:r>
              <a:rPr kumimoji="1" lang="en-US" altLang="ja-JP" sz="1400" dirty="0">
                <a:solidFill>
                  <a:schemeClr val="tx1"/>
                </a:solidFill>
              </a:rPr>
              <a:t>Public IP</a:t>
            </a:r>
            <a:r>
              <a:rPr kumimoji="1" lang="ja-JP" altLang="en-US" sz="1400">
                <a:solidFill>
                  <a:schemeClr val="tx1"/>
                </a:solidFill>
              </a:rPr>
              <a:t>が返ってくる</a:t>
            </a:r>
          </a:p>
        </p:txBody>
      </p:sp>
      <p:sp>
        <p:nvSpPr>
          <p:cNvPr id="61" name="テキスト ボックス 60">
            <a:extLst>
              <a:ext uri="{FF2B5EF4-FFF2-40B4-BE49-F238E27FC236}">
                <a16:creationId xmlns:a16="http://schemas.microsoft.com/office/drawing/2014/main" id="{C465AAD6-437C-1DCA-6DD8-205C1A445826}"/>
              </a:ext>
            </a:extLst>
          </p:cNvPr>
          <p:cNvSpPr txBox="1"/>
          <p:nvPr/>
        </p:nvSpPr>
        <p:spPr>
          <a:xfrm>
            <a:off x="7331717" y="5185160"/>
            <a:ext cx="3024648" cy="430887"/>
          </a:xfrm>
          <a:prstGeom prst="rect">
            <a:avLst/>
          </a:prstGeom>
          <a:noFill/>
        </p:spPr>
        <p:txBody>
          <a:bodyPr wrap="square" rtlCol="0">
            <a:spAutoFit/>
          </a:bodyPr>
          <a:lstStyle/>
          <a:p>
            <a:r>
              <a:rPr kumimoji="1" lang="en-US" altLang="ja-JP" sz="1100" u="sng" dirty="0" err="1">
                <a:solidFill>
                  <a:srgbClr val="FF0000"/>
                </a:solidFill>
              </a:rPr>
              <a:t>example.privatelink.blob.core.windows.net</a:t>
            </a:r>
            <a:endParaRPr kumimoji="1" lang="ja-JP" altLang="en-US" sz="1100"/>
          </a:p>
          <a:p>
            <a:r>
              <a:rPr kumimoji="1" lang="en-US" altLang="ja-JP" sz="1100" dirty="0"/>
              <a:t>IN CNAME </a:t>
            </a:r>
            <a:r>
              <a:rPr kumimoji="1" lang="en-US" altLang="ja-JP" sz="1100" dirty="0" err="1"/>
              <a:t>hogehoge.core.windows.net</a:t>
            </a:r>
            <a:endParaRPr kumimoji="1" lang="ja-JP" altLang="en-US" sz="1100"/>
          </a:p>
        </p:txBody>
      </p:sp>
    </p:spTree>
    <p:extLst>
      <p:ext uri="{BB962C8B-B14F-4D97-AF65-F5344CB8AC3E}">
        <p14:creationId xmlns:p14="http://schemas.microsoft.com/office/powerpoint/2010/main" val="35177118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F7013-E347-5EC0-E55F-B276E1075BB8}"/>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08C2A947-FD04-2B4A-F332-5E75A155DA02}"/>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US" altLang="ja-JP" sz="2000" b="1" dirty="0" err="1">
                <a:solidFill>
                  <a:srgbClr val="1F2937"/>
                </a:solidFill>
                <a:latin typeface="Yu Gothic"/>
                <a:ea typeface="Yu Gothic"/>
                <a:cs typeface="Yu Gothic"/>
              </a:rPr>
              <a:t>VNet</a:t>
            </a:r>
            <a:r>
              <a:rPr lang="en-US" altLang="ja-JP" sz="2000" b="1" dirty="0">
                <a:solidFill>
                  <a:srgbClr val="1F2937"/>
                </a:solidFill>
                <a:latin typeface="Yu Gothic"/>
                <a:ea typeface="Yu Gothic"/>
                <a:cs typeface="Yu Gothic"/>
              </a:rPr>
              <a:t> </a:t>
            </a:r>
            <a:r>
              <a:rPr lang="ja-JP" altLang="en-US" sz="2000" b="1">
                <a:solidFill>
                  <a:srgbClr val="1F2937"/>
                </a:solidFill>
                <a:latin typeface="Yu Gothic"/>
                <a:ea typeface="Yu Gothic"/>
                <a:cs typeface="Yu Gothic"/>
              </a:rPr>
              <a:t>内から</a:t>
            </a:r>
            <a:r>
              <a:rPr lang="en-US" altLang="ja-JP" sz="2000" b="1" dirty="0">
                <a:solidFill>
                  <a:srgbClr val="1F2937"/>
                </a:solidFill>
                <a:latin typeface="Yu Gothic"/>
                <a:ea typeface="Yu Gothic"/>
                <a:cs typeface="Yu Gothic"/>
              </a:rPr>
              <a:t> Private Endpoint </a:t>
            </a:r>
            <a:r>
              <a:rPr lang="ja-JP" altLang="en-US" sz="2000" b="1">
                <a:solidFill>
                  <a:srgbClr val="1F2937"/>
                </a:solidFill>
                <a:latin typeface="Yu Gothic"/>
                <a:ea typeface="Yu Gothic"/>
                <a:cs typeface="Yu Gothic"/>
              </a:rPr>
              <a:t>へのアクセスのための名前解決</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378F6DEF-3FC8-A951-3136-E74E8B4F5E25}"/>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7</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1F2392A6-13BA-1AE2-F833-A17037F5AC63}"/>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20" name="コンテンツ プレースホルダー 5">
            <a:extLst>
              <a:ext uri="{FF2B5EF4-FFF2-40B4-BE49-F238E27FC236}">
                <a16:creationId xmlns:a16="http://schemas.microsoft.com/office/drawing/2014/main" id="{C78CA184-5F7E-775C-CDCD-8541375550DF}"/>
              </a:ext>
            </a:extLst>
          </p:cNvPr>
          <p:cNvSpPr txBox="1">
            <a:spLocks/>
          </p:cNvSpPr>
          <p:nvPr/>
        </p:nvSpPr>
        <p:spPr>
          <a:xfrm>
            <a:off x="584200" y="13596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FontTx/>
              <a:buNone/>
            </a:pPr>
            <a:endParaRPr lang="ja-JP" altLang="en-US" sz="2000" kern="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21" name="コンテンツ プレースホルダー 5">
            <a:extLst>
              <a:ext uri="{FF2B5EF4-FFF2-40B4-BE49-F238E27FC236}">
                <a16:creationId xmlns:a16="http://schemas.microsoft.com/office/drawing/2014/main" id="{0A327635-08CE-2966-4197-9060DC3FDB6E}"/>
              </a:ext>
            </a:extLst>
          </p:cNvPr>
          <p:cNvSpPr txBox="1">
            <a:spLocks/>
          </p:cNvSpPr>
          <p:nvPr/>
        </p:nvSpPr>
        <p:spPr>
          <a:xfrm>
            <a:off x="736600" y="1512010"/>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rtl="0">
              <a:buNone/>
            </a:pPr>
            <a:r>
              <a:rPr lang="en-US" altLang="ja-JP" sz="2000" kern="0" dirty="0">
                <a:solidFill>
                  <a:schemeClr val="tx1">
                    <a:lumMod val="75000"/>
                    <a:lumOff val="25000"/>
                  </a:schemeClr>
                </a:solidFill>
                <a:latin typeface="Yu Gothic UI" panose="020B0500000000000000" pitchFamily="34" charset="-128"/>
                <a:ea typeface="Yu Gothic UI" panose="020B0500000000000000" pitchFamily="34" charset="-128"/>
              </a:rPr>
              <a:t>Azure </a:t>
            </a:r>
            <a:r>
              <a:rPr lang="ja-JP" altLang="en-US" sz="2000" kern="0">
                <a:solidFill>
                  <a:schemeClr val="tx1">
                    <a:lumMod val="75000"/>
                    <a:lumOff val="25000"/>
                  </a:schemeClr>
                </a:solidFill>
                <a:latin typeface="Yu Gothic UI" panose="020B0500000000000000" pitchFamily="34" charset="-128"/>
                <a:ea typeface="Yu Gothic UI" panose="020B0500000000000000" pitchFamily="34" charset="-128"/>
              </a:rPr>
              <a:t>には</a:t>
            </a:r>
            <a:r>
              <a:rPr lang="en-US" altLang="ja-JP" sz="2000" kern="0" dirty="0">
                <a:solidFill>
                  <a:schemeClr val="tx1">
                    <a:lumMod val="75000"/>
                    <a:lumOff val="25000"/>
                  </a:schemeClr>
                </a:solidFill>
                <a:latin typeface="Yu Gothic UI" panose="020B0500000000000000" pitchFamily="34" charset="-128"/>
                <a:ea typeface="Yu Gothic UI" panose="020B0500000000000000" pitchFamily="34" charset="-128"/>
              </a:rPr>
              <a:t> 168.63.129.16 </a:t>
            </a:r>
            <a:r>
              <a:rPr lang="ja-JP" altLang="en-US" sz="2000" kern="0">
                <a:solidFill>
                  <a:schemeClr val="tx1">
                    <a:lumMod val="75000"/>
                    <a:lumOff val="25000"/>
                  </a:schemeClr>
                </a:solidFill>
                <a:latin typeface="Yu Gothic UI" panose="020B0500000000000000" pitchFamily="34" charset="-128"/>
                <a:ea typeface="Yu Gothic UI" panose="020B0500000000000000" pitchFamily="34" charset="-128"/>
              </a:rPr>
              <a:t>の</a:t>
            </a:r>
            <a:r>
              <a:rPr lang="en-US" altLang="ja-JP" sz="2000" kern="0" dirty="0">
                <a:solidFill>
                  <a:schemeClr val="tx1">
                    <a:lumMod val="75000"/>
                    <a:lumOff val="25000"/>
                  </a:schemeClr>
                </a:solidFill>
                <a:latin typeface="Yu Gothic UI" panose="020B0500000000000000" pitchFamily="34" charset="-128"/>
                <a:ea typeface="Yu Gothic UI" panose="020B0500000000000000" pitchFamily="34" charset="-128"/>
              </a:rPr>
              <a:t> IP </a:t>
            </a:r>
            <a:r>
              <a:rPr lang="ja-JP" altLang="en-US" sz="2000" kern="0">
                <a:solidFill>
                  <a:schemeClr val="tx1">
                    <a:lumMod val="75000"/>
                    <a:lumOff val="25000"/>
                  </a:schemeClr>
                </a:solidFill>
                <a:latin typeface="Yu Gothic UI" panose="020B0500000000000000" pitchFamily="34" charset="-128"/>
                <a:ea typeface="Yu Gothic UI" panose="020B0500000000000000" pitchFamily="34" charset="-128"/>
              </a:rPr>
              <a:t>アドレスが設定された特殊なエンドポイントが存在します。このエンドポイントには様々な機能がありますが、</a:t>
            </a:r>
            <a:r>
              <a:rPr lang="en-US" altLang="ja-JP" sz="2000" kern="0" dirty="0">
                <a:solidFill>
                  <a:schemeClr val="tx1">
                    <a:lumMod val="75000"/>
                    <a:lumOff val="25000"/>
                  </a:schemeClr>
                </a:solidFill>
                <a:latin typeface="Yu Gothic UI" panose="020B0500000000000000" pitchFamily="34" charset="-128"/>
                <a:ea typeface="Yu Gothic UI" panose="020B0500000000000000" pitchFamily="34" charset="-128"/>
              </a:rPr>
              <a:t>DNS </a:t>
            </a:r>
            <a:r>
              <a:rPr lang="ja-JP" altLang="en-US" sz="2000" kern="0">
                <a:solidFill>
                  <a:schemeClr val="tx1">
                    <a:lumMod val="75000"/>
                    <a:lumOff val="25000"/>
                  </a:schemeClr>
                </a:solidFill>
                <a:latin typeface="Yu Gothic UI" panose="020B0500000000000000" pitchFamily="34" charset="-128"/>
                <a:ea typeface="Yu Gothic UI" panose="020B0500000000000000" pitchFamily="34" charset="-128"/>
              </a:rPr>
              <a:t>においては、</a:t>
            </a:r>
            <a:r>
              <a:rPr lang="en-US" altLang="ja-JP" sz="2000" kern="0" dirty="0">
                <a:solidFill>
                  <a:schemeClr val="tx1">
                    <a:lumMod val="75000"/>
                    <a:lumOff val="25000"/>
                  </a:schemeClr>
                </a:solidFill>
                <a:latin typeface="Yu Gothic UI" panose="020B0500000000000000" pitchFamily="34" charset="-128"/>
                <a:ea typeface="Yu Gothic UI" panose="020B0500000000000000" pitchFamily="34" charset="-128"/>
              </a:rPr>
              <a:t> </a:t>
            </a:r>
            <a:r>
              <a:rPr lang="en-US" altLang="ja-JP" sz="2000" kern="0" dirty="0" err="1">
                <a:solidFill>
                  <a:schemeClr val="tx1">
                    <a:lumMod val="75000"/>
                    <a:lumOff val="25000"/>
                  </a:schemeClr>
                </a:solidFill>
                <a:latin typeface="Yu Gothic UI" panose="020B0500000000000000" pitchFamily="34" charset="-128"/>
                <a:ea typeface="Yu Gothic UI" panose="020B0500000000000000" pitchFamily="34" charset="-128"/>
              </a:rPr>
              <a:t>VNet</a:t>
            </a:r>
            <a:r>
              <a:rPr lang="en-US" altLang="ja-JP" sz="2000" kern="0" dirty="0">
                <a:solidFill>
                  <a:schemeClr val="tx1">
                    <a:lumMod val="75000"/>
                    <a:lumOff val="25000"/>
                  </a:schemeClr>
                </a:solidFill>
                <a:latin typeface="Yu Gothic UI" panose="020B0500000000000000" pitchFamily="34" charset="-128"/>
                <a:ea typeface="Yu Gothic UI" panose="020B0500000000000000" pitchFamily="34" charset="-128"/>
              </a:rPr>
              <a:t> </a:t>
            </a:r>
            <a:r>
              <a:rPr lang="ja-JP" altLang="en-US" sz="2000" kern="0">
                <a:solidFill>
                  <a:schemeClr val="tx1">
                    <a:lumMod val="75000"/>
                    <a:lumOff val="25000"/>
                  </a:schemeClr>
                </a:solidFill>
                <a:latin typeface="Yu Gothic UI" panose="020B0500000000000000" pitchFamily="34" charset="-128"/>
                <a:ea typeface="Yu Gothic UI" panose="020B0500000000000000" pitchFamily="34" charset="-128"/>
              </a:rPr>
              <a:t>にデフォルトで適用されるキャッシュ</a:t>
            </a:r>
            <a:r>
              <a:rPr lang="en-US" altLang="ja-JP" sz="2000" kern="0" dirty="0">
                <a:solidFill>
                  <a:schemeClr val="tx1">
                    <a:lumMod val="75000"/>
                    <a:lumOff val="25000"/>
                  </a:schemeClr>
                </a:solidFill>
                <a:latin typeface="Yu Gothic UI" panose="020B0500000000000000" pitchFamily="34" charset="-128"/>
                <a:ea typeface="Yu Gothic UI" panose="020B0500000000000000" pitchFamily="34" charset="-128"/>
              </a:rPr>
              <a:t> DNS </a:t>
            </a:r>
            <a:r>
              <a:rPr lang="ja-JP" altLang="en-US" sz="2000" kern="0">
                <a:solidFill>
                  <a:schemeClr val="tx1">
                    <a:lumMod val="75000"/>
                    <a:lumOff val="25000"/>
                  </a:schemeClr>
                </a:solidFill>
                <a:latin typeface="Yu Gothic UI" panose="020B0500000000000000" pitchFamily="34" charset="-128"/>
                <a:ea typeface="Yu Gothic UI" panose="020B0500000000000000" pitchFamily="34" charset="-128"/>
              </a:rPr>
              <a:t>として機能します。</a:t>
            </a:r>
            <a:r>
              <a:rPr lang="en-US" altLang="ja-JP" sz="2000" kern="0" dirty="0">
                <a:solidFill>
                  <a:schemeClr val="tx1">
                    <a:lumMod val="75000"/>
                    <a:lumOff val="25000"/>
                  </a:schemeClr>
                </a:solidFill>
                <a:latin typeface="Yu Gothic UI" panose="020B0500000000000000" pitchFamily="34" charset="-128"/>
                <a:ea typeface="Yu Gothic UI" panose="020B0500000000000000" pitchFamily="34" charset="-128"/>
              </a:rPr>
              <a:t>Private Link/Endpoint </a:t>
            </a:r>
            <a:r>
              <a:rPr lang="ja-JP" altLang="en-US" sz="2000" kern="0">
                <a:solidFill>
                  <a:schemeClr val="tx1">
                    <a:lumMod val="75000"/>
                    <a:lumOff val="25000"/>
                  </a:schemeClr>
                </a:solidFill>
                <a:latin typeface="Yu Gothic UI" panose="020B0500000000000000" pitchFamily="34" charset="-128"/>
                <a:ea typeface="Yu Gothic UI" panose="020B0500000000000000" pitchFamily="34" charset="-128"/>
              </a:rPr>
              <a:t>と統合した</a:t>
            </a:r>
            <a:r>
              <a:rPr lang="en-US" altLang="ja-JP" sz="2000" kern="0" dirty="0">
                <a:solidFill>
                  <a:schemeClr val="tx1">
                    <a:lumMod val="75000"/>
                    <a:lumOff val="25000"/>
                  </a:schemeClr>
                </a:solidFill>
                <a:latin typeface="Yu Gothic UI" panose="020B0500000000000000" pitchFamily="34" charset="-128"/>
                <a:ea typeface="Yu Gothic UI" panose="020B0500000000000000" pitchFamily="34" charset="-128"/>
              </a:rPr>
              <a:t> Private DNS Zone </a:t>
            </a:r>
            <a:r>
              <a:rPr lang="ja-JP" altLang="en-US" sz="2000" kern="0">
                <a:solidFill>
                  <a:schemeClr val="tx1">
                    <a:lumMod val="75000"/>
                    <a:lumOff val="25000"/>
                  </a:schemeClr>
                </a:solidFill>
                <a:latin typeface="Yu Gothic UI" panose="020B0500000000000000" pitchFamily="34" charset="-128"/>
                <a:ea typeface="Yu Gothic UI" panose="020B0500000000000000" pitchFamily="34" charset="-128"/>
              </a:rPr>
              <a:t>を</a:t>
            </a:r>
            <a:r>
              <a:rPr lang="en-US" altLang="ja-JP" sz="2000" kern="0" dirty="0">
                <a:solidFill>
                  <a:schemeClr val="tx1">
                    <a:lumMod val="75000"/>
                    <a:lumOff val="25000"/>
                  </a:schemeClr>
                </a:solidFill>
                <a:latin typeface="Yu Gothic UI" panose="020B0500000000000000" pitchFamily="34" charset="-128"/>
                <a:ea typeface="Yu Gothic UI" panose="020B0500000000000000" pitchFamily="34" charset="-128"/>
              </a:rPr>
              <a:t> </a:t>
            </a:r>
            <a:r>
              <a:rPr lang="en-US" altLang="ja-JP" sz="2000" kern="0" dirty="0" err="1">
                <a:solidFill>
                  <a:schemeClr val="tx1">
                    <a:lumMod val="75000"/>
                    <a:lumOff val="25000"/>
                  </a:schemeClr>
                </a:solidFill>
                <a:latin typeface="Yu Gothic UI" panose="020B0500000000000000" pitchFamily="34" charset="-128"/>
                <a:ea typeface="Yu Gothic UI" panose="020B0500000000000000" pitchFamily="34" charset="-128"/>
              </a:rPr>
              <a:t>VNet</a:t>
            </a:r>
            <a:r>
              <a:rPr lang="en-US" altLang="ja-JP" sz="2000" kern="0" dirty="0">
                <a:solidFill>
                  <a:schemeClr val="tx1">
                    <a:lumMod val="75000"/>
                    <a:lumOff val="25000"/>
                  </a:schemeClr>
                </a:solidFill>
                <a:latin typeface="Yu Gothic UI" panose="020B0500000000000000" pitchFamily="34" charset="-128"/>
                <a:ea typeface="Yu Gothic UI" panose="020B0500000000000000" pitchFamily="34" charset="-128"/>
              </a:rPr>
              <a:t> </a:t>
            </a:r>
            <a:r>
              <a:rPr lang="ja-JP" altLang="en-US" sz="2000" kern="0">
                <a:solidFill>
                  <a:schemeClr val="tx1">
                    <a:lumMod val="75000"/>
                    <a:lumOff val="25000"/>
                  </a:schemeClr>
                </a:solidFill>
                <a:latin typeface="Yu Gothic UI" panose="020B0500000000000000" pitchFamily="34" charset="-128"/>
                <a:ea typeface="Yu Gothic UI" panose="020B0500000000000000" pitchFamily="34" charset="-128"/>
              </a:rPr>
              <a:t>にリンクすると、</a:t>
            </a:r>
            <a:r>
              <a:rPr lang="en-US" altLang="ja-JP" sz="2000" kern="0" dirty="0">
                <a:solidFill>
                  <a:schemeClr val="tx1">
                    <a:lumMod val="75000"/>
                    <a:lumOff val="25000"/>
                  </a:schemeClr>
                </a:solidFill>
                <a:latin typeface="Yu Gothic UI" panose="020B0500000000000000" pitchFamily="34" charset="-128"/>
                <a:ea typeface="Yu Gothic UI" panose="020B0500000000000000" pitchFamily="34" charset="-128"/>
              </a:rPr>
              <a:t> 168.63.129.16 </a:t>
            </a:r>
            <a:r>
              <a:rPr lang="ja-JP" altLang="en-US" sz="2000" kern="0">
                <a:solidFill>
                  <a:schemeClr val="tx1">
                    <a:lumMod val="75000"/>
                    <a:lumOff val="25000"/>
                  </a:schemeClr>
                </a:solidFill>
                <a:latin typeface="Yu Gothic UI" panose="020B0500000000000000" pitchFamily="34" charset="-128"/>
                <a:ea typeface="Yu Gothic UI" panose="020B0500000000000000" pitchFamily="34" charset="-128"/>
              </a:rPr>
              <a:t>に</a:t>
            </a:r>
            <a:r>
              <a:rPr lang="en-US" altLang="ja-JP" sz="2000" kern="0" dirty="0">
                <a:solidFill>
                  <a:schemeClr val="tx1">
                    <a:lumMod val="75000"/>
                    <a:lumOff val="25000"/>
                  </a:schemeClr>
                </a:solidFill>
                <a:latin typeface="Yu Gothic UI" panose="020B0500000000000000" pitchFamily="34" charset="-128"/>
                <a:ea typeface="Yu Gothic UI" panose="020B0500000000000000" pitchFamily="34" charset="-128"/>
              </a:rPr>
              <a:t> DNS </a:t>
            </a:r>
            <a:r>
              <a:rPr lang="ja-JP" altLang="en-US" sz="2000" kern="0">
                <a:solidFill>
                  <a:schemeClr val="tx1">
                    <a:lumMod val="75000"/>
                    <a:lumOff val="25000"/>
                  </a:schemeClr>
                </a:solidFill>
                <a:latin typeface="Yu Gothic UI" panose="020B0500000000000000" pitchFamily="34" charset="-128"/>
                <a:ea typeface="Yu Gothic UI" panose="020B0500000000000000" pitchFamily="34" charset="-128"/>
              </a:rPr>
              <a:t>クエリを送信したときに、該当の</a:t>
            </a:r>
            <a:r>
              <a:rPr lang="en-US" altLang="ja-JP" sz="2000" kern="0" dirty="0">
                <a:solidFill>
                  <a:schemeClr val="tx1">
                    <a:lumMod val="75000"/>
                    <a:lumOff val="25000"/>
                  </a:schemeClr>
                </a:solidFill>
                <a:latin typeface="Yu Gothic UI" panose="020B0500000000000000" pitchFamily="34" charset="-128"/>
                <a:ea typeface="Yu Gothic UI" panose="020B0500000000000000" pitchFamily="34" charset="-128"/>
              </a:rPr>
              <a:t> FQDN </a:t>
            </a:r>
            <a:r>
              <a:rPr lang="ja-JP" altLang="en-US" sz="2000" kern="0">
                <a:solidFill>
                  <a:schemeClr val="tx1">
                    <a:lumMod val="75000"/>
                    <a:lumOff val="25000"/>
                  </a:schemeClr>
                </a:solidFill>
                <a:latin typeface="Yu Gothic UI" panose="020B0500000000000000" pitchFamily="34" charset="-128"/>
                <a:ea typeface="Yu Gothic UI" panose="020B0500000000000000" pitchFamily="34" charset="-128"/>
              </a:rPr>
              <a:t>の場合は</a:t>
            </a:r>
            <a:r>
              <a:rPr lang="en-US" altLang="ja-JP" sz="2000" kern="0" dirty="0">
                <a:solidFill>
                  <a:schemeClr val="tx1">
                    <a:lumMod val="75000"/>
                    <a:lumOff val="25000"/>
                  </a:schemeClr>
                </a:solidFill>
                <a:latin typeface="Yu Gothic UI" panose="020B0500000000000000" pitchFamily="34" charset="-128"/>
                <a:ea typeface="Yu Gothic UI" panose="020B0500000000000000" pitchFamily="34" charset="-128"/>
              </a:rPr>
              <a:t> Private DNS Zone </a:t>
            </a:r>
            <a:r>
              <a:rPr lang="ja-JP" altLang="en-US" sz="2000" kern="0">
                <a:solidFill>
                  <a:schemeClr val="tx1">
                    <a:lumMod val="75000"/>
                    <a:lumOff val="25000"/>
                  </a:schemeClr>
                </a:solidFill>
                <a:latin typeface="Yu Gothic UI" panose="020B0500000000000000" pitchFamily="34" charset="-128"/>
                <a:ea typeface="Yu Gothic UI" panose="020B0500000000000000" pitchFamily="34" charset="-128"/>
              </a:rPr>
              <a:t>から返信され、適切に名前解決が可能です。</a:t>
            </a:r>
            <a:endParaRPr lang="en-US" altLang="ja-JP" sz="2000" kern="0" dirty="0">
              <a:solidFill>
                <a:schemeClr val="tx1">
                  <a:lumMod val="75000"/>
                  <a:lumOff val="25000"/>
                </a:schemeClr>
              </a:solidFill>
              <a:latin typeface="Yu Gothic UI" panose="020B0500000000000000" pitchFamily="34" charset="-128"/>
              <a:ea typeface="Yu Gothic UI" panose="020B0500000000000000" pitchFamily="34" charset="-128"/>
            </a:endParaRPr>
          </a:p>
          <a:p>
            <a:pPr marL="0" indent="0" rtl="0">
              <a:buNone/>
            </a:pPr>
            <a:endParaRPr lang="ja-JP" altLang="en-US" sz="2000" kern="0">
              <a:solidFill>
                <a:schemeClr val="tx1">
                  <a:lumMod val="75000"/>
                  <a:lumOff val="25000"/>
                </a:schemeClr>
              </a:solidFill>
              <a:latin typeface="Yu Gothic UI" panose="020B0500000000000000" pitchFamily="34" charset="-128"/>
              <a:ea typeface="Yu Gothic UI" panose="020B0500000000000000" pitchFamily="34" charset="-128"/>
            </a:endParaRPr>
          </a:p>
        </p:txBody>
      </p:sp>
      <p:pic>
        <p:nvPicPr>
          <p:cNvPr id="22" name="図 21" descr="単一の仮想ネットワークとAzure提供の DNSのダイアグラム。">
            <a:extLst>
              <a:ext uri="{FF2B5EF4-FFF2-40B4-BE49-F238E27FC236}">
                <a16:creationId xmlns:a16="http://schemas.microsoft.com/office/drawing/2014/main" id="{C543F4F3-C61B-423E-2455-61DEE7597D32}"/>
              </a:ext>
            </a:extLst>
          </p:cNvPr>
          <p:cNvPicPr>
            <a:picLocks noChangeAspect="1"/>
          </p:cNvPicPr>
          <p:nvPr/>
        </p:nvPicPr>
        <p:blipFill>
          <a:blip r:embed="rId3"/>
          <a:stretch>
            <a:fillRect/>
          </a:stretch>
        </p:blipFill>
        <p:spPr>
          <a:xfrm>
            <a:off x="2289175" y="2717246"/>
            <a:ext cx="7772400" cy="4140754"/>
          </a:xfrm>
          <a:prstGeom prst="rect">
            <a:avLst/>
          </a:prstGeom>
        </p:spPr>
      </p:pic>
    </p:spTree>
    <p:extLst>
      <p:ext uri="{BB962C8B-B14F-4D97-AF65-F5344CB8AC3E}">
        <p14:creationId xmlns:p14="http://schemas.microsoft.com/office/powerpoint/2010/main" val="42657467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5A875-9BD3-F3E3-6291-454B1F4CAC2E}"/>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A9217386-33EA-A52E-A77E-A603F6014E57}"/>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en-US" altLang="ja-JP" sz="2000" b="1" dirty="0">
                <a:solidFill>
                  <a:srgbClr val="1F2937"/>
                </a:solidFill>
                <a:latin typeface="Yu Gothic"/>
                <a:ea typeface="Yu Gothic"/>
                <a:cs typeface="Yu Gothic"/>
              </a:rPr>
              <a:t>Private DNS Zone </a:t>
            </a:r>
            <a:r>
              <a:rPr lang="ja-JP" altLang="en-US" sz="2000" b="1">
                <a:solidFill>
                  <a:srgbClr val="1F2937"/>
                </a:solidFill>
                <a:latin typeface="Yu Gothic"/>
                <a:ea typeface="Yu Gothic"/>
                <a:cs typeface="Yu Gothic"/>
              </a:rPr>
              <a:t>がある場合の名前解決シーケンス</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4BE4A06E-F988-299C-9292-58D925BC18B7}"/>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7</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4C04613A-BBDC-A43E-8A0A-E1E8C0EE8780}"/>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cxnSp>
        <p:nvCxnSpPr>
          <p:cNvPr id="3" name="直線コネクタ 2">
            <a:extLst>
              <a:ext uri="{FF2B5EF4-FFF2-40B4-BE49-F238E27FC236}">
                <a16:creationId xmlns:a16="http://schemas.microsoft.com/office/drawing/2014/main" id="{9F975B2C-D394-5506-F991-A15483F84DDD}"/>
              </a:ext>
            </a:extLst>
          </p:cNvPr>
          <p:cNvCxnSpPr>
            <a:cxnSpLocks/>
          </p:cNvCxnSpPr>
          <p:nvPr/>
        </p:nvCxnSpPr>
        <p:spPr>
          <a:xfrm flipH="1">
            <a:off x="1800033" y="2168288"/>
            <a:ext cx="1" cy="4536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5" name="直線コネクタ 4">
            <a:extLst>
              <a:ext uri="{FF2B5EF4-FFF2-40B4-BE49-F238E27FC236}">
                <a16:creationId xmlns:a16="http://schemas.microsoft.com/office/drawing/2014/main" id="{89C74E7C-42A0-EB5E-D0AF-7DD650B79AE4}"/>
              </a:ext>
            </a:extLst>
          </p:cNvPr>
          <p:cNvCxnSpPr>
            <a:cxnSpLocks/>
          </p:cNvCxnSpPr>
          <p:nvPr/>
        </p:nvCxnSpPr>
        <p:spPr>
          <a:xfrm>
            <a:off x="4695634" y="2168288"/>
            <a:ext cx="0" cy="4536000"/>
          </a:xfrm>
          <a:prstGeom prst="line">
            <a:avLst/>
          </a:prstGeom>
        </p:spPr>
        <p:style>
          <a:lnRef idx="2">
            <a:schemeClr val="accent1"/>
          </a:lnRef>
          <a:fillRef idx="0">
            <a:schemeClr val="accent1"/>
          </a:fillRef>
          <a:effectRef idx="1">
            <a:schemeClr val="accent1"/>
          </a:effectRef>
          <a:fontRef idx="minor">
            <a:schemeClr val="tx1"/>
          </a:fontRef>
        </p:style>
      </p:cxnSp>
      <p:cxnSp>
        <p:nvCxnSpPr>
          <p:cNvPr id="6" name="直線コネクタ 5">
            <a:extLst>
              <a:ext uri="{FF2B5EF4-FFF2-40B4-BE49-F238E27FC236}">
                <a16:creationId xmlns:a16="http://schemas.microsoft.com/office/drawing/2014/main" id="{163FDAE4-5E9C-19F6-B6BB-B0ECB404A557}"/>
              </a:ext>
            </a:extLst>
          </p:cNvPr>
          <p:cNvCxnSpPr>
            <a:cxnSpLocks/>
          </p:cNvCxnSpPr>
          <p:nvPr/>
        </p:nvCxnSpPr>
        <p:spPr>
          <a:xfrm>
            <a:off x="8429429" y="2168288"/>
            <a:ext cx="0" cy="4536000"/>
          </a:xfrm>
          <a:prstGeom prst="line">
            <a:avLst/>
          </a:prstGeom>
        </p:spPr>
        <p:style>
          <a:lnRef idx="2">
            <a:schemeClr val="accent1"/>
          </a:lnRef>
          <a:fillRef idx="0">
            <a:schemeClr val="accent1"/>
          </a:fillRef>
          <a:effectRef idx="1">
            <a:schemeClr val="accent1"/>
          </a:effectRef>
          <a:fontRef idx="minor">
            <a:schemeClr val="tx1"/>
          </a:fontRef>
        </p:style>
      </p:cxnSp>
      <p:pic>
        <p:nvPicPr>
          <p:cNvPr id="7" name="グラフィックス 6">
            <a:extLst>
              <a:ext uri="{FF2B5EF4-FFF2-40B4-BE49-F238E27FC236}">
                <a16:creationId xmlns:a16="http://schemas.microsoft.com/office/drawing/2014/main" id="{778AE5E0-14F1-8DAA-F399-CE870F1E88D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89711" y="1612177"/>
            <a:ext cx="420645" cy="420645"/>
          </a:xfrm>
          <a:prstGeom prst="rect">
            <a:avLst/>
          </a:prstGeom>
        </p:spPr>
      </p:pic>
      <p:sp>
        <p:nvSpPr>
          <p:cNvPr id="8" name="テキスト ボックス 7">
            <a:extLst>
              <a:ext uri="{FF2B5EF4-FFF2-40B4-BE49-F238E27FC236}">
                <a16:creationId xmlns:a16="http://schemas.microsoft.com/office/drawing/2014/main" id="{39C9C857-E91D-E95C-5766-930889A456C7}"/>
              </a:ext>
            </a:extLst>
          </p:cNvPr>
          <p:cNvSpPr txBox="1"/>
          <p:nvPr/>
        </p:nvSpPr>
        <p:spPr>
          <a:xfrm>
            <a:off x="1097298" y="1228488"/>
            <a:ext cx="1422400" cy="307777"/>
          </a:xfrm>
          <a:prstGeom prst="rect">
            <a:avLst/>
          </a:prstGeom>
          <a:noFill/>
        </p:spPr>
        <p:txBody>
          <a:bodyPr wrap="square" rtlCol="0">
            <a:spAutoFit/>
          </a:bodyPr>
          <a:lstStyle/>
          <a:p>
            <a:pPr algn="ctr"/>
            <a:r>
              <a:rPr kumimoji="1" lang="en-US" altLang="ja-JP" sz="1400" dirty="0"/>
              <a:t>VM</a:t>
            </a:r>
            <a:endParaRPr kumimoji="1" lang="ja-JP" altLang="en-US" sz="1400"/>
          </a:p>
        </p:txBody>
      </p:sp>
      <p:sp>
        <p:nvSpPr>
          <p:cNvPr id="10" name="正方形/長方形 9">
            <a:extLst>
              <a:ext uri="{FF2B5EF4-FFF2-40B4-BE49-F238E27FC236}">
                <a16:creationId xmlns:a16="http://schemas.microsoft.com/office/drawing/2014/main" id="{71F77E83-9F10-122B-6820-C07C51C629A2}"/>
              </a:ext>
            </a:extLst>
          </p:cNvPr>
          <p:cNvSpPr/>
          <p:nvPr/>
        </p:nvSpPr>
        <p:spPr>
          <a:xfrm>
            <a:off x="3942108" y="1374811"/>
            <a:ext cx="1422389" cy="6682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100" dirty="0"/>
              <a:t>DNS</a:t>
            </a:r>
          </a:p>
          <a:p>
            <a:pPr algn="ctr"/>
            <a:r>
              <a:rPr kumimoji="1" lang="ja-JP" altLang="en-US" sz="1100"/>
              <a:t>キャッシュサーバ</a:t>
            </a:r>
            <a:endParaRPr kumimoji="1" lang="en-US" altLang="ja-JP" sz="1100" dirty="0"/>
          </a:p>
          <a:p>
            <a:pPr algn="ctr"/>
            <a:r>
              <a:rPr lang="en-US" altLang="ja-JP" sz="1100" dirty="0"/>
              <a:t>(Azure</a:t>
            </a:r>
            <a:r>
              <a:rPr lang="ja-JP" altLang="en-US" sz="1100"/>
              <a:t>既定の</a:t>
            </a:r>
            <a:r>
              <a:rPr lang="en-US" altLang="ja-JP" sz="1100" dirty="0"/>
              <a:t>DNS)</a:t>
            </a:r>
            <a:endParaRPr kumimoji="1" lang="ja-JP" altLang="en-US" sz="1100"/>
          </a:p>
        </p:txBody>
      </p:sp>
      <p:sp>
        <p:nvSpPr>
          <p:cNvPr id="11" name="正方形/長方形 10">
            <a:extLst>
              <a:ext uri="{FF2B5EF4-FFF2-40B4-BE49-F238E27FC236}">
                <a16:creationId xmlns:a16="http://schemas.microsoft.com/office/drawing/2014/main" id="{03C2F9ED-3EBE-C0A1-5998-E31DE147E31E}"/>
              </a:ext>
            </a:extLst>
          </p:cNvPr>
          <p:cNvSpPr/>
          <p:nvPr/>
        </p:nvSpPr>
        <p:spPr>
          <a:xfrm>
            <a:off x="7774508" y="1282854"/>
            <a:ext cx="954241" cy="50682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100" dirty="0"/>
              <a:t>MS</a:t>
            </a:r>
          </a:p>
          <a:p>
            <a:pPr algn="ctr"/>
            <a:r>
              <a:rPr kumimoji="1" lang="ja-JP" altLang="en-US" sz="1100"/>
              <a:t>権威</a:t>
            </a:r>
            <a:r>
              <a:rPr kumimoji="1" lang="en-US" altLang="ja-JP" sz="1100" dirty="0"/>
              <a:t>DNS</a:t>
            </a:r>
            <a:endParaRPr kumimoji="1" lang="ja-JP" altLang="en-US" sz="1100"/>
          </a:p>
        </p:txBody>
      </p:sp>
      <p:sp>
        <p:nvSpPr>
          <p:cNvPr id="12" name="正方形/長方形 11">
            <a:extLst>
              <a:ext uri="{FF2B5EF4-FFF2-40B4-BE49-F238E27FC236}">
                <a16:creationId xmlns:a16="http://schemas.microsoft.com/office/drawing/2014/main" id="{4A36DECD-69BC-2554-FF45-A8A10B581192}"/>
              </a:ext>
            </a:extLst>
          </p:cNvPr>
          <p:cNvSpPr/>
          <p:nvPr/>
        </p:nvSpPr>
        <p:spPr>
          <a:xfrm>
            <a:off x="7926908" y="1435254"/>
            <a:ext cx="954241" cy="50682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100" dirty="0"/>
              <a:t>MS</a:t>
            </a:r>
          </a:p>
          <a:p>
            <a:pPr algn="ctr"/>
            <a:r>
              <a:rPr kumimoji="1" lang="ja-JP" altLang="en-US" sz="1100"/>
              <a:t>権威</a:t>
            </a:r>
            <a:r>
              <a:rPr kumimoji="1" lang="en-US" altLang="ja-JP" sz="1100" dirty="0"/>
              <a:t>DNS</a:t>
            </a:r>
            <a:endParaRPr kumimoji="1" lang="ja-JP" altLang="en-US" sz="1100"/>
          </a:p>
        </p:txBody>
      </p:sp>
      <p:sp>
        <p:nvSpPr>
          <p:cNvPr id="13" name="正方形/長方形 12">
            <a:extLst>
              <a:ext uri="{FF2B5EF4-FFF2-40B4-BE49-F238E27FC236}">
                <a16:creationId xmlns:a16="http://schemas.microsoft.com/office/drawing/2014/main" id="{A2D615A9-482B-0817-73B5-6B79A5D52F77}"/>
              </a:ext>
            </a:extLst>
          </p:cNvPr>
          <p:cNvSpPr/>
          <p:nvPr/>
        </p:nvSpPr>
        <p:spPr>
          <a:xfrm>
            <a:off x="8079308" y="1587654"/>
            <a:ext cx="954241" cy="50682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100" dirty="0"/>
              <a:t>MS</a:t>
            </a:r>
          </a:p>
          <a:p>
            <a:pPr algn="ctr"/>
            <a:r>
              <a:rPr kumimoji="1" lang="ja-JP" altLang="en-US" sz="1100"/>
              <a:t>権威</a:t>
            </a:r>
            <a:r>
              <a:rPr kumimoji="1" lang="en-US" altLang="ja-JP" sz="1100" dirty="0"/>
              <a:t>DNS</a:t>
            </a:r>
            <a:endParaRPr kumimoji="1" lang="ja-JP" altLang="en-US" sz="1100"/>
          </a:p>
        </p:txBody>
      </p:sp>
      <p:cxnSp>
        <p:nvCxnSpPr>
          <p:cNvPr id="14" name="直線矢印コネクタ 13">
            <a:extLst>
              <a:ext uri="{FF2B5EF4-FFF2-40B4-BE49-F238E27FC236}">
                <a16:creationId xmlns:a16="http://schemas.microsoft.com/office/drawing/2014/main" id="{29DBC8E8-0D3B-862F-0839-FF7B07425842}"/>
              </a:ext>
            </a:extLst>
          </p:cNvPr>
          <p:cNvCxnSpPr/>
          <p:nvPr/>
        </p:nvCxnSpPr>
        <p:spPr>
          <a:xfrm>
            <a:off x="1800034" y="2625488"/>
            <a:ext cx="28956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直線矢印コネクタ 14">
            <a:extLst>
              <a:ext uri="{FF2B5EF4-FFF2-40B4-BE49-F238E27FC236}">
                <a16:creationId xmlns:a16="http://schemas.microsoft.com/office/drawing/2014/main" id="{F18BC7AB-EDD8-2FBE-987D-1358294B13F3}"/>
              </a:ext>
            </a:extLst>
          </p:cNvPr>
          <p:cNvCxnSpPr>
            <a:cxnSpLocks/>
          </p:cNvCxnSpPr>
          <p:nvPr/>
        </p:nvCxnSpPr>
        <p:spPr>
          <a:xfrm>
            <a:off x="4695634" y="2967012"/>
            <a:ext cx="373379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直線矢印コネクタ 15">
            <a:extLst>
              <a:ext uri="{FF2B5EF4-FFF2-40B4-BE49-F238E27FC236}">
                <a16:creationId xmlns:a16="http://schemas.microsoft.com/office/drawing/2014/main" id="{75047685-5CE5-48D6-E72D-2F7189AB8C33}"/>
              </a:ext>
            </a:extLst>
          </p:cNvPr>
          <p:cNvCxnSpPr>
            <a:cxnSpLocks/>
          </p:cNvCxnSpPr>
          <p:nvPr/>
        </p:nvCxnSpPr>
        <p:spPr>
          <a:xfrm flipH="1">
            <a:off x="4695634" y="3652811"/>
            <a:ext cx="373379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直線矢印コネクタ 16">
            <a:extLst>
              <a:ext uri="{FF2B5EF4-FFF2-40B4-BE49-F238E27FC236}">
                <a16:creationId xmlns:a16="http://schemas.microsoft.com/office/drawing/2014/main" id="{C9996D5B-E2B8-978F-B72D-AA1B09F0A535}"/>
              </a:ext>
            </a:extLst>
          </p:cNvPr>
          <p:cNvCxnSpPr>
            <a:cxnSpLocks/>
          </p:cNvCxnSpPr>
          <p:nvPr/>
        </p:nvCxnSpPr>
        <p:spPr>
          <a:xfrm>
            <a:off x="4695634" y="4528860"/>
            <a:ext cx="574886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直線矢印コネクタ 17">
            <a:extLst>
              <a:ext uri="{FF2B5EF4-FFF2-40B4-BE49-F238E27FC236}">
                <a16:creationId xmlns:a16="http://schemas.microsoft.com/office/drawing/2014/main" id="{D86C48F7-8B68-327A-ECA7-5D2702DEB679}"/>
              </a:ext>
            </a:extLst>
          </p:cNvPr>
          <p:cNvCxnSpPr>
            <a:cxnSpLocks/>
          </p:cNvCxnSpPr>
          <p:nvPr/>
        </p:nvCxnSpPr>
        <p:spPr>
          <a:xfrm flipH="1">
            <a:off x="1821201" y="6320830"/>
            <a:ext cx="28067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テキスト ボックス 18">
            <a:extLst>
              <a:ext uri="{FF2B5EF4-FFF2-40B4-BE49-F238E27FC236}">
                <a16:creationId xmlns:a16="http://schemas.microsoft.com/office/drawing/2014/main" id="{3238CC92-A154-2E64-3F07-2D9967FB3BC6}"/>
              </a:ext>
            </a:extLst>
          </p:cNvPr>
          <p:cNvSpPr txBox="1"/>
          <p:nvPr/>
        </p:nvSpPr>
        <p:spPr>
          <a:xfrm>
            <a:off x="2155634" y="2094475"/>
            <a:ext cx="2286000" cy="430887"/>
          </a:xfrm>
          <a:prstGeom prst="rect">
            <a:avLst/>
          </a:prstGeom>
          <a:noFill/>
        </p:spPr>
        <p:txBody>
          <a:bodyPr wrap="square" rtlCol="0">
            <a:spAutoFit/>
          </a:bodyPr>
          <a:lstStyle/>
          <a:p>
            <a:r>
              <a:rPr kumimoji="1" lang="en-US" altLang="ja-JP" sz="1100" dirty="0"/>
              <a:t>1. DNS</a:t>
            </a:r>
            <a:r>
              <a:rPr kumimoji="1" lang="ja-JP" altLang="en-US" sz="1100"/>
              <a:t>クエ</a:t>
            </a:r>
            <a:r>
              <a:rPr lang="ja-JP" altLang="en-US" sz="1100"/>
              <a:t>リ</a:t>
            </a:r>
            <a:endParaRPr lang="en-US" altLang="ja-JP" sz="1100" dirty="0"/>
          </a:p>
          <a:p>
            <a:r>
              <a:rPr kumimoji="1" lang="en-US" altLang="ja-JP" sz="1100" dirty="0" err="1"/>
              <a:t>example.blob.core.windows.net</a:t>
            </a:r>
            <a:endParaRPr kumimoji="1" lang="ja-JP" altLang="en-US" sz="1100"/>
          </a:p>
        </p:txBody>
      </p:sp>
      <p:sp>
        <p:nvSpPr>
          <p:cNvPr id="20" name="テキスト ボックス 19">
            <a:extLst>
              <a:ext uri="{FF2B5EF4-FFF2-40B4-BE49-F238E27FC236}">
                <a16:creationId xmlns:a16="http://schemas.microsoft.com/office/drawing/2014/main" id="{6D16324D-BBB8-158E-BBB2-84EEA37BFADC}"/>
              </a:ext>
            </a:extLst>
          </p:cNvPr>
          <p:cNvSpPr txBox="1"/>
          <p:nvPr/>
        </p:nvSpPr>
        <p:spPr>
          <a:xfrm>
            <a:off x="4814167" y="2485327"/>
            <a:ext cx="2286000" cy="430887"/>
          </a:xfrm>
          <a:prstGeom prst="rect">
            <a:avLst/>
          </a:prstGeom>
          <a:noFill/>
        </p:spPr>
        <p:txBody>
          <a:bodyPr wrap="square" rtlCol="0">
            <a:spAutoFit/>
          </a:bodyPr>
          <a:lstStyle/>
          <a:p>
            <a:r>
              <a:rPr kumimoji="1" lang="en-US" altLang="ja-JP" sz="1100" dirty="0"/>
              <a:t>DNS</a:t>
            </a:r>
            <a:r>
              <a:rPr kumimoji="1" lang="ja-JP" altLang="en-US" sz="1100"/>
              <a:t>クエ</a:t>
            </a:r>
            <a:r>
              <a:rPr lang="ja-JP" altLang="en-US" sz="1100"/>
              <a:t>リ</a:t>
            </a:r>
            <a:endParaRPr lang="en-US" altLang="ja-JP" sz="1100" dirty="0"/>
          </a:p>
          <a:p>
            <a:r>
              <a:rPr kumimoji="1" lang="en-US" altLang="ja-JP" sz="1100" dirty="0" err="1"/>
              <a:t>example.blob.core.windows.net</a:t>
            </a:r>
            <a:endParaRPr kumimoji="1" lang="ja-JP" altLang="en-US" sz="1100"/>
          </a:p>
        </p:txBody>
      </p:sp>
      <p:sp>
        <p:nvSpPr>
          <p:cNvPr id="21" name="テキスト ボックス 20">
            <a:extLst>
              <a:ext uri="{FF2B5EF4-FFF2-40B4-BE49-F238E27FC236}">
                <a16:creationId xmlns:a16="http://schemas.microsoft.com/office/drawing/2014/main" id="{4F4B17BC-0A11-C119-5386-792F17034186}"/>
              </a:ext>
            </a:extLst>
          </p:cNvPr>
          <p:cNvSpPr txBox="1"/>
          <p:nvPr/>
        </p:nvSpPr>
        <p:spPr>
          <a:xfrm>
            <a:off x="4794501" y="3198353"/>
            <a:ext cx="3778863" cy="430887"/>
          </a:xfrm>
          <a:prstGeom prst="rect">
            <a:avLst/>
          </a:prstGeom>
          <a:noFill/>
        </p:spPr>
        <p:txBody>
          <a:bodyPr wrap="square" rtlCol="0">
            <a:spAutoFit/>
          </a:bodyPr>
          <a:lstStyle/>
          <a:p>
            <a:r>
              <a:rPr kumimoji="1" lang="en-US" altLang="ja-JP" sz="1100" dirty="0" err="1"/>
              <a:t>example.blob.core.windows.net</a:t>
            </a:r>
            <a:endParaRPr lang="en-US" altLang="ja-JP" sz="1100" dirty="0"/>
          </a:p>
          <a:p>
            <a:r>
              <a:rPr kumimoji="1" lang="en-US" altLang="ja-JP" sz="1100" dirty="0"/>
              <a:t>IN CNAME </a:t>
            </a:r>
            <a:r>
              <a:rPr kumimoji="1" lang="en-US" altLang="ja-JP" sz="1100" u="sng" dirty="0" err="1">
                <a:solidFill>
                  <a:srgbClr val="FF0000"/>
                </a:solidFill>
              </a:rPr>
              <a:t>example.privatelink.blob.core.windows.net</a:t>
            </a:r>
            <a:endParaRPr lang="en-US" altLang="ja-JP" sz="1100" u="sng" dirty="0">
              <a:solidFill>
                <a:srgbClr val="FF0000"/>
              </a:solidFill>
            </a:endParaRPr>
          </a:p>
        </p:txBody>
      </p:sp>
      <p:sp>
        <p:nvSpPr>
          <p:cNvPr id="22" name="テキスト ボックス 21">
            <a:extLst>
              <a:ext uri="{FF2B5EF4-FFF2-40B4-BE49-F238E27FC236}">
                <a16:creationId xmlns:a16="http://schemas.microsoft.com/office/drawing/2014/main" id="{D823E3C7-0466-AFAE-45E9-3D18BB49F711}"/>
              </a:ext>
            </a:extLst>
          </p:cNvPr>
          <p:cNvSpPr txBox="1"/>
          <p:nvPr/>
        </p:nvSpPr>
        <p:spPr>
          <a:xfrm>
            <a:off x="4790950" y="4047141"/>
            <a:ext cx="3118467" cy="430887"/>
          </a:xfrm>
          <a:prstGeom prst="rect">
            <a:avLst/>
          </a:prstGeom>
          <a:noFill/>
        </p:spPr>
        <p:txBody>
          <a:bodyPr wrap="square" rtlCol="0">
            <a:spAutoFit/>
          </a:bodyPr>
          <a:lstStyle/>
          <a:p>
            <a:r>
              <a:rPr kumimoji="1" lang="en-US" altLang="ja-JP" sz="1100" dirty="0"/>
              <a:t>DNS</a:t>
            </a:r>
            <a:r>
              <a:rPr kumimoji="1" lang="ja-JP" altLang="en-US" sz="1100"/>
              <a:t>クエ</a:t>
            </a:r>
            <a:r>
              <a:rPr lang="ja-JP" altLang="en-US" sz="1100"/>
              <a:t>リ</a:t>
            </a:r>
            <a:endParaRPr lang="en-US" altLang="ja-JP" sz="1100" dirty="0"/>
          </a:p>
          <a:p>
            <a:r>
              <a:rPr kumimoji="1" lang="en-US" altLang="ja-JP" sz="1100" u="sng" dirty="0" err="1">
                <a:solidFill>
                  <a:srgbClr val="FF0000"/>
                </a:solidFill>
              </a:rPr>
              <a:t>example.privatelink.blob.core.windows.net</a:t>
            </a:r>
            <a:endParaRPr kumimoji="1" lang="ja-JP" altLang="en-US" sz="1100"/>
          </a:p>
        </p:txBody>
      </p:sp>
      <p:sp>
        <p:nvSpPr>
          <p:cNvPr id="23" name="テキスト ボックス 22">
            <a:extLst>
              <a:ext uri="{FF2B5EF4-FFF2-40B4-BE49-F238E27FC236}">
                <a16:creationId xmlns:a16="http://schemas.microsoft.com/office/drawing/2014/main" id="{FF452B8D-1A11-E53A-C9B3-4F20C74AC65E}"/>
              </a:ext>
            </a:extLst>
          </p:cNvPr>
          <p:cNvSpPr txBox="1"/>
          <p:nvPr/>
        </p:nvSpPr>
        <p:spPr>
          <a:xfrm>
            <a:off x="1907619" y="5856077"/>
            <a:ext cx="2534016" cy="430887"/>
          </a:xfrm>
          <a:prstGeom prst="rect">
            <a:avLst/>
          </a:prstGeom>
          <a:noFill/>
        </p:spPr>
        <p:txBody>
          <a:bodyPr wrap="square" rtlCol="0">
            <a:spAutoFit/>
          </a:bodyPr>
          <a:lstStyle/>
          <a:p>
            <a:r>
              <a:rPr lang="en-US" altLang="ja-JP" sz="1100" dirty="0"/>
              <a:t>4</a:t>
            </a:r>
            <a:r>
              <a:rPr kumimoji="1" lang="en-US" altLang="ja-JP" sz="1100" dirty="0"/>
              <a:t>. </a:t>
            </a:r>
            <a:r>
              <a:rPr kumimoji="1" lang="ja-JP" altLang="en-US" sz="1100"/>
              <a:t>クエリされたドメインの</a:t>
            </a:r>
            <a:r>
              <a:rPr kumimoji="1" lang="en-US" altLang="ja-JP" sz="1100" dirty="0"/>
              <a:t>IP</a:t>
            </a:r>
            <a:r>
              <a:rPr kumimoji="1" lang="ja-JP" altLang="en-US" sz="1100"/>
              <a:t>アドレスは</a:t>
            </a:r>
            <a:r>
              <a:rPr lang="en-US" altLang="ja-JP" sz="1100" dirty="0"/>
              <a:t>Y.Y.Y.Y</a:t>
            </a:r>
            <a:endParaRPr kumimoji="1" lang="ja-JP" altLang="en-US" sz="1100"/>
          </a:p>
        </p:txBody>
      </p:sp>
      <p:cxnSp>
        <p:nvCxnSpPr>
          <p:cNvPr id="26" name="直線矢印コネクタ 25">
            <a:extLst>
              <a:ext uri="{FF2B5EF4-FFF2-40B4-BE49-F238E27FC236}">
                <a16:creationId xmlns:a16="http://schemas.microsoft.com/office/drawing/2014/main" id="{711B9AA5-D7D9-B915-FB05-B07DD6634984}"/>
              </a:ext>
            </a:extLst>
          </p:cNvPr>
          <p:cNvCxnSpPr>
            <a:cxnSpLocks/>
          </p:cNvCxnSpPr>
          <p:nvPr/>
        </p:nvCxnSpPr>
        <p:spPr>
          <a:xfrm flipH="1">
            <a:off x="4716800" y="5375525"/>
            <a:ext cx="574886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7" name="テキスト ボックス 26">
            <a:extLst>
              <a:ext uri="{FF2B5EF4-FFF2-40B4-BE49-F238E27FC236}">
                <a16:creationId xmlns:a16="http://schemas.microsoft.com/office/drawing/2014/main" id="{BE3F44A9-188B-7D4E-4A81-498F9E75E827}"/>
              </a:ext>
            </a:extLst>
          </p:cNvPr>
          <p:cNvSpPr txBox="1"/>
          <p:nvPr/>
        </p:nvSpPr>
        <p:spPr>
          <a:xfrm>
            <a:off x="7520509" y="4934396"/>
            <a:ext cx="3022598" cy="430887"/>
          </a:xfrm>
          <a:prstGeom prst="rect">
            <a:avLst/>
          </a:prstGeom>
          <a:solidFill>
            <a:schemeClr val="bg1"/>
          </a:solidFill>
        </p:spPr>
        <p:txBody>
          <a:bodyPr wrap="square" rtlCol="0">
            <a:spAutoFit/>
          </a:bodyPr>
          <a:lstStyle/>
          <a:p>
            <a:r>
              <a:rPr kumimoji="1" lang="en-US" altLang="ja-JP" sz="1100" u="sng" dirty="0" err="1">
                <a:solidFill>
                  <a:srgbClr val="FF0000"/>
                </a:solidFill>
              </a:rPr>
              <a:t>example.privatelink.blob.core.windows.net</a:t>
            </a:r>
            <a:endParaRPr kumimoji="1" lang="ja-JP" altLang="en-US" sz="1100"/>
          </a:p>
          <a:p>
            <a:r>
              <a:rPr lang="en-US" altLang="ja-JP" sz="1100" dirty="0"/>
              <a:t>IN A Y.Y.Y.Y</a:t>
            </a:r>
            <a:endParaRPr kumimoji="1" lang="ja-JP" altLang="en-US" sz="1100"/>
          </a:p>
        </p:txBody>
      </p:sp>
      <p:sp>
        <p:nvSpPr>
          <p:cNvPr id="30" name="四角形吹き出し 29">
            <a:extLst>
              <a:ext uri="{FF2B5EF4-FFF2-40B4-BE49-F238E27FC236}">
                <a16:creationId xmlns:a16="http://schemas.microsoft.com/office/drawing/2014/main" id="{01F716B9-60B9-8BD6-0268-82D4C76A17A6}"/>
              </a:ext>
            </a:extLst>
          </p:cNvPr>
          <p:cNvSpPr/>
          <p:nvPr/>
        </p:nvSpPr>
        <p:spPr>
          <a:xfrm>
            <a:off x="1292034" y="2687611"/>
            <a:ext cx="2912533" cy="795867"/>
          </a:xfrm>
          <a:prstGeom prst="wedgeRectCallout">
            <a:avLst>
              <a:gd name="adj1" fmla="val 70446"/>
              <a:gd name="adj2" fmla="val 4654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400" dirty="0">
                <a:solidFill>
                  <a:schemeClr val="tx1"/>
                </a:solidFill>
              </a:rPr>
              <a:t>Private Endpoint</a:t>
            </a:r>
            <a:r>
              <a:rPr kumimoji="1" lang="ja-JP" altLang="en-US" sz="1400">
                <a:solidFill>
                  <a:schemeClr val="tx1"/>
                </a:solidFill>
              </a:rPr>
              <a:t>が設定されていることを示すドメイン名が返ってくるようになる</a:t>
            </a:r>
          </a:p>
        </p:txBody>
      </p:sp>
      <p:cxnSp>
        <p:nvCxnSpPr>
          <p:cNvPr id="31" name="直線コネクタ 30">
            <a:extLst>
              <a:ext uri="{FF2B5EF4-FFF2-40B4-BE49-F238E27FC236}">
                <a16:creationId xmlns:a16="http://schemas.microsoft.com/office/drawing/2014/main" id="{224FB6DE-AADD-79F6-99B6-54BD4699F1F7}"/>
              </a:ext>
            </a:extLst>
          </p:cNvPr>
          <p:cNvCxnSpPr>
            <a:cxnSpLocks/>
          </p:cNvCxnSpPr>
          <p:nvPr/>
        </p:nvCxnSpPr>
        <p:spPr>
          <a:xfrm>
            <a:off x="10482594" y="2168288"/>
            <a:ext cx="0" cy="4536000"/>
          </a:xfrm>
          <a:prstGeom prst="line">
            <a:avLst/>
          </a:prstGeom>
        </p:spPr>
        <p:style>
          <a:lnRef idx="2">
            <a:schemeClr val="accent1"/>
          </a:lnRef>
          <a:fillRef idx="0">
            <a:schemeClr val="accent1"/>
          </a:fillRef>
          <a:effectRef idx="1">
            <a:schemeClr val="accent1"/>
          </a:effectRef>
          <a:fontRef idx="minor">
            <a:schemeClr val="tx1"/>
          </a:fontRef>
        </p:style>
      </p:cxnSp>
      <p:sp>
        <p:nvSpPr>
          <p:cNvPr id="32" name="四角形吹き出し 31">
            <a:extLst>
              <a:ext uri="{FF2B5EF4-FFF2-40B4-BE49-F238E27FC236}">
                <a16:creationId xmlns:a16="http://schemas.microsoft.com/office/drawing/2014/main" id="{75ADF05C-06A9-BC2E-F941-A31B1D53EBAF}"/>
              </a:ext>
            </a:extLst>
          </p:cNvPr>
          <p:cNvSpPr/>
          <p:nvPr/>
        </p:nvSpPr>
        <p:spPr>
          <a:xfrm>
            <a:off x="1227173" y="3544420"/>
            <a:ext cx="2912533" cy="891301"/>
          </a:xfrm>
          <a:prstGeom prst="wedgeRectCallout">
            <a:avLst>
              <a:gd name="adj1" fmla="val 70446"/>
              <a:gd name="adj2" fmla="val 4654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a:solidFill>
                  <a:schemeClr val="tx1"/>
                </a:solidFill>
              </a:rPr>
              <a:t>既定の</a:t>
            </a:r>
            <a:r>
              <a:rPr lang="en-US" altLang="ja-JP" sz="1400" dirty="0">
                <a:solidFill>
                  <a:schemeClr val="tx1"/>
                </a:solidFill>
              </a:rPr>
              <a:t>DNS</a:t>
            </a:r>
            <a:r>
              <a:rPr lang="ja-JP" altLang="en-US" sz="1400">
                <a:solidFill>
                  <a:schemeClr val="tx1"/>
                </a:solidFill>
              </a:rPr>
              <a:t>は</a:t>
            </a:r>
            <a:r>
              <a:rPr lang="en-US" altLang="ja-JP" sz="1400" dirty="0" err="1">
                <a:solidFill>
                  <a:schemeClr val="tx1"/>
                </a:solidFill>
              </a:rPr>
              <a:t>VNet</a:t>
            </a:r>
            <a:r>
              <a:rPr lang="ja-JP" altLang="en-US" sz="1400">
                <a:solidFill>
                  <a:schemeClr val="tx1"/>
                </a:solidFill>
              </a:rPr>
              <a:t>に名前解決対象のゾーンの</a:t>
            </a:r>
            <a:r>
              <a:rPr lang="en-US" altLang="ja-JP" sz="1400" dirty="0">
                <a:solidFill>
                  <a:schemeClr val="tx1"/>
                </a:solidFill>
              </a:rPr>
              <a:t>Private DNS Zone</a:t>
            </a:r>
            <a:r>
              <a:rPr lang="ja-JP" altLang="en-US" sz="1400">
                <a:solidFill>
                  <a:schemeClr val="tx1"/>
                </a:solidFill>
              </a:rPr>
              <a:t>が設定されていると、それにクエリを送信する</a:t>
            </a:r>
            <a:endParaRPr kumimoji="1" lang="ja-JP" altLang="en-US" sz="1400">
              <a:solidFill>
                <a:schemeClr val="tx1"/>
              </a:solidFill>
            </a:endParaRPr>
          </a:p>
        </p:txBody>
      </p:sp>
      <p:sp>
        <p:nvSpPr>
          <p:cNvPr id="33" name="四角形吹き出し 32">
            <a:extLst>
              <a:ext uri="{FF2B5EF4-FFF2-40B4-BE49-F238E27FC236}">
                <a16:creationId xmlns:a16="http://schemas.microsoft.com/office/drawing/2014/main" id="{B2D2BCAA-CFC0-F0C0-9C95-4BA64845D123}"/>
              </a:ext>
            </a:extLst>
          </p:cNvPr>
          <p:cNvSpPr/>
          <p:nvPr/>
        </p:nvSpPr>
        <p:spPr>
          <a:xfrm>
            <a:off x="1245463" y="4642106"/>
            <a:ext cx="2912533" cy="891301"/>
          </a:xfrm>
          <a:prstGeom prst="wedgeRectCallout">
            <a:avLst>
              <a:gd name="adj1" fmla="val 162306"/>
              <a:gd name="adj2" fmla="val -953"/>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1400" dirty="0">
                <a:solidFill>
                  <a:schemeClr val="tx1"/>
                </a:solidFill>
              </a:rPr>
              <a:t>Private DNS Zone</a:t>
            </a:r>
            <a:r>
              <a:rPr lang="ja-JP" altLang="en-US" sz="1400">
                <a:solidFill>
                  <a:schemeClr val="tx1"/>
                </a:solidFill>
              </a:rPr>
              <a:t>に設定された</a:t>
            </a:r>
            <a:r>
              <a:rPr lang="en-US" altLang="ja-JP" sz="1400" dirty="0">
                <a:solidFill>
                  <a:schemeClr val="tx1"/>
                </a:solidFill>
              </a:rPr>
              <a:t>Private Endpoint</a:t>
            </a:r>
            <a:r>
              <a:rPr lang="ja-JP" altLang="en-US" sz="1400">
                <a:solidFill>
                  <a:schemeClr val="tx1"/>
                </a:solidFill>
              </a:rPr>
              <a:t>の</a:t>
            </a:r>
            <a:r>
              <a:rPr lang="en-US" altLang="ja-JP" sz="1400" dirty="0">
                <a:solidFill>
                  <a:schemeClr val="tx1"/>
                </a:solidFill>
              </a:rPr>
              <a:t>Private IP</a:t>
            </a:r>
            <a:r>
              <a:rPr lang="ja-JP" altLang="en-US" sz="1400">
                <a:solidFill>
                  <a:schemeClr val="tx1"/>
                </a:solidFill>
              </a:rPr>
              <a:t>が返ってくる</a:t>
            </a:r>
            <a:endParaRPr kumimoji="1" lang="ja-JP" altLang="en-US" sz="1400">
              <a:solidFill>
                <a:schemeClr val="tx1"/>
              </a:solidFill>
            </a:endParaRPr>
          </a:p>
        </p:txBody>
      </p:sp>
      <p:pic>
        <p:nvPicPr>
          <p:cNvPr id="34" name="グラフィックス 33">
            <a:extLst>
              <a:ext uri="{FF2B5EF4-FFF2-40B4-BE49-F238E27FC236}">
                <a16:creationId xmlns:a16="http://schemas.microsoft.com/office/drawing/2014/main" id="{63F9BA8B-6F22-CCE2-4379-23FCE57CFC3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293158" y="1742423"/>
            <a:ext cx="378871" cy="378871"/>
          </a:xfrm>
          <a:prstGeom prst="rect">
            <a:avLst/>
          </a:prstGeom>
        </p:spPr>
      </p:pic>
      <p:sp>
        <p:nvSpPr>
          <p:cNvPr id="35" name="テキスト ボックス 34">
            <a:extLst>
              <a:ext uri="{FF2B5EF4-FFF2-40B4-BE49-F238E27FC236}">
                <a16:creationId xmlns:a16="http://schemas.microsoft.com/office/drawing/2014/main" id="{155B6642-B333-EF12-C277-39071004D8C6}"/>
              </a:ext>
            </a:extLst>
          </p:cNvPr>
          <p:cNvSpPr txBox="1"/>
          <p:nvPr/>
        </p:nvSpPr>
        <p:spPr>
          <a:xfrm>
            <a:off x="8988518" y="1085850"/>
            <a:ext cx="2911964" cy="646331"/>
          </a:xfrm>
          <a:prstGeom prst="rect">
            <a:avLst/>
          </a:prstGeom>
          <a:noFill/>
        </p:spPr>
        <p:txBody>
          <a:bodyPr wrap="square" rtlCol="0">
            <a:spAutoFit/>
          </a:bodyPr>
          <a:lstStyle/>
          <a:p>
            <a:pPr algn="ctr"/>
            <a:r>
              <a:rPr kumimoji="1" lang="en-US" altLang="ja-JP" sz="1400" dirty="0"/>
              <a:t>Private DNS Zone</a:t>
            </a:r>
          </a:p>
          <a:p>
            <a:pPr algn="ctr"/>
            <a:r>
              <a:rPr lang="en-US" altLang="ja-JP" sz="1050" dirty="0"/>
              <a:t>(</a:t>
            </a:r>
            <a:r>
              <a:rPr lang="ja-JP" altLang="en-US" sz="1050"/>
              <a:t>この例では</a:t>
            </a:r>
            <a:r>
              <a:rPr lang="en-US" altLang="ja-JP" sz="1050" dirty="0"/>
              <a:t> </a:t>
            </a:r>
            <a:r>
              <a:rPr kumimoji="1" lang="en-US" altLang="ja-JP" sz="1050" u="sng" dirty="0" err="1">
                <a:solidFill>
                  <a:srgbClr val="FF0000"/>
                </a:solidFill>
              </a:rPr>
              <a:t>privatelink.blob.core.windows.net</a:t>
            </a:r>
            <a:r>
              <a:rPr kumimoji="1" lang="en-US" altLang="ja-JP" sz="1050" dirty="0"/>
              <a:t> )</a:t>
            </a:r>
            <a:endParaRPr kumimoji="1" lang="ja-JP" altLang="en-US" sz="1050"/>
          </a:p>
        </p:txBody>
      </p:sp>
    </p:spTree>
    <p:extLst>
      <p:ext uri="{BB962C8B-B14F-4D97-AF65-F5344CB8AC3E}">
        <p14:creationId xmlns:p14="http://schemas.microsoft.com/office/powerpoint/2010/main" val="19631721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64679-5918-652F-262A-D247F7BB2AAB}"/>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73CE1F60-3032-A410-97D0-697D35EE32B9}"/>
              </a:ext>
            </a:extLst>
          </p:cNvPr>
          <p:cNvSpPr>
            <a:spLocks noGrp="1"/>
          </p:cNvSpPr>
          <p:nvPr/>
        </p:nvSpPr>
        <p:spPr>
          <a:xfrm>
            <a:off x="685800" y="400050"/>
            <a:ext cx="8953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defRPr sz="2325" b="1">
                <a:solidFill>
                  <a:srgbClr val="1F2937"/>
                </a:solidFill>
                <a:latin typeface="Yu Gothic"/>
                <a:ea typeface="Yu Gothic"/>
                <a:cs typeface="Yu Gothic"/>
              </a:defRPr>
            </a:pPr>
            <a:r>
              <a:rPr lang="ja-JP" altLang="en-US" sz="2000" b="1">
                <a:solidFill>
                  <a:srgbClr val="1F2937"/>
                </a:solidFill>
                <a:latin typeface="Yu Gothic"/>
                <a:ea typeface="Yu Gothic"/>
                <a:cs typeface="Yu Gothic"/>
              </a:rPr>
              <a:t>オンプレミスから</a:t>
            </a:r>
            <a:r>
              <a:rPr lang="en-US" altLang="ja-JP" sz="2000" b="1" dirty="0">
                <a:solidFill>
                  <a:srgbClr val="1F2937"/>
                </a:solidFill>
                <a:latin typeface="Yu Gothic"/>
                <a:ea typeface="Yu Gothic"/>
                <a:cs typeface="Yu Gothic"/>
              </a:rPr>
              <a:t> Private Endpoint </a:t>
            </a:r>
            <a:r>
              <a:rPr lang="ja-JP" altLang="en-US" sz="2000" b="1">
                <a:solidFill>
                  <a:srgbClr val="1F2937"/>
                </a:solidFill>
                <a:latin typeface="Yu Gothic"/>
                <a:ea typeface="Yu Gothic"/>
                <a:cs typeface="Yu Gothic"/>
              </a:rPr>
              <a:t>へアクセスするための名前解決</a:t>
            </a:r>
            <a:endParaRPr lang="ja-JP" altLang="en-US" sz="2000" b="1" dirty="0">
              <a:solidFill>
                <a:srgbClr val="1F2937"/>
              </a:solidFill>
              <a:latin typeface="Yu Gothic"/>
              <a:ea typeface="Yu Gothic"/>
              <a:cs typeface="Yu Gothic"/>
            </a:endParaRPr>
          </a:p>
        </p:txBody>
      </p:sp>
      <p:sp>
        <p:nvSpPr>
          <p:cNvPr id="2" name="正方形/長方形 1">
            <a:extLst>
              <a:ext uri="{FF2B5EF4-FFF2-40B4-BE49-F238E27FC236}">
                <a16:creationId xmlns:a16="http://schemas.microsoft.com/office/drawing/2014/main" id="{72A654B8-B67B-9E8B-118A-4B686695602A}"/>
              </a:ext>
            </a:extLst>
          </p:cNvPr>
          <p:cNvSpPr>
            <a:spLocks noGrp="1"/>
          </p:cNvSpPr>
          <p:nvPr/>
        </p:nvSpPr>
        <p:spPr>
          <a:xfrm>
            <a:off x="685800" y="876300"/>
            <a:ext cx="3619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13" b="0">
                <a:solidFill>
                  <a:srgbClr val="667085"/>
                </a:solidFill>
                <a:latin typeface="Yu Gothic UI"/>
                <a:ea typeface="Yu Gothic UI"/>
                <a:cs typeface="Yu Gothic UI"/>
              </a:defRPr>
            </a:pPr>
            <a:r>
              <a:rPr sz="713" b="0" dirty="0">
                <a:solidFill>
                  <a:srgbClr val="667085"/>
                </a:solidFill>
                <a:latin typeface="Yu Gothic UI"/>
                <a:ea typeface="Yu Gothic UI"/>
                <a:cs typeface="Yu Gothic UI"/>
              </a:rPr>
              <a:t>Azure Workshop for Beginners </a:t>
            </a:r>
            <a:r>
              <a:rPr lang="ja-JP" altLang="en-US" sz="713" b="0">
                <a:solidFill>
                  <a:srgbClr val="667085"/>
                </a:solidFill>
                <a:latin typeface="Yu Gothic UI"/>
                <a:ea typeface="Yu Gothic UI"/>
                <a:cs typeface="Yu Gothic UI"/>
              </a:rPr>
              <a:t> </a:t>
            </a:r>
            <a:r>
              <a:rPr lang="en-US" altLang="ja-JP" sz="713" b="0" dirty="0">
                <a:solidFill>
                  <a:srgbClr val="667085"/>
                </a:solidFill>
                <a:latin typeface="Yu Gothic UI"/>
                <a:ea typeface="Yu Gothic UI"/>
                <a:cs typeface="Yu Gothic UI"/>
              </a:rPr>
              <a:t>| </a:t>
            </a:r>
            <a:r>
              <a:rPr lang="ja-JP" altLang="en-US" sz="713" b="0">
                <a:solidFill>
                  <a:srgbClr val="667085"/>
                </a:solidFill>
                <a:latin typeface="Yu Gothic UI"/>
                <a:ea typeface="Yu Gothic UI"/>
                <a:cs typeface="Yu Gothic UI"/>
              </a:rPr>
              <a:t>第</a:t>
            </a:r>
            <a:r>
              <a:rPr lang="en-US" altLang="ja-JP" sz="713" b="0" dirty="0">
                <a:solidFill>
                  <a:srgbClr val="667085"/>
                </a:solidFill>
                <a:latin typeface="Yu Gothic UI"/>
                <a:ea typeface="Yu Gothic UI"/>
                <a:cs typeface="Yu Gothic UI"/>
              </a:rPr>
              <a:t>7</a:t>
            </a:r>
            <a:r>
              <a:rPr lang="ja-JP" altLang="en-US" sz="713" b="0">
                <a:solidFill>
                  <a:srgbClr val="667085"/>
                </a:solidFill>
                <a:latin typeface="Yu Gothic UI"/>
                <a:ea typeface="Yu Gothic UI"/>
                <a:cs typeface="Yu Gothic UI"/>
              </a:rPr>
              <a:t>回</a:t>
            </a:r>
            <a:endParaRPr sz="713" b="0" dirty="0">
              <a:solidFill>
                <a:srgbClr val="667085"/>
              </a:solidFill>
              <a:latin typeface="Yu Gothic UI"/>
              <a:ea typeface="Yu Gothic UI"/>
              <a:cs typeface="Yu Gothic UI"/>
            </a:endParaRPr>
          </a:p>
        </p:txBody>
      </p:sp>
      <p:sp>
        <p:nvSpPr>
          <p:cNvPr id="4" name="正方形/長方形 3">
            <a:extLst>
              <a:ext uri="{FF2B5EF4-FFF2-40B4-BE49-F238E27FC236}">
                <a16:creationId xmlns:a16="http://schemas.microsoft.com/office/drawing/2014/main" id="{3F1EBCD2-33C0-E70C-FAD7-62851F20A7F5}"/>
              </a:ext>
            </a:extLst>
          </p:cNvPr>
          <p:cNvSpPr>
            <a:spLocks noGrp="1"/>
          </p:cNvSpPr>
          <p:nvPr/>
        </p:nvSpPr>
        <p:spPr>
          <a:xfrm>
            <a:off x="685800" y="1200150"/>
            <a:ext cx="10820400" cy="14288"/>
          </a:xfrm>
          <a:prstGeom prst="rect">
            <a:avLst/>
          </a:prstGeom>
          <a:solidFill>
            <a:srgbClr val="D0D5DD"/>
          </a:solidFill>
          <a:ln w="0">
            <a:solidFill>
              <a:srgbClr val="000000">
                <a:alpha val="0"/>
              </a:srgbClr>
            </a:solidFill>
            <a:prstDash val="solid"/>
          </a:ln>
        </p:spPr>
        <p:txBody>
          <a:bodyPr/>
          <a:lstStyle/>
          <a:p>
            <a:endParaRPr lang="ja-JP" altLang="en-US"/>
          </a:p>
        </p:txBody>
      </p:sp>
      <p:sp>
        <p:nvSpPr>
          <p:cNvPr id="3" name="コンテンツ プレースホルダー 5">
            <a:extLst>
              <a:ext uri="{FF2B5EF4-FFF2-40B4-BE49-F238E27FC236}">
                <a16:creationId xmlns:a16="http://schemas.microsoft.com/office/drawing/2014/main" id="{2134967F-640C-1A83-D782-94C55F2907EA}"/>
              </a:ext>
            </a:extLst>
          </p:cNvPr>
          <p:cNvSpPr txBox="1">
            <a:spLocks/>
          </p:cNvSpPr>
          <p:nvPr/>
        </p:nvSpPr>
        <p:spPr>
          <a:xfrm>
            <a:off x="736600" y="1280653"/>
            <a:ext cx="11182350" cy="307777"/>
          </a:xfrm>
          <a:prstGeom prst="rect">
            <a:avLst/>
          </a:prstGeom>
        </p:spPr>
        <p:txBody>
          <a:bodyPr/>
          <a:lstStyle>
            <a:lvl1pPr marL="228600" indent="-228600" algn="l">
              <a:lnSpc>
                <a:spcPct val="90000"/>
              </a:lnSpc>
              <a:spcBef>
                <a:spcPts val="1000"/>
              </a:spcBef>
              <a:buChar char="•"/>
              <a:defRPr sz="2800">
                <a:solidFill>
                  <a:schemeClr val="tx1"/>
                </a:solidFill>
                <a:latin typeface="Yu Gothic UI"/>
                <a:ea typeface="Yu Gothic UI"/>
                <a:cs typeface="Yu Gothic UI"/>
              </a:defRPr>
            </a:lvl1pPr>
            <a:lvl2pPr marL="685800" indent="-228600" algn="l">
              <a:lnSpc>
                <a:spcPct val="90000"/>
              </a:lnSpc>
              <a:spcBef>
                <a:spcPts val="500"/>
              </a:spcBef>
              <a:buChar char="•"/>
              <a:defRPr sz="2400">
                <a:solidFill>
                  <a:schemeClr val="tx1"/>
                </a:solidFill>
                <a:latin typeface="Yu Gothic UI"/>
                <a:ea typeface="Yu Gothic UI"/>
                <a:cs typeface="Yu Gothic UI"/>
              </a:defRPr>
            </a:lvl2pPr>
            <a:lvl3pPr marL="1143000" indent="-228600" algn="l">
              <a:lnSpc>
                <a:spcPct val="90000"/>
              </a:lnSpc>
              <a:spcBef>
                <a:spcPts val="500"/>
              </a:spcBef>
              <a:buChar char="•"/>
              <a:defRPr sz="2000">
                <a:solidFill>
                  <a:schemeClr val="tx1"/>
                </a:solidFill>
                <a:latin typeface="Yu Gothic UI"/>
                <a:ea typeface="Yu Gothic UI"/>
                <a:cs typeface="Yu Gothic UI"/>
              </a:defRPr>
            </a:lvl3pPr>
            <a:lvl4pPr marL="1600200" indent="-228600" algn="l">
              <a:lnSpc>
                <a:spcPct val="90000"/>
              </a:lnSpc>
              <a:spcBef>
                <a:spcPts val="500"/>
              </a:spcBef>
              <a:buChar char="•"/>
              <a:defRPr sz="1800">
                <a:solidFill>
                  <a:schemeClr val="tx1"/>
                </a:solidFill>
                <a:latin typeface="Yu Gothic UI"/>
                <a:ea typeface="Yu Gothic UI"/>
                <a:cs typeface="Yu Gothic UI"/>
              </a:defRPr>
            </a:lvl4pPr>
            <a:lvl5pPr marL="2057400" indent="-228600" algn="l">
              <a:lnSpc>
                <a:spcPct val="90000"/>
              </a:lnSpc>
              <a:spcBef>
                <a:spcPts val="500"/>
              </a:spcBef>
              <a:buChar char="•"/>
              <a:defRPr sz="1800">
                <a:solidFill>
                  <a:schemeClr val="tx1"/>
                </a:solidFill>
                <a:latin typeface="Yu Gothic UI"/>
                <a:ea typeface="Yu Gothic UI"/>
                <a:cs typeface="Yu Gothic UI"/>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rtl="0">
              <a:buNone/>
            </a:pPr>
            <a:r>
              <a:rPr lang="en-US" altLang="ja-JP" sz="2000" kern="0" dirty="0">
                <a:solidFill>
                  <a:schemeClr val="tx1">
                    <a:lumMod val="75000"/>
                    <a:lumOff val="25000"/>
                  </a:schemeClr>
                </a:solidFill>
                <a:latin typeface="Yu Gothic UI" panose="020B0500000000000000" pitchFamily="34" charset="-128"/>
                <a:ea typeface="Yu Gothic UI" panose="020B0500000000000000" pitchFamily="34" charset="-128"/>
              </a:rPr>
              <a:t>Private DNS Zone </a:t>
            </a:r>
            <a:r>
              <a:rPr lang="ja-JP" altLang="en-US" sz="2000" kern="0">
                <a:solidFill>
                  <a:schemeClr val="tx1">
                    <a:lumMod val="75000"/>
                    <a:lumOff val="25000"/>
                  </a:schemeClr>
                </a:solidFill>
                <a:latin typeface="Yu Gothic UI" panose="020B0500000000000000" pitchFamily="34" charset="-128"/>
                <a:ea typeface="Yu Gothic UI" panose="020B0500000000000000" pitchFamily="34" charset="-128"/>
              </a:rPr>
              <a:t>は</a:t>
            </a:r>
            <a:r>
              <a:rPr lang="en-US" altLang="ja-JP" sz="2000" kern="0" dirty="0">
                <a:solidFill>
                  <a:schemeClr val="tx1">
                    <a:lumMod val="75000"/>
                    <a:lumOff val="25000"/>
                  </a:schemeClr>
                </a:solidFill>
                <a:latin typeface="Yu Gothic UI" panose="020B0500000000000000" pitchFamily="34" charset="-128"/>
                <a:ea typeface="Yu Gothic UI" panose="020B0500000000000000" pitchFamily="34" charset="-128"/>
              </a:rPr>
              <a:t> </a:t>
            </a:r>
            <a:r>
              <a:rPr lang="en-US" altLang="ja-JP" sz="2000" kern="0" dirty="0" err="1">
                <a:solidFill>
                  <a:schemeClr val="tx1">
                    <a:lumMod val="75000"/>
                    <a:lumOff val="25000"/>
                  </a:schemeClr>
                </a:solidFill>
                <a:latin typeface="Yu Gothic UI" panose="020B0500000000000000" pitchFamily="34" charset="-128"/>
                <a:ea typeface="Yu Gothic UI" panose="020B0500000000000000" pitchFamily="34" charset="-128"/>
              </a:rPr>
              <a:t>VNet</a:t>
            </a:r>
            <a:r>
              <a:rPr lang="en-US" altLang="ja-JP" sz="2000" kern="0" dirty="0">
                <a:solidFill>
                  <a:schemeClr val="tx1">
                    <a:lumMod val="75000"/>
                    <a:lumOff val="25000"/>
                  </a:schemeClr>
                </a:solidFill>
                <a:latin typeface="Yu Gothic UI" panose="020B0500000000000000" pitchFamily="34" charset="-128"/>
                <a:ea typeface="Yu Gothic UI" panose="020B0500000000000000" pitchFamily="34" charset="-128"/>
              </a:rPr>
              <a:t> </a:t>
            </a:r>
            <a:r>
              <a:rPr lang="ja-JP" altLang="en-US" sz="2000" kern="0">
                <a:solidFill>
                  <a:schemeClr val="tx1">
                    <a:lumMod val="75000"/>
                    <a:lumOff val="25000"/>
                  </a:schemeClr>
                </a:solidFill>
                <a:latin typeface="Yu Gothic UI" panose="020B0500000000000000" pitchFamily="34" charset="-128"/>
                <a:ea typeface="Yu Gothic UI" panose="020B0500000000000000" pitchFamily="34" charset="-128"/>
              </a:rPr>
              <a:t>内からしかアクセスできません。オンプレミスから</a:t>
            </a:r>
            <a:r>
              <a:rPr lang="en-US" altLang="ja-JP" sz="2000" kern="0" dirty="0">
                <a:solidFill>
                  <a:schemeClr val="tx1">
                    <a:lumMod val="75000"/>
                    <a:lumOff val="25000"/>
                  </a:schemeClr>
                </a:solidFill>
                <a:latin typeface="Yu Gothic UI" panose="020B0500000000000000" pitchFamily="34" charset="-128"/>
                <a:ea typeface="Yu Gothic UI" panose="020B0500000000000000" pitchFamily="34" charset="-128"/>
              </a:rPr>
              <a:t> Private Endpoint </a:t>
            </a:r>
            <a:r>
              <a:rPr lang="ja-JP" altLang="en-US" sz="2000" kern="0">
                <a:solidFill>
                  <a:schemeClr val="tx1">
                    <a:lumMod val="75000"/>
                    <a:lumOff val="25000"/>
                  </a:schemeClr>
                </a:solidFill>
                <a:latin typeface="Yu Gothic UI" panose="020B0500000000000000" pitchFamily="34" charset="-128"/>
                <a:ea typeface="Yu Gothic UI" panose="020B0500000000000000" pitchFamily="34" charset="-128"/>
              </a:rPr>
              <a:t>にアクセスする場合は、オンプレミスの</a:t>
            </a:r>
            <a:r>
              <a:rPr lang="en-US" altLang="ja-JP" sz="2000" kern="0" dirty="0">
                <a:solidFill>
                  <a:schemeClr val="tx1">
                    <a:lumMod val="75000"/>
                    <a:lumOff val="25000"/>
                  </a:schemeClr>
                </a:solidFill>
                <a:latin typeface="Yu Gothic UI" panose="020B0500000000000000" pitchFamily="34" charset="-128"/>
                <a:ea typeface="Yu Gothic UI" panose="020B0500000000000000" pitchFamily="34" charset="-128"/>
              </a:rPr>
              <a:t> DNS </a:t>
            </a:r>
            <a:r>
              <a:rPr lang="ja-JP" altLang="en-US" sz="2000" kern="0">
                <a:solidFill>
                  <a:schemeClr val="tx1">
                    <a:lumMod val="75000"/>
                    <a:lumOff val="25000"/>
                  </a:schemeClr>
                </a:solidFill>
                <a:latin typeface="Yu Gothic UI" panose="020B0500000000000000" pitchFamily="34" charset="-128"/>
                <a:ea typeface="Yu Gothic UI" panose="020B0500000000000000" pitchFamily="34" charset="-128"/>
              </a:rPr>
              <a:t>サーバで条件付きフォワードをつかい、</a:t>
            </a:r>
            <a:r>
              <a:rPr lang="en-US" altLang="ja-JP" sz="2000" kern="0" dirty="0">
                <a:solidFill>
                  <a:schemeClr val="tx1">
                    <a:lumMod val="75000"/>
                    <a:lumOff val="25000"/>
                  </a:schemeClr>
                </a:solidFill>
                <a:latin typeface="Yu Gothic UI" panose="020B0500000000000000" pitchFamily="34" charset="-128"/>
                <a:ea typeface="Yu Gothic UI" panose="020B0500000000000000" pitchFamily="34" charset="-128"/>
              </a:rPr>
              <a:t>Private DNS Zone </a:t>
            </a:r>
            <a:r>
              <a:rPr lang="ja-JP" altLang="en-US" sz="2000" kern="0">
                <a:solidFill>
                  <a:schemeClr val="tx1">
                    <a:lumMod val="75000"/>
                    <a:lumOff val="25000"/>
                  </a:schemeClr>
                </a:solidFill>
                <a:latin typeface="Yu Gothic UI" panose="020B0500000000000000" pitchFamily="34" charset="-128"/>
                <a:ea typeface="Yu Gothic UI" panose="020B0500000000000000" pitchFamily="34" charset="-128"/>
              </a:rPr>
              <a:t>にクエリを転送する</a:t>
            </a:r>
            <a:r>
              <a:rPr lang="en-US" altLang="ja-JP" sz="2000" kern="0" dirty="0">
                <a:solidFill>
                  <a:schemeClr val="tx1">
                    <a:lumMod val="75000"/>
                    <a:lumOff val="25000"/>
                  </a:schemeClr>
                </a:solidFill>
                <a:latin typeface="Yu Gothic UI" panose="020B0500000000000000" pitchFamily="34" charset="-128"/>
                <a:ea typeface="Yu Gothic UI" panose="020B0500000000000000" pitchFamily="34" charset="-128"/>
              </a:rPr>
              <a:t> Private DNS Resolver </a:t>
            </a:r>
            <a:r>
              <a:rPr lang="ja-JP" altLang="en-US" sz="2000" kern="0">
                <a:solidFill>
                  <a:schemeClr val="tx1">
                    <a:lumMod val="75000"/>
                    <a:lumOff val="25000"/>
                  </a:schemeClr>
                </a:solidFill>
                <a:latin typeface="Yu Gothic UI" panose="020B0500000000000000" pitchFamily="34" charset="-128"/>
                <a:ea typeface="Yu Gothic UI" panose="020B0500000000000000" pitchFamily="34" charset="-128"/>
              </a:rPr>
              <a:t>の受信エンドポイントに向けることで名前解決が可能です。</a:t>
            </a:r>
            <a:endParaRPr lang="en-US" altLang="ja-JP" sz="2000" kern="0" dirty="0">
              <a:solidFill>
                <a:schemeClr val="tx1">
                  <a:lumMod val="75000"/>
                  <a:lumOff val="25000"/>
                </a:schemeClr>
              </a:solidFill>
              <a:latin typeface="Yu Gothic UI" panose="020B0500000000000000" pitchFamily="34" charset="-128"/>
              <a:ea typeface="Yu Gothic UI" panose="020B0500000000000000" pitchFamily="34" charset="-128"/>
            </a:endParaRPr>
          </a:p>
        </p:txBody>
      </p:sp>
      <p:sp>
        <p:nvSpPr>
          <p:cNvPr id="5" name="正方形/長方形 4">
            <a:extLst>
              <a:ext uri="{FF2B5EF4-FFF2-40B4-BE49-F238E27FC236}">
                <a16:creationId xmlns:a16="http://schemas.microsoft.com/office/drawing/2014/main" id="{EED75C63-842B-C4D4-F390-068627CA933A}"/>
              </a:ext>
            </a:extLst>
          </p:cNvPr>
          <p:cNvSpPr/>
          <p:nvPr/>
        </p:nvSpPr>
        <p:spPr>
          <a:xfrm>
            <a:off x="1138518" y="3520265"/>
            <a:ext cx="1882588" cy="282388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FC4C6FA9-34C9-D010-9E93-EA71EE9CBDA3}"/>
              </a:ext>
            </a:extLst>
          </p:cNvPr>
          <p:cNvSpPr txBox="1"/>
          <p:nvPr/>
        </p:nvSpPr>
        <p:spPr>
          <a:xfrm>
            <a:off x="1323403" y="6031330"/>
            <a:ext cx="1512817" cy="307777"/>
          </a:xfrm>
          <a:prstGeom prst="rect">
            <a:avLst/>
          </a:prstGeom>
          <a:noFill/>
        </p:spPr>
        <p:txBody>
          <a:bodyPr wrap="square" rtlCol="0">
            <a:spAutoFit/>
          </a:bodyPr>
          <a:lstStyle/>
          <a:p>
            <a:r>
              <a:rPr kumimoji="1" lang="ja-JP" altLang="en-US" sz="1400" dirty="0"/>
              <a:t>オンプレミス</a:t>
            </a:r>
            <a:r>
              <a:rPr kumimoji="1" lang="en-US" altLang="ja-JP" sz="1400" dirty="0"/>
              <a:t>DC</a:t>
            </a:r>
            <a:endParaRPr kumimoji="1" lang="ja-JP" altLang="en-US" sz="1400" dirty="0"/>
          </a:p>
        </p:txBody>
      </p:sp>
      <p:pic>
        <p:nvPicPr>
          <p:cNvPr id="7" name="グラフィックス 6">
            <a:extLst>
              <a:ext uri="{FF2B5EF4-FFF2-40B4-BE49-F238E27FC236}">
                <a16:creationId xmlns:a16="http://schemas.microsoft.com/office/drawing/2014/main" id="{674E1654-543E-932D-2E18-4389BCA2D62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83798" y="4465673"/>
            <a:ext cx="392025" cy="392025"/>
          </a:xfrm>
          <a:prstGeom prst="rect">
            <a:avLst/>
          </a:prstGeom>
        </p:spPr>
      </p:pic>
      <p:sp>
        <p:nvSpPr>
          <p:cNvPr id="8" name="テキスト ボックス 7">
            <a:extLst>
              <a:ext uri="{FF2B5EF4-FFF2-40B4-BE49-F238E27FC236}">
                <a16:creationId xmlns:a16="http://schemas.microsoft.com/office/drawing/2014/main" id="{2806ECA9-8270-555B-7632-45B3352D839F}"/>
              </a:ext>
            </a:extLst>
          </p:cNvPr>
          <p:cNvSpPr txBox="1"/>
          <p:nvPr/>
        </p:nvSpPr>
        <p:spPr>
          <a:xfrm>
            <a:off x="1477118" y="4932206"/>
            <a:ext cx="1205383" cy="461665"/>
          </a:xfrm>
          <a:prstGeom prst="rect">
            <a:avLst/>
          </a:prstGeom>
          <a:noFill/>
        </p:spPr>
        <p:txBody>
          <a:bodyPr wrap="square" rtlCol="0">
            <a:spAutoFit/>
          </a:bodyPr>
          <a:lstStyle/>
          <a:p>
            <a:pPr algn="ctr"/>
            <a:r>
              <a:rPr lang="ja-JP" altLang="en-US" sz="1200" dirty="0"/>
              <a:t>オンプレミス</a:t>
            </a:r>
            <a:r>
              <a:rPr lang="en-US" altLang="ja-JP" sz="1200" dirty="0"/>
              <a:t>DNS</a:t>
            </a:r>
            <a:r>
              <a:rPr lang="ja-JP" altLang="en-US" sz="1200" dirty="0"/>
              <a:t>サーバ</a:t>
            </a:r>
            <a:endParaRPr kumimoji="1" lang="ja-JP" altLang="en-US" sz="1200" dirty="0"/>
          </a:p>
        </p:txBody>
      </p:sp>
      <p:sp>
        <p:nvSpPr>
          <p:cNvPr id="13" name="正方形/長方形 12">
            <a:extLst>
              <a:ext uri="{FF2B5EF4-FFF2-40B4-BE49-F238E27FC236}">
                <a16:creationId xmlns:a16="http://schemas.microsoft.com/office/drawing/2014/main" id="{BC733420-1B62-AB59-1742-E673BB8114A3}"/>
              </a:ext>
            </a:extLst>
          </p:cNvPr>
          <p:cNvSpPr/>
          <p:nvPr/>
        </p:nvSpPr>
        <p:spPr>
          <a:xfrm>
            <a:off x="5363298" y="3520265"/>
            <a:ext cx="2394962" cy="282388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97F73080-017C-A89A-0402-388B1DF4B499}"/>
              </a:ext>
            </a:extLst>
          </p:cNvPr>
          <p:cNvSpPr txBox="1"/>
          <p:nvPr/>
        </p:nvSpPr>
        <p:spPr>
          <a:xfrm>
            <a:off x="5804370" y="6031076"/>
            <a:ext cx="1512817" cy="307777"/>
          </a:xfrm>
          <a:prstGeom prst="rect">
            <a:avLst/>
          </a:prstGeom>
          <a:noFill/>
        </p:spPr>
        <p:txBody>
          <a:bodyPr wrap="square" rtlCol="0">
            <a:spAutoFit/>
          </a:bodyPr>
          <a:lstStyle/>
          <a:p>
            <a:pPr algn="ctr"/>
            <a:r>
              <a:rPr kumimoji="1" lang="en-US" altLang="ja-JP" sz="1400" dirty="0"/>
              <a:t>Hub </a:t>
            </a:r>
            <a:r>
              <a:rPr kumimoji="1" lang="en-US" altLang="ja-JP" sz="1400" dirty="0" err="1"/>
              <a:t>VNet</a:t>
            </a:r>
            <a:endParaRPr kumimoji="1" lang="ja-JP" altLang="en-US" sz="1400" dirty="0"/>
          </a:p>
        </p:txBody>
      </p:sp>
      <p:pic>
        <p:nvPicPr>
          <p:cNvPr id="16" name="グラフィックス 15">
            <a:extLst>
              <a:ext uri="{FF2B5EF4-FFF2-40B4-BE49-F238E27FC236}">
                <a16:creationId xmlns:a16="http://schemas.microsoft.com/office/drawing/2014/main" id="{5CFF041A-44E7-B733-6B8C-6FA7A8DEF3C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445426" y="3613006"/>
            <a:ext cx="333964" cy="333964"/>
          </a:xfrm>
          <a:prstGeom prst="rect">
            <a:avLst/>
          </a:prstGeom>
        </p:spPr>
      </p:pic>
      <p:pic>
        <p:nvPicPr>
          <p:cNvPr id="17" name="グラフィックス 16">
            <a:extLst>
              <a:ext uri="{FF2B5EF4-FFF2-40B4-BE49-F238E27FC236}">
                <a16:creationId xmlns:a16="http://schemas.microsoft.com/office/drawing/2014/main" id="{F099BC5A-971C-6FD1-A607-A4620534C39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36723" y="4754129"/>
            <a:ext cx="307776" cy="307776"/>
          </a:xfrm>
          <a:prstGeom prst="rect">
            <a:avLst/>
          </a:prstGeom>
        </p:spPr>
      </p:pic>
      <p:cxnSp>
        <p:nvCxnSpPr>
          <p:cNvPr id="18" name="直線コネクタ 17">
            <a:extLst>
              <a:ext uri="{FF2B5EF4-FFF2-40B4-BE49-F238E27FC236}">
                <a16:creationId xmlns:a16="http://schemas.microsoft.com/office/drawing/2014/main" id="{7CCB8167-DE48-2C3B-D663-C48CB501FE77}"/>
              </a:ext>
            </a:extLst>
          </p:cNvPr>
          <p:cNvCxnSpPr>
            <a:cxnSpLocks/>
            <a:stCxn id="17" idx="1"/>
            <a:endCxn id="5" idx="3"/>
          </p:cNvCxnSpPr>
          <p:nvPr/>
        </p:nvCxnSpPr>
        <p:spPr>
          <a:xfrm flipH="1">
            <a:off x="3021106" y="4908017"/>
            <a:ext cx="2515617" cy="24189"/>
          </a:xfrm>
          <a:prstGeom prst="line">
            <a:avLst/>
          </a:prstGeom>
        </p:spPr>
        <p:style>
          <a:lnRef idx="1">
            <a:schemeClr val="accent1"/>
          </a:lnRef>
          <a:fillRef idx="0">
            <a:schemeClr val="accent1"/>
          </a:fillRef>
          <a:effectRef idx="0">
            <a:schemeClr val="accent1"/>
          </a:effectRef>
          <a:fontRef idx="minor">
            <a:schemeClr val="tx1"/>
          </a:fontRef>
        </p:style>
      </p:cxnSp>
      <p:sp>
        <p:nvSpPr>
          <p:cNvPr id="19" name="正方形/長方形 18">
            <a:extLst>
              <a:ext uri="{FF2B5EF4-FFF2-40B4-BE49-F238E27FC236}">
                <a16:creationId xmlns:a16="http://schemas.microsoft.com/office/drawing/2014/main" id="{137BD875-F911-7E04-BE74-A744E9E750ED}"/>
              </a:ext>
            </a:extLst>
          </p:cNvPr>
          <p:cNvSpPr/>
          <p:nvPr/>
        </p:nvSpPr>
        <p:spPr>
          <a:xfrm>
            <a:off x="8658520" y="3223456"/>
            <a:ext cx="2394962" cy="13830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4D52086D-CCA6-0EC4-0DB8-C61E29ADF368}"/>
              </a:ext>
            </a:extLst>
          </p:cNvPr>
          <p:cNvSpPr/>
          <p:nvPr/>
        </p:nvSpPr>
        <p:spPr>
          <a:xfrm>
            <a:off x="8658520" y="4955852"/>
            <a:ext cx="2394962" cy="13830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4E1C9C1E-9EEC-8AC7-C72C-65B4437DB37E}"/>
              </a:ext>
            </a:extLst>
          </p:cNvPr>
          <p:cNvSpPr txBox="1"/>
          <p:nvPr/>
        </p:nvSpPr>
        <p:spPr>
          <a:xfrm>
            <a:off x="9099592" y="4303431"/>
            <a:ext cx="1512817" cy="307777"/>
          </a:xfrm>
          <a:prstGeom prst="rect">
            <a:avLst/>
          </a:prstGeom>
          <a:noFill/>
        </p:spPr>
        <p:txBody>
          <a:bodyPr wrap="square" rtlCol="0">
            <a:spAutoFit/>
          </a:bodyPr>
          <a:lstStyle/>
          <a:p>
            <a:pPr algn="ctr"/>
            <a:r>
              <a:rPr kumimoji="1" lang="en-US" altLang="ja-JP" sz="1400" dirty="0"/>
              <a:t>Spoke </a:t>
            </a:r>
            <a:r>
              <a:rPr kumimoji="1" lang="en-US" altLang="ja-JP" sz="1400" dirty="0" err="1"/>
              <a:t>Vnet</a:t>
            </a:r>
            <a:r>
              <a:rPr kumimoji="1" lang="en-US" altLang="ja-JP" sz="1400" dirty="0"/>
              <a:t> 1</a:t>
            </a:r>
            <a:endParaRPr kumimoji="1" lang="ja-JP" altLang="en-US" sz="1400" dirty="0"/>
          </a:p>
        </p:txBody>
      </p:sp>
      <p:sp>
        <p:nvSpPr>
          <p:cNvPr id="22" name="テキスト ボックス 21">
            <a:extLst>
              <a:ext uri="{FF2B5EF4-FFF2-40B4-BE49-F238E27FC236}">
                <a16:creationId xmlns:a16="http://schemas.microsoft.com/office/drawing/2014/main" id="{4B0DF110-E815-6ED0-7349-0A5124402CE9}"/>
              </a:ext>
            </a:extLst>
          </p:cNvPr>
          <p:cNvSpPr txBox="1"/>
          <p:nvPr/>
        </p:nvSpPr>
        <p:spPr>
          <a:xfrm>
            <a:off x="9099591" y="6002738"/>
            <a:ext cx="1512817" cy="307777"/>
          </a:xfrm>
          <a:prstGeom prst="rect">
            <a:avLst/>
          </a:prstGeom>
          <a:noFill/>
        </p:spPr>
        <p:txBody>
          <a:bodyPr wrap="square" rtlCol="0">
            <a:spAutoFit/>
          </a:bodyPr>
          <a:lstStyle/>
          <a:p>
            <a:pPr algn="ctr"/>
            <a:r>
              <a:rPr kumimoji="1" lang="en-US" altLang="ja-JP" sz="1400" dirty="0"/>
              <a:t>Spoke </a:t>
            </a:r>
            <a:r>
              <a:rPr kumimoji="1" lang="en-US" altLang="ja-JP" sz="1400" dirty="0" err="1"/>
              <a:t>Vnet</a:t>
            </a:r>
            <a:r>
              <a:rPr kumimoji="1" lang="en-US" altLang="ja-JP" sz="1400" dirty="0"/>
              <a:t> 2</a:t>
            </a:r>
            <a:endParaRPr kumimoji="1" lang="ja-JP" altLang="en-US" sz="1400" dirty="0"/>
          </a:p>
        </p:txBody>
      </p:sp>
      <p:pic>
        <p:nvPicPr>
          <p:cNvPr id="23" name="グラフィックス 22">
            <a:extLst>
              <a:ext uri="{FF2B5EF4-FFF2-40B4-BE49-F238E27FC236}">
                <a16:creationId xmlns:a16="http://schemas.microsoft.com/office/drawing/2014/main" id="{309A1698-68F4-F5D0-E168-61EE6597978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319938" y="3626100"/>
            <a:ext cx="307776" cy="307776"/>
          </a:xfrm>
          <a:prstGeom prst="rect">
            <a:avLst/>
          </a:prstGeom>
        </p:spPr>
      </p:pic>
      <p:cxnSp>
        <p:nvCxnSpPr>
          <p:cNvPr id="24" name="直線コネクタ 23">
            <a:extLst>
              <a:ext uri="{FF2B5EF4-FFF2-40B4-BE49-F238E27FC236}">
                <a16:creationId xmlns:a16="http://schemas.microsoft.com/office/drawing/2014/main" id="{0BA85AB6-DAB5-A330-41A1-FD0E9EB82C07}"/>
              </a:ext>
            </a:extLst>
          </p:cNvPr>
          <p:cNvCxnSpPr>
            <a:cxnSpLocks/>
            <a:stCxn id="23" idx="1"/>
            <a:endCxn id="16" idx="3"/>
          </p:cNvCxnSpPr>
          <p:nvPr/>
        </p:nvCxnSpPr>
        <p:spPr>
          <a:xfrm flipH="1">
            <a:off x="10779390" y="3779988"/>
            <a:ext cx="540548" cy="0"/>
          </a:xfrm>
          <a:prstGeom prst="line">
            <a:avLst/>
          </a:prstGeom>
        </p:spPr>
        <p:style>
          <a:lnRef idx="1">
            <a:schemeClr val="accent1"/>
          </a:lnRef>
          <a:fillRef idx="0">
            <a:schemeClr val="accent1"/>
          </a:fillRef>
          <a:effectRef idx="0">
            <a:schemeClr val="accent1"/>
          </a:effectRef>
          <a:fontRef idx="minor">
            <a:schemeClr val="tx1"/>
          </a:fontRef>
        </p:style>
      </p:cxnSp>
      <p:pic>
        <p:nvPicPr>
          <p:cNvPr id="25" name="グラフィックス 24">
            <a:extLst>
              <a:ext uri="{FF2B5EF4-FFF2-40B4-BE49-F238E27FC236}">
                <a16:creationId xmlns:a16="http://schemas.microsoft.com/office/drawing/2014/main" id="{FA258E16-BEC6-E610-C377-8E09E31A6C8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445426" y="5482909"/>
            <a:ext cx="333964" cy="333964"/>
          </a:xfrm>
          <a:prstGeom prst="rect">
            <a:avLst/>
          </a:prstGeom>
        </p:spPr>
      </p:pic>
      <p:pic>
        <p:nvPicPr>
          <p:cNvPr id="26" name="グラフィックス 25">
            <a:extLst>
              <a:ext uri="{FF2B5EF4-FFF2-40B4-BE49-F238E27FC236}">
                <a16:creationId xmlns:a16="http://schemas.microsoft.com/office/drawing/2014/main" id="{0AC13DE9-0A30-7341-D68B-03E365B02C9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319938" y="5496003"/>
            <a:ext cx="307776" cy="307776"/>
          </a:xfrm>
          <a:prstGeom prst="rect">
            <a:avLst/>
          </a:prstGeom>
        </p:spPr>
      </p:pic>
      <p:cxnSp>
        <p:nvCxnSpPr>
          <p:cNvPr id="27" name="直線コネクタ 26">
            <a:extLst>
              <a:ext uri="{FF2B5EF4-FFF2-40B4-BE49-F238E27FC236}">
                <a16:creationId xmlns:a16="http://schemas.microsoft.com/office/drawing/2014/main" id="{B97673AE-A0DE-97AF-F4C9-806506C54EB1}"/>
              </a:ext>
            </a:extLst>
          </p:cNvPr>
          <p:cNvCxnSpPr>
            <a:cxnSpLocks/>
            <a:stCxn id="26" idx="1"/>
            <a:endCxn id="25" idx="3"/>
          </p:cNvCxnSpPr>
          <p:nvPr/>
        </p:nvCxnSpPr>
        <p:spPr>
          <a:xfrm flipH="1">
            <a:off x="10779390" y="5649891"/>
            <a:ext cx="540548" cy="0"/>
          </a:xfrm>
          <a:prstGeom prst="line">
            <a:avLst/>
          </a:prstGeom>
        </p:spPr>
        <p:style>
          <a:lnRef idx="1">
            <a:schemeClr val="accent1"/>
          </a:lnRef>
          <a:fillRef idx="0">
            <a:schemeClr val="accent1"/>
          </a:fillRef>
          <a:effectRef idx="0">
            <a:schemeClr val="accent1"/>
          </a:effectRef>
          <a:fontRef idx="minor">
            <a:schemeClr val="tx1"/>
          </a:fontRef>
        </p:style>
      </p:cxnSp>
      <p:pic>
        <p:nvPicPr>
          <p:cNvPr id="28" name="グラフィックス 27">
            <a:extLst>
              <a:ext uri="{FF2B5EF4-FFF2-40B4-BE49-F238E27FC236}">
                <a16:creationId xmlns:a16="http://schemas.microsoft.com/office/drawing/2014/main" id="{B0CE076C-1FB5-524A-95EE-15B4FE45703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60778" y="4014247"/>
            <a:ext cx="307778" cy="307778"/>
          </a:xfrm>
          <a:prstGeom prst="rect">
            <a:avLst/>
          </a:prstGeom>
        </p:spPr>
      </p:pic>
      <p:sp>
        <p:nvSpPr>
          <p:cNvPr id="29" name="四角形: 角を丸くする 54">
            <a:extLst>
              <a:ext uri="{FF2B5EF4-FFF2-40B4-BE49-F238E27FC236}">
                <a16:creationId xmlns:a16="http://schemas.microsoft.com/office/drawing/2014/main" id="{90B791B7-DCDE-FB58-CDBD-7F3298F78A98}"/>
              </a:ext>
            </a:extLst>
          </p:cNvPr>
          <p:cNvSpPr/>
          <p:nvPr/>
        </p:nvSpPr>
        <p:spPr>
          <a:xfrm>
            <a:off x="5935224" y="3817856"/>
            <a:ext cx="1577940" cy="1013217"/>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6E91FB59-872C-2650-731A-6EADF09246CC}"/>
              </a:ext>
            </a:extLst>
          </p:cNvPr>
          <p:cNvSpPr txBox="1"/>
          <p:nvPr/>
        </p:nvSpPr>
        <p:spPr>
          <a:xfrm>
            <a:off x="6017924" y="4392491"/>
            <a:ext cx="1507889" cy="415498"/>
          </a:xfrm>
          <a:prstGeom prst="rect">
            <a:avLst/>
          </a:prstGeom>
          <a:noFill/>
        </p:spPr>
        <p:txBody>
          <a:bodyPr wrap="square" rtlCol="0">
            <a:spAutoFit/>
          </a:bodyPr>
          <a:lstStyle/>
          <a:p>
            <a:r>
              <a:rPr kumimoji="1" lang="en-US" altLang="ja-JP" sz="1050" dirty="0"/>
              <a:t>Private DNS resolver</a:t>
            </a:r>
          </a:p>
          <a:p>
            <a:r>
              <a:rPr kumimoji="1" lang="ja-JP" altLang="en-US" sz="1050" dirty="0"/>
              <a:t>受信エンドポイント</a:t>
            </a:r>
          </a:p>
        </p:txBody>
      </p:sp>
      <p:pic>
        <p:nvPicPr>
          <p:cNvPr id="31" name="グラフィックス 30">
            <a:extLst>
              <a:ext uri="{FF2B5EF4-FFF2-40B4-BE49-F238E27FC236}">
                <a16:creationId xmlns:a16="http://schemas.microsoft.com/office/drawing/2014/main" id="{E6BB6033-C4C8-4182-03CC-766D88374B2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41170" y="5158990"/>
            <a:ext cx="307778" cy="307778"/>
          </a:xfrm>
          <a:prstGeom prst="rect">
            <a:avLst/>
          </a:prstGeom>
        </p:spPr>
      </p:pic>
      <p:sp>
        <p:nvSpPr>
          <p:cNvPr id="32" name="四角形: 角を丸くする 57">
            <a:extLst>
              <a:ext uri="{FF2B5EF4-FFF2-40B4-BE49-F238E27FC236}">
                <a16:creationId xmlns:a16="http://schemas.microsoft.com/office/drawing/2014/main" id="{E5B85369-AD85-20D8-7F57-C9BD85565471}"/>
              </a:ext>
            </a:extLst>
          </p:cNvPr>
          <p:cNvSpPr/>
          <p:nvPr/>
        </p:nvSpPr>
        <p:spPr>
          <a:xfrm>
            <a:off x="5915616" y="4962599"/>
            <a:ext cx="1577940" cy="1013217"/>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ボックス 32">
            <a:extLst>
              <a:ext uri="{FF2B5EF4-FFF2-40B4-BE49-F238E27FC236}">
                <a16:creationId xmlns:a16="http://schemas.microsoft.com/office/drawing/2014/main" id="{297CC88F-6E65-5320-288B-F249B36F01A3}"/>
              </a:ext>
            </a:extLst>
          </p:cNvPr>
          <p:cNvSpPr txBox="1"/>
          <p:nvPr/>
        </p:nvSpPr>
        <p:spPr>
          <a:xfrm>
            <a:off x="5998316" y="5537234"/>
            <a:ext cx="1507889" cy="415498"/>
          </a:xfrm>
          <a:prstGeom prst="rect">
            <a:avLst/>
          </a:prstGeom>
          <a:noFill/>
        </p:spPr>
        <p:txBody>
          <a:bodyPr wrap="square" rtlCol="0">
            <a:spAutoFit/>
          </a:bodyPr>
          <a:lstStyle/>
          <a:p>
            <a:r>
              <a:rPr kumimoji="1" lang="en-US" altLang="ja-JP" sz="1050" dirty="0"/>
              <a:t>Private DNS resolver</a:t>
            </a:r>
          </a:p>
          <a:p>
            <a:r>
              <a:rPr lang="ja-JP" altLang="en-US" sz="1050" dirty="0"/>
              <a:t>送信</a:t>
            </a:r>
            <a:r>
              <a:rPr kumimoji="1" lang="ja-JP" altLang="en-US" sz="1050" dirty="0"/>
              <a:t>エンドポイント</a:t>
            </a:r>
          </a:p>
        </p:txBody>
      </p:sp>
      <p:pic>
        <p:nvPicPr>
          <p:cNvPr id="34" name="グラフィックス 33">
            <a:extLst>
              <a:ext uri="{FF2B5EF4-FFF2-40B4-BE49-F238E27FC236}">
                <a16:creationId xmlns:a16="http://schemas.microsoft.com/office/drawing/2014/main" id="{5FF7672F-4677-9817-3735-755D2DFC707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43139" y="2741097"/>
            <a:ext cx="343055" cy="343055"/>
          </a:xfrm>
          <a:prstGeom prst="rect">
            <a:avLst/>
          </a:prstGeom>
        </p:spPr>
      </p:pic>
      <p:sp>
        <p:nvSpPr>
          <p:cNvPr id="35" name="テキスト ボックス 34">
            <a:extLst>
              <a:ext uri="{FF2B5EF4-FFF2-40B4-BE49-F238E27FC236}">
                <a16:creationId xmlns:a16="http://schemas.microsoft.com/office/drawing/2014/main" id="{86727638-27E3-7605-DF13-4CCE1AA01A8E}"/>
              </a:ext>
            </a:extLst>
          </p:cNvPr>
          <p:cNvSpPr txBox="1"/>
          <p:nvPr/>
        </p:nvSpPr>
        <p:spPr>
          <a:xfrm>
            <a:off x="5033281" y="2677502"/>
            <a:ext cx="1507889" cy="577081"/>
          </a:xfrm>
          <a:prstGeom prst="rect">
            <a:avLst/>
          </a:prstGeom>
          <a:noFill/>
        </p:spPr>
        <p:txBody>
          <a:bodyPr wrap="square" rtlCol="0">
            <a:spAutoFit/>
          </a:bodyPr>
          <a:lstStyle/>
          <a:p>
            <a:r>
              <a:rPr kumimoji="1" lang="en-US" altLang="ja-JP" sz="1050" dirty="0"/>
              <a:t>Private</a:t>
            </a:r>
            <a:r>
              <a:rPr kumimoji="1" lang="ja-JP" altLang="en-US" sz="1050" dirty="0"/>
              <a:t> </a:t>
            </a:r>
            <a:r>
              <a:rPr kumimoji="1" lang="en-US" altLang="ja-JP" sz="1050" dirty="0"/>
              <a:t>DNS Zone</a:t>
            </a:r>
          </a:p>
          <a:p>
            <a:r>
              <a:rPr lang="en-US" altLang="ja-JP" sz="1050" dirty="0"/>
              <a:t>(Private Link</a:t>
            </a:r>
            <a:r>
              <a:rPr lang="ja-JP" altLang="en-US" sz="1050" dirty="0"/>
              <a:t>用ドメインを格納</a:t>
            </a:r>
            <a:r>
              <a:rPr lang="en-US" altLang="ja-JP" sz="1050" dirty="0"/>
              <a:t>)</a:t>
            </a:r>
            <a:endParaRPr kumimoji="1" lang="ja-JP" altLang="en-US" sz="1050" dirty="0"/>
          </a:p>
        </p:txBody>
      </p:sp>
      <p:cxnSp>
        <p:nvCxnSpPr>
          <p:cNvPr id="36" name="直線コネクタ 35">
            <a:extLst>
              <a:ext uri="{FF2B5EF4-FFF2-40B4-BE49-F238E27FC236}">
                <a16:creationId xmlns:a16="http://schemas.microsoft.com/office/drawing/2014/main" id="{CCABBAA8-D849-4121-A564-112C05B77BCB}"/>
              </a:ext>
            </a:extLst>
          </p:cNvPr>
          <p:cNvCxnSpPr>
            <a:cxnSpLocks/>
            <a:stCxn id="19" idx="1"/>
            <a:endCxn id="13" idx="3"/>
          </p:cNvCxnSpPr>
          <p:nvPr/>
        </p:nvCxnSpPr>
        <p:spPr>
          <a:xfrm flipH="1">
            <a:off x="7758260" y="3914957"/>
            <a:ext cx="900260" cy="1017249"/>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直線コネクタ 36">
            <a:extLst>
              <a:ext uri="{FF2B5EF4-FFF2-40B4-BE49-F238E27FC236}">
                <a16:creationId xmlns:a16="http://schemas.microsoft.com/office/drawing/2014/main" id="{3E59AA07-C73A-173C-99FF-71457FB745FA}"/>
              </a:ext>
            </a:extLst>
          </p:cNvPr>
          <p:cNvCxnSpPr>
            <a:cxnSpLocks/>
            <a:stCxn id="20" idx="1"/>
            <a:endCxn id="13" idx="3"/>
          </p:cNvCxnSpPr>
          <p:nvPr/>
        </p:nvCxnSpPr>
        <p:spPr>
          <a:xfrm flipH="1" flipV="1">
            <a:off x="7758260" y="4932206"/>
            <a:ext cx="900260" cy="715147"/>
          </a:xfrm>
          <a:prstGeom prst="line">
            <a:avLst/>
          </a:prstGeom>
        </p:spPr>
        <p:style>
          <a:lnRef idx="1">
            <a:schemeClr val="accent1"/>
          </a:lnRef>
          <a:fillRef idx="0">
            <a:schemeClr val="accent1"/>
          </a:fillRef>
          <a:effectRef idx="0">
            <a:schemeClr val="accent1"/>
          </a:effectRef>
          <a:fontRef idx="minor">
            <a:schemeClr val="tx1"/>
          </a:fontRef>
        </p:style>
      </p:cxnSp>
      <p:sp>
        <p:nvSpPr>
          <p:cNvPr id="38" name="フリーフォーム: 図形 73">
            <a:extLst>
              <a:ext uri="{FF2B5EF4-FFF2-40B4-BE49-F238E27FC236}">
                <a16:creationId xmlns:a16="http://schemas.microsoft.com/office/drawing/2014/main" id="{74F65913-D85C-D0D4-C67D-78432658C896}"/>
              </a:ext>
            </a:extLst>
          </p:cNvPr>
          <p:cNvSpPr/>
          <p:nvPr/>
        </p:nvSpPr>
        <p:spPr>
          <a:xfrm>
            <a:off x="6891027" y="2835955"/>
            <a:ext cx="2177592" cy="367646"/>
          </a:xfrm>
          <a:custGeom>
            <a:avLst/>
            <a:gdLst>
              <a:gd name="connsiteX0" fmla="*/ 0 w 2177592"/>
              <a:gd name="connsiteY0" fmla="*/ 37707 h 367646"/>
              <a:gd name="connsiteX1" fmla="*/ 414780 w 2177592"/>
              <a:gd name="connsiteY1" fmla="*/ 0 h 367646"/>
              <a:gd name="connsiteX2" fmla="*/ 1131217 w 2177592"/>
              <a:gd name="connsiteY2" fmla="*/ 18854 h 367646"/>
              <a:gd name="connsiteX3" fmla="*/ 1423448 w 2177592"/>
              <a:gd name="connsiteY3" fmla="*/ 37707 h 367646"/>
              <a:gd name="connsiteX4" fmla="*/ 1593130 w 2177592"/>
              <a:gd name="connsiteY4" fmla="*/ 47134 h 367646"/>
              <a:gd name="connsiteX5" fmla="*/ 1875934 w 2177592"/>
              <a:gd name="connsiteY5" fmla="*/ 131975 h 367646"/>
              <a:gd name="connsiteX6" fmla="*/ 1941922 w 2177592"/>
              <a:gd name="connsiteY6" fmla="*/ 150829 h 367646"/>
              <a:gd name="connsiteX7" fmla="*/ 2017336 w 2177592"/>
              <a:gd name="connsiteY7" fmla="*/ 197963 h 367646"/>
              <a:gd name="connsiteX8" fmla="*/ 2092751 w 2177592"/>
              <a:gd name="connsiteY8" fmla="*/ 282804 h 367646"/>
              <a:gd name="connsiteX9" fmla="*/ 2121031 w 2177592"/>
              <a:gd name="connsiteY9" fmla="*/ 292231 h 367646"/>
              <a:gd name="connsiteX10" fmla="*/ 2177592 w 2177592"/>
              <a:gd name="connsiteY10" fmla="*/ 367646 h 367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77592" h="367646">
                <a:moveTo>
                  <a:pt x="0" y="37707"/>
                </a:moveTo>
                <a:cubicBezTo>
                  <a:pt x="250330" y="-4014"/>
                  <a:pt x="112384" y="11631"/>
                  <a:pt x="414780" y="0"/>
                </a:cubicBezTo>
                <a:lnTo>
                  <a:pt x="1131217" y="18854"/>
                </a:lnTo>
                <a:cubicBezTo>
                  <a:pt x="1228762" y="22501"/>
                  <a:pt x="1326018" y="31742"/>
                  <a:pt x="1423448" y="37707"/>
                </a:cubicBezTo>
                <a:lnTo>
                  <a:pt x="1593130" y="47134"/>
                </a:lnTo>
                <a:lnTo>
                  <a:pt x="1875934" y="131975"/>
                </a:lnTo>
                <a:cubicBezTo>
                  <a:pt x="1897862" y="138494"/>
                  <a:pt x="1941922" y="150829"/>
                  <a:pt x="1941922" y="150829"/>
                </a:cubicBezTo>
                <a:cubicBezTo>
                  <a:pt x="2029052" y="237959"/>
                  <a:pt x="1898312" y="114646"/>
                  <a:pt x="2017336" y="197963"/>
                </a:cubicBezTo>
                <a:cubicBezTo>
                  <a:pt x="2165208" y="301474"/>
                  <a:pt x="1987761" y="195313"/>
                  <a:pt x="2092751" y="282804"/>
                </a:cubicBezTo>
                <a:cubicBezTo>
                  <a:pt x="2100385" y="289165"/>
                  <a:pt x="2111604" y="289089"/>
                  <a:pt x="2121031" y="292231"/>
                </a:cubicBezTo>
                <a:cubicBezTo>
                  <a:pt x="2163668" y="356187"/>
                  <a:pt x="2142716" y="332770"/>
                  <a:pt x="2177592" y="367646"/>
                </a:cubicBezTo>
              </a:path>
            </a:pathLst>
          </a:custGeom>
          <a:noFill/>
          <a:ln>
            <a:solidFill>
              <a:srgbClr val="FFC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フリーフォーム: 図形 75">
            <a:extLst>
              <a:ext uri="{FF2B5EF4-FFF2-40B4-BE49-F238E27FC236}">
                <a16:creationId xmlns:a16="http://schemas.microsoft.com/office/drawing/2014/main" id="{716B70BA-9F6A-FF74-FF20-98D5D95998EB}"/>
              </a:ext>
            </a:extLst>
          </p:cNvPr>
          <p:cNvSpPr/>
          <p:nvPr/>
        </p:nvSpPr>
        <p:spPr>
          <a:xfrm>
            <a:off x="6938128" y="2912882"/>
            <a:ext cx="2432115" cy="1989056"/>
          </a:xfrm>
          <a:custGeom>
            <a:avLst/>
            <a:gdLst>
              <a:gd name="connsiteX0" fmla="*/ 0 w 2432115"/>
              <a:gd name="connsiteY0" fmla="*/ 0 h 1989056"/>
              <a:gd name="connsiteX1" fmla="*/ 273377 w 2432115"/>
              <a:gd name="connsiteY1" fmla="*/ 37708 h 1989056"/>
              <a:gd name="connsiteX2" fmla="*/ 424206 w 2432115"/>
              <a:gd name="connsiteY2" fmla="*/ 75415 h 1989056"/>
              <a:gd name="connsiteX3" fmla="*/ 565608 w 2432115"/>
              <a:gd name="connsiteY3" fmla="*/ 94269 h 1989056"/>
              <a:gd name="connsiteX4" fmla="*/ 848412 w 2432115"/>
              <a:gd name="connsiteY4" fmla="*/ 141403 h 1989056"/>
              <a:gd name="connsiteX5" fmla="*/ 923827 w 2432115"/>
              <a:gd name="connsiteY5" fmla="*/ 179110 h 1989056"/>
              <a:gd name="connsiteX6" fmla="*/ 999241 w 2432115"/>
              <a:gd name="connsiteY6" fmla="*/ 207390 h 1989056"/>
              <a:gd name="connsiteX7" fmla="*/ 1102936 w 2432115"/>
              <a:gd name="connsiteY7" fmla="*/ 254524 h 1989056"/>
              <a:gd name="connsiteX8" fmla="*/ 1319752 w 2432115"/>
              <a:gd name="connsiteY8" fmla="*/ 358219 h 1989056"/>
              <a:gd name="connsiteX9" fmla="*/ 1545996 w 2432115"/>
              <a:gd name="connsiteY9" fmla="*/ 461914 h 1989056"/>
              <a:gd name="connsiteX10" fmla="*/ 1621410 w 2432115"/>
              <a:gd name="connsiteY10" fmla="*/ 518475 h 1989056"/>
              <a:gd name="connsiteX11" fmla="*/ 1696825 w 2432115"/>
              <a:gd name="connsiteY11" fmla="*/ 556182 h 1989056"/>
              <a:gd name="connsiteX12" fmla="*/ 1866507 w 2432115"/>
              <a:gd name="connsiteY12" fmla="*/ 725864 h 1989056"/>
              <a:gd name="connsiteX13" fmla="*/ 1979629 w 2432115"/>
              <a:gd name="connsiteY13" fmla="*/ 848413 h 1989056"/>
              <a:gd name="connsiteX14" fmla="*/ 2073897 w 2432115"/>
              <a:gd name="connsiteY14" fmla="*/ 989815 h 1989056"/>
              <a:gd name="connsiteX15" fmla="*/ 2121031 w 2432115"/>
              <a:gd name="connsiteY15" fmla="*/ 1065229 h 1989056"/>
              <a:gd name="connsiteX16" fmla="*/ 2196445 w 2432115"/>
              <a:gd name="connsiteY16" fmla="*/ 1263192 h 1989056"/>
              <a:gd name="connsiteX17" fmla="*/ 2290713 w 2432115"/>
              <a:gd name="connsiteY17" fmla="*/ 1470582 h 1989056"/>
              <a:gd name="connsiteX18" fmla="*/ 2337847 w 2432115"/>
              <a:gd name="connsiteY18" fmla="*/ 1640264 h 1989056"/>
              <a:gd name="connsiteX19" fmla="*/ 2347274 w 2432115"/>
              <a:gd name="connsiteY19" fmla="*/ 1677972 h 1989056"/>
              <a:gd name="connsiteX20" fmla="*/ 2366128 w 2432115"/>
              <a:gd name="connsiteY20" fmla="*/ 1734532 h 1989056"/>
              <a:gd name="connsiteX21" fmla="*/ 2375554 w 2432115"/>
              <a:gd name="connsiteY21" fmla="*/ 1781666 h 1989056"/>
              <a:gd name="connsiteX22" fmla="*/ 2394408 w 2432115"/>
              <a:gd name="connsiteY22" fmla="*/ 1866508 h 1989056"/>
              <a:gd name="connsiteX23" fmla="*/ 2403835 w 2432115"/>
              <a:gd name="connsiteY23" fmla="*/ 1894788 h 1989056"/>
              <a:gd name="connsiteX24" fmla="*/ 2413262 w 2432115"/>
              <a:gd name="connsiteY24" fmla="*/ 1941922 h 1989056"/>
              <a:gd name="connsiteX25" fmla="*/ 2432115 w 2432115"/>
              <a:gd name="connsiteY25" fmla="*/ 1989056 h 1989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432115" h="1989056">
                <a:moveTo>
                  <a:pt x="0" y="0"/>
                </a:moveTo>
                <a:cubicBezTo>
                  <a:pt x="91126" y="12569"/>
                  <a:pt x="182809" y="21607"/>
                  <a:pt x="273377" y="37708"/>
                </a:cubicBezTo>
                <a:cubicBezTo>
                  <a:pt x="324401" y="46779"/>
                  <a:pt x="373327" y="65567"/>
                  <a:pt x="424206" y="75415"/>
                </a:cubicBezTo>
                <a:cubicBezTo>
                  <a:pt x="470891" y="84451"/>
                  <a:pt x="518664" y="86697"/>
                  <a:pt x="565608" y="94269"/>
                </a:cubicBezTo>
                <a:cubicBezTo>
                  <a:pt x="1036699" y="170251"/>
                  <a:pt x="425518" y="80988"/>
                  <a:pt x="848412" y="141403"/>
                </a:cubicBezTo>
                <a:cubicBezTo>
                  <a:pt x="873550" y="153972"/>
                  <a:pt x="898078" y="167845"/>
                  <a:pt x="923827" y="179110"/>
                </a:cubicBezTo>
                <a:cubicBezTo>
                  <a:pt x="948423" y="189871"/>
                  <a:pt x="974498" y="196972"/>
                  <a:pt x="999241" y="207390"/>
                </a:cubicBezTo>
                <a:cubicBezTo>
                  <a:pt x="1034234" y="222124"/>
                  <a:pt x="1068582" y="238357"/>
                  <a:pt x="1102936" y="254524"/>
                </a:cubicBezTo>
                <a:cubicBezTo>
                  <a:pt x="1175423" y="288636"/>
                  <a:pt x="1246892" y="324911"/>
                  <a:pt x="1319752" y="358219"/>
                </a:cubicBezTo>
                <a:cubicBezTo>
                  <a:pt x="1413357" y="401010"/>
                  <a:pt x="1456641" y="408301"/>
                  <a:pt x="1545996" y="461914"/>
                </a:cubicBezTo>
                <a:cubicBezTo>
                  <a:pt x="1572941" y="478081"/>
                  <a:pt x="1594764" y="501821"/>
                  <a:pt x="1621410" y="518475"/>
                </a:cubicBezTo>
                <a:cubicBezTo>
                  <a:pt x="1645243" y="533371"/>
                  <a:pt x="1673629" y="540311"/>
                  <a:pt x="1696825" y="556182"/>
                </a:cubicBezTo>
                <a:cubicBezTo>
                  <a:pt x="1822493" y="642165"/>
                  <a:pt x="1777717" y="623055"/>
                  <a:pt x="1866507" y="725864"/>
                </a:cubicBezTo>
                <a:cubicBezTo>
                  <a:pt x="1902843" y="767938"/>
                  <a:pt x="1945283" y="804700"/>
                  <a:pt x="1979629" y="848413"/>
                </a:cubicBezTo>
                <a:cubicBezTo>
                  <a:pt x="2014627" y="892956"/>
                  <a:pt x="2042952" y="942366"/>
                  <a:pt x="2073897" y="989815"/>
                </a:cubicBezTo>
                <a:cubicBezTo>
                  <a:pt x="2090091" y="1014645"/>
                  <a:pt x="2107774" y="1038715"/>
                  <a:pt x="2121031" y="1065229"/>
                </a:cubicBezTo>
                <a:cubicBezTo>
                  <a:pt x="2223201" y="1269573"/>
                  <a:pt x="2081510" y="975854"/>
                  <a:pt x="2196445" y="1263192"/>
                </a:cubicBezTo>
                <a:cubicBezTo>
                  <a:pt x="2260328" y="1422899"/>
                  <a:pt x="2243621" y="1324074"/>
                  <a:pt x="2290713" y="1470582"/>
                </a:cubicBezTo>
                <a:cubicBezTo>
                  <a:pt x="2308676" y="1526468"/>
                  <a:pt x="2323610" y="1583314"/>
                  <a:pt x="2337847" y="1640264"/>
                </a:cubicBezTo>
                <a:cubicBezTo>
                  <a:pt x="2340989" y="1652833"/>
                  <a:pt x="2343551" y="1665562"/>
                  <a:pt x="2347274" y="1677972"/>
                </a:cubicBezTo>
                <a:cubicBezTo>
                  <a:pt x="2352985" y="1697007"/>
                  <a:pt x="2360899" y="1715359"/>
                  <a:pt x="2366128" y="1734532"/>
                </a:cubicBezTo>
                <a:cubicBezTo>
                  <a:pt x="2370344" y="1749990"/>
                  <a:pt x="2372197" y="1765999"/>
                  <a:pt x="2375554" y="1781666"/>
                </a:cubicBezTo>
                <a:cubicBezTo>
                  <a:pt x="2381624" y="1809994"/>
                  <a:pt x="2387381" y="1838402"/>
                  <a:pt x="2394408" y="1866508"/>
                </a:cubicBezTo>
                <a:cubicBezTo>
                  <a:pt x="2396818" y="1876148"/>
                  <a:pt x="2401425" y="1885148"/>
                  <a:pt x="2403835" y="1894788"/>
                </a:cubicBezTo>
                <a:cubicBezTo>
                  <a:pt x="2407721" y="1910332"/>
                  <a:pt x="2408658" y="1926575"/>
                  <a:pt x="2413262" y="1941922"/>
                </a:cubicBezTo>
                <a:cubicBezTo>
                  <a:pt x="2418124" y="1958130"/>
                  <a:pt x="2432115" y="1989056"/>
                  <a:pt x="2432115" y="1989056"/>
                </a:cubicBezTo>
              </a:path>
            </a:pathLst>
          </a:custGeom>
          <a:noFill/>
          <a:ln>
            <a:solidFill>
              <a:srgbClr val="FFC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フリーフォーム: 図形 76">
            <a:extLst>
              <a:ext uri="{FF2B5EF4-FFF2-40B4-BE49-F238E27FC236}">
                <a16:creationId xmlns:a16="http://schemas.microsoft.com/office/drawing/2014/main" id="{654C1BE5-7F17-62C9-40D0-B09356B94256}"/>
              </a:ext>
            </a:extLst>
          </p:cNvPr>
          <p:cNvSpPr/>
          <p:nvPr/>
        </p:nvSpPr>
        <p:spPr>
          <a:xfrm>
            <a:off x="6900421" y="3007151"/>
            <a:ext cx="377072" cy="471340"/>
          </a:xfrm>
          <a:custGeom>
            <a:avLst/>
            <a:gdLst>
              <a:gd name="connsiteX0" fmla="*/ 0 w 377072"/>
              <a:gd name="connsiteY0" fmla="*/ 0 h 471340"/>
              <a:gd name="connsiteX1" fmla="*/ 47134 w 377072"/>
              <a:gd name="connsiteY1" fmla="*/ 18853 h 471340"/>
              <a:gd name="connsiteX2" fmla="*/ 75414 w 377072"/>
              <a:gd name="connsiteY2" fmla="*/ 37707 h 471340"/>
              <a:gd name="connsiteX3" fmla="*/ 113121 w 377072"/>
              <a:gd name="connsiteY3" fmla="*/ 56560 h 471340"/>
              <a:gd name="connsiteX4" fmla="*/ 150828 w 377072"/>
              <a:gd name="connsiteY4" fmla="*/ 94268 h 471340"/>
              <a:gd name="connsiteX5" fmla="*/ 169682 w 377072"/>
              <a:gd name="connsiteY5" fmla="*/ 122548 h 471340"/>
              <a:gd name="connsiteX6" fmla="*/ 235670 w 377072"/>
              <a:gd name="connsiteY6" fmla="*/ 179109 h 471340"/>
              <a:gd name="connsiteX7" fmla="*/ 301657 w 377072"/>
              <a:gd name="connsiteY7" fmla="*/ 273377 h 471340"/>
              <a:gd name="connsiteX8" fmla="*/ 339365 w 377072"/>
              <a:gd name="connsiteY8" fmla="*/ 339364 h 471340"/>
              <a:gd name="connsiteX9" fmla="*/ 358218 w 377072"/>
              <a:gd name="connsiteY9" fmla="*/ 414779 h 471340"/>
              <a:gd name="connsiteX10" fmla="*/ 377072 w 377072"/>
              <a:gd name="connsiteY10" fmla="*/ 471340 h 471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7072" h="471340">
                <a:moveTo>
                  <a:pt x="0" y="0"/>
                </a:moveTo>
                <a:cubicBezTo>
                  <a:pt x="15711" y="6284"/>
                  <a:pt x="31999" y="11285"/>
                  <a:pt x="47134" y="18853"/>
                </a:cubicBezTo>
                <a:cubicBezTo>
                  <a:pt x="57267" y="23920"/>
                  <a:pt x="65577" y="32086"/>
                  <a:pt x="75414" y="37707"/>
                </a:cubicBezTo>
                <a:cubicBezTo>
                  <a:pt x="87615" y="44679"/>
                  <a:pt x="100552" y="50276"/>
                  <a:pt x="113121" y="56560"/>
                </a:cubicBezTo>
                <a:cubicBezTo>
                  <a:pt x="125690" y="69129"/>
                  <a:pt x="139260" y="80772"/>
                  <a:pt x="150828" y="94268"/>
                </a:cubicBezTo>
                <a:cubicBezTo>
                  <a:pt x="158201" y="102870"/>
                  <a:pt x="161671" y="114537"/>
                  <a:pt x="169682" y="122548"/>
                </a:cubicBezTo>
                <a:cubicBezTo>
                  <a:pt x="256276" y="209140"/>
                  <a:pt x="163847" y="97025"/>
                  <a:pt x="235670" y="179109"/>
                </a:cubicBezTo>
                <a:cubicBezTo>
                  <a:pt x="279492" y="229191"/>
                  <a:pt x="267880" y="219334"/>
                  <a:pt x="301657" y="273377"/>
                </a:cubicBezTo>
                <a:cubicBezTo>
                  <a:pt x="334972" y="326681"/>
                  <a:pt x="307176" y="274988"/>
                  <a:pt x="339365" y="339364"/>
                </a:cubicBezTo>
                <a:cubicBezTo>
                  <a:pt x="345649" y="364502"/>
                  <a:pt x="350024" y="390197"/>
                  <a:pt x="358218" y="414779"/>
                </a:cubicBezTo>
                <a:lnTo>
                  <a:pt x="377072" y="471340"/>
                </a:lnTo>
              </a:path>
            </a:pathLst>
          </a:custGeom>
          <a:noFill/>
          <a:ln>
            <a:solidFill>
              <a:srgbClr val="FFC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1" name="グラフィックス 40">
            <a:extLst>
              <a:ext uri="{FF2B5EF4-FFF2-40B4-BE49-F238E27FC236}">
                <a16:creationId xmlns:a16="http://schemas.microsoft.com/office/drawing/2014/main" id="{D5EC94FE-FB54-49BB-CF1D-30E98D53D72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00839" y="3635098"/>
            <a:ext cx="392025" cy="392025"/>
          </a:xfrm>
          <a:prstGeom prst="rect">
            <a:avLst/>
          </a:prstGeom>
        </p:spPr>
      </p:pic>
      <p:pic>
        <p:nvPicPr>
          <p:cNvPr id="42" name="グラフィックス 41">
            <a:extLst>
              <a:ext uri="{FF2B5EF4-FFF2-40B4-BE49-F238E27FC236}">
                <a16:creationId xmlns:a16="http://schemas.microsoft.com/office/drawing/2014/main" id="{79727C46-D00E-EC5D-0CB5-E25C04291C4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08882" y="5352958"/>
            <a:ext cx="392025" cy="392025"/>
          </a:xfrm>
          <a:prstGeom prst="rect">
            <a:avLst/>
          </a:prstGeom>
        </p:spPr>
      </p:pic>
      <p:sp>
        <p:nvSpPr>
          <p:cNvPr id="43" name="テキスト ボックス 42">
            <a:extLst>
              <a:ext uri="{FF2B5EF4-FFF2-40B4-BE49-F238E27FC236}">
                <a16:creationId xmlns:a16="http://schemas.microsoft.com/office/drawing/2014/main" id="{32EB5091-7208-1F47-0952-78AF55AF654F}"/>
              </a:ext>
            </a:extLst>
          </p:cNvPr>
          <p:cNvSpPr txBox="1"/>
          <p:nvPr/>
        </p:nvSpPr>
        <p:spPr>
          <a:xfrm>
            <a:off x="9370243" y="4012081"/>
            <a:ext cx="669304" cy="276999"/>
          </a:xfrm>
          <a:prstGeom prst="rect">
            <a:avLst/>
          </a:prstGeom>
          <a:noFill/>
        </p:spPr>
        <p:txBody>
          <a:bodyPr wrap="square" rtlCol="0">
            <a:spAutoFit/>
          </a:bodyPr>
          <a:lstStyle/>
          <a:p>
            <a:pPr algn="ctr"/>
            <a:r>
              <a:rPr kumimoji="1" lang="en-US" altLang="ja-JP" sz="1200" dirty="0"/>
              <a:t>VM</a:t>
            </a:r>
            <a:endParaRPr kumimoji="1" lang="ja-JP" altLang="en-US" sz="1200" dirty="0"/>
          </a:p>
        </p:txBody>
      </p:sp>
      <p:sp>
        <p:nvSpPr>
          <p:cNvPr id="44" name="テキスト ボックス 43">
            <a:extLst>
              <a:ext uri="{FF2B5EF4-FFF2-40B4-BE49-F238E27FC236}">
                <a16:creationId xmlns:a16="http://schemas.microsoft.com/office/drawing/2014/main" id="{6678EC54-55DE-4581-5582-6B031F99027D}"/>
              </a:ext>
            </a:extLst>
          </p:cNvPr>
          <p:cNvSpPr txBox="1"/>
          <p:nvPr/>
        </p:nvSpPr>
        <p:spPr>
          <a:xfrm>
            <a:off x="9370243" y="5735361"/>
            <a:ext cx="669304" cy="276999"/>
          </a:xfrm>
          <a:prstGeom prst="rect">
            <a:avLst/>
          </a:prstGeom>
          <a:noFill/>
        </p:spPr>
        <p:txBody>
          <a:bodyPr wrap="square" rtlCol="0">
            <a:spAutoFit/>
          </a:bodyPr>
          <a:lstStyle/>
          <a:p>
            <a:pPr algn="ctr"/>
            <a:r>
              <a:rPr kumimoji="1" lang="en-US" altLang="ja-JP" sz="1200" dirty="0"/>
              <a:t>VM</a:t>
            </a:r>
            <a:endParaRPr kumimoji="1" lang="ja-JP" altLang="en-US" sz="1200" dirty="0"/>
          </a:p>
        </p:txBody>
      </p:sp>
      <p:sp>
        <p:nvSpPr>
          <p:cNvPr id="45" name="フリーフォーム: 図形 2">
            <a:extLst>
              <a:ext uri="{FF2B5EF4-FFF2-40B4-BE49-F238E27FC236}">
                <a16:creationId xmlns:a16="http://schemas.microsoft.com/office/drawing/2014/main" id="{F60BA07E-EEF8-3E1E-DD5A-4B9754623842}"/>
              </a:ext>
            </a:extLst>
          </p:cNvPr>
          <p:cNvSpPr/>
          <p:nvPr/>
        </p:nvSpPr>
        <p:spPr>
          <a:xfrm>
            <a:off x="6929718" y="2761129"/>
            <a:ext cx="3675888" cy="806824"/>
          </a:xfrm>
          <a:custGeom>
            <a:avLst/>
            <a:gdLst>
              <a:gd name="connsiteX0" fmla="*/ 3666564 w 3666564"/>
              <a:gd name="connsiteY0" fmla="*/ 815788 h 815788"/>
              <a:gd name="connsiteX1" fmla="*/ 3657600 w 3666564"/>
              <a:gd name="connsiteY1" fmla="*/ 0 h 815788"/>
              <a:gd name="connsiteX2" fmla="*/ 0 w 3666564"/>
              <a:gd name="connsiteY2" fmla="*/ 8964 h 815788"/>
              <a:gd name="connsiteX0" fmla="*/ 3666564 w 3712464"/>
              <a:gd name="connsiteY0" fmla="*/ 806824 h 806824"/>
              <a:gd name="connsiteX1" fmla="*/ 3712464 w 3712464"/>
              <a:gd name="connsiteY1" fmla="*/ 180 h 806824"/>
              <a:gd name="connsiteX2" fmla="*/ 0 w 3712464"/>
              <a:gd name="connsiteY2" fmla="*/ 0 h 806824"/>
              <a:gd name="connsiteX0" fmla="*/ 3666564 w 3694176"/>
              <a:gd name="connsiteY0" fmla="*/ 806824 h 806824"/>
              <a:gd name="connsiteX1" fmla="*/ 3694176 w 3694176"/>
              <a:gd name="connsiteY1" fmla="*/ 180 h 806824"/>
              <a:gd name="connsiteX2" fmla="*/ 0 w 3694176"/>
              <a:gd name="connsiteY2" fmla="*/ 0 h 806824"/>
              <a:gd name="connsiteX0" fmla="*/ 3666564 w 3675888"/>
              <a:gd name="connsiteY0" fmla="*/ 806824 h 806824"/>
              <a:gd name="connsiteX1" fmla="*/ 3675888 w 3675888"/>
              <a:gd name="connsiteY1" fmla="*/ 180 h 806824"/>
              <a:gd name="connsiteX2" fmla="*/ 0 w 3675888"/>
              <a:gd name="connsiteY2" fmla="*/ 0 h 806824"/>
            </a:gdLst>
            <a:ahLst/>
            <a:cxnLst>
              <a:cxn ang="0">
                <a:pos x="connsiteX0" y="connsiteY0"/>
              </a:cxn>
              <a:cxn ang="0">
                <a:pos x="connsiteX1" y="connsiteY1"/>
              </a:cxn>
              <a:cxn ang="0">
                <a:pos x="connsiteX2" y="connsiteY2"/>
              </a:cxn>
            </a:cxnLst>
            <a:rect l="l" t="t" r="r" b="b"/>
            <a:pathLst>
              <a:path w="3675888" h="806824">
                <a:moveTo>
                  <a:pt x="3666564" y="806824"/>
                </a:moveTo>
                <a:lnTo>
                  <a:pt x="3675888" y="180"/>
                </a:lnTo>
                <a:lnTo>
                  <a:pt x="0" y="0"/>
                </a:lnTo>
              </a:path>
            </a:pathLst>
          </a:custGeom>
          <a:noFill/>
          <a:ln>
            <a:solidFill>
              <a:srgbClr val="FF0000"/>
            </a:solidFill>
            <a:headEnd type="non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フリーフォーム: 図形 3">
            <a:extLst>
              <a:ext uri="{FF2B5EF4-FFF2-40B4-BE49-F238E27FC236}">
                <a16:creationId xmlns:a16="http://schemas.microsoft.com/office/drawing/2014/main" id="{79B24247-25F6-469B-9E76-451A80FAC778}"/>
              </a:ext>
            </a:extLst>
          </p:cNvPr>
          <p:cNvSpPr/>
          <p:nvPr/>
        </p:nvSpPr>
        <p:spPr>
          <a:xfrm>
            <a:off x="6967728" y="2889504"/>
            <a:ext cx="3547872" cy="2606040"/>
          </a:xfrm>
          <a:custGeom>
            <a:avLst/>
            <a:gdLst>
              <a:gd name="connsiteX0" fmla="*/ 3529584 w 3529584"/>
              <a:gd name="connsiteY0" fmla="*/ 2606040 h 2606040"/>
              <a:gd name="connsiteX1" fmla="*/ 3474720 w 3529584"/>
              <a:gd name="connsiteY1" fmla="*/ 0 h 2606040"/>
              <a:gd name="connsiteX2" fmla="*/ 0 w 3529584"/>
              <a:gd name="connsiteY2" fmla="*/ 9144 h 2606040"/>
              <a:gd name="connsiteX0" fmla="*/ 3529584 w 3547872"/>
              <a:gd name="connsiteY0" fmla="*/ 2606040 h 2606040"/>
              <a:gd name="connsiteX1" fmla="*/ 3547872 w 3547872"/>
              <a:gd name="connsiteY1" fmla="*/ 0 h 2606040"/>
              <a:gd name="connsiteX2" fmla="*/ 0 w 3547872"/>
              <a:gd name="connsiteY2" fmla="*/ 9144 h 2606040"/>
            </a:gdLst>
            <a:ahLst/>
            <a:cxnLst>
              <a:cxn ang="0">
                <a:pos x="connsiteX0" y="connsiteY0"/>
              </a:cxn>
              <a:cxn ang="0">
                <a:pos x="connsiteX1" y="connsiteY1"/>
              </a:cxn>
              <a:cxn ang="0">
                <a:pos x="connsiteX2" y="connsiteY2"/>
              </a:cxn>
            </a:cxnLst>
            <a:rect l="l" t="t" r="r" b="b"/>
            <a:pathLst>
              <a:path w="3547872" h="2606040">
                <a:moveTo>
                  <a:pt x="3529584" y="2606040"/>
                </a:moveTo>
                <a:lnTo>
                  <a:pt x="3547872" y="0"/>
                </a:lnTo>
                <a:lnTo>
                  <a:pt x="0" y="9144"/>
                </a:lnTo>
              </a:path>
            </a:pathLst>
          </a:custGeom>
          <a:noFill/>
          <a:ln>
            <a:solidFill>
              <a:srgbClr val="FF00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51" name="グループ化 50">
            <a:extLst>
              <a:ext uri="{FF2B5EF4-FFF2-40B4-BE49-F238E27FC236}">
                <a16:creationId xmlns:a16="http://schemas.microsoft.com/office/drawing/2014/main" id="{AC77C264-5429-ADFD-A36F-1D857A35CF97}"/>
              </a:ext>
            </a:extLst>
          </p:cNvPr>
          <p:cNvGrpSpPr/>
          <p:nvPr/>
        </p:nvGrpSpPr>
        <p:grpSpPr>
          <a:xfrm>
            <a:off x="2447827" y="4106429"/>
            <a:ext cx="4141080" cy="576360"/>
            <a:chOff x="2447827" y="4106429"/>
            <a:chExt cx="4141080" cy="576360"/>
          </a:xfrm>
        </p:grpSpPr>
        <mc:AlternateContent xmlns:mc="http://schemas.openxmlformats.org/markup-compatibility/2006" xmlns:p14="http://schemas.microsoft.com/office/powerpoint/2010/main">
          <mc:Choice Requires="p14">
            <p:contentPart p14:bwMode="auto" r:id="rId9">
              <p14:nvContentPartPr>
                <p14:cNvPr id="48" name="インク 47">
                  <a:extLst>
                    <a:ext uri="{FF2B5EF4-FFF2-40B4-BE49-F238E27FC236}">
                      <a16:creationId xmlns:a16="http://schemas.microsoft.com/office/drawing/2014/main" id="{F78199DF-5EB7-B50B-EE63-569BA2918A36}"/>
                    </a:ext>
                  </a:extLst>
                </p14:cNvPr>
                <p14:cNvContentPartPr/>
                <p14:nvPr/>
              </p14:nvContentPartPr>
              <p14:xfrm>
                <a:off x="2447827" y="4199669"/>
                <a:ext cx="4141080" cy="483120"/>
              </p14:xfrm>
            </p:contentPart>
          </mc:Choice>
          <mc:Fallback xmlns="">
            <p:pic>
              <p:nvPicPr>
                <p:cNvPr id="48" name="インク 47">
                  <a:extLst>
                    <a:ext uri="{FF2B5EF4-FFF2-40B4-BE49-F238E27FC236}">
                      <a16:creationId xmlns:a16="http://schemas.microsoft.com/office/drawing/2014/main" id="{F78199DF-5EB7-B50B-EE63-569BA2918A36}"/>
                    </a:ext>
                  </a:extLst>
                </p:cNvPr>
                <p:cNvPicPr/>
                <p:nvPr/>
              </p:nvPicPr>
              <p:blipFill>
                <a:blip r:embed="rId10"/>
                <a:stretch>
                  <a:fillRect/>
                </a:stretch>
              </p:blipFill>
              <p:spPr>
                <a:xfrm>
                  <a:off x="2441707" y="4193549"/>
                  <a:ext cx="4153320" cy="4953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49" name="インク 48">
                  <a:extLst>
                    <a:ext uri="{FF2B5EF4-FFF2-40B4-BE49-F238E27FC236}">
                      <a16:creationId xmlns:a16="http://schemas.microsoft.com/office/drawing/2014/main" id="{161017AC-2EAC-C7B0-BED8-E880149D6D6A}"/>
                    </a:ext>
                  </a:extLst>
                </p14:cNvPr>
                <p14:cNvContentPartPr/>
                <p14:nvPr/>
              </p14:nvContentPartPr>
              <p14:xfrm>
                <a:off x="6385867" y="4106429"/>
                <a:ext cx="147960" cy="196920"/>
              </p14:xfrm>
            </p:contentPart>
          </mc:Choice>
          <mc:Fallback xmlns="">
            <p:pic>
              <p:nvPicPr>
                <p:cNvPr id="49" name="インク 48">
                  <a:extLst>
                    <a:ext uri="{FF2B5EF4-FFF2-40B4-BE49-F238E27FC236}">
                      <a16:creationId xmlns:a16="http://schemas.microsoft.com/office/drawing/2014/main" id="{161017AC-2EAC-C7B0-BED8-E880149D6D6A}"/>
                    </a:ext>
                  </a:extLst>
                </p:cNvPr>
                <p:cNvPicPr/>
                <p:nvPr/>
              </p:nvPicPr>
              <p:blipFill>
                <a:blip r:embed="rId12"/>
                <a:stretch>
                  <a:fillRect/>
                </a:stretch>
              </p:blipFill>
              <p:spPr>
                <a:xfrm>
                  <a:off x="6379747" y="4100309"/>
                  <a:ext cx="160200" cy="209160"/>
                </a:xfrm>
                <a:prstGeom prst="rect">
                  <a:avLst/>
                </a:prstGeom>
              </p:spPr>
            </p:pic>
          </mc:Fallback>
        </mc:AlternateContent>
      </p:grpSp>
      <p:grpSp>
        <p:nvGrpSpPr>
          <p:cNvPr id="55" name="グループ化 54">
            <a:extLst>
              <a:ext uri="{FF2B5EF4-FFF2-40B4-BE49-F238E27FC236}">
                <a16:creationId xmlns:a16="http://schemas.microsoft.com/office/drawing/2014/main" id="{A81B5EDF-8008-9FA6-64C9-B04416AB2F8F}"/>
              </a:ext>
            </a:extLst>
          </p:cNvPr>
          <p:cNvGrpSpPr/>
          <p:nvPr/>
        </p:nvGrpSpPr>
        <p:grpSpPr>
          <a:xfrm>
            <a:off x="6691147" y="3181589"/>
            <a:ext cx="168480" cy="774000"/>
            <a:chOff x="6691147" y="3181589"/>
            <a:chExt cx="168480" cy="774000"/>
          </a:xfrm>
        </p:grpSpPr>
        <mc:AlternateContent xmlns:mc="http://schemas.openxmlformats.org/markup-compatibility/2006" xmlns:p14="http://schemas.microsoft.com/office/powerpoint/2010/main">
          <mc:Choice Requires="p14">
            <p:contentPart p14:bwMode="auto" r:id="rId13">
              <p14:nvContentPartPr>
                <p14:cNvPr id="52" name="インク 51">
                  <a:extLst>
                    <a:ext uri="{FF2B5EF4-FFF2-40B4-BE49-F238E27FC236}">
                      <a16:creationId xmlns:a16="http://schemas.microsoft.com/office/drawing/2014/main" id="{2C4B8E11-DBDA-812A-D70F-E5CFC93829CF}"/>
                    </a:ext>
                  </a:extLst>
                </p14:cNvPr>
                <p14:cNvContentPartPr/>
                <p14:nvPr/>
              </p14:nvContentPartPr>
              <p14:xfrm>
                <a:off x="6766027" y="3237749"/>
                <a:ext cx="9720" cy="717840"/>
              </p14:xfrm>
            </p:contentPart>
          </mc:Choice>
          <mc:Fallback xmlns="">
            <p:pic>
              <p:nvPicPr>
                <p:cNvPr id="52" name="インク 51">
                  <a:extLst>
                    <a:ext uri="{FF2B5EF4-FFF2-40B4-BE49-F238E27FC236}">
                      <a16:creationId xmlns:a16="http://schemas.microsoft.com/office/drawing/2014/main" id="{2C4B8E11-DBDA-812A-D70F-E5CFC93829CF}"/>
                    </a:ext>
                  </a:extLst>
                </p:cNvPr>
                <p:cNvPicPr/>
                <p:nvPr/>
              </p:nvPicPr>
              <p:blipFill>
                <a:blip r:embed="rId14"/>
                <a:stretch>
                  <a:fillRect/>
                </a:stretch>
              </p:blipFill>
              <p:spPr>
                <a:xfrm>
                  <a:off x="6759907" y="3231629"/>
                  <a:ext cx="21960" cy="7300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53" name="インク 52">
                  <a:extLst>
                    <a:ext uri="{FF2B5EF4-FFF2-40B4-BE49-F238E27FC236}">
                      <a16:creationId xmlns:a16="http://schemas.microsoft.com/office/drawing/2014/main" id="{0F9DFA29-C5CE-E01B-C9E3-4386A7900DBA}"/>
                    </a:ext>
                  </a:extLst>
                </p14:cNvPr>
                <p14:cNvContentPartPr/>
                <p14:nvPr/>
              </p14:nvContentPartPr>
              <p14:xfrm>
                <a:off x="6691147" y="3181589"/>
                <a:ext cx="168480" cy="136440"/>
              </p14:xfrm>
            </p:contentPart>
          </mc:Choice>
          <mc:Fallback xmlns="">
            <p:pic>
              <p:nvPicPr>
                <p:cNvPr id="53" name="インク 52">
                  <a:extLst>
                    <a:ext uri="{FF2B5EF4-FFF2-40B4-BE49-F238E27FC236}">
                      <a16:creationId xmlns:a16="http://schemas.microsoft.com/office/drawing/2014/main" id="{0F9DFA29-C5CE-E01B-C9E3-4386A7900DBA}"/>
                    </a:ext>
                  </a:extLst>
                </p:cNvPr>
                <p:cNvPicPr/>
                <p:nvPr/>
              </p:nvPicPr>
              <p:blipFill>
                <a:blip r:embed="rId16"/>
                <a:stretch>
                  <a:fillRect/>
                </a:stretch>
              </p:blipFill>
              <p:spPr>
                <a:xfrm>
                  <a:off x="6685027" y="3175469"/>
                  <a:ext cx="180720" cy="148680"/>
                </a:xfrm>
                <a:prstGeom prst="rect">
                  <a:avLst/>
                </a:prstGeom>
              </p:spPr>
            </p:pic>
          </mc:Fallback>
        </mc:AlternateContent>
      </p:grpSp>
      <p:sp>
        <p:nvSpPr>
          <p:cNvPr id="56" name="テキスト ボックス 55">
            <a:extLst>
              <a:ext uri="{FF2B5EF4-FFF2-40B4-BE49-F238E27FC236}">
                <a16:creationId xmlns:a16="http://schemas.microsoft.com/office/drawing/2014/main" id="{5F912DA1-660D-C60E-A90B-ED2D4C15F401}"/>
              </a:ext>
            </a:extLst>
          </p:cNvPr>
          <p:cNvSpPr txBox="1"/>
          <p:nvPr/>
        </p:nvSpPr>
        <p:spPr>
          <a:xfrm>
            <a:off x="2375571" y="3837756"/>
            <a:ext cx="2192356" cy="498598"/>
          </a:xfrm>
          <a:prstGeom prst="rect">
            <a:avLst/>
          </a:prstGeom>
          <a:no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kumimoji="0" lang="en-US" altLang="ja-JP" sz="1200" b="0" i="0" u="none" strike="noStrike" kern="1200" cap="none" spc="0" normalizeH="0" baseline="0" noProof="0" dirty="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rPr>
              <a:t>PaaS </a:t>
            </a:r>
            <a:r>
              <a:rPr kumimoji="0" lang="ja-JP" altLang="en-US" sz="1200" b="0" i="0" u="none" strike="noStrike" kern="1200" cap="none" spc="0" normalizeH="0" baseline="0" noProof="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rPr>
              <a:t>の名前解決は条件付きフォワードで</a:t>
            </a:r>
            <a:r>
              <a:rPr kumimoji="0" lang="en-US" altLang="ja-JP" sz="1200" b="0" i="0" u="none" strike="noStrike" kern="1200" cap="none" spc="0" normalizeH="0" baseline="0" noProof="0" dirty="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rPr>
              <a:t> Private DNS Resolver </a:t>
            </a:r>
            <a:r>
              <a:rPr kumimoji="0" lang="ja-JP" altLang="en-US" sz="1200" b="0" i="0" u="none" strike="noStrike" kern="1200" cap="none" spc="0" normalizeH="0" baseline="0" noProof="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rPr>
              <a:t>の受信エンドポイントに転送</a:t>
            </a:r>
          </a:p>
        </p:txBody>
      </p:sp>
      <p:sp>
        <p:nvSpPr>
          <p:cNvPr id="57" name="テキスト ボックス 56">
            <a:extLst>
              <a:ext uri="{FF2B5EF4-FFF2-40B4-BE49-F238E27FC236}">
                <a16:creationId xmlns:a16="http://schemas.microsoft.com/office/drawing/2014/main" id="{BB3FD670-63F6-DDFE-3A08-33EB98E86E7C}"/>
              </a:ext>
            </a:extLst>
          </p:cNvPr>
          <p:cNvSpPr txBox="1"/>
          <p:nvPr/>
        </p:nvSpPr>
        <p:spPr>
          <a:xfrm>
            <a:off x="4489791" y="3359004"/>
            <a:ext cx="2192356" cy="332399"/>
          </a:xfrm>
          <a:prstGeom prst="rect">
            <a:avLst/>
          </a:prstGeom>
          <a:noFill/>
        </p:spPr>
        <p:txBody>
          <a:bodyPr wrap="square" lIns="0" tIns="0" rIns="0" bIns="0" rtlCol="0" anchor="ctr">
            <a:spAutoFit/>
          </a:bodyPr>
          <a:lstStyle/>
          <a:p>
            <a:pPr marL="0" marR="0" indent="0" algn="l" defTabSz="931757" rtl="0" eaLnBrk="1" fontAlgn="base" latinLnBrk="0" hangingPunct="1">
              <a:lnSpc>
                <a:spcPct val="90000"/>
              </a:lnSpc>
              <a:spcBef>
                <a:spcPct val="0"/>
              </a:spcBef>
              <a:spcAft>
                <a:spcPct val="0"/>
              </a:spcAft>
              <a:buClrTx/>
              <a:buSzTx/>
              <a:buFontTx/>
              <a:buNone/>
              <a:tabLst/>
            </a:pPr>
            <a:r>
              <a:rPr kumimoji="0" lang="en-US" altLang="ja-JP" sz="1200" b="0" i="0" u="none" strike="noStrike" kern="1200" cap="none" spc="0" normalizeH="0" baseline="0" noProof="0" dirty="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rPr>
              <a:t>Private DNS Resolver </a:t>
            </a:r>
            <a:r>
              <a:rPr kumimoji="0" lang="ja-JP" altLang="en-US" sz="1200" b="0" i="0" u="none" strike="noStrike" kern="1200" cap="none" spc="0" normalizeH="0" baseline="0" noProof="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rPr>
              <a:t>はクエリを</a:t>
            </a:r>
            <a:r>
              <a:rPr lang="en-US" altLang="ja-JP" sz="1200" dirty="0">
                <a:solidFill>
                  <a:srgbClr val="FF0000"/>
                </a:solidFill>
                <a:latin typeface="Yu Gothic UI" panose="020B0500000000000000" pitchFamily="34" charset="-128"/>
                <a:ea typeface="Yu Gothic UI" panose="020B0500000000000000" pitchFamily="34" charset="-128"/>
                <a:cs typeface="Segoe UI" panose="020B0502040204020203" pitchFamily="34" charset="0"/>
              </a:rPr>
              <a:t> Private DNS Zone </a:t>
            </a:r>
            <a:r>
              <a:rPr lang="ja-JP" altLang="en-US" sz="1200">
                <a:solidFill>
                  <a:srgbClr val="FF0000"/>
                </a:solidFill>
                <a:latin typeface="Yu Gothic UI" panose="020B0500000000000000" pitchFamily="34" charset="-128"/>
                <a:ea typeface="Yu Gothic UI" panose="020B0500000000000000" pitchFamily="34" charset="-128"/>
                <a:cs typeface="Segoe UI" panose="020B0502040204020203" pitchFamily="34" charset="0"/>
              </a:rPr>
              <a:t>で解決させる</a:t>
            </a:r>
            <a:endParaRPr kumimoji="0" lang="ja-JP" altLang="en-US" sz="1200" b="0" i="0" u="none" strike="noStrike" kern="1200" cap="none" spc="0" normalizeH="0" baseline="0" noProof="0">
              <a:ln>
                <a:noFill/>
              </a:ln>
              <a:solidFill>
                <a:srgbClr val="FF0000"/>
              </a:solidFill>
              <a:effectLst/>
              <a:uLnTx/>
              <a:uFillTx/>
              <a:latin typeface="Yu Gothic UI" panose="020B0500000000000000" pitchFamily="34" charset="-128"/>
              <a:ea typeface="Yu Gothic UI" panose="020B0500000000000000" pitchFamily="34" charset="-128"/>
              <a:cs typeface="Segoe UI" panose="020B0502040204020203" pitchFamily="34" charset="0"/>
            </a:endParaRPr>
          </a:p>
        </p:txBody>
      </p:sp>
    </p:spTree>
    <p:extLst>
      <p:ext uri="{BB962C8B-B14F-4D97-AF65-F5344CB8AC3E}">
        <p14:creationId xmlns:p14="http://schemas.microsoft.com/office/powerpoint/2010/main" val="872655444"/>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chor="ctr">
        <a:spAutoFit/>
      </a:bodyPr>
      <a:lstStyle>
        <a:defPPr marL="0" marR="0" indent="0" algn="l" defTabSz="931757" rtl="0" eaLnBrk="1" fontAlgn="base" latinLnBrk="0" hangingPunct="1">
          <a:lnSpc>
            <a:spcPct val="90000"/>
          </a:lnSpc>
          <a:spcBef>
            <a:spcPct val="0"/>
          </a:spcBef>
          <a:spcAft>
            <a:spcPct val="0"/>
          </a:spcAft>
          <a:buClrTx/>
          <a:buSzTx/>
          <a:buFontTx/>
          <a:buNone/>
          <a:tabLst/>
          <a:defRPr kumimoji="0" sz="1600" b="0" i="0" u="none" strike="noStrike" kern="1200" cap="none" spc="0" normalizeH="0" baseline="0" noProof="0" smtClean="0">
            <a:ln>
              <a:noFill/>
            </a:ln>
            <a:solidFill>
              <a:srgbClr val="000000">
                <a:lumMod val="85000"/>
                <a:lumOff val="15000"/>
              </a:srgbClr>
            </a:solidFill>
            <a:effectLst/>
            <a:uLnTx/>
            <a:uFillTx/>
            <a:latin typeface="Yu Gothic UI" panose="020B0500000000000000" pitchFamily="34" charset="-128"/>
            <a:ea typeface="Yu Gothic UI" panose="020B0500000000000000" pitchFamily="34" charset="-128"/>
            <a:cs typeface="Segoe UI" panose="020B0502040204020203" pitchFamily="34" charset="0"/>
          </a:defRPr>
        </a:defPPr>
      </a:lstStyle>
    </a:txDef>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8683</TotalTime>
  <Words>3926</Words>
  <Application>Microsoft Macintosh PowerPoint</Application>
  <DocSecurity>0</DocSecurity>
  <PresentationFormat>ワイド画面</PresentationFormat>
  <Paragraphs>714</Paragraphs>
  <Slides>44</Slides>
  <Notes>38</Notes>
  <HiddenSlides>0</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44</vt:i4>
      </vt:variant>
    </vt:vector>
  </HeadingPairs>
  <TitlesOfParts>
    <vt:vector size="54" baseType="lpstr">
      <vt:lpstr>Meiryo UI</vt:lpstr>
      <vt:lpstr>Yu Gothic UI</vt:lpstr>
      <vt:lpstr>Yu Gothic UI Semibold</vt:lpstr>
      <vt:lpstr>游ゴシック</vt:lpstr>
      <vt:lpstr>游ゴシック</vt:lpstr>
      <vt:lpstr>Arial</vt:lpstr>
      <vt:lpstr>Segoe UI</vt:lpstr>
      <vt:lpstr>Segoe UI Semibold</vt:lpstr>
      <vt:lpstr>Wingdings</vt:lpstr>
      <vt:lpstr>Office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hiyam_EX_Tenant_admin</cp:lastModifiedBy>
  <cp:revision>1</cp:revision>
  <dcterms:created xsi:type="dcterms:W3CDTF">2026-05-27T01:15:34Z</dcterms:created>
  <dcterms:modified xsi:type="dcterms:W3CDTF">2026-06-19T14:02:28Z</dcterms:modified>
</cp:coreProperties>
</file>