
<file path=[Content_Types].xml><?xml version="1.0" encoding="utf-8"?>
<Types xmlns="http://schemas.openxmlformats.org/package/2006/content-types">
  <Default Extension="docx" ContentType="application/vnd.openxmlformats-officedocument.wordprocessingml.document"/>
  <Default Extension="emf" ContentType="image/x-emf"/>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260" r:id="rId5"/>
    <p:sldId id="302" r:id="rId6"/>
    <p:sldId id="261" r:id="rId7"/>
    <p:sldId id="262" r:id="rId8"/>
    <p:sldId id="304" r:id="rId9"/>
    <p:sldId id="305" r:id="rId10"/>
    <p:sldId id="306" r:id="rId11"/>
    <p:sldId id="263" r:id="rId12"/>
    <p:sldId id="307" r:id="rId13"/>
    <p:sldId id="264" r:id="rId14"/>
    <p:sldId id="303" r:id="rId15"/>
    <p:sldId id="265" r:id="rId16"/>
    <p:sldId id="308" r:id="rId17"/>
    <p:sldId id="309" r:id="rId18"/>
    <p:sldId id="266" r:id="rId19"/>
    <p:sldId id="310" r:id="rId20"/>
    <p:sldId id="267" r:id="rId21"/>
    <p:sldId id="268" r:id="rId22"/>
    <p:sldId id="269" r:id="rId23"/>
    <p:sldId id="270" r:id="rId24"/>
    <p:sldId id="271" r:id="rId25"/>
    <p:sldId id="272" r:id="rId26"/>
    <p:sldId id="311" r:id="rId27"/>
    <p:sldId id="273" r:id="rId28"/>
    <p:sldId id="274" r:id="rId29"/>
    <p:sldId id="275" r:id="rId30"/>
    <p:sldId id="313" r:id="rId31"/>
    <p:sldId id="312" r:id="rId32"/>
    <p:sldId id="278" r:id="rId33"/>
    <p:sldId id="279" r:id="rId34"/>
    <p:sldId id="314" r:id="rId35"/>
    <p:sldId id="280" r:id="rId36"/>
    <p:sldId id="281" r:id="rId37"/>
    <p:sldId id="282" r:id="rId38"/>
    <p:sldId id="283" r:id="rId39"/>
    <p:sldId id="284" r:id="rId40"/>
    <p:sldId id="315" r:id="rId41"/>
    <p:sldId id="286" r:id="rId42"/>
    <p:sldId id="287" r:id="rId43"/>
    <p:sldId id="288" r:id="rId44"/>
    <p:sldId id="290" r:id="rId45"/>
    <p:sldId id="292" r:id="rId46"/>
    <p:sldId id="293" r:id="rId47"/>
    <p:sldId id="294" r:id="rId48"/>
    <p:sldId id="296" r:id="rId49"/>
    <p:sldId id="299" r:id="rId50"/>
    <p:sldId id="300" r:id="rId5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A81343D-EA76-A54E-9BF9-8CFDF8F4BA40}" v="203" dt="2026-06-01T07:35:31.912"/>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78"/>
    <p:restoredTop sz="94658"/>
  </p:normalViewPr>
  <p:slideViewPr>
    <p:cSldViewPr snapToGrid="0">
      <p:cViewPr varScale="1">
        <p:scale>
          <a:sx n="116" d="100"/>
          <a:sy n="116" d="100"/>
        </p:scale>
        <p:origin x="103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ronari Yamada" userId="e57621f8-ec3c-449e-bb19-001fffcc008e" providerId="ADAL" clId="{BC0BD879-F267-5CCA-8DEA-E3B2DD07DA4E}"/>
    <pc:docChg chg="undo custSel addSld delSld modSld sldOrd">
      <pc:chgData name="Hironari Yamada" userId="e57621f8-ec3c-449e-bb19-001fffcc008e" providerId="ADAL" clId="{BC0BD879-F267-5CCA-8DEA-E3B2DD07DA4E}" dt="2026-06-01T07:35:49.901" v="7393" actId="403"/>
      <pc:docMkLst>
        <pc:docMk/>
      </pc:docMkLst>
      <pc:sldChg chg="delSp modSp mod">
        <pc:chgData name="Hironari Yamada" userId="e57621f8-ec3c-449e-bb19-001fffcc008e" providerId="ADAL" clId="{BC0BD879-F267-5CCA-8DEA-E3B2DD07DA4E}" dt="2026-06-01T01:46:34.728" v="253" actId="478"/>
        <pc:sldMkLst>
          <pc:docMk/>
          <pc:sldMk cId="1186077149" sldId="257"/>
        </pc:sldMkLst>
        <pc:spChg chg="del">
          <ac:chgData name="Hironari Yamada" userId="e57621f8-ec3c-449e-bb19-001fffcc008e" providerId="ADAL" clId="{BC0BD879-F267-5CCA-8DEA-E3B2DD07DA4E}" dt="2026-06-01T01:46:34.728" v="253" actId="478"/>
          <ac:spMkLst>
            <pc:docMk/>
            <pc:sldMk cId="1186077149" sldId="257"/>
            <ac:spMk id="3" creationId="{215ABA3C-8968-4666-954D-0FF39486869C}"/>
          </ac:spMkLst>
        </pc:spChg>
        <pc:spChg chg="mod">
          <ac:chgData name="Hironari Yamada" userId="e57621f8-ec3c-449e-bb19-001fffcc008e" providerId="ADAL" clId="{BC0BD879-F267-5CCA-8DEA-E3B2DD07DA4E}" dt="2026-06-01T01:30:44.626" v="92" actId="403"/>
          <ac:spMkLst>
            <pc:docMk/>
            <pc:sldMk cId="1186077149" sldId="257"/>
            <ac:spMk id="6" creationId="{380A7E71-033F-4C7D-B741-C41BB9493886}"/>
          </ac:spMkLst>
        </pc:spChg>
        <pc:spChg chg="mod">
          <ac:chgData name="Hironari Yamada" userId="e57621f8-ec3c-449e-bb19-001fffcc008e" providerId="ADAL" clId="{BC0BD879-F267-5CCA-8DEA-E3B2DD07DA4E}" dt="2026-06-01T01:31:13.857" v="129" actId="20577"/>
          <ac:spMkLst>
            <pc:docMk/>
            <pc:sldMk cId="1186077149" sldId="257"/>
            <ac:spMk id="8" creationId="{19C42695-A401-4B6B-AAFC-6124F0D5C10E}"/>
          </ac:spMkLst>
        </pc:spChg>
        <pc:spChg chg="mod">
          <ac:chgData name="Hironari Yamada" userId="e57621f8-ec3c-449e-bb19-001fffcc008e" providerId="ADAL" clId="{BC0BD879-F267-5CCA-8DEA-E3B2DD07DA4E}" dt="2026-06-01T01:31:17.609" v="137" actId="20577"/>
          <ac:spMkLst>
            <pc:docMk/>
            <pc:sldMk cId="1186077149" sldId="257"/>
            <ac:spMk id="13" creationId="{58995B95-9B85-4695-B4E9-C8991AE4131C}"/>
          </ac:spMkLst>
        </pc:spChg>
        <pc:spChg chg="mod">
          <ac:chgData name="Hironari Yamada" userId="e57621f8-ec3c-449e-bb19-001fffcc008e" providerId="ADAL" clId="{BC0BD879-F267-5CCA-8DEA-E3B2DD07DA4E}" dt="2026-06-01T01:30:44.626" v="92" actId="403"/>
          <ac:spMkLst>
            <pc:docMk/>
            <pc:sldMk cId="1186077149" sldId="257"/>
            <ac:spMk id="15" creationId="{AFAA0059-F04D-4767-973B-4E185C7C6B05}"/>
          </ac:spMkLst>
        </pc:spChg>
        <pc:spChg chg="mod">
          <ac:chgData name="Hironari Yamada" userId="e57621f8-ec3c-449e-bb19-001fffcc008e" providerId="ADAL" clId="{BC0BD879-F267-5CCA-8DEA-E3B2DD07DA4E}" dt="2026-06-01T01:30:44.626" v="92" actId="403"/>
          <ac:spMkLst>
            <pc:docMk/>
            <pc:sldMk cId="1186077149" sldId="257"/>
            <ac:spMk id="16" creationId="{4DB7D9AA-CC66-434C-8553-E773EB50636D}"/>
          </ac:spMkLst>
        </pc:spChg>
        <pc:spChg chg="mod">
          <ac:chgData name="Hironari Yamada" userId="e57621f8-ec3c-449e-bb19-001fffcc008e" providerId="ADAL" clId="{BC0BD879-F267-5CCA-8DEA-E3B2DD07DA4E}" dt="2026-06-01T01:31:22.116" v="145" actId="20577"/>
          <ac:spMkLst>
            <pc:docMk/>
            <pc:sldMk cId="1186077149" sldId="257"/>
            <ac:spMk id="18" creationId="{234F552D-F3BB-4E12-BFC0-3C166A8402E0}"/>
          </ac:spMkLst>
        </pc:spChg>
        <pc:spChg chg="mod">
          <ac:chgData name="Hironari Yamada" userId="e57621f8-ec3c-449e-bb19-001fffcc008e" providerId="ADAL" clId="{BC0BD879-F267-5CCA-8DEA-E3B2DD07DA4E}" dt="2026-06-01T01:30:44.626" v="92" actId="403"/>
          <ac:spMkLst>
            <pc:docMk/>
            <pc:sldMk cId="1186077149" sldId="257"/>
            <ac:spMk id="19" creationId="{A701E741-8BBA-46D5-A16B-7F43B5360B68}"/>
          </ac:spMkLst>
        </pc:spChg>
        <pc:spChg chg="mod">
          <ac:chgData name="Hironari Yamada" userId="e57621f8-ec3c-449e-bb19-001fffcc008e" providerId="ADAL" clId="{BC0BD879-F267-5CCA-8DEA-E3B2DD07DA4E}" dt="2026-06-01T01:30:44.626" v="92" actId="403"/>
          <ac:spMkLst>
            <pc:docMk/>
            <pc:sldMk cId="1186077149" sldId="257"/>
            <ac:spMk id="21" creationId="{76B60639-B024-4805-B031-10A7DB3606B7}"/>
          </ac:spMkLst>
        </pc:spChg>
        <pc:spChg chg="mod">
          <ac:chgData name="Hironari Yamada" userId="e57621f8-ec3c-449e-bb19-001fffcc008e" providerId="ADAL" clId="{BC0BD879-F267-5CCA-8DEA-E3B2DD07DA4E}" dt="2026-06-01T01:30:44.626" v="92" actId="403"/>
          <ac:spMkLst>
            <pc:docMk/>
            <pc:sldMk cId="1186077149" sldId="257"/>
            <ac:spMk id="22" creationId="{A7FE47EF-40F3-4B12-8189-BAFE316BE289}"/>
          </ac:spMkLst>
        </pc:spChg>
        <pc:spChg chg="mod">
          <ac:chgData name="Hironari Yamada" userId="e57621f8-ec3c-449e-bb19-001fffcc008e" providerId="ADAL" clId="{BC0BD879-F267-5CCA-8DEA-E3B2DD07DA4E}" dt="2026-06-01T01:31:26.221" v="153" actId="20577"/>
          <ac:spMkLst>
            <pc:docMk/>
            <pc:sldMk cId="1186077149" sldId="257"/>
            <ac:spMk id="23" creationId="{07028301-CDAC-4905-8AE9-838CEC6B2ADA}"/>
          </ac:spMkLst>
        </pc:spChg>
        <pc:spChg chg="mod">
          <ac:chgData name="Hironari Yamada" userId="e57621f8-ec3c-449e-bb19-001fffcc008e" providerId="ADAL" clId="{BC0BD879-F267-5CCA-8DEA-E3B2DD07DA4E}" dt="2026-06-01T01:30:52.160" v="104" actId="20577"/>
          <ac:spMkLst>
            <pc:docMk/>
            <pc:sldMk cId="1186077149" sldId="257"/>
            <ac:spMk id="24" creationId="{393CDDB1-E5BA-441B-927D-222050358892}"/>
          </ac:spMkLst>
        </pc:spChg>
        <pc:spChg chg="mod">
          <ac:chgData name="Hironari Yamada" userId="e57621f8-ec3c-449e-bb19-001fffcc008e" providerId="ADAL" clId="{BC0BD879-F267-5CCA-8DEA-E3B2DD07DA4E}" dt="2026-06-01T01:30:44.626" v="92" actId="403"/>
          <ac:spMkLst>
            <pc:docMk/>
            <pc:sldMk cId="1186077149" sldId="257"/>
            <ac:spMk id="25" creationId="{8F9D1949-0EED-437A-A730-763C16F2978F}"/>
          </ac:spMkLst>
        </pc:spChg>
        <pc:spChg chg="del">
          <ac:chgData name="Hironari Yamada" userId="e57621f8-ec3c-449e-bb19-001fffcc008e" providerId="ADAL" clId="{BC0BD879-F267-5CCA-8DEA-E3B2DD07DA4E}" dt="2026-06-01T01:46:34.728" v="253" actId="478"/>
          <ac:spMkLst>
            <pc:docMk/>
            <pc:sldMk cId="1186077149" sldId="257"/>
            <ac:spMk id="26" creationId="{7F0A8CC4-1FBE-4474-94B3-F1D877176992}"/>
          </ac:spMkLst>
        </pc:spChg>
        <pc:spChg chg="mod">
          <ac:chgData name="Hironari Yamada" userId="e57621f8-ec3c-449e-bb19-001fffcc008e" providerId="ADAL" clId="{BC0BD879-F267-5CCA-8DEA-E3B2DD07DA4E}" dt="2026-06-01T01:31:09.628" v="119" actId="20577"/>
          <ac:spMkLst>
            <pc:docMk/>
            <pc:sldMk cId="1186077149" sldId="257"/>
            <ac:spMk id="27" creationId="{35530251-992A-4156-B83D-4C1DDE9EBC6A}"/>
          </ac:spMkLst>
        </pc:spChg>
      </pc:sldChg>
      <pc:sldChg chg="addSp delSp modSp mod">
        <pc:chgData name="Hironari Yamada" userId="e57621f8-ec3c-449e-bb19-001fffcc008e" providerId="ADAL" clId="{BC0BD879-F267-5CCA-8DEA-E3B2DD07DA4E}" dt="2026-06-01T01:46:40.877" v="254" actId="478"/>
        <pc:sldMkLst>
          <pc:docMk/>
          <pc:sldMk cId="1186077149" sldId="258"/>
        </pc:sldMkLst>
        <pc:spChg chg="del">
          <ac:chgData name="Hironari Yamada" userId="e57621f8-ec3c-449e-bb19-001fffcc008e" providerId="ADAL" clId="{BC0BD879-F267-5CCA-8DEA-E3B2DD07DA4E}" dt="2026-06-01T01:46:40.877" v="254" actId="478"/>
          <ac:spMkLst>
            <pc:docMk/>
            <pc:sldMk cId="1186077149" sldId="258"/>
            <ac:spMk id="3" creationId="{A37FC832-DBB8-40EB-937C-D01DD777FD15}"/>
          </ac:spMkLst>
        </pc:spChg>
        <pc:spChg chg="del">
          <ac:chgData name="Hironari Yamada" userId="e57621f8-ec3c-449e-bb19-001fffcc008e" providerId="ADAL" clId="{BC0BD879-F267-5CCA-8DEA-E3B2DD07DA4E}" dt="2026-06-01T01:25:46.387" v="0" actId="478"/>
          <ac:spMkLst>
            <pc:docMk/>
            <pc:sldMk cId="1186077149" sldId="258"/>
            <ac:spMk id="6" creationId="{8E43CE41-5392-4D4F-A81A-760A6037981A}"/>
          </ac:spMkLst>
        </pc:spChg>
        <pc:spChg chg="del">
          <ac:chgData name="Hironari Yamada" userId="e57621f8-ec3c-449e-bb19-001fffcc008e" providerId="ADAL" clId="{BC0BD879-F267-5CCA-8DEA-E3B2DD07DA4E}" dt="2026-06-01T01:25:46.387" v="0" actId="478"/>
          <ac:spMkLst>
            <pc:docMk/>
            <pc:sldMk cId="1186077149" sldId="258"/>
            <ac:spMk id="7" creationId="{BF6EFBB1-953C-4775-B8EE-B70E2DD4D269}"/>
          </ac:spMkLst>
        </pc:spChg>
        <pc:spChg chg="del">
          <ac:chgData name="Hironari Yamada" userId="e57621f8-ec3c-449e-bb19-001fffcc008e" providerId="ADAL" clId="{BC0BD879-F267-5CCA-8DEA-E3B2DD07DA4E}" dt="2026-06-01T01:25:46.387" v="0" actId="478"/>
          <ac:spMkLst>
            <pc:docMk/>
            <pc:sldMk cId="1186077149" sldId="258"/>
            <ac:spMk id="8" creationId="{1D042785-E752-43F3-ADA1-2F441F231DB9}"/>
          </ac:spMkLst>
        </pc:spChg>
        <pc:spChg chg="del">
          <ac:chgData name="Hironari Yamada" userId="e57621f8-ec3c-449e-bb19-001fffcc008e" providerId="ADAL" clId="{BC0BD879-F267-5CCA-8DEA-E3B2DD07DA4E}" dt="2026-06-01T01:25:46.387" v="0" actId="478"/>
          <ac:spMkLst>
            <pc:docMk/>
            <pc:sldMk cId="1186077149" sldId="258"/>
            <ac:spMk id="9" creationId="{36DCDEC3-AC1A-44C6-BCFD-788FE13CE391}"/>
          </ac:spMkLst>
        </pc:spChg>
        <pc:spChg chg="del">
          <ac:chgData name="Hironari Yamada" userId="e57621f8-ec3c-449e-bb19-001fffcc008e" providerId="ADAL" clId="{BC0BD879-F267-5CCA-8DEA-E3B2DD07DA4E}" dt="2026-06-01T01:25:46.387" v="0" actId="478"/>
          <ac:spMkLst>
            <pc:docMk/>
            <pc:sldMk cId="1186077149" sldId="258"/>
            <ac:spMk id="10" creationId="{C144C09E-FF28-40A0-8035-1A12547C939F}"/>
          </ac:spMkLst>
        </pc:spChg>
        <pc:spChg chg="del">
          <ac:chgData name="Hironari Yamada" userId="e57621f8-ec3c-449e-bb19-001fffcc008e" providerId="ADAL" clId="{BC0BD879-F267-5CCA-8DEA-E3B2DD07DA4E}" dt="2026-06-01T01:25:46.387" v="0" actId="478"/>
          <ac:spMkLst>
            <pc:docMk/>
            <pc:sldMk cId="1186077149" sldId="258"/>
            <ac:spMk id="11" creationId="{A8D58A6D-D793-4496-82A9-694F9DD940BF}"/>
          </ac:spMkLst>
        </pc:spChg>
        <pc:spChg chg="del">
          <ac:chgData name="Hironari Yamada" userId="e57621f8-ec3c-449e-bb19-001fffcc008e" providerId="ADAL" clId="{BC0BD879-F267-5CCA-8DEA-E3B2DD07DA4E}" dt="2026-06-01T01:25:46.387" v="0" actId="478"/>
          <ac:spMkLst>
            <pc:docMk/>
            <pc:sldMk cId="1186077149" sldId="258"/>
            <ac:spMk id="12" creationId="{27B6741C-CB2A-4A2D-A74E-94F7DC54BF57}"/>
          </ac:spMkLst>
        </pc:spChg>
        <pc:spChg chg="del">
          <ac:chgData name="Hironari Yamada" userId="e57621f8-ec3c-449e-bb19-001fffcc008e" providerId="ADAL" clId="{BC0BD879-F267-5CCA-8DEA-E3B2DD07DA4E}" dt="2026-06-01T01:25:46.387" v="0" actId="478"/>
          <ac:spMkLst>
            <pc:docMk/>
            <pc:sldMk cId="1186077149" sldId="258"/>
            <ac:spMk id="13" creationId="{F69E8553-1D81-413D-B275-0B78246FD992}"/>
          </ac:spMkLst>
        </pc:spChg>
        <pc:spChg chg="del">
          <ac:chgData name="Hironari Yamada" userId="e57621f8-ec3c-449e-bb19-001fffcc008e" providerId="ADAL" clId="{BC0BD879-F267-5CCA-8DEA-E3B2DD07DA4E}" dt="2026-06-01T01:46:40.877" v="254" actId="478"/>
          <ac:spMkLst>
            <pc:docMk/>
            <pc:sldMk cId="1186077149" sldId="258"/>
            <ac:spMk id="14" creationId="{4BC74250-1B6A-4941-9FF7-3FEE4C11E101}"/>
          </ac:spMkLst>
        </pc:spChg>
        <pc:spChg chg="add mod">
          <ac:chgData name="Hironari Yamada" userId="e57621f8-ec3c-449e-bb19-001fffcc008e" providerId="ADAL" clId="{BC0BD879-F267-5CCA-8DEA-E3B2DD07DA4E}" dt="2026-06-01T01:25:54.022" v="1"/>
          <ac:spMkLst>
            <pc:docMk/>
            <pc:sldMk cId="1186077149" sldId="258"/>
            <ac:spMk id="17" creationId="{5A7DBDAE-3D63-D7ED-ADBE-0A8068D8CE13}"/>
          </ac:spMkLst>
        </pc:spChg>
        <pc:spChg chg="add mod">
          <ac:chgData name="Hironari Yamada" userId="e57621f8-ec3c-449e-bb19-001fffcc008e" providerId="ADAL" clId="{BC0BD879-F267-5CCA-8DEA-E3B2DD07DA4E}" dt="2026-06-01T01:25:54.022" v="1"/>
          <ac:spMkLst>
            <pc:docMk/>
            <pc:sldMk cId="1186077149" sldId="258"/>
            <ac:spMk id="22" creationId="{6BDA3482-0C85-235B-CA57-B41F9C8045DF}"/>
          </ac:spMkLst>
        </pc:spChg>
        <pc:spChg chg="add mod">
          <ac:chgData name="Hironari Yamada" userId="e57621f8-ec3c-449e-bb19-001fffcc008e" providerId="ADAL" clId="{BC0BD879-F267-5CCA-8DEA-E3B2DD07DA4E}" dt="2026-06-01T01:25:54.022" v="1"/>
          <ac:spMkLst>
            <pc:docMk/>
            <pc:sldMk cId="1186077149" sldId="258"/>
            <ac:spMk id="23" creationId="{8030A32A-CA25-421F-F51B-B57F4C5E7A3E}"/>
          </ac:spMkLst>
        </pc:spChg>
        <pc:spChg chg="add mod">
          <ac:chgData name="Hironari Yamada" userId="e57621f8-ec3c-449e-bb19-001fffcc008e" providerId="ADAL" clId="{BC0BD879-F267-5CCA-8DEA-E3B2DD07DA4E}" dt="2026-06-01T01:25:54.022" v="1"/>
          <ac:spMkLst>
            <pc:docMk/>
            <pc:sldMk cId="1186077149" sldId="258"/>
            <ac:spMk id="24" creationId="{07C2B5F8-261F-5E81-6B49-0A6DEECFDB35}"/>
          </ac:spMkLst>
        </pc:spChg>
        <pc:spChg chg="add mod">
          <ac:chgData name="Hironari Yamada" userId="e57621f8-ec3c-449e-bb19-001fffcc008e" providerId="ADAL" clId="{BC0BD879-F267-5CCA-8DEA-E3B2DD07DA4E}" dt="2026-06-01T01:25:54.022" v="1"/>
          <ac:spMkLst>
            <pc:docMk/>
            <pc:sldMk cId="1186077149" sldId="258"/>
            <ac:spMk id="25" creationId="{84DE8D39-486F-C1CC-C81C-516DB5B94B89}"/>
          </ac:spMkLst>
        </pc:spChg>
        <pc:spChg chg="add mod">
          <ac:chgData name="Hironari Yamada" userId="e57621f8-ec3c-449e-bb19-001fffcc008e" providerId="ADAL" clId="{BC0BD879-F267-5CCA-8DEA-E3B2DD07DA4E}" dt="2026-06-01T01:25:54.022" v="1"/>
          <ac:spMkLst>
            <pc:docMk/>
            <pc:sldMk cId="1186077149" sldId="258"/>
            <ac:spMk id="26" creationId="{14426BCA-8482-1978-6C24-95D2256B74D2}"/>
          </ac:spMkLst>
        </pc:spChg>
        <pc:spChg chg="add mod">
          <ac:chgData name="Hironari Yamada" userId="e57621f8-ec3c-449e-bb19-001fffcc008e" providerId="ADAL" clId="{BC0BD879-F267-5CCA-8DEA-E3B2DD07DA4E}" dt="2026-06-01T01:25:54.022" v="1"/>
          <ac:spMkLst>
            <pc:docMk/>
            <pc:sldMk cId="1186077149" sldId="258"/>
            <ac:spMk id="30" creationId="{06927102-A974-64E8-3158-C017E3849724}"/>
          </ac:spMkLst>
        </pc:spChg>
        <pc:spChg chg="add mod">
          <ac:chgData name="Hironari Yamada" userId="e57621f8-ec3c-449e-bb19-001fffcc008e" providerId="ADAL" clId="{BC0BD879-F267-5CCA-8DEA-E3B2DD07DA4E}" dt="2026-06-01T01:25:54.022" v="1"/>
          <ac:spMkLst>
            <pc:docMk/>
            <pc:sldMk cId="1186077149" sldId="258"/>
            <ac:spMk id="38" creationId="{3D3CCE14-4D27-7818-F2FC-C8AEFB674E26}"/>
          </ac:spMkLst>
        </pc:spChg>
        <pc:spChg chg="add mod">
          <ac:chgData name="Hironari Yamada" userId="e57621f8-ec3c-449e-bb19-001fffcc008e" providerId="ADAL" clId="{BC0BD879-F267-5CCA-8DEA-E3B2DD07DA4E}" dt="2026-06-01T01:25:54.022" v="1"/>
          <ac:spMkLst>
            <pc:docMk/>
            <pc:sldMk cId="1186077149" sldId="258"/>
            <ac:spMk id="41" creationId="{6A18B1A9-5980-33D9-464A-02982BC3EF09}"/>
          </ac:spMkLst>
        </pc:spChg>
        <pc:spChg chg="add mod">
          <ac:chgData name="Hironari Yamada" userId="e57621f8-ec3c-449e-bb19-001fffcc008e" providerId="ADAL" clId="{BC0BD879-F267-5CCA-8DEA-E3B2DD07DA4E}" dt="2026-06-01T01:25:54.022" v="1"/>
          <ac:spMkLst>
            <pc:docMk/>
            <pc:sldMk cId="1186077149" sldId="258"/>
            <ac:spMk id="43" creationId="{34140946-B951-4FE6-DC51-661DDBD70E0B}"/>
          </ac:spMkLst>
        </pc:spChg>
      </pc:sldChg>
      <pc:sldChg chg="del">
        <pc:chgData name="Hironari Yamada" userId="e57621f8-ec3c-449e-bb19-001fffcc008e" providerId="ADAL" clId="{BC0BD879-F267-5CCA-8DEA-E3B2DD07DA4E}" dt="2026-06-01T01:26:03.257" v="2" actId="2696"/>
        <pc:sldMkLst>
          <pc:docMk/>
          <pc:sldMk cId="1186077149" sldId="259"/>
        </pc:sldMkLst>
      </pc:sldChg>
      <pc:sldChg chg="delSp modSp mod">
        <pc:chgData name="Hironari Yamada" userId="e57621f8-ec3c-449e-bb19-001fffcc008e" providerId="ADAL" clId="{BC0BD879-F267-5CCA-8DEA-E3B2DD07DA4E}" dt="2026-06-01T01:46:46.338" v="255" actId="478"/>
        <pc:sldMkLst>
          <pc:docMk/>
          <pc:sldMk cId="1186077149" sldId="260"/>
        </pc:sldMkLst>
        <pc:spChg chg="del">
          <ac:chgData name="Hironari Yamada" userId="e57621f8-ec3c-449e-bb19-001fffcc008e" providerId="ADAL" clId="{BC0BD879-F267-5CCA-8DEA-E3B2DD07DA4E}" dt="2026-06-01T01:46:46.338" v="255" actId="478"/>
          <ac:spMkLst>
            <pc:docMk/>
            <pc:sldMk cId="1186077149" sldId="260"/>
            <ac:spMk id="3" creationId="{F2D711AE-1B03-4364-B8BB-B324A68BD32A}"/>
          </ac:spMkLst>
        </pc:spChg>
        <pc:spChg chg="mod">
          <ac:chgData name="Hironari Yamada" userId="e57621f8-ec3c-449e-bb19-001fffcc008e" providerId="ADAL" clId="{BC0BD879-F267-5CCA-8DEA-E3B2DD07DA4E}" dt="2026-06-01T01:26:12.999" v="6" actId="403"/>
          <ac:spMkLst>
            <pc:docMk/>
            <pc:sldMk cId="1186077149" sldId="260"/>
            <ac:spMk id="10" creationId="{FC0E0142-F966-4E09-8E8A-79157EF029F7}"/>
          </ac:spMkLst>
        </pc:spChg>
        <pc:spChg chg="mod">
          <ac:chgData name="Hironari Yamada" userId="e57621f8-ec3c-449e-bb19-001fffcc008e" providerId="ADAL" clId="{BC0BD879-F267-5CCA-8DEA-E3B2DD07DA4E}" dt="2026-06-01T01:26:12.999" v="6" actId="403"/>
          <ac:spMkLst>
            <pc:docMk/>
            <pc:sldMk cId="1186077149" sldId="260"/>
            <ac:spMk id="13" creationId="{8A98ADE2-B55A-43AF-BE16-C0649709F53C}"/>
          </ac:spMkLst>
        </pc:spChg>
        <pc:spChg chg="mod">
          <ac:chgData name="Hironari Yamada" userId="e57621f8-ec3c-449e-bb19-001fffcc008e" providerId="ADAL" clId="{BC0BD879-F267-5CCA-8DEA-E3B2DD07DA4E}" dt="2026-06-01T01:26:12.999" v="6" actId="403"/>
          <ac:spMkLst>
            <pc:docMk/>
            <pc:sldMk cId="1186077149" sldId="260"/>
            <ac:spMk id="14" creationId="{7EEB80C0-8B61-4CEF-9B4C-AED64B0B8692}"/>
          </ac:spMkLst>
        </pc:spChg>
        <pc:spChg chg="mod">
          <ac:chgData name="Hironari Yamada" userId="e57621f8-ec3c-449e-bb19-001fffcc008e" providerId="ADAL" clId="{BC0BD879-F267-5CCA-8DEA-E3B2DD07DA4E}" dt="2026-06-01T01:26:12.999" v="6" actId="403"/>
          <ac:spMkLst>
            <pc:docMk/>
            <pc:sldMk cId="1186077149" sldId="260"/>
            <ac:spMk id="15" creationId="{89E9456B-A5C7-4132-BDE8-00CA7F910D94}"/>
          </ac:spMkLst>
        </pc:spChg>
        <pc:spChg chg="mod">
          <ac:chgData name="Hironari Yamada" userId="e57621f8-ec3c-449e-bb19-001fffcc008e" providerId="ADAL" clId="{BC0BD879-F267-5CCA-8DEA-E3B2DD07DA4E}" dt="2026-06-01T01:26:12.999" v="6" actId="403"/>
          <ac:spMkLst>
            <pc:docMk/>
            <pc:sldMk cId="1186077149" sldId="260"/>
            <ac:spMk id="17" creationId="{52944795-6A78-4A0E-9804-552950E553E5}"/>
          </ac:spMkLst>
        </pc:spChg>
        <pc:spChg chg="mod">
          <ac:chgData name="Hironari Yamada" userId="e57621f8-ec3c-449e-bb19-001fffcc008e" providerId="ADAL" clId="{BC0BD879-F267-5CCA-8DEA-E3B2DD07DA4E}" dt="2026-06-01T01:26:12.999" v="6" actId="403"/>
          <ac:spMkLst>
            <pc:docMk/>
            <pc:sldMk cId="1186077149" sldId="260"/>
            <ac:spMk id="18" creationId="{CC942FFD-2D7C-48FC-B41E-74E5083688BF}"/>
          </ac:spMkLst>
        </pc:spChg>
        <pc:spChg chg="mod">
          <ac:chgData name="Hironari Yamada" userId="e57621f8-ec3c-449e-bb19-001fffcc008e" providerId="ADAL" clId="{BC0BD879-F267-5CCA-8DEA-E3B2DD07DA4E}" dt="2026-06-01T01:26:12.999" v="6" actId="403"/>
          <ac:spMkLst>
            <pc:docMk/>
            <pc:sldMk cId="1186077149" sldId="260"/>
            <ac:spMk id="21" creationId="{BA18ADAD-3151-40AE-ACC3-9BC6D14EE2F7}"/>
          </ac:spMkLst>
        </pc:spChg>
        <pc:spChg chg="mod">
          <ac:chgData name="Hironari Yamada" userId="e57621f8-ec3c-449e-bb19-001fffcc008e" providerId="ADAL" clId="{BC0BD879-F267-5CCA-8DEA-E3B2DD07DA4E}" dt="2026-06-01T01:26:12.999" v="6" actId="403"/>
          <ac:spMkLst>
            <pc:docMk/>
            <pc:sldMk cId="1186077149" sldId="260"/>
            <ac:spMk id="22" creationId="{29B9CF1C-7367-4CA7-A366-10B3D0FCA818}"/>
          </ac:spMkLst>
        </pc:spChg>
        <pc:spChg chg="mod">
          <ac:chgData name="Hironari Yamada" userId="e57621f8-ec3c-449e-bb19-001fffcc008e" providerId="ADAL" clId="{BC0BD879-F267-5CCA-8DEA-E3B2DD07DA4E}" dt="2026-06-01T01:26:12.999" v="6" actId="403"/>
          <ac:spMkLst>
            <pc:docMk/>
            <pc:sldMk cId="1186077149" sldId="260"/>
            <ac:spMk id="23" creationId="{FD859892-89D2-4BD7-9985-1C6DA93198C4}"/>
          </ac:spMkLst>
        </pc:spChg>
        <pc:spChg chg="mod">
          <ac:chgData name="Hironari Yamada" userId="e57621f8-ec3c-449e-bb19-001fffcc008e" providerId="ADAL" clId="{BC0BD879-F267-5CCA-8DEA-E3B2DD07DA4E}" dt="2026-06-01T01:26:12.999" v="6" actId="403"/>
          <ac:spMkLst>
            <pc:docMk/>
            <pc:sldMk cId="1186077149" sldId="260"/>
            <ac:spMk id="25" creationId="{0E85E0D7-2E0C-4361-A405-8CF53F417567}"/>
          </ac:spMkLst>
        </pc:spChg>
        <pc:spChg chg="del">
          <ac:chgData name="Hironari Yamada" userId="e57621f8-ec3c-449e-bb19-001fffcc008e" providerId="ADAL" clId="{BC0BD879-F267-5CCA-8DEA-E3B2DD07DA4E}" dt="2026-06-01T01:46:46.338" v="255" actId="478"/>
          <ac:spMkLst>
            <pc:docMk/>
            <pc:sldMk cId="1186077149" sldId="260"/>
            <ac:spMk id="26" creationId="{24929DA4-4D94-4454-A4B8-2D6B4502E4B4}"/>
          </ac:spMkLst>
        </pc:spChg>
      </pc:sldChg>
      <pc:sldChg chg="addSp delSp modSp mod">
        <pc:chgData name="Hironari Yamada" userId="e57621f8-ec3c-449e-bb19-001fffcc008e" providerId="ADAL" clId="{BC0BD879-F267-5CCA-8DEA-E3B2DD07DA4E}" dt="2026-06-01T04:47:06.526" v="1895"/>
        <pc:sldMkLst>
          <pc:docMk/>
          <pc:sldMk cId="1186077149" sldId="261"/>
        </pc:sldMkLst>
        <pc:spChg chg="del">
          <ac:chgData name="Hironari Yamada" userId="e57621f8-ec3c-449e-bb19-001fffcc008e" providerId="ADAL" clId="{BC0BD879-F267-5CCA-8DEA-E3B2DD07DA4E}" dt="2026-06-01T01:46:57.227" v="257" actId="478"/>
          <ac:spMkLst>
            <pc:docMk/>
            <pc:sldMk cId="1186077149" sldId="261"/>
            <ac:spMk id="3" creationId="{9066AF89-DA63-47EA-8F72-FFAA23326E41}"/>
          </ac:spMkLst>
        </pc:spChg>
        <pc:spChg chg="del">
          <ac:chgData name="Hironari Yamada" userId="e57621f8-ec3c-449e-bb19-001fffcc008e" providerId="ADAL" clId="{BC0BD879-F267-5CCA-8DEA-E3B2DD07DA4E}" dt="2026-06-01T01:46:57.227" v="257" actId="478"/>
          <ac:spMkLst>
            <pc:docMk/>
            <pc:sldMk cId="1186077149" sldId="261"/>
            <ac:spMk id="8" creationId="{7609CA6D-DCCD-4F27-BE5D-C593C16814ED}"/>
          </ac:spMkLst>
        </pc:spChg>
        <pc:spChg chg="add mod">
          <ac:chgData name="Hironari Yamada" userId="e57621f8-ec3c-449e-bb19-001fffcc008e" providerId="ADAL" clId="{BC0BD879-F267-5CCA-8DEA-E3B2DD07DA4E}" dt="2026-06-01T01:31:51.496" v="156" actId="1076"/>
          <ac:spMkLst>
            <pc:docMk/>
            <pc:sldMk cId="1186077149" sldId="261"/>
            <ac:spMk id="11" creationId="{CC734329-52C3-D3E0-CCCF-5C2A0EFC2B37}"/>
          </ac:spMkLst>
        </pc:spChg>
        <pc:spChg chg="add mod">
          <ac:chgData name="Hironari Yamada" userId="e57621f8-ec3c-449e-bb19-001fffcc008e" providerId="ADAL" clId="{BC0BD879-F267-5CCA-8DEA-E3B2DD07DA4E}" dt="2026-06-01T01:31:51.496" v="156" actId="1076"/>
          <ac:spMkLst>
            <pc:docMk/>
            <pc:sldMk cId="1186077149" sldId="261"/>
            <ac:spMk id="12" creationId="{1086A695-879F-4061-DCBA-D2BFB92386EE}"/>
          </ac:spMkLst>
        </pc:spChg>
        <pc:spChg chg="add mod">
          <ac:chgData name="Hironari Yamada" userId="e57621f8-ec3c-449e-bb19-001fffcc008e" providerId="ADAL" clId="{BC0BD879-F267-5CCA-8DEA-E3B2DD07DA4E}" dt="2026-06-01T01:31:51.496" v="156" actId="1076"/>
          <ac:spMkLst>
            <pc:docMk/>
            <pc:sldMk cId="1186077149" sldId="261"/>
            <ac:spMk id="21" creationId="{6298BFFD-89E6-B0C2-C07B-5F09C02FB936}"/>
          </ac:spMkLst>
        </pc:spChg>
        <pc:spChg chg="add mod">
          <ac:chgData name="Hironari Yamada" userId="e57621f8-ec3c-449e-bb19-001fffcc008e" providerId="ADAL" clId="{BC0BD879-F267-5CCA-8DEA-E3B2DD07DA4E}" dt="2026-06-01T01:31:51.496" v="156" actId="1076"/>
          <ac:spMkLst>
            <pc:docMk/>
            <pc:sldMk cId="1186077149" sldId="261"/>
            <ac:spMk id="27" creationId="{889A4E06-5F24-662C-E3D5-141C01A1DA8C}"/>
          </ac:spMkLst>
        </pc:spChg>
        <pc:spChg chg="add mod">
          <ac:chgData name="Hironari Yamada" userId="e57621f8-ec3c-449e-bb19-001fffcc008e" providerId="ADAL" clId="{BC0BD879-F267-5CCA-8DEA-E3B2DD07DA4E}" dt="2026-06-01T01:31:51.496" v="156" actId="1076"/>
          <ac:spMkLst>
            <pc:docMk/>
            <pc:sldMk cId="1186077149" sldId="261"/>
            <ac:spMk id="28" creationId="{B0361493-1CC8-1624-D619-DFE8C9D45A98}"/>
          </ac:spMkLst>
        </pc:spChg>
        <pc:spChg chg="add mod">
          <ac:chgData name="Hironari Yamada" userId="e57621f8-ec3c-449e-bb19-001fffcc008e" providerId="ADAL" clId="{BC0BD879-F267-5CCA-8DEA-E3B2DD07DA4E}" dt="2026-06-01T01:31:51.496" v="156" actId="1076"/>
          <ac:spMkLst>
            <pc:docMk/>
            <pc:sldMk cId="1186077149" sldId="261"/>
            <ac:spMk id="31" creationId="{2589D822-EB2A-0FAF-21AC-BDF4BFA3DD38}"/>
          </ac:spMkLst>
        </pc:spChg>
        <pc:spChg chg="add mod">
          <ac:chgData name="Hironari Yamada" userId="e57621f8-ec3c-449e-bb19-001fffcc008e" providerId="ADAL" clId="{BC0BD879-F267-5CCA-8DEA-E3B2DD07DA4E}" dt="2026-06-01T01:31:51.496" v="156" actId="1076"/>
          <ac:spMkLst>
            <pc:docMk/>
            <pc:sldMk cId="1186077149" sldId="261"/>
            <ac:spMk id="32" creationId="{109CA1D1-3ECB-A636-E99D-6816BFE4C5F4}"/>
          </ac:spMkLst>
        </pc:spChg>
        <pc:spChg chg="add mod">
          <ac:chgData name="Hironari Yamada" userId="e57621f8-ec3c-449e-bb19-001fffcc008e" providerId="ADAL" clId="{BC0BD879-F267-5CCA-8DEA-E3B2DD07DA4E}" dt="2026-06-01T01:31:51.496" v="156" actId="1076"/>
          <ac:spMkLst>
            <pc:docMk/>
            <pc:sldMk cId="1186077149" sldId="261"/>
            <ac:spMk id="33" creationId="{C3CC1311-7737-99F1-20C3-A3632FBDF7BC}"/>
          </ac:spMkLst>
        </pc:spChg>
        <pc:spChg chg="add mod">
          <ac:chgData name="Hironari Yamada" userId="e57621f8-ec3c-449e-bb19-001fffcc008e" providerId="ADAL" clId="{BC0BD879-F267-5CCA-8DEA-E3B2DD07DA4E}" dt="2026-06-01T01:31:51.496" v="156" actId="1076"/>
          <ac:spMkLst>
            <pc:docMk/>
            <pc:sldMk cId="1186077149" sldId="261"/>
            <ac:spMk id="36" creationId="{D0B4D5D0-3330-2769-0D00-EFCAA9E023BB}"/>
          </ac:spMkLst>
        </pc:spChg>
        <pc:spChg chg="add mod">
          <ac:chgData name="Hironari Yamada" userId="e57621f8-ec3c-449e-bb19-001fffcc008e" providerId="ADAL" clId="{BC0BD879-F267-5CCA-8DEA-E3B2DD07DA4E}" dt="2026-06-01T01:31:51.496" v="156" actId="1076"/>
          <ac:spMkLst>
            <pc:docMk/>
            <pc:sldMk cId="1186077149" sldId="261"/>
            <ac:spMk id="37" creationId="{E1402093-FBF2-CAC5-9C2B-CB22E1B919EC}"/>
          </ac:spMkLst>
        </pc:spChg>
        <pc:spChg chg="add mod">
          <ac:chgData name="Hironari Yamada" userId="e57621f8-ec3c-449e-bb19-001fffcc008e" providerId="ADAL" clId="{BC0BD879-F267-5CCA-8DEA-E3B2DD07DA4E}" dt="2026-06-01T01:32:49.839" v="174" actId="1076"/>
          <ac:spMkLst>
            <pc:docMk/>
            <pc:sldMk cId="1186077149" sldId="261"/>
            <ac:spMk id="46" creationId="{3F6291D1-9B83-3CE4-5CA4-0FA0F0BF27D2}"/>
          </ac:spMkLst>
        </pc:spChg>
        <pc:spChg chg="add del mod">
          <ac:chgData name="Hironari Yamada" userId="e57621f8-ec3c-449e-bb19-001fffcc008e" providerId="ADAL" clId="{BC0BD879-F267-5CCA-8DEA-E3B2DD07DA4E}" dt="2026-06-01T04:47:06.526" v="1895"/>
          <ac:spMkLst>
            <pc:docMk/>
            <pc:sldMk cId="1186077149" sldId="261"/>
            <ac:spMk id="47" creationId="{F0799258-A005-0034-B2B9-B198B2BE6DFF}"/>
          </ac:spMkLst>
        </pc:spChg>
        <pc:picChg chg="del">
          <ac:chgData name="Hironari Yamada" userId="e57621f8-ec3c-449e-bb19-001fffcc008e" providerId="ADAL" clId="{BC0BD879-F267-5CCA-8DEA-E3B2DD07DA4E}" dt="2026-06-01T01:31:46.935" v="154" actId="478"/>
          <ac:picMkLst>
            <pc:docMk/>
            <pc:sldMk cId="1186077149" sldId="261"/>
            <ac:picMk id="7" creationId="{00000000-0000-0000-0000-000000000000}"/>
          </ac:picMkLst>
        </pc:picChg>
        <pc:picChg chg="add mod">
          <ac:chgData name="Hironari Yamada" userId="e57621f8-ec3c-449e-bb19-001fffcc008e" providerId="ADAL" clId="{BC0BD879-F267-5CCA-8DEA-E3B2DD07DA4E}" dt="2026-06-01T01:32:39.596" v="167" actId="1076"/>
          <ac:picMkLst>
            <pc:docMk/>
            <pc:sldMk cId="1186077149" sldId="261"/>
            <ac:picMk id="40" creationId="{AE9AF469-6937-22A9-BBDE-7E8766AA0678}"/>
          </ac:picMkLst>
        </pc:picChg>
        <pc:cxnChg chg="add mod">
          <ac:chgData name="Hironari Yamada" userId="e57621f8-ec3c-449e-bb19-001fffcc008e" providerId="ADAL" clId="{BC0BD879-F267-5CCA-8DEA-E3B2DD07DA4E}" dt="2026-06-01T01:32:39.596" v="167" actId="1076"/>
          <ac:cxnSpMkLst>
            <pc:docMk/>
            <pc:sldMk cId="1186077149" sldId="261"/>
            <ac:cxnSpMk id="41" creationId="{C6C3089B-7A7D-6C51-EA24-DEE794D4DED0}"/>
          </ac:cxnSpMkLst>
        </pc:cxnChg>
      </pc:sldChg>
      <pc:sldChg chg="addSp delSp modSp mod">
        <pc:chgData name="Hironari Yamada" userId="e57621f8-ec3c-449e-bb19-001fffcc008e" providerId="ADAL" clId="{BC0BD879-F267-5CCA-8DEA-E3B2DD07DA4E}" dt="2026-06-01T01:47:38.354" v="297" actId="478"/>
        <pc:sldMkLst>
          <pc:docMk/>
          <pc:sldMk cId="1186077149" sldId="262"/>
        </pc:sldMkLst>
        <pc:spChg chg="del">
          <ac:chgData name="Hironari Yamada" userId="e57621f8-ec3c-449e-bb19-001fffcc008e" providerId="ADAL" clId="{BC0BD879-F267-5CCA-8DEA-E3B2DD07DA4E}" dt="2026-06-01T01:47:38.354" v="297" actId="478"/>
          <ac:spMkLst>
            <pc:docMk/>
            <pc:sldMk cId="1186077149" sldId="262"/>
            <ac:spMk id="3" creationId="{C98DC7CB-DBE4-4C83-9762-C62E93417DA1}"/>
          </ac:spMkLst>
        </pc:spChg>
        <pc:spChg chg="mod">
          <ac:chgData name="Hironari Yamada" userId="e57621f8-ec3c-449e-bb19-001fffcc008e" providerId="ADAL" clId="{BC0BD879-F267-5CCA-8DEA-E3B2DD07DA4E}" dt="2026-06-01T01:36:09.534" v="190" actId="1076"/>
          <ac:spMkLst>
            <pc:docMk/>
            <pc:sldMk cId="1186077149" sldId="262"/>
            <ac:spMk id="6" creationId="{00080C07-A6F3-4201-B016-E3A717446E83}"/>
          </ac:spMkLst>
        </pc:spChg>
        <pc:spChg chg="mod">
          <ac:chgData name="Hironari Yamada" userId="e57621f8-ec3c-449e-bb19-001fffcc008e" providerId="ADAL" clId="{BC0BD879-F267-5CCA-8DEA-E3B2DD07DA4E}" dt="2026-06-01T01:35:45.253" v="189" actId="403"/>
          <ac:spMkLst>
            <pc:docMk/>
            <pc:sldMk cId="1186077149" sldId="262"/>
            <ac:spMk id="7" creationId="{F28C9052-5DD6-4D86-8025-3AEC7F0180C2}"/>
          </ac:spMkLst>
        </pc:spChg>
        <pc:spChg chg="mod">
          <ac:chgData name="Hironari Yamada" userId="e57621f8-ec3c-449e-bb19-001fffcc008e" providerId="ADAL" clId="{BC0BD879-F267-5CCA-8DEA-E3B2DD07DA4E}" dt="2026-06-01T01:35:45.253" v="189" actId="403"/>
          <ac:spMkLst>
            <pc:docMk/>
            <pc:sldMk cId="1186077149" sldId="262"/>
            <ac:spMk id="8" creationId="{E6FF861A-50EF-4A0B-8F59-99E29943A3CF}"/>
          </ac:spMkLst>
        </pc:spChg>
        <pc:spChg chg="mod">
          <ac:chgData name="Hironari Yamada" userId="e57621f8-ec3c-449e-bb19-001fffcc008e" providerId="ADAL" clId="{BC0BD879-F267-5CCA-8DEA-E3B2DD07DA4E}" dt="2026-06-01T01:36:09.534" v="190" actId="1076"/>
          <ac:spMkLst>
            <pc:docMk/>
            <pc:sldMk cId="1186077149" sldId="262"/>
            <ac:spMk id="9" creationId="{280929AD-26BC-41D0-B56D-3C81525400AE}"/>
          </ac:spMkLst>
        </pc:spChg>
        <pc:spChg chg="mod">
          <ac:chgData name="Hironari Yamada" userId="e57621f8-ec3c-449e-bb19-001fffcc008e" providerId="ADAL" clId="{BC0BD879-F267-5CCA-8DEA-E3B2DD07DA4E}" dt="2026-06-01T01:36:09.534" v="190" actId="1076"/>
          <ac:spMkLst>
            <pc:docMk/>
            <pc:sldMk cId="1186077149" sldId="262"/>
            <ac:spMk id="10" creationId="{BC2D03DE-D277-4C88-A575-BA33CCA45B55}"/>
          </ac:spMkLst>
        </pc:spChg>
        <pc:spChg chg="mod">
          <ac:chgData name="Hironari Yamada" userId="e57621f8-ec3c-449e-bb19-001fffcc008e" providerId="ADAL" clId="{BC0BD879-F267-5CCA-8DEA-E3B2DD07DA4E}" dt="2026-06-01T01:35:45.253" v="189" actId="403"/>
          <ac:spMkLst>
            <pc:docMk/>
            <pc:sldMk cId="1186077149" sldId="262"/>
            <ac:spMk id="11" creationId="{ADE203D8-65CB-4C28-B068-55374BEECAA5}"/>
          </ac:spMkLst>
        </pc:spChg>
        <pc:spChg chg="mod">
          <ac:chgData name="Hironari Yamada" userId="e57621f8-ec3c-449e-bb19-001fffcc008e" providerId="ADAL" clId="{BC0BD879-F267-5CCA-8DEA-E3B2DD07DA4E}" dt="2026-06-01T01:35:45.253" v="189" actId="403"/>
          <ac:spMkLst>
            <pc:docMk/>
            <pc:sldMk cId="1186077149" sldId="262"/>
            <ac:spMk id="12" creationId="{DE58A1D4-63F5-4919-8891-AF1907D8C7AE}"/>
          </ac:spMkLst>
        </pc:spChg>
        <pc:spChg chg="mod">
          <ac:chgData name="Hironari Yamada" userId="e57621f8-ec3c-449e-bb19-001fffcc008e" providerId="ADAL" clId="{BC0BD879-F267-5CCA-8DEA-E3B2DD07DA4E}" dt="2026-06-01T01:35:45.253" v="189" actId="403"/>
          <ac:spMkLst>
            <pc:docMk/>
            <pc:sldMk cId="1186077149" sldId="262"/>
            <ac:spMk id="13" creationId="{29CE76FF-380D-46C0-958B-0D7E75105DE4}"/>
          </ac:spMkLst>
        </pc:spChg>
        <pc:spChg chg="mod">
          <ac:chgData name="Hironari Yamada" userId="e57621f8-ec3c-449e-bb19-001fffcc008e" providerId="ADAL" clId="{BC0BD879-F267-5CCA-8DEA-E3B2DD07DA4E}" dt="2026-06-01T01:36:09.534" v="190" actId="1076"/>
          <ac:spMkLst>
            <pc:docMk/>
            <pc:sldMk cId="1186077149" sldId="262"/>
            <ac:spMk id="17" creationId="{03866A56-EA97-4E1F-BBBB-F7F453D34002}"/>
          </ac:spMkLst>
        </pc:spChg>
        <pc:spChg chg="mod">
          <ac:chgData name="Hironari Yamada" userId="e57621f8-ec3c-449e-bb19-001fffcc008e" providerId="ADAL" clId="{BC0BD879-F267-5CCA-8DEA-E3B2DD07DA4E}" dt="2026-06-01T01:36:09.534" v="190" actId="1076"/>
          <ac:spMkLst>
            <pc:docMk/>
            <pc:sldMk cId="1186077149" sldId="262"/>
            <ac:spMk id="18" creationId="{D263B5F2-142C-479D-B752-AC587CE89481}"/>
          </ac:spMkLst>
        </pc:spChg>
        <pc:spChg chg="mod">
          <ac:chgData name="Hironari Yamada" userId="e57621f8-ec3c-449e-bb19-001fffcc008e" providerId="ADAL" clId="{BC0BD879-F267-5CCA-8DEA-E3B2DD07DA4E}" dt="2026-06-01T01:36:09.534" v="190" actId="1076"/>
          <ac:spMkLst>
            <pc:docMk/>
            <pc:sldMk cId="1186077149" sldId="262"/>
            <ac:spMk id="20" creationId="{8613A8F9-B6CD-4768-8B97-6E8B2071FB22}"/>
          </ac:spMkLst>
        </pc:spChg>
        <pc:spChg chg="mod">
          <ac:chgData name="Hironari Yamada" userId="e57621f8-ec3c-449e-bb19-001fffcc008e" providerId="ADAL" clId="{BC0BD879-F267-5CCA-8DEA-E3B2DD07DA4E}" dt="2026-06-01T01:36:09.534" v="190" actId="1076"/>
          <ac:spMkLst>
            <pc:docMk/>
            <pc:sldMk cId="1186077149" sldId="262"/>
            <ac:spMk id="22" creationId="{C2F47952-1E86-4FFE-9AF1-347200723967}"/>
          </ac:spMkLst>
        </pc:spChg>
        <pc:spChg chg="mod">
          <ac:chgData name="Hironari Yamada" userId="e57621f8-ec3c-449e-bb19-001fffcc008e" providerId="ADAL" clId="{BC0BD879-F267-5CCA-8DEA-E3B2DD07DA4E}" dt="2026-06-01T01:36:09.534" v="190" actId="1076"/>
          <ac:spMkLst>
            <pc:docMk/>
            <pc:sldMk cId="1186077149" sldId="262"/>
            <ac:spMk id="23" creationId="{90CA6E71-85D7-4915-8C8E-CCE51F21E9EA}"/>
          </ac:spMkLst>
        </pc:spChg>
        <pc:spChg chg="mod">
          <ac:chgData name="Hironari Yamada" userId="e57621f8-ec3c-449e-bb19-001fffcc008e" providerId="ADAL" clId="{BC0BD879-F267-5CCA-8DEA-E3B2DD07DA4E}" dt="2026-06-01T01:47:34.680" v="296" actId="20577"/>
          <ac:spMkLst>
            <pc:docMk/>
            <pc:sldMk cId="1186077149" sldId="262"/>
            <ac:spMk id="25" creationId="{D70E6302-5A0E-47CD-8015-F330C566E4DC}"/>
          </ac:spMkLst>
        </pc:spChg>
        <pc:spChg chg="mod">
          <ac:chgData name="Hironari Yamada" userId="e57621f8-ec3c-449e-bb19-001fffcc008e" providerId="ADAL" clId="{BC0BD879-F267-5CCA-8DEA-E3B2DD07DA4E}" dt="2026-06-01T01:36:09.534" v="190" actId="1076"/>
          <ac:spMkLst>
            <pc:docMk/>
            <pc:sldMk cId="1186077149" sldId="262"/>
            <ac:spMk id="33" creationId="{731E2B21-1FE4-4345-A859-A56A48DDEE16}"/>
          </ac:spMkLst>
        </pc:spChg>
        <pc:spChg chg="mod">
          <ac:chgData name="Hironari Yamada" userId="e57621f8-ec3c-449e-bb19-001fffcc008e" providerId="ADAL" clId="{BC0BD879-F267-5CCA-8DEA-E3B2DD07DA4E}" dt="2026-06-01T01:36:09.534" v="190" actId="1076"/>
          <ac:spMkLst>
            <pc:docMk/>
            <pc:sldMk cId="1186077149" sldId="262"/>
            <ac:spMk id="34" creationId="{63FFC32C-68DD-4167-AB2C-75163DD2B892}"/>
          </ac:spMkLst>
        </pc:spChg>
        <pc:spChg chg="mod">
          <ac:chgData name="Hironari Yamada" userId="e57621f8-ec3c-449e-bb19-001fffcc008e" providerId="ADAL" clId="{BC0BD879-F267-5CCA-8DEA-E3B2DD07DA4E}" dt="2026-06-01T01:34:22.775" v="176" actId="1076"/>
          <ac:spMkLst>
            <pc:docMk/>
            <pc:sldMk cId="1186077149" sldId="262"/>
            <ac:spMk id="37" creationId="{75EDEBEA-E37C-40C2-9D58-B24343EC8A68}"/>
          </ac:spMkLst>
        </pc:spChg>
        <pc:spChg chg="del">
          <ac:chgData name="Hironari Yamada" userId="e57621f8-ec3c-449e-bb19-001fffcc008e" providerId="ADAL" clId="{BC0BD879-F267-5CCA-8DEA-E3B2DD07DA4E}" dt="2026-06-01T01:47:38.354" v="297" actId="478"/>
          <ac:spMkLst>
            <pc:docMk/>
            <pc:sldMk cId="1186077149" sldId="262"/>
            <ac:spMk id="38" creationId="{615FD68E-4115-4693-859D-61E8BE437328}"/>
          </ac:spMkLst>
        </pc:spChg>
        <pc:spChg chg="add mod">
          <ac:chgData name="Hironari Yamada" userId="e57621f8-ec3c-449e-bb19-001fffcc008e" providerId="ADAL" clId="{BC0BD879-F267-5CCA-8DEA-E3B2DD07DA4E}" dt="2026-06-01T01:36:33.680" v="239" actId="207"/>
          <ac:spMkLst>
            <pc:docMk/>
            <pc:sldMk cId="1186077149" sldId="262"/>
            <ac:spMk id="40" creationId="{217B2490-6FA4-3E86-60F2-9C974F5DFECD}"/>
          </ac:spMkLst>
        </pc:spChg>
      </pc:sldChg>
      <pc:sldChg chg="addSp delSp modSp mod">
        <pc:chgData name="Hironari Yamada" userId="e57621f8-ec3c-449e-bb19-001fffcc008e" providerId="ADAL" clId="{BC0BD879-F267-5CCA-8DEA-E3B2DD07DA4E}" dt="2026-06-01T04:14:26.357" v="936" actId="1076"/>
        <pc:sldMkLst>
          <pc:docMk/>
          <pc:sldMk cId="1186077149" sldId="263"/>
        </pc:sldMkLst>
        <pc:spChg chg="del">
          <ac:chgData name="Hironari Yamada" userId="e57621f8-ec3c-449e-bb19-001fffcc008e" providerId="ADAL" clId="{BC0BD879-F267-5CCA-8DEA-E3B2DD07DA4E}" dt="2026-06-01T04:12:47.072" v="904" actId="478"/>
          <ac:spMkLst>
            <pc:docMk/>
            <pc:sldMk cId="1186077149" sldId="263"/>
            <ac:spMk id="3" creationId="{DDFFD262-4B32-46D6-82C6-309BAB451379}"/>
          </ac:spMkLst>
        </pc:spChg>
        <pc:spChg chg="del">
          <ac:chgData name="Hironari Yamada" userId="e57621f8-ec3c-449e-bb19-001fffcc008e" providerId="ADAL" clId="{BC0BD879-F267-5CCA-8DEA-E3B2DD07DA4E}" dt="2026-06-01T04:12:53.076" v="906" actId="478"/>
          <ac:spMkLst>
            <pc:docMk/>
            <pc:sldMk cId="1186077149" sldId="263"/>
            <ac:spMk id="5" creationId="{AFA7AEBA-70B6-4B4A-A27D-DC8DAA14CADB}"/>
          </ac:spMkLst>
        </pc:spChg>
        <pc:spChg chg="del mod">
          <ac:chgData name="Hironari Yamada" userId="e57621f8-ec3c-449e-bb19-001fffcc008e" providerId="ADAL" clId="{BC0BD879-F267-5CCA-8DEA-E3B2DD07DA4E}" dt="2026-06-01T04:12:27.722" v="901" actId="478"/>
          <ac:spMkLst>
            <pc:docMk/>
            <pc:sldMk cId="1186077149" sldId="263"/>
            <ac:spMk id="6" creationId="{7DA86F5F-E412-4289-A02A-632378C026AB}"/>
          </ac:spMkLst>
        </pc:spChg>
        <pc:spChg chg="del mod">
          <ac:chgData name="Hironari Yamada" userId="e57621f8-ec3c-449e-bb19-001fffcc008e" providerId="ADAL" clId="{BC0BD879-F267-5CCA-8DEA-E3B2DD07DA4E}" dt="2026-06-01T04:12:27.722" v="901" actId="478"/>
          <ac:spMkLst>
            <pc:docMk/>
            <pc:sldMk cId="1186077149" sldId="263"/>
            <ac:spMk id="10" creationId="{A2658C9F-A867-4402-8E38-31A0FB1F0555}"/>
          </ac:spMkLst>
        </pc:spChg>
        <pc:spChg chg="del mod">
          <ac:chgData name="Hironari Yamada" userId="e57621f8-ec3c-449e-bb19-001fffcc008e" providerId="ADAL" clId="{BC0BD879-F267-5CCA-8DEA-E3B2DD07DA4E}" dt="2026-06-01T04:12:27.722" v="901" actId="478"/>
          <ac:spMkLst>
            <pc:docMk/>
            <pc:sldMk cId="1186077149" sldId="263"/>
            <ac:spMk id="14" creationId="{60C4626D-C3D0-426C-AA10-9D2356F5CEFB}"/>
          </ac:spMkLst>
        </pc:spChg>
        <pc:spChg chg="del mod">
          <ac:chgData name="Hironari Yamada" userId="e57621f8-ec3c-449e-bb19-001fffcc008e" providerId="ADAL" clId="{BC0BD879-F267-5CCA-8DEA-E3B2DD07DA4E}" dt="2026-06-01T04:12:27.722" v="901" actId="478"/>
          <ac:spMkLst>
            <pc:docMk/>
            <pc:sldMk cId="1186077149" sldId="263"/>
            <ac:spMk id="15" creationId="{72BFE8C6-07CB-45B5-B3A2-7337A332957A}"/>
          </ac:spMkLst>
        </pc:spChg>
        <pc:spChg chg="del mod">
          <ac:chgData name="Hironari Yamada" userId="e57621f8-ec3c-449e-bb19-001fffcc008e" providerId="ADAL" clId="{BC0BD879-F267-5CCA-8DEA-E3B2DD07DA4E}" dt="2026-06-01T04:12:27.722" v="901" actId="478"/>
          <ac:spMkLst>
            <pc:docMk/>
            <pc:sldMk cId="1186077149" sldId="263"/>
            <ac:spMk id="16" creationId="{B525E0AC-871F-482A-8FAB-6EC073BE4D9F}"/>
          </ac:spMkLst>
        </pc:spChg>
        <pc:spChg chg="del mod">
          <ac:chgData name="Hironari Yamada" userId="e57621f8-ec3c-449e-bb19-001fffcc008e" providerId="ADAL" clId="{BC0BD879-F267-5CCA-8DEA-E3B2DD07DA4E}" dt="2026-06-01T04:12:27.722" v="901" actId="478"/>
          <ac:spMkLst>
            <pc:docMk/>
            <pc:sldMk cId="1186077149" sldId="263"/>
            <ac:spMk id="20" creationId="{5013D64C-43FA-46B0-8967-063448D76FB6}"/>
          </ac:spMkLst>
        </pc:spChg>
        <pc:spChg chg="del mod">
          <ac:chgData name="Hironari Yamada" userId="e57621f8-ec3c-449e-bb19-001fffcc008e" providerId="ADAL" clId="{BC0BD879-F267-5CCA-8DEA-E3B2DD07DA4E}" dt="2026-06-01T04:12:27.722" v="901" actId="478"/>
          <ac:spMkLst>
            <pc:docMk/>
            <pc:sldMk cId="1186077149" sldId="263"/>
            <ac:spMk id="21" creationId="{8D86C262-1CAE-4DE3-996F-B61AA64E2494}"/>
          </ac:spMkLst>
        </pc:spChg>
        <pc:spChg chg="del mod">
          <ac:chgData name="Hironari Yamada" userId="e57621f8-ec3c-449e-bb19-001fffcc008e" providerId="ADAL" clId="{BC0BD879-F267-5CCA-8DEA-E3B2DD07DA4E}" dt="2026-06-01T04:12:27.722" v="901" actId="478"/>
          <ac:spMkLst>
            <pc:docMk/>
            <pc:sldMk cId="1186077149" sldId="263"/>
            <ac:spMk id="22" creationId="{E9F2D646-FDD4-4E65-88D7-35F05F4FAE9D}"/>
          </ac:spMkLst>
        </pc:spChg>
        <pc:spChg chg="del mod">
          <ac:chgData name="Hironari Yamada" userId="e57621f8-ec3c-449e-bb19-001fffcc008e" providerId="ADAL" clId="{BC0BD879-F267-5CCA-8DEA-E3B2DD07DA4E}" dt="2026-06-01T04:12:27.722" v="901" actId="478"/>
          <ac:spMkLst>
            <pc:docMk/>
            <pc:sldMk cId="1186077149" sldId="263"/>
            <ac:spMk id="23" creationId="{DA8B7D92-A869-4252-A7E9-979F74FF1A2E}"/>
          </ac:spMkLst>
        </pc:spChg>
        <pc:spChg chg="del mod">
          <ac:chgData name="Hironari Yamada" userId="e57621f8-ec3c-449e-bb19-001fffcc008e" providerId="ADAL" clId="{BC0BD879-F267-5CCA-8DEA-E3B2DD07DA4E}" dt="2026-06-01T04:12:27.722" v="901" actId="478"/>
          <ac:spMkLst>
            <pc:docMk/>
            <pc:sldMk cId="1186077149" sldId="263"/>
            <ac:spMk id="24" creationId="{2B15B21D-2FC1-4B44-835E-C1E034672784}"/>
          </ac:spMkLst>
        </pc:spChg>
        <pc:spChg chg="del">
          <ac:chgData name="Hironari Yamada" userId="e57621f8-ec3c-449e-bb19-001fffcc008e" providerId="ADAL" clId="{BC0BD879-F267-5CCA-8DEA-E3B2DD07DA4E}" dt="2026-06-01T04:12:47.072" v="904" actId="478"/>
          <ac:spMkLst>
            <pc:docMk/>
            <pc:sldMk cId="1186077149" sldId="263"/>
            <ac:spMk id="26" creationId="{550FDD40-CCA5-489C-8FAC-CF7E7B5E45ED}"/>
          </ac:spMkLst>
        </pc:spChg>
        <pc:spChg chg="mod">
          <ac:chgData name="Hironari Yamada" userId="e57621f8-ec3c-449e-bb19-001fffcc008e" providerId="ADAL" clId="{BC0BD879-F267-5CCA-8DEA-E3B2DD07DA4E}" dt="2026-06-01T04:14:12.006" v="933" actId="20577"/>
          <ac:spMkLst>
            <pc:docMk/>
            <pc:sldMk cId="1186077149" sldId="263"/>
            <ac:spMk id="27" creationId="{CDCCF31C-2028-491E-A131-D3759279A741}"/>
          </ac:spMkLst>
        </pc:spChg>
        <pc:spChg chg="add del mod">
          <ac:chgData name="Hironari Yamada" userId="e57621f8-ec3c-449e-bb19-001fffcc008e" providerId="ADAL" clId="{BC0BD879-F267-5CCA-8DEA-E3B2DD07DA4E}" dt="2026-06-01T04:14:09.325" v="932" actId="478"/>
          <ac:spMkLst>
            <pc:docMk/>
            <pc:sldMk cId="1186077149" sldId="263"/>
            <ac:spMk id="28" creationId="{822DF04D-C4AE-0D42-C0C0-19DBE9A70926}"/>
          </ac:spMkLst>
        </pc:spChg>
        <pc:spChg chg="mod">
          <ac:chgData name="Hironari Yamada" userId="e57621f8-ec3c-449e-bb19-001fffcc008e" providerId="ADAL" clId="{BC0BD879-F267-5CCA-8DEA-E3B2DD07DA4E}" dt="2026-06-01T04:12:39.450" v="903" actId="1076"/>
          <ac:spMkLst>
            <pc:docMk/>
            <pc:sldMk cId="1186077149" sldId="263"/>
            <ac:spMk id="47" creationId="{B84B2CD7-A5F4-0846-D560-3DEAEEE3C009}"/>
          </ac:spMkLst>
        </pc:spChg>
        <pc:spChg chg="del">
          <ac:chgData name="Hironari Yamada" userId="e57621f8-ec3c-449e-bb19-001fffcc008e" providerId="ADAL" clId="{BC0BD879-F267-5CCA-8DEA-E3B2DD07DA4E}" dt="2026-06-01T04:14:05.148" v="931" actId="478"/>
          <ac:spMkLst>
            <pc:docMk/>
            <pc:sldMk cId="1186077149" sldId="263"/>
            <ac:spMk id="68" creationId="{AF5E1B93-7D69-19FF-B593-BA9935E3B7B7}"/>
          </ac:spMkLst>
        </pc:spChg>
        <pc:spChg chg="del">
          <ac:chgData name="Hironari Yamada" userId="e57621f8-ec3c-449e-bb19-001fffcc008e" providerId="ADAL" clId="{BC0BD879-F267-5CCA-8DEA-E3B2DD07DA4E}" dt="2026-06-01T04:14:05.148" v="931" actId="478"/>
          <ac:spMkLst>
            <pc:docMk/>
            <pc:sldMk cId="1186077149" sldId="263"/>
            <ac:spMk id="69" creationId="{EB6AAB7D-645A-7634-8A5D-8D395130DC76}"/>
          </ac:spMkLst>
        </pc:spChg>
        <pc:spChg chg="del">
          <ac:chgData name="Hironari Yamada" userId="e57621f8-ec3c-449e-bb19-001fffcc008e" providerId="ADAL" clId="{BC0BD879-F267-5CCA-8DEA-E3B2DD07DA4E}" dt="2026-06-01T04:14:05.148" v="931" actId="478"/>
          <ac:spMkLst>
            <pc:docMk/>
            <pc:sldMk cId="1186077149" sldId="263"/>
            <ac:spMk id="73" creationId="{4FA5452F-2163-9943-6900-900D1CDB906F}"/>
          </ac:spMkLst>
        </pc:spChg>
        <pc:spChg chg="mod">
          <ac:chgData name="Hironari Yamada" userId="e57621f8-ec3c-449e-bb19-001fffcc008e" providerId="ADAL" clId="{BC0BD879-F267-5CCA-8DEA-E3B2DD07DA4E}" dt="2026-06-01T04:12:39.450" v="903" actId="1076"/>
          <ac:spMkLst>
            <pc:docMk/>
            <pc:sldMk cId="1186077149" sldId="263"/>
            <ac:spMk id="79" creationId="{28D57FA2-763A-5549-4B94-D5E933701A92}"/>
          </ac:spMkLst>
        </pc:spChg>
        <pc:spChg chg="mod">
          <ac:chgData name="Hironari Yamada" userId="e57621f8-ec3c-449e-bb19-001fffcc008e" providerId="ADAL" clId="{BC0BD879-F267-5CCA-8DEA-E3B2DD07DA4E}" dt="2026-06-01T04:12:39.450" v="903" actId="1076"/>
          <ac:spMkLst>
            <pc:docMk/>
            <pc:sldMk cId="1186077149" sldId="263"/>
            <ac:spMk id="93" creationId="{441E96BA-2A63-350A-6B04-D49FFCA15375}"/>
          </ac:spMkLst>
        </pc:spChg>
        <pc:spChg chg="del">
          <ac:chgData name="Hironari Yamada" userId="e57621f8-ec3c-449e-bb19-001fffcc008e" providerId="ADAL" clId="{BC0BD879-F267-5CCA-8DEA-E3B2DD07DA4E}" dt="2026-06-01T04:14:05.148" v="931" actId="478"/>
          <ac:spMkLst>
            <pc:docMk/>
            <pc:sldMk cId="1186077149" sldId="263"/>
            <ac:spMk id="136" creationId="{293CD6AE-7FE1-4194-9006-13B27C87010E}"/>
          </ac:spMkLst>
        </pc:spChg>
        <pc:spChg chg="mod">
          <ac:chgData name="Hironari Yamada" userId="e57621f8-ec3c-449e-bb19-001fffcc008e" providerId="ADAL" clId="{BC0BD879-F267-5CCA-8DEA-E3B2DD07DA4E}" dt="2026-06-01T04:12:39.450" v="903" actId="1076"/>
          <ac:spMkLst>
            <pc:docMk/>
            <pc:sldMk cId="1186077149" sldId="263"/>
            <ac:spMk id="145" creationId="{40EFCD76-169C-33D7-ECC7-341C1014842F}"/>
          </ac:spMkLst>
        </pc:spChg>
        <pc:spChg chg="mod">
          <ac:chgData name="Hironari Yamada" userId="e57621f8-ec3c-449e-bb19-001fffcc008e" providerId="ADAL" clId="{BC0BD879-F267-5CCA-8DEA-E3B2DD07DA4E}" dt="2026-06-01T04:12:39.450" v="903" actId="1076"/>
          <ac:spMkLst>
            <pc:docMk/>
            <pc:sldMk cId="1186077149" sldId="263"/>
            <ac:spMk id="148" creationId="{DBA20947-45E5-BBF2-F7B1-71FF17724E93}"/>
          </ac:spMkLst>
        </pc:spChg>
        <pc:spChg chg="mod">
          <ac:chgData name="Hironari Yamada" userId="e57621f8-ec3c-449e-bb19-001fffcc008e" providerId="ADAL" clId="{BC0BD879-F267-5CCA-8DEA-E3B2DD07DA4E}" dt="2026-06-01T04:12:39.450" v="903" actId="1076"/>
          <ac:spMkLst>
            <pc:docMk/>
            <pc:sldMk cId="1186077149" sldId="263"/>
            <ac:spMk id="154" creationId="{27535DD2-9C49-5058-FC40-1E5B3C159D51}"/>
          </ac:spMkLst>
        </pc:spChg>
        <pc:spChg chg="del">
          <ac:chgData name="Hironari Yamada" userId="e57621f8-ec3c-449e-bb19-001fffcc008e" providerId="ADAL" clId="{BC0BD879-F267-5CCA-8DEA-E3B2DD07DA4E}" dt="2026-06-01T04:14:05.148" v="931" actId="478"/>
          <ac:spMkLst>
            <pc:docMk/>
            <pc:sldMk cId="1186077149" sldId="263"/>
            <ac:spMk id="180" creationId="{E144DD8F-4438-6B53-9014-8E55031D5C93}"/>
          </ac:spMkLst>
        </pc:spChg>
        <pc:spChg chg="add mod">
          <ac:chgData name="Hironari Yamada" userId="e57621f8-ec3c-449e-bb19-001fffcc008e" providerId="ADAL" clId="{BC0BD879-F267-5CCA-8DEA-E3B2DD07DA4E}" dt="2026-06-01T04:12:39.450" v="903" actId="1076"/>
          <ac:spMkLst>
            <pc:docMk/>
            <pc:sldMk cId="1186077149" sldId="263"/>
            <ac:spMk id="184" creationId="{F9CA54C1-2ECA-F701-D347-9255A98B7D22}"/>
          </ac:spMkLst>
        </pc:spChg>
        <pc:spChg chg="del">
          <ac:chgData name="Hironari Yamada" userId="e57621f8-ec3c-449e-bb19-001fffcc008e" providerId="ADAL" clId="{BC0BD879-F267-5CCA-8DEA-E3B2DD07DA4E}" dt="2026-06-01T04:14:05.148" v="931" actId="478"/>
          <ac:spMkLst>
            <pc:docMk/>
            <pc:sldMk cId="1186077149" sldId="263"/>
            <ac:spMk id="186" creationId="{FCF02DDA-3C8A-3F6C-0DEE-3858404BF189}"/>
          </ac:spMkLst>
        </pc:spChg>
        <pc:spChg chg="del">
          <ac:chgData name="Hironari Yamada" userId="e57621f8-ec3c-449e-bb19-001fffcc008e" providerId="ADAL" clId="{BC0BD879-F267-5CCA-8DEA-E3B2DD07DA4E}" dt="2026-06-01T04:14:05.148" v="931" actId="478"/>
          <ac:spMkLst>
            <pc:docMk/>
            <pc:sldMk cId="1186077149" sldId="263"/>
            <ac:spMk id="191" creationId="{14B74447-205A-F55C-3BDA-59AD0FE2AA47}"/>
          </ac:spMkLst>
        </pc:spChg>
        <pc:spChg chg="add mod">
          <ac:chgData name="Hironari Yamada" userId="e57621f8-ec3c-449e-bb19-001fffcc008e" providerId="ADAL" clId="{BC0BD879-F267-5CCA-8DEA-E3B2DD07DA4E}" dt="2026-06-01T04:12:39.450" v="903" actId="1076"/>
          <ac:spMkLst>
            <pc:docMk/>
            <pc:sldMk cId="1186077149" sldId="263"/>
            <ac:spMk id="192" creationId="{3FDC04A9-36FB-0C63-2E64-0F333818500C}"/>
          </ac:spMkLst>
        </pc:spChg>
        <pc:spChg chg="del">
          <ac:chgData name="Hironari Yamada" userId="e57621f8-ec3c-449e-bb19-001fffcc008e" providerId="ADAL" clId="{BC0BD879-F267-5CCA-8DEA-E3B2DD07DA4E}" dt="2026-06-01T04:14:05.148" v="931" actId="478"/>
          <ac:spMkLst>
            <pc:docMk/>
            <pc:sldMk cId="1186077149" sldId="263"/>
            <ac:spMk id="194" creationId="{A32FC7B2-35D9-8759-0112-4E0BE1CD5B8A}"/>
          </ac:spMkLst>
        </pc:spChg>
        <pc:spChg chg="mod">
          <ac:chgData name="Hironari Yamada" userId="e57621f8-ec3c-449e-bb19-001fffcc008e" providerId="ADAL" clId="{BC0BD879-F267-5CCA-8DEA-E3B2DD07DA4E}" dt="2026-06-01T04:12:39.450" v="903" actId="1076"/>
          <ac:spMkLst>
            <pc:docMk/>
            <pc:sldMk cId="1186077149" sldId="263"/>
            <ac:spMk id="234" creationId="{32A89664-6881-FA21-AD1A-B35F2CB7B33F}"/>
          </ac:spMkLst>
        </pc:spChg>
        <pc:spChg chg="del">
          <ac:chgData name="Hironari Yamada" userId="e57621f8-ec3c-449e-bb19-001fffcc008e" providerId="ADAL" clId="{BC0BD879-F267-5CCA-8DEA-E3B2DD07DA4E}" dt="2026-06-01T04:14:05.148" v="931" actId="478"/>
          <ac:spMkLst>
            <pc:docMk/>
            <pc:sldMk cId="1186077149" sldId="263"/>
            <ac:spMk id="240" creationId="{7977BC90-60DB-C417-A546-1B78671711FA}"/>
          </ac:spMkLst>
        </pc:spChg>
        <pc:spChg chg="del">
          <ac:chgData name="Hironari Yamada" userId="e57621f8-ec3c-449e-bb19-001fffcc008e" providerId="ADAL" clId="{BC0BD879-F267-5CCA-8DEA-E3B2DD07DA4E}" dt="2026-06-01T04:14:05.148" v="931" actId="478"/>
          <ac:spMkLst>
            <pc:docMk/>
            <pc:sldMk cId="1186077149" sldId="263"/>
            <ac:spMk id="241" creationId="{539EFEC9-A8D0-57BA-13A1-7921DB8DC177}"/>
          </ac:spMkLst>
        </pc:spChg>
        <pc:spChg chg="add mod">
          <ac:chgData name="Hironari Yamada" userId="e57621f8-ec3c-449e-bb19-001fffcc008e" providerId="ADAL" clId="{BC0BD879-F267-5CCA-8DEA-E3B2DD07DA4E}" dt="2026-06-01T04:14:18.872" v="934"/>
          <ac:spMkLst>
            <pc:docMk/>
            <pc:sldMk cId="1186077149" sldId="263"/>
            <ac:spMk id="243" creationId="{D5E2627B-7832-785A-D331-F49DC0B529E8}"/>
          </ac:spMkLst>
        </pc:spChg>
        <pc:spChg chg="add mod">
          <ac:chgData name="Hironari Yamada" userId="e57621f8-ec3c-449e-bb19-001fffcc008e" providerId="ADAL" clId="{BC0BD879-F267-5CCA-8DEA-E3B2DD07DA4E}" dt="2026-06-01T04:14:18.872" v="934"/>
          <ac:spMkLst>
            <pc:docMk/>
            <pc:sldMk cId="1186077149" sldId="263"/>
            <ac:spMk id="244" creationId="{CAC60EAD-79C1-0BAB-A77B-3B90D4DBA875}"/>
          </ac:spMkLst>
        </pc:spChg>
        <pc:spChg chg="add mod">
          <ac:chgData name="Hironari Yamada" userId="e57621f8-ec3c-449e-bb19-001fffcc008e" providerId="ADAL" clId="{BC0BD879-F267-5CCA-8DEA-E3B2DD07DA4E}" dt="2026-06-01T04:14:18.872" v="934"/>
          <ac:spMkLst>
            <pc:docMk/>
            <pc:sldMk cId="1186077149" sldId="263"/>
            <ac:spMk id="245" creationId="{201B0A74-296C-71CC-19F7-A71AD65C719D}"/>
          </ac:spMkLst>
        </pc:spChg>
        <pc:spChg chg="add mod">
          <ac:chgData name="Hironari Yamada" userId="e57621f8-ec3c-449e-bb19-001fffcc008e" providerId="ADAL" clId="{BC0BD879-F267-5CCA-8DEA-E3B2DD07DA4E}" dt="2026-06-01T04:14:18.872" v="934"/>
          <ac:spMkLst>
            <pc:docMk/>
            <pc:sldMk cId="1186077149" sldId="263"/>
            <ac:spMk id="247" creationId="{82001091-6409-4502-ACE4-7B41E27D1E86}"/>
          </ac:spMkLst>
        </pc:spChg>
        <pc:spChg chg="add mod">
          <ac:chgData name="Hironari Yamada" userId="e57621f8-ec3c-449e-bb19-001fffcc008e" providerId="ADAL" clId="{BC0BD879-F267-5CCA-8DEA-E3B2DD07DA4E}" dt="2026-06-01T04:14:18.872" v="934"/>
          <ac:spMkLst>
            <pc:docMk/>
            <pc:sldMk cId="1186077149" sldId="263"/>
            <ac:spMk id="248" creationId="{D83026AD-5CA8-0D23-B463-C2F2BE72C516}"/>
          </ac:spMkLst>
        </pc:spChg>
        <pc:spChg chg="add mod">
          <ac:chgData name="Hironari Yamada" userId="e57621f8-ec3c-449e-bb19-001fffcc008e" providerId="ADAL" clId="{BC0BD879-F267-5CCA-8DEA-E3B2DD07DA4E}" dt="2026-06-01T04:14:18.872" v="934"/>
          <ac:spMkLst>
            <pc:docMk/>
            <pc:sldMk cId="1186077149" sldId="263"/>
            <ac:spMk id="249" creationId="{6D0BD05B-0C0A-8A5F-8FED-EF1A399C1CBA}"/>
          </ac:spMkLst>
        </pc:spChg>
        <pc:spChg chg="add mod">
          <ac:chgData name="Hironari Yamada" userId="e57621f8-ec3c-449e-bb19-001fffcc008e" providerId="ADAL" clId="{BC0BD879-F267-5CCA-8DEA-E3B2DD07DA4E}" dt="2026-06-01T04:14:18.872" v="934"/>
          <ac:spMkLst>
            <pc:docMk/>
            <pc:sldMk cId="1186077149" sldId="263"/>
            <ac:spMk id="255" creationId="{29F2C2C4-CE7A-7EC9-F154-94B11997CAD2}"/>
          </ac:spMkLst>
        </pc:spChg>
        <pc:spChg chg="add mod">
          <ac:chgData name="Hironari Yamada" userId="e57621f8-ec3c-449e-bb19-001fffcc008e" providerId="ADAL" clId="{BC0BD879-F267-5CCA-8DEA-E3B2DD07DA4E}" dt="2026-06-01T04:14:18.872" v="934"/>
          <ac:spMkLst>
            <pc:docMk/>
            <pc:sldMk cId="1186077149" sldId="263"/>
            <ac:spMk id="257" creationId="{0CF263A1-EDAF-F3F5-7DBC-859F2112D5B9}"/>
          </ac:spMkLst>
        </pc:spChg>
        <pc:spChg chg="add mod">
          <ac:chgData name="Hironari Yamada" userId="e57621f8-ec3c-449e-bb19-001fffcc008e" providerId="ADAL" clId="{BC0BD879-F267-5CCA-8DEA-E3B2DD07DA4E}" dt="2026-06-01T04:14:26.357" v="936" actId="1076"/>
          <ac:spMkLst>
            <pc:docMk/>
            <pc:sldMk cId="1186077149" sldId="263"/>
            <ac:spMk id="258" creationId="{E544289C-3E94-7875-4D9B-460D48D2537E}"/>
          </ac:spMkLst>
        </pc:spChg>
        <pc:spChg chg="add mod">
          <ac:chgData name="Hironari Yamada" userId="e57621f8-ec3c-449e-bb19-001fffcc008e" providerId="ADAL" clId="{BC0BD879-F267-5CCA-8DEA-E3B2DD07DA4E}" dt="2026-06-01T04:14:26.357" v="936" actId="1076"/>
          <ac:spMkLst>
            <pc:docMk/>
            <pc:sldMk cId="1186077149" sldId="263"/>
            <ac:spMk id="259" creationId="{8634BD44-3139-6C91-A8E7-283B850714F4}"/>
          </ac:spMkLst>
        </pc:spChg>
        <pc:spChg chg="add mod">
          <ac:chgData name="Hironari Yamada" userId="e57621f8-ec3c-449e-bb19-001fffcc008e" providerId="ADAL" clId="{BC0BD879-F267-5CCA-8DEA-E3B2DD07DA4E}" dt="2026-06-01T04:14:26.357" v="936" actId="1076"/>
          <ac:spMkLst>
            <pc:docMk/>
            <pc:sldMk cId="1186077149" sldId="263"/>
            <ac:spMk id="260" creationId="{D1ED8B3A-CB9F-78ED-B3F9-7FEBCF9EFAFD}"/>
          </ac:spMkLst>
        </pc:spChg>
        <pc:spChg chg="add mod">
          <ac:chgData name="Hironari Yamada" userId="e57621f8-ec3c-449e-bb19-001fffcc008e" providerId="ADAL" clId="{BC0BD879-F267-5CCA-8DEA-E3B2DD07DA4E}" dt="2026-06-01T04:14:26.357" v="936" actId="1076"/>
          <ac:spMkLst>
            <pc:docMk/>
            <pc:sldMk cId="1186077149" sldId="263"/>
            <ac:spMk id="262" creationId="{0E67589B-B5B8-BCA7-A735-7E8DBB9E9861}"/>
          </ac:spMkLst>
        </pc:spChg>
        <pc:spChg chg="add mod">
          <ac:chgData name="Hironari Yamada" userId="e57621f8-ec3c-449e-bb19-001fffcc008e" providerId="ADAL" clId="{BC0BD879-F267-5CCA-8DEA-E3B2DD07DA4E}" dt="2026-06-01T04:14:26.357" v="936" actId="1076"/>
          <ac:spMkLst>
            <pc:docMk/>
            <pc:sldMk cId="1186077149" sldId="263"/>
            <ac:spMk id="263" creationId="{36CB722D-764A-E027-E154-9258D02EBF31}"/>
          </ac:spMkLst>
        </pc:spChg>
        <pc:spChg chg="add mod">
          <ac:chgData name="Hironari Yamada" userId="e57621f8-ec3c-449e-bb19-001fffcc008e" providerId="ADAL" clId="{BC0BD879-F267-5CCA-8DEA-E3B2DD07DA4E}" dt="2026-06-01T04:14:26.357" v="936" actId="1076"/>
          <ac:spMkLst>
            <pc:docMk/>
            <pc:sldMk cId="1186077149" sldId="263"/>
            <ac:spMk id="264" creationId="{9262BC6C-FF76-C9B5-593A-A58A78C22514}"/>
          </ac:spMkLst>
        </pc:spChg>
        <pc:spChg chg="add mod">
          <ac:chgData name="Hironari Yamada" userId="e57621f8-ec3c-449e-bb19-001fffcc008e" providerId="ADAL" clId="{BC0BD879-F267-5CCA-8DEA-E3B2DD07DA4E}" dt="2026-06-01T04:14:26.357" v="936" actId="1076"/>
          <ac:spMkLst>
            <pc:docMk/>
            <pc:sldMk cId="1186077149" sldId="263"/>
            <ac:spMk id="270" creationId="{20DD08B8-33D1-42A6-356A-94E2C06D0A42}"/>
          </ac:spMkLst>
        </pc:spChg>
        <pc:spChg chg="add mod">
          <ac:chgData name="Hironari Yamada" userId="e57621f8-ec3c-449e-bb19-001fffcc008e" providerId="ADAL" clId="{BC0BD879-F267-5CCA-8DEA-E3B2DD07DA4E}" dt="2026-06-01T04:14:26.357" v="936" actId="1076"/>
          <ac:spMkLst>
            <pc:docMk/>
            <pc:sldMk cId="1186077149" sldId="263"/>
            <ac:spMk id="272" creationId="{2DA8F01F-94D2-0390-731B-3A885DB21FA0}"/>
          </ac:spMkLst>
        </pc:spChg>
        <pc:picChg chg="add mod">
          <ac:chgData name="Hironari Yamada" userId="e57621f8-ec3c-449e-bb19-001fffcc008e" providerId="ADAL" clId="{BC0BD879-F267-5CCA-8DEA-E3B2DD07DA4E}" dt="2026-06-01T04:14:18.872" v="934"/>
          <ac:picMkLst>
            <pc:docMk/>
            <pc:sldMk cId="1186077149" sldId="263"/>
            <ac:picMk id="253" creationId="{B9C28B55-88A5-F53F-DC20-486890AB5DD1}"/>
          </ac:picMkLst>
        </pc:picChg>
        <pc:picChg chg="add mod">
          <ac:chgData name="Hironari Yamada" userId="e57621f8-ec3c-449e-bb19-001fffcc008e" providerId="ADAL" clId="{BC0BD879-F267-5CCA-8DEA-E3B2DD07DA4E}" dt="2026-06-01T04:14:18.872" v="934"/>
          <ac:picMkLst>
            <pc:docMk/>
            <pc:sldMk cId="1186077149" sldId="263"/>
            <ac:picMk id="254" creationId="{7E349AF4-8258-8171-C02C-4C490F26060A}"/>
          </ac:picMkLst>
        </pc:picChg>
        <pc:picChg chg="add mod">
          <ac:chgData name="Hironari Yamada" userId="e57621f8-ec3c-449e-bb19-001fffcc008e" providerId="ADAL" clId="{BC0BD879-F267-5CCA-8DEA-E3B2DD07DA4E}" dt="2026-06-01T04:14:26.357" v="936" actId="1076"/>
          <ac:picMkLst>
            <pc:docMk/>
            <pc:sldMk cId="1186077149" sldId="263"/>
            <ac:picMk id="268" creationId="{EF3793CC-B83F-8906-33D0-ECCD4CD183E2}"/>
          </ac:picMkLst>
        </pc:picChg>
        <pc:picChg chg="add mod">
          <ac:chgData name="Hironari Yamada" userId="e57621f8-ec3c-449e-bb19-001fffcc008e" providerId="ADAL" clId="{BC0BD879-F267-5CCA-8DEA-E3B2DD07DA4E}" dt="2026-06-01T04:14:26.357" v="936" actId="1076"/>
          <ac:picMkLst>
            <pc:docMk/>
            <pc:sldMk cId="1186077149" sldId="263"/>
            <ac:picMk id="271" creationId="{6B2E569F-8A1D-F7D2-229F-9399B5DFF6F5}"/>
          </ac:picMkLst>
        </pc:picChg>
      </pc:sldChg>
      <pc:sldChg chg="addSp delSp modSp mod">
        <pc:chgData name="Hironari Yamada" userId="e57621f8-ec3c-449e-bb19-001fffcc008e" providerId="ADAL" clId="{BC0BD879-F267-5CCA-8DEA-E3B2DD07DA4E}" dt="2026-06-01T04:08:43.196" v="900" actId="14100"/>
        <pc:sldMkLst>
          <pc:docMk/>
          <pc:sldMk cId="1186077149" sldId="264"/>
        </pc:sldMkLst>
        <pc:spChg chg="del">
          <ac:chgData name="Hironari Yamada" userId="e57621f8-ec3c-449e-bb19-001fffcc008e" providerId="ADAL" clId="{BC0BD879-F267-5CCA-8DEA-E3B2DD07DA4E}" dt="2026-06-01T01:45:28.672" v="243" actId="478"/>
          <ac:spMkLst>
            <pc:docMk/>
            <pc:sldMk cId="1186077149" sldId="264"/>
            <ac:spMk id="7" creationId="{D1F854EE-39F4-4396-A5BE-8316E858D807}"/>
          </ac:spMkLst>
        </pc:spChg>
        <pc:spChg chg="del">
          <ac:chgData name="Hironari Yamada" userId="e57621f8-ec3c-449e-bb19-001fffcc008e" providerId="ADAL" clId="{BC0BD879-F267-5CCA-8DEA-E3B2DD07DA4E}" dt="2026-06-01T01:45:28.672" v="243" actId="478"/>
          <ac:spMkLst>
            <pc:docMk/>
            <pc:sldMk cId="1186077149" sldId="264"/>
            <ac:spMk id="8" creationId="{D832933A-D89E-4CBF-AAC5-FF1CC53EA00C}"/>
          </ac:spMkLst>
        </pc:spChg>
        <pc:spChg chg="del">
          <ac:chgData name="Hironari Yamada" userId="e57621f8-ec3c-449e-bb19-001fffcc008e" providerId="ADAL" clId="{BC0BD879-F267-5CCA-8DEA-E3B2DD07DA4E}" dt="2026-06-01T01:45:28.672" v="243" actId="478"/>
          <ac:spMkLst>
            <pc:docMk/>
            <pc:sldMk cId="1186077149" sldId="264"/>
            <ac:spMk id="9" creationId="{19FF43C6-76F6-4A51-8E6B-92288C49AE12}"/>
          </ac:spMkLst>
        </pc:spChg>
        <pc:spChg chg="del">
          <ac:chgData name="Hironari Yamada" userId="e57621f8-ec3c-449e-bb19-001fffcc008e" providerId="ADAL" clId="{BC0BD879-F267-5CCA-8DEA-E3B2DD07DA4E}" dt="2026-06-01T01:45:28.672" v="243" actId="478"/>
          <ac:spMkLst>
            <pc:docMk/>
            <pc:sldMk cId="1186077149" sldId="264"/>
            <ac:spMk id="10" creationId="{13E3F6D2-675D-4366-8BD4-D9DBB12A7C82}"/>
          </ac:spMkLst>
        </pc:spChg>
        <pc:spChg chg="del">
          <ac:chgData name="Hironari Yamada" userId="e57621f8-ec3c-449e-bb19-001fffcc008e" providerId="ADAL" clId="{BC0BD879-F267-5CCA-8DEA-E3B2DD07DA4E}" dt="2026-06-01T01:45:28.672" v="243" actId="478"/>
          <ac:spMkLst>
            <pc:docMk/>
            <pc:sldMk cId="1186077149" sldId="264"/>
            <ac:spMk id="11" creationId="{C2996C24-43B1-457E-8FF6-67E0B23D6559}"/>
          </ac:spMkLst>
        </pc:spChg>
        <pc:spChg chg="del">
          <ac:chgData name="Hironari Yamada" userId="e57621f8-ec3c-449e-bb19-001fffcc008e" providerId="ADAL" clId="{BC0BD879-F267-5CCA-8DEA-E3B2DD07DA4E}" dt="2026-06-01T01:45:28.672" v="243" actId="478"/>
          <ac:spMkLst>
            <pc:docMk/>
            <pc:sldMk cId="1186077149" sldId="264"/>
            <ac:spMk id="12" creationId="{B2374348-5A0C-449E-9036-CB2430CC1552}"/>
          </ac:spMkLst>
        </pc:spChg>
        <pc:spChg chg="del">
          <ac:chgData name="Hironari Yamada" userId="e57621f8-ec3c-449e-bb19-001fffcc008e" providerId="ADAL" clId="{BC0BD879-F267-5CCA-8DEA-E3B2DD07DA4E}" dt="2026-06-01T01:45:28.672" v="243" actId="478"/>
          <ac:spMkLst>
            <pc:docMk/>
            <pc:sldMk cId="1186077149" sldId="264"/>
            <ac:spMk id="13" creationId="{818E92AE-22B4-4ED6-88A4-710B2429A2F7}"/>
          </ac:spMkLst>
        </pc:spChg>
        <pc:spChg chg="del">
          <ac:chgData name="Hironari Yamada" userId="e57621f8-ec3c-449e-bb19-001fffcc008e" providerId="ADAL" clId="{BC0BD879-F267-5CCA-8DEA-E3B2DD07DA4E}" dt="2026-06-01T01:45:28.672" v="243" actId="478"/>
          <ac:spMkLst>
            <pc:docMk/>
            <pc:sldMk cId="1186077149" sldId="264"/>
            <ac:spMk id="14" creationId="{AE52BEA3-A457-45B5-B7A8-953DCD260623}"/>
          </ac:spMkLst>
        </pc:spChg>
        <pc:spChg chg="del">
          <ac:chgData name="Hironari Yamada" userId="e57621f8-ec3c-449e-bb19-001fffcc008e" providerId="ADAL" clId="{BC0BD879-F267-5CCA-8DEA-E3B2DD07DA4E}" dt="2026-06-01T01:45:28.672" v="243" actId="478"/>
          <ac:spMkLst>
            <pc:docMk/>
            <pc:sldMk cId="1186077149" sldId="264"/>
            <ac:spMk id="15" creationId="{6E56B932-3520-4CB0-848D-B6EAF1DC1E04}"/>
          </ac:spMkLst>
        </pc:spChg>
        <pc:spChg chg="del">
          <ac:chgData name="Hironari Yamada" userId="e57621f8-ec3c-449e-bb19-001fffcc008e" providerId="ADAL" clId="{BC0BD879-F267-5CCA-8DEA-E3B2DD07DA4E}" dt="2026-06-01T01:45:28.672" v="243" actId="478"/>
          <ac:spMkLst>
            <pc:docMk/>
            <pc:sldMk cId="1186077149" sldId="264"/>
            <ac:spMk id="16" creationId="{54661E41-892E-4490-88D7-7B5B4463CF3E}"/>
          </ac:spMkLst>
        </pc:spChg>
        <pc:spChg chg="mod">
          <ac:chgData name="Hironari Yamada" userId="e57621f8-ec3c-449e-bb19-001fffcc008e" providerId="ADAL" clId="{BC0BD879-F267-5CCA-8DEA-E3B2DD07DA4E}" dt="2026-06-01T04:07:03.013" v="622" actId="1076"/>
          <ac:spMkLst>
            <pc:docMk/>
            <pc:sldMk cId="1186077149" sldId="264"/>
            <ac:spMk id="19" creationId="{ACA2B11A-FC3B-856E-F282-EC01958EE31B}"/>
          </ac:spMkLst>
        </pc:spChg>
        <pc:spChg chg="add mod">
          <ac:chgData name="Hironari Yamada" userId="e57621f8-ec3c-449e-bb19-001fffcc008e" providerId="ADAL" clId="{BC0BD879-F267-5CCA-8DEA-E3B2DD07DA4E}" dt="2026-06-01T01:45:35.124" v="244"/>
          <ac:spMkLst>
            <pc:docMk/>
            <pc:sldMk cId="1186077149" sldId="264"/>
            <ac:spMk id="20" creationId="{134B628D-FD87-C52C-B452-BDF5EB2B4B95}"/>
          </ac:spMkLst>
        </pc:spChg>
        <pc:spChg chg="add mod">
          <ac:chgData name="Hironari Yamada" userId="e57621f8-ec3c-449e-bb19-001fffcc008e" providerId="ADAL" clId="{BC0BD879-F267-5CCA-8DEA-E3B2DD07DA4E}" dt="2026-06-01T01:45:35.124" v="244"/>
          <ac:spMkLst>
            <pc:docMk/>
            <pc:sldMk cId="1186077149" sldId="264"/>
            <ac:spMk id="21" creationId="{6DF9E803-F8D1-ABB3-C54C-6594169C921C}"/>
          </ac:spMkLst>
        </pc:spChg>
        <pc:spChg chg="add mod">
          <ac:chgData name="Hironari Yamada" userId="e57621f8-ec3c-449e-bb19-001fffcc008e" providerId="ADAL" clId="{BC0BD879-F267-5CCA-8DEA-E3B2DD07DA4E}" dt="2026-06-01T01:45:35.124" v="244"/>
          <ac:spMkLst>
            <pc:docMk/>
            <pc:sldMk cId="1186077149" sldId="264"/>
            <ac:spMk id="34" creationId="{5A043F84-1CA0-0687-1435-259CF1946C35}"/>
          </ac:spMkLst>
        </pc:spChg>
        <pc:spChg chg="add mod">
          <ac:chgData name="Hironari Yamada" userId="e57621f8-ec3c-449e-bb19-001fffcc008e" providerId="ADAL" clId="{BC0BD879-F267-5CCA-8DEA-E3B2DD07DA4E}" dt="2026-06-01T01:46:25.578" v="252" actId="1076"/>
          <ac:spMkLst>
            <pc:docMk/>
            <pc:sldMk cId="1186077149" sldId="264"/>
            <ac:spMk id="36" creationId="{DA0B493C-92D2-8051-B2D0-9DC168932D40}"/>
          </ac:spMkLst>
        </pc:spChg>
        <pc:spChg chg="add mod">
          <ac:chgData name="Hironari Yamada" userId="e57621f8-ec3c-449e-bb19-001fffcc008e" providerId="ADAL" clId="{BC0BD879-F267-5CCA-8DEA-E3B2DD07DA4E}" dt="2026-06-01T01:45:35.124" v="244"/>
          <ac:spMkLst>
            <pc:docMk/>
            <pc:sldMk cId="1186077149" sldId="264"/>
            <ac:spMk id="38" creationId="{00542C61-3D79-9F69-9C23-AB23A3D631D5}"/>
          </ac:spMkLst>
        </pc:spChg>
        <pc:spChg chg="add mod">
          <ac:chgData name="Hironari Yamada" userId="e57621f8-ec3c-449e-bb19-001fffcc008e" providerId="ADAL" clId="{BC0BD879-F267-5CCA-8DEA-E3B2DD07DA4E}" dt="2026-06-01T01:45:35.124" v="244"/>
          <ac:spMkLst>
            <pc:docMk/>
            <pc:sldMk cId="1186077149" sldId="264"/>
            <ac:spMk id="41" creationId="{4E208A8C-7F6B-AB08-74FB-DA8FF2DD4807}"/>
          </ac:spMkLst>
        </pc:spChg>
        <pc:spChg chg="del">
          <ac:chgData name="Hironari Yamada" userId="e57621f8-ec3c-449e-bb19-001fffcc008e" providerId="ADAL" clId="{BC0BD879-F267-5CCA-8DEA-E3B2DD07DA4E}" dt="2026-06-01T01:45:39.427" v="245" actId="478"/>
          <ac:spMkLst>
            <pc:docMk/>
            <pc:sldMk cId="1186077149" sldId="264"/>
            <ac:spMk id="42" creationId="{F4464387-D068-02F5-3270-685F31A8AE34}"/>
          </ac:spMkLst>
        </pc:spChg>
        <pc:spChg chg="add del mod">
          <ac:chgData name="Hironari Yamada" userId="e57621f8-ec3c-449e-bb19-001fffcc008e" providerId="ADAL" clId="{BC0BD879-F267-5CCA-8DEA-E3B2DD07DA4E}" dt="2026-06-01T01:45:39.427" v="245" actId="478"/>
          <ac:spMkLst>
            <pc:docMk/>
            <pc:sldMk cId="1186077149" sldId="264"/>
            <ac:spMk id="43" creationId="{3D59016B-1E7B-6B58-4FF2-81543C60353D}"/>
          </ac:spMkLst>
        </pc:spChg>
        <pc:spChg chg="del">
          <ac:chgData name="Hironari Yamada" userId="e57621f8-ec3c-449e-bb19-001fffcc008e" providerId="ADAL" clId="{BC0BD879-F267-5CCA-8DEA-E3B2DD07DA4E}" dt="2026-06-01T01:45:39.427" v="245" actId="478"/>
          <ac:spMkLst>
            <pc:docMk/>
            <pc:sldMk cId="1186077149" sldId="264"/>
            <ac:spMk id="44" creationId="{F64A1F1F-30FC-E777-1AF3-44191EAB0BC7}"/>
          </ac:spMkLst>
        </pc:spChg>
        <pc:spChg chg="del">
          <ac:chgData name="Hironari Yamada" userId="e57621f8-ec3c-449e-bb19-001fffcc008e" providerId="ADAL" clId="{BC0BD879-F267-5CCA-8DEA-E3B2DD07DA4E}" dt="2026-06-01T01:45:39.427" v="245" actId="478"/>
          <ac:spMkLst>
            <pc:docMk/>
            <pc:sldMk cId="1186077149" sldId="264"/>
            <ac:spMk id="45" creationId="{30BDAA9B-08D1-6A33-E333-02F0F2D6BECF}"/>
          </ac:spMkLst>
        </pc:spChg>
        <pc:spChg chg="add del mod">
          <ac:chgData name="Hironari Yamada" userId="e57621f8-ec3c-449e-bb19-001fffcc008e" providerId="ADAL" clId="{BC0BD879-F267-5CCA-8DEA-E3B2DD07DA4E}" dt="2026-06-01T01:45:39.427" v="245" actId="478"/>
          <ac:spMkLst>
            <pc:docMk/>
            <pc:sldMk cId="1186077149" sldId="264"/>
            <ac:spMk id="46" creationId="{60038ED6-04C4-BB3A-077B-1A381B4A3832}"/>
          </ac:spMkLst>
        </pc:spChg>
        <pc:spChg chg="del">
          <ac:chgData name="Hironari Yamada" userId="e57621f8-ec3c-449e-bb19-001fffcc008e" providerId="ADAL" clId="{BC0BD879-F267-5CCA-8DEA-E3B2DD07DA4E}" dt="2026-06-01T01:45:39.427" v="245" actId="478"/>
          <ac:spMkLst>
            <pc:docMk/>
            <pc:sldMk cId="1186077149" sldId="264"/>
            <ac:spMk id="47" creationId="{2D395397-F953-43D3-7FEB-F0E2B3627CF1}"/>
          </ac:spMkLst>
        </pc:spChg>
        <pc:spChg chg="add del mod">
          <ac:chgData name="Hironari Yamada" userId="e57621f8-ec3c-449e-bb19-001fffcc008e" providerId="ADAL" clId="{BC0BD879-F267-5CCA-8DEA-E3B2DD07DA4E}" dt="2026-06-01T01:45:39.427" v="245" actId="478"/>
          <ac:spMkLst>
            <pc:docMk/>
            <pc:sldMk cId="1186077149" sldId="264"/>
            <ac:spMk id="48" creationId="{FAD920E7-4A07-7867-4508-C99675F910C0}"/>
          </ac:spMkLst>
        </pc:spChg>
        <pc:spChg chg="add mod">
          <ac:chgData name="Hironari Yamada" userId="e57621f8-ec3c-449e-bb19-001fffcc008e" providerId="ADAL" clId="{BC0BD879-F267-5CCA-8DEA-E3B2DD07DA4E}" dt="2026-06-01T01:45:35.124" v="244"/>
          <ac:spMkLst>
            <pc:docMk/>
            <pc:sldMk cId="1186077149" sldId="264"/>
            <ac:spMk id="51" creationId="{7B191FE9-67BC-640B-2ED2-CEC070D259BE}"/>
          </ac:spMkLst>
        </pc:spChg>
        <pc:spChg chg="add mod">
          <ac:chgData name="Hironari Yamada" userId="e57621f8-ec3c-449e-bb19-001fffcc008e" providerId="ADAL" clId="{BC0BD879-F267-5CCA-8DEA-E3B2DD07DA4E}" dt="2026-06-01T04:05:43.316" v="442" actId="14100"/>
          <ac:spMkLst>
            <pc:docMk/>
            <pc:sldMk cId="1186077149" sldId="264"/>
            <ac:spMk id="59" creationId="{B3FBC5FD-B9EB-8857-985C-991E6A52015B}"/>
          </ac:spMkLst>
        </pc:spChg>
        <pc:spChg chg="add mod">
          <ac:chgData name="Hironari Yamada" userId="e57621f8-ec3c-449e-bb19-001fffcc008e" providerId="ADAL" clId="{BC0BD879-F267-5CCA-8DEA-E3B2DD07DA4E}" dt="2026-06-01T04:08:43.196" v="900" actId="14100"/>
          <ac:spMkLst>
            <pc:docMk/>
            <pc:sldMk cId="1186077149" sldId="264"/>
            <ac:spMk id="60" creationId="{D9A96F61-1FEE-B530-0087-1A6F7FB2642D}"/>
          </ac:spMkLst>
        </pc:spChg>
        <pc:spChg chg="add mod">
          <ac:chgData name="Hironari Yamada" userId="e57621f8-ec3c-449e-bb19-001fffcc008e" providerId="ADAL" clId="{BC0BD879-F267-5CCA-8DEA-E3B2DD07DA4E}" dt="2026-06-01T04:08:34.648" v="897" actId="1076"/>
          <ac:spMkLst>
            <pc:docMk/>
            <pc:sldMk cId="1186077149" sldId="264"/>
            <ac:spMk id="61" creationId="{1CB8F07B-F4B8-195F-B329-81BFFE907869}"/>
          </ac:spMkLst>
        </pc:spChg>
        <pc:picChg chg="mod">
          <ac:chgData name="Hironari Yamada" userId="e57621f8-ec3c-449e-bb19-001fffcc008e" providerId="ADAL" clId="{BC0BD879-F267-5CCA-8DEA-E3B2DD07DA4E}" dt="2026-06-01T01:45:50.026" v="247" actId="14100"/>
          <ac:picMkLst>
            <pc:docMk/>
            <pc:sldMk cId="1186077149" sldId="264"/>
            <ac:picMk id="28" creationId="{21012E5A-B41B-7857-1BE9-0DC9237C81C8}"/>
          </ac:picMkLst>
        </pc:picChg>
        <pc:cxnChg chg="mod">
          <ac:chgData name="Hironari Yamada" userId="e57621f8-ec3c-449e-bb19-001fffcc008e" providerId="ADAL" clId="{BC0BD879-F267-5CCA-8DEA-E3B2DD07DA4E}" dt="2026-06-01T01:45:50.026" v="247" actId="14100"/>
          <ac:cxnSpMkLst>
            <pc:docMk/>
            <pc:sldMk cId="1186077149" sldId="264"/>
            <ac:cxnSpMk id="29" creationId="{E9ADC7C1-7DDD-CDA8-B225-BF07BE48BB8B}"/>
          </ac:cxnSpMkLst>
        </pc:cxnChg>
        <pc:cxnChg chg="mod">
          <ac:chgData name="Hironari Yamada" userId="e57621f8-ec3c-449e-bb19-001fffcc008e" providerId="ADAL" clId="{BC0BD879-F267-5CCA-8DEA-E3B2DD07DA4E}" dt="2026-06-01T01:45:50.026" v="247" actId="14100"/>
          <ac:cxnSpMkLst>
            <pc:docMk/>
            <pc:sldMk cId="1186077149" sldId="264"/>
            <ac:cxnSpMk id="30" creationId="{7B21A1A4-539C-5303-0D7F-5645326591ED}"/>
          </ac:cxnSpMkLst>
        </pc:cxnChg>
        <pc:cxnChg chg="mod">
          <ac:chgData name="Hironari Yamada" userId="e57621f8-ec3c-449e-bb19-001fffcc008e" providerId="ADAL" clId="{BC0BD879-F267-5CCA-8DEA-E3B2DD07DA4E}" dt="2026-06-01T01:45:58.770" v="249" actId="14100"/>
          <ac:cxnSpMkLst>
            <pc:docMk/>
            <pc:sldMk cId="1186077149" sldId="264"/>
            <ac:cxnSpMk id="33" creationId="{142441BB-6EF4-5326-5E52-C405EFCD8AFA}"/>
          </ac:cxnSpMkLst>
        </pc:cxnChg>
        <pc:cxnChg chg="mod">
          <ac:chgData name="Hironari Yamada" userId="e57621f8-ec3c-449e-bb19-001fffcc008e" providerId="ADAL" clId="{BC0BD879-F267-5CCA-8DEA-E3B2DD07DA4E}" dt="2026-06-01T01:46:01.678" v="250" actId="14100"/>
          <ac:cxnSpMkLst>
            <pc:docMk/>
            <pc:sldMk cId="1186077149" sldId="264"/>
            <ac:cxnSpMk id="35" creationId="{04B2CF73-9E5F-AB2D-69B1-D09CFE60B3B2}"/>
          </ac:cxnSpMkLst>
        </pc:cxnChg>
      </pc:sldChg>
      <pc:sldChg chg="addSp delSp modSp mod">
        <pc:chgData name="Hironari Yamada" userId="e57621f8-ec3c-449e-bb19-001fffcc008e" providerId="ADAL" clId="{BC0BD879-F267-5CCA-8DEA-E3B2DD07DA4E}" dt="2026-06-01T04:38:03.578" v="1598" actId="1076"/>
        <pc:sldMkLst>
          <pc:docMk/>
          <pc:sldMk cId="1186077149" sldId="265"/>
        </pc:sldMkLst>
        <pc:spChg chg="del">
          <ac:chgData name="Hironari Yamada" userId="e57621f8-ec3c-449e-bb19-001fffcc008e" providerId="ADAL" clId="{BC0BD879-F267-5CCA-8DEA-E3B2DD07DA4E}" dt="2026-06-01T04:23:26.367" v="1578" actId="478"/>
          <ac:spMkLst>
            <pc:docMk/>
            <pc:sldMk cId="1186077149" sldId="265"/>
            <ac:spMk id="3" creationId="{DDC53CD5-CD1A-4034-B5FC-58DEA87F23B3}"/>
          </ac:spMkLst>
        </pc:spChg>
        <pc:spChg chg="del">
          <ac:chgData name="Hironari Yamada" userId="e57621f8-ec3c-449e-bb19-001fffcc008e" providerId="ADAL" clId="{BC0BD879-F267-5CCA-8DEA-E3B2DD07DA4E}" dt="2026-06-01T04:37:45.934" v="1585" actId="478"/>
          <ac:spMkLst>
            <pc:docMk/>
            <pc:sldMk cId="1186077149" sldId="265"/>
            <ac:spMk id="5" creationId="{284D1AD0-BAD2-414E-B354-C0D044AA5A71}"/>
          </ac:spMkLst>
        </pc:spChg>
        <pc:spChg chg="del">
          <ac:chgData name="Hironari Yamada" userId="e57621f8-ec3c-449e-bb19-001fffcc008e" providerId="ADAL" clId="{BC0BD879-F267-5CCA-8DEA-E3B2DD07DA4E}" dt="2026-06-01T04:23:06.548" v="1573" actId="478"/>
          <ac:spMkLst>
            <pc:docMk/>
            <pc:sldMk cId="1186077149" sldId="265"/>
            <ac:spMk id="6" creationId="{1C50062C-8C82-4600-BE45-CAFF22B3D128}"/>
          </ac:spMkLst>
        </pc:spChg>
        <pc:spChg chg="del">
          <ac:chgData name="Hironari Yamada" userId="e57621f8-ec3c-449e-bb19-001fffcc008e" providerId="ADAL" clId="{BC0BD879-F267-5CCA-8DEA-E3B2DD07DA4E}" dt="2026-06-01T04:23:06.548" v="1573" actId="478"/>
          <ac:spMkLst>
            <pc:docMk/>
            <pc:sldMk cId="1186077149" sldId="265"/>
            <ac:spMk id="7" creationId="{A2CC5958-417B-43A8-B064-E2BEFA627042}"/>
          </ac:spMkLst>
        </pc:spChg>
        <pc:spChg chg="del">
          <ac:chgData name="Hironari Yamada" userId="e57621f8-ec3c-449e-bb19-001fffcc008e" providerId="ADAL" clId="{BC0BD879-F267-5CCA-8DEA-E3B2DD07DA4E}" dt="2026-06-01T04:23:06.548" v="1573" actId="478"/>
          <ac:spMkLst>
            <pc:docMk/>
            <pc:sldMk cId="1186077149" sldId="265"/>
            <ac:spMk id="8" creationId="{9D214A85-45A0-4850-AD13-A7C4595563C9}"/>
          </ac:spMkLst>
        </pc:spChg>
        <pc:spChg chg="del">
          <ac:chgData name="Hironari Yamada" userId="e57621f8-ec3c-449e-bb19-001fffcc008e" providerId="ADAL" clId="{BC0BD879-F267-5CCA-8DEA-E3B2DD07DA4E}" dt="2026-06-01T04:23:06.548" v="1573" actId="478"/>
          <ac:spMkLst>
            <pc:docMk/>
            <pc:sldMk cId="1186077149" sldId="265"/>
            <ac:spMk id="9" creationId="{C386B5F9-A0CA-4A01-8F80-1C3A737B7636}"/>
          </ac:spMkLst>
        </pc:spChg>
        <pc:spChg chg="del">
          <ac:chgData name="Hironari Yamada" userId="e57621f8-ec3c-449e-bb19-001fffcc008e" providerId="ADAL" clId="{BC0BD879-F267-5CCA-8DEA-E3B2DD07DA4E}" dt="2026-06-01T04:23:06.548" v="1573" actId="478"/>
          <ac:spMkLst>
            <pc:docMk/>
            <pc:sldMk cId="1186077149" sldId="265"/>
            <ac:spMk id="10" creationId="{65FA084C-85DD-46FD-BE4B-E04BAAB595DD}"/>
          </ac:spMkLst>
        </pc:spChg>
        <pc:spChg chg="del">
          <ac:chgData name="Hironari Yamada" userId="e57621f8-ec3c-449e-bb19-001fffcc008e" providerId="ADAL" clId="{BC0BD879-F267-5CCA-8DEA-E3B2DD07DA4E}" dt="2026-06-01T04:23:06.548" v="1573" actId="478"/>
          <ac:spMkLst>
            <pc:docMk/>
            <pc:sldMk cId="1186077149" sldId="265"/>
            <ac:spMk id="11" creationId="{9585B524-29E6-4CA4-ABCC-089C493A1039}"/>
          </ac:spMkLst>
        </pc:spChg>
        <pc:spChg chg="del">
          <ac:chgData name="Hironari Yamada" userId="e57621f8-ec3c-449e-bb19-001fffcc008e" providerId="ADAL" clId="{BC0BD879-F267-5CCA-8DEA-E3B2DD07DA4E}" dt="2026-06-01T04:23:06.548" v="1573" actId="478"/>
          <ac:spMkLst>
            <pc:docMk/>
            <pc:sldMk cId="1186077149" sldId="265"/>
            <ac:spMk id="12" creationId="{360D7036-D95E-4FBF-9293-A1298336DBF7}"/>
          </ac:spMkLst>
        </pc:spChg>
        <pc:spChg chg="del">
          <ac:chgData name="Hironari Yamada" userId="e57621f8-ec3c-449e-bb19-001fffcc008e" providerId="ADAL" clId="{BC0BD879-F267-5CCA-8DEA-E3B2DD07DA4E}" dt="2026-06-01T04:23:06.548" v="1573" actId="478"/>
          <ac:spMkLst>
            <pc:docMk/>
            <pc:sldMk cId="1186077149" sldId="265"/>
            <ac:spMk id="13" creationId="{9D85EAA2-9173-45F9-89DD-B8BDD93E6CCF}"/>
          </ac:spMkLst>
        </pc:spChg>
        <pc:spChg chg="del">
          <ac:chgData name="Hironari Yamada" userId="e57621f8-ec3c-449e-bb19-001fffcc008e" providerId="ADAL" clId="{BC0BD879-F267-5CCA-8DEA-E3B2DD07DA4E}" dt="2026-06-01T04:23:30.462" v="1579" actId="478"/>
          <ac:spMkLst>
            <pc:docMk/>
            <pc:sldMk cId="1186077149" sldId="265"/>
            <ac:spMk id="14" creationId="{B24EAD92-50DC-4C34-85C8-E5C95726880A}"/>
          </ac:spMkLst>
        </pc:spChg>
        <pc:spChg chg="mod">
          <ac:chgData name="Hironari Yamada" userId="e57621f8-ec3c-449e-bb19-001fffcc008e" providerId="ADAL" clId="{BC0BD879-F267-5CCA-8DEA-E3B2DD07DA4E}" dt="2026-06-01T04:23:19.797" v="1575"/>
          <ac:spMkLst>
            <pc:docMk/>
            <pc:sldMk cId="1186077149" sldId="265"/>
            <ac:spMk id="16" creationId="{CC9BAAC7-5815-5D37-D6AC-A01882A7C1C2}"/>
          </ac:spMkLst>
        </pc:spChg>
        <pc:spChg chg="add mod">
          <ac:chgData name="Hironari Yamada" userId="e57621f8-ec3c-449e-bb19-001fffcc008e" providerId="ADAL" clId="{BC0BD879-F267-5CCA-8DEA-E3B2DD07DA4E}" dt="2026-06-01T04:23:16.284" v="1574"/>
          <ac:spMkLst>
            <pc:docMk/>
            <pc:sldMk cId="1186077149" sldId="265"/>
            <ac:spMk id="17" creationId="{D6FC1025-264E-AAD1-BA47-B2FD6548F6C4}"/>
          </ac:spMkLst>
        </pc:spChg>
        <pc:spChg chg="add mod">
          <ac:chgData name="Hironari Yamada" userId="e57621f8-ec3c-449e-bb19-001fffcc008e" providerId="ADAL" clId="{BC0BD879-F267-5CCA-8DEA-E3B2DD07DA4E}" dt="2026-06-01T04:23:16.284" v="1574"/>
          <ac:spMkLst>
            <pc:docMk/>
            <pc:sldMk cId="1186077149" sldId="265"/>
            <ac:spMk id="18" creationId="{5E12DDBF-48C1-7554-CD58-2E84E1E12A98}"/>
          </ac:spMkLst>
        </pc:spChg>
        <pc:spChg chg="add mod">
          <ac:chgData name="Hironari Yamada" userId="e57621f8-ec3c-449e-bb19-001fffcc008e" providerId="ADAL" clId="{BC0BD879-F267-5CCA-8DEA-E3B2DD07DA4E}" dt="2026-06-01T04:23:16.284" v="1574"/>
          <ac:spMkLst>
            <pc:docMk/>
            <pc:sldMk cId="1186077149" sldId="265"/>
            <ac:spMk id="19" creationId="{052FCC14-B88D-6100-2872-A4E0430F6166}"/>
          </ac:spMkLst>
        </pc:spChg>
        <pc:spChg chg="add mod">
          <ac:chgData name="Hironari Yamada" userId="e57621f8-ec3c-449e-bb19-001fffcc008e" providerId="ADAL" clId="{BC0BD879-F267-5CCA-8DEA-E3B2DD07DA4E}" dt="2026-06-01T04:23:16.284" v="1574"/>
          <ac:spMkLst>
            <pc:docMk/>
            <pc:sldMk cId="1186077149" sldId="265"/>
            <ac:spMk id="20" creationId="{115230D6-1822-7D3D-761D-6D614502322C}"/>
          </ac:spMkLst>
        </pc:spChg>
        <pc:spChg chg="add mod">
          <ac:chgData name="Hironari Yamada" userId="e57621f8-ec3c-449e-bb19-001fffcc008e" providerId="ADAL" clId="{BC0BD879-F267-5CCA-8DEA-E3B2DD07DA4E}" dt="2026-06-01T04:23:16.284" v="1574"/>
          <ac:spMkLst>
            <pc:docMk/>
            <pc:sldMk cId="1186077149" sldId="265"/>
            <ac:spMk id="22" creationId="{028C44C6-8891-B4A4-679A-A272DD6D015C}"/>
          </ac:spMkLst>
        </pc:spChg>
        <pc:spChg chg="add mod">
          <ac:chgData name="Hironari Yamada" userId="e57621f8-ec3c-449e-bb19-001fffcc008e" providerId="ADAL" clId="{BC0BD879-F267-5CCA-8DEA-E3B2DD07DA4E}" dt="2026-06-01T04:23:16.284" v="1574"/>
          <ac:spMkLst>
            <pc:docMk/>
            <pc:sldMk cId="1186077149" sldId="265"/>
            <ac:spMk id="23" creationId="{3F713003-2F2B-E5F6-23F5-82A2FA259A47}"/>
          </ac:spMkLst>
        </pc:spChg>
        <pc:spChg chg="add mod">
          <ac:chgData name="Hironari Yamada" userId="e57621f8-ec3c-449e-bb19-001fffcc008e" providerId="ADAL" clId="{BC0BD879-F267-5CCA-8DEA-E3B2DD07DA4E}" dt="2026-06-01T04:23:16.284" v="1574"/>
          <ac:spMkLst>
            <pc:docMk/>
            <pc:sldMk cId="1186077149" sldId="265"/>
            <ac:spMk id="24" creationId="{BEC611F0-31E1-9B88-1816-EC367E4E8123}"/>
          </ac:spMkLst>
        </pc:spChg>
        <pc:spChg chg="add mod">
          <ac:chgData name="Hironari Yamada" userId="e57621f8-ec3c-449e-bb19-001fffcc008e" providerId="ADAL" clId="{BC0BD879-F267-5CCA-8DEA-E3B2DD07DA4E}" dt="2026-06-01T04:23:16.284" v="1574"/>
          <ac:spMkLst>
            <pc:docMk/>
            <pc:sldMk cId="1186077149" sldId="265"/>
            <ac:spMk id="25" creationId="{CB6A4FCE-9339-C05F-696D-4846E494F0BF}"/>
          </ac:spMkLst>
        </pc:spChg>
        <pc:spChg chg="add mod">
          <ac:chgData name="Hironari Yamada" userId="e57621f8-ec3c-449e-bb19-001fffcc008e" providerId="ADAL" clId="{BC0BD879-F267-5CCA-8DEA-E3B2DD07DA4E}" dt="2026-06-01T04:23:16.284" v="1574"/>
          <ac:spMkLst>
            <pc:docMk/>
            <pc:sldMk cId="1186077149" sldId="265"/>
            <ac:spMk id="26" creationId="{F195D4F1-8AFC-8663-6F07-B162954E1933}"/>
          </ac:spMkLst>
        </pc:spChg>
        <pc:spChg chg="add mod">
          <ac:chgData name="Hironari Yamada" userId="e57621f8-ec3c-449e-bb19-001fffcc008e" providerId="ADAL" clId="{BC0BD879-F267-5CCA-8DEA-E3B2DD07DA4E}" dt="2026-06-01T04:23:16.284" v="1574"/>
          <ac:spMkLst>
            <pc:docMk/>
            <pc:sldMk cId="1186077149" sldId="265"/>
            <ac:spMk id="27" creationId="{4FFF27AE-520F-C94E-6D94-C45587820A4B}"/>
          </ac:spMkLst>
        </pc:spChg>
        <pc:spChg chg="add mod">
          <ac:chgData name="Hironari Yamada" userId="e57621f8-ec3c-449e-bb19-001fffcc008e" providerId="ADAL" clId="{BC0BD879-F267-5CCA-8DEA-E3B2DD07DA4E}" dt="2026-06-01T04:37:56.945" v="1597" actId="20577"/>
          <ac:spMkLst>
            <pc:docMk/>
            <pc:sldMk cId="1186077149" sldId="265"/>
            <ac:spMk id="33" creationId="{B8C582BD-6FCE-E913-2DDE-5FCD82C5DDF6}"/>
          </ac:spMkLst>
        </pc:spChg>
        <pc:spChg chg="add mod">
          <ac:chgData name="Hironari Yamada" userId="e57621f8-ec3c-449e-bb19-001fffcc008e" providerId="ADAL" clId="{BC0BD879-F267-5CCA-8DEA-E3B2DD07DA4E}" dt="2026-06-01T04:38:03.578" v="1598" actId="1076"/>
          <ac:spMkLst>
            <pc:docMk/>
            <pc:sldMk cId="1186077149" sldId="265"/>
            <ac:spMk id="34" creationId="{1251132C-B80D-A1C4-830A-83FCED7E8E28}"/>
          </ac:spMkLst>
        </pc:spChg>
        <pc:spChg chg="add mod">
          <ac:chgData name="Hironari Yamada" userId="e57621f8-ec3c-449e-bb19-001fffcc008e" providerId="ADAL" clId="{BC0BD879-F267-5CCA-8DEA-E3B2DD07DA4E}" dt="2026-06-01T04:38:03.578" v="1598" actId="1076"/>
          <ac:spMkLst>
            <pc:docMk/>
            <pc:sldMk cId="1186077149" sldId="265"/>
            <ac:spMk id="35" creationId="{3782456B-D806-FB9C-C15D-F21EE0D89AE7}"/>
          </ac:spMkLst>
        </pc:spChg>
        <pc:spChg chg="add mod">
          <ac:chgData name="Hironari Yamada" userId="e57621f8-ec3c-449e-bb19-001fffcc008e" providerId="ADAL" clId="{BC0BD879-F267-5CCA-8DEA-E3B2DD07DA4E}" dt="2026-06-01T04:38:03.578" v="1598" actId="1076"/>
          <ac:spMkLst>
            <pc:docMk/>
            <pc:sldMk cId="1186077149" sldId="265"/>
            <ac:spMk id="36" creationId="{995F0F6A-C186-4C4E-A102-558889A0B0D5}"/>
          </ac:spMkLst>
        </pc:spChg>
        <pc:spChg chg="add mod">
          <ac:chgData name="Hironari Yamada" userId="e57621f8-ec3c-449e-bb19-001fffcc008e" providerId="ADAL" clId="{BC0BD879-F267-5CCA-8DEA-E3B2DD07DA4E}" dt="2026-06-01T04:38:03.578" v="1598" actId="1076"/>
          <ac:spMkLst>
            <pc:docMk/>
            <pc:sldMk cId="1186077149" sldId="265"/>
            <ac:spMk id="37" creationId="{78512585-5B80-2557-7D1F-CEFCDFA51394}"/>
          </ac:spMkLst>
        </pc:spChg>
        <pc:spChg chg="add mod">
          <ac:chgData name="Hironari Yamada" userId="e57621f8-ec3c-449e-bb19-001fffcc008e" providerId="ADAL" clId="{BC0BD879-F267-5CCA-8DEA-E3B2DD07DA4E}" dt="2026-06-01T04:38:03.578" v="1598" actId="1076"/>
          <ac:spMkLst>
            <pc:docMk/>
            <pc:sldMk cId="1186077149" sldId="265"/>
            <ac:spMk id="38" creationId="{69AF3AE2-043B-73CB-48C4-1919D25256BA}"/>
          </ac:spMkLst>
        </pc:spChg>
        <pc:spChg chg="mod">
          <ac:chgData name="Hironari Yamada" userId="e57621f8-ec3c-449e-bb19-001fffcc008e" providerId="ADAL" clId="{BC0BD879-F267-5CCA-8DEA-E3B2DD07DA4E}" dt="2026-06-01T04:38:03.578" v="1598" actId="1076"/>
          <ac:spMkLst>
            <pc:docMk/>
            <pc:sldMk cId="1186077149" sldId="265"/>
            <ac:spMk id="39" creationId="{44F1C2BA-EDEC-DC99-3F4C-0CC45CED616E}"/>
          </ac:spMkLst>
        </pc:spChg>
        <pc:spChg chg="add mod">
          <ac:chgData name="Hironari Yamada" userId="e57621f8-ec3c-449e-bb19-001fffcc008e" providerId="ADAL" clId="{BC0BD879-F267-5CCA-8DEA-E3B2DD07DA4E}" dt="2026-06-01T04:38:03.578" v="1598" actId="1076"/>
          <ac:spMkLst>
            <pc:docMk/>
            <pc:sldMk cId="1186077149" sldId="265"/>
            <ac:spMk id="40" creationId="{7671A67D-64EB-C10E-50A0-3FA513117A10}"/>
          </ac:spMkLst>
        </pc:spChg>
        <pc:spChg chg="add mod">
          <ac:chgData name="Hironari Yamada" userId="e57621f8-ec3c-449e-bb19-001fffcc008e" providerId="ADAL" clId="{BC0BD879-F267-5CCA-8DEA-E3B2DD07DA4E}" dt="2026-06-01T04:38:03.578" v="1598" actId="1076"/>
          <ac:spMkLst>
            <pc:docMk/>
            <pc:sldMk cId="1186077149" sldId="265"/>
            <ac:spMk id="42" creationId="{D98B3B89-23A4-7729-0313-288F6E85F862}"/>
          </ac:spMkLst>
        </pc:spChg>
        <pc:spChg chg="add mod">
          <ac:chgData name="Hironari Yamada" userId="e57621f8-ec3c-449e-bb19-001fffcc008e" providerId="ADAL" clId="{BC0BD879-F267-5CCA-8DEA-E3B2DD07DA4E}" dt="2026-06-01T04:38:03.578" v="1598" actId="1076"/>
          <ac:spMkLst>
            <pc:docMk/>
            <pc:sldMk cId="1186077149" sldId="265"/>
            <ac:spMk id="43" creationId="{048760BE-2654-4F87-0EAC-F1620D3947FD}"/>
          </ac:spMkLst>
        </pc:spChg>
        <pc:spChg chg="add mod">
          <ac:chgData name="Hironari Yamada" userId="e57621f8-ec3c-449e-bb19-001fffcc008e" providerId="ADAL" clId="{BC0BD879-F267-5CCA-8DEA-E3B2DD07DA4E}" dt="2026-06-01T04:38:03.578" v="1598" actId="1076"/>
          <ac:spMkLst>
            <pc:docMk/>
            <pc:sldMk cId="1186077149" sldId="265"/>
            <ac:spMk id="44" creationId="{403584FF-7B8F-0C84-332C-5C66E2E6D33C}"/>
          </ac:spMkLst>
        </pc:spChg>
      </pc:sldChg>
      <pc:sldChg chg="addSp delSp modSp mod">
        <pc:chgData name="Hironari Yamada" userId="e57621f8-ec3c-449e-bb19-001fffcc008e" providerId="ADAL" clId="{BC0BD879-F267-5CCA-8DEA-E3B2DD07DA4E}" dt="2026-06-01T05:58:44.875" v="4664" actId="20577"/>
        <pc:sldMkLst>
          <pc:docMk/>
          <pc:sldMk cId="1186077149" sldId="266"/>
        </pc:sldMkLst>
        <pc:spChg chg="del">
          <ac:chgData name="Hironari Yamada" userId="e57621f8-ec3c-449e-bb19-001fffcc008e" providerId="ADAL" clId="{BC0BD879-F267-5CCA-8DEA-E3B2DD07DA4E}" dt="2026-06-01T04:44:25.806" v="1885" actId="478"/>
          <ac:spMkLst>
            <pc:docMk/>
            <pc:sldMk cId="1186077149" sldId="266"/>
            <ac:spMk id="5" creationId="{F2903B28-8C1B-4C9A-AC72-3BC17B6B681B}"/>
          </ac:spMkLst>
        </pc:spChg>
        <pc:spChg chg="del">
          <ac:chgData name="Hironari Yamada" userId="e57621f8-ec3c-449e-bb19-001fffcc008e" providerId="ADAL" clId="{BC0BD879-F267-5CCA-8DEA-E3B2DD07DA4E}" dt="2026-06-01T04:44:22.229" v="1884" actId="478"/>
          <ac:spMkLst>
            <pc:docMk/>
            <pc:sldMk cId="1186077149" sldId="266"/>
            <ac:spMk id="9" creationId="{80F4C00A-11A9-489D-AF46-6DFCCA17BCC9}"/>
          </ac:spMkLst>
        </pc:spChg>
        <pc:spChg chg="del">
          <ac:chgData name="Hironari Yamada" userId="e57621f8-ec3c-449e-bb19-001fffcc008e" providerId="ADAL" clId="{BC0BD879-F267-5CCA-8DEA-E3B2DD07DA4E}" dt="2026-06-01T04:44:22.229" v="1884" actId="478"/>
          <ac:spMkLst>
            <pc:docMk/>
            <pc:sldMk cId="1186077149" sldId="266"/>
            <ac:spMk id="11" creationId="{7B635E5A-DE04-4642-BA38-C6D128C997F2}"/>
          </ac:spMkLst>
        </pc:spChg>
        <pc:spChg chg="del">
          <ac:chgData name="Hironari Yamada" userId="e57621f8-ec3c-449e-bb19-001fffcc008e" providerId="ADAL" clId="{BC0BD879-F267-5CCA-8DEA-E3B2DD07DA4E}" dt="2026-06-01T04:44:22.229" v="1884" actId="478"/>
          <ac:spMkLst>
            <pc:docMk/>
            <pc:sldMk cId="1186077149" sldId="266"/>
            <ac:spMk id="12" creationId="{1E438863-0FA3-4E32-82C6-EC9F08C2AB7D}"/>
          </ac:spMkLst>
        </pc:spChg>
        <pc:spChg chg="del">
          <ac:chgData name="Hironari Yamada" userId="e57621f8-ec3c-449e-bb19-001fffcc008e" providerId="ADAL" clId="{BC0BD879-F267-5CCA-8DEA-E3B2DD07DA4E}" dt="2026-06-01T04:44:22.229" v="1884" actId="478"/>
          <ac:spMkLst>
            <pc:docMk/>
            <pc:sldMk cId="1186077149" sldId="266"/>
            <ac:spMk id="13" creationId="{45CEC2CF-C870-4F84-AC7C-543AD241F572}"/>
          </ac:spMkLst>
        </pc:spChg>
        <pc:spChg chg="del">
          <ac:chgData name="Hironari Yamada" userId="e57621f8-ec3c-449e-bb19-001fffcc008e" providerId="ADAL" clId="{BC0BD879-F267-5CCA-8DEA-E3B2DD07DA4E}" dt="2026-06-01T04:44:22.229" v="1884" actId="478"/>
          <ac:spMkLst>
            <pc:docMk/>
            <pc:sldMk cId="1186077149" sldId="266"/>
            <ac:spMk id="14" creationId="{33B8267A-3CC2-4119-9CC4-72D78412F9B8}"/>
          </ac:spMkLst>
        </pc:spChg>
        <pc:spChg chg="del">
          <ac:chgData name="Hironari Yamada" userId="e57621f8-ec3c-449e-bb19-001fffcc008e" providerId="ADAL" clId="{BC0BD879-F267-5CCA-8DEA-E3B2DD07DA4E}" dt="2026-06-01T04:44:22.229" v="1884" actId="478"/>
          <ac:spMkLst>
            <pc:docMk/>
            <pc:sldMk cId="1186077149" sldId="266"/>
            <ac:spMk id="16" creationId="{1E123C16-5ECB-44DE-A66B-0CC38932DDEF}"/>
          </ac:spMkLst>
        </pc:spChg>
        <pc:spChg chg="del">
          <ac:chgData name="Hironari Yamada" userId="e57621f8-ec3c-449e-bb19-001fffcc008e" providerId="ADAL" clId="{BC0BD879-F267-5CCA-8DEA-E3B2DD07DA4E}" dt="2026-06-01T04:44:22.229" v="1884" actId="478"/>
          <ac:spMkLst>
            <pc:docMk/>
            <pc:sldMk cId="1186077149" sldId="266"/>
            <ac:spMk id="17" creationId="{984C7A07-CF71-4AA2-BD33-E77D3E0DAC89}"/>
          </ac:spMkLst>
        </pc:spChg>
        <pc:spChg chg="del">
          <ac:chgData name="Hironari Yamada" userId="e57621f8-ec3c-449e-bb19-001fffcc008e" providerId="ADAL" clId="{BC0BD879-F267-5CCA-8DEA-E3B2DD07DA4E}" dt="2026-06-01T04:44:22.229" v="1884" actId="478"/>
          <ac:spMkLst>
            <pc:docMk/>
            <pc:sldMk cId="1186077149" sldId="266"/>
            <ac:spMk id="18" creationId="{0E814686-6B0F-41E9-80F2-B479721C80CC}"/>
          </ac:spMkLst>
        </pc:spChg>
        <pc:spChg chg="del">
          <ac:chgData name="Hironari Yamada" userId="e57621f8-ec3c-449e-bb19-001fffcc008e" providerId="ADAL" clId="{BC0BD879-F267-5CCA-8DEA-E3B2DD07DA4E}" dt="2026-06-01T04:44:22.229" v="1884" actId="478"/>
          <ac:spMkLst>
            <pc:docMk/>
            <pc:sldMk cId="1186077149" sldId="266"/>
            <ac:spMk id="19" creationId="{7FA6FEA0-C6DF-4CB4-A594-D03E8E031C20}"/>
          </ac:spMkLst>
        </pc:spChg>
        <pc:spChg chg="del">
          <ac:chgData name="Hironari Yamada" userId="e57621f8-ec3c-449e-bb19-001fffcc008e" providerId="ADAL" clId="{BC0BD879-F267-5CCA-8DEA-E3B2DD07DA4E}" dt="2026-06-01T04:44:22.229" v="1884" actId="478"/>
          <ac:spMkLst>
            <pc:docMk/>
            <pc:sldMk cId="1186077149" sldId="266"/>
            <ac:spMk id="20" creationId="{2A90668F-3596-47D5-BF2B-2A089C812692}"/>
          </ac:spMkLst>
        </pc:spChg>
        <pc:spChg chg="mod">
          <ac:chgData name="Hironari Yamada" userId="e57621f8-ec3c-449e-bb19-001fffcc008e" providerId="ADAL" clId="{BC0BD879-F267-5CCA-8DEA-E3B2DD07DA4E}" dt="2026-06-01T05:58:44.875" v="4664" actId="20577"/>
          <ac:spMkLst>
            <pc:docMk/>
            <pc:sldMk cId="1186077149" sldId="266"/>
            <ac:spMk id="22" creationId="{13FCCB82-901B-4A79-B643-4760DF8CC772}"/>
          </ac:spMkLst>
        </pc:spChg>
        <pc:spChg chg="add mod">
          <ac:chgData name="Hironari Yamada" userId="e57621f8-ec3c-449e-bb19-001fffcc008e" providerId="ADAL" clId="{BC0BD879-F267-5CCA-8DEA-E3B2DD07DA4E}" dt="2026-06-01T04:44:39.879" v="1888" actId="1076"/>
          <ac:spMkLst>
            <pc:docMk/>
            <pc:sldMk cId="1186077149" sldId="266"/>
            <ac:spMk id="24" creationId="{550756C1-23DE-480A-19DF-22557FCFD6DD}"/>
          </ac:spMkLst>
        </pc:spChg>
        <pc:spChg chg="add mod">
          <ac:chgData name="Hironari Yamada" userId="e57621f8-ec3c-449e-bb19-001fffcc008e" providerId="ADAL" clId="{BC0BD879-F267-5CCA-8DEA-E3B2DD07DA4E}" dt="2026-06-01T04:44:39.879" v="1888" actId="1076"/>
          <ac:spMkLst>
            <pc:docMk/>
            <pc:sldMk cId="1186077149" sldId="266"/>
            <ac:spMk id="25" creationId="{1EC8804D-E2FA-6D5C-8A54-18A7BBD23A00}"/>
          </ac:spMkLst>
        </pc:spChg>
        <pc:spChg chg="add mod">
          <ac:chgData name="Hironari Yamada" userId="e57621f8-ec3c-449e-bb19-001fffcc008e" providerId="ADAL" clId="{BC0BD879-F267-5CCA-8DEA-E3B2DD07DA4E}" dt="2026-06-01T04:44:39.879" v="1888" actId="1076"/>
          <ac:spMkLst>
            <pc:docMk/>
            <pc:sldMk cId="1186077149" sldId="266"/>
            <ac:spMk id="34" creationId="{0A8D01DE-AC29-F6C1-FA7F-58F5143F6B6F}"/>
          </ac:spMkLst>
        </pc:spChg>
        <pc:spChg chg="add mod">
          <ac:chgData name="Hironari Yamada" userId="e57621f8-ec3c-449e-bb19-001fffcc008e" providerId="ADAL" clId="{BC0BD879-F267-5CCA-8DEA-E3B2DD07DA4E}" dt="2026-06-01T04:44:39.879" v="1888" actId="1076"/>
          <ac:spMkLst>
            <pc:docMk/>
            <pc:sldMk cId="1186077149" sldId="266"/>
            <ac:spMk id="35" creationId="{A53D2270-983B-65C2-56C9-5D2D7575AAE5}"/>
          </ac:spMkLst>
        </pc:spChg>
        <pc:spChg chg="add mod">
          <ac:chgData name="Hironari Yamada" userId="e57621f8-ec3c-449e-bb19-001fffcc008e" providerId="ADAL" clId="{BC0BD879-F267-5CCA-8DEA-E3B2DD07DA4E}" dt="2026-06-01T04:44:39.879" v="1888" actId="1076"/>
          <ac:spMkLst>
            <pc:docMk/>
            <pc:sldMk cId="1186077149" sldId="266"/>
            <ac:spMk id="36" creationId="{9DCDA33E-8D44-2138-50A7-30ED36E7FD71}"/>
          </ac:spMkLst>
        </pc:spChg>
        <pc:spChg chg="add mod">
          <ac:chgData name="Hironari Yamada" userId="e57621f8-ec3c-449e-bb19-001fffcc008e" providerId="ADAL" clId="{BC0BD879-F267-5CCA-8DEA-E3B2DD07DA4E}" dt="2026-06-01T04:44:39.879" v="1888" actId="1076"/>
          <ac:spMkLst>
            <pc:docMk/>
            <pc:sldMk cId="1186077149" sldId="266"/>
            <ac:spMk id="37" creationId="{DD22BF65-C232-AAE8-5796-79BD02383373}"/>
          </ac:spMkLst>
        </pc:spChg>
        <pc:spChg chg="add mod">
          <ac:chgData name="Hironari Yamada" userId="e57621f8-ec3c-449e-bb19-001fffcc008e" providerId="ADAL" clId="{BC0BD879-F267-5CCA-8DEA-E3B2DD07DA4E}" dt="2026-06-01T04:44:39.879" v="1888" actId="1076"/>
          <ac:spMkLst>
            <pc:docMk/>
            <pc:sldMk cId="1186077149" sldId="266"/>
            <ac:spMk id="40" creationId="{BC16090E-3D14-B25A-DDB5-1C10F75490A9}"/>
          </ac:spMkLst>
        </pc:spChg>
        <pc:spChg chg="add mod">
          <ac:chgData name="Hironari Yamada" userId="e57621f8-ec3c-449e-bb19-001fffcc008e" providerId="ADAL" clId="{BC0BD879-F267-5CCA-8DEA-E3B2DD07DA4E}" dt="2026-06-01T04:44:39.879" v="1888" actId="1076"/>
          <ac:spMkLst>
            <pc:docMk/>
            <pc:sldMk cId="1186077149" sldId="266"/>
            <ac:spMk id="44" creationId="{299CA70D-0B4B-19A4-BF83-753C6D21D9DC}"/>
          </ac:spMkLst>
        </pc:spChg>
        <pc:spChg chg="add mod">
          <ac:chgData name="Hironari Yamada" userId="e57621f8-ec3c-449e-bb19-001fffcc008e" providerId="ADAL" clId="{BC0BD879-F267-5CCA-8DEA-E3B2DD07DA4E}" dt="2026-06-01T04:44:39.879" v="1888" actId="1076"/>
          <ac:spMkLst>
            <pc:docMk/>
            <pc:sldMk cId="1186077149" sldId="266"/>
            <ac:spMk id="55" creationId="{86057E71-6CC4-8725-EB7D-069BCCF73365}"/>
          </ac:spMkLst>
        </pc:spChg>
        <pc:spChg chg="add mod">
          <ac:chgData name="Hironari Yamada" userId="e57621f8-ec3c-449e-bb19-001fffcc008e" providerId="ADAL" clId="{BC0BD879-F267-5CCA-8DEA-E3B2DD07DA4E}" dt="2026-06-01T04:45:09.889" v="1892" actId="14100"/>
          <ac:spMkLst>
            <pc:docMk/>
            <pc:sldMk cId="1186077149" sldId="266"/>
            <ac:spMk id="60" creationId="{3DE90F9C-686D-174D-C897-8EAA8F954F48}"/>
          </ac:spMkLst>
        </pc:spChg>
      </pc:sldChg>
      <pc:sldChg chg="addSp delSp modSp mod">
        <pc:chgData name="Hironari Yamada" userId="e57621f8-ec3c-449e-bb19-001fffcc008e" providerId="ADAL" clId="{BC0BD879-F267-5CCA-8DEA-E3B2DD07DA4E}" dt="2026-06-01T04:44:04.548" v="1883" actId="1076"/>
        <pc:sldMkLst>
          <pc:docMk/>
          <pc:sldMk cId="1186077149" sldId="267"/>
        </pc:sldMkLst>
        <pc:spChg chg="del">
          <ac:chgData name="Hironari Yamada" userId="e57621f8-ec3c-449e-bb19-001fffcc008e" providerId="ADAL" clId="{BC0BD879-F267-5CCA-8DEA-E3B2DD07DA4E}" dt="2026-06-01T04:43:00.145" v="1682" actId="478"/>
          <ac:spMkLst>
            <pc:docMk/>
            <pc:sldMk cId="1186077149" sldId="267"/>
            <ac:spMk id="3" creationId="{69453E24-7CED-4A22-AB6A-718B067FA39F}"/>
          </ac:spMkLst>
        </pc:spChg>
        <pc:spChg chg="del">
          <ac:chgData name="Hironari Yamada" userId="e57621f8-ec3c-449e-bb19-001fffcc008e" providerId="ADAL" clId="{BC0BD879-F267-5CCA-8DEA-E3B2DD07DA4E}" dt="2026-06-01T04:42:40.207" v="1678" actId="478"/>
          <ac:spMkLst>
            <pc:docMk/>
            <pc:sldMk cId="1186077149" sldId="267"/>
            <ac:spMk id="6" creationId="{34BC70DA-1F4C-4A8D-BB49-59FE29F090A6}"/>
          </ac:spMkLst>
        </pc:spChg>
        <pc:spChg chg="del">
          <ac:chgData name="Hironari Yamada" userId="e57621f8-ec3c-449e-bb19-001fffcc008e" providerId="ADAL" clId="{BC0BD879-F267-5CCA-8DEA-E3B2DD07DA4E}" dt="2026-06-01T04:42:40.207" v="1678" actId="478"/>
          <ac:spMkLst>
            <pc:docMk/>
            <pc:sldMk cId="1186077149" sldId="267"/>
            <ac:spMk id="8" creationId="{C2814EFE-E7D1-47BB-9727-7B31CC11E1A1}"/>
          </ac:spMkLst>
        </pc:spChg>
        <pc:spChg chg="del">
          <ac:chgData name="Hironari Yamada" userId="e57621f8-ec3c-449e-bb19-001fffcc008e" providerId="ADAL" clId="{BC0BD879-F267-5CCA-8DEA-E3B2DD07DA4E}" dt="2026-06-01T04:42:40.207" v="1678" actId="478"/>
          <ac:spMkLst>
            <pc:docMk/>
            <pc:sldMk cId="1186077149" sldId="267"/>
            <ac:spMk id="9" creationId="{B7E3EDD6-10E7-473D-B43F-713F895D24A5}"/>
          </ac:spMkLst>
        </pc:spChg>
        <pc:spChg chg="del">
          <ac:chgData name="Hironari Yamada" userId="e57621f8-ec3c-449e-bb19-001fffcc008e" providerId="ADAL" clId="{BC0BD879-F267-5CCA-8DEA-E3B2DD07DA4E}" dt="2026-06-01T04:42:40.207" v="1678" actId="478"/>
          <ac:spMkLst>
            <pc:docMk/>
            <pc:sldMk cId="1186077149" sldId="267"/>
            <ac:spMk id="15" creationId="{06CF0384-E0BD-449E-AB9D-223ABE05D80D}"/>
          </ac:spMkLst>
        </pc:spChg>
        <pc:spChg chg="del">
          <ac:chgData name="Hironari Yamada" userId="e57621f8-ec3c-449e-bb19-001fffcc008e" providerId="ADAL" clId="{BC0BD879-F267-5CCA-8DEA-E3B2DD07DA4E}" dt="2026-06-01T04:42:40.207" v="1678" actId="478"/>
          <ac:spMkLst>
            <pc:docMk/>
            <pc:sldMk cId="1186077149" sldId="267"/>
            <ac:spMk id="16" creationId="{2E4FC041-AF0C-44E1-8EFB-1EA44634BE16}"/>
          </ac:spMkLst>
        </pc:spChg>
        <pc:spChg chg="del">
          <ac:chgData name="Hironari Yamada" userId="e57621f8-ec3c-449e-bb19-001fffcc008e" providerId="ADAL" clId="{BC0BD879-F267-5CCA-8DEA-E3B2DD07DA4E}" dt="2026-06-01T04:42:40.207" v="1678" actId="478"/>
          <ac:spMkLst>
            <pc:docMk/>
            <pc:sldMk cId="1186077149" sldId="267"/>
            <ac:spMk id="17" creationId="{5B358841-A4E4-4BF9-A2EE-9535E02E9275}"/>
          </ac:spMkLst>
        </pc:spChg>
        <pc:spChg chg="del">
          <ac:chgData name="Hironari Yamada" userId="e57621f8-ec3c-449e-bb19-001fffcc008e" providerId="ADAL" clId="{BC0BD879-F267-5CCA-8DEA-E3B2DD07DA4E}" dt="2026-06-01T04:42:40.207" v="1678" actId="478"/>
          <ac:spMkLst>
            <pc:docMk/>
            <pc:sldMk cId="1186077149" sldId="267"/>
            <ac:spMk id="19" creationId="{E67400B8-241F-4B2B-98F0-96EC19938DCF}"/>
          </ac:spMkLst>
        </pc:spChg>
        <pc:spChg chg="del">
          <ac:chgData name="Hironari Yamada" userId="e57621f8-ec3c-449e-bb19-001fffcc008e" providerId="ADAL" clId="{BC0BD879-F267-5CCA-8DEA-E3B2DD07DA4E}" dt="2026-06-01T04:42:40.207" v="1678" actId="478"/>
          <ac:spMkLst>
            <pc:docMk/>
            <pc:sldMk cId="1186077149" sldId="267"/>
            <ac:spMk id="21" creationId="{FF0BC58F-67C6-4754-B085-6FB5404C5CDF}"/>
          </ac:spMkLst>
        </pc:spChg>
        <pc:spChg chg="del">
          <ac:chgData name="Hironari Yamada" userId="e57621f8-ec3c-449e-bb19-001fffcc008e" providerId="ADAL" clId="{BC0BD879-F267-5CCA-8DEA-E3B2DD07DA4E}" dt="2026-06-01T04:42:40.207" v="1678" actId="478"/>
          <ac:spMkLst>
            <pc:docMk/>
            <pc:sldMk cId="1186077149" sldId="267"/>
            <ac:spMk id="23" creationId="{B6B9A709-84FF-4713-83D1-840D4AA647FD}"/>
          </ac:spMkLst>
        </pc:spChg>
        <pc:spChg chg="del">
          <ac:chgData name="Hironari Yamada" userId="e57621f8-ec3c-449e-bb19-001fffcc008e" providerId="ADAL" clId="{BC0BD879-F267-5CCA-8DEA-E3B2DD07DA4E}" dt="2026-06-01T04:42:40.207" v="1678" actId="478"/>
          <ac:spMkLst>
            <pc:docMk/>
            <pc:sldMk cId="1186077149" sldId="267"/>
            <ac:spMk id="24" creationId="{5B7E30DA-4F33-4298-9306-92B12EC68790}"/>
          </ac:spMkLst>
        </pc:spChg>
        <pc:spChg chg="del">
          <ac:chgData name="Hironari Yamada" userId="e57621f8-ec3c-449e-bb19-001fffcc008e" providerId="ADAL" clId="{BC0BD879-F267-5CCA-8DEA-E3B2DD07DA4E}" dt="2026-06-01T04:43:00.145" v="1682" actId="478"/>
          <ac:spMkLst>
            <pc:docMk/>
            <pc:sldMk cId="1186077149" sldId="267"/>
            <ac:spMk id="26" creationId="{C3C831D4-D12C-478D-A800-547429B128D2}"/>
          </ac:spMkLst>
        </pc:spChg>
        <pc:spChg chg="add mod">
          <ac:chgData name="Hironari Yamada" userId="e57621f8-ec3c-449e-bb19-001fffcc008e" providerId="ADAL" clId="{BC0BD879-F267-5CCA-8DEA-E3B2DD07DA4E}" dt="2026-06-01T04:42:50.015" v="1680" actId="207"/>
          <ac:spMkLst>
            <pc:docMk/>
            <pc:sldMk cId="1186077149" sldId="267"/>
            <ac:spMk id="28" creationId="{63BF3A98-F56F-EA43-5241-BBCA77D591BD}"/>
          </ac:spMkLst>
        </pc:spChg>
        <pc:spChg chg="add mod">
          <ac:chgData name="Hironari Yamada" userId="e57621f8-ec3c-449e-bb19-001fffcc008e" providerId="ADAL" clId="{BC0BD879-F267-5CCA-8DEA-E3B2DD07DA4E}" dt="2026-06-01T04:42:50.015" v="1680" actId="207"/>
          <ac:spMkLst>
            <pc:docMk/>
            <pc:sldMk cId="1186077149" sldId="267"/>
            <ac:spMk id="31" creationId="{33FCA9AC-E14B-596F-A276-3AEDB02EA623}"/>
          </ac:spMkLst>
        </pc:spChg>
        <pc:spChg chg="add mod">
          <ac:chgData name="Hironari Yamada" userId="e57621f8-ec3c-449e-bb19-001fffcc008e" providerId="ADAL" clId="{BC0BD879-F267-5CCA-8DEA-E3B2DD07DA4E}" dt="2026-06-01T04:42:50.015" v="1680" actId="207"/>
          <ac:spMkLst>
            <pc:docMk/>
            <pc:sldMk cId="1186077149" sldId="267"/>
            <ac:spMk id="32" creationId="{69B6DCDC-D797-7ACC-B939-03CCECFBF8F4}"/>
          </ac:spMkLst>
        </pc:spChg>
        <pc:spChg chg="add del mod">
          <ac:chgData name="Hironari Yamada" userId="e57621f8-ec3c-449e-bb19-001fffcc008e" providerId="ADAL" clId="{BC0BD879-F267-5CCA-8DEA-E3B2DD07DA4E}" dt="2026-06-01T04:44:04.548" v="1883" actId="1076"/>
          <ac:spMkLst>
            <pc:docMk/>
            <pc:sldMk cId="1186077149" sldId="267"/>
            <ac:spMk id="33" creationId="{7435D08D-8BA9-59A9-B24C-113D0DF574BD}"/>
          </ac:spMkLst>
        </pc:spChg>
        <pc:picChg chg="add mod">
          <ac:chgData name="Hironari Yamada" userId="e57621f8-ec3c-449e-bb19-001fffcc008e" providerId="ADAL" clId="{BC0BD879-F267-5CCA-8DEA-E3B2DD07DA4E}" dt="2026-06-01T04:42:47.869" v="1679"/>
          <ac:picMkLst>
            <pc:docMk/>
            <pc:sldMk cId="1186077149" sldId="267"/>
            <ac:picMk id="29" creationId="{2FC2B127-2B8F-85CB-6EEA-1E45A919C65B}"/>
          </ac:picMkLst>
        </pc:picChg>
        <pc:picChg chg="add mod">
          <ac:chgData name="Hironari Yamada" userId="e57621f8-ec3c-449e-bb19-001fffcc008e" providerId="ADAL" clId="{BC0BD879-F267-5CCA-8DEA-E3B2DD07DA4E}" dt="2026-06-01T04:42:47.869" v="1679"/>
          <ac:picMkLst>
            <pc:docMk/>
            <pc:sldMk cId="1186077149" sldId="267"/>
            <ac:picMk id="30" creationId="{97EE4E19-6961-CEE2-1695-E5AC505045A1}"/>
          </ac:picMkLst>
        </pc:picChg>
      </pc:sldChg>
      <pc:sldChg chg="addSp delSp modSp mod">
        <pc:chgData name="Hironari Yamada" userId="e57621f8-ec3c-449e-bb19-001fffcc008e" providerId="ADAL" clId="{BC0BD879-F267-5CCA-8DEA-E3B2DD07DA4E}" dt="2026-06-01T05:12:21.012" v="2850" actId="478"/>
        <pc:sldMkLst>
          <pc:docMk/>
          <pc:sldMk cId="1186077149" sldId="268"/>
        </pc:sldMkLst>
        <pc:spChg chg="del">
          <ac:chgData name="Hironari Yamada" userId="e57621f8-ec3c-449e-bb19-001fffcc008e" providerId="ADAL" clId="{BC0BD879-F267-5CCA-8DEA-E3B2DD07DA4E}" dt="2026-06-01T05:12:21.012" v="2850" actId="478"/>
          <ac:spMkLst>
            <pc:docMk/>
            <pc:sldMk cId="1186077149" sldId="268"/>
            <ac:spMk id="3" creationId="{5CB72CF8-38DC-4B99-A833-A5098C2E964D}"/>
          </ac:spMkLst>
        </pc:spChg>
        <pc:spChg chg="del">
          <ac:chgData name="Hironari Yamada" userId="e57621f8-ec3c-449e-bb19-001fffcc008e" providerId="ADAL" clId="{BC0BD879-F267-5CCA-8DEA-E3B2DD07DA4E}" dt="2026-06-01T05:12:21.012" v="2850" actId="478"/>
          <ac:spMkLst>
            <pc:docMk/>
            <pc:sldMk cId="1186077149" sldId="268"/>
            <ac:spMk id="8" creationId="{375F8B79-FB21-4E15-8676-B8B666AFDC47}"/>
          </ac:spMkLst>
        </pc:spChg>
        <pc:spChg chg="add mod">
          <ac:chgData name="Hironari Yamada" userId="e57621f8-ec3c-449e-bb19-001fffcc008e" providerId="ADAL" clId="{BC0BD879-F267-5CCA-8DEA-E3B2DD07DA4E}" dt="2026-06-01T04:47:14.180" v="1897"/>
          <ac:spMkLst>
            <pc:docMk/>
            <pc:sldMk cId="1186077149" sldId="268"/>
            <ac:spMk id="12" creationId="{24A4D9A5-52DA-EFC4-16CF-F56754F03A45}"/>
          </ac:spMkLst>
        </pc:spChg>
        <pc:spChg chg="add mod">
          <ac:chgData name="Hironari Yamada" userId="e57621f8-ec3c-449e-bb19-001fffcc008e" providerId="ADAL" clId="{BC0BD879-F267-5CCA-8DEA-E3B2DD07DA4E}" dt="2026-06-01T04:47:14.180" v="1897"/>
          <ac:spMkLst>
            <pc:docMk/>
            <pc:sldMk cId="1186077149" sldId="268"/>
            <ac:spMk id="13" creationId="{EF0D3CBE-ED2D-A862-38B9-53BA49841070}"/>
          </ac:spMkLst>
        </pc:spChg>
        <pc:spChg chg="add mod">
          <ac:chgData name="Hironari Yamada" userId="e57621f8-ec3c-449e-bb19-001fffcc008e" providerId="ADAL" clId="{BC0BD879-F267-5CCA-8DEA-E3B2DD07DA4E}" dt="2026-06-01T04:47:14.180" v="1897"/>
          <ac:spMkLst>
            <pc:docMk/>
            <pc:sldMk cId="1186077149" sldId="268"/>
            <ac:spMk id="24" creationId="{6BD5DF45-4DE0-BE42-1F60-9F692B8DC5E3}"/>
          </ac:spMkLst>
        </pc:spChg>
        <pc:spChg chg="add mod">
          <ac:chgData name="Hironari Yamada" userId="e57621f8-ec3c-449e-bb19-001fffcc008e" providerId="ADAL" clId="{BC0BD879-F267-5CCA-8DEA-E3B2DD07DA4E}" dt="2026-06-01T04:47:14.180" v="1897"/>
          <ac:spMkLst>
            <pc:docMk/>
            <pc:sldMk cId="1186077149" sldId="268"/>
            <ac:spMk id="26" creationId="{5F8BA292-92CB-6AF2-E9E2-FCDCA98F6D4A}"/>
          </ac:spMkLst>
        </pc:spChg>
        <pc:spChg chg="add mod">
          <ac:chgData name="Hironari Yamada" userId="e57621f8-ec3c-449e-bb19-001fffcc008e" providerId="ADAL" clId="{BC0BD879-F267-5CCA-8DEA-E3B2DD07DA4E}" dt="2026-06-01T04:47:14.180" v="1897"/>
          <ac:spMkLst>
            <pc:docMk/>
            <pc:sldMk cId="1186077149" sldId="268"/>
            <ac:spMk id="27" creationId="{202BDEEC-8854-6824-0455-63B8304242F6}"/>
          </ac:spMkLst>
        </pc:spChg>
        <pc:spChg chg="add mod">
          <ac:chgData name="Hironari Yamada" userId="e57621f8-ec3c-449e-bb19-001fffcc008e" providerId="ADAL" clId="{BC0BD879-F267-5CCA-8DEA-E3B2DD07DA4E}" dt="2026-06-01T04:47:14.180" v="1897"/>
          <ac:spMkLst>
            <pc:docMk/>
            <pc:sldMk cId="1186077149" sldId="268"/>
            <ac:spMk id="29" creationId="{3A7723BD-E8D3-B3D1-701E-7078EEDB7B9E}"/>
          </ac:spMkLst>
        </pc:spChg>
        <pc:spChg chg="add mod">
          <ac:chgData name="Hironari Yamada" userId="e57621f8-ec3c-449e-bb19-001fffcc008e" providerId="ADAL" clId="{BC0BD879-F267-5CCA-8DEA-E3B2DD07DA4E}" dt="2026-06-01T04:47:14.180" v="1897"/>
          <ac:spMkLst>
            <pc:docMk/>
            <pc:sldMk cId="1186077149" sldId="268"/>
            <ac:spMk id="31" creationId="{185E03A3-15F1-FAFE-9B25-FFCC4F302A55}"/>
          </ac:spMkLst>
        </pc:spChg>
        <pc:spChg chg="add mod">
          <ac:chgData name="Hironari Yamada" userId="e57621f8-ec3c-449e-bb19-001fffcc008e" providerId="ADAL" clId="{BC0BD879-F267-5CCA-8DEA-E3B2DD07DA4E}" dt="2026-06-01T04:47:14.180" v="1897"/>
          <ac:spMkLst>
            <pc:docMk/>
            <pc:sldMk cId="1186077149" sldId="268"/>
            <ac:spMk id="33" creationId="{39B4B542-2C63-DB66-AA18-15ED426FE575}"/>
          </ac:spMkLst>
        </pc:spChg>
        <pc:spChg chg="add mod">
          <ac:chgData name="Hironari Yamada" userId="e57621f8-ec3c-449e-bb19-001fffcc008e" providerId="ADAL" clId="{BC0BD879-F267-5CCA-8DEA-E3B2DD07DA4E}" dt="2026-06-01T04:47:14.180" v="1897"/>
          <ac:spMkLst>
            <pc:docMk/>
            <pc:sldMk cId="1186077149" sldId="268"/>
            <ac:spMk id="35" creationId="{2E561D57-C0B5-3A0D-E2FE-108E109DBB12}"/>
          </ac:spMkLst>
        </pc:spChg>
        <pc:spChg chg="add mod">
          <ac:chgData name="Hironari Yamada" userId="e57621f8-ec3c-449e-bb19-001fffcc008e" providerId="ADAL" clId="{BC0BD879-F267-5CCA-8DEA-E3B2DD07DA4E}" dt="2026-06-01T04:47:14.180" v="1897"/>
          <ac:spMkLst>
            <pc:docMk/>
            <pc:sldMk cId="1186077149" sldId="268"/>
            <ac:spMk id="41" creationId="{3560462F-78B8-0941-016E-C117AECF7A57}"/>
          </ac:spMkLst>
        </pc:spChg>
        <pc:picChg chg="del">
          <ac:chgData name="Hironari Yamada" userId="e57621f8-ec3c-449e-bb19-001fffcc008e" providerId="ADAL" clId="{BC0BD879-F267-5CCA-8DEA-E3B2DD07DA4E}" dt="2026-06-01T04:47:13.612" v="1896" actId="478"/>
          <ac:picMkLst>
            <pc:docMk/>
            <pc:sldMk cId="1186077149" sldId="268"/>
            <ac:picMk id="7" creationId="{00000000-0000-0000-0000-000000000000}"/>
          </ac:picMkLst>
        </pc:picChg>
      </pc:sldChg>
      <pc:sldChg chg="addSp delSp modSp mod">
        <pc:chgData name="Hironari Yamada" userId="e57621f8-ec3c-449e-bb19-001fffcc008e" providerId="ADAL" clId="{BC0BD879-F267-5CCA-8DEA-E3B2DD07DA4E}" dt="2026-06-01T05:12:27.278" v="2851" actId="478"/>
        <pc:sldMkLst>
          <pc:docMk/>
          <pc:sldMk cId="1186077149" sldId="269"/>
        </pc:sldMkLst>
        <pc:spChg chg="add del">
          <ac:chgData name="Hironari Yamada" userId="e57621f8-ec3c-449e-bb19-001fffcc008e" providerId="ADAL" clId="{BC0BD879-F267-5CCA-8DEA-E3B2DD07DA4E}" dt="2026-06-01T05:12:27.278" v="2851" actId="478"/>
          <ac:spMkLst>
            <pc:docMk/>
            <pc:sldMk cId="1186077149" sldId="269"/>
            <ac:spMk id="3" creationId="{353810B6-F56C-4055-8D9F-A6AB5312E898}"/>
          </ac:spMkLst>
        </pc:spChg>
        <pc:spChg chg="mod">
          <ac:chgData name="Hironari Yamada" userId="e57621f8-ec3c-449e-bb19-001fffcc008e" providerId="ADAL" clId="{BC0BD879-F267-5CCA-8DEA-E3B2DD07DA4E}" dt="2026-06-01T04:47:28.505" v="1906" actId="403"/>
          <ac:spMkLst>
            <pc:docMk/>
            <pc:sldMk cId="1186077149" sldId="269"/>
            <ac:spMk id="15" creationId="{9344D116-8F10-4A45-846A-2B055D36B174}"/>
          </ac:spMkLst>
        </pc:spChg>
        <pc:spChg chg="mod">
          <ac:chgData name="Hironari Yamada" userId="e57621f8-ec3c-449e-bb19-001fffcc008e" providerId="ADAL" clId="{BC0BD879-F267-5CCA-8DEA-E3B2DD07DA4E}" dt="2026-06-01T04:48:01.702" v="1962" actId="20577"/>
          <ac:spMkLst>
            <pc:docMk/>
            <pc:sldMk cId="1186077149" sldId="269"/>
            <ac:spMk id="21" creationId="{A761810A-2F8C-4D4D-A9BB-8B405925DBF5}"/>
          </ac:spMkLst>
        </pc:spChg>
        <pc:spChg chg="mod">
          <ac:chgData name="Hironari Yamada" userId="e57621f8-ec3c-449e-bb19-001fffcc008e" providerId="ADAL" clId="{BC0BD879-F267-5CCA-8DEA-E3B2DD07DA4E}" dt="2026-06-01T04:47:28.505" v="1906" actId="403"/>
          <ac:spMkLst>
            <pc:docMk/>
            <pc:sldMk cId="1186077149" sldId="269"/>
            <ac:spMk id="25" creationId="{49AE2F72-BEC1-49F5-85F6-FD101C22AF5A}"/>
          </ac:spMkLst>
        </pc:spChg>
        <pc:spChg chg="mod">
          <ac:chgData name="Hironari Yamada" userId="e57621f8-ec3c-449e-bb19-001fffcc008e" providerId="ADAL" clId="{BC0BD879-F267-5CCA-8DEA-E3B2DD07DA4E}" dt="2026-06-01T04:47:28.505" v="1906" actId="403"/>
          <ac:spMkLst>
            <pc:docMk/>
            <pc:sldMk cId="1186077149" sldId="269"/>
            <ac:spMk id="26" creationId="{8467E1EF-978F-488E-8E5E-894FB766EA2E}"/>
          </ac:spMkLst>
        </pc:spChg>
        <pc:spChg chg="mod">
          <ac:chgData name="Hironari Yamada" userId="e57621f8-ec3c-449e-bb19-001fffcc008e" providerId="ADAL" clId="{BC0BD879-F267-5CCA-8DEA-E3B2DD07DA4E}" dt="2026-06-01T04:47:51.412" v="1930" actId="20577"/>
          <ac:spMkLst>
            <pc:docMk/>
            <pc:sldMk cId="1186077149" sldId="269"/>
            <ac:spMk id="27" creationId="{95D99DE0-1908-4669-AA5D-960FE0720710}"/>
          </ac:spMkLst>
        </pc:spChg>
        <pc:spChg chg="mod">
          <ac:chgData name="Hironari Yamada" userId="e57621f8-ec3c-449e-bb19-001fffcc008e" providerId="ADAL" clId="{BC0BD879-F267-5CCA-8DEA-E3B2DD07DA4E}" dt="2026-06-01T04:47:28.505" v="1906" actId="403"/>
          <ac:spMkLst>
            <pc:docMk/>
            <pc:sldMk cId="1186077149" sldId="269"/>
            <ac:spMk id="31" creationId="{9DB601D5-958B-42A6-A6B8-2CE81199DCE9}"/>
          </ac:spMkLst>
        </pc:spChg>
        <pc:spChg chg="mod">
          <ac:chgData name="Hironari Yamada" userId="e57621f8-ec3c-449e-bb19-001fffcc008e" providerId="ADAL" clId="{BC0BD879-F267-5CCA-8DEA-E3B2DD07DA4E}" dt="2026-06-01T04:47:28.505" v="1906" actId="403"/>
          <ac:spMkLst>
            <pc:docMk/>
            <pc:sldMk cId="1186077149" sldId="269"/>
            <ac:spMk id="32" creationId="{1BEAD71A-4025-49E2-97CC-D5D1FAF274DD}"/>
          </ac:spMkLst>
        </pc:spChg>
        <pc:spChg chg="mod">
          <ac:chgData name="Hironari Yamada" userId="e57621f8-ec3c-449e-bb19-001fffcc008e" providerId="ADAL" clId="{BC0BD879-F267-5CCA-8DEA-E3B2DD07DA4E}" dt="2026-06-01T04:48:09.145" v="1986" actId="20577"/>
          <ac:spMkLst>
            <pc:docMk/>
            <pc:sldMk cId="1186077149" sldId="269"/>
            <ac:spMk id="33" creationId="{CB9A3F35-5242-49B4-88F3-A458ABFCC691}"/>
          </ac:spMkLst>
        </pc:spChg>
        <pc:spChg chg="mod">
          <ac:chgData name="Hironari Yamada" userId="e57621f8-ec3c-449e-bb19-001fffcc008e" providerId="ADAL" clId="{BC0BD879-F267-5CCA-8DEA-E3B2DD07DA4E}" dt="2026-06-01T04:47:28.505" v="1906" actId="403"/>
          <ac:spMkLst>
            <pc:docMk/>
            <pc:sldMk cId="1186077149" sldId="269"/>
            <ac:spMk id="35" creationId="{F52EB7AC-061A-40A7-96B8-24530DAE34D1}"/>
          </ac:spMkLst>
        </pc:spChg>
        <pc:spChg chg="mod">
          <ac:chgData name="Hironari Yamada" userId="e57621f8-ec3c-449e-bb19-001fffcc008e" providerId="ADAL" clId="{BC0BD879-F267-5CCA-8DEA-E3B2DD07DA4E}" dt="2026-06-01T04:47:26.464" v="1905" actId="403"/>
          <ac:spMkLst>
            <pc:docMk/>
            <pc:sldMk cId="1186077149" sldId="269"/>
            <ac:spMk id="38" creationId="{F1BDCA45-6CA9-47C8-9EEF-80626F5A6B88}"/>
          </ac:spMkLst>
        </pc:spChg>
        <pc:spChg chg="mod">
          <ac:chgData name="Hironari Yamada" userId="e57621f8-ec3c-449e-bb19-001fffcc008e" providerId="ADAL" clId="{BC0BD879-F267-5CCA-8DEA-E3B2DD07DA4E}" dt="2026-06-01T04:47:28.505" v="1906" actId="403"/>
          <ac:spMkLst>
            <pc:docMk/>
            <pc:sldMk cId="1186077149" sldId="269"/>
            <ac:spMk id="39" creationId="{975C7936-9E55-4FCF-BC16-00A342366BC7}"/>
          </ac:spMkLst>
        </pc:spChg>
        <pc:spChg chg="mod">
          <ac:chgData name="Hironari Yamada" userId="e57621f8-ec3c-449e-bb19-001fffcc008e" providerId="ADAL" clId="{BC0BD879-F267-5CCA-8DEA-E3B2DD07DA4E}" dt="2026-06-01T04:47:28.505" v="1906" actId="403"/>
          <ac:spMkLst>
            <pc:docMk/>
            <pc:sldMk cId="1186077149" sldId="269"/>
            <ac:spMk id="42" creationId="{1DBFEDEE-B398-4DF9-9048-2F8A8BEBB25A}"/>
          </ac:spMkLst>
        </pc:spChg>
        <pc:spChg chg="mod">
          <ac:chgData name="Hironari Yamada" userId="e57621f8-ec3c-449e-bb19-001fffcc008e" providerId="ADAL" clId="{BC0BD879-F267-5CCA-8DEA-E3B2DD07DA4E}" dt="2026-06-01T04:47:28.505" v="1906" actId="403"/>
          <ac:spMkLst>
            <pc:docMk/>
            <pc:sldMk cId="1186077149" sldId="269"/>
            <ac:spMk id="46" creationId="{B783B976-DA63-4D9A-82EA-797B322D44B1}"/>
          </ac:spMkLst>
        </pc:spChg>
        <pc:spChg chg="add del">
          <ac:chgData name="Hironari Yamada" userId="e57621f8-ec3c-449e-bb19-001fffcc008e" providerId="ADAL" clId="{BC0BD879-F267-5CCA-8DEA-E3B2DD07DA4E}" dt="2026-06-01T05:12:27.278" v="2851" actId="478"/>
          <ac:spMkLst>
            <pc:docMk/>
            <pc:sldMk cId="1186077149" sldId="269"/>
            <ac:spMk id="48" creationId="{5A09ECE5-12AF-4BF5-B81E-56BCA3639459}"/>
          </ac:spMkLst>
        </pc:spChg>
      </pc:sldChg>
      <pc:sldChg chg="addSp delSp modSp mod">
        <pc:chgData name="Hironari Yamada" userId="e57621f8-ec3c-449e-bb19-001fffcc008e" providerId="ADAL" clId="{BC0BD879-F267-5CCA-8DEA-E3B2DD07DA4E}" dt="2026-06-01T05:12:34.160" v="2853" actId="478"/>
        <pc:sldMkLst>
          <pc:docMk/>
          <pc:sldMk cId="1186077149" sldId="270"/>
        </pc:sldMkLst>
        <pc:spChg chg="add del">
          <ac:chgData name="Hironari Yamada" userId="e57621f8-ec3c-449e-bb19-001fffcc008e" providerId="ADAL" clId="{BC0BD879-F267-5CCA-8DEA-E3B2DD07DA4E}" dt="2026-06-01T05:12:31.060" v="2852" actId="478"/>
          <ac:spMkLst>
            <pc:docMk/>
            <pc:sldMk cId="1186077149" sldId="270"/>
            <ac:spMk id="3" creationId="{5A77844F-0647-47E3-B1F5-A888DC96CC3A}"/>
          </ac:spMkLst>
        </pc:spChg>
        <pc:spChg chg="mod">
          <ac:chgData name="Hironari Yamada" userId="e57621f8-ec3c-449e-bb19-001fffcc008e" providerId="ADAL" clId="{BC0BD879-F267-5CCA-8DEA-E3B2DD07DA4E}" dt="2026-06-01T04:58:45.469" v="2311" actId="1076"/>
          <ac:spMkLst>
            <pc:docMk/>
            <pc:sldMk cId="1186077149" sldId="270"/>
            <ac:spMk id="6" creationId="{498F44A6-A71B-4E94-8DE4-26C07ABA5459}"/>
          </ac:spMkLst>
        </pc:spChg>
        <pc:spChg chg="add del">
          <ac:chgData name="Hironari Yamada" userId="e57621f8-ec3c-449e-bb19-001fffcc008e" providerId="ADAL" clId="{BC0BD879-F267-5CCA-8DEA-E3B2DD07DA4E}" dt="2026-06-01T05:12:34.160" v="2853" actId="478"/>
          <ac:spMkLst>
            <pc:docMk/>
            <pc:sldMk cId="1186077149" sldId="270"/>
            <ac:spMk id="8" creationId="{1D3D666E-0FA2-4EF3-922F-03D4856B9363}"/>
          </ac:spMkLst>
        </pc:spChg>
        <pc:spChg chg="add mod">
          <ac:chgData name="Hironari Yamada" userId="e57621f8-ec3c-449e-bb19-001fffcc008e" providerId="ADAL" clId="{BC0BD879-F267-5CCA-8DEA-E3B2DD07DA4E}" dt="2026-06-01T04:48:40.344" v="1988"/>
          <ac:spMkLst>
            <pc:docMk/>
            <pc:sldMk cId="1186077149" sldId="270"/>
            <ac:spMk id="10" creationId="{BEB9D790-5943-BBBE-AB26-5A56961D9948}"/>
          </ac:spMkLst>
        </pc:spChg>
        <pc:spChg chg="add mod">
          <ac:chgData name="Hironari Yamada" userId="e57621f8-ec3c-449e-bb19-001fffcc008e" providerId="ADAL" clId="{BC0BD879-F267-5CCA-8DEA-E3B2DD07DA4E}" dt="2026-06-01T04:48:40.344" v="1988"/>
          <ac:spMkLst>
            <pc:docMk/>
            <pc:sldMk cId="1186077149" sldId="270"/>
            <ac:spMk id="11" creationId="{E3C1F6FF-71B0-C6E3-4986-B904615451ED}"/>
          </ac:spMkLst>
        </pc:spChg>
        <pc:spChg chg="add mod">
          <ac:chgData name="Hironari Yamada" userId="e57621f8-ec3c-449e-bb19-001fffcc008e" providerId="ADAL" clId="{BC0BD879-F267-5CCA-8DEA-E3B2DD07DA4E}" dt="2026-06-01T04:48:40.344" v="1988"/>
          <ac:spMkLst>
            <pc:docMk/>
            <pc:sldMk cId="1186077149" sldId="270"/>
            <ac:spMk id="12" creationId="{8788DA75-8106-BBAB-8C66-C944F7682752}"/>
          </ac:spMkLst>
        </pc:spChg>
        <pc:spChg chg="add mod">
          <ac:chgData name="Hironari Yamada" userId="e57621f8-ec3c-449e-bb19-001fffcc008e" providerId="ADAL" clId="{BC0BD879-F267-5CCA-8DEA-E3B2DD07DA4E}" dt="2026-06-01T04:48:48.071" v="2022" actId="20577"/>
          <ac:spMkLst>
            <pc:docMk/>
            <pc:sldMk cId="1186077149" sldId="270"/>
            <ac:spMk id="15" creationId="{B4AB0497-9C7B-1E85-BCBD-A3EE7141D49F}"/>
          </ac:spMkLst>
        </pc:spChg>
        <pc:spChg chg="add mod">
          <ac:chgData name="Hironari Yamada" userId="e57621f8-ec3c-449e-bb19-001fffcc008e" providerId="ADAL" clId="{BC0BD879-F267-5CCA-8DEA-E3B2DD07DA4E}" dt="2026-06-01T04:49:00.985" v="2095" actId="20577"/>
          <ac:spMkLst>
            <pc:docMk/>
            <pc:sldMk cId="1186077149" sldId="270"/>
            <ac:spMk id="16" creationId="{93ACF80E-A6DC-1AA9-69E4-0D68CF824787}"/>
          </ac:spMkLst>
        </pc:spChg>
        <pc:spChg chg="add mod">
          <ac:chgData name="Hironari Yamada" userId="e57621f8-ec3c-449e-bb19-001fffcc008e" providerId="ADAL" clId="{BC0BD879-F267-5CCA-8DEA-E3B2DD07DA4E}" dt="2026-06-01T04:57:18.356" v="2145" actId="20577"/>
          <ac:spMkLst>
            <pc:docMk/>
            <pc:sldMk cId="1186077149" sldId="270"/>
            <ac:spMk id="17" creationId="{7C8675B4-2F13-A04D-58C8-EB896E09F69B}"/>
          </ac:spMkLst>
        </pc:spChg>
        <pc:spChg chg="add mod">
          <ac:chgData name="Hironari Yamada" userId="e57621f8-ec3c-449e-bb19-001fffcc008e" providerId="ADAL" clId="{BC0BD879-F267-5CCA-8DEA-E3B2DD07DA4E}" dt="2026-06-01T04:59:15.895" v="2378" actId="20577"/>
          <ac:spMkLst>
            <pc:docMk/>
            <pc:sldMk cId="1186077149" sldId="270"/>
            <ac:spMk id="18" creationId="{A65BF799-6F3F-0E4A-85E3-4991D446974E}"/>
          </ac:spMkLst>
        </pc:spChg>
        <pc:spChg chg="add mod">
          <ac:chgData name="Hironari Yamada" userId="e57621f8-ec3c-449e-bb19-001fffcc008e" providerId="ADAL" clId="{BC0BD879-F267-5CCA-8DEA-E3B2DD07DA4E}" dt="2026-06-01T04:57:26.230" v="2150" actId="20577"/>
          <ac:spMkLst>
            <pc:docMk/>
            <pc:sldMk cId="1186077149" sldId="270"/>
            <ac:spMk id="19" creationId="{1A2340B2-79E1-DD74-4AD9-643B1B636692}"/>
          </ac:spMkLst>
        </pc:spChg>
        <pc:spChg chg="add mod">
          <ac:chgData name="Hironari Yamada" userId="e57621f8-ec3c-449e-bb19-001fffcc008e" providerId="ADAL" clId="{BC0BD879-F267-5CCA-8DEA-E3B2DD07DA4E}" dt="2026-06-01T04:58:01.765" v="2302" actId="20577"/>
          <ac:spMkLst>
            <pc:docMk/>
            <pc:sldMk cId="1186077149" sldId="270"/>
            <ac:spMk id="20" creationId="{0274B638-34E1-42C3-13FE-5F88765501BA}"/>
          </ac:spMkLst>
        </pc:spChg>
        <pc:spChg chg="mod">
          <ac:chgData name="Hironari Yamada" userId="e57621f8-ec3c-449e-bb19-001fffcc008e" providerId="ADAL" clId="{BC0BD879-F267-5CCA-8DEA-E3B2DD07DA4E}" dt="2026-06-01T04:59:37.182" v="2388" actId="20577"/>
          <ac:spMkLst>
            <pc:docMk/>
            <pc:sldMk cId="1186077149" sldId="270"/>
            <ac:spMk id="25" creationId="{0CE4F7AE-1E02-1AFD-C27C-9EA7F869346F}"/>
          </ac:spMkLst>
        </pc:spChg>
        <pc:spChg chg="add mod">
          <ac:chgData name="Hironari Yamada" userId="e57621f8-ec3c-449e-bb19-001fffcc008e" providerId="ADAL" clId="{BC0BD879-F267-5CCA-8DEA-E3B2DD07DA4E}" dt="2026-06-01T04:59:56.334" v="2482" actId="20577"/>
          <ac:spMkLst>
            <pc:docMk/>
            <pc:sldMk cId="1186077149" sldId="270"/>
            <ac:spMk id="26" creationId="{97138248-00E8-EAC2-369F-5CCEFDE4A15D}"/>
          </ac:spMkLst>
        </pc:spChg>
        <pc:spChg chg="mod">
          <ac:chgData name="Hironari Yamada" userId="e57621f8-ec3c-449e-bb19-001fffcc008e" providerId="ADAL" clId="{BC0BD879-F267-5CCA-8DEA-E3B2DD07DA4E}" dt="2026-06-01T05:00:10.154" v="2501" actId="20577"/>
          <ac:spMkLst>
            <pc:docMk/>
            <pc:sldMk cId="1186077149" sldId="270"/>
            <ac:spMk id="27" creationId="{E3A2EA60-EFE0-B7BB-52B6-31AEC0A5ADB7}"/>
          </ac:spMkLst>
        </pc:spChg>
        <pc:spChg chg="mod">
          <ac:chgData name="Hironari Yamada" userId="e57621f8-ec3c-449e-bb19-001fffcc008e" providerId="ADAL" clId="{BC0BD879-F267-5CCA-8DEA-E3B2DD07DA4E}" dt="2026-06-01T05:00:28.528" v="2590" actId="20577"/>
          <ac:spMkLst>
            <pc:docMk/>
            <pc:sldMk cId="1186077149" sldId="270"/>
            <ac:spMk id="28" creationId="{FB004D8C-8456-6259-04A9-BBD85554D6D2}"/>
          </ac:spMkLst>
        </pc:spChg>
        <pc:picChg chg="del">
          <ac:chgData name="Hironari Yamada" userId="e57621f8-ec3c-449e-bb19-001fffcc008e" providerId="ADAL" clId="{BC0BD879-F267-5CCA-8DEA-E3B2DD07DA4E}" dt="2026-06-01T04:48:24.865" v="1987" actId="478"/>
          <ac:picMkLst>
            <pc:docMk/>
            <pc:sldMk cId="1186077149" sldId="270"/>
            <ac:picMk id="7" creationId="{00000000-0000-0000-0000-000000000000}"/>
          </ac:picMkLst>
        </pc:picChg>
        <pc:picChg chg="mod">
          <ac:chgData name="Hironari Yamada" userId="e57621f8-ec3c-449e-bb19-001fffcc008e" providerId="ADAL" clId="{BC0BD879-F267-5CCA-8DEA-E3B2DD07DA4E}" dt="2026-06-01T04:59:23.454" v="2379" actId="1076"/>
          <ac:picMkLst>
            <pc:docMk/>
            <pc:sldMk cId="1186077149" sldId="270"/>
            <ac:picMk id="29" creationId="{C6C812D8-450A-366B-3A77-27DFAE80B9EC}"/>
          </ac:picMkLst>
        </pc:picChg>
        <pc:picChg chg="del">
          <ac:chgData name="Hironari Yamada" userId="e57621f8-ec3c-449e-bb19-001fffcc008e" providerId="ADAL" clId="{BC0BD879-F267-5CCA-8DEA-E3B2DD07DA4E}" dt="2026-06-01T04:58:04.247" v="2303" actId="478"/>
          <ac:picMkLst>
            <pc:docMk/>
            <pc:sldMk cId="1186077149" sldId="270"/>
            <ac:picMk id="30" creationId="{5578E7CF-C9DC-87A6-CA0B-54778A138524}"/>
          </ac:picMkLst>
        </pc:picChg>
        <pc:picChg chg="del">
          <ac:chgData name="Hironari Yamada" userId="e57621f8-ec3c-449e-bb19-001fffcc008e" providerId="ADAL" clId="{BC0BD879-F267-5CCA-8DEA-E3B2DD07DA4E}" dt="2026-06-01T04:59:59.372" v="2483" actId="478"/>
          <ac:picMkLst>
            <pc:docMk/>
            <pc:sldMk cId="1186077149" sldId="270"/>
            <ac:picMk id="31" creationId="{C63E3D69-1A2C-C26B-D5FE-6D1704D39062}"/>
          </ac:picMkLst>
        </pc:picChg>
        <pc:picChg chg="del">
          <ac:chgData name="Hironari Yamada" userId="e57621f8-ec3c-449e-bb19-001fffcc008e" providerId="ADAL" clId="{BC0BD879-F267-5CCA-8DEA-E3B2DD07DA4E}" dt="2026-06-01T04:59:59.372" v="2483" actId="478"/>
          <ac:picMkLst>
            <pc:docMk/>
            <pc:sldMk cId="1186077149" sldId="270"/>
            <ac:picMk id="32" creationId="{DB59598B-EA7A-66E2-5BA1-9001CE653421}"/>
          </ac:picMkLst>
        </pc:picChg>
        <pc:picChg chg="del">
          <ac:chgData name="Hironari Yamada" userId="e57621f8-ec3c-449e-bb19-001fffcc008e" providerId="ADAL" clId="{BC0BD879-F267-5CCA-8DEA-E3B2DD07DA4E}" dt="2026-06-01T05:00:13.110" v="2502" actId="478"/>
          <ac:picMkLst>
            <pc:docMk/>
            <pc:sldMk cId="1186077149" sldId="270"/>
            <ac:picMk id="33" creationId="{DD00108B-FFC2-FDE4-0686-3EA30E8FC1FE}"/>
          </ac:picMkLst>
        </pc:picChg>
        <pc:picChg chg="add mod">
          <ac:chgData name="Hironari Yamada" userId="e57621f8-ec3c-449e-bb19-001fffcc008e" providerId="ADAL" clId="{BC0BD879-F267-5CCA-8DEA-E3B2DD07DA4E}" dt="2026-06-01T04:50:38.407" v="2134" actId="1076"/>
          <ac:picMkLst>
            <pc:docMk/>
            <pc:sldMk cId="1186077149" sldId="270"/>
            <ac:picMk id="35" creationId="{DCE4E5DF-67C4-87F2-9E03-DE2A0554078C}"/>
          </ac:picMkLst>
        </pc:picChg>
        <pc:picChg chg="add mod">
          <ac:chgData name="Hironari Yamada" userId="e57621f8-ec3c-449e-bb19-001fffcc008e" providerId="ADAL" clId="{BC0BD879-F267-5CCA-8DEA-E3B2DD07DA4E}" dt="2026-06-01T04:58:36.285" v="2307" actId="1076"/>
          <ac:picMkLst>
            <pc:docMk/>
            <pc:sldMk cId="1186077149" sldId="270"/>
            <ac:picMk id="36" creationId="{2FA9FCB5-68E7-3BAC-F3B3-429F8E2C4B67}"/>
          </ac:picMkLst>
        </pc:picChg>
        <pc:picChg chg="add mod">
          <ac:chgData name="Hironari Yamada" userId="e57621f8-ec3c-449e-bb19-001fffcc008e" providerId="ADAL" clId="{BC0BD879-F267-5CCA-8DEA-E3B2DD07DA4E}" dt="2026-06-01T04:58:41.652" v="2309" actId="1076"/>
          <ac:picMkLst>
            <pc:docMk/>
            <pc:sldMk cId="1186077149" sldId="270"/>
            <ac:picMk id="37" creationId="{E3895A60-1ACD-F49F-D113-2F6B949FA001}"/>
          </ac:picMkLst>
        </pc:picChg>
        <pc:picChg chg="add mod">
          <ac:chgData name="Hironari Yamada" userId="e57621f8-ec3c-449e-bb19-001fffcc008e" providerId="ADAL" clId="{BC0BD879-F267-5CCA-8DEA-E3B2DD07DA4E}" dt="2026-06-01T04:58:51.132" v="2312" actId="1076"/>
          <ac:picMkLst>
            <pc:docMk/>
            <pc:sldMk cId="1186077149" sldId="270"/>
            <ac:picMk id="38" creationId="{A80B6743-DB90-1C78-14C8-0375DC01BE39}"/>
          </ac:picMkLst>
        </pc:picChg>
        <pc:picChg chg="add mod">
          <ac:chgData name="Hironari Yamada" userId="e57621f8-ec3c-449e-bb19-001fffcc008e" providerId="ADAL" clId="{BC0BD879-F267-5CCA-8DEA-E3B2DD07DA4E}" dt="2026-06-01T04:59:30.519" v="2383" actId="1076"/>
          <ac:picMkLst>
            <pc:docMk/>
            <pc:sldMk cId="1186077149" sldId="270"/>
            <ac:picMk id="39" creationId="{365159DD-C19D-C99F-31B8-0848DB2B1E34}"/>
          </ac:picMkLst>
        </pc:picChg>
      </pc:sldChg>
      <pc:sldChg chg="addSp delSp modSp mod">
        <pc:chgData name="Hironari Yamada" userId="e57621f8-ec3c-449e-bb19-001fffcc008e" providerId="ADAL" clId="{BC0BD879-F267-5CCA-8DEA-E3B2DD07DA4E}" dt="2026-06-01T05:02:22.814" v="2741" actId="20577"/>
        <pc:sldMkLst>
          <pc:docMk/>
          <pc:sldMk cId="1186077149" sldId="271"/>
        </pc:sldMkLst>
        <pc:spChg chg="del">
          <ac:chgData name="Hironari Yamada" userId="e57621f8-ec3c-449e-bb19-001fffcc008e" providerId="ADAL" clId="{BC0BD879-F267-5CCA-8DEA-E3B2DD07DA4E}" dt="2026-06-01T05:02:05.790" v="2664" actId="478"/>
          <ac:spMkLst>
            <pc:docMk/>
            <pc:sldMk cId="1186077149" sldId="271"/>
            <ac:spMk id="3" creationId="{D85EA643-2FEF-4851-93F6-E3C0A62DBF27}"/>
          </ac:spMkLst>
        </pc:spChg>
        <pc:spChg chg="mod">
          <ac:chgData name="Hironari Yamada" userId="e57621f8-ec3c-449e-bb19-001fffcc008e" providerId="ADAL" clId="{BC0BD879-F267-5CCA-8DEA-E3B2DD07DA4E}" dt="2026-06-01T05:00:53.427" v="2593" actId="403"/>
          <ac:spMkLst>
            <pc:docMk/>
            <pc:sldMk cId="1186077149" sldId="271"/>
            <ac:spMk id="6" creationId="{C72C93D0-EA08-4AA8-AFA2-3A98876F3B70}"/>
          </ac:spMkLst>
        </pc:spChg>
        <pc:spChg chg="mod">
          <ac:chgData name="Hironari Yamada" userId="e57621f8-ec3c-449e-bb19-001fffcc008e" providerId="ADAL" clId="{BC0BD879-F267-5CCA-8DEA-E3B2DD07DA4E}" dt="2026-06-01T05:00:53.427" v="2593" actId="403"/>
          <ac:spMkLst>
            <pc:docMk/>
            <pc:sldMk cId="1186077149" sldId="271"/>
            <ac:spMk id="7" creationId="{1E215199-CA86-454B-A203-B2C0F0375D86}"/>
          </ac:spMkLst>
        </pc:spChg>
        <pc:spChg chg="mod">
          <ac:chgData name="Hironari Yamada" userId="e57621f8-ec3c-449e-bb19-001fffcc008e" providerId="ADAL" clId="{BC0BD879-F267-5CCA-8DEA-E3B2DD07DA4E}" dt="2026-06-01T05:00:56.927" v="2602" actId="20577"/>
          <ac:spMkLst>
            <pc:docMk/>
            <pc:sldMk cId="1186077149" sldId="271"/>
            <ac:spMk id="8" creationId="{308AFF01-5E40-4741-A485-9B94431EDD0E}"/>
          </ac:spMkLst>
        </pc:spChg>
        <pc:spChg chg="mod">
          <ac:chgData name="Hironari Yamada" userId="e57621f8-ec3c-449e-bb19-001fffcc008e" providerId="ADAL" clId="{BC0BD879-F267-5CCA-8DEA-E3B2DD07DA4E}" dt="2026-06-01T05:00:53.427" v="2593" actId="403"/>
          <ac:spMkLst>
            <pc:docMk/>
            <pc:sldMk cId="1186077149" sldId="271"/>
            <ac:spMk id="9" creationId="{595A95CD-5C3C-4C25-999E-EE274F560D4E}"/>
          </ac:spMkLst>
        </pc:spChg>
        <pc:spChg chg="mod">
          <ac:chgData name="Hironari Yamada" userId="e57621f8-ec3c-449e-bb19-001fffcc008e" providerId="ADAL" clId="{BC0BD879-F267-5CCA-8DEA-E3B2DD07DA4E}" dt="2026-06-01T05:00:53.427" v="2593" actId="403"/>
          <ac:spMkLst>
            <pc:docMk/>
            <pc:sldMk cId="1186077149" sldId="271"/>
            <ac:spMk id="10" creationId="{949A56C4-AE95-47B9-97A4-9C2EDED80F71}"/>
          </ac:spMkLst>
        </pc:spChg>
        <pc:spChg chg="mod">
          <ac:chgData name="Hironari Yamada" userId="e57621f8-ec3c-449e-bb19-001fffcc008e" providerId="ADAL" clId="{BC0BD879-F267-5CCA-8DEA-E3B2DD07DA4E}" dt="2026-06-01T05:02:00.250" v="2663" actId="1076"/>
          <ac:spMkLst>
            <pc:docMk/>
            <pc:sldMk cId="1186077149" sldId="271"/>
            <ac:spMk id="11" creationId="{283EE61A-651D-4EAD-BE8A-534116797DE2}"/>
          </ac:spMkLst>
        </pc:spChg>
        <pc:spChg chg="mod">
          <ac:chgData name="Hironari Yamada" userId="e57621f8-ec3c-449e-bb19-001fffcc008e" providerId="ADAL" clId="{BC0BD879-F267-5CCA-8DEA-E3B2DD07DA4E}" dt="2026-06-01T05:02:00.250" v="2663" actId="1076"/>
          <ac:spMkLst>
            <pc:docMk/>
            <pc:sldMk cId="1186077149" sldId="271"/>
            <ac:spMk id="13" creationId="{0601F41D-4B29-4E0A-B5B5-1A8C2F8A9B33}"/>
          </ac:spMkLst>
        </pc:spChg>
        <pc:spChg chg="del">
          <ac:chgData name="Hironari Yamada" userId="e57621f8-ec3c-449e-bb19-001fffcc008e" providerId="ADAL" clId="{BC0BD879-F267-5CCA-8DEA-E3B2DD07DA4E}" dt="2026-06-01T05:02:05.790" v="2664" actId="478"/>
          <ac:spMkLst>
            <pc:docMk/>
            <pc:sldMk cId="1186077149" sldId="271"/>
            <ac:spMk id="14" creationId="{78C3A063-FF6B-431C-9713-C36A633D6F5D}"/>
          </ac:spMkLst>
        </pc:spChg>
        <pc:spChg chg="add mod">
          <ac:chgData name="Hironari Yamada" userId="e57621f8-ec3c-449e-bb19-001fffcc008e" providerId="ADAL" clId="{BC0BD879-F267-5CCA-8DEA-E3B2DD07DA4E}" dt="2026-06-01T05:02:22.814" v="2741" actId="20577"/>
          <ac:spMkLst>
            <pc:docMk/>
            <pc:sldMk cId="1186077149" sldId="271"/>
            <ac:spMk id="16" creationId="{26D20E76-AF1C-9A38-8403-259900AF6F01}"/>
          </ac:spMkLst>
        </pc:spChg>
        <pc:picChg chg="mod">
          <ac:chgData name="Hironari Yamada" userId="e57621f8-ec3c-449e-bb19-001fffcc008e" providerId="ADAL" clId="{BC0BD879-F267-5CCA-8DEA-E3B2DD07DA4E}" dt="2026-06-01T05:02:00.250" v="2663" actId="1076"/>
          <ac:picMkLst>
            <pc:docMk/>
            <pc:sldMk cId="1186077149" sldId="271"/>
            <ac:picMk id="12" creationId="{00000000-0000-0000-0000-000000000000}"/>
          </ac:picMkLst>
        </pc:picChg>
      </pc:sldChg>
      <pc:sldChg chg="addSp delSp modSp mod">
        <pc:chgData name="Hironari Yamada" userId="e57621f8-ec3c-449e-bb19-001fffcc008e" providerId="ADAL" clId="{BC0BD879-F267-5CCA-8DEA-E3B2DD07DA4E}" dt="2026-06-01T05:13:35.970" v="2880" actId="20577"/>
        <pc:sldMkLst>
          <pc:docMk/>
          <pc:sldMk cId="1186077149" sldId="272"/>
        </pc:sldMkLst>
        <pc:spChg chg="add del">
          <ac:chgData name="Hironari Yamada" userId="e57621f8-ec3c-449e-bb19-001fffcc008e" providerId="ADAL" clId="{BC0BD879-F267-5CCA-8DEA-E3B2DD07DA4E}" dt="2026-06-01T05:12:43.783" v="2854" actId="478"/>
          <ac:spMkLst>
            <pc:docMk/>
            <pc:sldMk cId="1186077149" sldId="272"/>
            <ac:spMk id="3" creationId="{06BE9B69-387C-4C18-9701-43B5A049B428}"/>
          </ac:spMkLst>
        </pc:spChg>
        <pc:spChg chg="mod">
          <ac:chgData name="Hironari Yamada" userId="e57621f8-ec3c-449e-bb19-001fffcc008e" providerId="ADAL" clId="{BC0BD879-F267-5CCA-8DEA-E3B2DD07DA4E}" dt="2026-06-01T05:13:29.476" v="2867" actId="14100"/>
          <ac:spMkLst>
            <pc:docMk/>
            <pc:sldMk cId="1186077149" sldId="272"/>
            <ac:spMk id="5" creationId="{CD9AB093-A099-48EB-A117-0B416510E66A}"/>
          </ac:spMkLst>
        </pc:spChg>
        <pc:spChg chg="del">
          <ac:chgData name="Hironari Yamada" userId="e57621f8-ec3c-449e-bb19-001fffcc008e" providerId="ADAL" clId="{BC0BD879-F267-5CCA-8DEA-E3B2DD07DA4E}" dt="2026-06-01T05:02:54.331" v="2743" actId="478"/>
          <ac:spMkLst>
            <pc:docMk/>
            <pc:sldMk cId="1186077149" sldId="272"/>
            <ac:spMk id="6" creationId="{5EE44B11-F16C-4881-BF39-6F7565BA1C9B}"/>
          </ac:spMkLst>
        </pc:spChg>
        <pc:spChg chg="mod">
          <ac:chgData name="Hironari Yamada" userId="e57621f8-ec3c-449e-bb19-001fffcc008e" providerId="ADAL" clId="{BC0BD879-F267-5CCA-8DEA-E3B2DD07DA4E}" dt="2026-06-01T05:02:58.784" v="2744" actId="14100"/>
          <ac:spMkLst>
            <pc:docMk/>
            <pc:sldMk cId="1186077149" sldId="272"/>
            <ac:spMk id="7" creationId="{336A7796-7127-43CD-A8F3-16724DAE9F11}"/>
          </ac:spMkLst>
        </pc:spChg>
        <pc:spChg chg="mod">
          <ac:chgData name="Hironari Yamada" userId="e57621f8-ec3c-449e-bb19-001fffcc008e" providerId="ADAL" clId="{BC0BD879-F267-5CCA-8DEA-E3B2DD07DA4E}" dt="2026-06-01T05:02:49.540" v="2742" actId="1076"/>
          <ac:spMkLst>
            <pc:docMk/>
            <pc:sldMk cId="1186077149" sldId="272"/>
            <ac:spMk id="9" creationId="{B46FF994-9442-459F-8D38-013EBD5D91AA}"/>
          </ac:spMkLst>
        </pc:spChg>
        <pc:spChg chg="add del">
          <ac:chgData name="Hironari Yamada" userId="e57621f8-ec3c-449e-bb19-001fffcc008e" providerId="ADAL" clId="{BC0BD879-F267-5CCA-8DEA-E3B2DD07DA4E}" dt="2026-06-01T05:12:43.783" v="2854" actId="478"/>
          <ac:spMkLst>
            <pc:docMk/>
            <pc:sldMk cId="1186077149" sldId="272"/>
            <ac:spMk id="10" creationId="{ABC256E3-FC2F-43B7-A674-7E1887A04F22}"/>
          </ac:spMkLst>
        </pc:spChg>
        <pc:spChg chg="add del mod">
          <ac:chgData name="Hironari Yamada" userId="e57621f8-ec3c-449e-bb19-001fffcc008e" providerId="ADAL" clId="{BC0BD879-F267-5CCA-8DEA-E3B2DD07DA4E}" dt="2026-06-01T05:12:13.799" v="2848" actId="478"/>
          <ac:spMkLst>
            <pc:docMk/>
            <pc:sldMk cId="1186077149" sldId="272"/>
            <ac:spMk id="15" creationId="{6C0C607D-8624-9410-5E53-E9C770575369}"/>
          </ac:spMkLst>
        </pc:spChg>
        <pc:spChg chg="add del mod">
          <ac:chgData name="Hironari Yamada" userId="e57621f8-ec3c-449e-bb19-001fffcc008e" providerId="ADAL" clId="{BC0BD879-F267-5CCA-8DEA-E3B2DD07DA4E}" dt="2026-06-01T05:12:13.799" v="2848" actId="478"/>
          <ac:spMkLst>
            <pc:docMk/>
            <pc:sldMk cId="1186077149" sldId="272"/>
            <ac:spMk id="16" creationId="{3F098F2C-B283-D848-DF80-B7B897FF1895}"/>
          </ac:spMkLst>
        </pc:spChg>
        <pc:spChg chg="add del mod">
          <ac:chgData name="Hironari Yamada" userId="e57621f8-ec3c-449e-bb19-001fffcc008e" providerId="ADAL" clId="{BC0BD879-F267-5CCA-8DEA-E3B2DD07DA4E}" dt="2026-06-01T05:12:13.799" v="2848" actId="478"/>
          <ac:spMkLst>
            <pc:docMk/>
            <pc:sldMk cId="1186077149" sldId="272"/>
            <ac:spMk id="17" creationId="{E68BC299-C6BA-9535-E820-55746D1EA8E1}"/>
          </ac:spMkLst>
        </pc:spChg>
        <pc:spChg chg="add del mod">
          <ac:chgData name="Hironari Yamada" userId="e57621f8-ec3c-449e-bb19-001fffcc008e" providerId="ADAL" clId="{BC0BD879-F267-5CCA-8DEA-E3B2DD07DA4E}" dt="2026-06-01T05:12:13.799" v="2848" actId="478"/>
          <ac:spMkLst>
            <pc:docMk/>
            <pc:sldMk cId="1186077149" sldId="272"/>
            <ac:spMk id="18" creationId="{B7399C39-9470-13DA-33D0-5A6FDC8F66F1}"/>
          </ac:spMkLst>
        </pc:spChg>
        <pc:spChg chg="add mod">
          <ac:chgData name="Hironari Yamada" userId="e57621f8-ec3c-449e-bb19-001fffcc008e" providerId="ADAL" clId="{BC0BD879-F267-5CCA-8DEA-E3B2DD07DA4E}" dt="2026-06-01T05:13:21.147" v="2863" actId="14100"/>
          <ac:spMkLst>
            <pc:docMk/>
            <pc:sldMk cId="1186077149" sldId="272"/>
            <ac:spMk id="20" creationId="{9F991474-E19A-9EB6-4F88-E081B1A7D4DC}"/>
          </ac:spMkLst>
        </pc:spChg>
        <pc:spChg chg="add mod">
          <ac:chgData name="Hironari Yamada" userId="e57621f8-ec3c-449e-bb19-001fffcc008e" providerId="ADAL" clId="{BC0BD879-F267-5CCA-8DEA-E3B2DD07DA4E}" dt="2026-06-01T05:13:35.970" v="2880" actId="20577"/>
          <ac:spMkLst>
            <pc:docMk/>
            <pc:sldMk cId="1186077149" sldId="272"/>
            <ac:spMk id="21" creationId="{CFE5FFAF-B200-C84A-7F85-F03DD374B521}"/>
          </ac:spMkLst>
        </pc:spChg>
        <pc:picChg chg="add del mod">
          <ac:chgData name="Hironari Yamada" userId="e57621f8-ec3c-449e-bb19-001fffcc008e" providerId="ADAL" clId="{BC0BD879-F267-5CCA-8DEA-E3B2DD07DA4E}" dt="2026-06-01T05:12:48.917" v="2855" actId="478"/>
          <ac:picMkLst>
            <pc:docMk/>
            <pc:sldMk cId="1186077149" sldId="272"/>
            <ac:picMk id="8" creationId="{00000000-0000-0000-0000-000000000000}"/>
          </ac:picMkLst>
        </pc:picChg>
        <pc:picChg chg="add del mod">
          <ac:chgData name="Hironari Yamada" userId="e57621f8-ec3c-449e-bb19-001fffcc008e" providerId="ADAL" clId="{BC0BD879-F267-5CCA-8DEA-E3B2DD07DA4E}" dt="2026-06-01T05:06:27.675" v="2747" actId="478"/>
          <ac:picMkLst>
            <pc:docMk/>
            <pc:sldMk cId="1186077149" sldId="272"/>
            <ac:picMk id="13" creationId="{5511C7DD-17EE-078C-AFA4-60DC6211D76F}"/>
          </ac:picMkLst>
        </pc:picChg>
        <pc:picChg chg="add del mod">
          <ac:chgData name="Hironari Yamada" userId="e57621f8-ec3c-449e-bb19-001fffcc008e" providerId="ADAL" clId="{BC0BD879-F267-5CCA-8DEA-E3B2DD07DA4E}" dt="2026-06-01T05:12:13.799" v="2848" actId="478"/>
          <ac:picMkLst>
            <pc:docMk/>
            <pc:sldMk cId="1186077149" sldId="272"/>
            <ac:picMk id="14" creationId="{78EC4C13-54FA-2821-25FC-D67E17C3464A}"/>
          </ac:picMkLst>
        </pc:picChg>
        <pc:picChg chg="add mod">
          <ac:chgData name="Hironari Yamada" userId="e57621f8-ec3c-449e-bb19-001fffcc008e" providerId="ADAL" clId="{BC0BD879-F267-5CCA-8DEA-E3B2DD07DA4E}" dt="2026-06-01T05:13:14.280" v="2860" actId="1076"/>
          <ac:picMkLst>
            <pc:docMk/>
            <pc:sldMk cId="1186077149" sldId="272"/>
            <ac:picMk id="19" creationId="{EBBD5602-15AE-7B0C-4D8E-486753A78962}"/>
          </ac:picMkLst>
        </pc:picChg>
      </pc:sldChg>
      <pc:sldChg chg="addSp delSp modSp mod">
        <pc:chgData name="Hironari Yamada" userId="e57621f8-ec3c-449e-bb19-001fffcc008e" providerId="ADAL" clId="{BC0BD879-F267-5CCA-8DEA-E3B2DD07DA4E}" dt="2026-06-01T05:22:03.461" v="3458" actId="478"/>
        <pc:sldMkLst>
          <pc:docMk/>
          <pc:sldMk cId="1186077149" sldId="273"/>
        </pc:sldMkLst>
        <pc:spChg chg="del">
          <ac:chgData name="Hironari Yamada" userId="e57621f8-ec3c-449e-bb19-001fffcc008e" providerId="ADAL" clId="{BC0BD879-F267-5CCA-8DEA-E3B2DD07DA4E}" dt="2026-06-01T05:22:03.461" v="3458" actId="478"/>
          <ac:spMkLst>
            <pc:docMk/>
            <pc:sldMk cId="1186077149" sldId="273"/>
            <ac:spMk id="3" creationId="{89872A47-62F5-43FA-B267-235F9BFAADBC}"/>
          </ac:spMkLst>
        </pc:spChg>
        <pc:spChg chg="mod">
          <ac:chgData name="Hironari Yamada" userId="e57621f8-ec3c-449e-bb19-001fffcc008e" providerId="ADAL" clId="{BC0BD879-F267-5CCA-8DEA-E3B2DD07DA4E}" dt="2026-06-01T05:21:58.065" v="3457" actId="14100"/>
          <ac:spMkLst>
            <pc:docMk/>
            <pc:sldMk cId="1186077149" sldId="273"/>
            <ac:spMk id="5" creationId="{08425234-AC25-4894-AB2C-ED66DDE65E38}"/>
          </ac:spMkLst>
        </pc:spChg>
        <pc:spChg chg="mod">
          <ac:chgData name="Hironari Yamada" userId="e57621f8-ec3c-449e-bb19-001fffcc008e" providerId="ADAL" clId="{BC0BD879-F267-5CCA-8DEA-E3B2DD07DA4E}" dt="2026-06-01T05:21:41.199" v="3371" actId="403"/>
          <ac:spMkLst>
            <pc:docMk/>
            <pc:sldMk cId="1186077149" sldId="273"/>
            <ac:spMk id="6" creationId="{28740068-FAC4-4BD6-B0CC-354B50AC84FF}"/>
          </ac:spMkLst>
        </pc:spChg>
        <pc:spChg chg="mod">
          <ac:chgData name="Hironari Yamada" userId="e57621f8-ec3c-449e-bb19-001fffcc008e" providerId="ADAL" clId="{BC0BD879-F267-5CCA-8DEA-E3B2DD07DA4E}" dt="2026-06-01T05:21:41.199" v="3371" actId="403"/>
          <ac:spMkLst>
            <pc:docMk/>
            <pc:sldMk cId="1186077149" sldId="273"/>
            <ac:spMk id="7" creationId="{468543DF-0EF0-4D9F-A816-86D60A4B7AF8}"/>
          </ac:spMkLst>
        </pc:spChg>
        <pc:spChg chg="mod">
          <ac:chgData name="Hironari Yamada" userId="e57621f8-ec3c-449e-bb19-001fffcc008e" providerId="ADAL" clId="{BC0BD879-F267-5CCA-8DEA-E3B2DD07DA4E}" dt="2026-06-01T05:21:41.199" v="3371" actId="403"/>
          <ac:spMkLst>
            <pc:docMk/>
            <pc:sldMk cId="1186077149" sldId="273"/>
            <ac:spMk id="8" creationId="{4028EE55-779F-4024-A944-81A359D9A209}"/>
          </ac:spMkLst>
        </pc:spChg>
        <pc:spChg chg="mod">
          <ac:chgData name="Hironari Yamada" userId="e57621f8-ec3c-449e-bb19-001fffcc008e" providerId="ADAL" clId="{BC0BD879-F267-5CCA-8DEA-E3B2DD07DA4E}" dt="2026-06-01T05:21:41.199" v="3371" actId="403"/>
          <ac:spMkLst>
            <pc:docMk/>
            <pc:sldMk cId="1186077149" sldId="273"/>
            <ac:spMk id="9" creationId="{FC8C0686-FD62-4170-8800-E6CDE3BFF8A7}"/>
          </ac:spMkLst>
        </pc:spChg>
        <pc:spChg chg="mod">
          <ac:chgData name="Hironari Yamada" userId="e57621f8-ec3c-449e-bb19-001fffcc008e" providerId="ADAL" clId="{BC0BD879-F267-5CCA-8DEA-E3B2DD07DA4E}" dt="2026-06-01T05:21:41.199" v="3371" actId="403"/>
          <ac:spMkLst>
            <pc:docMk/>
            <pc:sldMk cId="1186077149" sldId="273"/>
            <ac:spMk id="10" creationId="{A98D067A-B3AF-4A45-BBE4-69362764DA0E}"/>
          </ac:spMkLst>
        </pc:spChg>
        <pc:spChg chg="add mod">
          <ac:chgData name="Hironari Yamada" userId="e57621f8-ec3c-449e-bb19-001fffcc008e" providerId="ADAL" clId="{BC0BD879-F267-5CCA-8DEA-E3B2DD07DA4E}" dt="2026-06-01T05:20:47.311" v="3236" actId="14100"/>
          <ac:spMkLst>
            <pc:docMk/>
            <pc:sldMk cId="1186077149" sldId="273"/>
            <ac:spMk id="16" creationId="{0216DE1E-143C-5964-29F1-78388C2B5099}"/>
          </ac:spMkLst>
        </pc:spChg>
        <pc:spChg chg="add mod">
          <ac:chgData name="Hironari Yamada" userId="e57621f8-ec3c-449e-bb19-001fffcc008e" providerId="ADAL" clId="{BC0BD879-F267-5CCA-8DEA-E3B2DD07DA4E}" dt="2026-06-01T05:21:21.696" v="3361" actId="20577"/>
          <ac:spMkLst>
            <pc:docMk/>
            <pc:sldMk cId="1186077149" sldId="273"/>
            <ac:spMk id="17" creationId="{D0C99BE1-226C-F43E-5D93-9B1FF78DA374}"/>
          </ac:spMkLst>
        </pc:spChg>
        <pc:spChg chg="add mod">
          <ac:chgData name="Hironari Yamada" userId="e57621f8-ec3c-449e-bb19-001fffcc008e" providerId="ADAL" clId="{BC0BD879-F267-5CCA-8DEA-E3B2DD07DA4E}" dt="2026-06-01T05:21:00.796" v="3240" actId="1076"/>
          <ac:spMkLst>
            <pc:docMk/>
            <pc:sldMk cId="1186077149" sldId="273"/>
            <ac:spMk id="18" creationId="{5C3B10DD-E679-AB47-FAE6-BE6478C281FC}"/>
          </ac:spMkLst>
        </pc:spChg>
        <pc:spChg chg="add mod">
          <ac:chgData name="Hironari Yamada" userId="e57621f8-ec3c-449e-bb19-001fffcc008e" providerId="ADAL" clId="{BC0BD879-F267-5CCA-8DEA-E3B2DD07DA4E}" dt="2026-06-01T05:21:29.430" v="3364" actId="14100"/>
          <ac:spMkLst>
            <pc:docMk/>
            <pc:sldMk cId="1186077149" sldId="273"/>
            <ac:spMk id="19" creationId="{B8BA2064-77B2-7722-982E-9B68CF3FD6CB}"/>
          </ac:spMkLst>
        </pc:spChg>
        <pc:spChg chg="add mod">
          <ac:chgData name="Hironari Yamada" userId="e57621f8-ec3c-449e-bb19-001fffcc008e" providerId="ADAL" clId="{BC0BD879-F267-5CCA-8DEA-E3B2DD07DA4E}" dt="2026-06-01T05:21:53.711" v="3456" actId="20577"/>
          <ac:spMkLst>
            <pc:docMk/>
            <pc:sldMk cId="1186077149" sldId="273"/>
            <ac:spMk id="20" creationId="{DF4A41CA-B8DA-77A2-0486-1424B77BDF8B}"/>
          </ac:spMkLst>
        </pc:spChg>
      </pc:sldChg>
      <pc:sldChg chg="addSp delSp modSp mod">
        <pc:chgData name="Hironari Yamada" userId="e57621f8-ec3c-449e-bb19-001fffcc008e" providerId="ADAL" clId="{BC0BD879-F267-5CCA-8DEA-E3B2DD07DA4E}" dt="2026-06-01T05:45:41.270" v="4231" actId="478"/>
        <pc:sldMkLst>
          <pc:docMk/>
          <pc:sldMk cId="1186077149" sldId="274"/>
        </pc:sldMkLst>
        <pc:spChg chg="del">
          <ac:chgData name="Hironari Yamada" userId="e57621f8-ec3c-449e-bb19-001fffcc008e" providerId="ADAL" clId="{BC0BD879-F267-5CCA-8DEA-E3B2DD07DA4E}" dt="2026-06-01T05:45:41.270" v="4231" actId="478"/>
          <ac:spMkLst>
            <pc:docMk/>
            <pc:sldMk cId="1186077149" sldId="274"/>
            <ac:spMk id="3" creationId="{CDF8F547-FBF4-44D6-BE05-6B4CC03164E1}"/>
          </ac:spMkLst>
        </pc:spChg>
        <pc:spChg chg="mod">
          <ac:chgData name="Hironari Yamada" userId="e57621f8-ec3c-449e-bb19-001fffcc008e" providerId="ADAL" clId="{BC0BD879-F267-5CCA-8DEA-E3B2DD07DA4E}" dt="2026-06-01T05:22:44.115" v="3459" actId="14100"/>
          <ac:spMkLst>
            <pc:docMk/>
            <pc:sldMk cId="1186077149" sldId="274"/>
            <ac:spMk id="5" creationId="{1F985C46-1D69-4FF9-818B-1918F8CF68CE}"/>
          </ac:spMkLst>
        </pc:spChg>
        <pc:spChg chg="mod">
          <ac:chgData name="Hironari Yamada" userId="e57621f8-ec3c-449e-bb19-001fffcc008e" providerId="ADAL" clId="{BC0BD879-F267-5CCA-8DEA-E3B2DD07DA4E}" dt="2026-06-01T05:26:08.926" v="3482" actId="1076"/>
          <ac:spMkLst>
            <pc:docMk/>
            <pc:sldMk cId="1186077149" sldId="274"/>
            <ac:spMk id="6" creationId="{93B252E5-24E6-4A12-9B35-641729B1AEE0}"/>
          </ac:spMkLst>
        </pc:spChg>
        <pc:spChg chg="del">
          <ac:chgData name="Hironari Yamada" userId="e57621f8-ec3c-449e-bb19-001fffcc008e" providerId="ADAL" clId="{BC0BD879-F267-5CCA-8DEA-E3B2DD07DA4E}" dt="2026-06-01T05:23:44.061" v="3468" actId="478"/>
          <ac:spMkLst>
            <pc:docMk/>
            <pc:sldMk cId="1186077149" sldId="274"/>
            <ac:spMk id="7" creationId="{D5F8F143-1F7D-434B-BA62-F55807280077}"/>
          </ac:spMkLst>
        </pc:spChg>
        <pc:spChg chg="del mod">
          <ac:chgData name="Hironari Yamada" userId="e57621f8-ec3c-449e-bb19-001fffcc008e" providerId="ADAL" clId="{BC0BD879-F267-5CCA-8DEA-E3B2DD07DA4E}" dt="2026-06-01T05:25:47.034" v="3476" actId="478"/>
          <ac:spMkLst>
            <pc:docMk/>
            <pc:sldMk cId="1186077149" sldId="274"/>
            <ac:spMk id="9" creationId="{A9CEB5C1-2B58-41E1-B360-A514BAFD13B6}"/>
          </ac:spMkLst>
        </pc:spChg>
        <pc:spChg chg="del">
          <ac:chgData name="Hironari Yamada" userId="e57621f8-ec3c-449e-bb19-001fffcc008e" providerId="ADAL" clId="{BC0BD879-F267-5CCA-8DEA-E3B2DD07DA4E}" dt="2026-06-01T05:45:41.270" v="4231" actId="478"/>
          <ac:spMkLst>
            <pc:docMk/>
            <pc:sldMk cId="1186077149" sldId="274"/>
            <ac:spMk id="10" creationId="{C5CEDA0A-0D78-4DA1-8542-5F7B533158A1}"/>
          </ac:spMkLst>
        </pc:spChg>
        <pc:spChg chg="add mod">
          <ac:chgData name="Hironari Yamada" userId="e57621f8-ec3c-449e-bb19-001fffcc008e" providerId="ADAL" clId="{BC0BD879-F267-5CCA-8DEA-E3B2DD07DA4E}" dt="2026-06-01T05:26:06.016" v="3481" actId="14100"/>
          <ac:spMkLst>
            <pc:docMk/>
            <pc:sldMk cId="1186077149" sldId="274"/>
            <ac:spMk id="12" creationId="{D6DD9BC7-C0F5-25AA-1269-EABFC464B38D}"/>
          </ac:spMkLst>
        </pc:spChg>
        <pc:spChg chg="add mod">
          <ac:chgData name="Hironari Yamada" userId="e57621f8-ec3c-449e-bb19-001fffcc008e" providerId="ADAL" clId="{BC0BD879-F267-5CCA-8DEA-E3B2DD07DA4E}" dt="2026-06-01T05:26:17.323" v="3483"/>
          <ac:spMkLst>
            <pc:docMk/>
            <pc:sldMk cId="1186077149" sldId="274"/>
            <ac:spMk id="14" creationId="{5E51FFD9-F69F-DE1C-48D7-38A008A710A9}"/>
          </ac:spMkLst>
        </pc:spChg>
        <pc:spChg chg="add mod">
          <ac:chgData name="Hironari Yamada" userId="e57621f8-ec3c-449e-bb19-001fffcc008e" providerId="ADAL" clId="{BC0BD879-F267-5CCA-8DEA-E3B2DD07DA4E}" dt="2026-06-01T05:26:17.323" v="3483"/>
          <ac:spMkLst>
            <pc:docMk/>
            <pc:sldMk cId="1186077149" sldId="274"/>
            <ac:spMk id="15" creationId="{EC9CEBB1-64EC-37E3-9B9D-8A3953BBD780}"/>
          </ac:spMkLst>
        </pc:spChg>
        <pc:spChg chg="add mod">
          <ac:chgData name="Hironari Yamada" userId="e57621f8-ec3c-449e-bb19-001fffcc008e" providerId="ADAL" clId="{BC0BD879-F267-5CCA-8DEA-E3B2DD07DA4E}" dt="2026-06-01T05:26:25.481" v="3505" actId="20577"/>
          <ac:spMkLst>
            <pc:docMk/>
            <pc:sldMk cId="1186077149" sldId="274"/>
            <ac:spMk id="16" creationId="{2CA8863C-569D-1356-54EA-50B5A1715B81}"/>
          </ac:spMkLst>
        </pc:spChg>
        <pc:spChg chg="add mod">
          <ac:chgData name="Hironari Yamada" userId="e57621f8-ec3c-449e-bb19-001fffcc008e" providerId="ADAL" clId="{BC0BD879-F267-5CCA-8DEA-E3B2DD07DA4E}" dt="2026-06-01T05:26:31.447" v="3536" actId="20577"/>
          <ac:spMkLst>
            <pc:docMk/>
            <pc:sldMk cId="1186077149" sldId="274"/>
            <ac:spMk id="17" creationId="{03388C3E-0983-797D-CDBD-F99998B11FC4}"/>
          </ac:spMkLst>
        </pc:spChg>
        <pc:spChg chg="add mod">
          <ac:chgData name="Hironari Yamada" userId="e57621f8-ec3c-449e-bb19-001fffcc008e" providerId="ADAL" clId="{BC0BD879-F267-5CCA-8DEA-E3B2DD07DA4E}" dt="2026-06-01T05:26:45.452" v="3538" actId="1076"/>
          <ac:spMkLst>
            <pc:docMk/>
            <pc:sldMk cId="1186077149" sldId="274"/>
            <ac:spMk id="18" creationId="{09824AE4-7E7C-CE3E-664E-8D640867EDD5}"/>
          </ac:spMkLst>
        </pc:spChg>
        <pc:spChg chg="add mod">
          <ac:chgData name="Hironari Yamada" userId="e57621f8-ec3c-449e-bb19-001fffcc008e" providerId="ADAL" clId="{BC0BD879-F267-5CCA-8DEA-E3B2DD07DA4E}" dt="2026-06-01T05:29:38.411" v="3571" actId="20577"/>
          <ac:spMkLst>
            <pc:docMk/>
            <pc:sldMk cId="1186077149" sldId="274"/>
            <ac:spMk id="19" creationId="{9C087A91-F439-E912-170B-3611F3E777E5}"/>
          </ac:spMkLst>
        </pc:spChg>
        <pc:picChg chg="mod">
          <ac:chgData name="Hironari Yamada" userId="e57621f8-ec3c-449e-bb19-001fffcc008e" providerId="ADAL" clId="{BC0BD879-F267-5CCA-8DEA-E3B2DD07DA4E}" dt="2026-06-01T05:26:03.346" v="3480" actId="14100"/>
          <ac:picMkLst>
            <pc:docMk/>
            <pc:sldMk cId="1186077149" sldId="274"/>
            <ac:picMk id="8" creationId="{00000000-0000-0000-0000-000000000000}"/>
          </ac:picMkLst>
        </pc:picChg>
        <pc:picChg chg="add mod">
          <ac:chgData name="Hironari Yamada" userId="e57621f8-ec3c-449e-bb19-001fffcc008e" providerId="ADAL" clId="{BC0BD879-F267-5CCA-8DEA-E3B2DD07DA4E}" dt="2026-06-01T05:25:57.692" v="3478" actId="14100"/>
          <ac:picMkLst>
            <pc:docMk/>
            <pc:sldMk cId="1186077149" sldId="274"/>
            <ac:picMk id="13" creationId="{665E9F90-B34D-79E0-F139-1DC13C408243}"/>
          </ac:picMkLst>
        </pc:picChg>
      </pc:sldChg>
      <pc:sldChg chg="addSp delSp modSp mod">
        <pc:chgData name="Hironari Yamada" userId="e57621f8-ec3c-449e-bb19-001fffcc008e" providerId="ADAL" clId="{BC0BD879-F267-5CCA-8DEA-E3B2DD07DA4E}" dt="2026-06-01T05:45:47.619" v="4232" actId="478"/>
        <pc:sldMkLst>
          <pc:docMk/>
          <pc:sldMk cId="1186077149" sldId="275"/>
        </pc:sldMkLst>
        <pc:spChg chg="del">
          <ac:chgData name="Hironari Yamada" userId="e57621f8-ec3c-449e-bb19-001fffcc008e" providerId="ADAL" clId="{BC0BD879-F267-5CCA-8DEA-E3B2DD07DA4E}" dt="2026-06-01T05:45:47.619" v="4232" actId="478"/>
          <ac:spMkLst>
            <pc:docMk/>
            <pc:sldMk cId="1186077149" sldId="275"/>
            <ac:spMk id="3" creationId="{1EF42EB9-513A-46F5-8246-563388FEA681}"/>
          </ac:spMkLst>
        </pc:spChg>
        <pc:spChg chg="mod">
          <ac:chgData name="Hironari Yamada" userId="e57621f8-ec3c-449e-bb19-001fffcc008e" providerId="ADAL" clId="{BC0BD879-F267-5CCA-8DEA-E3B2DD07DA4E}" dt="2026-06-01T05:32:43.592" v="3777" actId="14100"/>
          <ac:spMkLst>
            <pc:docMk/>
            <pc:sldMk cId="1186077149" sldId="275"/>
            <ac:spMk id="5" creationId="{09C1BD16-4B2C-4782-AE8A-AE6C2273792D}"/>
          </ac:spMkLst>
        </pc:spChg>
        <pc:spChg chg="mod">
          <ac:chgData name="Hironari Yamada" userId="e57621f8-ec3c-449e-bb19-001fffcc008e" providerId="ADAL" clId="{BC0BD879-F267-5CCA-8DEA-E3B2DD07DA4E}" dt="2026-06-01T05:28:39.617" v="3541" actId="14100"/>
          <ac:spMkLst>
            <pc:docMk/>
            <pc:sldMk cId="1186077149" sldId="275"/>
            <ac:spMk id="6" creationId="{7E9C7730-5D37-45AE-A87F-055ED3A2A699}"/>
          </ac:spMkLst>
        </pc:spChg>
        <pc:spChg chg="mod">
          <ac:chgData name="Hironari Yamada" userId="e57621f8-ec3c-449e-bb19-001fffcc008e" providerId="ADAL" clId="{BC0BD879-F267-5CCA-8DEA-E3B2DD07DA4E}" dt="2026-06-01T05:28:50.147" v="3543" actId="1076"/>
          <ac:spMkLst>
            <pc:docMk/>
            <pc:sldMk cId="1186077149" sldId="275"/>
            <ac:spMk id="8" creationId="{07B9EBC8-B70A-4CDF-A32C-73792FAB90FA}"/>
          </ac:spMkLst>
        </pc:spChg>
        <pc:spChg chg="del">
          <ac:chgData name="Hironari Yamada" userId="e57621f8-ec3c-449e-bb19-001fffcc008e" providerId="ADAL" clId="{BC0BD879-F267-5CCA-8DEA-E3B2DD07DA4E}" dt="2026-06-01T05:45:47.619" v="4232" actId="478"/>
          <ac:spMkLst>
            <pc:docMk/>
            <pc:sldMk cId="1186077149" sldId="275"/>
            <ac:spMk id="9" creationId="{77CAF785-05BF-4B65-AFA8-446E152EE5BB}"/>
          </ac:spMkLst>
        </pc:spChg>
        <pc:spChg chg="mod">
          <ac:chgData name="Hironari Yamada" userId="e57621f8-ec3c-449e-bb19-001fffcc008e" providerId="ADAL" clId="{BC0BD879-F267-5CCA-8DEA-E3B2DD07DA4E}" dt="2026-06-01T05:39:04.007" v="4099" actId="20577"/>
          <ac:spMkLst>
            <pc:docMk/>
            <pc:sldMk cId="1186077149" sldId="275"/>
            <ac:spMk id="10" creationId="{1F187735-A9E8-4FF9-B624-D2A124E3EC78}"/>
          </ac:spMkLst>
        </pc:spChg>
        <pc:spChg chg="add mod">
          <ac:chgData name="Hironari Yamada" userId="e57621f8-ec3c-449e-bb19-001fffcc008e" providerId="ADAL" clId="{BC0BD879-F267-5CCA-8DEA-E3B2DD07DA4E}" dt="2026-06-01T05:30:09.843" v="3573" actId="14100"/>
          <ac:spMkLst>
            <pc:docMk/>
            <pc:sldMk cId="1186077149" sldId="275"/>
            <ac:spMk id="11" creationId="{8238CFD2-0989-A963-8F1D-478B31CD56F2}"/>
          </ac:spMkLst>
        </pc:spChg>
        <pc:spChg chg="add mod">
          <ac:chgData name="Hironari Yamada" userId="e57621f8-ec3c-449e-bb19-001fffcc008e" providerId="ADAL" clId="{BC0BD879-F267-5CCA-8DEA-E3B2DD07DA4E}" dt="2026-06-01T05:30:34.397" v="3581" actId="14100"/>
          <ac:spMkLst>
            <pc:docMk/>
            <pc:sldMk cId="1186077149" sldId="275"/>
            <ac:spMk id="12" creationId="{BBB869F3-03B6-80AF-382F-BDC60227FD86}"/>
          </ac:spMkLst>
        </pc:spChg>
        <pc:spChg chg="add mod">
          <ac:chgData name="Hironari Yamada" userId="e57621f8-ec3c-449e-bb19-001fffcc008e" providerId="ADAL" clId="{BC0BD879-F267-5CCA-8DEA-E3B2DD07DA4E}" dt="2026-06-01T05:30:19.577" v="3577" actId="14100"/>
          <ac:spMkLst>
            <pc:docMk/>
            <pc:sldMk cId="1186077149" sldId="275"/>
            <ac:spMk id="13" creationId="{B7DE2512-E50D-6216-3B41-D0AB314ABAD0}"/>
          </ac:spMkLst>
        </pc:spChg>
        <pc:spChg chg="add mod">
          <ac:chgData name="Hironari Yamada" userId="e57621f8-ec3c-449e-bb19-001fffcc008e" providerId="ADAL" clId="{BC0BD879-F267-5CCA-8DEA-E3B2DD07DA4E}" dt="2026-06-01T05:30:49.897" v="3639" actId="20577"/>
          <ac:spMkLst>
            <pc:docMk/>
            <pc:sldMk cId="1186077149" sldId="275"/>
            <ac:spMk id="14" creationId="{4F5206B2-09FD-8079-4826-FE3AD001307D}"/>
          </ac:spMkLst>
        </pc:spChg>
        <pc:spChg chg="add mod">
          <ac:chgData name="Hironari Yamada" userId="e57621f8-ec3c-449e-bb19-001fffcc008e" providerId="ADAL" clId="{BC0BD879-F267-5CCA-8DEA-E3B2DD07DA4E}" dt="2026-06-01T05:31:13.660" v="3690" actId="20577"/>
          <ac:spMkLst>
            <pc:docMk/>
            <pc:sldMk cId="1186077149" sldId="275"/>
            <ac:spMk id="15" creationId="{EA2646F7-62DB-2856-F483-501DC9028603}"/>
          </ac:spMkLst>
        </pc:spChg>
        <pc:spChg chg="add mod">
          <ac:chgData name="Hironari Yamada" userId="e57621f8-ec3c-449e-bb19-001fffcc008e" providerId="ADAL" clId="{BC0BD879-F267-5CCA-8DEA-E3B2DD07DA4E}" dt="2026-06-01T05:31:02.478" v="3644" actId="1076"/>
          <ac:spMkLst>
            <pc:docMk/>
            <pc:sldMk cId="1186077149" sldId="275"/>
            <ac:spMk id="16" creationId="{0EAE947A-1794-A1DF-70DB-F6DC8CCACCAB}"/>
          </ac:spMkLst>
        </pc:spChg>
        <pc:spChg chg="add mod">
          <ac:chgData name="Hironari Yamada" userId="e57621f8-ec3c-449e-bb19-001fffcc008e" providerId="ADAL" clId="{BC0BD879-F267-5CCA-8DEA-E3B2DD07DA4E}" dt="2026-06-01T05:31:20.119" v="3692" actId="1076"/>
          <ac:spMkLst>
            <pc:docMk/>
            <pc:sldMk cId="1186077149" sldId="275"/>
            <ac:spMk id="17" creationId="{751B9B15-1FDD-E9E8-81D0-FC2619047944}"/>
          </ac:spMkLst>
        </pc:spChg>
        <pc:spChg chg="add mod">
          <ac:chgData name="Hironari Yamada" userId="e57621f8-ec3c-449e-bb19-001fffcc008e" providerId="ADAL" clId="{BC0BD879-F267-5CCA-8DEA-E3B2DD07DA4E}" dt="2026-06-01T05:31:29.260" v="3716" actId="20577"/>
          <ac:spMkLst>
            <pc:docMk/>
            <pc:sldMk cId="1186077149" sldId="275"/>
            <ac:spMk id="18" creationId="{0E0F59E1-D8F3-E724-C9A9-30540304F03D}"/>
          </ac:spMkLst>
        </pc:spChg>
        <pc:spChg chg="add mod">
          <ac:chgData name="Hironari Yamada" userId="e57621f8-ec3c-449e-bb19-001fffcc008e" providerId="ADAL" clId="{BC0BD879-F267-5CCA-8DEA-E3B2DD07DA4E}" dt="2026-06-01T05:31:44.795" v="3719" actId="14100"/>
          <ac:spMkLst>
            <pc:docMk/>
            <pc:sldMk cId="1186077149" sldId="275"/>
            <ac:spMk id="19" creationId="{BD6455F1-48F9-5421-4E3D-38BD3007B414}"/>
          </ac:spMkLst>
        </pc:spChg>
        <pc:spChg chg="add mod">
          <ac:chgData name="Hironari Yamada" userId="e57621f8-ec3c-449e-bb19-001fffcc008e" providerId="ADAL" clId="{BC0BD879-F267-5CCA-8DEA-E3B2DD07DA4E}" dt="2026-06-01T05:33:10.533" v="3784" actId="14100"/>
          <ac:spMkLst>
            <pc:docMk/>
            <pc:sldMk cId="1186077149" sldId="275"/>
            <ac:spMk id="20" creationId="{318AC8E6-DBA8-BCFF-C242-3CD7A429D75F}"/>
          </ac:spMkLst>
        </pc:spChg>
        <pc:picChg chg="mod">
          <ac:chgData name="Hironari Yamada" userId="e57621f8-ec3c-449e-bb19-001fffcc008e" providerId="ADAL" clId="{BC0BD879-F267-5CCA-8DEA-E3B2DD07DA4E}" dt="2026-06-01T05:28:46.562" v="3542" actId="1076"/>
          <ac:picMkLst>
            <pc:docMk/>
            <pc:sldMk cId="1186077149" sldId="275"/>
            <ac:picMk id="7" creationId="{00000000-0000-0000-0000-000000000000}"/>
          </ac:picMkLst>
        </pc:picChg>
      </pc:sldChg>
      <pc:sldChg chg="delSp modSp add del mod">
        <pc:chgData name="Hironari Yamada" userId="e57621f8-ec3c-449e-bb19-001fffcc008e" providerId="ADAL" clId="{BC0BD879-F267-5CCA-8DEA-E3B2DD07DA4E}" dt="2026-06-01T05:45:07.079" v="4224" actId="2696"/>
        <pc:sldMkLst>
          <pc:docMk/>
          <pc:sldMk cId="1186077149" sldId="276"/>
        </pc:sldMkLst>
        <pc:spChg chg="mod">
          <ac:chgData name="Hironari Yamada" userId="e57621f8-ec3c-449e-bb19-001fffcc008e" providerId="ADAL" clId="{BC0BD879-F267-5CCA-8DEA-E3B2DD07DA4E}" dt="2026-06-01T05:32:48.739" v="3779" actId="14100"/>
          <ac:spMkLst>
            <pc:docMk/>
            <pc:sldMk cId="1186077149" sldId="276"/>
            <ac:spMk id="5" creationId="{142F3537-9D89-482B-B058-97809BF8F17F}"/>
          </ac:spMkLst>
        </pc:spChg>
        <pc:spChg chg="del">
          <ac:chgData name="Hironari Yamada" userId="e57621f8-ec3c-449e-bb19-001fffcc008e" providerId="ADAL" clId="{BC0BD879-F267-5CCA-8DEA-E3B2DD07DA4E}" dt="2026-06-01T05:32:39.174" v="3776" actId="478"/>
          <ac:spMkLst>
            <pc:docMk/>
            <pc:sldMk cId="1186077149" sldId="276"/>
            <ac:spMk id="6" creationId="{59B925CB-05E5-4053-BFC1-4A9760EAD065}"/>
          </ac:spMkLst>
        </pc:spChg>
        <pc:spChg chg="del">
          <ac:chgData name="Hironari Yamada" userId="e57621f8-ec3c-449e-bb19-001fffcc008e" providerId="ADAL" clId="{BC0BD879-F267-5CCA-8DEA-E3B2DD07DA4E}" dt="2026-06-01T05:32:39.174" v="3776" actId="478"/>
          <ac:spMkLst>
            <pc:docMk/>
            <pc:sldMk cId="1186077149" sldId="276"/>
            <ac:spMk id="7" creationId="{EDF5E807-8E6F-4803-B66D-7467B191DCC0}"/>
          </ac:spMkLst>
        </pc:spChg>
        <pc:spChg chg="del">
          <ac:chgData name="Hironari Yamada" userId="e57621f8-ec3c-449e-bb19-001fffcc008e" providerId="ADAL" clId="{BC0BD879-F267-5CCA-8DEA-E3B2DD07DA4E}" dt="2026-06-01T05:32:39.174" v="3776" actId="478"/>
          <ac:spMkLst>
            <pc:docMk/>
            <pc:sldMk cId="1186077149" sldId="276"/>
            <ac:spMk id="8" creationId="{10B7487B-EA23-435E-B23F-32F9AC702250}"/>
          </ac:spMkLst>
        </pc:spChg>
        <pc:spChg chg="del">
          <ac:chgData name="Hironari Yamada" userId="e57621f8-ec3c-449e-bb19-001fffcc008e" providerId="ADAL" clId="{BC0BD879-F267-5CCA-8DEA-E3B2DD07DA4E}" dt="2026-06-01T05:32:39.174" v="3776" actId="478"/>
          <ac:spMkLst>
            <pc:docMk/>
            <pc:sldMk cId="1186077149" sldId="276"/>
            <ac:spMk id="9" creationId="{7C4D528E-9D08-4EC7-99B3-AB1E04326D77}"/>
          </ac:spMkLst>
        </pc:spChg>
        <pc:spChg chg="del">
          <ac:chgData name="Hironari Yamada" userId="e57621f8-ec3c-449e-bb19-001fffcc008e" providerId="ADAL" clId="{BC0BD879-F267-5CCA-8DEA-E3B2DD07DA4E}" dt="2026-06-01T05:32:39.174" v="3776" actId="478"/>
          <ac:spMkLst>
            <pc:docMk/>
            <pc:sldMk cId="1186077149" sldId="276"/>
            <ac:spMk id="10" creationId="{FAC2C979-B545-4755-B5A1-35D5BF493969}"/>
          </ac:spMkLst>
        </pc:spChg>
      </pc:sldChg>
      <pc:sldChg chg="del">
        <pc:chgData name="Hironari Yamada" userId="e57621f8-ec3c-449e-bb19-001fffcc008e" providerId="ADAL" clId="{BC0BD879-F267-5CCA-8DEA-E3B2DD07DA4E}" dt="2026-06-01T05:45:09.285" v="4225" actId="2696"/>
        <pc:sldMkLst>
          <pc:docMk/>
          <pc:sldMk cId="1186077149" sldId="277"/>
        </pc:sldMkLst>
      </pc:sldChg>
      <pc:sldChg chg="addSp delSp modSp mod">
        <pc:chgData name="Hironari Yamada" userId="e57621f8-ec3c-449e-bb19-001fffcc008e" providerId="ADAL" clId="{BC0BD879-F267-5CCA-8DEA-E3B2DD07DA4E}" dt="2026-06-01T05:52:20.398" v="4410" actId="20577"/>
        <pc:sldMkLst>
          <pc:docMk/>
          <pc:sldMk cId="1186077149" sldId="278"/>
        </pc:sldMkLst>
        <pc:spChg chg="del">
          <ac:chgData name="Hironari Yamada" userId="e57621f8-ec3c-449e-bb19-001fffcc008e" providerId="ADAL" clId="{BC0BD879-F267-5CCA-8DEA-E3B2DD07DA4E}" dt="2026-06-01T05:46:00.169" v="4235" actId="478"/>
          <ac:spMkLst>
            <pc:docMk/>
            <pc:sldMk cId="1186077149" sldId="278"/>
            <ac:spMk id="3" creationId="{C92BD637-5506-4FF5-BA8D-FA5533F12ED7}"/>
          </ac:spMkLst>
        </pc:spChg>
        <pc:spChg chg="mod">
          <ac:chgData name="Hironari Yamada" userId="e57621f8-ec3c-449e-bb19-001fffcc008e" providerId="ADAL" clId="{BC0BD879-F267-5CCA-8DEA-E3B2DD07DA4E}" dt="2026-06-01T05:45:17.219" v="4226" actId="14100"/>
          <ac:spMkLst>
            <pc:docMk/>
            <pc:sldMk cId="1186077149" sldId="278"/>
            <ac:spMk id="5" creationId="{4FAD7C64-86CC-4F2C-A343-51CE1A1A1FBB}"/>
          </ac:spMkLst>
        </pc:spChg>
        <pc:spChg chg="mod">
          <ac:chgData name="Hironari Yamada" userId="e57621f8-ec3c-449e-bb19-001fffcc008e" providerId="ADAL" clId="{BC0BD879-F267-5CCA-8DEA-E3B2DD07DA4E}" dt="2026-06-01T05:51:26.226" v="4247" actId="403"/>
          <ac:spMkLst>
            <pc:docMk/>
            <pc:sldMk cId="1186077149" sldId="278"/>
            <ac:spMk id="6" creationId="{A99E8095-D22B-41F0-8D80-5AC30F7842DC}"/>
          </ac:spMkLst>
        </pc:spChg>
        <pc:spChg chg="mod">
          <ac:chgData name="Hironari Yamada" userId="e57621f8-ec3c-449e-bb19-001fffcc008e" providerId="ADAL" clId="{BC0BD879-F267-5CCA-8DEA-E3B2DD07DA4E}" dt="2026-06-01T05:51:26.226" v="4247" actId="403"/>
          <ac:spMkLst>
            <pc:docMk/>
            <pc:sldMk cId="1186077149" sldId="278"/>
            <ac:spMk id="7" creationId="{4F256700-1AA4-4199-9FAB-062D09C7561A}"/>
          </ac:spMkLst>
        </pc:spChg>
        <pc:spChg chg="mod">
          <ac:chgData name="Hironari Yamada" userId="e57621f8-ec3c-449e-bb19-001fffcc008e" providerId="ADAL" clId="{BC0BD879-F267-5CCA-8DEA-E3B2DD07DA4E}" dt="2026-06-01T05:51:26.226" v="4247" actId="403"/>
          <ac:spMkLst>
            <pc:docMk/>
            <pc:sldMk cId="1186077149" sldId="278"/>
            <ac:spMk id="8" creationId="{B2A3F2ED-849F-4DFF-8542-5241E322B6DC}"/>
          </ac:spMkLst>
        </pc:spChg>
        <pc:spChg chg="mod">
          <ac:chgData name="Hironari Yamada" userId="e57621f8-ec3c-449e-bb19-001fffcc008e" providerId="ADAL" clId="{BC0BD879-F267-5CCA-8DEA-E3B2DD07DA4E}" dt="2026-06-01T05:51:26.226" v="4247" actId="403"/>
          <ac:spMkLst>
            <pc:docMk/>
            <pc:sldMk cId="1186077149" sldId="278"/>
            <ac:spMk id="9" creationId="{7E3C988F-189A-4481-97DF-0CCC74936B74}"/>
          </ac:spMkLst>
        </pc:spChg>
        <pc:spChg chg="mod">
          <ac:chgData name="Hironari Yamada" userId="e57621f8-ec3c-449e-bb19-001fffcc008e" providerId="ADAL" clId="{BC0BD879-F267-5CCA-8DEA-E3B2DD07DA4E}" dt="2026-06-01T05:51:26.226" v="4247" actId="403"/>
          <ac:spMkLst>
            <pc:docMk/>
            <pc:sldMk cId="1186077149" sldId="278"/>
            <ac:spMk id="10" creationId="{D684C05E-08F1-499D-AB31-974B61719197}"/>
          </ac:spMkLst>
        </pc:spChg>
        <pc:spChg chg="mod">
          <ac:chgData name="Hironari Yamada" userId="e57621f8-ec3c-449e-bb19-001fffcc008e" providerId="ADAL" clId="{BC0BD879-F267-5CCA-8DEA-E3B2DD07DA4E}" dt="2026-06-01T05:45:30.762" v="4229" actId="1076"/>
          <ac:spMkLst>
            <pc:docMk/>
            <pc:sldMk cId="1186077149" sldId="278"/>
            <ac:spMk id="11" creationId="{01AC75F3-CE98-4BBF-B35B-6CA281750D41}"/>
          </ac:spMkLst>
        </pc:spChg>
        <pc:spChg chg="mod">
          <ac:chgData name="Hironari Yamada" userId="e57621f8-ec3c-449e-bb19-001fffcc008e" providerId="ADAL" clId="{BC0BD879-F267-5CCA-8DEA-E3B2DD07DA4E}" dt="2026-06-01T05:45:30.762" v="4229" actId="1076"/>
          <ac:spMkLst>
            <pc:docMk/>
            <pc:sldMk cId="1186077149" sldId="278"/>
            <ac:spMk id="13" creationId="{CDEC9D68-9338-46DB-A72F-5E7045F98D2C}"/>
          </ac:spMkLst>
        </pc:spChg>
        <pc:spChg chg="del">
          <ac:chgData name="Hironari Yamada" userId="e57621f8-ec3c-449e-bb19-001fffcc008e" providerId="ADAL" clId="{BC0BD879-F267-5CCA-8DEA-E3B2DD07DA4E}" dt="2026-06-01T05:46:00.169" v="4235" actId="478"/>
          <ac:spMkLst>
            <pc:docMk/>
            <pc:sldMk cId="1186077149" sldId="278"/>
            <ac:spMk id="14" creationId="{1AE6D7B4-F66C-4ADF-BD86-8E4F661CE823}"/>
          </ac:spMkLst>
        </pc:spChg>
        <pc:spChg chg="add mod">
          <ac:chgData name="Hironari Yamada" userId="e57621f8-ec3c-449e-bb19-001fffcc008e" providerId="ADAL" clId="{BC0BD879-F267-5CCA-8DEA-E3B2DD07DA4E}" dt="2026-06-01T05:51:00.309" v="4239" actId="14100"/>
          <ac:spMkLst>
            <pc:docMk/>
            <pc:sldMk cId="1186077149" sldId="278"/>
            <ac:spMk id="16" creationId="{258F6AD2-1222-5DF5-38B4-6727661DE7EB}"/>
          </ac:spMkLst>
        </pc:spChg>
        <pc:spChg chg="add mod">
          <ac:chgData name="Hironari Yamada" userId="e57621f8-ec3c-449e-bb19-001fffcc008e" providerId="ADAL" clId="{BC0BD879-F267-5CCA-8DEA-E3B2DD07DA4E}" dt="2026-06-01T05:51:06.609" v="4241" actId="1076"/>
          <ac:spMkLst>
            <pc:docMk/>
            <pc:sldMk cId="1186077149" sldId="278"/>
            <ac:spMk id="17" creationId="{3E6CE65C-8226-4841-4FF0-D78561049A98}"/>
          </ac:spMkLst>
        </pc:spChg>
        <pc:spChg chg="add mod">
          <ac:chgData name="Hironari Yamada" userId="e57621f8-ec3c-449e-bb19-001fffcc008e" providerId="ADAL" clId="{BC0BD879-F267-5CCA-8DEA-E3B2DD07DA4E}" dt="2026-06-01T05:51:44.984" v="4310" actId="20577"/>
          <ac:spMkLst>
            <pc:docMk/>
            <pc:sldMk cId="1186077149" sldId="278"/>
            <ac:spMk id="18" creationId="{20D7F158-CC72-F303-E789-A0E961518CDB}"/>
          </ac:spMkLst>
        </pc:spChg>
        <pc:spChg chg="add mod">
          <ac:chgData name="Hironari Yamada" userId="e57621f8-ec3c-449e-bb19-001fffcc008e" providerId="ADAL" clId="{BC0BD879-F267-5CCA-8DEA-E3B2DD07DA4E}" dt="2026-06-01T05:52:00.665" v="4369" actId="20577"/>
          <ac:spMkLst>
            <pc:docMk/>
            <pc:sldMk cId="1186077149" sldId="278"/>
            <ac:spMk id="19" creationId="{F59BE0B5-9206-9A7A-1435-043717D91E15}"/>
          </ac:spMkLst>
        </pc:spChg>
        <pc:spChg chg="add mod">
          <ac:chgData name="Hironari Yamada" userId="e57621f8-ec3c-449e-bb19-001fffcc008e" providerId="ADAL" clId="{BC0BD879-F267-5CCA-8DEA-E3B2DD07DA4E}" dt="2026-06-01T05:52:07.838" v="4372" actId="14100"/>
          <ac:spMkLst>
            <pc:docMk/>
            <pc:sldMk cId="1186077149" sldId="278"/>
            <ac:spMk id="20" creationId="{0429980A-8643-F2AE-7ADA-3201A66FAF34}"/>
          </ac:spMkLst>
        </pc:spChg>
        <pc:spChg chg="add mod">
          <ac:chgData name="Hironari Yamada" userId="e57621f8-ec3c-449e-bb19-001fffcc008e" providerId="ADAL" clId="{BC0BD879-F267-5CCA-8DEA-E3B2DD07DA4E}" dt="2026-06-01T05:52:20.398" v="4410" actId="20577"/>
          <ac:spMkLst>
            <pc:docMk/>
            <pc:sldMk cId="1186077149" sldId="278"/>
            <ac:spMk id="21" creationId="{1B0A9823-D184-309A-F2D1-DF6B622B5CA8}"/>
          </ac:spMkLst>
        </pc:spChg>
        <pc:picChg chg="mod">
          <ac:chgData name="Hironari Yamada" userId="e57621f8-ec3c-449e-bb19-001fffcc008e" providerId="ADAL" clId="{BC0BD879-F267-5CCA-8DEA-E3B2DD07DA4E}" dt="2026-06-01T05:45:30.762" v="4229" actId="1076"/>
          <ac:picMkLst>
            <pc:docMk/>
            <pc:sldMk cId="1186077149" sldId="278"/>
            <ac:picMk id="12" creationId="{00000000-0000-0000-0000-000000000000}"/>
          </ac:picMkLst>
        </pc:picChg>
      </pc:sldChg>
      <pc:sldChg chg="addSp delSp modSp mod">
        <pc:chgData name="Hironari Yamada" userId="e57621f8-ec3c-449e-bb19-001fffcc008e" providerId="ADAL" clId="{BC0BD879-F267-5CCA-8DEA-E3B2DD07DA4E}" dt="2026-06-01T06:21:18.407" v="4905" actId="1076"/>
        <pc:sldMkLst>
          <pc:docMk/>
          <pc:sldMk cId="1186077149" sldId="279"/>
        </pc:sldMkLst>
        <pc:spChg chg="del">
          <ac:chgData name="Hironari Yamada" userId="e57621f8-ec3c-449e-bb19-001fffcc008e" providerId="ADAL" clId="{BC0BD879-F267-5CCA-8DEA-E3B2DD07DA4E}" dt="2026-06-01T05:46:07.919" v="4236" actId="478"/>
          <ac:spMkLst>
            <pc:docMk/>
            <pc:sldMk cId="1186077149" sldId="279"/>
            <ac:spMk id="3" creationId="{F5340A38-FCB6-442B-9B37-2393739A5E51}"/>
          </ac:spMkLst>
        </pc:spChg>
        <pc:spChg chg="mod">
          <ac:chgData name="Hironari Yamada" userId="e57621f8-ec3c-449e-bb19-001fffcc008e" providerId="ADAL" clId="{BC0BD879-F267-5CCA-8DEA-E3B2DD07DA4E}" dt="2026-06-01T06:21:18.407" v="4905" actId="1076"/>
          <ac:spMkLst>
            <pc:docMk/>
            <pc:sldMk cId="1186077149" sldId="279"/>
            <ac:spMk id="6" creationId="{C0F59C86-D6C5-4DCF-8E1B-CBEB028A5DEF}"/>
          </ac:spMkLst>
        </pc:spChg>
        <pc:spChg chg="del mod">
          <ac:chgData name="Hironari Yamada" userId="e57621f8-ec3c-449e-bb19-001fffcc008e" providerId="ADAL" clId="{BC0BD879-F267-5CCA-8DEA-E3B2DD07DA4E}" dt="2026-06-01T05:56:50.532" v="4416" actId="478"/>
          <ac:spMkLst>
            <pc:docMk/>
            <pc:sldMk cId="1186077149" sldId="279"/>
            <ac:spMk id="7" creationId="{1B9B66E8-D023-4382-88B6-09B6CB1031E1}"/>
          </ac:spMkLst>
        </pc:spChg>
        <pc:spChg chg="mod">
          <ac:chgData name="Hironari Yamada" userId="e57621f8-ec3c-449e-bb19-001fffcc008e" providerId="ADAL" clId="{BC0BD879-F267-5CCA-8DEA-E3B2DD07DA4E}" dt="2026-06-01T05:56:41.638" v="4414" actId="167"/>
          <ac:spMkLst>
            <pc:docMk/>
            <pc:sldMk cId="1186077149" sldId="279"/>
            <ac:spMk id="9" creationId="{E9A32FF1-D372-4A86-B2F0-DFA1622C799C}"/>
          </ac:spMkLst>
        </pc:spChg>
        <pc:spChg chg="del">
          <ac:chgData name="Hironari Yamada" userId="e57621f8-ec3c-449e-bb19-001fffcc008e" providerId="ADAL" clId="{BC0BD879-F267-5CCA-8DEA-E3B2DD07DA4E}" dt="2026-06-01T05:46:07.919" v="4236" actId="478"/>
          <ac:spMkLst>
            <pc:docMk/>
            <pc:sldMk cId="1186077149" sldId="279"/>
            <ac:spMk id="10" creationId="{E9FC15B5-9FC7-4CE8-BB76-C6B7E8C0FFF0}"/>
          </ac:spMkLst>
        </pc:spChg>
        <pc:spChg chg="mod">
          <ac:chgData name="Hironari Yamada" userId="e57621f8-ec3c-449e-bb19-001fffcc008e" providerId="ADAL" clId="{BC0BD879-F267-5CCA-8DEA-E3B2DD07DA4E}" dt="2026-06-01T06:21:09.658" v="4902" actId="1076"/>
          <ac:spMkLst>
            <pc:docMk/>
            <pc:sldMk cId="1186077149" sldId="279"/>
            <ac:spMk id="11" creationId="{B8602024-68C3-441B-9275-30C16BD455D0}"/>
          </ac:spMkLst>
        </pc:spChg>
        <pc:spChg chg="add mod">
          <ac:chgData name="Hironari Yamada" userId="e57621f8-ec3c-449e-bb19-001fffcc008e" providerId="ADAL" clId="{BC0BD879-F267-5CCA-8DEA-E3B2DD07DA4E}" dt="2026-06-01T05:56:58.949" v="4419" actId="167"/>
          <ac:spMkLst>
            <pc:docMk/>
            <pc:sldMk cId="1186077149" sldId="279"/>
            <ac:spMk id="13" creationId="{74950326-A8B9-CDB4-FC63-DEBF5026BA20}"/>
          </ac:spMkLst>
        </pc:spChg>
        <pc:spChg chg="add mod">
          <ac:chgData name="Hironari Yamada" userId="e57621f8-ec3c-449e-bb19-001fffcc008e" providerId="ADAL" clId="{BC0BD879-F267-5CCA-8DEA-E3B2DD07DA4E}" dt="2026-06-01T05:57:24.412" v="4425" actId="14100"/>
          <ac:spMkLst>
            <pc:docMk/>
            <pc:sldMk cId="1186077149" sldId="279"/>
            <ac:spMk id="14" creationId="{77F8D7DB-E137-C82F-F62E-A4CE94B7A67E}"/>
          </ac:spMkLst>
        </pc:spChg>
        <pc:spChg chg="add mod">
          <ac:chgData name="Hironari Yamada" userId="e57621f8-ec3c-449e-bb19-001fffcc008e" providerId="ADAL" clId="{BC0BD879-F267-5CCA-8DEA-E3B2DD07DA4E}" dt="2026-06-01T05:58:01.784" v="4605" actId="14100"/>
          <ac:spMkLst>
            <pc:docMk/>
            <pc:sldMk cId="1186077149" sldId="279"/>
            <ac:spMk id="15" creationId="{884DEED6-5CEA-121C-0898-E5D3B63F4DE7}"/>
          </ac:spMkLst>
        </pc:spChg>
        <pc:spChg chg="add mod">
          <ac:chgData name="Hironari Yamada" userId="e57621f8-ec3c-449e-bb19-001fffcc008e" providerId="ADAL" clId="{BC0BD879-F267-5CCA-8DEA-E3B2DD07DA4E}" dt="2026-06-01T05:58:09.584" v="4608" actId="14100"/>
          <ac:spMkLst>
            <pc:docMk/>
            <pc:sldMk cId="1186077149" sldId="279"/>
            <ac:spMk id="16" creationId="{392AB672-D6D8-AAEA-E7AF-21A2643E0315}"/>
          </ac:spMkLst>
        </pc:spChg>
        <pc:spChg chg="add del mod">
          <ac:chgData name="Hironari Yamada" userId="e57621f8-ec3c-449e-bb19-001fffcc008e" providerId="ADAL" clId="{BC0BD879-F267-5CCA-8DEA-E3B2DD07DA4E}" dt="2026-06-01T05:58:15.044" v="4610" actId="478"/>
          <ac:spMkLst>
            <pc:docMk/>
            <pc:sldMk cId="1186077149" sldId="279"/>
            <ac:spMk id="17" creationId="{88113A06-365F-2B2E-35D3-B7430CE4FD19}"/>
          </ac:spMkLst>
        </pc:spChg>
        <pc:spChg chg="add mod">
          <ac:chgData name="Hironari Yamada" userId="e57621f8-ec3c-449e-bb19-001fffcc008e" providerId="ADAL" clId="{BC0BD879-F267-5CCA-8DEA-E3B2DD07DA4E}" dt="2026-06-01T05:59:18.236" v="4712" actId="14100"/>
          <ac:spMkLst>
            <pc:docMk/>
            <pc:sldMk cId="1186077149" sldId="279"/>
            <ac:spMk id="18" creationId="{504EA64B-071E-A992-448A-E9DB09A88D23}"/>
          </ac:spMkLst>
        </pc:spChg>
        <pc:spChg chg="add mod">
          <ac:chgData name="Hironari Yamada" userId="e57621f8-ec3c-449e-bb19-001fffcc008e" providerId="ADAL" clId="{BC0BD879-F267-5CCA-8DEA-E3B2DD07DA4E}" dt="2026-06-01T05:59:56.291" v="4783" actId="20577"/>
          <ac:spMkLst>
            <pc:docMk/>
            <pc:sldMk cId="1186077149" sldId="279"/>
            <ac:spMk id="19" creationId="{FAA68399-6EEB-C055-FF3F-7965DC5A6863}"/>
          </ac:spMkLst>
        </pc:spChg>
        <pc:spChg chg="add mod">
          <ac:chgData name="Hironari Yamada" userId="e57621f8-ec3c-449e-bb19-001fffcc008e" providerId="ADAL" clId="{BC0BD879-F267-5CCA-8DEA-E3B2DD07DA4E}" dt="2026-06-01T05:59:31.657" v="4719" actId="14100"/>
          <ac:spMkLst>
            <pc:docMk/>
            <pc:sldMk cId="1186077149" sldId="279"/>
            <ac:spMk id="20" creationId="{76C3BEBA-7C28-556D-BA7E-A20BE2CBA026}"/>
          </ac:spMkLst>
        </pc:spChg>
        <pc:spChg chg="add mod">
          <ac:chgData name="Hironari Yamada" userId="e57621f8-ec3c-449e-bb19-001fffcc008e" providerId="ADAL" clId="{BC0BD879-F267-5CCA-8DEA-E3B2DD07DA4E}" dt="2026-06-01T06:00:02.857" v="4785" actId="1076"/>
          <ac:spMkLst>
            <pc:docMk/>
            <pc:sldMk cId="1186077149" sldId="279"/>
            <ac:spMk id="21" creationId="{207B46F6-83A6-23B3-BF36-8593616CFC92}"/>
          </ac:spMkLst>
        </pc:spChg>
        <pc:spChg chg="add mod">
          <ac:chgData name="Hironari Yamada" userId="e57621f8-ec3c-449e-bb19-001fffcc008e" providerId="ADAL" clId="{BC0BD879-F267-5CCA-8DEA-E3B2DD07DA4E}" dt="2026-06-01T06:00:20.953" v="4864" actId="20577"/>
          <ac:spMkLst>
            <pc:docMk/>
            <pc:sldMk cId="1186077149" sldId="279"/>
            <ac:spMk id="22" creationId="{9ACA3D38-2EEC-7E89-7002-609F56DCAEF5}"/>
          </ac:spMkLst>
        </pc:spChg>
        <pc:spChg chg="add mod">
          <ac:chgData name="Hironari Yamada" userId="e57621f8-ec3c-449e-bb19-001fffcc008e" providerId="ADAL" clId="{BC0BD879-F267-5CCA-8DEA-E3B2DD07DA4E}" dt="2026-06-01T06:00:47.046" v="4868" actId="14100"/>
          <ac:spMkLst>
            <pc:docMk/>
            <pc:sldMk cId="1186077149" sldId="279"/>
            <ac:spMk id="23" creationId="{1B37750F-01BD-0E4F-0698-CA53A72883C6}"/>
          </ac:spMkLst>
        </pc:spChg>
        <pc:spChg chg="add mod">
          <ac:chgData name="Hironari Yamada" userId="e57621f8-ec3c-449e-bb19-001fffcc008e" providerId="ADAL" clId="{BC0BD879-F267-5CCA-8DEA-E3B2DD07DA4E}" dt="2026-06-01T06:00:57.459" v="4891" actId="20577"/>
          <ac:spMkLst>
            <pc:docMk/>
            <pc:sldMk cId="1186077149" sldId="279"/>
            <ac:spMk id="24" creationId="{D5EABFA6-24EB-FE5B-E6E9-9ED7894A67E6}"/>
          </ac:spMkLst>
        </pc:spChg>
        <pc:picChg chg="del">
          <ac:chgData name="Hironari Yamada" userId="e57621f8-ec3c-449e-bb19-001fffcc008e" providerId="ADAL" clId="{BC0BD879-F267-5CCA-8DEA-E3B2DD07DA4E}" dt="2026-06-01T05:53:04.692" v="4411" actId="478"/>
          <ac:picMkLst>
            <pc:docMk/>
            <pc:sldMk cId="1186077149" sldId="279"/>
            <ac:picMk id="8" creationId="{00000000-0000-0000-0000-000000000000}"/>
          </ac:picMkLst>
        </pc:picChg>
        <pc:picChg chg="add mod">
          <ac:chgData name="Hironari Yamada" userId="e57621f8-ec3c-449e-bb19-001fffcc008e" providerId="ADAL" clId="{BC0BD879-F267-5CCA-8DEA-E3B2DD07DA4E}" dt="2026-06-01T05:57:10.687" v="4422" actId="14100"/>
          <ac:picMkLst>
            <pc:docMk/>
            <pc:sldMk cId="1186077149" sldId="279"/>
            <ac:picMk id="12" creationId="{623AE905-BDF5-D658-8C84-EEC5EE13A2FB}"/>
          </ac:picMkLst>
        </pc:picChg>
      </pc:sldChg>
      <pc:sldChg chg="addSp delSp modSp mod">
        <pc:chgData name="Hironari Yamada" userId="e57621f8-ec3c-449e-bb19-001fffcc008e" providerId="ADAL" clId="{BC0BD879-F267-5CCA-8DEA-E3B2DD07DA4E}" dt="2026-06-01T06:43:48.517" v="5441" actId="20577"/>
        <pc:sldMkLst>
          <pc:docMk/>
          <pc:sldMk cId="1186077149" sldId="280"/>
        </pc:sldMkLst>
        <pc:spChg chg="del">
          <ac:chgData name="Hironari Yamada" userId="e57621f8-ec3c-449e-bb19-001fffcc008e" providerId="ADAL" clId="{BC0BD879-F267-5CCA-8DEA-E3B2DD07DA4E}" dt="2026-06-01T06:43:22.778" v="5419" actId="478"/>
          <ac:spMkLst>
            <pc:docMk/>
            <pc:sldMk cId="1186077149" sldId="280"/>
            <ac:spMk id="3" creationId="{52F32CC4-693F-4AEB-805E-016565D902F0}"/>
          </ac:spMkLst>
        </pc:spChg>
        <pc:spChg chg="mod">
          <ac:chgData name="Hironari Yamada" userId="e57621f8-ec3c-449e-bb19-001fffcc008e" providerId="ADAL" clId="{BC0BD879-F267-5CCA-8DEA-E3B2DD07DA4E}" dt="2026-06-01T06:42:57.485" v="5417" actId="20577"/>
          <ac:spMkLst>
            <pc:docMk/>
            <pc:sldMk cId="1186077149" sldId="280"/>
            <ac:spMk id="5" creationId="{D982F5D5-EE7E-4F7F-B6DC-CE068860F11A}"/>
          </ac:spMkLst>
        </pc:spChg>
        <pc:spChg chg="del">
          <ac:chgData name="Hironari Yamada" userId="e57621f8-ec3c-449e-bb19-001fffcc008e" providerId="ADAL" clId="{BC0BD879-F267-5CCA-8DEA-E3B2DD07DA4E}" dt="2026-06-01T06:32:17.955" v="5057" actId="478"/>
          <ac:spMkLst>
            <pc:docMk/>
            <pc:sldMk cId="1186077149" sldId="280"/>
            <ac:spMk id="6" creationId="{0563E359-7B5B-43AB-8FA8-AA40F3936CDA}"/>
          </ac:spMkLst>
        </pc:spChg>
        <pc:spChg chg="del">
          <ac:chgData name="Hironari Yamada" userId="e57621f8-ec3c-449e-bb19-001fffcc008e" providerId="ADAL" clId="{BC0BD879-F267-5CCA-8DEA-E3B2DD07DA4E}" dt="2026-06-01T06:32:21.014" v="5059" actId="478"/>
          <ac:spMkLst>
            <pc:docMk/>
            <pc:sldMk cId="1186077149" sldId="280"/>
            <ac:spMk id="8" creationId="{DFB6553E-2190-44EF-9654-203587474AAC}"/>
          </ac:spMkLst>
        </pc:spChg>
        <pc:spChg chg="del">
          <ac:chgData name="Hironari Yamada" userId="e57621f8-ec3c-449e-bb19-001fffcc008e" providerId="ADAL" clId="{BC0BD879-F267-5CCA-8DEA-E3B2DD07DA4E}" dt="2026-06-01T06:43:22.778" v="5419" actId="478"/>
          <ac:spMkLst>
            <pc:docMk/>
            <pc:sldMk cId="1186077149" sldId="280"/>
            <ac:spMk id="9" creationId="{7D998321-CB7B-4D0E-BFAB-04B545AF3DA6}"/>
          </ac:spMkLst>
        </pc:spChg>
        <pc:spChg chg="add mod">
          <ac:chgData name="Hironari Yamada" userId="e57621f8-ec3c-449e-bb19-001fffcc008e" providerId="ADAL" clId="{BC0BD879-F267-5CCA-8DEA-E3B2DD07DA4E}" dt="2026-06-01T06:32:21.503" v="5060"/>
          <ac:spMkLst>
            <pc:docMk/>
            <pc:sldMk cId="1186077149" sldId="280"/>
            <ac:spMk id="11" creationId="{6E805FCE-2E88-F96A-F86E-688096483056}"/>
          </ac:spMkLst>
        </pc:spChg>
        <pc:spChg chg="add mod">
          <ac:chgData name="Hironari Yamada" userId="e57621f8-ec3c-449e-bb19-001fffcc008e" providerId="ADAL" clId="{BC0BD879-F267-5CCA-8DEA-E3B2DD07DA4E}" dt="2026-06-01T06:40:51.199" v="5068" actId="14100"/>
          <ac:spMkLst>
            <pc:docMk/>
            <pc:sldMk cId="1186077149" sldId="280"/>
            <ac:spMk id="13" creationId="{4E1D2F9E-58B8-2248-A9F3-C4E08815327C}"/>
          </ac:spMkLst>
        </pc:spChg>
        <pc:spChg chg="add mod">
          <ac:chgData name="Hironari Yamada" userId="e57621f8-ec3c-449e-bb19-001fffcc008e" providerId="ADAL" clId="{BC0BD879-F267-5CCA-8DEA-E3B2DD07DA4E}" dt="2026-06-01T06:43:41.509" v="5426" actId="1076"/>
          <ac:spMkLst>
            <pc:docMk/>
            <pc:sldMk cId="1186077149" sldId="280"/>
            <ac:spMk id="14" creationId="{115B267E-CC71-CDC4-2B1B-387F2B3B3F45}"/>
          </ac:spMkLst>
        </pc:spChg>
        <pc:spChg chg="add mod">
          <ac:chgData name="Hironari Yamada" userId="e57621f8-ec3c-449e-bb19-001fffcc008e" providerId="ADAL" clId="{BC0BD879-F267-5CCA-8DEA-E3B2DD07DA4E}" dt="2026-06-01T06:42:20.078" v="5361" actId="20577"/>
          <ac:spMkLst>
            <pc:docMk/>
            <pc:sldMk cId="1186077149" sldId="280"/>
            <ac:spMk id="15" creationId="{60F55D23-442B-9089-40E7-7478BA04F1F0}"/>
          </ac:spMkLst>
        </pc:spChg>
        <pc:spChg chg="add del mod">
          <ac:chgData name="Hironari Yamada" userId="e57621f8-ec3c-449e-bb19-001fffcc008e" providerId="ADAL" clId="{BC0BD879-F267-5CCA-8DEA-E3B2DD07DA4E}" dt="2026-06-01T06:42:27.292" v="5364" actId="478"/>
          <ac:spMkLst>
            <pc:docMk/>
            <pc:sldMk cId="1186077149" sldId="280"/>
            <ac:spMk id="16" creationId="{A839D961-9687-8CDD-BF24-92D1E02319A7}"/>
          </ac:spMkLst>
        </pc:spChg>
        <pc:spChg chg="add mod">
          <ac:chgData name="Hironari Yamada" userId="e57621f8-ec3c-449e-bb19-001fffcc008e" providerId="ADAL" clId="{BC0BD879-F267-5CCA-8DEA-E3B2DD07DA4E}" dt="2026-06-01T06:43:48.517" v="5441" actId="20577"/>
          <ac:spMkLst>
            <pc:docMk/>
            <pc:sldMk cId="1186077149" sldId="280"/>
            <ac:spMk id="17" creationId="{A8B76A82-1247-5E63-1237-4818117FE1FB}"/>
          </ac:spMkLst>
        </pc:spChg>
        <pc:picChg chg="del">
          <ac:chgData name="Hironari Yamada" userId="e57621f8-ec3c-449e-bb19-001fffcc008e" providerId="ADAL" clId="{BC0BD879-F267-5CCA-8DEA-E3B2DD07DA4E}" dt="2026-06-01T06:32:19.122" v="5058" actId="478"/>
          <ac:picMkLst>
            <pc:docMk/>
            <pc:sldMk cId="1186077149" sldId="280"/>
            <ac:picMk id="7" creationId="{00000000-0000-0000-0000-000000000000}"/>
          </ac:picMkLst>
        </pc:picChg>
        <pc:picChg chg="add mod">
          <ac:chgData name="Hironari Yamada" userId="e57621f8-ec3c-449e-bb19-001fffcc008e" providerId="ADAL" clId="{BC0BD879-F267-5CCA-8DEA-E3B2DD07DA4E}" dt="2026-06-01T06:43:36.434" v="5425" actId="1076"/>
          <ac:picMkLst>
            <pc:docMk/>
            <pc:sldMk cId="1186077149" sldId="280"/>
            <ac:picMk id="12" creationId="{8B732A3B-0B29-4AD7-AC5D-2D7D7EB3A881}"/>
          </ac:picMkLst>
        </pc:picChg>
      </pc:sldChg>
      <pc:sldChg chg="addSp delSp modSp mod">
        <pc:chgData name="Hironari Yamada" userId="e57621f8-ec3c-449e-bb19-001fffcc008e" providerId="ADAL" clId="{BC0BD879-F267-5CCA-8DEA-E3B2DD07DA4E}" dt="2026-06-01T06:45:10.613" v="5547" actId="20577"/>
        <pc:sldMkLst>
          <pc:docMk/>
          <pc:sldMk cId="1186077149" sldId="281"/>
        </pc:sldMkLst>
        <pc:spChg chg="del">
          <ac:chgData name="Hironari Yamada" userId="e57621f8-ec3c-449e-bb19-001fffcc008e" providerId="ADAL" clId="{BC0BD879-F267-5CCA-8DEA-E3B2DD07DA4E}" dt="2026-06-01T06:43:28.613" v="5420" actId="478"/>
          <ac:spMkLst>
            <pc:docMk/>
            <pc:sldMk cId="1186077149" sldId="281"/>
            <ac:spMk id="3" creationId="{3A64B493-4ED4-464B-8D3F-9FD859EAFCCE}"/>
          </ac:spMkLst>
        </pc:spChg>
        <pc:spChg chg="mod">
          <ac:chgData name="Hironari Yamada" userId="e57621f8-ec3c-449e-bb19-001fffcc008e" providerId="ADAL" clId="{BC0BD879-F267-5CCA-8DEA-E3B2DD07DA4E}" dt="2026-06-01T06:43:18.333" v="5418" actId="14100"/>
          <ac:spMkLst>
            <pc:docMk/>
            <pc:sldMk cId="1186077149" sldId="281"/>
            <ac:spMk id="5" creationId="{FFD9B11B-CD5E-4B3E-A472-BA5512821D6A}"/>
          </ac:spMkLst>
        </pc:spChg>
        <pc:spChg chg="mod">
          <ac:chgData name="Hironari Yamada" userId="e57621f8-ec3c-449e-bb19-001fffcc008e" providerId="ADAL" clId="{BC0BD879-F267-5CCA-8DEA-E3B2DD07DA4E}" dt="2026-06-01T06:44:13.713" v="5449" actId="14100"/>
          <ac:spMkLst>
            <pc:docMk/>
            <pc:sldMk cId="1186077149" sldId="281"/>
            <ac:spMk id="6" creationId="{1886B38F-0D84-4041-AF7C-38A7CF9E034F}"/>
          </ac:spMkLst>
        </pc:spChg>
        <pc:spChg chg="del mod">
          <ac:chgData name="Hironari Yamada" userId="e57621f8-ec3c-449e-bb19-001fffcc008e" providerId="ADAL" clId="{BC0BD879-F267-5CCA-8DEA-E3B2DD07DA4E}" dt="2026-06-01T06:44:10.661" v="5448" actId="478"/>
          <ac:spMkLst>
            <pc:docMk/>
            <pc:sldMk cId="1186077149" sldId="281"/>
            <ac:spMk id="8" creationId="{4CE02023-1405-431B-BD20-219D37FF153F}"/>
          </ac:spMkLst>
        </pc:spChg>
        <pc:spChg chg="del">
          <ac:chgData name="Hironari Yamada" userId="e57621f8-ec3c-449e-bb19-001fffcc008e" providerId="ADAL" clId="{BC0BD879-F267-5CCA-8DEA-E3B2DD07DA4E}" dt="2026-06-01T06:43:28.613" v="5420" actId="478"/>
          <ac:spMkLst>
            <pc:docMk/>
            <pc:sldMk cId="1186077149" sldId="281"/>
            <ac:spMk id="9" creationId="{0B8BFF73-31C1-4280-88A3-AB3A2C065541}"/>
          </ac:spMkLst>
        </pc:spChg>
        <pc:spChg chg="add del mod">
          <ac:chgData name="Hironari Yamada" userId="e57621f8-ec3c-449e-bb19-001fffcc008e" providerId="ADAL" clId="{BC0BD879-F267-5CCA-8DEA-E3B2DD07DA4E}" dt="2026-06-01T06:43:33.701" v="5423"/>
          <ac:spMkLst>
            <pc:docMk/>
            <pc:sldMk cId="1186077149" sldId="281"/>
            <ac:spMk id="11" creationId="{1E0A3399-2668-7819-62AB-926AFBD0F6B9}"/>
          </ac:spMkLst>
        </pc:spChg>
        <pc:spChg chg="add mod">
          <ac:chgData name="Hironari Yamada" userId="e57621f8-ec3c-449e-bb19-001fffcc008e" providerId="ADAL" clId="{BC0BD879-F267-5CCA-8DEA-E3B2DD07DA4E}" dt="2026-06-01T06:44:28.300" v="5455" actId="14100"/>
          <ac:spMkLst>
            <pc:docMk/>
            <pc:sldMk cId="1186077149" sldId="281"/>
            <ac:spMk id="12" creationId="{DF1883F0-7271-E679-6E1E-D73E3AB66D76}"/>
          </ac:spMkLst>
        </pc:spChg>
        <pc:spChg chg="add mod">
          <ac:chgData name="Hironari Yamada" userId="e57621f8-ec3c-449e-bb19-001fffcc008e" providerId="ADAL" clId="{BC0BD879-F267-5CCA-8DEA-E3B2DD07DA4E}" dt="2026-06-01T06:44:51.501" v="5507" actId="14100"/>
          <ac:spMkLst>
            <pc:docMk/>
            <pc:sldMk cId="1186077149" sldId="281"/>
            <ac:spMk id="13" creationId="{5AD323D3-217D-3891-94C8-4F1ECA8A23C9}"/>
          </ac:spMkLst>
        </pc:spChg>
        <pc:spChg chg="add mod">
          <ac:chgData name="Hironari Yamada" userId="e57621f8-ec3c-449e-bb19-001fffcc008e" providerId="ADAL" clId="{BC0BD879-F267-5CCA-8DEA-E3B2DD07DA4E}" dt="2026-06-01T06:44:58.278" v="5510" actId="14100"/>
          <ac:spMkLst>
            <pc:docMk/>
            <pc:sldMk cId="1186077149" sldId="281"/>
            <ac:spMk id="14" creationId="{0220AEB6-A3DB-90E5-74D5-D5A19B597EB3}"/>
          </ac:spMkLst>
        </pc:spChg>
        <pc:spChg chg="add mod">
          <ac:chgData name="Hironari Yamada" userId="e57621f8-ec3c-449e-bb19-001fffcc008e" providerId="ADAL" clId="{BC0BD879-F267-5CCA-8DEA-E3B2DD07DA4E}" dt="2026-06-01T06:45:10.613" v="5547" actId="20577"/>
          <ac:spMkLst>
            <pc:docMk/>
            <pc:sldMk cId="1186077149" sldId="281"/>
            <ac:spMk id="15" creationId="{E60108DF-59ED-E2A5-9E7F-499A3E3A75FB}"/>
          </ac:spMkLst>
        </pc:spChg>
        <pc:picChg chg="mod">
          <ac:chgData name="Hironari Yamada" userId="e57621f8-ec3c-449e-bb19-001fffcc008e" providerId="ADAL" clId="{BC0BD879-F267-5CCA-8DEA-E3B2DD07DA4E}" dt="2026-06-01T06:44:17.659" v="5451" actId="1076"/>
          <ac:picMkLst>
            <pc:docMk/>
            <pc:sldMk cId="1186077149" sldId="281"/>
            <ac:picMk id="7" creationId="{00000000-0000-0000-0000-000000000000}"/>
          </ac:picMkLst>
        </pc:picChg>
      </pc:sldChg>
      <pc:sldChg chg="addSp delSp modSp mod">
        <pc:chgData name="Hironari Yamada" userId="e57621f8-ec3c-449e-bb19-001fffcc008e" providerId="ADAL" clId="{BC0BD879-F267-5CCA-8DEA-E3B2DD07DA4E}" dt="2026-06-01T06:48:29.604" v="5563" actId="478"/>
        <pc:sldMkLst>
          <pc:docMk/>
          <pc:sldMk cId="1186077149" sldId="282"/>
        </pc:sldMkLst>
        <pc:spChg chg="del">
          <ac:chgData name="Hironari Yamada" userId="e57621f8-ec3c-449e-bb19-001fffcc008e" providerId="ADAL" clId="{BC0BD879-F267-5CCA-8DEA-E3B2DD07DA4E}" dt="2026-06-01T06:48:29.604" v="5563" actId="478"/>
          <ac:spMkLst>
            <pc:docMk/>
            <pc:sldMk cId="1186077149" sldId="282"/>
            <ac:spMk id="3" creationId="{2E3D5C1A-B6B8-4886-9D86-B4542CCFD07A}"/>
          </ac:spMkLst>
        </pc:spChg>
        <pc:spChg chg="mod">
          <ac:chgData name="Hironari Yamada" userId="e57621f8-ec3c-449e-bb19-001fffcc008e" providerId="ADAL" clId="{BC0BD879-F267-5CCA-8DEA-E3B2DD07DA4E}" dt="2026-06-01T06:46:24.002" v="5552" actId="403"/>
          <ac:spMkLst>
            <pc:docMk/>
            <pc:sldMk cId="1186077149" sldId="282"/>
            <ac:spMk id="6" creationId="{697EA0BA-0137-4742-ADEE-92D9C566A296}"/>
          </ac:spMkLst>
        </pc:spChg>
        <pc:spChg chg="mod">
          <ac:chgData name="Hironari Yamada" userId="e57621f8-ec3c-449e-bb19-001fffcc008e" providerId="ADAL" clId="{BC0BD879-F267-5CCA-8DEA-E3B2DD07DA4E}" dt="2026-06-01T06:46:24.002" v="5552" actId="403"/>
          <ac:spMkLst>
            <pc:docMk/>
            <pc:sldMk cId="1186077149" sldId="282"/>
            <ac:spMk id="7" creationId="{CCD1D91A-AE96-44D5-8194-616D55D66D0F}"/>
          </ac:spMkLst>
        </pc:spChg>
        <pc:spChg chg="mod">
          <ac:chgData name="Hironari Yamada" userId="e57621f8-ec3c-449e-bb19-001fffcc008e" providerId="ADAL" clId="{BC0BD879-F267-5CCA-8DEA-E3B2DD07DA4E}" dt="2026-06-01T06:46:24.002" v="5552" actId="403"/>
          <ac:spMkLst>
            <pc:docMk/>
            <pc:sldMk cId="1186077149" sldId="282"/>
            <ac:spMk id="8" creationId="{18D4159C-9994-40D1-8CA2-3F4F4393D750}"/>
          </ac:spMkLst>
        </pc:spChg>
        <pc:spChg chg="mod">
          <ac:chgData name="Hironari Yamada" userId="e57621f8-ec3c-449e-bb19-001fffcc008e" providerId="ADAL" clId="{BC0BD879-F267-5CCA-8DEA-E3B2DD07DA4E}" dt="2026-06-01T06:46:24.002" v="5552" actId="403"/>
          <ac:spMkLst>
            <pc:docMk/>
            <pc:sldMk cId="1186077149" sldId="282"/>
            <ac:spMk id="9" creationId="{81BAC3BF-5AC4-4334-8A4A-F0EBD1276847}"/>
          </ac:spMkLst>
        </pc:spChg>
        <pc:spChg chg="mod">
          <ac:chgData name="Hironari Yamada" userId="e57621f8-ec3c-449e-bb19-001fffcc008e" providerId="ADAL" clId="{BC0BD879-F267-5CCA-8DEA-E3B2DD07DA4E}" dt="2026-06-01T06:46:24.002" v="5552" actId="403"/>
          <ac:spMkLst>
            <pc:docMk/>
            <pc:sldMk cId="1186077149" sldId="282"/>
            <ac:spMk id="10" creationId="{2CAE9A90-78BD-48D4-9BA8-9F9A857FB99C}"/>
          </ac:spMkLst>
        </pc:spChg>
        <pc:spChg chg="mod">
          <ac:chgData name="Hironari Yamada" userId="e57621f8-ec3c-449e-bb19-001fffcc008e" providerId="ADAL" clId="{BC0BD879-F267-5CCA-8DEA-E3B2DD07DA4E}" dt="2026-06-01T06:46:15.920" v="5548" actId="14100"/>
          <ac:spMkLst>
            <pc:docMk/>
            <pc:sldMk cId="1186077149" sldId="282"/>
            <ac:spMk id="11" creationId="{579E5B2F-552D-455D-99C4-88C1CA77F40E}"/>
          </ac:spMkLst>
        </pc:spChg>
        <pc:spChg chg="mod">
          <ac:chgData name="Hironari Yamada" userId="e57621f8-ec3c-449e-bb19-001fffcc008e" providerId="ADAL" clId="{BC0BD879-F267-5CCA-8DEA-E3B2DD07DA4E}" dt="2026-06-01T06:46:27.980" v="5553" actId="1076"/>
          <ac:spMkLst>
            <pc:docMk/>
            <pc:sldMk cId="1186077149" sldId="282"/>
            <ac:spMk id="13" creationId="{838CB54F-21CE-4631-A0CF-DB45B43B266A}"/>
          </ac:spMkLst>
        </pc:spChg>
        <pc:spChg chg="del">
          <ac:chgData name="Hironari Yamada" userId="e57621f8-ec3c-449e-bb19-001fffcc008e" providerId="ADAL" clId="{BC0BD879-F267-5CCA-8DEA-E3B2DD07DA4E}" dt="2026-06-01T06:48:29.604" v="5563" actId="478"/>
          <ac:spMkLst>
            <pc:docMk/>
            <pc:sldMk cId="1186077149" sldId="282"/>
            <ac:spMk id="14" creationId="{3E828818-2279-41BA-B50C-4E2A28E01DEA}"/>
          </ac:spMkLst>
        </pc:spChg>
        <pc:spChg chg="add mod">
          <ac:chgData name="Hironari Yamada" userId="e57621f8-ec3c-449e-bb19-001fffcc008e" providerId="ADAL" clId="{BC0BD879-F267-5CCA-8DEA-E3B2DD07DA4E}" dt="2026-06-01T06:46:44.185" v="5559" actId="14100"/>
          <ac:spMkLst>
            <pc:docMk/>
            <pc:sldMk cId="1186077149" sldId="282"/>
            <ac:spMk id="16" creationId="{129B808B-471D-32D6-9E85-5C974A1F03CC}"/>
          </ac:spMkLst>
        </pc:spChg>
        <pc:spChg chg="add mod">
          <ac:chgData name="Hironari Yamada" userId="e57621f8-ec3c-449e-bb19-001fffcc008e" providerId="ADAL" clId="{BC0BD879-F267-5CCA-8DEA-E3B2DD07DA4E}" dt="2026-06-01T06:46:49.505" v="5562" actId="20577"/>
          <ac:spMkLst>
            <pc:docMk/>
            <pc:sldMk cId="1186077149" sldId="282"/>
            <ac:spMk id="17" creationId="{6BB271BC-D687-B853-1C6D-374DD255A124}"/>
          </ac:spMkLst>
        </pc:spChg>
        <pc:picChg chg="mod">
          <ac:chgData name="Hironari Yamada" userId="e57621f8-ec3c-449e-bb19-001fffcc008e" providerId="ADAL" clId="{BC0BD879-F267-5CCA-8DEA-E3B2DD07DA4E}" dt="2026-06-01T06:46:33.201" v="5556" actId="1076"/>
          <ac:picMkLst>
            <pc:docMk/>
            <pc:sldMk cId="1186077149" sldId="282"/>
            <ac:picMk id="12" creationId="{00000000-0000-0000-0000-000000000000}"/>
          </ac:picMkLst>
        </pc:picChg>
      </pc:sldChg>
      <pc:sldChg chg="delSp mod">
        <pc:chgData name="Hironari Yamada" userId="e57621f8-ec3c-449e-bb19-001fffcc008e" providerId="ADAL" clId="{BC0BD879-F267-5CCA-8DEA-E3B2DD07DA4E}" dt="2026-06-01T06:48:34.841" v="5564" actId="478"/>
        <pc:sldMkLst>
          <pc:docMk/>
          <pc:sldMk cId="1186077149" sldId="283"/>
        </pc:sldMkLst>
        <pc:spChg chg="del">
          <ac:chgData name="Hironari Yamada" userId="e57621f8-ec3c-449e-bb19-001fffcc008e" providerId="ADAL" clId="{BC0BD879-F267-5CCA-8DEA-E3B2DD07DA4E}" dt="2026-06-01T06:48:34.841" v="5564" actId="478"/>
          <ac:spMkLst>
            <pc:docMk/>
            <pc:sldMk cId="1186077149" sldId="283"/>
            <ac:spMk id="3" creationId="{55E18F73-1144-4751-8058-A7DED3627BC2}"/>
          </ac:spMkLst>
        </pc:spChg>
        <pc:spChg chg="del">
          <ac:chgData name="Hironari Yamada" userId="e57621f8-ec3c-449e-bb19-001fffcc008e" providerId="ADAL" clId="{BC0BD879-F267-5CCA-8DEA-E3B2DD07DA4E}" dt="2026-06-01T06:48:34.841" v="5564" actId="478"/>
          <ac:spMkLst>
            <pc:docMk/>
            <pc:sldMk cId="1186077149" sldId="283"/>
            <ac:spMk id="10" creationId="{147666BE-B37E-477B-AE0A-79CB39D960A2}"/>
          </ac:spMkLst>
        </pc:spChg>
      </pc:sldChg>
      <pc:sldChg chg="addSp delSp modSp mod">
        <pc:chgData name="Hironari Yamada" userId="e57621f8-ec3c-449e-bb19-001fffcc008e" providerId="ADAL" clId="{BC0BD879-F267-5CCA-8DEA-E3B2DD07DA4E}" dt="2026-06-01T07:26:15.613" v="7130" actId="14100"/>
        <pc:sldMkLst>
          <pc:docMk/>
          <pc:sldMk cId="1186077149" sldId="284"/>
        </pc:sldMkLst>
        <pc:spChg chg="del">
          <ac:chgData name="Hironari Yamada" userId="e57621f8-ec3c-449e-bb19-001fffcc008e" providerId="ADAL" clId="{BC0BD879-F267-5CCA-8DEA-E3B2DD07DA4E}" dt="2026-06-01T06:49:37.231" v="5696" actId="478"/>
          <ac:spMkLst>
            <pc:docMk/>
            <pc:sldMk cId="1186077149" sldId="284"/>
            <ac:spMk id="3" creationId="{F853D9C1-AFDD-4E37-85CF-377D59A08E73}"/>
          </ac:spMkLst>
        </pc:spChg>
        <pc:spChg chg="mod">
          <ac:chgData name="Hironari Yamada" userId="e57621f8-ec3c-449e-bb19-001fffcc008e" providerId="ADAL" clId="{BC0BD879-F267-5CCA-8DEA-E3B2DD07DA4E}" dt="2026-06-01T06:49:02.062" v="5689" actId="14100"/>
          <ac:spMkLst>
            <pc:docMk/>
            <pc:sldMk cId="1186077149" sldId="284"/>
            <ac:spMk id="5" creationId="{F9B775E7-4E64-45DD-8C26-42077C4E906F}"/>
          </ac:spMkLst>
        </pc:spChg>
        <pc:spChg chg="del">
          <ac:chgData name="Hironari Yamada" userId="e57621f8-ec3c-449e-bb19-001fffcc008e" providerId="ADAL" clId="{BC0BD879-F267-5CCA-8DEA-E3B2DD07DA4E}" dt="2026-06-01T06:49:09.613" v="5690" actId="478"/>
          <ac:spMkLst>
            <pc:docMk/>
            <pc:sldMk cId="1186077149" sldId="284"/>
            <ac:spMk id="6" creationId="{ACCA819E-45F0-4F31-AF20-E3AC1CA6DF7E}"/>
          </ac:spMkLst>
        </pc:spChg>
        <pc:spChg chg="del">
          <ac:chgData name="Hironari Yamada" userId="e57621f8-ec3c-449e-bb19-001fffcc008e" providerId="ADAL" clId="{BC0BD879-F267-5CCA-8DEA-E3B2DD07DA4E}" dt="2026-06-01T06:49:09.613" v="5690" actId="478"/>
          <ac:spMkLst>
            <pc:docMk/>
            <pc:sldMk cId="1186077149" sldId="284"/>
            <ac:spMk id="7" creationId="{67C837FB-4A51-4310-ADBE-1E0F6C23095C}"/>
          </ac:spMkLst>
        </pc:spChg>
        <pc:spChg chg="del">
          <ac:chgData name="Hironari Yamada" userId="e57621f8-ec3c-449e-bb19-001fffcc008e" providerId="ADAL" clId="{BC0BD879-F267-5CCA-8DEA-E3B2DD07DA4E}" dt="2026-06-01T06:49:09.613" v="5690" actId="478"/>
          <ac:spMkLst>
            <pc:docMk/>
            <pc:sldMk cId="1186077149" sldId="284"/>
            <ac:spMk id="8" creationId="{1F213581-68F4-49C5-97AD-1CB36E4320A2}"/>
          </ac:spMkLst>
        </pc:spChg>
        <pc:spChg chg="del">
          <ac:chgData name="Hironari Yamada" userId="e57621f8-ec3c-449e-bb19-001fffcc008e" providerId="ADAL" clId="{BC0BD879-F267-5CCA-8DEA-E3B2DD07DA4E}" dt="2026-06-01T06:49:09.613" v="5690" actId="478"/>
          <ac:spMkLst>
            <pc:docMk/>
            <pc:sldMk cId="1186077149" sldId="284"/>
            <ac:spMk id="9" creationId="{BE96196F-C900-46B5-85A2-615ADEB3C46D}"/>
          </ac:spMkLst>
        </pc:spChg>
        <pc:spChg chg="del">
          <ac:chgData name="Hironari Yamada" userId="e57621f8-ec3c-449e-bb19-001fffcc008e" providerId="ADAL" clId="{BC0BD879-F267-5CCA-8DEA-E3B2DD07DA4E}" dt="2026-06-01T06:49:09.613" v="5690" actId="478"/>
          <ac:spMkLst>
            <pc:docMk/>
            <pc:sldMk cId="1186077149" sldId="284"/>
            <ac:spMk id="10" creationId="{2498050B-D226-45B6-BA7A-0E33C65DC8CF}"/>
          </ac:spMkLst>
        </pc:spChg>
        <pc:spChg chg="mod">
          <ac:chgData name="Hironari Yamada" userId="e57621f8-ec3c-449e-bb19-001fffcc008e" providerId="ADAL" clId="{BC0BD879-F267-5CCA-8DEA-E3B2DD07DA4E}" dt="2026-06-01T07:26:15.613" v="7130" actId="14100"/>
          <ac:spMkLst>
            <pc:docMk/>
            <pc:sldMk cId="1186077149" sldId="284"/>
            <ac:spMk id="11" creationId="{20571BCD-B458-49B1-B7B6-6D9DC93ECE06}"/>
          </ac:spMkLst>
        </pc:spChg>
        <pc:spChg chg="del mod">
          <ac:chgData name="Hironari Yamada" userId="e57621f8-ec3c-449e-bb19-001fffcc008e" providerId="ADAL" clId="{BC0BD879-F267-5CCA-8DEA-E3B2DD07DA4E}" dt="2026-06-01T06:49:32.849" v="5695" actId="478"/>
          <ac:spMkLst>
            <pc:docMk/>
            <pc:sldMk cId="1186077149" sldId="284"/>
            <ac:spMk id="13" creationId="{CBF28EAB-C0C1-41CA-BFB5-6C4BC66D871C}"/>
          </ac:spMkLst>
        </pc:spChg>
        <pc:spChg chg="del">
          <ac:chgData name="Hironari Yamada" userId="e57621f8-ec3c-449e-bb19-001fffcc008e" providerId="ADAL" clId="{BC0BD879-F267-5CCA-8DEA-E3B2DD07DA4E}" dt="2026-06-01T06:49:37.231" v="5696" actId="478"/>
          <ac:spMkLst>
            <pc:docMk/>
            <pc:sldMk cId="1186077149" sldId="284"/>
            <ac:spMk id="14" creationId="{6AC72753-F23A-4798-B7AC-EA9D29BA9D41}"/>
          </ac:spMkLst>
        </pc:spChg>
        <pc:spChg chg="add mod">
          <ac:chgData name="Hironari Yamada" userId="e57621f8-ec3c-449e-bb19-001fffcc008e" providerId="ADAL" clId="{BC0BD879-F267-5CCA-8DEA-E3B2DD07DA4E}" dt="2026-06-01T06:50:11.439" v="5700" actId="1076"/>
          <ac:spMkLst>
            <pc:docMk/>
            <pc:sldMk cId="1186077149" sldId="284"/>
            <ac:spMk id="17" creationId="{BE7359C7-F666-0FB1-AA97-9F1BFC85CF4D}"/>
          </ac:spMkLst>
        </pc:spChg>
        <pc:spChg chg="add mod">
          <ac:chgData name="Hironari Yamada" userId="e57621f8-ec3c-449e-bb19-001fffcc008e" providerId="ADAL" clId="{BC0BD879-F267-5CCA-8DEA-E3B2DD07DA4E}" dt="2026-06-01T06:50:31.191" v="5735" actId="20577"/>
          <ac:spMkLst>
            <pc:docMk/>
            <pc:sldMk cId="1186077149" sldId="284"/>
            <ac:spMk id="18" creationId="{31534194-43B3-0EE7-19FF-B6062B60EAD7}"/>
          </ac:spMkLst>
        </pc:spChg>
        <pc:spChg chg="add mod">
          <ac:chgData name="Hironari Yamada" userId="e57621f8-ec3c-449e-bb19-001fffcc008e" providerId="ADAL" clId="{BC0BD879-F267-5CCA-8DEA-E3B2DD07DA4E}" dt="2026-06-01T06:52:09.294" v="5741" actId="14100"/>
          <ac:spMkLst>
            <pc:docMk/>
            <pc:sldMk cId="1186077149" sldId="284"/>
            <ac:spMk id="20" creationId="{03BAE2DF-B79E-087C-8678-6DEF52A01682}"/>
          </ac:spMkLst>
        </pc:spChg>
        <pc:spChg chg="add mod">
          <ac:chgData name="Hironari Yamada" userId="e57621f8-ec3c-449e-bb19-001fffcc008e" providerId="ADAL" clId="{BC0BD879-F267-5CCA-8DEA-E3B2DD07DA4E}" dt="2026-06-01T06:52:21.238" v="5785" actId="20577"/>
          <ac:spMkLst>
            <pc:docMk/>
            <pc:sldMk cId="1186077149" sldId="284"/>
            <ac:spMk id="21" creationId="{0DBE2BD3-96F1-E386-D298-BF6D2A2D0721}"/>
          </ac:spMkLst>
        </pc:spChg>
        <pc:picChg chg="del mod">
          <ac:chgData name="Hironari Yamada" userId="e57621f8-ec3c-449e-bb19-001fffcc008e" providerId="ADAL" clId="{BC0BD879-F267-5CCA-8DEA-E3B2DD07DA4E}" dt="2026-06-01T06:49:29.388" v="5694" actId="478"/>
          <ac:picMkLst>
            <pc:docMk/>
            <pc:sldMk cId="1186077149" sldId="284"/>
            <ac:picMk id="12" creationId="{00000000-0000-0000-0000-000000000000}"/>
          </ac:picMkLst>
        </pc:picChg>
        <pc:picChg chg="add mod">
          <ac:chgData name="Hironari Yamada" userId="e57621f8-ec3c-449e-bb19-001fffcc008e" providerId="ADAL" clId="{BC0BD879-F267-5CCA-8DEA-E3B2DD07DA4E}" dt="2026-06-01T06:50:06.786" v="5699" actId="14100"/>
          <ac:picMkLst>
            <pc:docMk/>
            <pc:sldMk cId="1186077149" sldId="284"/>
            <ac:picMk id="16" creationId="{66B8C380-A0D9-A82A-70B1-356F9F01E9CC}"/>
          </ac:picMkLst>
        </pc:picChg>
        <pc:picChg chg="add mod">
          <ac:chgData name="Hironari Yamada" userId="e57621f8-ec3c-449e-bb19-001fffcc008e" providerId="ADAL" clId="{BC0BD879-F267-5CCA-8DEA-E3B2DD07DA4E}" dt="2026-06-01T06:52:01.711" v="5738" actId="1076"/>
          <ac:picMkLst>
            <pc:docMk/>
            <pc:sldMk cId="1186077149" sldId="284"/>
            <ac:picMk id="19" creationId="{512995B6-797E-40A8-D43E-C4B17C7DAF2E}"/>
          </ac:picMkLst>
        </pc:picChg>
      </pc:sldChg>
      <pc:sldChg chg="del">
        <pc:chgData name="Hironari Yamada" userId="e57621f8-ec3c-449e-bb19-001fffcc008e" providerId="ADAL" clId="{BC0BD879-F267-5CCA-8DEA-E3B2DD07DA4E}" dt="2026-06-01T06:54:44.600" v="5953" actId="2696"/>
        <pc:sldMkLst>
          <pc:docMk/>
          <pc:sldMk cId="1186077149" sldId="285"/>
        </pc:sldMkLst>
      </pc:sldChg>
      <pc:sldChg chg="addSp delSp modSp mod">
        <pc:chgData name="Hironari Yamada" userId="e57621f8-ec3c-449e-bb19-001fffcc008e" providerId="ADAL" clId="{BC0BD879-F267-5CCA-8DEA-E3B2DD07DA4E}" dt="2026-06-01T07:26:02.890" v="7128" actId="478"/>
        <pc:sldMkLst>
          <pc:docMk/>
          <pc:sldMk cId="1186077149" sldId="286"/>
        </pc:sldMkLst>
        <pc:spChg chg="del">
          <ac:chgData name="Hironari Yamada" userId="e57621f8-ec3c-449e-bb19-001fffcc008e" providerId="ADAL" clId="{BC0BD879-F267-5CCA-8DEA-E3B2DD07DA4E}" dt="2026-06-01T07:26:02.890" v="7128" actId="478"/>
          <ac:spMkLst>
            <pc:docMk/>
            <pc:sldMk cId="1186077149" sldId="286"/>
            <ac:spMk id="3" creationId="{C1D345B0-B8B6-4A5D-991C-B2B46C5DBCE9}"/>
          </ac:spMkLst>
        </pc:spChg>
        <pc:spChg chg="mod">
          <ac:chgData name="Hironari Yamada" userId="e57621f8-ec3c-449e-bb19-001fffcc008e" providerId="ADAL" clId="{BC0BD879-F267-5CCA-8DEA-E3B2DD07DA4E}" dt="2026-06-01T06:57:38.173" v="6093" actId="14100"/>
          <ac:spMkLst>
            <pc:docMk/>
            <pc:sldMk cId="1186077149" sldId="286"/>
            <ac:spMk id="5" creationId="{023222F5-E81D-4F4B-AE77-84127C419AA5}"/>
          </ac:spMkLst>
        </pc:spChg>
        <pc:spChg chg="del">
          <ac:chgData name="Hironari Yamada" userId="e57621f8-ec3c-449e-bb19-001fffcc008e" providerId="ADAL" clId="{BC0BD879-F267-5CCA-8DEA-E3B2DD07DA4E}" dt="2026-06-01T06:57:33.784" v="6092" actId="478"/>
          <ac:spMkLst>
            <pc:docMk/>
            <pc:sldMk cId="1186077149" sldId="286"/>
            <ac:spMk id="6" creationId="{EDDF0304-4B2F-4C5D-A194-B2C0D1DF80A5}"/>
          </ac:spMkLst>
        </pc:spChg>
        <pc:spChg chg="del">
          <ac:chgData name="Hironari Yamada" userId="e57621f8-ec3c-449e-bb19-001fffcc008e" providerId="ADAL" clId="{BC0BD879-F267-5CCA-8DEA-E3B2DD07DA4E}" dt="2026-06-01T06:57:33.784" v="6092" actId="478"/>
          <ac:spMkLst>
            <pc:docMk/>
            <pc:sldMk cId="1186077149" sldId="286"/>
            <ac:spMk id="7" creationId="{228239B6-C4A8-4A3D-9828-1E9FA4F9A9E2}"/>
          </ac:spMkLst>
        </pc:spChg>
        <pc:spChg chg="del">
          <ac:chgData name="Hironari Yamada" userId="e57621f8-ec3c-449e-bb19-001fffcc008e" providerId="ADAL" clId="{BC0BD879-F267-5CCA-8DEA-E3B2DD07DA4E}" dt="2026-06-01T06:57:33.784" v="6092" actId="478"/>
          <ac:spMkLst>
            <pc:docMk/>
            <pc:sldMk cId="1186077149" sldId="286"/>
            <ac:spMk id="8" creationId="{56D8D7DA-8CC6-4C32-B313-FC3ADDF92B6B}"/>
          </ac:spMkLst>
        </pc:spChg>
        <pc:spChg chg="del">
          <ac:chgData name="Hironari Yamada" userId="e57621f8-ec3c-449e-bb19-001fffcc008e" providerId="ADAL" clId="{BC0BD879-F267-5CCA-8DEA-E3B2DD07DA4E}" dt="2026-06-01T06:57:33.784" v="6092" actId="478"/>
          <ac:spMkLst>
            <pc:docMk/>
            <pc:sldMk cId="1186077149" sldId="286"/>
            <ac:spMk id="9" creationId="{312A9198-3D9C-4DCB-B4C0-D141B690E115}"/>
          </ac:spMkLst>
        </pc:spChg>
        <pc:spChg chg="del">
          <ac:chgData name="Hironari Yamada" userId="e57621f8-ec3c-449e-bb19-001fffcc008e" providerId="ADAL" clId="{BC0BD879-F267-5CCA-8DEA-E3B2DD07DA4E}" dt="2026-06-01T06:57:33.784" v="6092" actId="478"/>
          <ac:spMkLst>
            <pc:docMk/>
            <pc:sldMk cId="1186077149" sldId="286"/>
            <ac:spMk id="10" creationId="{35804FFF-229C-464F-8D61-CEC1DB7E3003}"/>
          </ac:spMkLst>
        </pc:spChg>
        <pc:spChg chg="mod">
          <ac:chgData name="Hironari Yamada" userId="e57621f8-ec3c-449e-bb19-001fffcc008e" providerId="ADAL" clId="{BC0BD879-F267-5CCA-8DEA-E3B2DD07DA4E}" dt="2026-06-01T06:58:08.117" v="6102" actId="14100"/>
          <ac:spMkLst>
            <pc:docMk/>
            <pc:sldMk cId="1186077149" sldId="286"/>
            <ac:spMk id="11" creationId="{255B3DE6-F302-4AED-9756-FA20BB5839C0}"/>
          </ac:spMkLst>
        </pc:spChg>
        <pc:spChg chg="mod">
          <ac:chgData name="Hironari Yamada" userId="e57621f8-ec3c-449e-bb19-001fffcc008e" providerId="ADAL" clId="{BC0BD879-F267-5CCA-8DEA-E3B2DD07DA4E}" dt="2026-06-01T06:58:05.084" v="6101" actId="1076"/>
          <ac:spMkLst>
            <pc:docMk/>
            <pc:sldMk cId="1186077149" sldId="286"/>
            <ac:spMk id="13" creationId="{35FCD7C2-873E-4909-9143-A26079F818DD}"/>
          </ac:spMkLst>
        </pc:spChg>
        <pc:spChg chg="del">
          <ac:chgData name="Hironari Yamada" userId="e57621f8-ec3c-449e-bb19-001fffcc008e" providerId="ADAL" clId="{BC0BD879-F267-5CCA-8DEA-E3B2DD07DA4E}" dt="2026-06-01T07:26:02.890" v="7128" actId="478"/>
          <ac:spMkLst>
            <pc:docMk/>
            <pc:sldMk cId="1186077149" sldId="286"/>
            <ac:spMk id="14" creationId="{08FC65CD-CAD8-4F72-9D37-D348FCF758B7}"/>
          </ac:spMkLst>
        </pc:spChg>
        <pc:spChg chg="add mod">
          <ac:chgData name="Hironari Yamada" userId="e57621f8-ec3c-449e-bb19-001fffcc008e" providerId="ADAL" clId="{BC0BD879-F267-5CCA-8DEA-E3B2DD07DA4E}" dt="2026-06-01T06:58:21.270" v="6105" actId="14100"/>
          <ac:spMkLst>
            <pc:docMk/>
            <pc:sldMk cId="1186077149" sldId="286"/>
            <ac:spMk id="17" creationId="{0F83975E-369E-5CDC-D1DF-F90574398452}"/>
          </ac:spMkLst>
        </pc:spChg>
        <pc:spChg chg="add mod">
          <ac:chgData name="Hironari Yamada" userId="e57621f8-ec3c-449e-bb19-001fffcc008e" providerId="ADAL" clId="{BC0BD879-F267-5CCA-8DEA-E3B2DD07DA4E}" dt="2026-06-01T06:58:55.370" v="6172" actId="170"/>
          <ac:spMkLst>
            <pc:docMk/>
            <pc:sldMk cId="1186077149" sldId="286"/>
            <ac:spMk id="18" creationId="{C9B5E8B7-FFB6-C6CA-FE2E-A5E88FE8D39A}"/>
          </ac:spMkLst>
        </pc:spChg>
        <pc:spChg chg="add mod">
          <ac:chgData name="Hironari Yamada" userId="e57621f8-ec3c-449e-bb19-001fffcc008e" providerId="ADAL" clId="{BC0BD879-F267-5CCA-8DEA-E3B2DD07DA4E}" dt="2026-06-01T06:58:51.840" v="6171" actId="14100"/>
          <ac:spMkLst>
            <pc:docMk/>
            <pc:sldMk cId="1186077149" sldId="286"/>
            <ac:spMk id="19" creationId="{D15F49FB-F49C-FA92-CE94-22C8DBD87BC0}"/>
          </ac:spMkLst>
        </pc:spChg>
        <pc:spChg chg="add mod">
          <ac:chgData name="Hironari Yamada" userId="e57621f8-ec3c-449e-bb19-001fffcc008e" providerId="ADAL" clId="{BC0BD879-F267-5CCA-8DEA-E3B2DD07DA4E}" dt="2026-06-01T06:59:20.829" v="6252" actId="20577"/>
          <ac:spMkLst>
            <pc:docMk/>
            <pc:sldMk cId="1186077149" sldId="286"/>
            <ac:spMk id="20" creationId="{E6908AAF-B907-65B7-99F8-80EF96285AB1}"/>
          </ac:spMkLst>
        </pc:spChg>
        <pc:picChg chg="del">
          <ac:chgData name="Hironari Yamada" userId="e57621f8-ec3c-449e-bb19-001fffcc008e" providerId="ADAL" clId="{BC0BD879-F267-5CCA-8DEA-E3B2DD07DA4E}" dt="2026-06-01T06:54:47.752" v="5954" actId="478"/>
          <ac:picMkLst>
            <pc:docMk/>
            <pc:sldMk cId="1186077149" sldId="286"/>
            <ac:picMk id="12" creationId="{00000000-0000-0000-0000-000000000000}"/>
          </ac:picMkLst>
        </pc:picChg>
        <pc:picChg chg="add mod">
          <ac:chgData name="Hironari Yamada" userId="e57621f8-ec3c-449e-bb19-001fffcc008e" providerId="ADAL" clId="{BC0BD879-F267-5CCA-8DEA-E3B2DD07DA4E}" dt="2026-06-01T06:58:00.975" v="6100" actId="1076"/>
          <ac:picMkLst>
            <pc:docMk/>
            <pc:sldMk cId="1186077149" sldId="286"/>
            <ac:picMk id="16" creationId="{DD96FF5D-D88A-9088-1AAD-A6368E33847D}"/>
          </ac:picMkLst>
        </pc:picChg>
      </pc:sldChg>
      <pc:sldChg chg="addSp delSp modSp mod">
        <pc:chgData name="Hironari Yamada" userId="e57621f8-ec3c-449e-bb19-001fffcc008e" providerId="ADAL" clId="{BC0BD879-F267-5CCA-8DEA-E3B2DD07DA4E}" dt="2026-06-01T07:25:59.368" v="7127" actId="478"/>
        <pc:sldMkLst>
          <pc:docMk/>
          <pc:sldMk cId="1186077149" sldId="287"/>
        </pc:sldMkLst>
        <pc:spChg chg="del">
          <ac:chgData name="Hironari Yamada" userId="e57621f8-ec3c-449e-bb19-001fffcc008e" providerId="ADAL" clId="{BC0BD879-F267-5CCA-8DEA-E3B2DD07DA4E}" dt="2026-06-01T07:25:59.368" v="7127" actId="478"/>
          <ac:spMkLst>
            <pc:docMk/>
            <pc:sldMk cId="1186077149" sldId="287"/>
            <ac:spMk id="3" creationId="{42F32CF1-B246-4BC6-9774-ECD5E2718217}"/>
          </ac:spMkLst>
        </pc:spChg>
        <pc:spChg chg="del">
          <ac:chgData name="Hironari Yamada" userId="e57621f8-ec3c-449e-bb19-001fffcc008e" providerId="ADAL" clId="{BC0BD879-F267-5CCA-8DEA-E3B2DD07DA4E}" dt="2026-06-01T07:25:59.368" v="7127" actId="478"/>
          <ac:spMkLst>
            <pc:docMk/>
            <pc:sldMk cId="1186077149" sldId="287"/>
            <ac:spMk id="8" creationId="{04ABB281-CCB4-4282-A148-0A6A5D0FE36B}"/>
          </ac:spMkLst>
        </pc:spChg>
        <pc:spChg chg="add mod">
          <ac:chgData name="Hironari Yamada" userId="e57621f8-ec3c-449e-bb19-001fffcc008e" providerId="ADAL" clId="{BC0BD879-F267-5CCA-8DEA-E3B2DD07DA4E}" dt="2026-06-01T07:03:48.119" v="6257"/>
          <ac:spMkLst>
            <pc:docMk/>
            <pc:sldMk cId="1186077149" sldId="287"/>
            <ac:spMk id="13" creationId="{2F6954A7-619D-2483-2CE7-B2588DEEE2DE}"/>
          </ac:spMkLst>
        </pc:spChg>
        <pc:spChg chg="add mod">
          <ac:chgData name="Hironari Yamada" userId="e57621f8-ec3c-449e-bb19-001fffcc008e" providerId="ADAL" clId="{BC0BD879-F267-5CCA-8DEA-E3B2DD07DA4E}" dt="2026-06-01T07:03:48.119" v="6257"/>
          <ac:spMkLst>
            <pc:docMk/>
            <pc:sldMk cId="1186077149" sldId="287"/>
            <ac:spMk id="14" creationId="{0CD7B344-9E09-C78B-922C-4A783D096D52}"/>
          </ac:spMkLst>
        </pc:spChg>
        <pc:spChg chg="add mod">
          <ac:chgData name="Hironari Yamada" userId="e57621f8-ec3c-449e-bb19-001fffcc008e" providerId="ADAL" clId="{BC0BD879-F267-5CCA-8DEA-E3B2DD07DA4E}" dt="2026-06-01T07:03:48.119" v="6257"/>
          <ac:spMkLst>
            <pc:docMk/>
            <pc:sldMk cId="1186077149" sldId="287"/>
            <ac:spMk id="15" creationId="{47246411-DB3C-DF4B-D5CB-CF2DCC2F6B1D}"/>
          </ac:spMkLst>
        </pc:spChg>
        <pc:spChg chg="add mod">
          <ac:chgData name="Hironari Yamada" userId="e57621f8-ec3c-449e-bb19-001fffcc008e" providerId="ADAL" clId="{BC0BD879-F267-5CCA-8DEA-E3B2DD07DA4E}" dt="2026-06-01T07:03:59.755" v="6281" actId="20577"/>
          <ac:spMkLst>
            <pc:docMk/>
            <pc:sldMk cId="1186077149" sldId="287"/>
            <ac:spMk id="17" creationId="{B572AEAA-E20B-A3B3-8E59-B70F89C54F60}"/>
          </ac:spMkLst>
        </pc:spChg>
        <pc:spChg chg="mod">
          <ac:chgData name="Hironari Yamada" userId="e57621f8-ec3c-449e-bb19-001fffcc008e" providerId="ADAL" clId="{BC0BD879-F267-5CCA-8DEA-E3B2DD07DA4E}" dt="2026-06-01T07:04:05.274" v="6300" actId="20577"/>
          <ac:spMkLst>
            <pc:docMk/>
            <pc:sldMk cId="1186077149" sldId="287"/>
            <ac:spMk id="18" creationId="{CF14B158-5CAC-A864-6AB9-318338E0C9D7}"/>
          </ac:spMkLst>
        </pc:spChg>
        <pc:spChg chg="add mod">
          <ac:chgData name="Hironari Yamada" userId="e57621f8-ec3c-449e-bb19-001fffcc008e" providerId="ADAL" clId="{BC0BD879-F267-5CCA-8DEA-E3B2DD07DA4E}" dt="2026-06-01T07:04:15.326" v="6323" actId="20577"/>
          <ac:spMkLst>
            <pc:docMk/>
            <pc:sldMk cId="1186077149" sldId="287"/>
            <ac:spMk id="19" creationId="{F4536D62-BDAC-7898-70C2-9DD3DD9A79F8}"/>
          </ac:spMkLst>
        </pc:spChg>
        <pc:spChg chg="mod">
          <ac:chgData name="Hironari Yamada" userId="e57621f8-ec3c-449e-bb19-001fffcc008e" providerId="ADAL" clId="{BC0BD879-F267-5CCA-8DEA-E3B2DD07DA4E}" dt="2026-06-01T07:04:40.945" v="6456" actId="20577"/>
          <ac:spMkLst>
            <pc:docMk/>
            <pc:sldMk cId="1186077149" sldId="287"/>
            <ac:spMk id="20" creationId="{E62DB8E7-8F13-38E7-D9C8-350A3E0EBA0E}"/>
          </ac:spMkLst>
        </pc:spChg>
        <pc:spChg chg="add mod">
          <ac:chgData name="Hironari Yamada" userId="e57621f8-ec3c-449e-bb19-001fffcc008e" providerId="ADAL" clId="{BC0BD879-F267-5CCA-8DEA-E3B2DD07DA4E}" dt="2026-06-01T07:05:06.747" v="6506" actId="20577"/>
          <ac:spMkLst>
            <pc:docMk/>
            <pc:sldMk cId="1186077149" sldId="287"/>
            <ac:spMk id="21" creationId="{EC168DD9-37BF-719E-9553-42AA2ADAA6C4}"/>
          </ac:spMkLst>
        </pc:spChg>
        <pc:spChg chg="add mod">
          <ac:chgData name="Hironari Yamada" userId="e57621f8-ec3c-449e-bb19-001fffcc008e" providerId="ADAL" clId="{BC0BD879-F267-5CCA-8DEA-E3B2DD07DA4E}" dt="2026-06-01T07:05:20.365" v="6582" actId="20577"/>
          <ac:spMkLst>
            <pc:docMk/>
            <pc:sldMk cId="1186077149" sldId="287"/>
            <ac:spMk id="22" creationId="{C892DDA8-4CE2-5610-60FE-8CF87A9F45D2}"/>
          </ac:spMkLst>
        </pc:spChg>
        <pc:spChg chg="add mod">
          <ac:chgData name="Hironari Yamada" userId="e57621f8-ec3c-449e-bb19-001fffcc008e" providerId="ADAL" clId="{BC0BD879-F267-5CCA-8DEA-E3B2DD07DA4E}" dt="2026-06-01T07:05:34.991" v="6610" actId="20577"/>
          <ac:spMkLst>
            <pc:docMk/>
            <pc:sldMk cId="1186077149" sldId="287"/>
            <ac:spMk id="27" creationId="{2A8C5247-0DA8-73B3-75F9-C57D803BF686}"/>
          </ac:spMkLst>
        </pc:spChg>
        <pc:spChg chg="mod">
          <ac:chgData name="Hironari Yamada" userId="e57621f8-ec3c-449e-bb19-001fffcc008e" providerId="ADAL" clId="{BC0BD879-F267-5CCA-8DEA-E3B2DD07DA4E}" dt="2026-06-01T07:05:55.615" v="6699" actId="20577"/>
          <ac:spMkLst>
            <pc:docMk/>
            <pc:sldMk cId="1186077149" sldId="287"/>
            <ac:spMk id="28" creationId="{EAEC7E8B-B9E8-9209-A30D-16BCFFCF5947}"/>
          </ac:spMkLst>
        </pc:spChg>
        <pc:spChg chg="add mod">
          <ac:chgData name="Hironari Yamada" userId="e57621f8-ec3c-449e-bb19-001fffcc008e" providerId="ADAL" clId="{BC0BD879-F267-5CCA-8DEA-E3B2DD07DA4E}" dt="2026-06-01T07:06:20.800" v="6764" actId="20577"/>
          <ac:spMkLst>
            <pc:docMk/>
            <pc:sldMk cId="1186077149" sldId="287"/>
            <ac:spMk id="29" creationId="{387A64A3-3706-A5B3-750E-C8E63EC318AB}"/>
          </ac:spMkLst>
        </pc:spChg>
        <pc:spChg chg="add mod">
          <ac:chgData name="Hironari Yamada" userId="e57621f8-ec3c-449e-bb19-001fffcc008e" providerId="ADAL" clId="{BC0BD879-F267-5CCA-8DEA-E3B2DD07DA4E}" dt="2026-06-01T07:06:43.797" v="6823" actId="20577"/>
          <ac:spMkLst>
            <pc:docMk/>
            <pc:sldMk cId="1186077149" sldId="287"/>
            <ac:spMk id="30" creationId="{684381C4-9306-EB8C-99E2-ED98627870B8}"/>
          </ac:spMkLst>
        </pc:spChg>
        <pc:picChg chg="del">
          <ac:chgData name="Hironari Yamada" userId="e57621f8-ec3c-449e-bb19-001fffcc008e" providerId="ADAL" clId="{BC0BD879-F267-5CCA-8DEA-E3B2DD07DA4E}" dt="2026-06-01T07:03:11.048" v="6253" actId="478"/>
          <ac:picMkLst>
            <pc:docMk/>
            <pc:sldMk cId="1186077149" sldId="287"/>
            <ac:picMk id="7" creationId="{00000000-0000-0000-0000-000000000000}"/>
          </ac:picMkLst>
        </pc:picChg>
        <pc:picChg chg="add del mod">
          <ac:chgData name="Hironari Yamada" userId="e57621f8-ec3c-449e-bb19-001fffcc008e" providerId="ADAL" clId="{BC0BD879-F267-5CCA-8DEA-E3B2DD07DA4E}" dt="2026-06-01T07:03:33.068" v="6256" actId="478"/>
          <ac:picMkLst>
            <pc:docMk/>
            <pc:sldMk cId="1186077149" sldId="287"/>
            <ac:picMk id="11" creationId="{A5EFD0AA-569A-F4CB-AC81-836E4E13FE20}"/>
          </ac:picMkLst>
        </pc:picChg>
        <pc:picChg chg="mod">
          <ac:chgData name="Hironari Yamada" userId="e57621f8-ec3c-449e-bb19-001fffcc008e" providerId="ADAL" clId="{BC0BD879-F267-5CCA-8DEA-E3B2DD07DA4E}" dt="2026-06-01T07:04:10.536" v="6302" actId="1076"/>
          <ac:picMkLst>
            <pc:docMk/>
            <pc:sldMk cId="1186077149" sldId="287"/>
            <ac:picMk id="31" creationId="{285A6F47-ACD2-3267-CA5B-7C522DEEF303}"/>
          </ac:picMkLst>
        </pc:picChg>
        <pc:picChg chg="del">
          <ac:chgData name="Hironari Yamada" userId="e57621f8-ec3c-449e-bb19-001fffcc008e" providerId="ADAL" clId="{BC0BD879-F267-5CCA-8DEA-E3B2DD07DA4E}" dt="2026-06-01T07:04:06.760" v="6301" actId="478"/>
          <ac:picMkLst>
            <pc:docMk/>
            <pc:sldMk cId="1186077149" sldId="287"/>
            <ac:picMk id="32" creationId="{D4BF82EA-86A1-9B89-C84E-4E24B3352492}"/>
          </ac:picMkLst>
        </pc:picChg>
        <pc:picChg chg="mod">
          <ac:chgData name="Hironari Yamada" userId="e57621f8-ec3c-449e-bb19-001fffcc008e" providerId="ADAL" clId="{BC0BD879-F267-5CCA-8DEA-E3B2DD07DA4E}" dt="2026-06-01T07:06:05.287" v="6700" actId="1076"/>
          <ac:picMkLst>
            <pc:docMk/>
            <pc:sldMk cId="1186077149" sldId="287"/>
            <ac:picMk id="33" creationId="{EEBEFC21-3178-68A4-245F-09BC24788E1B}"/>
          </ac:picMkLst>
        </pc:picChg>
        <pc:picChg chg="del">
          <ac:chgData name="Hironari Yamada" userId="e57621f8-ec3c-449e-bb19-001fffcc008e" providerId="ADAL" clId="{BC0BD879-F267-5CCA-8DEA-E3B2DD07DA4E}" dt="2026-06-01T07:05:23.712" v="6583" actId="478"/>
          <ac:picMkLst>
            <pc:docMk/>
            <pc:sldMk cId="1186077149" sldId="287"/>
            <ac:picMk id="34" creationId="{9BA520F3-2963-6C3A-C024-BD804031B702}"/>
          </ac:picMkLst>
        </pc:picChg>
        <pc:picChg chg="del">
          <ac:chgData name="Hironari Yamada" userId="e57621f8-ec3c-449e-bb19-001fffcc008e" providerId="ADAL" clId="{BC0BD879-F267-5CCA-8DEA-E3B2DD07DA4E}" dt="2026-06-01T07:05:23.712" v="6583" actId="478"/>
          <ac:picMkLst>
            <pc:docMk/>
            <pc:sldMk cId="1186077149" sldId="287"/>
            <ac:picMk id="35" creationId="{B3B1BA1F-F016-F06B-7763-F2D7167073DC}"/>
          </ac:picMkLst>
        </pc:picChg>
        <pc:picChg chg="del">
          <ac:chgData name="Hironari Yamada" userId="e57621f8-ec3c-449e-bb19-001fffcc008e" providerId="ADAL" clId="{BC0BD879-F267-5CCA-8DEA-E3B2DD07DA4E}" dt="2026-06-01T07:04:43.061" v="6457" actId="478"/>
          <ac:picMkLst>
            <pc:docMk/>
            <pc:sldMk cId="1186077149" sldId="287"/>
            <ac:picMk id="36" creationId="{ACC7B69F-147F-CFB9-4D0A-31BE7D68D960}"/>
          </ac:picMkLst>
        </pc:picChg>
        <pc:picChg chg="add mod">
          <ac:chgData name="Hironari Yamada" userId="e57621f8-ec3c-449e-bb19-001fffcc008e" providerId="ADAL" clId="{BC0BD879-F267-5CCA-8DEA-E3B2DD07DA4E}" dt="2026-06-01T07:04:47.796" v="6459" actId="1076"/>
          <ac:picMkLst>
            <pc:docMk/>
            <pc:sldMk cId="1186077149" sldId="287"/>
            <ac:picMk id="37" creationId="{A650F7D8-5C4D-FD81-AB6B-5FD4BA464747}"/>
          </ac:picMkLst>
        </pc:picChg>
      </pc:sldChg>
      <pc:sldChg chg="addSp delSp modSp mod">
        <pc:chgData name="Hironari Yamada" userId="e57621f8-ec3c-449e-bb19-001fffcc008e" providerId="ADAL" clId="{BC0BD879-F267-5CCA-8DEA-E3B2DD07DA4E}" dt="2026-06-01T07:25:54.714" v="7126" actId="478"/>
        <pc:sldMkLst>
          <pc:docMk/>
          <pc:sldMk cId="1186077149" sldId="288"/>
        </pc:sldMkLst>
        <pc:spChg chg="del">
          <ac:chgData name="Hironari Yamada" userId="e57621f8-ec3c-449e-bb19-001fffcc008e" providerId="ADAL" clId="{BC0BD879-F267-5CCA-8DEA-E3B2DD07DA4E}" dt="2026-06-01T07:25:54.714" v="7126" actId="478"/>
          <ac:spMkLst>
            <pc:docMk/>
            <pc:sldMk cId="1186077149" sldId="288"/>
            <ac:spMk id="3" creationId="{9622F391-2BD3-44E1-8887-73CC4668661D}"/>
          </ac:spMkLst>
        </pc:spChg>
        <pc:spChg chg="mod">
          <ac:chgData name="Hironari Yamada" userId="e57621f8-ec3c-449e-bb19-001fffcc008e" providerId="ADAL" clId="{BC0BD879-F267-5CCA-8DEA-E3B2DD07DA4E}" dt="2026-06-01T07:12:20.097" v="7072" actId="403"/>
          <ac:spMkLst>
            <pc:docMk/>
            <pc:sldMk cId="1186077149" sldId="288"/>
            <ac:spMk id="6" creationId="{571C2A4D-BCA8-4105-9E5B-E947B91323D9}"/>
          </ac:spMkLst>
        </pc:spChg>
        <pc:spChg chg="mod">
          <ac:chgData name="Hironari Yamada" userId="e57621f8-ec3c-449e-bb19-001fffcc008e" providerId="ADAL" clId="{BC0BD879-F267-5CCA-8DEA-E3B2DD07DA4E}" dt="2026-06-01T07:12:20.097" v="7072" actId="403"/>
          <ac:spMkLst>
            <pc:docMk/>
            <pc:sldMk cId="1186077149" sldId="288"/>
            <ac:spMk id="7" creationId="{ABAA4DE3-DC3F-447C-BF12-CFC726DCE072}"/>
          </ac:spMkLst>
        </pc:spChg>
        <pc:spChg chg="mod">
          <ac:chgData name="Hironari Yamada" userId="e57621f8-ec3c-449e-bb19-001fffcc008e" providerId="ADAL" clId="{BC0BD879-F267-5CCA-8DEA-E3B2DD07DA4E}" dt="2026-06-01T07:12:20.097" v="7072" actId="403"/>
          <ac:spMkLst>
            <pc:docMk/>
            <pc:sldMk cId="1186077149" sldId="288"/>
            <ac:spMk id="8" creationId="{E65304C3-498B-41ED-AAC9-381CA64D2F29}"/>
          </ac:spMkLst>
        </pc:spChg>
        <pc:spChg chg="mod">
          <ac:chgData name="Hironari Yamada" userId="e57621f8-ec3c-449e-bb19-001fffcc008e" providerId="ADAL" clId="{BC0BD879-F267-5CCA-8DEA-E3B2DD07DA4E}" dt="2026-06-01T07:12:20.097" v="7072" actId="403"/>
          <ac:spMkLst>
            <pc:docMk/>
            <pc:sldMk cId="1186077149" sldId="288"/>
            <ac:spMk id="9" creationId="{1183866B-7EEF-4F11-99D8-C81103F5825E}"/>
          </ac:spMkLst>
        </pc:spChg>
        <pc:spChg chg="mod">
          <ac:chgData name="Hironari Yamada" userId="e57621f8-ec3c-449e-bb19-001fffcc008e" providerId="ADAL" clId="{BC0BD879-F267-5CCA-8DEA-E3B2DD07DA4E}" dt="2026-06-01T07:12:20.097" v="7072" actId="403"/>
          <ac:spMkLst>
            <pc:docMk/>
            <pc:sldMk cId="1186077149" sldId="288"/>
            <ac:spMk id="10" creationId="{81BCB34B-604B-478F-9C07-421003EDAED7}"/>
          </ac:spMkLst>
        </pc:spChg>
        <pc:spChg chg="del">
          <ac:chgData name="Hironari Yamada" userId="e57621f8-ec3c-449e-bb19-001fffcc008e" providerId="ADAL" clId="{BC0BD879-F267-5CCA-8DEA-E3B2DD07DA4E}" dt="2026-06-01T07:25:54.714" v="7126" actId="478"/>
          <ac:spMkLst>
            <pc:docMk/>
            <pc:sldMk cId="1186077149" sldId="288"/>
            <ac:spMk id="14" creationId="{318B8EF7-5C58-43AF-A3A5-2824F80B659D}"/>
          </ac:spMkLst>
        </pc:spChg>
        <pc:spChg chg="add mod">
          <ac:chgData name="Hironari Yamada" userId="e57621f8-ec3c-449e-bb19-001fffcc008e" providerId="ADAL" clId="{BC0BD879-F267-5CCA-8DEA-E3B2DD07DA4E}" dt="2026-06-01T07:11:14.651" v="6826" actId="14100"/>
          <ac:spMkLst>
            <pc:docMk/>
            <pc:sldMk cId="1186077149" sldId="288"/>
            <ac:spMk id="16" creationId="{595400E0-19DA-BE97-56CF-5C7938F865D5}"/>
          </ac:spMkLst>
        </pc:spChg>
        <pc:spChg chg="add mod">
          <ac:chgData name="Hironari Yamada" userId="e57621f8-ec3c-449e-bb19-001fffcc008e" providerId="ADAL" clId="{BC0BD879-F267-5CCA-8DEA-E3B2DD07DA4E}" dt="2026-06-01T07:12:16.406" v="7070" actId="14100"/>
          <ac:spMkLst>
            <pc:docMk/>
            <pc:sldMk cId="1186077149" sldId="288"/>
            <ac:spMk id="17" creationId="{99B22CC9-9634-B83E-719D-5C88B6CE1559}"/>
          </ac:spMkLst>
        </pc:spChg>
      </pc:sldChg>
      <pc:sldChg chg="del">
        <pc:chgData name="Hironari Yamada" userId="e57621f8-ec3c-449e-bb19-001fffcc008e" providerId="ADAL" clId="{BC0BD879-F267-5CCA-8DEA-E3B2DD07DA4E}" dt="2026-06-01T07:12:35.386" v="7073" actId="2696"/>
        <pc:sldMkLst>
          <pc:docMk/>
          <pc:sldMk cId="1186077149" sldId="289"/>
        </pc:sldMkLst>
      </pc:sldChg>
      <pc:sldChg chg="addSp delSp modSp mod">
        <pc:chgData name="Hironari Yamada" userId="e57621f8-ec3c-449e-bb19-001fffcc008e" providerId="ADAL" clId="{BC0BD879-F267-5CCA-8DEA-E3B2DD07DA4E}" dt="2026-06-01T07:12:56.703" v="7076" actId="478"/>
        <pc:sldMkLst>
          <pc:docMk/>
          <pc:sldMk cId="1186077149" sldId="290"/>
        </pc:sldMkLst>
        <pc:spChg chg="del">
          <ac:chgData name="Hironari Yamada" userId="e57621f8-ec3c-449e-bb19-001fffcc008e" providerId="ADAL" clId="{BC0BD879-F267-5CCA-8DEA-E3B2DD07DA4E}" dt="2026-06-01T07:12:56.703" v="7076" actId="478"/>
          <ac:spMkLst>
            <pc:docMk/>
            <pc:sldMk cId="1186077149" sldId="290"/>
            <ac:spMk id="3" creationId="{797B0319-05B3-4B46-94F4-876BA39F7CB1}"/>
          </ac:spMkLst>
        </pc:spChg>
        <pc:spChg chg="del">
          <ac:chgData name="Hironari Yamada" userId="e57621f8-ec3c-449e-bb19-001fffcc008e" providerId="ADAL" clId="{BC0BD879-F267-5CCA-8DEA-E3B2DD07DA4E}" dt="2026-06-01T07:12:52.397" v="7074" actId="478"/>
          <ac:spMkLst>
            <pc:docMk/>
            <pc:sldMk cId="1186077149" sldId="290"/>
            <ac:spMk id="6" creationId="{E60C745B-5834-4668-95B2-A5889A80884F}"/>
          </ac:spMkLst>
        </pc:spChg>
        <pc:spChg chg="del">
          <ac:chgData name="Hironari Yamada" userId="e57621f8-ec3c-449e-bb19-001fffcc008e" providerId="ADAL" clId="{BC0BD879-F267-5CCA-8DEA-E3B2DD07DA4E}" dt="2026-06-01T07:12:56.703" v="7076" actId="478"/>
          <ac:spMkLst>
            <pc:docMk/>
            <pc:sldMk cId="1186077149" sldId="290"/>
            <ac:spMk id="8" creationId="{8BF10438-3C42-4060-B54F-CDDC260D3D0F}"/>
          </ac:spMkLst>
        </pc:spChg>
        <pc:spChg chg="add mod">
          <ac:chgData name="Hironari Yamada" userId="e57621f8-ec3c-449e-bb19-001fffcc008e" providerId="ADAL" clId="{BC0BD879-F267-5CCA-8DEA-E3B2DD07DA4E}" dt="2026-06-01T07:12:52.991" v="7075"/>
          <ac:spMkLst>
            <pc:docMk/>
            <pc:sldMk cId="1186077149" sldId="290"/>
            <ac:spMk id="10" creationId="{44C3544F-C854-C770-FD27-671AD48DD103}"/>
          </ac:spMkLst>
        </pc:spChg>
        <pc:spChg chg="add mod">
          <ac:chgData name="Hironari Yamada" userId="e57621f8-ec3c-449e-bb19-001fffcc008e" providerId="ADAL" clId="{BC0BD879-F267-5CCA-8DEA-E3B2DD07DA4E}" dt="2026-06-01T07:12:52.991" v="7075"/>
          <ac:spMkLst>
            <pc:docMk/>
            <pc:sldMk cId="1186077149" sldId="290"/>
            <ac:spMk id="11" creationId="{95FA1D8F-ACDA-C3A3-2AD8-D6CAA2DD6AC0}"/>
          </ac:spMkLst>
        </pc:spChg>
        <pc:spChg chg="add mod">
          <ac:chgData name="Hironari Yamada" userId="e57621f8-ec3c-449e-bb19-001fffcc008e" providerId="ADAL" clId="{BC0BD879-F267-5CCA-8DEA-E3B2DD07DA4E}" dt="2026-06-01T07:12:52.991" v="7075"/>
          <ac:spMkLst>
            <pc:docMk/>
            <pc:sldMk cId="1186077149" sldId="290"/>
            <ac:spMk id="12" creationId="{0C1AA720-06B5-62C5-8EF0-06140291DFF8}"/>
          </ac:spMkLst>
        </pc:spChg>
        <pc:spChg chg="add mod">
          <ac:chgData name="Hironari Yamada" userId="e57621f8-ec3c-449e-bb19-001fffcc008e" providerId="ADAL" clId="{BC0BD879-F267-5CCA-8DEA-E3B2DD07DA4E}" dt="2026-06-01T07:12:52.991" v="7075"/>
          <ac:spMkLst>
            <pc:docMk/>
            <pc:sldMk cId="1186077149" sldId="290"/>
            <ac:spMk id="14" creationId="{7517F679-C205-699F-5F4C-C50982BE3C89}"/>
          </ac:spMkLst>
        </pc:spChg>
        <pc:spChg chg="add mod">
          <ac:chgData name="Hironari Yamada" userId="e57621f8-ec3c-449e-bb19-001fffcc008e" providerId="ADAL" clId="{BC0BD879-F267-5CCA-8DEA-E3B2DD07DA4E}" dt="2026-06-01T07:12:52.991" v="7075"/>
          <ac:spMkLst>
            <pc:docMk/>
            <pc:sldMk cId="1186077149" sldId="290"/>
            <ac:spMk id="22" creationId="{30D1A1E9-482B-5240-DA93-211D8A45D026}"/>
          </ac:spMkLst>
        </pc:spChg>
        <pc:spChg chg="add mod">
          <ac:chgData name="Hironari Yamada" userId="e57621f8-ec3c-449e-bb19-001fffcc008e" providerId="ADAL" clId="{BC0BD879-F267-5CCA-8DEA-E3B2DD07DA4E}" dt="2026-06-01T07:12:52.991" v="7075"/>
          <ac:spMkLst>
            <pc:docMk/>
            <pc:sldMk cId="1186077149" sldId="290"/>
            <ac:spMk id="28" creationId="{B132CC54-243E-0CF8-C295-84E3B867FE33}"/>
          </ac:spMkLst>
        </pc:spChg>
        <pc:spChg chg="add mod">
          <ac:chgData name="Hironari Yamada" userId="e57621f8-ec3c-449e-bb19-001fffcc008e" providerId="ADAL" clId="{BC0BD879-F267-5CCA-8DEA-E3B2DD07DA4E}" dt="2026-06-01T07:12:52.991" v="7075"/>
          <ac:spMkLst>
            <pc:docMk/>
            <pc:sldMk cId="1186077149" sldId="290"/>
            <ac:spMk id="29" creationId="{3A91F089-1C1A-7BD2-B8BC-A88AAEE4E560}"/>
          </ac:spMkLst>
        </pc:spChg>
        <pc:spChg chg="add mod">
          <ac:chgData name="Hironari Yamada" userId="e57621f8-ec3c-449e-bb19-001fffcc008e" providerId="ADAL" clId="{BC0BD879-F267-5CCA-8DEA-E3B2DD07DA4E}" dt="2026-06-01T07:12:52.991" v="7075"/>
          <ac:spMkLst>
            <pc:docMk/>
            <pc:sldMk cId="1186077149" sldId="290"/>
            <ac:spMk id="31" creationId="{547BE395-8F7D-004C-7C71-9E27A624CF12}"/>
          </ac:spMkLst>
        </pc:spChg>
        <pc:spChg chg="add mod">
          <ac:chgData name="Hironari Yamada" userId="e57621f8-ec3c-449e-bb19-001fffcc008e" providerId="ADAL" clId="{BC0BD879-F267-5CCA-8DEA-E3B2DD07DA4E}" dt="2026-06-01T07:12:52.991" v="7075"/>
          <ac:spMkLst>
            <pc:docMk/>
            <pc:sldMk cId="1186077149" sldId="290"/>
            <ac:spMk id="35" creationId="{9918371D-ACD7-7D0C-5A93-271B1AA30778}"/>
          </ac:spMkLst>
        </pc:spChg>
        <pc:spChg chg="add mod">
          <ac:chgData name="Hironari Yamada" userId="e57621f8-ec3c-449e-bb19-001fffcc008e" providerId="ADAL" clId="{BC0BD879-F267-5CCA-8DEA-E3B2DD07DA4E}" dt="2026-06-01T07:12:52.991" v="7075"/>
          <ac:spMkLst>
            <pc:docMk/>
            <pc:sldMk cId="1186077149" sldId="290"/>
            <ac:spMk id="37" creationId="{F948E021-BB0A-700D-3595-23C68DD7EB68}"/>
          </ac:spMkLst>
        </pc:spChg>
        <pc:picChg chg="del">
          <ac:chgData name="Hironari Yamada" userId="e57621f8-ec3c-449e-bb19-001fffcc008e" providerId="ADAL" clId="{BC0BD879-F267-5CCA-8DEA-E3B2DD07DA4E}" dt="2026-06-01T07:12:52.397" v="7074" actId="478"/>
          <ac:picMkLst>
            <pc:docMk/>
            <pc:sldMk cId="1186077149" sldId="290"/>
            <ac:picMk id="7" creationId="{00000000-0000-0000-0000-000000000000}"/>
          </ac:picMkLst>
        </pc:picChg>
      </pc:sldChg>
      <pc:sldChg chg="del">
        <pc:chgData name="Hironari Yamada" userId="e57621f8-ec3c-449e-bb19-001fffcc008e" providerId="ADAL" clId="{BC0BD879-F267-5CCA-8DEA-E3B2DD07DA4E}" dt="2026-06-01T07:19:04.824" v="7077" actId="2696"/>
        <pc:sldMkLst>
          <pc:docMk/>
          <pc:sldMk cId="1186077149" sldId="291"/>
        </pc:sldMkLst>
      </pc:sldChg>
      <pc:sldChg chg="modSp mod">
        <pc:chgData name="Hironari Yamada" userId="e57621f8-ec3c-449e-bb19-001fffcc008e" providerId="ADAL" clId="{BC0BD879-F267-5CCA-8DEA-E3B2DD07DA4E}" dt="2026-06-01T07:19:19.996" v="7084" actId="403"/>
        <pc:sldMkLst>
          <pc:docMk/>
          <pc:sldMk cId="1186077149" sldId="292"/>
        </pc:sldMkLst>
        <pc:spChg chg="mod">
          <ac:chgData name="Hironari Yamada" userId="e57621f8-ec3c-449e-bb19-001fffcc008e" providerId="ADAL" clId="{BC0BD879-F267-5CCA-8DEA-E3B2DD07DA4E}" dt="2026-06-01T07:19:19.996" v="7084" actId="403"/>
          <ac:spMkLst>
            <pc:docMk/>
            <pc:sldMk cId="1186077149" sldId="292"/>
            <ac:spMk id="6" creationId="{60CA6E3B-E24C-4761-933C-425C6FD03AA2}"/>
          </ac:spMkLst>
        </pc:spChg>
        <pc:spChg chg="mod">
          <ac:chgData name="Hironari Yamada" userId="e57621f8-ec3c-449e-bb19-001fffcc008e" providerId="ADAL" clId="{BC0BD879-F267-5CCA-8DEA-E3B2DD07DA4E}" dt="2026-06-01T07:19:19.996" v="7084" actId="403"/>
          <ac:spMkLst>
            <pc:docMk/>
            <pc:sldMk cId="1186077149" sldId="292"/>
            <ac:spMk id="8" creationId="{5B24662F-5AFF-442B-B0C5-167ED795FEDE}"/>
          </ac:spMkLst>
        </pc:spChg>
        <pc:spChg chg="mod">
          <ac:chgData name="Hironari Yamada" userId="e57621f8-ec3c-449e-bb19-001fffcc008e" providerId="ADAL" clId="{BC0BD879-F267-5CCA-8DEA-E3B2DD07DA4E}" dt="2026-06-01T07:19:19.996" v="7084" actId="403"/>
          <ac:spMkLst>
            <pc:docMk/>
            <pc:sldMk cId="1186077149" sldId="292"/>
            <ac:spMk id="9" creationId="{002C51B1-7D64-4A3F-A312-F76478BF664C}"/>
          </ac:spMkLst>
        </pc:spChg>
        <pc:spChg chg="mod">
          <ac:chgData name="Hironari Yamada" userId="e57621f8-ec3c-449e-bb19-001fffcc008e" providerId="ADAL" clId="{BC0BD879-F267-5CCA-8DEA-E3B2DD07DA4E}" dt="2026-06-01T07:19:19.996" v="7084" actId="403"/>
          <ac:spMkLst>
            <pc:docMk/>
            <pc:sldMk cId="1186077149" sldId="292"/>
            <ac:spMk id="12" creationId="{01175F0E-4E31-4EAD-AC06-CEC74363B084}"/>
          </ac:spMkLst>
        </pc:spChg>
        <pc:spChg chg="mod">
          <ac:chgData name="Hironari Yamada" userId="e57621f8-ec3c-449e-bb19-001fffcc008e" providerId="ADAL" clId="{BC0BD879-F267-5CCA-8DEA-E3B2DD07DA4E}" dt="2026-06-01T07:19:19.996" v="7084" actId="403"/>
          <ac:spMkLst>
            <pc:docMk/>
            <pc:sldMk cId="1186077149" sldId="292"/>
            <ac:spMk id="16" creationId="{9D304349-1A29-4D66-B2F8-BB404E11CA74}"/>
          </ac:spMkLst>
        </pc:spChg>
        <pc:spChg chg="mod">
          <ac:chgData name="Hironari Yamada" userId="e57621f8-ec3c-449e-bb19-001fffcc008e" providerId="ADAL" clId="{BC0BD879-F267-5CCA-8DEA-E3B2DD07DA4E}" dt="2026-06-01T07:19:19.996" v="7084" actId="403"/>
          <ac:spMkLst>
            <pc:docMk/>
            <pc:sldMk cId="1186077149" sldId="292"/>
            <ac:spMk id="23" creationId="{954A60F6-4B3B-4595-BAA9-ABACA4B9BB64}"/>
          </ac:spMkLst>
        </pc:spChg>
        <pc:spChg chg="mod">
          <ac:chgData name="Hironari Yamada" userId="e57621f8-ec3c-449e-bb19-001fffcc008e" providerId="ADAL" clId="{BC0BD879-F267-5CCA-8DEA-E3B2DD07DA4E}" dt="2026-06-01T07:19:19.996" v="7084" actId="403"/>
          <ac:spMkLst>
            <pc:docMk/>
            <pc:sldMk cId="1186077149" sldId="292"/>
            <ac:spMk id="24" creationId="{2BC5CA1B-4BB4-43FE-8B82-1685ED4EA672}"/>
          </ac:spMkLst>
        </pc:spChg>
        <pc:spChg chg="mod">
          <ac:chgData name="Hironari Yamada" userId="e57621f8-ec3c-449e-bb19-001fffcc008e" providerId="ADAL" clId="{BC0BD879-F267-5CCA-8DEA-E3B2DD07DA4E}" dt="2026-06-01T07:19:19.996" v="7084" actId="403"/>
          <ac:spMkLst>
            <pc:docMk/>
            <pc:sldMk cId="1186077149" sldId="292"/>
            <ac:spMk id="29" creationId="{B11720A7-E9AD-453E-95BE-DA842325BEEF}"/>
          </ac:spMkLst>
        </pc:spChg>
        <pc:spChg chg="mod">
          <ac:chgData name="Hironari Yamada" userId="e57621f8-ec3c-449e-bb19-001fffcc008e" providerId="ADAL" clId="{BC0BD879-F267-5CCA-8DEA-E3B2DD07DA4E}" dt="2026-06-01T07:19:19.996" v="7084" actId="403"/>
          <ac:spMkLst>
            <pc:docMk/>
            <pc:sldMk cId="1186077149" sldId="292"/>
            <ac:spMk id="31" creationId="{1CEBE5A3-561B-4FA8-8B4B-55E6EDBDCA81}"/>
          </ac:spMkLst>
        </pc:spChg>
        <pc:spChg chg="mod">
          <ac:chgData name="Hironari Yamada" userId="e57621f8-ec3c-449e-bb19-001fffcc008e" providerId="ADAL" clId="{BC0BD879-F267-5CCA-8DEA-E3B2DD07DA4E}" dt="2026-06-01T07:19:19.996" v="7084" actId="403"/>
          <ac:spMkLst>
            <pc:docMk/>
            <pc:sldMk cId="1186077149" sldId="292"/>
            <ac:spMk id="34" creationId="{81804DBA-ECCB-4BF2-937D-DE1F209F4B1D}"/>
          </ac:spMkLst>
        </pc:spChg>
      </pc:sldChg>
      <pc:sldChg chg="addSp delSp modSp mod">
        <pc:chgData name="Hironari Yamada" userId="e57621f8-ec3c-449e-bb19-001fffcc008e" providerId="ADAL" clId="{BC0BD879-F267-5CCA-8DEA-E3B2DD07DA4E}" dt="2026-06-01T07:30:30.917" v="7279" actId="20577"/>
        <pc:sldMkLst>
          <pc:docMk/>
          <pc:sldMk cId="1186077149" sldId="293"/>
        </pc:sldMkLst>
        <pc:spChg chg="del">
          <ac:chgData name="Hironari Yamada" userId="e57621f8-ec3c-449e-bb19-001fffcc008e" providerId="ADAL" clId="{BC0BD879-F267-5CCA-8DEA-E3B2DD07DA4E}" dt="2026-06-01T07:26:56.099" v="7134" actId="478"/>
          <ac:spMkLst>
            <pc:docMk/>
            <pc:sldMk cId="1186077149" sldId="293"/>
            <ac:spMk id="3" creationId="{C2F7880D-1F18-4EA0-93FF-55F9FE4D8C40}"/>
          </ac:spMkLst>
        </pc:spChg>
        <pc:spChg chg="mod">
          <ac:chgData name="Hironari Yamada" userId="e57621f8-ec3c-449e-bb19-001fffcc008e" providerId="ADAL" clId="{BC0BD879-F267-5CCA-8DEA-E3B2DD07DA4E}" dt="2026-06-01T07:25:37.644" v="7121" actId="14100"/>
          <ac:spMkLst>
            <pc:docMk/>
            <pc:sldMk cId="1186077149" sldId="293"/>
            <ac:spMk id="5" creationId="{196BFD74-662D-4E4A-8909-BFF6A710FE4A}"/>
          </ac:spMkLst>
        </pc:spChg>
        <pc:spChg chg="del">
          <ac:chgData name="Hironari Yamada" userId="e57621f8-ec3c-449e-bb19-001fffcc008e" providerId="ADAL" clId="{BC0BD879-F267-5CCA-8DEA-E3B2DD07DA4E}" dt="2026-06-01T07:25:40.318" v="7122" actId="478"/>
          <ac:spMkLst>
            <pc:docMk/>
            <pc:sldMk cId="1186077149" sldId="293"/>
            <ac:spMk id="6" creationId="{486966BA-32E6-4E05-9F34-BE52AF9B2417}"/>
          </ac:spMkLst>
        </pc:spChg>
        <pc:spChg chg="del">
          <ac:chgData name="Hironari Yamada" userId="e57621f8-ec3c-449e-bb19-001fffcc008e" providerId="ADAL" clId="{BC0BD879-F267-5CCA-8DEA-E3B2DD07DA4E}" dt="2026-06-01T07:25:40.318" v="7122" actId="478"/>
          <ac:spMkLst>
            <pc:docMk/>
            <pc:sldMk cId="1186077149" sldId="293"/>
            <ac:spMk id="7" creationId="{C6F87276-1C35-40D7-992A-411A20672D75}"/>
          </ac:spMkLst>
        </pc:spChg>
        <pc:spChg chg="del">
          <ac:chgData name="Hironari Yamada" userId="e57621f8-ec3c-449e-bb19-001fffcc008e" providerId="ADAL" clId="{BC0BD879-F267-5CCA-8DEA-E3B2DD07DA4E}" dt="2026-06-01T07:25:40.318" v="7122" actId="478"/>
          <ac:spMkLst>
            <pc:docMk/>
            <pc:sldMk cId="1186077149" sldId="293"/>
            <ac:spMk id="8" creationId="{C2EEFF70-17C6-43AB-8500-B443870D73EC}"/>
          </ac:spMkLst>
        </pc:spChg>
        <pc:spChg chg="del">
          <ac:chgData name="Hironari Yamada" userId="e57621f8-ec3c-449e-bb19-001fffcc008e" providerId="ADAL" clId="{BC0BD879-F267-5CCA-8DEA-E3B2DD07DA4E}" dt="2026-06-01T07:25:40.318" v="7122" actId="478"/>
          <ac:spMkLst>
            <pc:docMk/>
            <pc:sldMk cId="1186077149" sldId="293"/>
            <ac:spMk id="9" creationId="{E51C1738-315A-4EC8-9C2F-2C29FB29EEFF}"/>
          </ac:spMkLst>
        </pc:spChg>
        <pc:spChg chg="del">
          <ac:chgData name="Hironari Yamada" userId="e57621f8-ec3c-449e-bb19-001fffcc008e" providerId="ADAL" clId="{BC0BD879-F267-5CCA-8DEA-E3B2DD07DA4E}" dt="2026-06-01T07:25:40.318" v="7122" actId="478"/>
          <ac:spMkLst>
            <pc:docMk/>
            <pc:sldMk cId="1186077149" sldId="293"/>
            <ac:spMk id="10" creationId="{98C9F2CE-4DCF-47D5-B2E1-8D8EFF24FEF5}"/>
          </ac:spMkLst>
        </pc:spChg>
        <pc:spChg chg="mod">
          <ac:chgData name="Hironari Yamada" userId="e57621f8-ec3c-449e-bb19-001fffcc008e" providerId="ADAL" clId="{BC0BD879-F267-5CCA-8DEA-E3B2DD07DA4E}" dt="2026-06-01T07:27:07.406" v="7138" actId="14100"/>
          <ac:spMkLst>
            <pc:docMk/>
            <pc:sldMk cId="1186077149" sldId="293"/>
            <ac:spMk id="11" creationId="{9D74FE33-FD11-43FC-8FF1-9A99F2521C83}"/>
          </ac:spMkLst>
        </pc:spChg>
        <pc:spChg chg="del mod">
          <ac:chgData name="Hironari Yamada" userId="e57621f8-ec3c-449e-bb19-001fffcc008e" providerId="ADAL" clId="{BC0BD879-F267-5CCA-8DEA-E3B2DD07DA4E}" dt="2026-06-01T07:28:20.325" v="7140" actId="478"/>
          <ac:spMkLst>
            <pc:docMk/>
            <pc:sldMk cId="1186077149" sldId="293"/>
            <ac:spMk id="13" creationId="{D11EFD4C-E83C-4BFD-98E8-5C988A194FB3}"/>
          </ac:spMkLst>
        </pc:spChg>
        <pc:spChg chg="del">
          <ac:chgData name="Hironari Yamada" userId="e57621f8-ec3c-449e-bb19-001fffcc008e" providerId="ADAL" clId="{BC0BD879-F267-5CCA-8DEA-E3B2DD07DA4E}" dt="2026-06-01T07:27:03.900" v="7137" actId="478"/>
          <ac:spMkLst>
            <pc:docMk/>
            <pc:sldMk cId="1186077149" sldId="293"/>
            <ac:spMk id="14" creationId="{17FB3660-7A33-4B48-90B7-50808A633C13}"/>
          </ac:spMkLst>
        </pc:spChg>
        <pc:spChg chg="mod">
          <ac:chgData name="Hironari Yamada" userId="e57621f8-ec3c-449e-bb19-001fffcc008e" providerId="ADAL" clId="{BC0BD879-F267-5CCA-8DEA-E3B2DD07DA4E}" dt="2026-06-01T07:25:33.567" v="7120" actId="20577"/>
          <ac:spMkLst>
            <pc:docMk/>
            <pc:sldMk cId="1186077149" sldId="293"/>
            <ac:spMk id="15" creationId="{18451626-6822-440B-874E-19994E80F0D8}"/>
          </ac:spMkLst>
        </pc:spChg>
        <pc:spChg chg="add mod">
          <ac:chgData name="Hironari Yamada" userId="e57621f8-ec3c-449e-bb19-001fffcc008e" providerId="ADAL" clId="{BC0BD879-F267-5CCA-8DEA-E3B2DD07DA4E}" dt="2026-06-01T07:29:17.174" v="7148" actId="1076"/>
          <ac:spMkLst>
            <pc:docMk/>
            <pc:sldMk cId="1186077149" sldId="293"/>
            <ac:spMk id="17" creationId="{52EE9B9C-7896-DA4A-0C2D-1B4ECEC83D67}"/>
          </ac:spMkLst>
        </pc:spChg>
        <pc:spChg chg="add mod">
          <ac:chgData name="Hironari Yamada" userId="e57621f8-ec3c-449e-bb19-001fffcc008e" providerId="ADAL" clId="{BC0BD879-F267-5CCA-8DEA-E3B2DD07DA4E}" dt="2026-06-01T07:29:17.174" v="7148" actId="1076"/>
          <ac:spMkLst>
            <pc:docMk/>
            <pc:sldMk cId="1186077149" sldId="293"/>
            <ac:spMk id="18" creationId="{4133E10E-AB66-8DE1-DA07-CB79CBA4D210}"/>
          </ac:spMkLst>
        </pc:spChg>
        <pc:spChg chg="add mod">
          <ac:chgData name="Hironari Yamada" userId="e57621f8-ec3c-449e-bb19-001fffcc008e" providerId="ADAL" clId="{BC0BD879-F267-5CCA-8DEA-E3B2DD07DA4E}" dt="2026-06-01T07:29:41.906" v="7155" actId="14100"/>
          <ac:spMkLst>
            <pc:docMk/>
            <pc:sldMk cId="1186077149" sldId="293"/>
            <ac:spMk id="20" creationId="{51991CCC-96A6-30B0-CDC8-2B3D56927AD9}"/>
          </ac:spMkLst>
        </pc:spChg>
        <pc:spChg chg="add mod">
          <ac:chgData name="Hironari Yamada" userId="e57621f8-ec3c-449e-bb19-001fffcc008e" providerId="ADAL" clId="{BC0BD879-F267-5CCA-8DEA-E3B2DD07DA4E}" dt="2026-06-01T07:30:06.750" v="7214" actId="20577"/>
          <ac:spMkLst>
            <pc:docMk/>
            <pc:sldMk cId="1186077149" sldId="293"/>
            <ac:spMk id="21" creationId="{DC1F250B-DF05-8811-C39E-E0613AAF057A}"/>
          </ac:spMkLst>
        </pc:spChg>
        <pc:spChg chg="add mod">
          <ac:chgData name="Hironari Yamada" userId="e57621f8-ec3c-449e-bb19-001fffcc008e" providerId="ADAL" clId="{BC0BD879-F267-5CCA-8DEA-E3B2DD07DA4E}" dt="2026-06-01T07:29:52.601" v="7160" actId="14100"/>
          <ac:spMkLst>
            <pc:docMk/>
            <pc:sldMk cId="1186077149" sldId="293"/>
            <ac:spMk id="22" creationId="{3F8BBE05-E08B-1C54-6BA1-A1A33C9731BB}"/>
          </ac:spMkLst>
        </pc:spChg>
        <pc:spChg chg="add mod">
          <ac:chgData name="Hironari Yamada" userId="e57621f8-ec3c-449e-bb19-001fffcc008e" providerId="ADAL" clId="{BC0BD879-F267-5CCA-8DEA-E3B2DD07DA4E}" dt="2026-06-01T07:29:57.851" v="7163" actId="14100"/>
          <ac:spMkLst>
            <pc:docMk/>
            <pc:sldMk cId="1186077149" sldId="293"/>
            <ac:spMk id="23" creationId="{0A9BD521-FB47-0CF5-817D-38C608B1E0AB}"/>
          </ac:spMkLst>
        </pc:spChg>
        <pc:spChg chg="add mod">
          <ac:chgData name="Hironari Yamada" userId="e57621f8-ec3c-449e-bb19-001fffcc008e" providerId="ADAL" clId="{BC0BD879-F267-5CCA-8DEA-E3B2DD07DA4E}" dt="2026-06-01T07:30:17.340" v="7235" actId="20577"/>
          <ac:spMkLst>
            <pc:docMk/>
            <pc:sldMk cId="1186077149" sldId="293"/>
            <ac:spMk id="24" creationId="{3D265DD5-E3A1-2036-B18A-7B3A5E9E4EEE}"/>
          </ac:spMkLst>
        </pc:spChg>
        <pc:spChg chg="add mod">
          <ac:chgData name="Hironari Yamada" userId="e57621f8-ec3c-449e-bb19-001fffcc008e" providerId="ADAL" clId="{BC0BD879-F267-5CCA-8DEA-E3B2DD07DA4E}" dt="2026-06-01T07:30:30.917" v="7279" actId="20577"/>
          <ac:spMkLst>
            <pc:docMk/>
            <pc:sldMk cId="1186077149" sldId="293"/>
            <ac:spMk id="25" creationId="{830BB32D-A840-CF89-321B-ED25F8799886}"/>
          </ac:spMkLst>
        </pc:spChg>
        <pc:picChg chg="mod">
          <ac:chgData name="Hironari Yamada" userId="e57621f8-ec3c-449e-bb19-001fffcc008e" providerId="ADAL" clId="{BC0BD879-F267-5CCA-8DEA-E3B2DD07DA4E}" dt="2026-06-01T07:29:32.336" v="7153" actId="1076"/>
          <ac:picMkLst>
            <pc:docMk/>
            <pc:sldMk cId="1186077149" sldId="293"/>
            <ac:picMk id="12" creationId="{00000000-0000-0000-0000-000000000000}"/>
          </ac:picMkLst>
        </pc:picChg>
        <pc:picChg chg="add mod">
          <ac:chgData name="Hironari Yamada" userId="e57621f8-ec3c-449e-bb19-001fffcc008e" providerId="ADAL" clId="{BC0BD879-F267-5CCA-8DEA-E3B2DD07DA4E}" dt="2026-06-01T07:29:17.174" v="7148" actId="1076"/>
          <ac:picMkLst>
            <pc:docMk/>
            <pc:sldMk cId="1186077149" sldId="293"/>
            <ac:picMk id="16" creationId="{E74FAE8F-84A8-F1F4-59B2-B7589E586B94}"/>
          </ac:picMkLst>
        </pc:picChg>
        <pc:picChg chg="add mod">
          <ac:chgData name="Hironari Yamada" userId="e57621f8-ec3c-449e-bb19-001fffcc008e" providerId="ADAL" clId="{BC0BD879-F267-5CCA-8DEA-E3B2DD07DA4E}" dt="2026-06-01T07:29:28.302" v="7152" actId="14100"/>
          <ac:picMkLst>
            <pc:docMk/>
            <pc:sldMk cId="1186077149" sldId="293"/>
            <ac:picMk id="19" creationId="{6661226C-CE1C-2B29-7CA9-7643BB7E7053}"/>
          </ac:picMkLst>
        </pc:picChg>
      </pc:sldChg>
      <pc:sldChg chg="addSp modSp mod">
        <pc:chgData name="Hironari Yamada" userId="e57621f8-ec3c-449e-bb19-001fffcc008e" providerId="ADAL" clId="{BC0BD879-F267-5CCA-8DEA-E3B2DD07DA4E}" dt="2026-06-01T07:31:08.524" v="7353" actId="20577"/>
        <pc:sldMkLst>
          <pc:docMk/>
          <pc:sldMk cId="1186077149" sldId="294"/>
        </pc:sldMkLst>
        <pc:spChg chg="add mod">
          <ac:chgData name="Hironari Yamada" userId="e57621f8-ec3c-449e-bb19-001fffcc008e" providerId="ADAL" clId="{BC0BD879-F267-5CCA-8DEA-E3B2DD07DA4E}" dt="2026-06-01T07:31:08.524" v="7353" actId="20577"/>
          <ac:spMkLst>
            <pc:docMk/>
            <pc:sldMk cId="1186077149" sldId="294"/>
            <ac:spMk id="12" creationId="{1AD9071B-5D84-5289-A11F-2B11F41A7E02}"/>
          </ac:spMkLst>
        </pc:spChg>
      </pc:sldChg>
      <pc:sldChg chg="del">
        <pc:chgData name="Hironari Yamada" userId="e57621f8-ec3c-449e-bb19-001fffcc008e" providerId="ADAL" clId="{BC0BD879-F267-5CCA-8DEA-E3B2DD07DA4E}" dt="2026-06-01T07:31:14.847" v="7354" actId="2696"/>
        <pc:sldMkLst>
          <pc:docMk/>
          <pc:sldMk cId="1186077149" sldId="295"/>
        </pc:sldMkLst>
      </pc:sldChg>
      <pc:sldChg chg="modSp mod">
        <pc:chgData name="Hironari Yamada" userId="e57621f8-ec3c-449e-bb19-001fffcc008e" providerId="ADAL" clId="{BC0BD879-F267-5CCA-8DEA-E3B2DD07DA4E}" dt="2026-06-01T07:31:51.850" v="7363" actId="403"/>
        <pc:sldMkLst>
          <pc:docMk/>
          <pc:sldMk cId="1186077149" sldId="296"/>
        </pc:sldMkLst>
        <pc:spChg chg="mod">
          <ac:chgData name="Hironari Yamada" userId="e57621f8-ec3c-449e-bb19-001fffcc008e" providerId="ADAL" clId="{BC0BD879-F267-5CCA-8DEA-E3B2DD07DA4E}" dt="2026-06-01T07:31:51.850" v="7363" actId="403"/>
          <ac:spMkLst>
            <pc:docMk/>
            <pc:sldMk cId="1186077149" sldId="296"/>
            <ac:spMk id="6" creationId="{00D98CB2-3B91-42DA-8EA5-3B65DA9043F7}"/>
          </ac:spMkLst>
        </pc:spChg>
        <pc:spChg chg="mod">
          <ac:chgData name="Hironari Yamada" userId="e57621f8-ec3c-449e-bb19-001fffcc008e" providerId="ADAL" clId="{BC0BD879-F267-5CCA-8DEA-E3B2DD07DA4E}" dt="2026-06-01T07:31:51.850" v="7363" actId="403"/>
          <ac:spMkLst>
            <pc:docMk/>
            <pc:sldMk cId="1186077149" sldId="296"/>
            <ac:spMk id="7" creationId="{BBAE8281-B426-4C29-B91C-43B6F8925A4F}"/>
          </ac:spMkLst>
        </pc:spChg>
        <pc:spChg chg="mod">
          <ac:chgData name="Hironari Yamada" userId="e57621f8-ec3c-449e-bb19-001fffcc008e" providerId="ADAL" clId="{BC0BD879-F267-5CCA-8DEA-E3B2DD07DA4E}" dt="2026-06-01T07:31:51.850" v="7363" actId="403"/>
          <ac:spMkLst>
            <pc:docMk/>
            <pc:sldMk cId="1186077149" sldId="296"/>
            <ac:spMk id="10" creationId="{3A55D769-26DE-4719-846F-E6BFCE0F1331}"/>
          </ac:spMkLst>
        </pc:spChg>
        <pc:spChg chg="mod">
          <ac:chgData name="Hironari Yamada" userId="e57621f8-ec3c-449e-bb19-001fffcc008e" providerId="ADAL" clId="{BC0BD879-F267-5CCA-8DEA-E3B2DD07DA4E}" dt="2026-06-01T07:31:51.850" v="7363" actId="403"/>
          <ac:spMkLst>
            <pc:docMk/>
            <pc:sldMk cId="1186077149" sldId="296"/>
            <ac:spMk id="15" creationId="{5994F763-B28C-41DA-8EF0-67E319421078}"/>
          </ac:spMkLst>
        </pc:spChg>
        <pc:spChg chg="mod">
          <ac:chgData name="Hironari Yamada" userId="e57621f8-ec3c-449e-bb19-001fffcc008e" providerId="ADAL" clId="{BC0BD879-F267-5CCA-8DEA-E3B2DD07DA4E}" dt="2026-06-01T07:31:51.850" v="7363" actId="403"/>
          <ac:spMkLst>
            <pc:docMk/>
            <pc:sldMk cId="1186077149" sldId="296"/>
            <ac:spMk id="16" creationId="{33282060-63D0-4448-B1F2-64AFB486AC32}"/>
          </ac:spMkLst>
        </pc:spChg>
        <pc:spChg chg="mod">
          <ac:chgData name="Hironari Yamada" userId="e57621f8-ec3c-449e-bb19-001fffcc008e" providerId="ADAL" clId="{BC0BD879-F267-5CCA-8DEA-E3B2DD07DA4E}" dt="2026-06-01T07:31:51.850" v="7363" actId="403"/>
          <ac:spMkLst>
            <pc:docMk/>
            <pc:sldMk cId="1186077149" sldId="296"/>
            <ac:spMk id="18" creationId="{EC4871A5-95D8-4641-B046-C7E88EAB879D}"/>
          </ac:spMkLst>
        </pc:spChg>
        <pc:spChg chg="mod">
          <ac:chgData name="Hironari Yamada" userId="e57621f8-ec3c-449e-bb19-001fffcc008e" providerId="ADAL" clId="{BC0BD879-F267-5CCA-8DEA-E3B2DD07DA4E}" dt="2026-06-01T07:31:51.850" v="7363" actId="403"/>
          <ac:spMkLst>
            <pc:docMk/>
            <pc:sldMk cId="1186077149" sldId="296"/>
            <ac:spMk id="23" creationId="{911A58DE-D387-454D-A5DE-3F196577FF60}"/>
          </ac:spMkLst>
        </pc:spChg>
        <pc:spChg chg="mod">
          <ac:chgData name="Hironari Yamada" userId="e57621f8-ec3c-449e-bb19-001fffcc008e" providerId="ADAL" clId="{BC0BD879-F267-5CCA-8DEA-E3B2DD07DA4E}" dt="2026-06-01T07:31:51.850" v="7363" actId="403"/>
          <ac:spMkLst>
            <pc:docMk/>
            <pc:sldMk cId="1186077149" sldId="296"/>
            <ac:spMk id="27" creationId="{70D458F9-9901-4944-B2F2-34F6A411EB4B}"/>
          </ac:spMkLst>
        </pc:spChg>
        <pc:spChg chg="mod">
          <ac:chgData name="Hironari Yamada" userId="e57621f8-ec3c-449e-bb19-001fffcc008e" providerId="ADAL" clId="{BC0BD879-F267-5CCA-8DEA-E3B2DD07DA4E}" dt="2026-06-01T07:31:51.850" v="7363" actId="403"/>
          <ac:spMkLst>
            <pc:docMk/>
            <pc:sldMk cId="1186077149" sldId="296"/>
            <ac:spMk id="30" creationId="{B65C3B34-9C82-4EE0-8148-35860FFD8E39}"/>
          </ac:spMkLst>
        </pc:spChg>
        <pc:spChg chg="mod">
          <ac:chgData name="Hironari Yamada" userId="e57621f8-ec3c-449e-bb19-001fffcc008e" providerId="ADAL" clId="{BC0BD879-F267-5CCA-8DEA-E3B2DD07DA4E}" dt="2026-06-01T07:31:51.850" v="7363" actId="403"/>
          <ac:spMkLst>
            <pc:docMk/>
            <pc:sldMk cId="1186077149" sldId="296"/>
            <ac:spMk id="31" creationId="{7BA9AA8F-A4DE-44B8-96FB-B498C2C0325D}"/>
          </ac:spMkLst>
        </pc:spChg>
      </pc:sldChg>
      <pc:sldChg chg="del">
        <pc:chgData name="Hironari Yamada" userId="e57621f8-ec3c-449e-bb19-001fffcc008e" providerId="ADAL" clId="{BC0BD879-F267-5CCA-8DEA-E3B2DD07DA4E}" dt="2026-06-01T07:31:26.224" v="7355" actId="2696"/>
        <pc:sldMkLst>
          <pc:docMk/>
          <pc:sldMk cId="1186077149" sldId="297"/>
        </pc:sldMkLst>
      </pc:sldChg>
      <pc:sldChg chg="del">
        <pc:chgData name="Hironari Yamada" userId="e57621f8-ec3c-449e-bb19-001fffcc008e" providerId="ADAL" clId="{BC0BD879-F267-5CCA-8DEA-E3B2DD07DA4E}" dt="2026-06-01T07:31:28.914" v="7356" actId="2696"/>
        <pc:sldMkLst>
          <pc:docMk/>
          <pc:sldMk cId="1186077149" sldId="298"/>
        </pc:sldMkLst>
      </pc:sldChg>
      <pc:sldChg chg="modSp mod">
        <pc:chgData name="Hironari Yamada" userId="e57621f8-ec3c-449e-bb19-001fffcc008e" providerId="ADAL" clId="{BC0BD879-F267-5CCA-8DEA-E3B2DD07DA4E}" dt="2026-06-01T07:35:49.901" v="7393" actId="403"/>
        <pc:sldMkLst>
          <pc:docMk/>
          <pc:sldMk cId="1186077149" sldId="299"/>
        </pc:sldMkLst>
        <pc:spChg chg="mod">
          <ac:chgData name="Hironari Yamada" userId="e57621f8-ec3c-449e-bb19-001fffcc008e" providerId="ADAL" clId="{BC0BD879-F267-5CCA-8DEA-E3B2DD07DA4E}" dt="2026-06-01T07:35:49.901" v="7393" actId="403"/>
          <ac:spMkLst>
            <pc:docMk/>
            <pc:sldMk cId="1186077149" sldId="299"/>
            <ac:spMk id="6" creationId="{1C793B2A-8B5A-4CEC-9CE9-0E5E57307C1D}"/>
          </ac:spMkLst>
        </pc:spChg>
        <pc:spChg chg="mod">
          <ac:chgData name="Hironari Yamada" userId="e57621f8-ec3c-449e-bb19-001fffcc008e" providerId="ADAL" clId="{BC0BD879-F267-5CCA-8DEA-E3B2DD07DA4E}" dt="2026-06-01T07:35:49.901" v="7393" actId="403"/>
          <ac:spMkLst>
            <pc:docMk/>
            <pc:sldMk cId="1186077149" sldId="299"/>
            <ac:spMk id="9" creationId="{CAB8EC05-9DB4-4345-860E-1F93F1FEBFDB}"/>
          </ac:spMkLst>
        </pc:spChg>
        <pc:spChg chg="mod">
          <ac:chgData name="Hironari Yamada" userId="e57621f8-ec3c-449e-bb19-001fffcc008e" providerId="ADAL" clId="{BC0BD879-F267-5CCA-8DEA-E3B2DD07DA4E}" dt="2026-06-01T07:35:49.901" v="7393" actId="403"/>
          <ac:spMkLst>
            <pc:docMk/>
            <pc:sldMk cId="1186077149" sldId="299"/>
            <ac:spMk id="10" creationId="{A0622449-E929-4455-8466-C4103AD25903}"/>
          </ac:spMkLst>
        </pc:spChg>
        <pc:spChg chg="mod">
          <ac:chgData name="Hironari Yamada" userId="e57621f8-ec3c-449e-bb19-001fffcc008e" providerId="ADAL" clId="{BC0BD879-F267-5CCA-8DEA-E3B2DD07DA4E}" dt="2026-06-01T07:35:49.901" v="7393" actId="403"/>
          <ac:spMkLst>
            <pc:docMk/>
            <pc:sldMk cId="1186077149" sldId="299"/>
            <ac:spMk id="12" creationId="{566D47C2-F4CA-4C1C-903E-6647AD97C084}"/>
          </ac:spMkLst>
        </pc:spChg>
        <pc:spChg chg="mod">
          <ac:chgData name="Hironari Yamada" userId="e57621f8-ec3c-449e-bb19-001fffcc008e" providerId="ADAL" clId="{BC0BD879-F267-5CCA-8DEA-E3B2DD07DA4E}" dt="2026-06-01T07:35:49.901" v="7393" actId="403"/>
          <ac:spMkLst>
            <pc:docMk/>
            <pc:sldMk cId="1186077149" sldId="299"/>
            <ac:spMk id="13" creationId="{F6173B24-335C-4C64-8739-323BBFA5A725}"/>
          </ac:spMkLst>
        </pc:spChg>
        <pc:spChg chg="mod">
          <ac:chgData name="Hironari Yamada" userId="e57621f8-ec3c-449e-bb19-001fffcc008e" providerId="ADAL" clId="{BC0BD879-F267-5CCA-8DEA-E3B2DD07DA4E}" dt="2026-06-01T07:35:49.901" v="7393" actId="403"/>
          <ac:spMkLst>
            <pc:docMk/>
            <pc:sldMk cId="1186077149" sldId="299"/>
            <ac:spMk id="17" creationId="{DD03329F-415B-4C7E-BD0C-6A9A392D8FF3}"/>
          </ac:spMkLst>
        </pc:spChg>
        <pc:spChg chg="mod">
          <ac:chgData name="Hironari Yamada" userId="e57621f8-ec3c-449e-bb19-001fffcc008e" providerId="ADAL" clId="{BC0BD879-F267-5CCA-8DEA-E3B2DD07DA4E}" dt="2026-06-01T07:35:49.901" v="7393" actId="403"/>
          <ac:spMkLst>
            <pc:docMk/>
            <pc:sldMk cId="1186077149" sldId="299"/>
            <ac:spMk id="18" creationId="{E0E84EAC-2680-4E26-A672-F852F74F8F0C}"/>
          </ac:spMkLst>
        </pc:spChg>
        <pc:spChg chg="mod">
          <ac:chgData name="Hironari Yamada" userId="e57621f8-ec3c-449e-bb19-001fffcc008e" providerId="ADAL" clId="{BC0BD879-F267-5CCA-8DEA-E3B2DD07DA4E}" dt="2026-06-01T07:35:49.901" v="7393" actId="403"/>
          <ac:spMkLst>
            <pc:docMk/>
            <pc:sldMk cId="1186077149" sldId="299"/>
            <ac:spMk id="20" creationId="{6369F12F-7645-468D-A0BF-49263FE4ABED}"/>
          </ac:spMkLst>
        </pc:spChg>
        <pc:spChg chg="mod">
          <ac:chgData name="Hironari Yamada" userId="e57621f8-ec3c-449e-bb19-001fffcc008e" providerId="ADAL" clId="{BC0BD879-F267-5CCA-8DEA-E3B2DD07DA4E}" dt="2026-06-01T07:35:49.901" v="7393" actId="403"/>
          <ac:spMkLst>
            <pc:docMk/>
            <pc:sldMk cId="1186077149" sldId="299"/>
            <ac:spMk id="21" creationId="{A23C62EB-EDE2-451A-9EB7-AB4571005F9C}"/>
          </ac:spMkLst>
        </pc:spChg>
        <pc:spChg chg="mod">
          <ac:chgData name="Hironari Yamada" userId="e57621f8-ec3c-449e-bb19-001fffcc008e" providerId="ADAL" clId="{BC0BD879-F267-5CCA-8DEA-E3B2DD07DA4E}" dt="2026-06-01T07:35:49.901" v="7393" actId="403"/>
          <ac:spMkLst>
            <pc:docMk/>
            <pc:sldMk cId="1186077149" sldId="299"/>
            <ac:spMk id="23" creationId="{74AD8AB1-D9FC-40A7-8990-573E27894046}"/>
          </ac:spMkLst>
        </pc:spChg>
      </pc:sldChg>
      <pc:sldChg chg="addSp delSp modSp mod">
        <pc:chgData name="Hironari Yamada" userId="e57621f8-ec3c-449e-bb19-001fffcc008e" providerId="ADAL" clId="{BC0BD879-F267-5CCA-8DEA-E3B2DD07DA4E}" dt="2026-06-01T07:35:39.309" v="7389" actId="20577"/>
        <pc:sldMkLst>
          <pc:docMk/>
          <pc:sldMk cId="1186077149" sldId="300"/>
        </pc:sldMkLst>
        <pc:spChg chg="add del mod">
          <ac:chgData name="Hironari Yamada" userId="e57621f8-ec3c-449e-bb19-001fffcc008e" providerId="ADAL" clId="{BC0BD879-F267-5CCA-8DEA-E3B2DD07DA4E}" dt="2026-06-01T07:32:30.475" v="7366" actId="478"/>
          <ac:spMkLst>
            <pc:docMk/>
            <pc:sldMk cId="1186077149" sldId="300"/>
            <ac:spMk id="11" creationId="{DDB3AED6-0C43-DD91-A483-BFCE786E8007}"/>
          </ac:spMkLst>
        </pc:spChg>
        <pc:spChg chg="add del mod">
          <ac:chgData name="Hironari Yamada" userId="e57621f8-ec3c-449e-bb19-001fffcc008e" providerId="ADAL" clId="{BC0BD879-F267-5CCA-8DEA-E3B2DD07DA4E}" dt="2026-06-01T07:32:30.475" v="7366" actId="478"/>
          <ac:spMkLst>
            <pc:docMk/>
            <pc:sldMk cId="1186077149" sldId="300"/>
            <ac:spMk id="12" creationId="{13D3DD15-E132-F11C-6180-64CAB0AB25D9}"/>
          </ac:spMkLst>
        </pc:spChg>
        <pc:spChg chg="add del mod">
          <ac:chgData name="Hironari Yamada" userId="e57621f8-ec3c-449e-bb19-001fffcc008e" providerId="ADAL" clId="{BC0BD879-F267-5CCA-8DEA-E3B2DD07DA4E}" dt="2026-06-01T07:32:30.475" v="7366" actId="478"/>
          <ac:spMkLst>
            <pc:docMk/>
            <pc:sldMk cId="1186077149" sldId="300"/>
            <ac:spMk id="13" creationId="{9542B2E6-DA16-D608-2FB2-0DD8CEB770CC}"/>
          </ac:spMkLst>
        </pc:spChg>
        <pc:spChg chg="add del mod">
          <ac:chgData name="Hironari Yamada" userId="e57621f8-ec3c-449e-bb19-001fffcc008e" providerId="ADAL" clId="{BC0BD879-F267-5CCA-8DEA-E3B2DD07DA4E}" dt="2026-06-01T07:32:30.475" v="7366" actId="478"/>
          <ac:spMkLst>
            <pc:docMk/>
            <pc:sldMk cId="1186077149" sldId="300"/>
            <ac:spMk id="24" creationId="{E2038438-B848-04EB-C9C2-3ECACC77B8A0}"/>
          </ac:spMkLst>
        </pc:spChg>
        <pc:spChg chg="add del mod">
          <ac:chgData name="Hironari Yamada" userId="e57621f8-ec3c-449e-bb19-001fffcc008e" providerId="ADAL" clId="{BC0BD879-F267-5CCA-8DEA-E3B2DD07DA4E}" dt="2026-06-01T07:32:30.475" v="7366" actId="478"/>
          <ac:spMkLst>
            <pc:docMk/>
            <pc:sldMk cId="1186077149" sldId="300"/>
            <ac:spMk id="27" creationId="{4DBF1DFC-4AFB-0CAD-126B-9643F326FBC1}"/>
          </ac:spMkLst>
        </pc:spChg>
        <pc:spChg chg="add del mod">
          <ac:chgData name="Hironari Yamada" userId="e57621f8-ec3c-449e-bb19-001fffcc008e" providerId="ADAL" clId="{BC0BD879-F267-5CCA-8DEA-E3B2DD07DA4E}" dt="2026-06-01T07:32:30.475" v="7366" actId="478"/>
          <ac:spMkLst>
            <pc:docMk/>
            <pc:sldMk cId="1186077149" sldId="300"/>
            <ac:spMk id="28" creationId="{FEF380CD-0C2F-E8F6-96C0-FF9EB80E9997}"/>
          </ac:spMkLst>
        </pc:spChg>
        <pc:spChg chg="add del mod">
          <ac:chgData name="Hironari Yamada" userId="e57621f8-ec3c-449e-bb19-001fffcc008e" providerId="ADAL" clId="{BC0BD879-F267-5CCA-8DEA-E3B2DD07DA4E}" dt="2026-06-01T07:32:30.475" v="7366" actId="478"/>
          <ac:spMkLst>
            <pc:docMk/>
            <pc:sldMk cId="1186077149" sldId="300"/>
            <ac:spMk id="29" creationId="{FCC35952-AC3B-9693-1A7B-17529F180EB0}"/>
          </ac:spMkLst>
        </pc:spChg>
        <pc:spChg chg="add del mod">
          <ac:chgData name="Hironari Yamada" userId="e57621f8-ec3c-449e-bb19-001fffcc008e" providerId="ADAL" clId="{BC0BD879-F267-5CCA-8DEA-E3B2DD07DA4E}" dt="2026-06-01T07:32:30.475" v="7366" actId="478"/>
          <ac:spMkLst>
            <pc:docMk/>
            <pc:sldMk cId="1186077149" sldId="300"/>
            <ac:spMk id="30" creationId="{1C15B3FE-8EF5-481C-1E25-EF9D221B389E}"/>
          </ac:spMkLst>
        </pc:spChg>
        <pc:spChg chg="add del mod">
          <ac:chgData name="Hironari Yamada" userId="e57621f8-ec3c-449e-bb19-001fffcc008e" providerId="ADAL" clId="{BC0BD879-F267-5CCA-8DEA-E3B2DD07DA4E}" dt="2026-06-01T07:32:30.475" v="7366" actId="478"/>
          <ac:spMkLst>
            <pc:docMk/>
            <pc:sldMk cId="1186077149" sldId="300"/>
            <ac:spMk id="31" creationId="{D9307B5E-6CDC-AA12-FFF3-8F774EFE4E12}"/>
          </ac:spMkLst>
        </pc:spChg>
        <pc:spChg chg="add del mod">
          <ac:chgData name="Hironari Yamada" userId="e57621f8-ec3c-449e-bb19-001fffcc008e" providerId="ADAL" clId="{BC0BD879-F267-5CCA-8DEA-E3B2DD07DA4E}" dt="2026-06-01T07:32:30.475" v="7366" actId="478"/>
          <ac:spMkLst>
            <pc:docMk/>
            <pc:sldMk cId="1186077149" sldId="300"/>
            <ac:spMk id="35" creationId="{5C3C38C1-8F3B-B6BD-12FC-EFC10EEAC3F5}"/>
          </ac:spMkLst>
        </pc:spChg>
        <pc:spChg chg="add mod">
          <ac:chgData name="Hironari Yamada" userId="e57621f8-ec3c-449e-bb19-001fffcc008e" providerId="ADAL" clId="{BC0BD879-F267-5CCA-8DEA-E3B2DD07DA4E}" dt="2026-06-01T07:32:30.873" v="7367"/>
          <ac:spMkLst>
            <pc:docMk/>
            <pc:sldMk cId="1186077149" sldId="300"/>
            <ac:spMk id="36" creationId="{C57AF384-9848-5F22-9F45-EF6BFC6EF30B}"/>
          </ac:spMkLst>
        </pc:spChg>
        <pc:spChg chg="add mod">
          <ac:chgData name="Hironari Yamada" userId="e57621f8-ec3c-449e-bb19-001fffcc008e" providerId="ADAL" clId="{BC0BD879-F267-5CCA-8DEA-E3B2DD07DA4E}" dt="2026-06-01T07:32:30.873" v="7367"/>
          <ac:spMkLst>
            <pc:docMk/>
            <pc:sldMk cId="1186077149" sldId="300"/>
            <ac:spMk id="37" creationId="{7E7DD8DE-ADFC-D628-D735-39FE44CDD520}"/>
          </ac:spMkLst>
        </pc:spChg>
        <pc:spChg chg="add mod">
          <ac:chgData name="Hironari Yamada" userId="e57621f8-ec3c-449e-bb19-001fffcc008e" providerId="ADAL" clId="{BC0BD879-F267-5CCA-8DEA-E3B2DD07DA4E}" dt="2026-06-01T07:32:30.873" v="7367"/>
          <ac:spMkLst>
            <pc:docMk/>
            <pc:sldMk cId="1186077149" sldId="300"/>
            <ac:spMk id="38" creationId="{00992A24-CA6A-55D1-F4BA-6D98005320FA}"/>
          </ac:spMkLst>
        </pc:spChg>
        <pc:spChg chg="add mod">
          <ac:chgData name="Hironari Yamada" userId="e57621f8-ec3c-449e-bb19-001fffcc008e" providerId="ADAL" clId="{BC0BD879-F267-5CCA-8DEA-E3B2DD07DA4E}" dt="2026-06-01T07:32:30.873" v="7367"/>
          <ac:spMkLst>
            <pc:docMk/>
            <pc:sldMk cId="1186077149" sldId="300"/>
            <ac:spMk id="39" creationId="{1E7D0E9A-65BD-3716-B026-932E1BE37F46}"/>
          </ac:spMkLst>
        </pc:spChg>
        <pc:spChg chg="add mod">
          <ac:chgData name="Hironari Yamada" userId="e57621f8-ec3c-449e-bb19-001fffcc008e" providerId="ADAL" clId="{BC0BD879-F267-5CCA-8DEA-E3B2DD07DA4E}" dt="2026-06-01T07:32:30.873" v="7367"/>
          <ac:spMkLst>
            <pc:docMk/>
            <pc:sldMk cId="1186077149" sldId="300"/>
            <ac:spMk id="50" creationId="{2BE8E515-1B7A-0145-08A8-C8F9E8D120F3}"/>
          </ac:spMkLst>
        </pc:spChg>
        <pc:spChg chg="add mod">
          <ac:chgData name="Hironari Yamada" userId="e57621f8-ec3c-449e-bb19-001fffcc008e" providerId="ADAL" clId="{BC0BD879-F267-5CCA-8DEA-E3B2DD07DA4E}" dt="2026-06-01T07:32:30.873" v="7367"/>
          <ac:spMkLst>
            <pc:docMk/>
            <pc:sldMk cId="1186077149" sldId="300"/>
            <ac:spMk id="53" creationId="{3374FD97-C171-D190-4127-88DDB70A2DDD}"/>
          </ac:spMkLst>
        </pc:spChg>
        <pc:spChg chg="del">
          <ac:chgData name="Hironari Yamada" userId="e57621f8-ec3c-449e-bb19-001fffcc008e" providerId="ADAL" clId="{BC0BD879-F267-5CCA-8DEA-E3B2DD07DA4E}" dt="2026-06-01T07:32:51.007" v="7369" actId="478"/>
          <ac:spMkLst>
            <pc:docMk/>
            <pc:sldMk cId="1186077149" sldId="300"/>
            <ac:spMk id="54" creationId="{420C7181-1B60-F537-7F4F-DCEC760474B0}"/>
          </ac:spMkLst>
        </pc:spChg>
        <pc:spChg chg="del">
          <ac:chgData name="Hironari Yamada" userId="e57621f8-ec3c-449e-bb19-001fffcc008e" providerId="ADAL" clId="{BC0BD879-F267-5CCA-8DEA-E3B2DD07DA4E}" dt="2026-06-01T07:32:51.007" v="7369" actId="478"/>
          <ac:spMkLst>
            <pc:docMk/>
            <pc:sldMk cId="1186077149" sldId="300"/>
            <ac:spMk id="55" creationId="{12900657-573E-3486-A70A-F1F54210EAFC}"/>
          </ac:spMkLst>
        </pc:spChg>
        <pc:spChg chg="add del mod">
          <ac:chgData name="Hironari Yamada" userId="e57621f8-ec3c-449e-bb19-001fffcc008e" providerId="ADAL" clId="{BC0BD879-F267-5CCA-8DEA-E3B2DD07DA4E}" dt="2026-06-01T07:32:42.062" v="7368" actId="478"/>
          <ac:spMkLst>
            <pc:docMk/>
            <pc:sldMk cId="1186077149" sldId="300"/>
            <ac:spMk id="58" creationId="{4C15B1D2-0DBC-41C0-C5BC-0B2E36913B12}"/>
          </ac:spMkLst>
        </pc:spChg>
        <pc:spChg chg="del">
          <ac:chgData name="Hironari Yamada" userId="e57621f8-ec3c-449e-bb19-001fffcc008e" providerId="ADAL" clId="{BC0BD879-F267-5CCA-8DEA-E3B2DD07DA4E}" dt="2026-06-01T07:32:42.062" v="7368" actId="478"/>
          <ac:spMkLst>
            <pc:docMk/>
            <pc:sldMk cId="1186077149" sldId="300"/>
            <ac:spMk id="59" creationId="{5150A885-29B2-A3A8-5655-F315879FAB31}"/>
          </ac:spMkLst>
        </pc:spChg>
        <pc:spChg chg="add del mod">
          <ac:chgData name="Hironari Yamada" userId="e57621f8-ec3c-449e-bb19-001fffcc008e" providerId="ADAL" clId="{BC0BD879-F267-5CCA-8DEA-E3B2DD07DA4E}" dt="2026-06-01T07:32:42.062" v="7368" actId="478"/>
          <ac:spMkLst>
            <pc:docMk/>
            <pc:sldMk cId="1186077149" sldId="300"/>
            <ac:spMk id="60" creationId="{6399AA48-C0D2-8BD3-6E9B-95BF83883FDB}"/>
          </ac:spMkLst>
        </pc:spChg>
        <pc:spChg chg="add del mod">
          <ac:chgData name="Hironari Yamada" userId="e57621f8-ec3c-449e-bb19-001fffcc008e" providerId="ADAL" clId="{BC0BD879-F267-5CCA-8DEA-E3B2DD07DA4E}" dt="2026-06-01T07:32:42.062" v="7368" actId="478"/>
          <ac:spMkLst>
            <pc:docMk/>
            <pc:sldMk cId="1186077149" sldId="300"/>
            <ac:spMk id="61" creationId="{ED8E46A4-EC43-951B-4BBF-DF42E12B01B8}"/>
          </ac:spMkLst>
        </pc:spChg>
        <pc:spChg chg="del">
          <ac:chgData name="Hironari Yamada" userId="e57621f8-ec3c-449e-bb19-001fffcc008e" providerId="ADAL" clId="{BC0BD879-F267-5CCA-8DEA-E3B2DD07DA4E}" dt="2026-06-01T07:32:42.062" v="7368" actId="478"/>
          <ac:spMkLst>
            <pc:docMk/>
            <pc:sldMk cId="1186077149" sldId="300"/>
            <ac:spMk id="62" creationId="{F41CFB16-18C9-416B-E9F6-6A33C1457060}"/>
          </ac:spMkLst>
        </pc:spChg>
        <pc:spChg chg="del">
          <ac:chgData name="Hironari Yamada" userId="e57621f8-ec3c-449e-bb19-001fffcc008e" providerId="ADAL" clId="{BC0BD879-F267-5CCA-8DEA-E3B2DD07DA4E}" dt="2026-06-01T07:32:42.062" v="7368" actId="478"/>
          <ac:spMkLst>
            <pc:docMk/>
            <pc:sldMk cId="1186077149" sldId="300"/>
            <ac:spMk id="63" creationId="{03C3D8B9-432B-FF8A-0D9F-AFE0F6050D68}"/>
          </ac:spMkLst>
        </pc:spChg>
        <pc:spChg chg="del">
          <ac:chgData name="Hironari Yamada" userId="e57621f8-ec3c-449e-bb19-001fffcc008e" providerId="ADAL" clId="{BC0BD879-F267-5CCA-8DEA-E3B2DD07DA4E}" dt="2026-06-01T07:32:42.062" v="7368" actId="478"/>
          <ac:spMkLst>
            <pc:docMk/>
            <pc:sldMk cId="1186077149" sldId="300"/>
            <ac:spMk id="64" creationId="{DB5555E7-E812-489A-EEA1-703D45C3AABD}"/>
          </ac:spMkLst>
        </pc:spChg>
        <pc:spChg chg="add del mod">
          <ac:chgData name="Hironari Yamada" userId="e57621f8-ec3c-449e-bb19-001fffcc008e" providerId="ADAL" clId="{BC0BD879-F267-5CCA-8DEA-E3B2DD07DA4E}" dt="2026-06-01T07:32:51.007" v="7369" actId="478"/>
          <ac:spMkLst>
            <pc:docMk/>
            <pc:sldMk cId="1186077149" sldId="300"/>
            <ac:spMk id="67" creationId="{F7C18CCA-C2F8-EA0B-C035-844DFB1EA4B1}"/>
          </ac:spMkLst>
        </pc:spChg>
        <pc:spChg chg="add mod">
          <ac:chgData name="Hironari Yamada" userId="e57621f8-ec3c-449e-bb19-001fffcc008e" providerId="ADAL" clId="{BC0BD879-F267-5CCA-8DEA-E3B2DD07DA4E}" dt="2026-06-01T07:35:39.309" v="7389" actId="20577"/>
          <ac:spMkLst>
            <pc:docMk/>
            <pc:sldMk cId="1186077149" sldId="300"/>
            <ac:spMk id="70" creationId="{5628F7D1-B3FE-9148-A09B-B0D7C718E47E}"/>
          </ac:spMkLst>
        </pc:spChg>
        <pc:picChg chg="del">
          <ac:chgData name="Hironari Yamada" userId="e57621f8-ec3c-449e-bb19-001fffcc008e" providerId="ADAL" clId="{BC0BD879-F267-5CCA-8DEA-E3B2DD07DA4E}" dt="2026-06-01T07:32:14.209" v="7365" actId="478"/>
          <ac:picMkLst>
            <pc:docMk/>
            <pc:sldMk cId="1186077149" sldId="300"/>
            <ac:picMk id="7" creationId="{00000000-0000-0000-0000-000000000000}"/>
          </ac:picMkLst>
        </pc:picChg>
        <pc:picChg chg="del">
          <ac:chgData name="Hironari Yamada" userId="e57621f8-ec3c-449e-bb19-001fffcc008e" providerId="ADAL" clId="{BC0BD879-F267-5CCA-8DEA-E3B2DD07DA4E}" dt="2026-06-01T07:32:51.007" v="7369" actId="478"/>
          <ac:picMkLst>
            <pc:docMk/>
            <pc:sldMk cId="1186077149" sldId="300"/>
            <ac:picMk id="40" creationId="{27880E53-9979-FDB1-BD2E-6C77E0AC9361}"/>
          </ac:picMkLst>
        </pc:picChg>
        <pc:picChg chg="del">
          <ac:chgData name="Hironari Yamada" userId="e57621f8-ec3c-449e-bb19-001fffcc008e" providerId="ADAL" clId="{BC0BD879-F267-5CCA-8DEA-E3B2DD07DA4E}" dt="2026-06-01T07:32:51.007" v="7369" actId="478"/>
          <ac:picMkLst>
            <pc:docMk/>
            <pc:sldMk cId="1186077149" sldId="300"/>
            <ac:picMk id="44" creationId="{E3F54FDE-01E0-DF8E-97DD-699887B5EF47}"/>
          </ac:picMkLst>
        </pc:picChg>
        <pc:picChg chg="del">
          <ac:chgData name="Hironari Yamada" userId="e57621f8-ec3c-449e-bb19-001fffcc008e" providerId="ADAL" clId="{BC0BD879-F267-5CCA-8DEA-E3B2DD07DA4E}" dt="2026-06-01T07:32:51.007" v="7369" actId="478"/>
          <ac:picMkLst>
            <pc:docMk/>
            <pc:sldMk cId="1186077149" sldId="300"/>
            <ac:picMk id="65" creationId="{CD9D48F7-417A-1371-6DDD-19A943CFEE23}"/>
          </ac:picMkLst>
        </pc:picChg>
        <pc:picChg chg="add mod">
          <ac:chgData name="Hironari Yamada" userId="e57621f8-ec3c-449e-bb19-001fffcc008e" providerId="ADAL" clId="{BC0BD879-F267-5CCA-8DEA-E3B2DD07DA4E}" dt="2026-06-01T07:35:26.017" v="7372" actId="1076"/>
          <ac:picMkLst>
            <pc:docMk/>
            <pc:sldMk cId="1186077149" sldId="300"/>
            <ac:picMk id="68" creationId="{56AE4039-7B6D-769B-5FD4-8F9A244733F3}"/>
          </ac:picMkLst>
        </pc:picChg>
        <pc:cxnChg chg="del mod">
          <ac:chgData name="Hironari Yamada" userId="e57621f8-ec3c-449e-bb19-001fffcc008e" providerId="ADAL" clId="{BC0BD879-F267-5CCA-8DEA-E3B2DD07DA4E}" dt="2026-06-01T07:32:54.176" v="7370" actId="478"/>
          <ac:cxnSpMkLst>
            <pc:docMk/>
            <pc:sldMk cId="1186077149" sldId="300"/>
            <ac:cxnSpMk id="45" creationId="{35DA1D45-AFFD-258F-A314-E5B50D1F839B}"/>
          </ac:cxnSpMkLst>
        </pc:cxnChg>
        <pc:cxnChg chg="mod">
          <ac:chgData name="Hironari Yamada" userId="e57621f8-ec3c-449e-bb19-001fffcc008e" providerId="ADAL" clId="{BC0BD879-F267-5CCA-8DEA-E3B2DD07DA4E}" dt="2026-06-01T07:35:28.799" v="7373" actId="14100"/>
          <ac:cxnSpMkLst>
            <pc:docMk/>
            <pc:sldMk cId="1186077149" sldId="300"/>
            <ac:cxnSpMk id="46" creationId="{9A728C50-B85B-026A-91AA-44D2492D36A3}"/>
          </ac:cxnSpMkLst>
        </pc:cxnChg>
        <pc:cxnChg chg="del mod">
          <ac:chgData name="Hironari Yamada" userId="e57621f8-ec3c-449e-bb19-001fffcc008e" providerId="ADAL" clId="{BC0BD879-F267-5CCA-8DEA-E3B2DD07DA4E}" dt="2026-06-01T07:32:54.176" v="7370" actId="478"/>
          <ac:cxnSpMkLst>
            <pc:docMk/>
            <pc:sldMk cId="1186077149" sldId="300"/>
            <ac:cxnSpMk id="66" creationId="{E9365DE0-A639-9D82-203F-376DEC205BA2}"/>
          </ac:cxnSpMkLst>
        </pc:cxnChg>
      </pc:sldChg>
      <pc:sldChg chg="del">
        <pc:chgData name="Hironari Yamada" userId="e57621f8-ec3c-449e-bb19-001fffcc008e" providerId="ADAL" clId="{BC0BD879-F267-5CCA-8DEA-E3B2DD07DA4E}" dt="2026-06-01T07:31:44.015" v="7357" actId="2696"/>
        <pc:sldMkLst>
          <pc:docMk/>
          <pc:sldMk cId="1186077149" sldId="301"/>
        </pc:sldMkLst>
      </pc:sldChg>
      <pc:sldChg chg="addSp delSp modSp add mod modNotesTx">
        <pc:chgData name="Hironari Yamada" userId="e57621f8-ec3c-449e-bb19-001fffcc008e" providerId="ADAL" clId="{BC0BD879-F267-5CCA-8DEA-E3B2DD07DA4E}" dt="2026-06-01T01:46:51.482" v="256" actId="478"/>
        <pc:sldMkLst>
          <pc:docMk/>
          <pc:sldMk cId="2815242869" sldId="302"/>
        </pc:sldMkLst>
        <pc:spChg chg="del">
          <ac:chgData name="Hironari Yamada" userId="e57621f8-ec3c-449e-bb19-001fffcc008e" providerId="ADAL" clId="{BC0BD879-F267-5CCA-8DEA-E3B2DD07DA4E}" dt="2026-06-01T01:46:51.482" v="256" actId="478"/>
          <ac:spMkLst>
            <pc:docMk/>
            <pc:sldMk cId="2815242869" sldId="302"/>
            <ac:spMk id="3" creationId="{893FF776-4B00-1335-8440-5140CE977E24}"/>
          </ac:spMkLst>
        </pc:spChg>
        <pc:spChg chg="del">
          <ac:chgData name="Hironari Yamada" userId="e57621f8-ec3c-449e-bb19-001fffcc008e" providerId="ADAL" clId="{BC0BD879-F267-5CCA-8DEA-E3B2DD07DA4E}" dt="2026-06-01T01:26:49.293" v="82" actId="478"/>
          <ac:spMkLst>
            <pc:docMk/>
            <pc:sldMk cId="2815242869" sldId="302"/>
            <ac:spMk id="7" creationId="{4AD113E4-4CBC-DFCA-D1AE-37B12D7E5F6E}"/>
          </ac:spMkLst>
        </pc:spChg>
        <pc:spChg chg="del">
          <ac:chgData name="Hironari Yamada" userId="e57621f8-ec3c-449e-bb19-001fffcc008e" providerId="ADAL" clId="{BC0BD879-F267-5CCA-8DEA-E3B2DD07DA4E}" dt="2026-06-01T01:26:49.293" v="82" actId="478"/>
          <ac:spMkLst>
            <pc:docMk/>
            <pc:sldMk cId="2815242869" sldId="302"/>
            <ac:spMk id="8" creationId="{8A2862CA-3B0B-34C3-DB75-1DA474A73E62}"/>
          </ac:spMkLst>
        </pc:spChg>
        <pc:spChg chg="del">
          <ac:chgData name="Hironari Yamada" userId="e57621f8-ec3c-449e-bb19-001fffcc008e" providerId="ADAL" clId="{BC0BD879-F267-5CCA-8DEA-E3B2DD07DA4E}" dt="2026-06-01T01:26:49.293" v="82" actId="478"/>
          <ac:spMkLst>
            <pc:docMk/>
            <pc:sldMk cId="2815242869" sldId="302"/>
            <ac:spMk id="10" creationId="{A00184A5-6DCC-1D80-3DED-C82AA580A751}"/>
          </ac:spMkLst>
        </pc:spChg>
        <pc:spChg chg="del">
          <ac:chgData name="Hironari Yamada" userId="e57621f8-ec3c-449e-bb19-001fffcc008e" providerId="ADAL" clId="{BC0BD879-F267-5CCA-8DEA-E3B2DD07DA4E}" dt="2026-06-01T01:26:49.293" v="82" actId="478"/>
          <ac:spMkLst>
            <pc:docMk/>
            <pc:sldMk cId="2815242869" sldId="302"/>
            <ac:spMk id="13" creationId="{D57415B7-D517-F982-2307-246FF8702172}"/>
          </ac:spMkLst>
        </pc:spChg>
        <pc:spChg chg="del">
          <ac:chgData name="Hironari Yamada" userId="e57621f8-ec3c-449e-bb19-001fffcc008e" providerId="ADAL" clId="{BC0BD879-F267-5CCA-8DEA-E3B2DD07DA4E}" dt="2026-06-01T01:26:49.293" v="82" actId="478"/>
          <ac:spMkLst>
            <pc:docMk/>
            <pc:sldMk cId="2815242869" sldId="302"/>
            <ac:spMk id="14" creationId="{761ECB52-2149-95E3-467F-BE50B9C3F626}"/>
          </ac:spMkLst>
        </pc:spChg>
        <pc:spChg chg="del">
          <ac:chgData name="Hironari Yamada" userId="e57621f8-ec3c-449e-bb19-001fffcc008e" providerId="ADAL" clId="{BC0BD879-F267-5CCA-8DEA-E3B2DD07DA4E}" dt="2026-06-01T01:26:49.293" v="82" actId="478"/>
          <ac:spMkLst>
            <pc:docMk/>
            <pc:sldMk cId="2815242869" sldId="302"/>
            <ac:spMk id="15" creationId="{A118BF07-97BD-B7E4-3FC7-0D2BB3CC4C3B}"/>
          </ac:spMkLst>
        </pc:spChg>
        <pc:spChg chg="del">
          <ac:chgData name="Hironari Yamada" userId="e57621f8-ec3c-449e-bb19-001fffcc008e" providerId="ADAL" clId="{BC0BD879-F267-5CCA-8DEA-E3B2DD07DA4E}" dt="2026-06-01T01:26:49.293" v="82" actId="478"/>
          <ac:spMkLst>
            <pc:docMk/>
            <pc:sldMk cId="2815242869" sldId="302"/>
            <ac:spMk id="17" creationId="{8D554EC9-F418-AC8D-A37F-042FF14CC4B7}"/>
          </ac:spMkLst>
        </pc:spChg>
        <pc:spChg chg="del">
          <ac:chgData name="Hironari Yamada" userId="e57621f8-ec3c-449e-bb19-001fffcc008e" providerId="ADAL" clId="{BC0BD879-F267-5CCA-8DEA-E3B2DD07DA4E}" dt="2026-06-01T01:26:49.293" v="82" actId="478"/>
          <ac:spMkLst>
            <pc:docMk/>
            <pc:sldMk cId="2815242869" sldId="302"/>
            <ac:spMk id="19" creationId="{5EF537EB-FC05-468C-C01C-2839AA98BD03}"/>
          </ac:spMkLst>
        </pc:spChg>
        <pc:spChg chg="del">
          <ac:chgData name="Hironari Yamada" userId="e57621f8-ec3c-449e-bb19-001fffcc008e" providerId="ADAL" clId="{BC0BD879-F267-5CCA-8DEA-E3B2DD07DA4E}" dt="2026-06-01T01:26:49.293" v="82" actId="478"/>
          <ac:spMkLst>
            <pc:docMk/>
            <pc:sldMk cId="2815242869" sldId="302"/>
            <ac:spMk id="24" creationId="{724197FF-11FA-1CC3-68BC-7658CC8DEB10}"/>
          </ac:spMkLst>
        </pc:spChg>
        <pc:spChg chg="del">
          <ac:chgData name="Hironari Yamada" userId="e57621f8-ec3c-449e-bb19-001fffcc008e" providerId="ADAL" clId="{BC0BD879-F267-5CCA-8DEA-E3B2DD07DA4E}" dt="2026-06-01T01:26:49.293" v="82" actId="478"/>
          <ac:spMkLst>
            <pc:docMk/>
            <pc:sldMk cId="2815242869" sldId="302"/>
            <ac:spMk id="25" creationId="{923F3CC2-F9DE-C257-4D23-D0F24AC06285}"/>
          </ac:spMkLst>
        </pc:spChg>
        <pc:spChg chg="del">
          <ac:chgData name="Hironari Yamada" userId="e57621f8-ec3c-449e-bb19-001fffcc008e" providerId="ADAL" clId="{BC0BD879-F267-5CCA-8DEA-E3B2DD07DA4E}" dt="2026-06-01T01:46:51.482" v="256" actId="478"/>
          <ac:spMkLst>
            <pc:docMk/>
            <pc:sldMk cId="2815242869" sldId="302"/>
            <ac:spMk id="26" creationId="{8C901873-439E-21D0-AAF7-4B3DD358168A}"/>
          </ac:spMkLst>
        </pc:spChg>
        <pc:spChg chg="mod">
          <ac:chgData name="Hironari Yamada" userId="e57621f8-ec3c-449e-bb19-001fffcc008e" providerId="ADAL" clId="{BC0BD879-F267-5CCA-8DEA-E3B2DD07DA4E}" dt="2026-06-01T01:26:42.512" v="81" actId="20577"/>
          <ac:spMkLst>
            <pc:docMk/>
            <pc:sldMk cId="2815242869" sldId="302"/>
            <ac:spMk id="27" creationId="{21B23716-0A31-CD26-BD0E-A0B89DB3BE76}"/>
          </ac:spMkLst>
        </pc:spChg>
        <pc:spChg chg="add mod">
          <ac:chgData name="Hironari Yamada" userId="e57621f8-ec3c-449e-bb19-001fffcc008e" providerId="ADAL" clId="{BC0BD879-F267-5CCA-8DEA-E3B2DD07DA4E}" dt="2026-06-01T01:26:57.044" v="84"/>
          <ac:spMkLst>
            <pc:docMk/>
            <pc:sldMk cId="2815242869" sldId="302"/>
            <ac:spMk id="32" creationId="{C941AB0F-5D9E-6EDA-2C29-9A83343C7B62}"/>
          </ac:spMkLst>
        </pc:spChg>
        <pc:spChg chg="add mod">
          <ac:chgData name="Hironari Yamada" userId="e57621f8-ec3c-449e-bb19-001fffcc008e" providerId="ADAL" clId="{BC0BD879-F267-5CCA-8DEA-E3B2DD07DA4E}" dt="2026-06-01T01:26:57.044" v="84"/>
          <ac:spMkLst>
            <pc:docMk/>
            <pc:sldMk cId="2815242869" sldId="302"/>
            <ac:spMk id="34" creationId="{14B14605-586F-056C-6576-5719E4182FBD}"/>
          </ac:spMkLst>
        </pc:spChg>
        <pc:spChg chg="add mod">
          <ac:chgData name="Hironari Yamada" userId="e57621f8-ec3c-449e-bb19-001fffcc008e" providerId="ADAL" clId="{BC0BD879-F267-5CCA-8DEA-E3B2DD07DA4E}" dt="2026-06-01T01:26:57.044" v="84"/>
          <ac:spMkLst>
            <pc:docMk/>
            <pc:sldMk cId="2815242869" sldId="302"/>
            <ac:spMk id="40" creationId="{711A2ADB-6C55-574F-3DB1-D14045772FAE}"/>
          </ac:spMkLst>
        </pc:spChg>
        <pc:spChg chg="add mod">
          <ac:chgData name="Hironari Yamada" userId="e57621f8-ec3c-449e-bb19-001fffcc008e" providerId="ADAL" clId="{BC0BD879-F267-5CCA-8DEA-E3B2DD07DA4E}" dt="2026-06-01T01:26:57.044" v="84"/>
          <ac:spMkLst>
            <pc:docMk/>
            <pc:sldMk cId="2815242869" sldId="302"/>
            <ac:spMk id="44" creationId="{314ACFAD-23F9-EC9A-F485-6699E93982A7}"/>
          </ac:spMkLst>
        </pc:spChg>
        <pc:spChg chg="add mod">
          <ac:chgData name="Hironari Yamada" userId="e57621f8-ec3c-449e-bb19-001fffcc008e" providerId="ADAL" clId="{BC0BD879-F267-5CCA-8DEA-E3B2DD07DA4E}" dt="2026-06-01T01:26:57.044" v="84"/>
          <ac:spMkLst>
            <pc:docMk/>
            <pc:sldMk cId="2815242869" sldId="302"/>
            <ac:spMk id="46" creationId="{38AEBC7A-DD41-9BD8-33EA-BF96327F4D32}"/>
          </ac:spMkLst>
        </pc:spChg>
        <pc:spChg chg="add mod">
          <ac:chgData name="Hironari Yamada" userId="e57621f8-ec3c-449e-bb19-001fffcc008e" providerId="ADAL" clId="{BC0BD879-F267-5CCA-8DEA-E3B2DD07DA4E}" dt="2026-06-01T01:26:57.044" v="84"/>
          <ac:spMkLst>
            <pc:docMk/>
            <pc:sldMk cId="2815242869" sldId="302"/>
            <ac:spMk id="50" creationId="{E32952FE-1EA8-2E65-6E7A-B98CAA3905F1}"/>
          </ac:spMkLst>
        </pc:spChg>
        <pc:spChg chg="add mod">
          <ac:chgData name="Hironari Yamada" userId="e57621f8-ec3c-449e-bb19-001fffcc008e" providerId="ADAL" clId="{BC0BD879-F267-5CCA-8DEA-E3B2DD07DA4E}" dt="2026-06-01T01:26:57.044" v="84"/>
          <ac:spMkLst>
            <pc:docMk/>
            <pc:sldMk cId="2815242869" sldId="302"/>
            <ac:spMk id="55" creationId="{8F222AEF-7E68-F1E4-0B30-B6D804ADF86F}"/>
          </ac:spMkLst>
        </pc:spChg>
        <pc:spChg chg="add mod">
          <ac:chgData name="Hironari Yamada" userId="e57621f8-ec3c-449e-bb19-001fffcc008e" providerId="ADAL" clId="{BC0BD879-F267-5CCA-8DEA-E3B2DD07DA4E}" dt="2026-06-01T01:26:57.044" v="84"/>
          <ac:spMkLst>
            <pc:docMk/>
            <pc:sldMk cId="2815242869" sldId="302"/>
            <ac:spMk id="61" creationId="{CBA96001-250E-539C-13DC-934616DED207}"/>
          </ac:spMkLst>
        </pc:spChg>
        <pc:spChg chg="add mod">
          <ac:chgData name="Hironari Yamada" userId="e57621f8-ec3c-449e-bb19-001fffcc008e" providerId="ADAL" clId="{BC0BD879-F267-5CCA-8DEA-E3B2DD07DA4E}" dt="2026-06-01T01:26:57.044" v="84"/>
          <ac:spMkLst>
            <pc:docMk/>
            <pc:sldMk cId="2815242869" sldId="302"/>
            <ac:spMk id="65" creationId="{D3CA436F-6AEF-18B9-CFCD-73F3B1B3067F}"/>
          </ac:spMkLst>
        </pc:spChg>
        <pc:spChg chg="add mod">
          <ac:chgData name="Hironari Yamada" userId="e57621f8-ec3c-449e-bb19-001fffcc008e" providerId="ADAL" clId="{BC0BD879-F267-5CCA-8DEA-E3B2DD07DA4E}" dt="2026-06-01T01:26:57.044" v="84"/>
          <ac:spMkLst>
            <pc:docMk/>
            <pc:sldMk cId="2815242869" sldId="302"/>
            <ac:spMk id="66" creationId="{21816581-9498-D99F-0A27-7C3AE937D465}"/>
          </ac:spMkLst>
        </pc:spChg>
        <pc:spChg chg="mod">
          <ac:chgData name="Hironari Yamada" userId="e57621f8-ec3c-449e-bb19-001fffcc008e" providerId="ADAL" clId="{BC0BD879-F267-5CCA-8DEA-E3B2DD07DA4E}" dt="2026-06-01T01:27:23.435" v="89" actId="692"/>
          <ac:spMkLst>
            <pc:docMk/>
            <pc:sldMk cId="2815242869" sldId="302"/>
            <ac:spMk id="68" creationId="{EA26DDFD-426A-84F7-1FD4-C1574687636E}"/>
          </ac:spMkLst>
        </pc:spChg>
        <pc:spChg chg="add mod">
          <ac:chgData name="Hironari Yamada" userId="e57621f8-ec3c-449e-bb19-001fffcc008e" providerId="ADAL" clId="{BC0BD879-F267-5CCA-8DEA-E3B2DD07DA4E}" dt="2026-06-01T01:27:27.102" v="90" actId="14100"/>
          <ac:spMkLst>
            <pc:docMk/>
            <pc:sldMk cId="2815242869" sldId="302"/>
            <ac:spMk id="71" creationId="{E5D62954-5FB2-DBAD-2FBA-4DAFBF7074D0}"/>
          </ac:spMkLst>
        </pc:spChg>
      </pc:sldChg>
      <pc:sldChg chg="addSp delSp modSp add mod">
        <pc:chgData name="Hironari Yamada" userId="e57621f8-ec3c-449e-bb19-001fffcc008e" providerId="ADAL" clId="{BC0BD879-F267-5CCA-8DEA-E3B2DD07DA4E}" dt="2026-06-01T04:22:48.634" v="1572" actId="1076"/>
        <pc:sldMkLst>
          <pc:docMk/>
          <pc:sldMk cId="2890707054" sldId="303"/>
        </pc:sldMkLst>
        <pc:spChg chg="mod">
          <ac:chgData name="Hironari Yamada" userId="e57621f8-ec3c-449e-bb19-001fffcc008e" providerId="ADAL" clId="{BC0BD879-F267-5CCA-8DEA-E3B2DD07DA4E}" dt="2026-06-01T04:15:57.445" v="940" actId="20577"/>
          <ac:spMkLst>
            <pc:docMk/>
            <pc:sldMk cId="2890707054" sldId="303"/>
            <ac:spMk id="5" creationId="{870ABC2B-F6C5-90AF-58EE-F307033A900C}"/>
          </ac:spMkLst>
        </pc:spChg>
        <pc:spChg chg="del">
          <ac:chgData name="Hironari Yamada" userId="e57621f8-ec3c-449e-bb19-001fffcc008e" providerId="ADAL" clId="{BC0BD879-F267-5CCA-8DEA-E3B2DD07DA4E}" dt="2026-06-01T04:15:13.686" v="937" actId="478"/>
          <ac:spMkLst>
            <pc:docMk/>
            <pc:sldMk cId="2890707054" sldId="303"/>
            <ac:spMk id="6" creationId="{FD5AD039-0D61-D208-6540-392919A0DBB0}"/>
          </ac:spMkLst>
        </pc:spChg>
        <pc:spChg chg="del">
          <ac:chgData name="Hironari Yamada" userId="e57621f8-ec3c-449e-bb19-001fffcc008e" providerId="ADAL" clId="{BC0BD879-F267-5CCA-8DEA-E3B2DD07DA4E}" dt="2026-06-01T04:15:13.686" v="937" actId="478"/>
          <ac:spMkLst>
            <pc:docMk/>
            <pc:sldMk cId="2890707054" sldId="303"/>
            <ac:spMk id="7" creationId="{AF2F1163-10B1-2E63-78C7-0D29A4DC30C9}"/>
          </ac:spMkLst>
        </pc:spChg>
        <pc:spChg chg="del">
          <ac:chgData name="Hironari Yamada" userId="e57621f8-ec3c-449e-bb19-001fffcc008e" providerId="ADAL" clId="{BC0BD879-F267-5CCA-8DEA-E3B2DD07DA4E}" dt="2026-06-01T04:15:13.686" v="937" actId="478"/>
          <ac:spMkLst>
            <pc:docMk/>
            <pc:sldMk cId="2890707054" sldId="303"/>
            <ac:spMk id="9" creationId="{0641E7A3-8FB2-DCD0-B82B-584F33D56550}"/>
          </ac:spMkLst>
        </pc:spChg>
        <pc:spChg chg="del">
          <ac:chgData name="Hironari Yamada" userId="e57621f8-ec3c-449e-bb19-001fffcc008e" providerId="ADAL" clId="{BC0BD879-F267-5CCA-8DEA-E3B2DD07DA4E}" dt="2026-06-01T04:15:13.686" v="937" actId="478"/>
          <ac:spMkLst>
            <pc:docMk/>
            <pc:sldMk cId="2890707054" sldId="303"/>
            <ac:spMk id="10" creationId="{2C840CD0-D606-A245-9041-8095E8FECF71}"/>
          </ac:spMkLst>
        </pc:spChg>
        <pc:spChg chg="del">
          <ac:chgData name="Hironari Yamada" userId="e57621f8-ec3c-449e-bb19-001fffcc008e" providerId="ADAL" clId="{BC0BD879-F267-5CCA-8DEA-E3B2DD07DA4E}" dt="2026-06-01T04:15:13.686" v="937" actId="478"/>
          <ac:spMkLst>
            <pc:docMk/>
            <pc:sldMk cId="2890707054" sldId="303"/>
            <ac:spMk id="11" creationId="{D813BB84-6209-119D-C1DF-05333D93F072}"/>
          </ac:spMkLst>
        </pc:spChg>
        <pc:spChg chg="del">
          <ac:chgData name="Hironari Yamada" userId="e57621f8-ec3c-449e-bb19-001fffcc008e" providerId="ADAL" clId="{BC0BD879-F267-5CCA-8DEA-E3B2DD07DA4E}" dt="2026-06-01T04:15:13.686" v="937" actId="478"/>
          <ac:spMkLst>
            <pc:docMk/>
            <pc:sldMk cId="2890707054" sldId="303"/>
            <ac:spMk id="12" creationId="{9C431FEC-8065-4FC0-0879-0692EFB730AF}"/>
          </ac:spMkLst>
        </pc:spChg>
        <pc:spChg chg="del">
          <ac:chgData name="Hironari Yamada" userId="e57621f8-ec3c-449e-bb19-001fffcc008e" providerId="ADAL" clId="{BC0BD879-F267-5CCA-8DEA-E3B2DD07DA4E}" dt="2026-06-01T04:15:13.686" v="937" actId="478"/>
          <ac:spMkLst>
            <pc:docMk/>
            <pc:sldMk cId="2890707054" sldId="303"/>
            <ac:spMk id="13" creationId="{3EE570C7-3011-9B66-F01F-300EF40647A7}"/>
          </ac:spMkLst>
        </pc:spChg>
        <pc:spChg chg="del">
          <ac:chgData name="Hironari Yamada" userId="e57621f8-ec3c-449e-bb19-001fffcc008e" providerId="ADAL" clId="{BC0BD879-F267-5CCA-8DEA-E3B2DD07DA4E}" dt="2026-06-01T04:15:13.686" v="937" actId="478"/>
          <ac:spMkLst>
            <pc:docMk/>
            <pc:sldMk cId="2890707054" sldId="303"/>
            <ac:spMk id="14" creationId="{DF472DA2-E069-C653-F0ED-78452A7F5EC0}"/>
          </ac:spMkLst>
        </pc:spChg>
        <pc:spChg chg="del">
          <ac:chgData name="Hironari Yamada" userId="e57621f8-ec3c-449e-bb19-001fffcc008e" providerId="ADAL" clId="{BC0BD879-F267-5CCA-8DEA-E3B2DD07DA4E}" dt="2026-06-01T04:15:13.686" v="937" actId="478"/>
          <ac:spMkLst>
            <pc:docMk/>
            <pc:sldMk cId="2890707054" sldId="303"/>
            <ac:spMk id="15" creationId="{15081199-7A4F-3EF3-1996-5EF9849E778F}"/>
          </ac:spMkLst>
        </pc:spChg>
        <pc:spChg chg="del">
          <ac:chgData name="Hironari Yamada" userId="e57621f8-ec3c-449e-bb19-001fffcc008e" providerId="ADAL" clId="{BC0BD879-F267-5CCA-8DEA-E3B2DD07DA4E}" dt="2026-06-01T04:15:13.686" v="937" actId="478"/>
          <ac:spMkLst>
            <pc:docMk/>
            <pc:sldMk cId="2890707054" sldId="303"/>
            <ac:spMk id="16" creationId="{49EBA672-7F7C-BF1A-7233-F16084EC81DF}"/>
          </ac:spMkLst>
        </pc:spChg>
        <pc:spChg chg="mod">
          <ac:chgData name="Hironari Yamada" userId="e57621f8-ec3c-449e-bb19-001fffcc008e" providerId="ADAL" clId="{BC0BD879-F267-5CCA-8DEA-E3B2DD07DA4E}" dt="2026-06-01T04:17:29.078" v="1030" actId="20577"/>
          <ac:spMkLst>
            <pc:docMk/>
            <pc:sldMk cId="2890707054" sldId="303"/>
            <ac:spMk id="18" creationId="{75403008-C7D3-D28E-E15C-E937FAE76A9E}"/>
          </ac:spMkLst>
        </pc:spChg>
        <pc:spChg chg="add mod">
          <ac:chgData name="Hironari Yamada" userId="e57621f8-ec3c-449e-bb19-001fffcc008e" providerId="ADAL" clId="{BC0BD879-F267-5CCA-8DEA-E3B2DD07DA4E}" dt="2026-06-01T04:16:01.487" v="941" actId="1076"/>
          <ac:spMkLst>
            <pc:docMk/>
            <pc:sldMk cId="2890707054" sldId="303"/>
            <ac:spMk id="19" creationId="{A77E3520-4776-9FF7-3205-9B3CF26F84B9}"/>
          </ac:spMkLst>
        </pc:spChg>
        <pc:spChg chg="add mod">
          <ac:chgData name="Hironari Yamada" userId="e57621f8-ec3c-449e-bb19-001fffcc008e" providerId="ADAL" clId="{BC0BD879-F267-5CCA-8DEA-E3B2DD07DA4E}" dt="2026-06-01T04:19:57.406" v="1142" actId="1076"/>
          <ac:spMkLst>
            <pc:docMk/>
            <pc:sldMk cId="2890707054" sldId="303"/>
            <ac:spMk id="23" creationId="{50D22D94-F50E-858E-6D19-B492C502CF81}"/>
          </ac:spMkLst>
        </pc:spChg>
        <pc:spChg chg="add mod">
          <ac:chgData name="Hironari Yamada" userId="e57621f8-ec3c-449e-bb19-001fffcc008e" providerId="ADAL" clId="{BC0BD879-F267-5CCA-8DEA-E3B2DD07DA4E}" dt="2026-06-01T04:16:59.479" v="968" actId="1076"/>
          <ac:spMkLst>
            <pc:docMk/>
            <pc:sldMk cId="2890707054" sldId="303"/>
            <ac:spMk id="25" creationId="{B5031202-91F6-460A-96A3-7C3716D4232B}"/>
          </ac:spMkLst>
        </pc:spChg>
        <pc:spChg chg="add mod">
          <ac:chgData name="Hironari Yamada" userId="e57621f8-ec3c-449e-bb19-001fffcc008e" providerId="ADAL" clId="{BC0BD879-F267-5CCA-8DEA-E3B2DD07DA4E}" dt="2026-06-01T04:17:42.106" v="1049" actId="1076"/>
          <ac:spMkLst>
            <pc:docMk/>
            <pc:sldMk cId="2890707054" sldId="303"/>
            <ac:spMk id="26" creationId="{6E1FD1EE-E2CE-0060-D1EB-938FEE383314}"/>
          </ac:spMkLst>
        </pc:spChg>
        <pc:spChg chg="add mod">
          <ac:chgData name="Hironari Yamada" userId="e57621f8-ec3c-449e-bb19-001fffcc008e" providerId="ADAL" clId="{BC0BD879-F267-5CCA-8DEA-E3B2DD07DA4E}" dt="2026-06-01T04:17:52.387" v="1052" actId="1076"/>
          <ac:spMkLst>
            <pc:docMk/>
            <pc:sldMk cId="2890707054" sldId="303"/>
            <ac:spMk id="27" creationId="{2356011C-5CBB-EDB9-BB26-5F50B78EB522}"/>
          </ac:spMkLst>
        </pc:spChg>
        <pc:spChg chg="add mod">
          <ac:chgData name="Hironari Yamada" userId="e57621f8-ec3c-449e-bb19-001fffcc008e" providerId="ADAL" clId="{BC0BD879-F267-5CCA-8DEA-E3B2DD07DA4E}" dt="2026-06-01T04:17:54.215" v="1055" actId="20577"/>
          <ac:spMkLst>
            <pc:docMk/>
            <pc:sldMk cId="2890707054" sldId="303"/>
            <ac:spMk id="28" creationId="{9E00160D-8332-3A21-2243-C8F303A01C82}"/>
          </ac:spMkLst>
        </pc:spChg>
        <pc:spChg chg="add mod">
          <ac:chgData name="Hironari Yamada" userId="e57621f8-ec3c-449e-bb19-001fffcc008e" providerId="ADAL" clId="{BC0BD879-F267-5CCA-8DEA-E3B2DD07DA4E}" dt="2026-06-01T04:19:29.778" v="1124" actId="1076"/>
          <ac:spMkLst>
            <pc:docMk/>
            <pc:sldMk cId="2890707054" sldId="303"/>
            <ac:spMk id="36" creationId="{67D9501F-F692-454D-F01F-AB68431A9A95}"/>
          </ac:spMkLst>
        </pc:spChg>
        <pc:spChg chg="add mod">
          <ac:chgData name="Hironari Yamada" userId="e57621f8-ec3c-449e-bb19-001fffcc008e" providerId="ADAL" clId="{BC0BD879-F267-5CCA-8DEA-E3B2DD07DA4E}" dt="2026-06-01T04:20:20.567" v="1171" actId="1076"/>
          <ac:spMkLst>
            <pc:docMk/>
            <pc:sldMk cId="2890707054" sldId="303"/>
            <ac:spMk id="40" creationId="{C63A0A39-4A40-0199-36D4-7D847A29A7EE}"/>
          </ac:spMkLst>
        </pc:spChg>
        <pc:spChg chg="add mod">
          <ac:chgData name="Hironari Yamada" userId="e57621f8-ec3c-449e-bb19-001fffcc008e" providerId="ADAL" clId="{BC0BD879-F267-5CCA-8DEA-E3B2DD07DA4E}" dt="2026-06-01T04:20:44.871" v="1226" actId="14100"/>
          <ac:spMkLst>
            <pc:docMk/>
            <pc:sldMk cId="2890707054" sldId="303"/>
            <ac:spMk id="43" creationId="{75D0DAFE-09D6-947A-0059-0AD8D0A7AF20}"/>
          </ac:spMkLst>
        </pc:spChg>
        <pc:spChg chg="add mod">
          <ac:chgData name="Hironari Yamada" userId="e57621f8-ec3c-449e-bb19-001fffcc008e" providerId="ADAL" clId="{BC0BD879-F267-5CCA-8DEA-E3B2DD07DA4E}" dt="2026-06-01T04:21:43.594" v="1416" actId="1076"/>
          <ac:spMkLst>
            <pc:docMk/>
            <pc:sldMk cId="2890707054" sldId="303"/>
            <ac:spMk id="46" creationId="{E288EC6C-646D-2FF0-4B7D-DCC6BEFFB363}"/>
          </ac:spMkLst>
        </pc:spChg>
        <pc:spChg chg="add mod">
          <ac:chgData name="Hironari Yamada" userId="e57621f8-ec3c-449e-bb19-001fffcc008e" providerId="ADAL" clId="{BC0BD879-F267-5CCA-8DEA-E3B2DD07DA4E}" dt="2026-06-01T04:22:15.802" v="1513" actId="20577"/>
          <ac:spMkLst>
            <pc:docMk/>
            <pc:sldMk cId="2890707054" sldId="303"/>
            <ac:spMk id="50" creationId="{6A930940-5C04-F7EC-547F-F75DC95B3634}"/>
          </ac:spMkLst>
        </pc:spChg>
        <pc:spChg chg="add mod">
          <ac:chgData name="Hironari Yamada" userId="e57621f8-ec3c-449e-bb19-001fffcc008e" providerId="ADAL" clId="{BC0BD879-F267-5CCA-8DEA-E3B2DD07DA4E}" dt="2026-06-01T04:22:48.634" v="1572" actId="1076"/>
          <ac:spMkLst>
            <pc:docMk/>
            <pc:sldMk cId="2890707054" sldId="303"/>
            <ac:spMk id="53" creationId="{479CBCE2-590D-5D3F-4A22-B72069022752}"/>
          </ac:spMkLst>
        </pc:spChg>
        <pc:picChg chg="add mod">
          <ac:chgData name="Hironari Yamada" userId="e57621f8-ec3c-449e-bb19-001fffcc008e" providerId="ADAL" clId="{BC0BD879-F267-5CCA-8DEA-E3B2DD07DA4E}" dt="2026-06-01T04:18:02.711" v="1056" actId="1076"/>
          <ac:picMkLst>
            <pc:docMk/>
            <pc:sldMk cId="2890707054" sldId="303"/>
            <ac:picMk id="20" creationId="{803383B1-C524-2079-130E-560059DE06D4}"/>
          </ac:picMkLst>
        </pc:picChg>
        <pc:picChg chg="add mod">
          <ac:chgData name="Hironari Yamada" userId="e57621f8-ec3c-449e-bb19-001fffcc008e" providerId="ADAL" clId="{BC0BD879-F267-5CCA-8DEA-E3B2DD07DA4E}" dt="2026-06-01T04:18:08.914" v="1057" actId="1076"/>
          <ac:picMkLst>
            <pc:docMk/>
            <pc:sldMk cId="2890707054" sldId="303"/>
            <ac:picMk id="21" creationId="{CC3651F6-D97E-52A4-1A1E-8E319945763E}"/>
          </ac:picMkLst>
        </pc:picChg>
        <pc:picChg chg="add mod">
          <ac:chgData name="Hironari Yamada" userId="e57621f8-ec3c-449e-bb19-001fffcc008e" providerId="ADAL" clId="{BC0BD879-F267-5CCA-8DEA-E3B2DD07DA4E}" dt="2026-06-01T04:18:02.711" v="1056" actId="1076"/>
          <ac:picMkLst>
            <pc:docMk/>
            <pc:sldMk cId="2890707054" sldId="303"/>
            <ac:picMk id="22" creationId="{9EF3C3DF-8D24-B3D3-3934-4AF27DCF37D6}"/>
          </ac:picMkLst>
        </pc:picChg>
        <pc:picChg chg="add mod">
          <ac:chgData name="Hironari Yamada" userId="e57621f8-ec3c-449e-bb19-001fffcc008e" providerId="ADAL" clId="{BC0BD879-F267-5CCA-8DEA-E3B2DD07DA4E}" dt="2026-06-01T04:18:08.914" v="1057" actId="1076"/>
          <ac:picMkLst>
            <pc:docMk/>
            <pc:sldMk cId="2890707054" sldId="303"/>
            <ac:picMk id="24" creationId="{0E4E51DF-24FF-3A10-6867-49DBBFBD7318}"/>
          </ac:picMkLst>
        </pc:picChg>
        <pc:cxnChg chg="add mod">
          <ac:chgData name="Hironari Yamada" userId="e57621f8-ec3c-449e-bb19-001fffcc008e" providerId="ADAL" clId="{BC0BD879-F267-5CCA-8DEA-E3B2DD07DA4E}" dt="2026-06-01T04:18:24.653" v="1060" actId="14100"/>
          <ac:cxnSpMkLst>
            <pc:docMk/>
            <pc:sldMk cId="2890707054" sldId="303"/>
            <ac:cxnSpMk id="30" creationId="{C68A0046-CAF9-BC54-D979-CBD1E59E8C29}"/>
          </ac:cxnSpMkLst>
        </pc:cxnChg>
        <pc:cxnChg chg="add mod">
          <ac:chgData name="Hironari Yamada" userId="e57621f8-ec3c-449e-bb19-001fffcc008e" providerId="ADAL" clId="{BC0BD879-F267-5CCA-8DEA-E3B2DD07DA4E}" dt="2026-06-01T04:18:31.099" v="1062" actId="1076"/>
          <ac:cxnSpMkLst>
            <pc:docMk/>
            <pc:sldMk cId="2890707054" sldId="303"/>
            <ac:cxnSpMk id="31" creationId="{9E73E6AF-E4EC-E351-391D-7371CF464EF7}"/>
          </ac:cxnSpMkLst>
        </pc:cxnChg>
        <pc:cxnChg chg="add mod">
          <ac:chgData name="Hironari Yamada" userId="e57621f8-ec3c-449e-bb19-001fffcc008e" providerId="ADAL" clId="{BC0BD879-F267-5CCA-8DEA-E3B2DD07DA4E}" dt="2026-06-01T04:18:34.684" v="1064" actId="1076"/>
          <ac:cxnSpMkLst>
            <pc:docMk/>
            <pc:sldMk cId="2890707054" sldId="303"/>
            <ac:cxnSpMk id="32" creationId="{3F652100-6FA9-56DF-E7FF-4A7133B2DD81}"/>
          </ac:cxnSpMkLst>
        </pc:cxnChg>
        <pc:cxnChg chg="add mod">
          <ac:chgData name="Hironari Yamada" userId="e57621f8-ec3c-449e-bb19-001fffcc008e" providerId="ADAL" clId="{BC0BD879-F267-5CCA-8DEA-E3B2DD07DA4E}" dt="2026-06-01T04:18:37.729" v="1066" actId="1076"/>
          <ac:cxnSpMkLst>
            <pc:docMk/>
            <pc:sldMk cId="2890707054" sldId="303"/>
            <ac:cxnSpMk id="33" creationId="{D94BA043-BAA9-5EC1-1B2C-7AB9004E25B4}"/>
          </ac:cxnSpMkLst>
        </pc:cxnChg>
        <pc:cxnChg chg="add">
          <ac:chgData name="Hironari Yamada" userId="e57621f8-ec3c-449e-bb19-001fffcc008e" providerId="ADAL" clId="{BC0BD879-F267-5CCA-8DEA-E3B2DD07DA4E}" dt="2026-06-01T04:18:48.989" v="1067" actId="11529"/>
          <ac:cxnSpMkLst>
            <pc:docMk/>
            <pc:sldMk cId="2890707054" sldId="303"/>
            <ac:cxnSpMk id="35" creationId="{BB21CBC5-A905-76F0-CE86-BD039DE32073}"/>
          </ac:cxnSpMkLst>
        </pc:cxnChg>
        <pc:cxnChg chg="add mod">
          <ac:chgData name="Hironari Yamada" userId="e57621f8-ec3c-449e-bb19-001fffcc008e" providerId="ADAL" clId="{BC0BD879-F267-5CCA-8DEA-E3B2DD07DA4E}" dt="2026-06-01T04:19:35.463" v="1127" actId="14100"/>
          <ac:cxnSpMkLst>
            <pc:docMk/>
            <pc:sldMk cId="2890707054" sldId="303"/>
            <ac:cxnSpMk id="37" creationId="{79050377-B4C0-5C94-1C08-FD8B32C61D16}"/>
          </ac:cxnSpMkLst>
        </pc:cxnChg>
        <pc:cxnChg chg="add mod">
          <ac:chgData name="Hironari Yamada" userId="e57621f8-ec3c-449e-bb19-001fffcc008e" providerId="ADAL" clId="{BC0BD879-F267-5CCA-8DEA-E3B2DD07DA4E}" dt="2026-06-01T04:20:26.944" v="1174" actId="14100"/>
          <ac:cxnSpMkLst>
            <pc:docMk/>
            <pc:sldMk cId="2890707054" sldId="303"/>
            <ac:cxnSpMk id="41" creationId="{C515FF45-76C5-2368-BE53-AADDF764676D}"/>
          </ac:cxnSpMkLst>
        </pc:cxnChg>
        <pc:cxnChg chg="add mod">
          <ac:chgData name="Hironari Yamada" userId="e57621f8-ec3c-449e-bb19-001fffcc008e" providerId="ADAL" clId="{BC0BD879-F267-5CCA-8DEA-E3B2DD07DA4E}" dt="2026-06-01T04:20:53.571" v="1229" actId="14100"/>
          <ac:cxnSpMkLst>
            <pc:docMk/>
            <pc:sldMk cId="2890707054" sldId="303"/>
            <ac:cxnSpMk id="44" creationId="{9A81578C-BEA8-84CC-4678-271283DEC19B}"/>
          </ac:cxnSpMkLst>
        </pc:cxnChg>
        <pc:cxnChg chg="add mod">
          <ac:chgData name="Hironari Yamada" userId="e57621f8-ec3c-449e-bb19-001fffcc008e" providerId="ADAL" clId="{BC0BD879-F267-5CCA-8DEA-E3B2DD07DA4E}" dt="2026-06-01T04:21:50.119" v="1419" actId="14100"/>
          <ac:cxnSpMkLst>
            <pc:docMk/>
            <pc:sldMk cId="2890707054" sldId="303"/>
            <ac:cxnSpMk id="47" creationId="{4E7AEE98-DA6B-F773-1F17-BBA162B2B283}"/>
          </ac:cxnSpMkLst>
        </pc:cxnChg>
        <pc:cxnChg chg="add mod">
          <ac:chgData name="Hironari Yamada" userId="e57621f8-ec3c-449e-bb19-001fffcc008e" providerId="ADAL" clId="{BC0BD879-F267-5CCA-8DEA-E3B2DD07DA4E}" dt="2026-06-01T04:22:22.521" v="1516" actId="14100"/>
          <ac:cxnSpMkLst>
            <pc:docMk/>
            <pc:sldMk cId="2890707054" sldId="303"/>
            <ac:cxnSpMk id="51" creationId="{C89F95ED-FB6A-6D2A-F739-FE1FB770112B}"/>
          </ac:cxnSpMkLst>
        </pc:cxnChg>
      </pc:sldChg>
      <pc:sldChg chg="addSp delSp modSp add mod">
        <pc:chgData name="Hironari Yamada" userId="e57621f8-ec3c-449e-bb19-001fffcc008e" providerId="ADAL" clId="{BC0BD879-F267-5CCA-8DEA-E3B2DD07DA4E}" dt="2026-06-01T02:01:10.977" v="322" actId="1076"/>
        <pc:sldMkLst>
          <pc:docMk/>
          <pc:sldMk cId="1376372917" sldId="304"/>
        </pc:sldMkLst>
        <pc:spChg chg="del">
          <ac:chgData name="Hironari Yamada" userId="e57621f8-ec3c-449e-bb19-001fffcc008e" providerId="ADAL" clId="{BC0BD879-F267-5CCA-8DEA-E3B2DD07DA4E}" dt="2026-06-01T01:47:46.009" v="299" actId="478"/>
          <ac:spMkLst>
            <pc:docMk/>
            <pc:sldMk cId="1376372917" sldId="304"/>
            <ac:spMk id="3" creationId="{1286D5D1-D676-76AF-7C0C-C5AD00BD6706}"/>
          </ac:spMkLst>
        </pc:spChg>
        <pc:spChg chg="del">
          <ac:chgData name="Hironari Yamada" userId="e57621f8-ec3c-449e-bb19-001fffcc008e" providerId="ADAL" clId="{BC0BD879-F267-5CCA-8DEA-E3B2DD07DA4E}" dt="2026-06-01T02:00:45.212" v="312" actId="478"/>
          <ac:spMkLst>
            <pc:docMk/>
            <pc:sldMk cId="1376372917" sldId="304"/>
            <ac:spMk id="5" creationId="{7A33A605-B6F3-8675-E638-87F81E2635FD}"/>
          </ac:spMkLst>
        </pc:spChg>
        <pc:spChg chg="del">
          <ac:chgData name="Hironari Yamada" userId="e57621f8-ec3c-449e-bb19-001fffcc008e" providerId="ADAL" clId="{BC0BD879-F267-5CCA-8DEA-E3B2DD07DA4E}" dt="2026-06-01T01:47:43.381" v="298" actId="478"/>
          <ac:spMkLst>
            <pc:docMk/>
            <pc:sldMk cId="1376372917" sldId="304"/>
            <ac:spMk id="6" creationId="{824046B5-1A5D-6327-7267-59823BD1CF28}"/>
          </ac:spMkLst>
        </pc:spChg>
        <pc:spChg chg="del">
          <ac:chgData name="Hironari Yamada" userId="e57621f8-ec3c-449e-bb19-001fffcc008e" providerId="ADAL" clId="{BC0BD879-F267-5CCA-8DEA-E3B2DD07DA4E}" dt="2026-06-01T01:47:43.381" v="298" actId="478"/>
          <ac:spMkLst>
            <pc:docMk/>
            <pc:sldMk cId="1376372917" sldId="304"/>
            <ac:spMk id="7" creationId="{B60B3B49-FFE6-F189-5E67-9368EB500D6B}"/>
          </ac:spMkLst>
        </pc:spChg>
        <pc:spChg chg="del">
          <ac:chgData name="Hironari Yamada" userId="e57621f8-ec3c-449e-bb19-001fffcc008e" providerId="ADAL" clId="{BC0BD879-F267-5CCA-8DEA-E3B2DD07DA4E}" dt="2026-06-01T01:47:43.381" v="298" actId="478"/>
          <ac:spMkLst>
            <pc:docMk/>
            <pc:sldMk cId="1376372917" sldId="304"/>
            <ac:spMk id="10" creationId="{9DC30BBA-2553-9F81-FBA6-556960BF8E2A}"/>
          </ac:spMkLst>
        </pc:spChg>
        <pc:spChg chg="del">
          <ac:chgData name="Hironari Yamada" userId="e57621f8-ec3c-449e-bb19-001fffcc008e" providerId="ADAL" clId="{BC0BD879-F267-5CCA-8DEA-E3B2DD07DA4E}" dt="2026-06-01T01:47:43.381" v="298" actId="478"/>
          <ac:spMkLst>
            <pc:docMk/>
            <pc:sldMk cId="1376372917" sldId="304"/>
            <ac:spMk id="13" creationId="{6594C2D9-27D6-6155-9E5F-2D1F2E1CF626}"/>
          </ac:spMkLst>
        </pc:spChg>
        <pc:spChg chg="del">
          <ac:chgData name="Hironari Yamada" userId="e57621f8-ec3c-449e-bb19-001fffcc008e" providerId="ADAL" clId="{BC0BD879-F267-5CCA-8DEA-E3B2DD07DA4E}" dt="2026-06-01T01:47:43.381" v="298" actId="478"/>
          <ac:spMkLst>
            <pc:docMk/>
            <pc:sldMk cId="1376372917" sldId="304"/>
            <ac:spMk id="15" creationId="{EF4D78EC-B925-DA6C-C39A-8208080EFAA2}"/>
          </ac:spMkLst>
        </pc:spChg>
        <pc:spChg chg="del">
          <ac:chgData name="Hironari Yamada" userId="e57621f8-ec3c-449e-bb19-001fffcc008e" providerId="ADAL" clId="{BC0BD879-F267-5CCA-8DEA-E3B2DD07DA4E}" dt="2026-06-01T01:47:43.381" v="298" actId="478"/>
          <ac:spMkLst>
            <pc:docMk/>
            <pc:sldMk cId="1376372917" sldId="304"/>
            <ac:spMk id="17" creationId="{71626897-5477-D48B-C224-0408128B7572}"/>
          </ac:spMkLst>
        </pc:spChg>
        <pc:spChg chg="del">
          <ac:chgData name="Hironari Yamada" userId="e57621f8-ec3c-449e-bb19-001fffcc008e" providerId="ADAL" clId="{BC0BD879-F267-5CCA-8DEA-E3B2DD07DA4E}" dt="2026-06-01T01:47:43.381" v="298" actId="478"/>
          <ac:spMkLst>
            <pc:docMk/>
            <pc:sldMk cId="1376372917" sldId="304"/>
            <ac:spMk id="21" creationId="{178DEDF8-CF8D-EA9A-01B8-3F5A2F03DE12}"/>
          </ac:spMkLst>
        </pc:spChg>
        <pc:spChg chg="del">
          <ac:chgData name="Hironari Yamada" userId="e57621f8-ec3c-449e-bb19-001fffcc008e" providerId="ADAL" clId="{BC0BD879-F267-5CCA-8DEA-E3B2DD07DA4E}" dt="2026-06-01T01:47:43.381" v="298" actId="478"/>
          <ac:spMkLst>
            <pc:docMk/>
            <pc:sldMk cId="1376372917" sldId="304"/>
            <ac:spMk id="25" creationId="{6330CDC9-6A43-CE16-0944-B536BDA07A8B}"/>
          </ac:spMkLst>
        </pc:spChg>
        <pc:spChg chg="del">
          <ac:chgData name="Hironari Yamada" userId="e57621f8-ec3c-449e-bb19-001fffcc008e" providerId="ADAL" clId="{BC0BD879-F267-5CCA-8DEA-E3B2DD07DA4E}" dt="2026-06-01T01:47:43.381" v="298" actId="478"/>
          <ac:spMkLst>
            <pc:docMk/>
            <pc:sldMk cId="1376372917" sldId="304"/>
            <ac:spMk id="33" creationId="{75E622B4-53A7-B2F3-E711-3ADC8E307C1B}"/>
          </ac:spMkLst>
        </pc:spChg>
        <pc:spChg chg="del">
          <ac:chgData name="Hironari Yamada" userId="e57621f8-ec3c-449e-bb19-001fffcc008e" providerId="ADAL" clId="{BC0BD879-F267-5CCA-8DEA-E3B2DD07DA4E}" dt="2026-06-01T01:47:43.381" v="298" actId="478"/>
          <ac:spMkLst>
            <pc:docMk/>
            <pc:sldMk cId="1376372917" sldId="304"/>
            <ac:spMk id="36" creationId="{04A215D9-8726-8431-BA33-BBEE686BF7FB}"/>
          </ac:spMkLst>
        </pc:spChg>
        <pc:spChg chg="mod">
          <ac:chgData name="Hironari Yamada" userId="e57621f8-ec3c-449e-bb19-001fffcc008e" providerId="ADAL" clId="{BC0BD879-F267-5CCA-8DEA-E3B2DD07DA4E}" dt="2026-06-01T02:00:43.140" v="311" actId="20577"/>
          <ac:spMkLst>
            <pc:docMk/>
            <pc:sldMk cId="1376372917" sldId="304"/>
            <ac:spMk id="39" creationId="{C6DCF546-25BB-3B67-6FB3-516AEEE0F3FE}"/>
          </ac:spMkLst>
        </pc:spChg>
        <pc:spChg chg="mod">
          <ac:chgData name="Hironari Yamada" userId="e57621f8-ec3c-449e-bb19-001fffcc008e" providerId="ADAL" clId="{BC0BD879-F267-5CCA-8DEA-E3B2DD07DA4E}" dt="2026-06-01T02:01:07.198" v="321" actId="1076"/>
          <ac:spMkLst>
            <pc:docMk/>
            <pc:sldMk cId="1376372917" sldId="304"/>
            <ac:spMk id="45" creationId="{DDD60563-F7AC-BDB6-A7C2-DCE6081A9E06}"/>
          </ac:spMkLst>
        </pc:spChg>
        <pc:spChg chg="add mod">
          <ac:chgData name="Hironari Yamada" userId="e57621f8-ec3c-449e-bb19-001fffcc008e" providerId="ADAL" clId="{BC0BD879-F267-5CCA-8DEA-E3B2DD07DA4E}" dt="2026-06-01T02:01:10.977" v="322" actId="1076"/>
          <ac:spMkLst>
            <pc:docMk/>
            <pc:sldMk cId="1376372917" sldId="304"/>
            <ac:spMk id="46" creationId="{78592570-0F22-93E8-34C2-ABF0486F02BB}"/>
          </ac:spMkLst>
        </pc:spChg>
        <pc:spChg chg="add mod">
          <ac:chgData name="Hironari Yamada" userId="e57621f8-ec3c-449e-bb19-001fffcc008e" providerId="ADAL" clId="{BC0BD879-F267-5CCA-8DEA-E3B2DD07DA4E}" dt="2026-06-01T02:00:50.682" v="314" actId="2711"/>
          <ac:spMkLst>
            <pc:docMk/>
            <pc:sldMk cId="1376372917" sldId="304"/>
            <ac:spMk id="48" creationId="{6F0CE99D-AA0E-D4F6-2E55-A9B83BB36C6F}"/>
          </ac:spMkLst>
        </pc:spChg>
        <pc:spChg chg="add mod">
          <ac:chgData name="Hironari Yamada" userId="e57621f8-ec3c-449e-bb19-001fffcc008e" providerId="ADAL" clId="{BC0BD879-F267-5CCA-8DEA-E3B2DD07DA4E}" dt="2026-06-01T02:00:50.682" v="314" actId="2711"/>
          <ac:spMkLst>
            <pc:docMk/>
            <pc:sldMk cId="1376372917" sldId="304"/>
            <ac:spMk id="60" creationId="{156B3432-B8E3-9B16-9803-757863F3718B}"/>
          </ac:spMkLst>
        </pc:spChg>
        <pc:spChg chg="add mod">
          <ac:chgData name="Hironari Yamada" userId="e57621f8-ec3c-449e-bb19-001fffcc008e" providerId="ADAL" clId="{BC0BD879-F267-5CCA-8DEA-E3B2DD07DA4E}" dt="2026-06-01T02:00:50.682" v="314" actId="2711"/>
          <ac:spMkLst>
            <pc:docMk/>
            <pc:sldMk cId="1376372917" sldId="304"/>
            <ac:spMk id="64" creationId="{FE979E66-F07D-59FA-E587-CE2696D47799}"/>
          </ac:spMkLst>
        </pc:spChg>
        <pc:spChg chg="add mod">
          <ac:chgData name="Hironari Yamada" userId="e57621f8-ec3c-449e-bb19-001fffcc008e" providerId="ADAL" clId="{BC0BD879-F267-5CCA-8DEA-E3B2DD07DA4E}" dt="2026-06-01T02:00:50.682" v="314" actId="2711"/>
          <ac:spMkLst>
            <pc:docMk/>
            <pc:sldMk cId="1376372917" sldId="304"/>
            <ac:spMk id="70" creationId="{F22C65C2-D9F3-C0D0-E9C0-75AC509B1A9C}"/>
          </ac:spMkLst>
        </pc:spChg>
        <pc:spChg chg="mod">
          <ac:chgData name="Hironari Yamada" userId="e57621f8-ec3c-449e-bb19-001fffcc008e" providerId="ADAL" clId="{BC0BD879-F267-5CCA-8DEA-E3B2DD07DA4E}" dt="2026-06-01T02:00:50.682" v="314" actId="2711"/>
          <ac:spMkLst>
            <pc:docMk/>
            <pc:sldMk cId="1376372917" sldId="304"/>
            <ac:spMk id="75" creationId="{FE83F804-EB6A-2EFA-1DC3-328ED9127FD0}"/>
          </ac:spMkLst>
        </pc:spChg>
        <pc:spChg chg="add mod">
          <ac:chgData name="Hironari Yamada" userId="e57621f8-ec3c-449e-bb19-001fffcc008e" providerId="ADAL" clId="{BC0BD879-F267-5CCA-8DEA-E3B2DD07DA4E}" dt="2026-06-01T02:00:50.682" v="314" actId="2711"/>
          <ac:spMkLst>
            <pc:docMk/>
            <pc:sldMk cId="1376372917" sldId="304"/>
            <ac:spMk id="78" creationId="{296BBB1F-5923-95BA-C400-2D6F2FC1B727}"/>
          </ac:spMkLst>
        </pc:spChg>
        <pc:spChg chg="add mod">
          <ac:chgData name="Hironari Yamada" userId="e57621f8-ec3c-449e-bb19-001fffcc008e" providerId="ADAL" clId="{BC0BD879-F267-5CCA-8DEA-E3B2DD07DA4E}" dt="2026-06-01T02:00:50.682" v="314" actId="2711"/>
          <ac:spMkLst>
            <pc:docMk/>
            <pc:sldMk cId="1376372917" sldId="304"/>
            <ac:spMk id="84" creationId="{568AA913-8725-EF59-34EA-9506AFCDDC60}"/>
          </ac:spMkLst>
        </pc:spChg>
        <pc:spChg chg="add mod">
          <ac:chgData name="Hironari Yamada" userId="e57621f8-ec3c-449e-bb19-001fffcc008e" providerId="ADAL" clId="{BC0BD879-F267-5CCA-8DEA-E3B2DD07DA4E}" dt="2026-06-01T02:00:50.682" v="314" actId="2711"/>
          <ac:spMkLst>
            <pc:docMk/>
            <pc:sldMk cId="1376372917" sldId="304"/>
            <ac:spMk id="90" creationId="{A9D623D8-F54F-8668-3431-C08B59AA01AE}"/>
          </ac:spMkLst>
        </pc:spChg>
        <pc:spChg chg="add mod">
          <ac:chgData name="Hironari Yamada" userId="e57621f8-ec3c-449e-bb19-001fffcc008e" providerId="ADAL" clId="{BC0BD879-F267-5CCA-8DEA-E3B2DD07DA4E}" dt="2026-06-01T02:00:50.682" v="314" actId="2711"/>
          <ac:spMkLst>
            <pc:docMk/>
            <pc:sldMk cId="1376372917" sldId="304"/>
            <ac:spMk id="104" creationId="{31303345-B5E5-C621-FB43-2ECD24B08BB4}"/>
          </ac:spMkLst>
        </pc:spChg>
      </pc:sldChg>
      <pc:sldChg chg="addSp delSp modSp add mod">
        <pc:chgData name="Hironari Yamada" userId="e57621f8-ec3c-449e-bb19-001fffcc008e" providerId="ADAL" clId="{BC0BD879-F267-5CCA-8DEA-E3B2DD07DA4E}" dt="2026-06-01T02:01:56.753" v="362" actId="20577"/>
        <pc:sldMkLst>
          <pc:docMk/>
          <pc:sldMk cId="3032166926" sldId="305"/>
        </pc:sldMkLst>
        <pc:spChg chg="add mod">
          <ac:chgData name="Hironari Yamada" userId="e57621f8-ec3c-449e-bb19-001fffcc008e" providerId="ADAL" clId="{BC0BD879-F267-5CCA-8DEA-E3B2DD07DA4E}" dt="2026-06-01T02:01:39.723" v="330"/>
          <ac:spMkLst>
            <pc:docMk/>
            <pc:sldMk cId="3032166926" sldId="305"/>
            <ac:spMk id="3" creationId="{0535548E-3EE9-679E-9216-51E67C66FFAF}"/>
          </ac:spMkLst>
        </pc:spChg>
        <pc:spChg chg="add del">
          <ac:chgData name="Hironari Yamada" userId="e57621f8-ec3c-449e-bb19-001fffcc008e" providerId="ADAL" clId="{BC0BD879-F267-5CCA-8DEA-E3B2DD07DA4E}" dt="2026-06-01T02:01:30.844" v="325" actId="478"/>
          <ac:spMkLst>
            <pc:docMk/>
            <pc:sldMk cId="3032166926" sldId="305"/>
            <ac:spMk id="4" creationId="{1AD95510-3297-DCC5-23BE-5198AB83BD7C}"/>
          </ac:spMkLst>
        </pc:spChg>
        <pc:spChg chg="add mod">
          <ac:chgData name="Hironari Yamada" userId="e57621f8-ec3c-449e-bb19-001fffcc008e" providerId="ADAL" clId="{BC0BD879-F267-5CCA-8DEA-E3B2DD07DA4E}" dt="2026-06-01T02:01:39.723" v="330"/>
          <ac:spMkLst>
            <pc:docMk/>
            <pc:sldMk cId="3032166926" sldId="305"/>
            <ac:spMk id="7" creationId="{30C40EFC-EC84-8F22-813E-2BCBE928D4AC}"/>
          </ac:spMkLst>
        </pc:spChg>
        <pc:spChg chg="add mod">
          <ac:chgData name="Hironari Yamada" userId="e57621f8-ec3c-449e-bb19-001fffcc008e" providerId="ADAL" clId="{BC0BD879-F267-5CCA-8DEA-E3B2DD07DA4E}" dt="2026-06-01T02:01:39.723" v="330"/>
          <ac:spMkLst>
            <pc:docMk/>
            <pc:sldMk cId="3032166926" sldId="305"/>
            <ac:spMk id="8" creationId="{4FB905DA-F5EC-3744-0555-D7AC9784E250}"/>
          </ac:spMkLst>
        </pc:spChg>
        <pc:spChg chg="add mod">
          <ac:chgData name="Hironari Yamada" userId="e57621f8-ec3c-449e-bb19-001fffcc008e" providerId="ADAL" clId="{BC0BD879-F267-5CCA-8DEA-E3B2DD07DA4E}" dt="2026-06-01T02:01:39.723" v="330"/>
          <ac:spMkLst>
            <pc:docMk/>
            <pc:sldMk cId="3032166926" sldId="305"/>
            <ac:spMk id="11" creationId="{E0EAAFB0-5C24-B211-3292-05734125A078}"/>
          </ac:spMkLst>
        </pc:spChg>
        <pc:spChg chg="add mod">
          <ac:chgData name="Hironari Yamada" userId="e57621f8-ec3c-449e-bb19-001fffcc008e" providerId="ADAL" clId="{BC0BD879-F267-5CCA-8DEA-E3B2DD07DA4E}" dt="2026-06-01T02:01:39.723" v="330"/>
          <ac:spMkLst>
            <pc:docMk/>
            <pc:sldMk cId="3032166926" sldId="305"/>
            <ac:spMk id="12" creationId="{41E7D34A-92BB-D8E8-3DC1-905AC46AD202}"/>
          </ac:spMkLst>
        </pc:spChg>
        <pc:spChg chg="add mod">
          <ac:chgData name="Hironari Yamada" userId="e57621f8-ec3c-449e-bb19-001fffcc008e" providerId="ADAL" clId="{BC0BD879-F267-5CCA-8DEA-E3B2DD07DA4E}" dt="2026-06-01T02:01:39.723" v="330"/>
          <ac:spMkLst>
            <pc:docMk/>
            <pc:sldMk cId="3032166926" sldId="305"/>
            <ac:spMk id="14" creationId="{3B6C97F5-1F50-C717-53C6-B13C54FE707A}"/>
          </ac:spMkLst>
        </pc:spChg>
        <pc:spChg chg="add mod">
          <ac:chgData name="Hironari Yamada" userId="e57621f8-ec3c-449e-bb19-001fffcc008e" providerId="ADAL" clId="{BC0BD879-F267-5CCA-8DEA-E3B2DD07DA4E}" dt="2026-06-01T02:01:39.723" v="330"/>
          <ac:spMkLst>
            <pc:docMk/>
            <pc:sldMk cId="3032166926" sldId="305"/>
            <ac:spMk id="16" creationId="{C325DEB6-8B6B-DC71-8F1C-3DE8E5E80723}"/>
          </ac:spMkLst>
        </pc:spChg>
        <pc:spChg chg="add mod">
          <ac:chgData name="Hironari Yamada" userId="e57621f8-ec3c-449e-bb19-001fffcc008e" providerId="ADAL" clId="{BC0BD879-F267-5CCA-8DEA-E3B2DD07DA4E}" dt="2026-06-01T02:01:39.723" v="330"/>
          <ac:spMkLst>
            <pc:docMk/>
            <pc:sldMk cId="3032166926" sldId="305"/>
            <ac:spMk id="17" creationId="{E5B4D62A-DFA3-DB63-5702-E0B650EC1BDC}"/>
          </ac:spMkLst>
        </pc:spChg>
        <pc:spChg chg="add mod">
          <ac:chgData name="Hironari Yamada" userId="e57621f8-ec3c-449e-bb19-001fffcc008e" providerId="ADAL" clId="{BC0BD879-F267-5CCA-8DEA-E3B2DD07DA4E}" dt="2026-06-01T02:01:39.723" v="330"/>
          <ac:spMkLst>
            <pc:docMk/>
            <pc:sldMk cId="3032166926" sldId="305"/>
            <ac:spMk id="18" creationId="{C5982EC3-D420-D0F8-CCCC-AB2E294E2C9A}"/>
          </ac:spMkLst>
        </pc:spChg>
        <pc:spChg chg="add mod">
          <ac:chgData name="Hironari Yamada" userId="e57621f8-ec3c-449e-bb19-001fffcc008e" providerId="ADAL" clId="{BC0BD879-F267-5CCA-8DEA-E3B2DD07DA4E}" dt="2026-06-01T02:01:39.723" v="330"/>
          <ac:spMkLst>
            <pc:docMk/>
            <pc:sldMk cId="3032166926" sldId="305"/>
            <ac:spMk id="19" creationId="{D7A171B8-138C-3A9A-8C19-E787661D653C}"/>
          </ac:spMkLst>
        </pc:spChg>
        <pc:spChg chg="add mod">
          <ac:chgData name="Hironari Yamada" userId="e57621f8-ec3c-449e-bb19-001fffcc008e" providerId="ADAL" clId="{BC0BD879-F267-5CCA-8DEA-E3B2DD07DA4E}" dt="2026-06-01T02:01:45.459" v="331"/>
          <ac:spMkLst>
            <pc:docMk/>
            <pc:sldMk cId="3032166926" sldId="305"/>
            <ac:spMk id="20" creationId="{0A2B2A40-0E11-B700-B31F-D0919A6197A2}"/>
          </ac:spMkLst>
        </pc:spChg>
        <pc:spChg chg="add mod">
          <ac:chgData name="Hironari Yamada" userId="e57621f8-ec3c-449e-bb19-001fffcc008e" providerId="ADAL" clId="{BC0BD879-F267-5CCA-8DEA-E3B2DD07DA4E}" dt="2026-06-01T02:01:45.459" v="331"/>
          <ac:spMkLst>
            <pc:docMk/>
            <pc:sldMk cId="3032166926" sldId="305"/>
            <ac:spMk id="23" creationId="{CD402FE8-0123-FA86-BC0C-DFDC407BEDD1}"/>
          </ac:spMkLst>
        </pc:spChg>
        <pc:spChg chg="add mod">
          <ac:chgData name="Hironari Yamada" userId="e57621f8-ec3c-449e-bb19-001fffcc008e" providerId="ADAL" clId="{BC0BD879-F267-5CCA-8DEA-E3B2DD07DA4E}" dt="2026-06-01T02:01:45.459" v="331"/>
          <ac:spMkLst>
            <pc:docMk/>
            <pc:sldMk cId="3032166926" sldId="305"/>
            <ac:spMk id="24" creationId="{34238AFE-2F6E-F741-FA13-FB94E4E478F5}"/>
          </ac:spMkLst>
        </pc:spChg>
        <pc:spChg chg="add mod">
          <ac:chgData name="Hironari Yamada" userId="e57621f8-ec3c-449e-bb19-001fffcc008e" providerId="ADAL" clId="{BC0BD879-F267-5CCA-8DEA-E3B2DD07DA4E}" dt="2026-06-01T02:01:45.459" v="331"/>
          <ac:spMkLst>
            <pc:docMk/>
            <pc:sldMk cId="3032166926" sldId="305"/>
            <ac:spMk id="26" creationId="{05B971B7-5115-0BAC-939C-9EC2DEAD87F6}"/>
          </ac:spMkLst>
        </pc:spChg>
        <pc:spChg chg="add mod">
          <ac:chgData name="Hironari Yamada" userId="e57621f8-ec3c-449e-bb19-001fffcc008e" providerId="ADAL" clId="{BC0BD879-F267-5CCA-8DEA-E3B2DD07DA4E}" dt="2026-06-01T02:01:45.459" v="331"/>
          <ac:spMkLst>
            <pc:docMk/>
            <pc:sldMk cId="3032166926" sldId="305"/>
            <ac:spMk id="27" creationId="{BAE9D48D-9FB6-189E-C475-D921582CD832}"/>
          </ac:spMkLst>
        </pc:spChg>
        <pc:spChg chg="add mod">
          <ac:chgData name="Hironari Yamada" userId="e57621f8-ec3c-449e-bb19-001fffcc008e" providerId="ADAL" clId="{BC0BD879-F267-5CCA-8DEA-E3B2DD07DA4E}" dt="2026-06-01T02:01:45.459" v="331"/>
          <ac:spMkLst>
            <pc:docMk/>
            <pc:sldMk cId="3032166926" sldId="305"/>
            <ac:spMk id="28" creationId="{B14AC28C-6AD3-31D4-334E-94F80637A52B}"/>
          </ac:spMkLst>
        </pc:spChg>
        <pc:spChg chg="add mod">
          <ac:chgData name="Hironari Yamada" userId="e57621f8-ec3c-449e-bb19-001fffcc008e" providerId="ADAL" clId="{BC0BD879-F267-5CCA-8DEA-E3B2DD07DA4E}" dt="2026-06-01T02:01:45.459" v="331"/>
          <ac:spMkLst>
            <pc:docMk/>
            <pc:sldMk cId="3032166926" sldId="305"/>
            <ac:spMk id="32" creationId="{1D942132-629E-99C5-726B-AE591A35FC45}"/>
          </ac:spMkLst>
        </pc:spChg>
        <pc:spChg chg="add mod">
          <ac:chgData name="Hironari Yamada" userId="e57621f8-ec3c-449e-bb19-001fffcc008e" providerId="ADAL" clId="{BC0BD879-F267-5CCA-8DEA-E3B2DD07DA4E}" dt="2026-06-01T02:01:45.459" v="331"/>
          <ac:spMkLst>
            <pc:docMk/>
            <pc:sldMk cId="3032166926" sldId="305"/>
            <ac:spMk id="33" creationId="{884976D0-9871-481C-6AB5-1E046800EC8A}"/>
          </ac:spMkLst>
        </pc:spChg>
        <pc:spChg chg="add mod">
          <ac:chgData name="Hironari Yamada" userId="e57621f8-ec3c-449e-bb19-001fffcc008e" providerId="ADAL" clId="{BC0BD879-F267-5CCA-8DEA-E3B2DD07DA4E}" dt="2026-06-01T02:01:45.459" v="331"/>
          <ac:spMkLst>
            <pc:docMk/>
            <pc:sldMk cId="3032166926" sldId="305"/>
            <ac:spMk id="34" creationId="{58B0C59D-38D2-7557-14D1-E26D83D19976}"/>
          </ac:spMkLst>
        </pc:spChg>
        <pc:spChg chg="add mod">
          <ac:chgData name="Hironari Yamada" userId="e57621f8-ec3c-449e-bb19-001fffcc008e" providerId="ADAL" clId="{BC0BD879-F267-5CCA-8DEA-E3B2DD07DA4E}" dt="2026-06-01T02:01:45.459" v="331"/>
          <ac:spMkLst>
            <pc:docMk/>
            <pc:sldMk cId="3032166926" sldId="305"/>
            <ac:spMk id="35" creationId="{0E5B53B6-C048-1F82-1E88-15FC15DC255A}"/>
          </ac:spMkLst>
        </pc:spChg>
        <pc:spChg chg="mod">
          <ac:chgData name="Hironari Yamada" userId="e57621f8-ec3c-449e-bb19-001fffcc008e" providerId="ADAL" clId="{BC0BD879-F267-5CCA-8DEA-E3B2DD07DA4E}" dt="2026-06-01T02:01:56.753" v="362" actId="20577"/>
          <ac:spMkLst>
            <pc:docMk/>
            <pc:sldMk cId="3032166926" sldId="305"/>
            <ac:spMk id="39" creationId="{FB605E4A-8842-6226-B174-C275DDE41688}"/>
          </ac:spMkLst>
        </pc:spChg>
        <pc:spChg chg="add del">
          <ac:chgData name="Hironari Yamada" userId="e57621f8-ec3c-449e-bb19-001fffcc008e" providerId="ADAL" clId="{BC0BD879-F267-5CCA-8DEA-E3B2DD07DA4E}" dt="2026-06-01T02:01:33.157" v="326" actId="478"/>
          <ac:spMkLst>
            <pc:docMk/>
            <pc:sldMk cId="3032166926" sldId="305"/>
            <ac:spMk id="46" creationId="{132E5C03-ABEB-EA62-F022-4B3A63DA7D41}"/>
          </ac:spMkLst>
        </pc:spChg>
        <pc:spChg chg="add del">
          <ac:chgData name="Hironari Yamada" userId="e57621f8-ec3c-449e-bb19-001fffcc008e" providerId="ADAL" clId="{BC0BD879-F267-5CCA-8DEA-E3B2DD07DA4E}" dt="2026-06-01T02:01:33.157" v="326" actId="478"/>
          <ac:spMkLst>
            <pc:docMk/>
            <pc:sldMk cId="3032166926" sldId="305"/>
            <ac:spMk id="49" creationId="{6555F864-A003-6BE3-9033-C352A37E239C}"/>
          </ac:spMkLst>
        </pc:spChg>
        <pc:spChg chg="add del">
          <ac:chgData name="Hironari Yamada" userId="e57621f8-ec3c-449e-bb19-001fffcc008e" providerId="ADAL" clId="{BC0BD879-F267-5CCA-8DEA-E3B2DD07DA4E}" dt="2026-06-01T02:01:33.157" v="326" actId="478"/>
          <ac:spMkLst>
            <pc:docMk/>
            <pc:sldMk cId="3032166926" sldId="305"/>
            <ac:spMk id="51" creationId="{7F8A882D-F5A1-FC16-F347-BE57AE3575DF}"/>
          </ac:spMkLst>
        </pc:spChg>
        <pc:spChg chg="add del">
          <ac:chgData name="Hironari Yamada" userId="e57621f8-ec3c-449e-bb19-001fffcc008e" providerId="ADAL" clId="{BC0BD879-F267-5CCA-8DEA-E3B2DD07DA4E}" dt="2026-06-01T02:01:33.157" v="326" actId="478"/>
          <ac:spMkLst>
            <pc:docMk/>
            <pc:sldMk cId="3032166926" sldId="305"/>
            <ac:spMk id="56" creationId="{7A65F3E4-1BFC-AF8E-28C5-8753591EEA4F}"/>
          </ac:spMkLst>
        </pc:spChg>
        <pc:spChg chg="add del">
          <ac:chgData name="Hironari Yamada" userId="e57621f8-ec3c-449e-bb19-001fffcc008e" providerId="ADAL" clId="{BC0BD879-F267-5CCA-8DEA-E3B2DD07DA4E}" dt="2026-06-01T02:01:33.157" v="326" actId="478"/>
          <ac:spMkLst>
            <pc:docMk/>
            <pc:sldMk cId="3032166926" sldId="305"/>
            <ac:spMk id="60" creationId="{8D8BF28C-42D0-EB4D-CE6F-6623D9EB75D0}"/>
          </ac:spMkLst>
        </pc:spChg>
        <pc:spChg chg="add del">
          <ac:chgData name="Hironari Yamada" userId="e57621f8-ec3c-449e-bb19-001fffcc008e" providerId="ADAL" clId="{BC0BD879-F267-5CCA-8DEA-E3B2DD07DA4E}" dt="2026-06-01T02:01:33.157" v="326" actId="478"/>
          <ac:spMkLst>
            <pc:docMk/>
            <pc:sldMk cId="3032166926" sldId="305"/>
            <ac:spMk id="61" creationId="{5DBCF4CE-C86A-D2A0-9BC8-D509189B75CE}"/>
          </ac:spMkLst>
        </pc:spChg>
        <pc:spChg chg="del">
          <ac:chgData name="Hironari Yamada" userId="e57621f8-ec3c-449e-bb19-001fffcc008e" providerId="ADAL" clId="{BC0BD879-F267-5CCA-8DEA-E3B2DD07DA4E}" dt="2026-06-01T02:01:35.839" v="327" actId="478"/>
          <ac:spMkLst>
            <pc:docMk/>
            <pc:sldMk cId="3032166926" sldId="305"/>
            <ac:spMk id="70" creationId="{CAE53F01-6DEC-448D-0284-DBCE1CFAFBBA}"/>
          </ac:spMkLst>
        </pc:spChg>
        <pc:spChg chg="del">
          <ac:chgData name="Hironari Yamada" userId="e57621f8-ec3c-449e-bb19-001fffcc008e" providerId="ADAL" clId="{BC0BD879-F267-5CCA-8DEA-E3B2DD07DA4E}" dt="2026-06-01T02:01:33.157" v="326" actId="478"/>
          <ac:spMkLst>
            <pc:docMk/>
            <pc:sldMk cId="3032166926" sldId="305"/>
            <ac:spMk id="80" creationId="{CC452150-F565-72E4-9356-67A129D129B3}"/>
          </ac:spMkLst>
        </pc:spChg>
        <pc:spChg chg="add del">
          <ac:chgData name="Hironari Yamada" userId="e57621f8-ec3c-449e-bb19-001fffcc008e" providerId="ADAL" clId="{BC0BD879-F267-5CCA-8DEA-E3B2DD07DA4E}" dt="2026-06-01T02:01:33.157" v="326" actId="478"/>
          <ac:spMkLst>
            <pc:docMk/>
            <pc:sldMk cId="3032166926" sldId="305"/>
            <ac:spMk id="83" creationId="{92DEE06A-FE7F-47CE-47AD-5714F3B79F29}"/>
          </ac:spMkLst>
        </pc:spChg>
        <pc:spChg chg="add del">
          <ac:chgData name="Hironari Yamada" userId="e57621f8-ec3c-449e-bb19-001fffcc008e" providerId="ADAL" clId="{BC0BD879-F267-5CCA-8DEA-E3B2DD07DA4E}" dt="2026-06-01T02:01:33.157" v="326" actId="478"/>
          <ac:spMkLst>
            <pc:docMk/>
            <pc:sldMk cId="3032166926" sldId="305"/>
            <ac:spMk id="102" creationId="{63C8E6DE-D79B-CD7A-6829-E9111A37A805}"/>
          </ac:spMkLst>
        </pc:spChg>
        <pc:spChg chg="add del">
          <ac:chgData name="Hironari Yamada" userId="e57621f8-ec3c-449e-bb19-001fffcc008e" providerId="ADAL" clId="{BC0BD879-F267-5CCA-8DEA-E3B2DD07DA4E}" dt="2026-06-01T02:01:33.157" v="326" actId="478"/>
          <ac:spMkLst>
            <pc:docMk/>
            <pc:sldMk cId="3032166926" sldId="305"/>
            <ac:spMk id="106" creationId="{6743CDEB-2A7B-2A6A-DEDB-CC3773464619}"/>
          </ac:spMkLst>
        </pc:spChg>
      </pc:sldChg>
      <pc:sldChg chg="addSp delSp modSp add mod">
        <pc:chgData name="Hironari Yamada" userId="e57621f8-ec3c-449e-bb19-001fffcc008e" providerId="ADAL" clId="{BC0BD879-F267-5CCA-8DEA-E3B2DD07DA4E}" dt="2026-06-01T02:03:16.311" v="433" actId="2711"/>
        <pc:sldMkLst>
          <pc:docMk/>
          <pc:sldMk cId="269668435" sldId="306"/>
        </pc:sldMkLst>
        <pc:spChg chg="add del">
          <ac:chgData name="Hironari Yamada" userId="e57621f8-ec3c-449e-bb19-001fffcc008e" providerId="ADAL" clId="{BC0BD879-F267-5CCA-8DEA-E3B2DD07DA4E}" dt="2026-06-01T02:02:41.933" v="428" actId="478"/>
          <ac:spMkLst>
            <pc:docMk/>
            <pc:sldMk cId="269668435" sldId="306"/>
            <ac:spMk id="4" creationId="{7973C8D8-F2AF-B7BB-AB36-F19ADAE14B44}"/>
          </ac:spMkLst>
        </pc:spChg>
        <pc:spChg chg="add mod">
          <ac:chgData name="Hironari Yamada" userId="e57621f8-ec3c-449e-bb19-001fffcc008e" providerId="ADAL" clId="{BC0BD879-F267-5CCA-8DEA-E3B2DD07DA4E}" dt="2026-06-01T02:02:52.600" v="430"/>
          <ac:spMkLst>
            <pc:docMk/>
            <pc:sldMk cId="269668435" sldId="306"/>
            <ac:spMk id="6" creationId="{3BAC0646-23EC-F03A-D2F3-B7CDA4ED53A9}"/>
          </ac:spMkLst>
        </pc:spChg>
        <pc:spChg chg="add mod">
          <ac:chgData name="Hironari Yamada" userId="e57621f8-ec3c-449e-bb19-001fffcc008e" providerId="ADAL" clId="{BC0BD879-F267-5CCA-8DEA-E3B2DD07DA4E}" dt="2026-06-01T02:03:01.409" v="431" actId="2711"/>
          <ac:spMkLst>
            <pc:docMk/>
            <pc:sldMk cId="269668435" sldId="306"/>
            <ac:spMk id="7" creationId="{C7E9D4E3-93F9-E944-E9F8-F4DFCC6CDBC2}"/>
          </ac:spMkLst>
        </pc:spChg>
        <pc:spChg chg="del">
          <ac:chgData name="Hironari Yamada" userId="e57621f8-ec3c-449e-bb19-001fffcc008e" providerId="ADAL" clId="{BC0BD879-F267-5CCA-8DEA-E3B2DD07DA4E}" dt="2026-06-01T02:02:47.092" v="429" actId="478"/>
          <ac:spMkLst>
            <pc:docMk/>
            <pc:sldMk cId="269668435" sldId="306"/>
            <ac:spMk id="20" creationId="{E0D3673F-F89C-8794-6C49-C254254C7EE8}"/>
          </ac:spMkLst>
        </pc:spChg>
        <pc:spChg chg="add del">
          <ac:chgData name="Hironari Yamada" userId="e57621f8-ec3c-449e-bb19-001fffcc008e" providerId="ADAL" clId="{BC0BD879-F267-5CCA-8DEA-E3B2DD07DA4E}" dt="2026-06-01T02:02:47.092" v="429" actId="478"/>
          <ac:spMkLst>
            <pc:docMk/>
            <pc:sldMk cId="269668435" sldId="306"/>
            <ac:spMk id="23" creationId="{2FD6D095-54A8-38BD-7F76-7AC51EDABADD}"/>
          </ac:spMkLst>
        </pc:spChg>
        <pc:spChg chg="add del">
          <ac:chgData name="Hironari Yamada" userId="e57621f8-ec3c-449e-bb19-001fffcc008e" providerId="ADAL" clId="{BC0BD879-F267-5CCA-8DEA-E3B2DD07DA4E}" dt="2026-06-01T02:02:47.092" v="429" actId="478"/>
          <ac:spMkLst>
            <pc:docMk/>
            <pc:sldMk cId="269668435" sldId="306"/>
            <ac:spMk id="24" creationId="{5D7FB1F0-8CEF-8121-7EE5-D3376817A2F0}"/>
          </ac:spMkLst>
        </pc:spChg>
        <pc:spChg chg="add del">
          <ac:chgData name="Hironari Yamada" userId="e57621f8-ec3c-449e-bb19-001fffcc008e" providerId="ADAL" clId="{BC0BD879-F267-5CCA-8DEA-E3B2DD07DA4E}" dt="2026-06-01T02:02:47.092" v="429" actId="478"/>
          <ac:spMkLst>
            <pc:docMk/>
            <pc:sldMk cId="269668435" sldId="306"/>
            <ac:spMk id="26" creationId="{ACC2EA7D-B731-A944-F38E-D1D975E2C611}"/>
          </ac:spMkLst>
        </pc:spChg>
        <pc:spChg chg="add del">
          <ac:chgData name="Hironari Yamada" userId="e57621f8-ec3c-449e-bb19-001fffcc008e" providerId="ADAL" clId="{BC0BD879-F267-5CCA-8DEA-E3B2DD07DA4E}" dt="2026-06-01T02:02:47.092" v="429" actId="478"/>
          <ac:spMkLst>
            <pc:docMk/>
            <pc:sldMk cId="269668435" sldId="306"/>
            <ac:spMk id="27" creationId="{6F2B0825-FBFF-3E02-11EA-5A654DFBFAC7}"/>
          </ac:spMkLst>
        </pc:spChg>
        <pc:spChg chg="add del">
          <ac:chgData name="Hironari Yamada" userId="e57621f8-ec3c-449e-bb19-001fffcc008e" providerId="ADAL" clId="{BC0BD879-F267-5CCA-8DEA-E3B2DD07DA4E}" dt="2026-06-01T02:02:47.092" v="429" actId="478"/>
          <ac:spMkLst>
            <pc:docMk/>
            <pc:sldMk cId="269668435" sldId="306"/>
            <ac:spMk id="28" creationId="{53E275D2-1CE5-6E11-7D13-8C68F337FC73}"/>
          </ac:spMkLst>
        </pc:spChg>
        <pc:spChg chg="del">
          <ac:chgData name="Hironari Yamada" userId="e57621f8-ec3c-449e-bb19-001fffcc008e" providerId="ADAL" clId="{BC0BD879-F267-5CCA-8DEA-E3B2DD07DA4E}" dt="2026-06-01T02:02:47.092" v="429" actId="478"/>
          <ac:spMkLst>
            <pc:docMk/>
            <pc:sldMk cId="269668435" sldId="306"/>
            <ac:spMk id="30" creationId="{2C2648F7-FFC3-79AB-EE09-0855AE3F563E}"/>
          </ac:spMkLst>
        </pc:spChg>
        <pc:spChg chg="add">
          <ac:chgData name="Hironari Yamada" userId="e57621f8-ec3c-449e-bb19-001fffcc008e" providerId="ADAL" clId="{BC0BD879-F267-5CCA-8DEA-E3B2DD07DA4E}" dt="2026-06-01T02:02:41.933" v="428" actId="478"/>
          <ac:spMkLst>
            <pc:docMk/>
            <pc:sldMk cId="269668435" sldId="306"/>
            <ac:spMk id="32" creationId="{F016FC15-0EF6-3FC7-FE6A-B3EED7BB2F78}"/>
          </ac:spMkLst>
        </pc:spChg>
        <pc:spChg chg="add del">
          <ac:chgData name="Hironari Yamada" userId="e57621f8-ec3c-449e-bb19-001fffcc008e" providerId="ADAL" clId="{BC0BD879-F267-5CCA-8DEA-E3B2DD07DA4E}" dt="2026-06-01T02:02:47.092" v="429" actId="478"/>
          <ac:spMkLst>
            <pc:docMk/>
            <pc:sldMk cId="269668435" sldId="306"/>
            <ac:spMk id="33" creationId="{D0F6213A-B709-C6C2-F0C0-A9BFAF664812}"/>
          </ac:spMkLst>
        </pc:spChg>
        <pc:spChg chg="add del">
          <ac:chgData name="Hironari Yamada" userId="e57621f8-ec3c-449e-bb19-001fffcc008e" providerId="ADAL" clId="{BC0BD879-F267-5CCA-8DEA-E3B2DD07DA4E}" dt="2026-06-01T02:02:47.092" v="429" actId="478"/>
          <ac:spMkLst>
            <pc:docMk/>
            <pc:sldMk cId="269668435" sldId="306"/>
            <ac:spMk id="34" creationId="{2186A904-1AE1-0C6F-0B6A-D1F11801EBE2}"/>
          </ac:spMkLst>
        </pc:spChg>
        <pc:spChg chg="add del">
          <ac:chgData name="Hironari Yamada" userId="e57621f8-ec3c-449e-bb19-001fffcc008e" providerId="ADAL" clId="{BC0BD879-F267-5CCA-8DEA-E3B2DD07DA4E}" dt="2026-06-01T02:02:47.092" v="429" actId="478"/>
          <ac:spMkLst>
            <pc:docMk/>
            <pc:sldMk cId="269668435" sldId="306"/>
            <ac:spMk id="35" creationId="{8F098101-3CC5-1E43-5302-AC67CE663384}"/>
          </ac:spMkLst>
        </pc:spChg>
        <pc:spChg chg="mod">
          <ac:chgData name="Hironari Yamada" userId="e57621f8-ec3c-449e-bb19-001fffcc008e" providerId="ADAL" clId="{BC0BD879-F267-5CCA-8DEA-E3B2DD07DA4E}" dt="2026-06-01T02:02:37.039" v="426" actId="20577"/>
          <ac:spMkLst>
            <pc:docMk/>
            <pc:sldMk cId="269668435" sldId="306"/>
            <ac:spMk id="39" creationId="{E1C8078C-4FEB-BE77-6E62-C4E8726872DB}"/>
          </ac:spMkLst>
        </pc:spChg>
        <pc:graphicFrameChg chg="add mod modGraphic">
          <ac:chgData name="Hironari Yamada" userId="e57621f8-ec3c-449e-bb19-001fffcc008e" providerId="ADAL" clId="{BC0BD879-F267-5CCA-8DEA-E3B2DD07DA4E}" dt="2026-06-01T02:03:16.311" v="433" actId="2711"/>
          <ac:graphicFrameMkLst>
            <pc:docMk/>
            <pc:sldMk cId="269668435" sldId="306"/>
            <ac:graphicFrameMk id="8" creationId="{535007FF-43E9-C600-994D-C7292BD7BAB4}"/>
          </ac:graphicFrameMkLst>
        </pc:graphicFrameChg>
        <pc:picChg chg="add mod">
          <ac:chgData name="Hironari Yamada" userId="e57621f8-ec3c-449e-bb19-001fffcc008e" providerId="ADAL" clId="{BC0BD879-F267-5CCA-8DEA-E3B2DD07DA4E}" dt="2026-06-01T02:02:52.600" v="430"/>
          <ac:picMkLst>
            <pc:docMk/>
            <pc:sldMk cId="269668435" sldId="306"/>
            <ac:picMk id="3" creationId="{14B6EC5F-35A5-443F-C865-111C1851CF56}"/>
          </ac:picMkLst>
        </pc:picChg>
        <pc:picChg chg="add mod">
          <ac:chgData name="Hironari Yamada" userId="e57621f8-ec3c-449e-bb19-001fffcc008e" providerId="ADAL" clId="{BC0BD879-F267-5CCA-8DEA-E3B2DD07DA4E}" dt="2026-06-01T02:02:52.600" v="430"/>
          <ac:picMkLst>
            <pc:docMk/>
            <pc:sldMk cId="269668435" sldId="306"/>
            <ac:picMk id="5" creationId="{63630955-2F6D-E1E8-26CE-8FA880691142}"/>
          </ac:picMkLst>
        </pc:picChg>
      </pc:sldChg>
      <pc:sldChg chg="add">
        <pc:chgData name="Hironari Yamada" userId="e57621f8-ec3c-449e-bb19-001fffcc008e" providerId="ADAL" clId="{BC0BD879-F267-5CCA-8DEA-E3B2DD07DA4E}" dt="2026-06-01T04:13:18.898" v="908"/>
        <pc:sldMkLst>
          <pc:docMk/>
          <pc:sldMk cId="1336317362" sldId="307"/>
        </pc:sldMkLst>
      </pc:sldChg>
      <pc:sldChg chg="addSp delSp modSp add mod">
        <pc:chgData name="Hironari Yamada" userId="e57621f8-ec3c-449e-bb19-001fffcc008e" providerId="ADAL" clId="{BC0BD879-F267-5CCA-8DEA-E3B2DD07DA4E}" dt="2026-06-01T04:39:31.204" v="1615" actId="692"/>
        <pc:sldMkLst>
          <pc:docMk/>
          <pc:sldMk cId="1897635154" sldId="308"/>
        </pc:sldMkLst>
        <pc:spChg chg="add mod">
          <ac:chgData name="Hironari Yamada" userId="e57621f8-ec3c-449e-bb19-001fffcc008e" providerId="ADAL" clId="{BC0BD879-F267-5CCA-8DEA-E3B2DD07DA4E}" dt="2026-06-01T04:38:29.199" v="1602" actId="1076"/>
          <ac:spMkLst>
            <pc:docMk/>
            <pc:sldMk cId="1897635154" sldId="308"/>
            <ac:spMk id="3" creationId="{17921937-3C7A-75A2-7ECB-558A9800E4C3}"/>
          </ac:spMkLst>
        </pc:spChg>
        <pc:spChg chg="del mod">
          <ac:chgData name="Hironari Yamada" userId="e57621f8-ec3c-449e-bb19-001fffcc008e" providerId="ADAL" clId="{BC0BD879-F267-5CCA-8DEA-E3B2DD07DA4E}" dt="2026-06-01T04:37:37.636" v="1583" actId="478"/>
          <ac:spMkLst>
            <pc:docMk/>
            <pc:sldMk cId="1897635154" sldId="308"/>
            <ac:spMk id="5" creationId="{AC6D5BE3-74A4-1BED-A7FD-36C7EEDFE4F5}"/>
          </ac:spMkLst>
        </pc:spChg>
        <pc:spChg chg="add mod">
          <ac:chgData name="Hironari Yamada" userId="e57621f8-ec3c-449e-bb19-001fffcc008e" providerId="ADAL" clId="{BC0BD879-F267-5CCA-8DEA-E3B2DD07DA4E}" dt="2026-06-01T04:38:17.891" v="1600" actId="207"/>
          <ac:spMkLst>
            <pc:docMk/>
            <pc:sldMk cId="1897635154" sldId="308"/>
            <ac:spMk id="19" creationId="{70587A3A-33F9-EFF0-8020-7D03F9A2D3CE}"/>
          </ac:spMkLst>
        </pc:spChg>
        <pc:spChg chg="add mod">
          <ac:chgData name="Hironari Yamada" userId="e57621f8-ec3c-449e-bb19-001fffcc008e" providerId="ADAL" clId="{BC0BD879-F267-5CCA-8DEA-E3B2DD07DA4E}" dt="2026-06-01T04:38:17.891" v="1600" actId="207"/>
          <ac:spMkLst>
            <pc:docMk/>
            <pc:sldMk cId="1897635154" sldId="308"/>
            <ac:spMk id="20" creationId="{C8A3F481-FCE6-6058-4B42-B6366AC03DCD}"/>
          </ac:spMkLst>
        </pc:spChg>
        <pc:spChg chg="add mod">
          <ac:chgData name="Hironari Yamada" userId="e57621f8-ec3c-449e-bb19-001fffcc008e" providerId="ADAL" clId="{BC0BD879-F267-5CCA-8DEA-E3B2DD07DA4E}" dt="2026-06-01T04:38:17.891" v="1600" actId="207"/>
          <ac:spMkLst>
            <pc:docMk/>
            <pc:sldMk cId="1897635154" sldId="308"/>
            <ac:spMk id="22" creationId="{38BA7C01-6B28-9B7E-6CE9-3BCB0B2332F8}"/>
          </ac:spMkLst>
        </pc:spChg>
        <pc:spChg chg="add mod">
          <ac:chgData name="Hironari Yamada" userId="e57621f8-ec3c-449e-bb19-001fffcc008e" providerId="ADAL" clId="{BC0BD879-F267-5CCA-8DEA-E3B2DD07DA4E}" dt="2026-06-01T04:38:17.891" v="1600" actId="207"/>
          <ac:spMkLst>
            <pc:docMk/>
            <pc:sldMk cId="1897635154" sldId="308"/>
            <ac:spMk id="23" creationId="{9477AABF-6AF7-051F-FF50-80BFF636F265}"/>
          </ac:spMkLst>
        </pc:spChg>
        <pc:spChg chg="add mod">
          <ac:chgData name="Hironari Yamada" userId="e57621f8-ec3c-449e-bb19-001fffcc008e" providerId="ADAL" clId="{BC0BD879-F267-5CCA-8DEA-E3B2DD07DA4E}" dt="2026-06-01T04:38:17.891" v="1600" actId="207"/>
          <ac:spMkLst>
            <pc:docMk/>
            <pc:sldMk cId="1897635154" sldId="308"/>
            <ac:spMk id="25" creationId="{1B88B4B0-6642-5B2D-A710-102680778153}"/>
          </ac:spMkLst>
        </pc:spChg>
        <pc:spChg chg="mod">
          <ac:chgData name="Hironari Yamada" userId="e57621f8-ec3c-449e-bb19-001fffcc008e" providerId="ADAL" clId="{BC0BD879-F267-5CCA-8DEA-E3B2DD07DA4E}" dt="2026-06-01T04:39:31.204" v="1615" actId="692"/>
          <ac:spMkLst>
            <pc:docMk/>
            <pc:sldMk cId="1897635154" sldId="308"/>
            <ac:spMk id="31" creationId="{0DCC8800-CE77-51D6-39B7-5FD7E8E6864C}"/>
          </ac:spMkLst>
        </pc:spChg>
        <pc:spChg chg="mod">
          <ac:chgData name="Hironari Yamada" userId="e57621f8-ec3c-449e-bb19-001fffcc008e" providerId="ADAL" clId="{BC0BD879-F267-5CCA-8DEA-E3B2DD07DA4E}" dt="2026-06-01T04:39:31.204" v="1615" actId="692"/>
          <ac:spMkLst>
            <pc:docMk/>
            <pc:sldMk cId="1897635154" sldId="308"/>
            <ac:spMk id="32" creationId="{E0A0C7CE-2289-1574-7B5C-8052CA770A12}"/>
          </ac:spMkLst>
        </pc:spChg>
        <pc:spChg chg="del">
          <ac:chgData name="Hironari Yamada" userId="e57621f8-ec3c-449e-bb19-001fffcc008e" providerId="ADAL" clId="{BC0BD879-F267-5CCA-8DEA-E3B2DD07DA4E}" dt="2026-06-01T04:37:39.365" v="1584" actId="478"/>
          <ac:spMkLst>
            <pc:docMk/>
            <pc:sldMk cId="1897635154" sldId="308"/>
            <ac:spMk id="33" creationId="{3A4415F6-D954-3085-C54B-F4BD0AC6FB3D}"/>
          </ac:spMkLst>
        </pc:spChg>
        <pc:spChg chg="del">
          <ac:chgData name="Hironari Yamada" userId="e57621f8-ec3c-449e-bb19-001fffcc008e" providerId="ADAL" clId="{BC0BD879-F267-5CCA-8DEA-E3B2DD07DA4E}" dt="2026-06-01T04:37:32.981" v="1581" actId="478"/>
          <ac:spMkLst>
            <pc:docMk/>
            <pc:sldMk cId="1897635154" sldId="308"/>
            <ac:spMk id="34" creationId="{3A32CD08-3601-A5BD-9894-2BC1DFAE0088}"/>
          </ac:spMkLst>
        </pc:spChg>
        <pc:spChg chg="del">
          <ac:chgData name="Hironari Yamada" userId="e57621f8-ec3c-449e-bb19-001fffcc008e" providerId="ADAL" clId="{BC0BD879-F267-5CCA-8DEA-E3B2DD07DA4E}" dt="2026-06-01T04:37:32.981" v="1581" actId="478"/>
          <ac:spMkLst>
            <pc:docMk/>
            <pc:sldMk cId="1897635154" sldId="308"/>
            <ac:spMk id="35" creationId="{9FD30404-83F4-FD1D-94A3-7150EF843DB9}"/>
          </ac:spMkLst>
        </pc:spChg>
        <pc:spChg chg="del">
          <ac:chgData name="Hironari Yamada" userId="e57621f8-ec3c-449e-bb19-001fffcc008e" providerId="ADAL" clId="{BC0BD879-F267-5CCA-8DEA-E3B2DD07DA4E}" dt="2026-06-01T04:37:32.981" v="1581" actId="478"/>
          <ac:spMkLst>
            <pc:docMk/>
            <pc:sldMk cId="1897635154" sldId="308"/>
            <ac:spMk id="36" creationId="{DDA36E9C-93E8-B2E4-7823-3B9BDA362181}"/>
          </ac:spMkLst>
        </pc:spChg>
        <pc:spChg chg="del">
          <ac:chgData name="Hironari Yamada" userId="e57621f8-ec3c-449e-bb19-001fffcc008e" providerId="ADAL" clId="{BC0BD879-F267-5CCA-8DEA-E3B2DD07DA4E}" dt="2026-06-01T04:37:32.981" v="1581" actId="478"/>
          <ac:spMkLst>
            <pc:docMk/>
            <pc:sldMk cId="1897635154" sldId="308"/>
            <ac:spMk id="37" creationId="{4A97B2B4-86BA-D347-44B4-DED82117F698}"/>
          </ac:spMkLst>
        </pc:spChg>
        <pc:spChg chg="del">
          <ac:chgData name="Hironari Yamada" userId="e57621f8-ec3c-449e-bb19-001fffcc008e" providerId="ADAL" clId="{BC0BD879-F267-5CCA-8DEA-E3B2DD07DA4E}" dt="2026-06-01T04:37:32.981" v="1581" actId="478"/>
          <ac:spMkLst>
            <pc:docMk/>
            <pc:sldMk cId="1897635154" sldId="308"/>
            <ac:spMk id="38" creationId="{D8CF7038-98C3-D407-38E7-169DC4C174F4}"/>
          </ac:spMkLst>
        </pc:spChg>
        <pc:spChg chg="del">
          <ac:chgData name="Hironari Yamada" userId="e57621f8-ec3c-449e-bb19-001fffcc008e" providerId="ADAL" clId="{BC0BD879-F267-5CCA-8DEA-E3B2DD07DA4E}" dt="2026-06-01T04:37:32.981" v="1581" actId="478"/>
          <ac:spMkLst>
            <pc:docMk/>
            <pc:sldMk cId="1897635154" sldId="308"/>
            <ac:spMk id="39" creationId="{9B4EFE28-C118-C661-99BE-4B701420FC6F}"/>
          </ac:spMkLst>
        </pc:spChg>
        <pc:spChg chg="del">
          <ac:chgData name="Hironari Yamada" userId="e57621f8-ec3c-449e-bb19-001fffcc008e" providerId="ADAL" clId="{BC0BD879-F267-5CCA-8DEA-E3B2DD07DA4E}" dt="2026-06-01T04:37:32.981" v="1581" actId="478"/>
          <ac:spMkLst>
            <pc:docMk/>
            <pc:sldMk cId="1897635154" sldId="308"/>
            <ac:spMk id="41" creationId="{C86BE9C4-FDDA-199D-8CFD-3E0BAB278381}"/>
          </ac:spMkLst>
        </pc:spChg>
        <pc:spChg chg="del">
          <ac:chgData name="Hironari Yamada" userId="e57621f8-ec3c-449e-bb19-001fffcc008e" providerId="ADAL" clId="{BC0BD879-F267-5CCA-8DEA-E3B2DD07DA4E}" dt="2026-06-01T04:37:32.981" v="1581" actId="478"/>
          <ac:spMkLst>
            <pc:docMk/>
            <pc:sldMk cId="1897635154" sldId="308"/>
            <ac:spMk id="42" creationId="{726D46A4-2B8E-E6DD-200A-CBC99F67B205}"/>
          </ac:spMkLst>
        </pc:spChg>
        <pc:spChg chg="del">
          <ac:chgData name="Hironari Yamada" userId="e57621f8-ec3c-449e-bb19-001fffcc008e" providerId="ADAL" clId="{BC0BD879-F267-5CCA-8DEA-E3B2DD07DA4E}" dt="2026-06-01T04:37:32.981" v="1581" actId="478"/>
          <ac:spMkLst>
            <pc:docMk/>
            <pc:sldMk cId="1897635154" sldId="308"/>
            <ac:spMk id="43" creationId="{4A69936A-6360-95AD-A172-BC50C834FD01}"/>
          </ac:spMkLst>
        </pc:spChg>
        <pc:spChg chg="del">
          <ac:chgData name="Hironari Yamada" userId="e57621f8-ec3c-449e-bb19-001fffcc008e" providerId="ADAL" clId="{BC0BD879-F267-5CCA-8DEA-E3B2DD07DA4E}" dt="2026-06-01T04:37:32.981" v="1581" actId="478"/>
          <ac:spMkLst>
            <pc:docMk/>
            <pc:sldMk cId="1897635154" sldId="308"/>
            <ac:spMk id="44" creationId="{65E4E58C-B7C5-4FD7-3778-10EA8E3E4608}"/>
          </ac:spMkLst>
        </pc:spChg>
        <pc:spChg chg="mod">
          <ac:chgData name="Hironari Yamada" userId="e57621f8-ec3c-449e-bb19-001fffcc008e" providerId="ADAL" clId="{BC0BD879-F267-5CCA-8DEA-E3B2DD07DA4E}" dt="2026-06-01T04:39:31.204" v="1615" actId="692"/>
          <ac:spMkLst>
            <pc:docMk/>
            <pc:sldMk cId="1897635154" sldId="308"/>
            <ac:spMk id="50" creationId="{BD8C57F9-54B7-384E-D93A-CA54208F05DF}"/>
          </ac:spMkLst>
        </pc:spChg>
        <pc:spChg chg="mod">
          <ac:chgData name="Hironari Yamada" userId="e57621f8-ec3c-449e-bb19-001fffcc008e" providerId="ADAL" clId="{BC0BD879-F267-5CCA-8DEA-E3B2DD07DA4E}" dt="2026-06-01T04:39:31.204" v="1615" actId="692"/>
          <ac:spMkLst>
            <pc:docMk/>
            <pc:sldMk cId="1897635154" sldId="308"/>
            <ac:spMk id="51" creationId="{7CDDDA82-D892-D02B-31A5-DC2047D7F740}"/>
          </ac:spMkLst>
        </pc:spChg>
        <pc:spChg chg="mod">
          <ac:chgData name="Hironari Yamada" userId="e57621f8-ec3c-449e-bb19-001fffcc008e" providerId="ADAL" clId="{BC0BD879-F267-5CCA-8DEA-E3B2DD07DA4E}" dt="2026-06-01T04:39:31.204" v="1615" actId="692"/>
          <ac:spMkLst>
            <pc:docMk/>
            <pc:sldMk cId="1897635154" sldId="308"/>
            <ac:spMk id="52" creationId="{79E512AF-1CE9-6ED7-5BE2-CBEA8404EF16}"/>
          </ac:spMkLst>
        </pc:spChg>
        <pc:spChg chg="mod">
          <ac:chgData name="Hironari Yamada" userId="e57621f8-ec3c-449e-bb19-001fffcc008e" providerId="ADAL" clId="{BC0BD879-F267-5CCA-8DEA-E3B2DD07DA4E}" dt="2026-06-01T04:39:31.204" v="1615" actId="692"/>
          <ac:spMkLst>
            <pc:docMk/>
            <pc:sldMk cId="1897635154" sldId="308"/>
            <ac:spMk id="53" creationId="{1A9D3021-0E29-D1DA-5BF9-DDCFB27339EF}"/>
          </ac:spMkLst>
        </pc:spChg>
        <pc:spChg chg="add mod">
          <ac:chgData name="Hironari Yamada" userId="e57621f8-ec3c-449e-bb19-001fffcc008e" providerId="ADAL" clId="{BC0BD879-F267-5CCA-8DEA-E3B2DD07DA4E}" dt="2026-06-01T04:38:17.891" v="1600" actId="207"/>
          <ac:spMkLst>
            <pc:docMk/>
            <pc:sldMk cId="1897635154" sldId="308"/>
            <ac:spMk id="58" creationId="{4D6FACCC-DD40-A0B7-FEE9-1597A7143239}"/>
          </ac:spMkLst>
        </pc:spChg>
        <pc:spChg chg="add mod">
          <ac:chgData name="Hironari Yamada" userId="e57621f8-ec3c-449e-bb19-001fffcc008e" providerId="ADAL" clId="{BC0BD879-F267-5CCA-8DEA-E3B2DD07DA4E}" dt="2026-06-01T04:38:17.891" v="1600" actId="207"/>
          <ac:spMkLst>
            <pc:docMk/>
            <pc:sldMk cId="1897635154" sldId="308"/>
            <ac:spMk id="60" creationId="{7E276187-1BB7-2E6C-7B7E-ECDFA85FD40F}"/>
          </ac:spMkLst>
        </pc:spChg>
        <pc:spChg chg="add mod">
          <ac:chgData name="Hironari Yamada" userId="e57621f8-ec3c-449e-bb19-001fffcc008e" providerId="ADAL" clId="{BC0BD879-F267-5CCA-8DEA-E3B2DD07DA4E}" dt="2026-06-01T04:38:53.512" v="1606" actId="692"/>
          <ac:spMkLst>
            <pc:docMk/>
            <pc:sldMk cId="1897635154" sldId="308"/>
            <ac:spMk id="62" creationId="{CE209186-44B7-6FCF-39CC-BEFA185DDF25}"/>
          </ac:spMkLst>
        </pc:spChg>
        <pc:spChg chg="mod">
          <ac:chgData name="Hironari Yamada" userId="e57621f8-ec3c-449e-bb19-001fffcc008e" providerId="ADAL" clId="{BC0BD879-F267-5CCA-8DEA-E3B2DD07DA4E}" dt="2026-06-01T04:38:53.512" v="1606" actId="692"/>
          <ac:spMkLst>
            <pc:docMk/>
            <pc:sldMk cId="1897635154" sldId="308"/>
            <ac:spMk id="63" creationId="{2A865B1A-17D9-2DDB-BADE-17CEF5F1130E}"/>
          </ac:spMkLst>
        </pc:spChg>
        <pc:spChg chg="mod">
          <ac:chgData name="Hironari Yamada" userId="e57621f8-ec3c-449e-bb19-001fffcc008e" providerId="ADAL" clId="{BC0BD879-F267-5CCA-8DEA-E3B2DD07DA4E}" dt="2026-06-01T04:38:53.512" v="1606" actId="692"/>
          <ac:spMkLst>
            <pc:docMk/>
            <pc:sldMk cId="1897635154" sldId="308"/>
            <ac:spMk id="64" creationId="{2304C9AD-2FF4-CCCF-9D20-C63CF7B5082E}"/>
          </ac:spMkLst>
        </pc:spChg>
        <pc:spChg chg="add mod">
          <ac:chgData name="Hironari Yamada" userId="e57621f8-ec3c-449e-bb19-001fffcc008e" providerId="ADAL" clId="{BC0BD879-F267-5CCA-8DEA-E3B2DD07DA4E}" dt="2026-06-01T04:38:17.891" v="1600" actId="207"/>
          <ac:spMkLst>
            <pc:docMk/>
            <pc:sldMk cId="1897635154" sldId="308"/>
            <ac:spMk id="65" creationId="{F6DF3D58-4786-B321-E6D9-955779A007FC}"/>
          </ac:spMkLst>
        </pc:spChg>
      </pc:sldChg>
      <pc:sldChg chg="addSp delSp modSp add mod">
        <pc:chgData name="Hironari Yamada" userId="e57621f8-ec3c-449e-bb19-001fffcc008e" providerId="ADAL" clId="{BC0BD879-F267-5CCA-8DEA-E3B2DD07DA4E}" dt="2026-06-01T04:40:24.723" v="1623" actId="207"/>
        <pc:sldMkLst>
          <pc:docMk/>
          <pc:sldMk cId="619082454" sldId="309"/>
        </pc:sldMkLst>
        <pc:spChg chg="add mod">
          <ac:chgData name="Hironari Yamada" userId="e57621f8-ec3c-449e-bb19-001fffcc008e" providerId="ADAL" clId="{BC0BD879-F267-5CCA-8DEA-E3B2DD07DA4E}" dt="2026-06-01T04:40:09.992" v="1620" actId="207"/>
          <ac:spMkLst>
            <pc:docMk/>
            <pc:sldMk cId="619082454" sldId="309"/>
            <ac:spMk id="7" creationId="{51646B30-29B5-04CE-7D85-6A90926DE9AB}"/>
          </ac:spMkLst>
        </pc:spChg>
        <pc:spChg chg="add mod">
          <ac:chgData name="Hironari Yamada" userId="e57621f8-ec3c-449e-bb19-001fffcc008e" providerId="ADAL" clId="{BC0BD879-F267-5CCA-8DEA-E3B2DD07DA4E}" dt="2026-06-01T04:40:09.992" v="1620" actId="207"/>
          <ac:spMkLst>
            <pc:docMk/>
            <pc:sldMk cId="619082454" sldId="309"/>
            <ac:spMk id="12" creationId="{A108B367-8094-BF56-89FA-84F5ECAE3F15}"/>
          </ac:spMkLst>
        </pc:spChg>
        <pc:spChg chg="add mod">
          <ac:chgData name="Hironari Yamada" userId="e57621f8-ec3c-449e-bb19-001fffcc008e" providerId="ADAL" clId="{BC0BD879-F267-5CCA-8DEA-E3B2DD07DA4E}" dt="2026-06-01T04:40:09.992" v="1620" actId="207"/>
          <ac:spMkLst>
            <pc:docMk/>
            <pc:sldMk cId="619082454" sldId="309"/>
            <ac:spMk id="16" creationId="{6712EFD7-DFAB-516C-74FB-13CE509AA0BF}"/>
          </ac:spMkLst>
        </pc:spChg>
        <pc:spChg chg="add mod">
          <ac:chgData name="Hironari Yamada" userId="e57621f8-ec3c-449e-bb19-001fffcc008e" providerId="ADAL" clId="{BC0BD879-F267-5CCA-8DEA-E3B2DD07DA4E}" dt="2026-06-01T04:40:09.992" v="1620" actId="207"/>
          <ac:spMkLst>
            <pc:docMk/>
            <pc:sldMk cId="619082454" sldId="309"/>
            <ac:spMk id="24" creationId="{8697F842-2CC9-F615-07A5-10C81AB650BB}"/>
          </ac:spMkLst>
        </pc:spChg>
        <pc:spChg chg="add mod">
          <ac:chgData name="Hironari Yamada" userId="e57621f8-ec3c-449e-bb19-001fffcc008e" providerId="ADAL" clId="{BC0BD879-F267-5CCA-8DEA-E3B2DD07DA4E}" dt="2026-06-01T04:40:09.992" v="1620" actId="207"/>
          <ac:spMkLst>
            <pc:docMk/>
            <pc:sldMk cId="619082454" sldId="309"/>
            <ac:spMk id="26" creationId="{6C9EE56F-63FA-CD89-E211-C1ADEC47F3DC}"/>
          </ac:spMkLst>
        </pc:spChg>
        <pc:spChg chg="add mod">
          <ac:chgData name="Hironari Yamada" userId="e57621f8-ec3c-449e-bb19-001fffcc008e" providerId="ADAL" clId="{BC0BD879-F267-5CCA-8DEA-E3B2DD07DA4E}" dt="2026-06-01T04:40:09.992" v="1620" actId="207"/>
          <ac:spMkLst>
            <pc:docMk/>
            <pc:sldMk cId="619082454" sldId="309"/>
            <ac:spMk id="27" creationId="{C6DF016C-35D0-B837-0A4A-8127CB4DC4DD}"/>
          </ac:spMkLst>
        </pc:spChg>
        <pc:spChg chg="add mod">
          <ac:chgData name="Hironari Yamada" userId="e57621f8-ec3c-449e-bb19-001fffcc008e" providerId="ADAL" clId="{BC0BD879-F267-5CCA-8DEA-E3B2DD07DA4E}" dt="2026-06-01T04:40:09.992" v="1620" actId="207"/>
          <ac:spMkLst>
            <pc:docMk/>
            <pc:sldMk cId="619082454" sldId="309"/>
            <ac:spMk id="28" creationId="{F9C19074-F266-04C8-0FDB-ABB8DE54AC9F}"/>
          </ac:spMkLst>
        </pc:spChg>
        <pc:spChg chg="add mod">
          <ac:chgData name="Hironari Yamada" userId="e57621f8-ec3c-449e-bb19-001fffcc008e" providerId="ADAL" clId="{BC0BD879-F267-5CCA-8DEA-E3B2DD07DA4E}" dt="2026-06-01T04:40:09.992" v="1620" actId="207"/>
          <ac:spMkLst>
            <pc:docMk/>
            <pc:sldMk cId="619082454" sldId="309"/>
            <ac:spMk id="29" creationId="{D3C2EC3A-AA1C-8E49-F006-990DBEE98969}"/>
          </ac:spMkLst>
        </pc:spChg>
        <pc:spChg chg="add mod">
          <ac:chgData name="Hironari Yamada" userId="e57621f8-ec3c-449e-bb19-001fffcc008e" providerId="ADAL" clId="{BC0BD879-F267-5CCA-8DEA-E3B2DD07DA4E}" dt="2026-06-01T04:40:09.992" v="1620" actId="207"/>
          <ac:spMkLst>
            <pc:docMk/>
            <pc:sldMk cId="619082454" sldId="309"/>
            <ac:spMk id="32" creationId="{4D32DE11-1697-9227-51D6-0A21703F43F0}"/>
          </ac:spMkLst>
        </pc:spChg>
        <pc:spChg chg="del">
          <ac:chgData name="Hironari Yamada" userId="e57621f8-ec3c-449e-bb19-001fffcc008e" providerId="ADAL" clId="{BC0BD879-F267-5CCA-8DEA-E3B2DD07DA4E}" dt="2026-06-01T04:40:01.265" v="1618" actId="478"/>
          <ac:spMkLst>
            <pc:docMk/>
            <pc:sldMk cId="619082454" sldId="309"/>
            <ac:spMk id="33" creationId="{EB01871C-953D-8C3A-5DBF-35BE80A952BE}"/>
          </ac:spMkLst>
        </pc:spChg>
        <pc:spChg chg="del">
          <ac:chgData name="Hironari Yamada" userId="e57621f8-ec3c-449e-bb19-001fffcc008e" providerId="ADAL" clId="{BC0BD879-F267-5CCA-8DEA-E3B2DD07DA4E}" dt="2026-06-01T04:39:58.685" v="1617" actId="478"/>
          <ac:spMkLst>
            <pc:docMk/>
            <pc:sldMk cId="619082454" sldId="309"/>
            <ac:spMk id="34" creationId="{C256D636-090E-8FC3-60B0-50AD6A578815}"/>
          </ac:spMkLst>
        </pc:spChg>
        <pc:spChg chg="del">
          <ac:chgData name="Hironari Yamada" userId="e57621f8-ec3c-449e-bb19-001fffcc008e" providerId="ADAL" clId="{BC0BD879-F267-5CCA-8DEA-E3B2DD07DA4E}" dt="2026-06-01T04:39:58.685" v="1617" actId="478"/>
          <ac:spMkLst>
            <pc:docMk/>
            <pc:sldMk cId="619082454" sldId="309"/>
            <ac:spMk id="35" creationId="{2B1406A5-730F-4DC5-EE2F-07FE0E85B45B}"/>
          </ac:spMkLst>
        </pc:spChg>
        <pc:spChg chg="del">
          <ac:chgData name="Hironari Yamada" userId="e57621f8-ec3c-449e-bb19-001fffcc008e" providerId="ADAL" clId="{BC0BD879-F267-5CCA-8DEA-E3B2DD07DA4E}" dt="2026-06-01T04:39:58.685" v="1617" actId="478"/>
          <ac:spMkLst>
            <pc:docMk/>
            <pc:sldMk cId="619082454" sldId="309"/>
            <ac:spMk id="36" creationId="{7BC0A855-2C3B-7413-E2E5-18783F78ED8B}"/>
          </ac:spMkLst>
        </pc:spChg>
        <pc:spChg chg="del">
          <ac:chgData name="Hironari Yamada" userId="e57621f8-ec3c-449e-bb19-001fffcc008e" providerId="ADAL" clId="{BC0BD879-F267-5CCA-8DEA-E3B2DD07DA4E}" dt="2026-06-01T04:39:58.685" v="1617" actId="478"/>
          <ac:spMkLst>
            <pc:docMk/>
            <pc:sldMk cId="619082454" sldId="309"/>
            <ac:spMk id="37" creationId="{CC5E3F7B-06F6-16F6-5363-C45B031BBACC}"/>
          </ac:spMkLst>
        </pc:spChg>
        <pc:spChg chg="del">
          <ac:chgData name="Hironari Yamada" userId="e57621f8-ec3c-449e-bb19-001fffcc008e" providerId="ADAL" clId="{BC0BD879-F267-5CCA-8DEA-E3B2DD07DA4E}" dt="2026-06-01T04:39:58.685" v="1617" actId="478"/>
          <ac:spMkLst>
            <pc:docMk/>
            <pc:sldMk cId="619082454" sldId="309"/>
            <ac:spMk id="38" creationId="{5DE7CAD1-0ABB-7D27-FDAA-3C6363AB070A}"/>
          </ac:spMkLst>
        </pc:spChg>
        <pc:spChg chg="del">
          <ac:chgData name="Hironari Yamada" userId="e57621f8-ec3c-449e-bb19-001fffcc008e" providerId="ADAL" clId="{BC0BD879-F267-5CCA-8DEA-E3B2DD07DA4E}" dt="2026-06-01T04:39:58.685" v="1617" actId="478"/>
          <ac:spMkLst>
            <pc:docMk/>
            <pc:sldMk cId="619082454" sldId="309"/>
            <ac:spMk id="39" creationId="{71EB8BDE-0233-C7AD-9D13-A4CB45FC573B}"/>
          </ac:spMkLst>
        </pc:spChg>
        <pc:spChg chg="del">
          <ac:chgData name="Hironari Yamada" userId="e57621f8-ec3c-449e-bb19-001fffcc008e" providerId="ADAL" clId="{BC0BD879-F267-5CCA-8DEA-E3B2DD07DA4E}" dt="2026-06-01T04:39:58.685" v="1617" actId="478"/>
          <ac:spMkLst>
            <pc:docMk/>
            <pc:sldMk cId="619082454" sldId="309"/>
            <ac:spMk id="40" creationId="{507A4A56-8058-CDD5-6513-8FB6DD2CC217}"/>
          </ac:spMkLst>
        </pc:spChg>
        <pc:spChg chg="del">
          <ac:chgData name="Hironari Yamada" userId="e57621f8-ec3c-449e-bb19-001fffcc008e" providerId="ADAL" clId="{BC0BD879-F267-5CCA-8DEA-E3B2DD07DA4E}" dt="2026-06-01T04:39:58.685" v="1617" actId="478"/>
          <ac:spMkLst>
            <pc:docMk/>
            <pc:sldMk cId="619082454" sldId="309"/>
            <ac:spMk id="41" creationId="{5E08CC5B-43E5-CE40-30BD-B09CEE2D96AB}"/>
          </ac:spMkLst>
        </pc:spChg>
        <pc:spChg chg="del">
          <ac:chgData name="Hironari Yamada" userId="e57621f8-ec3c-449e-bb19-001fffcc008e" providerId="ADAL" clId="{BC0BD879-F267-5CCA-8DEA-E3B2DD07DA4E}" dt="2026-06-01T04:39:58.685" v="1617" actId="478"/>
          <ac:spMkLst>
            <pc:docMk/>
            <pc:sldMk cId="619082454" sldId="309"/>
            <ac:spMk id="43" creationId="{87DA5FB9-9A6C-B3E0-8B6F-B4A65603AA13}"/>
          </ac:spMkLst>
        </pc:spChg>
        <pc:spChg chg="del">
          <ac:chgData name="Hironari Yamada" userId="e57621f8-ec3c-449e-bb19-001fffcc008e" providerId="ADAL" clId="{BC0BD879-F267-5CCA-8DEA-E3B2DD07DA4E}" dt="2026-06-01T04:39:58.685" v="1617" actId="478"/>
          <ac:spMkLst>
            <pc:docMk/>
            <pc:sldMk cId="619082454" sldId="309"/>
            <ac:spMk id="44" creationId="{F5B21F20-C108-99C2-14B8-42785E49717D}"/>
          </ac:spMkLst>
        </pc:spChg>
        <pc:spChg chg="add mod">
          <ac:chgData name="Hironari Yamada" userId="e57621f8-ec3c-449e-bb19-001fffcc008e" providerId="ADAL" clId="{BC0BD879-F267-5CCA-8DEA-E3B2DD07DA4E}" dt="2026-06-01T04:40:09.992" v="1620" actId="207"/>
          <ac:spMkLst>
            <pc:docMk/>
            <pc:sldMk cId="619082454" sldId="309"/>
            <ac:spMk id="50" creationId="{B96DE4B7-77C0-2B02-63C0-4C2CD101F968}"/>
          </ac:spMkLst>
        </pc:spChg>
        <pc:spChg chg="add mod">
          <ac:chgData name="Hironari Yamada" userId="e57621f8-ec3c-449e-bb19-001fffcc008e" providerId="ADAL" clId="{BC0BD879-F267-5CCA-8DEA-E3B2DD07DA4E}" dt="2026-06-01T04:40:16.787" v="1621"/>
          <ac:spMkLst>
            <pc:docMk/>
            <pc:sldMk cId="619082454" sldId="309"/>
            <ac:spMk id="53" creationId="{3AFA60F4-4479-77D7-F71E-8BA835DA8FAF}"/>
          </ac:spMkLst>
        </pc:spChg>
        <pc:spChg chg="mod">
          <ac:chgData name="Hironari Yamada" userId="e57621f8-ec3c-449e-bb19-001fffcc008e" providerId="ADAL" clId="{BC0BD879-F267-5CCA-8DEA-E3B2DD07DA4E}" dt="2026-06-01T04:40:24.723" v="1623" actId="207"/>
          <ac:spMkLst>
            <pc:docMk/>
            <pc:sldMk cId="619082454" sldId="309"/>
            <ac:spMk id="56" creationId="{16C218C1-8C0F-C083-4101-ACDCBE2040F7}"/>
          </ac:spMkLst>
        </pc:spChg>
        <pc:spChg chg="add mod">
          <ac:chgData name="Hironari Yamada" userId="e57621f8-ec3c-449e-bb19-001fffcc008e" providerId="ADAL" clId="{BC0BD879-F267-5CCA-8DEA-E3B2DD07DA4E}" dt="2026-06-01T04:40:24.723" v="1623" actId="207"/>
          <ac:spMkLst>
            <pc:docMk/>
            <pc:sldMk cId="619082454" sldId="309"/>
            <ac:spMk id="60" creationId="{2466CD80-3912-F213-410D-6E080CD6C7C8}"/>
          </ac:spMkLst>
        </pc:spChg>
        <pc:spChg chg="add mod">
          <ac:chgData name="Hironari Yamada" userId="e57621f8-ec3c-449e-bb19-001fffcc008e" providerId="ADAL" clId="{BC0BD879-F267-5CCA-8DEA-E3B2DD07DA4E}" dt="2026-06-01T04:40:24.723" v="1623" actId="207"/>
          <ac:spMkLst>
            <pc:docMk/>
            <pc:sldMk cId="619082454" sldId="309"/>
            <ac:spMk id="61" creationId="{276C4FCE-51D9-8D41-03BB-AF84EAD4279C}"/>
          </ac:spMkLst>
        </pc:spChg>
        <pc:spChg chg="add mod">
          <ac:chgData name="Hironari Yamada" userId="e57621f8-ec3c-449e-bb19-001fffcc008e" providerId="ADAL" clId="{BC0BD879-F267-5CCA-8DEA-E3B2DD07DA4E}" dt="2026-06-01T04:40:24.723" v="1623" actId="207"/>
          <ac:spMkLst>
            <pc:docMk/>
            <pc:sldMk cId="619082454" sldId="309"/>
            <ac:spMk id="63" creationId="{5CEDDA26-59AE-8713-0273-EE33892B86BF}"/>
          </ac:spMkLst>
        </pc:spChg>
        <pc:spChg chg="add mod">
          <ac:chgData name="Hironari Yamada" userId="e57621f8-ec3c-449e-bb19-001fffcc008e" providerId="ADAL" clId="{BC0BD879-F267-5CCA-8DEA-E3B2DD07DA4E}" dt="2026-06-01T04:40:24.723" v="1623" actId="207"/>
          <ac:spMkLst>
            <pc:docMk/>
            <pc:sldMk cId="619082454" sldId="309"/>
            <ac:spMk id="64" creationId="{E69A0C99-B28E-6AEE-6F1A-E14D0AB1367F}"/>
          </ac:spMkLst>
        </pc:spChg>
        <pc:spChg chg="mod">
          <ac:chgData name="Hironari Yamada" userId="e57621f8-ec3c-449e-bb19-001fffcc008e" providerId="ADAL" clId="{BC0BD879-F267-5CCA-8DEA-E3B2DD07DA4E}" dt="2026-06-01T04:40:24.723" v="1623" actId="207"/>
          <ac:spMkLst>
            <pc:docMk/>
            <pc:sldMk cId="619082454" sldId="309"/>
            <ac:spMk id="66" creationId="{61625906-112E-0AB3-FB40-08CBD14A0AC6}"/>
          </ac:spMkLst>
        </pc:spChg>
        <pc:spChg chg="add mod">
          <ac:chgData name="Hironari Yamada" userId="e57621f8-ec3c-449e-bb19-001fffcc008e" providerId="ADAL" clId="{BC0BD879-F267-5CCA-8DEA-E3B2DD07DA4E}" dt="2026-06-01T04:40:16.787" v="1621"/>
          <ac:spMkLst>
            <pc:docMk/>
            <pc:sldMk cId="619082454" sldId="309"/>
            <ac:spMk id="69" creationId="{6C5CF83B-4984-70AE-6675-D91920B28A85}"/>
          </ac:spMkLst>
        </pc:spChg>
        <pc:spChg chg="add mod">
          <ac:chgData name="Hironari Yamada" userId="e57621f8-ec3c-449e-bb19-001fffcc008e" providerId="ADAL" clId="{BC0BD879-F267-5CCA-8DEA-E3B2DD07DA4E}" dt="2026-06-01T04:40:24.723" v="1623" actId="207"/>
          <ac:spMkLst>
            <pc:docMk/>
            <pc:sldMk cId="619082454" sldId="309"/>
            <ac:spMk id="70" creationId="{063D43F8-00DE-E194-9E51-E62D3394556A}"/>
          </ac:spMkLst>
        </pc:spChg>
        <pc:spChg chg="add mod">
          <ac:chgData name="Hironari Yamada" userId="e57621f8-ec3c-449e-bb19-001fffcc008e" providerId="ADAL" clId="{BC0BD879-F267-5CCA-8DEA-E3B2DD07DA4E}" dt="2026-06-01T04:40:16.787" v="1621"/>
          <ac:spMkLst>
            <pc:docMk/>
            <pc:sldMk cId="619082454" sldId="309"/>
            <ac:spMk id="71" creationId="{32169355-B8E9-3A16-12B1-4228E386C188}"/>
          </ac:spMkLst>
        </pc:spChg>
        <pc:spChg chg="add mod">
          <ac:chgData name="Hironari Yamada" userId="e57621f8-ec3c-449e-bb19-001fffcc008e" providerId="ADAL" clId="{BC0BD879-F267-5CCA-8DEA-E3B2DD07DA4E}" dt="2026-06-01T04:40:24.723" v="1623" actId="207"/>
          <ac:spMkLst>
            <pc:docMk/>
            <pc:sldMk cId="619082454" sldId="309"/>
            <ac:spMk id="78" creationId="{D96EF105-ED59-8175-3AF4-CED8071074F6}"/>
          </ac:spMkLst>
        </pc:spChg>
        <pc:spChg chg="mod">
          <ac:chgData name="Hironari Yamada" userId="e57621f8-ec3c-449e-bb19-001fffcc008e" providerId="ADAL" clId="{BC0BD879-F267-5CCA-8DEA-E3B2DD07DA4E}" dt="2026-06-01T04:40:24.723" v="1623" actId="207"/>
          <ac:spMkLst>
            <pc:docMk/>
            <pc:sldMk cId="619082454" sldId="309"/>
            <ac:spMk id="79" creationId="{C32491D9-B396-F05E-BC8D-143BB59981D3}"/>
          </ac:spMkLst>
        </pc:spChg>
        <pc:spChg chg="add mod">
          <ac:chgData name="Hironari Yamada" userId="e57621f8-ec3c-449e-bb19-001fffcc008e" providerId="ADAL" clId="{BC0BD879-F267-5CCA-8DEA-E3B2DD07DA4E}" dt="2026-06-01T04:40:24.723" v="1623" actId="207"/>
          <ac:spMkLst>
            <pc:docMk/>
            <pc:sldMk cId="619082454" sldId="309"/>
            <ac:spMk id="81" creationId="{59E78E2B-3107-9F67-B3EA-C09E27D7E94A}"/>
          </ac:spMkLst>
        </pc:spChg>
        <pc:spChg chg="add mod">
          <ac:chgData name="Hironari Yamada" userId="e57621f8-ec3c-449e-bb19-001fffcc008e" providerId="ADAL" clId="{BC0BD879-F267-5CCA-8DEA-E3B2DD07DA4E}" dt="2026-06-01T04:40:20.451" v="1622"/>
          <ac:spMkLst>
            <pc:docMk/>
            <pc:sldMk cId="619082454" sldId="309"/>
            <ac:spMk id="82" creationId="{4712515A-6632-7995-428A-A0CD89C7F0C2}"/>
          </ac:spMkLst>
        </pc:spChg>
      </pc:sldChg>
      <pc:sldChg chg="addSp delSp modSp add mod">
        <pc:chgData name="Hironari Yamada" userId="e57621f8-ec3c-449e-bb19-001fffcc008e" providerId="ADAL" clId="{BC0BD879-F267-5CCA-8DEA-E3B2DD07DA4E}" dt="2026-06-01T04:42:29.156" v="1677" actId="1076"/>
        <pc:sldMkLst>
          <pc:docMk/>
          <pc:sldMk cId="3586272385" sldId="310"/>
        </pc:sldMkLst>
        <pc:spChg chg="add mod">
          <ac:chgData name="Hironari Yamada" userId="e57621f8-ec3c-449e-bb19-001fffcc008e" providerId="ADAL" clId="{BC0BD879-F267-5CCA-8DEA-E3B2DD07DA4E}" dt="2026-06-01T04:42:29.156" v="1677" actId="1076"/>
          <ac:spMkLst>
            <pc:docMk/>
            <pc:sldMk cId="3586272385" sldId="310"/>
            <ac:spMk id="3" creationId="{B519CEE6-8908-B575-30A9-DE1D722F2434}"/>
          </ac:spMkLst>
        </pc:spChg>
        <pc:spChg chg="add mod">
          <ac:chgData name="Hironari Yamada" userId="e57621f8-ec3c-449e-bb19-001fffcc008e" providerId="ADAL" clId="{BC0BD879-F267-5CCA-8DEA-E3B2DD07DA4E}" dt="2026-06-01T04:42:29.156" v="1677" actId="1076"/>
          <ac:spMkLst>
            <pc:docMk/>
            <pc:sldMk cId="3586272385" sldId="310"/>
            <ac:spMk id="6" creationId="{97FCD701-CC28-1BF9-02C0-E931BC0C3A3B}"/>
          </ac:spMkLst>
        </pc:spChg>
        <pc:spChg chg="add mod">
          <ac:chgData name="Hironari Yamada" userId="e57621f8-ec3c-449e-bb19-001fffcc008e" providerId="ADAL" clId="{BC0BD879-F267-5CCA-8DEA-E3B2DD07DA4E}" dt="2026-06-01T04:42:29.156" v="1677" actId="1076"/>
          <ac:spMkLst>
            <pc:docMk/>
            <pc:sldMk cId="3586272385" sldId="310"/>
            <ac:spMk id="13" creationId="{FCD650A7-3855-1B2A-A2FD-6A816953FC75}"/>
          </ac:spMkLst>
        </pc:spChg>
        <pc:spChg chg="mod">
          <ac:chgData name="Hironari Yamada" userId="e57621f8-ec3c-449e-bb19-001fffcc008e" providerId="ADAL" clId="{BC0BD879-F267-5CCA-8DEA-E3B2DD07DA4E}" dt="2026-06-01T04:42:10.012" v="1672" actId="20577"/>
          <ac:spMkLst>
            <pc:docMk/>
            <pc:sldMk cId="3586272385" sldId="310"/>
            <ac:spMk id="15" creationId="{ACB9A2DA-9B78-E595-9734-BFA21D2F2789}"/>
          </ac:spMkLst>
        </pc:spChg>
        <pc:spChg chg="add mod">
          <ac:chgData name="Hironari Yamada" userId="e57621f8-ec3c-449e-bb19-001fffcc008e" providerId="ADAL" clId="{BC0BD879-F267-5CCA-8DEA-E3B2DD07DA4E}" dt="2026-06-01T04:42:29.156" v="1677" actId="1076"/>
          <ac:spMkLst>
            <pc:docMk/>
            <pc:sldMk cId="3586272385" sldId="310"/>
            <ac:spMk id="17" creationId="{4476E041-F9EE-C3E3-3C19-17825DEDE276}"/>
          </ac:spMkLst>
        </pc:spChg>
        <pc:spChg chg="add mod">
          <ac:chgData name="Hironari Yamada" userId="e57621f8-ec3c-449e-bb19-001fffcc008e" providerId="ADAL" clId="{BC0BD879-F267-5CCA-8DEA-E3B2DD07DA4E}" dt="2026-06-01T04:42:29.156" v="1677" actId="1076"/>
          <ac:spMkLst>
            <pc:docMk/>
            <pc:sldMk cId="3586272385" sldId="310"/>
            <ac:spMk id="21" creationId="{CBEEF1C9-5FCF-A073-BDF4-72DF2F7516EE}"/>
          </ac:spMkLst>
        </pc:spChg>
        <pc:spChg chg="add mod">
          <ac:chgData name="Hironari Yamada" userId="e57621f8-ec3c-449e-bb19-001fffcc008e" providerId="ADAL" clId="{BC0BD879-F267-5CCA-8DEA-E3B2DD07DA4E}" dt="2026-06-01T04:42:29.156" v="1677" actId="1076"/>
          <ac:spMkLst>
            <pc:docMk/>
            <pc:sldMk cId="3586272385" sldId="310"/>
            <ac:spMk id="23" creationId="{DAE1C32D-D32A-BBB1-FE22-6ED6A4C19552}"/>
          </ac:spMkLst>
        </pc:spChg>
        <pc:spChg chg="add mod">
          <ac:chgData name="Hironari Yamada" userId="e57621f8-ec3c-449e-bb19-001fffcc008e" providerId="ADAL" clId="{BC0BD879-F267-5CCA-8DEA-E3B2DD07DA4E}" dt="2026-06-01T04:42:29.156" v="1677" actId="1076"/>
          <ac:spMkLst>
            <pc:docMk/>
            <pc:sldMk cId="3586272385" sldId="310"/>
            <ac:spMk id="27" creationId="{8613F575-7DEA-4F96-5DB4-20830C33A7C5}"/>
          </ac:spMkLst>
        </pc:spChg>
        <pc:spChg chg="add mod">
          <ac:chgData name="Hironari Yamada" userId="e57621f8-ec3c-449e-bb19-001fffcc008e" providerId="ADAL" clId="{BC0BD879-F267-5CCA-8DEA-E3B2DD07DA4E}" dt="2026-06-01T04:42:29.156" v="1677" actId="1076"/>
          <ac:spMkLst>
            <pc:docMk/>
            <pc:sldMk cId="3586272385" sldId="310"/>
            <ac:spMk id="34" creationId="{527715E3-A3CE-F3A9-B73B-9B11B793D53A}"/>
          </ac:spMkLst>
        </pc:spChg>
        <pc:spChg chg="add mod">
          <ac:chgData name="Hironari Yamada" userId="e57621f8-ec3c-449e-bb19-001fffcc008e" providerId="ADAL" clId="{BC0BD879-F267-5CCA-8DEA-E3B2DD07DA4E}" dt="2026-06-01T04:42:29.156" v="1677" actId="1076"/>
          <ac:spMkLst>
            <pc:docMk/>
            <pc:sldMk cId="3586272385" sldId="310"/>
            <ac:spMk id="36" creationId="{261B8D24-1FB0-4417-0B7F-0EF00770413B}"/>
          </ac:spMkLst>
        </pc:spChg>
        <pc:spChg chg="add mod">
          <ac:chgData name="Hironari Yamada" userId="e57621f8-ec3c-449e-bb19-001fffcc008e" providerId="ADAL" clId="{BC0BD879-F267-5CCA-8DEA-E3B2DD07DA4E}" dt="2026-06-01T04:42:29.156" v="1677" actId="1076"/>
          <ac:spMkLst>
            <pc:docMk/>
            <pc:sldMk cId="3586272385" sldId="310"/>
            <ac:spMk id="40" creationId="{1E9C9D79-9EF3-9D8C-9221-8A6F798D1EB1}"/>
          </ac:spMkLst>
        </pc:spChg>
        <pc:spChg chg="del">
          <ac:chgData name="Hironari Yamada" userId="e57621f8-ec3c-449e-bb19-001fffcc008e" providerId="ADAL" clId="{BC0BD879-F267-5CCA-8DEA-E3B2DD07DA4E}" dt="2026-06-01T04:42:14.195" v="1673" actId="478"/>
          <ac:spMkLst>
            <pc:docMk/>
            <pc:sldMk cId="3586272385" sldId="310"/>
            <ac:spMk id="56" creationId="{9A2FE3BD-F8F5-C9F5-A14F-F72A1F92646B}"/>
          </ac:spMkLst>
        </pc:spChg>
        <pc:spChg chg="del">
          <ac:chgData name="Hironari Yamada" userId="e57621f8-ec3c-449e-bb19-001fffcc008e" providerId="ADAL" clId="{BC0BD879-F267-5CCA-8DEA-E3B2DD07DA4E}" dt="2026-06-01T04:42:14.195" v="1673" actId="478"/>
          <ac:spMkLst>
            <pc:docMk/>
            <pc:sldMk cId="3586272385" sldId="310"/>
            <ac:spMk id="61" creationId="{09F54550-B470-3AB2-9923-9BA915B08115}"/>
          </ac:spMkLst>
        </pc:spChg>
        <pc:spChg chg="del">
          <ac:chgData name="Hironari Yamada" userId="e57621f8-ec3c-449e-bb19-001fffcc008e" providerId="ADAL" clId="{BC0BD879-F267-5CCA-8DEA-E3B2DD07DA4E}" dt="2026-06-01T04:42:14.195" v="1673" actId="478"/>
          <ac:spMkLst>
            <pc:docMk/>
            <pc:sldMk cId="3586272385" sldId="310"/>
            <ac:spMk id="63" creationId="{8E8F3176-DFA8-1267-3467-83354AB911FC}"/>
          </ac:spMkLst>
        </pc:spChg>
        <pc:spChg chg="del">
          <ac:chgData name="Hironari Yamada" userId="e57621f8-ec3c-449e-bb19-001fffcc008e" providerId="ADAL" clId="{BC0BD879-F267-5CCA-8DEA-E3B2DD07DA4E}" dt="2026-06-01T04:42:14.195" v="1673" actId="478"/>
          <ac:spMkLst>
            <pc:docMk/>
            <pc:sldMk cId="3586272385" sldId="310"/>
            <ac:spMk id="66" creationId="{D96D1FBF-7FD3-3051-E391-0E2B2EB1B4D8}"/>
          </ac:spMkLst>
        </pc:spChg>
        <pc:spChg chg="del">
          <ac:chgData name="Hironari Yamada" userId="e57621f8-ec3c-449e-bb19-001fffcc008e" providerId="ADAL" clId="{BC0BD879-F267-5CCA-8DEA-E3B2DD07DA4E}" dt="2026-06-01T04:42:14.195" v="1673" actId="478"/>
          <ac:spMkLst>
            <pc:docMk/>
            <pc:sldMk cId="3586272385" sldId="310"/>
            <ac:spMk id="69" creationId="{5251E300-7CED-F69D-52E3-783FCBDF6727}"/>
          </ac:spMkLst>
        </pc:spChg>
        <pc:spChg chg="del">
          <ac:chgData name="Hironari Yamada" userId="e57621f8-ec3c-449e-bb19-001fffcc008e" providerId="ADAL" clId="{BC0BD879-F267-5CCA-8DEA-E3B2DD07DA4E}" dt="2026-06-01T04:42:14.195" v="1673" actId="478"/>
          <ac:spMkLst>
            <pc:docMk/>
            <pc:sldMk cId="3586272385" sldId="310"/>
            <ac:spMk id="71" creationId="{C7865D69-373C-EE41-D561-7D2545635BAA}"/>
          </ac:spMkLst>
        </pc:spChg>
        <pc:spChg chg="del">
          <ac:chgData name="Hironari Yamada" userId="e57621f8-ec3c-449e-bb19-001fffcc008e" providerId="ADAL" clId="{BC0BD879-F267-5CCA-8DEA-E3B2DD07DA4E}" dt="2026-06-01T04:42:14.195" v="1673" actId="478"/>
          <ac:spMkLst>
            <pc:docMk/>
            <pc:sldMk cId="3586272385" sldId="310"/>
            <ac:spMk id="73" creationId="{03868DD6-A96D-E261-BC01-15FB9A5CC13F}"/>
          </ac:spMkLst>
        </pc:spChg>
        <pc:spChg chg="del">
          <ac:chgData name="Hironari Yamada" userId="e57621f8-ec3c-449e-bb19-001fffcc008e" providerId="ADAL" clId="{BC0BD879-F267-5CCA-8DEA-E3B2DD07DA4E}" dt="2026-06-01T04:42:14.195" v="1673" actId="478"/>
          <ac:spMkLst>
            <pc:docMk/>
            <pc:sldMk cId="3586272385" sldId="310"/>
            <ac:spMk id="75" creationId="{1CD7165E-DB51-8DF0-1073-F99C76228211}"/>
          </ac:spMkLst>
        </pc:spChg>
        <pc:spChg chg="del">
          <ac:chgData name="Hironari Yamada" userId="e57621f8-ec3c-449e-bb19-001fffcc008e" providerId="ADAL" clId="{BC0BD879-F267-5CCA-8DEA-E3B2DD07DA4E}" dt="2026-06-01T04:42:14.195" v="1673" actId="478"/>
          <ac:spMkLst>
            <pc:docMk/>
            <pc:sldMk cId="3586272385" sldId="310"/>
            <ac:spMk id="76" creationId="{CCA88059-0937-F240-5303-BE49BD2FC3BA}"/>
          </ac:spMkLst>
        </pc:spChg>
        <pc:spChg chg="del">
          <ac:chgData name="Hironari Yamada" userId="e57621f8-ec3c-449e-bb19-001fffcc008e" providerId="ADAL" clId="{BC0BD879-F267-5CCA-8DEA-E3B2DD07DA4E}" dt="2026-06-01T04:42:14.195" v="1673" actId="478"/>
          <ac:spMkLst>
            <pc:docMk/>
            <pc:sldMk cId="3586272385" sldId="310"/>
            <ac:spMk id="81" creationId="{D58E6064-328F-2659-B356-988CE982FBFD}"/>
          </ac:spMkLst>
        </pc:spChg>
        <pc:spChg chg="del">
          <ac:chgData name="Hironari Yamada" userId="e57621f8-ec3c-449e-bb19-001fffcc008e" providerId="ADAL" clId="{BC0BD879-F267-5CCA-8DEA-E3B2DD07DA4E}" dt="2026-06-01T04:42:16.831" v="1674" actId="478"/>
          <ac:spMkLst>
            <pc:docMk/>
            <pc:sldMk cId="3586272385" sldId="310"/>
            <ac:spMk id="82" creationId="{67ADC486-3BCF-3089-50BA-F48B1FBB5CB2}"/>
          </ac:spMkLst>
        </pc:spChg>
      </pc:sldChg>
      <pc:sldChg chg="addSp delSp modSp add mod">
        <pc:chgData name="Hironari Yamada" userId="e57621f8-ec3c-449e-bb19-001fffcc008e" providerId="ADAL" clId="{BC0BD879-F267-5CCA-8DEA-E3B2DD07DA4E}" dt="2026-06-01T05:45:36.687" v="4230" actId="478"/>
        <pc:sldMkLst>
          <pc:docMk/>
          <pc:sldMk cId="989975386" sldId="311"/>
        </pc:sldMkLst>
        <pc:spChg chg="del">
          <ac:chgData name="Hironari Yamada" userId="e57621f8-ec3c-449e-bb19-001fffcc008e" providerId="ADAL" clId="{BC0BD879-F267-5CCA-8DEA-E3B2DD07DA4E}" dt="2026-06-01T05:45:36.687" v="4230" actId="478"/>
          <ac:spMkLst>
            <pc:docMk/>
            <pc:sldMk cId="989975386" sldId="311"/>
            <ac:spMk id="3" creationId="{D0661A9D-1D97-E733-6A9D-0DBC7C791549}"/>
          </ac:spMkLst>
        </pc:spChg>
        <pc:spChg chg="mod">
          <ac:chgData name="Hironari Yamada" userId="e57621f8-ec3c-449e-bb19-001fffcc008e" providerId="ADAL" clId="{BC0BD879-F267-5CCA-8DEA-E3B2DD07DA4E}" dt="2026-06-01T05:13:47.412" v="2881" actId="14100"/>
          <ac:spMkLst>
            <pc:docMk/>
            <pc:sldMk cId="989975386" sldId="311"/>
            <ac:spMk id="5" creationId="{BD18DD0F-B123-1D80-9F73-570DD1E8BD97}"/>
          </ac:spMkLst>
        </pc:spChg>
        <pc:spChg chg="add mod">
          <ac:chgData name="Hironari Yamada" userId="e57621f8-ec3c-449e-bb19-001fffcc008e" providerId="ADAL" clId="{BC0BD879-F267-5CCA-8DEA-E3B2DD07DA4E}" dt="2026-06-01T05:23:00.466" v="3460" actId="1076"/>
          <ac:spMkLst>
            <pc:docMk/>
            <pc:sldMk cId="989975386" sldId="311"/>
            <ac:spMk id="6" creationId="{DB60F723-233B-21F3-A81A-B886C16DFB74}"/>
          </ac:spMkLst>
        </pc:spChg>
        <pc:spChg chg="mod">
          <ac:chgData name="Hironari Yamada" userId="e57621f8-ec3c-449e-bb19-001fffcc008e" providerId="ADAL" clId="{BC0BD879-F267-5CCA-8DEA-E3B2DD07DA4E}" dt="2026-06-01T05:23:04.847" v="3461" actId="14100"/>
          <ac:spMkLst>
            <pc:docMk/>
            <pc:sldMk cId="989975386" sldId="311"/>
            <ac:spMk id="7" creationId="{EC9E3CC3-F5EF-85B0-5709-6CC213545C87}"/>
          </ac:spMkLst>
        </pc:spChg>
        <pc:spChg chg="mod">
          <ac:chgData name="Hironari Yamada" userId="e57621f8-ec3c-449e-bb19-001fffcc008e" providerId="ADAL" clId="{BC0BD879-F267-5CCA-8DEA-E3B2DD07DA4E}" dt="2026-06-01T05:23:12.626" v="3463" actId="14100"/>
          <ac:spMkLst>
            <pc:docMk/>
            <pc:sldMk cId="989975386" sldId="311"/>
            <ac:spMk id="9" creationId="{BEC201F1-D844-20C7-A4FB-C1DC9F3839DB}"/>
          </ac:spMkLst>
        </pc:spChg>
        <pc:spChg chg="del">
          <ac:chgData name="Hironari Yamada" userId="e57621f8-ec3c-449e-bb19-001fffcc008e" providerId="ADAL" clId="{BC0BD879-F267-5CCA-8DEA-E3B2DD07DA4E}" dt="2026-06-01T05:45:36.687" v="4230" actId="478"/>
          <ac:spMkLst>
            <pc:docMk/>
            <pc:sldMk cId="989975386" sldId="311"/>
            <ac:spMk id="10" creationId="{9FCC05EF-7017-B3D7-807F-318B3EB079CB}"/>
          </ac:spMkLst>
        </pc:spChg>
        <pc:spChg chg="add mod">
          <ac:chgData name="Hironari Yamada" userId="e57621f8-ec3c-449e-bb19-001fffcc008e" providerId="ADAL" clId="{BC0BD879-F267-5CCA-8DEA-E3B2DD07DA4E}" dt="2026-06-01T05:23:00.466" v="3460" actId="1076"/>
          <ac:spMkLst>
            <pc:docMk/>
            <pc:sldMk cId="989975386" sldId="311"/>
            <ac:spMk id="12" creationId="{20C9F0FD-0DB8-1712-E446-57A2E56A65FE}"/>
          </ac:spMkLst>
        </pc:spChg>
        <pc:spChg chg="add mod">
          <ac:chgData name="Hironari Yamada" userId="e57621f8-ec3c-449e-bb19-001fffcc008e" providerId="ADAL" clId="{BC0BD879-F267-5CCA-8DEA-E3B2DD07DA4E}" dt="2026-06-01T05:23:00.466" v="3460" actId="1076"/>
          <ac:spMkLst>
            <pc:docMk/>
            <pc:sldMk cId="989975386" sldId="311"/>
            <ac:spMk id="13" creationId="{4F755CE0-B07E-8A75-D71C-A008EAC1C4E2}"/>
          </ac:spMkLst>
        </pc:spChg>
        <pc:spChg chg="del">
          <ac:chgData name="Hironari Yamada" userId="e57621f8-ec3c-449e-bb19-001fffcc008e" providerId="ADAL" clId="{BC0BD879-F267-5CCA-8DEA-E3B2DD07DA4E}" dt="2026-06-01T05:09:47.885" v="2828" actId="478"/>
          <ac:spMkLst>
            <pc:docMk/>
            <pc:sldMk cId="989975386" sldId="311"/>
            <ac:spMk id="15" creationId="{CEDE3DDF-DCE0-AB89-2D67-491E2AE4D51B}"/>
          </ac:spMkLst>
        </pc:spChg>
        <pc:spChg chg="del">
          <ac:chgData name="Hironari Yamada" userId="e57621f8-ec3c-449e-bb19-001fffcc008e" providerId="ADAL" clId="{BC0BD879-F267-5CCA-8DEA-E3B2DD07DA4E}" dt="2026-06-01T05:09:47.885" v="2828" actId="478"/>
          <ac:spMkLst>
            <pc:docMk/>
            <pc:sldMk cId="989975386" sldId="311"/>
            <ac:spMk id="16" creationId="{DBBF4AFF-214A-4449-4C3D-5C70FB6EB7F6}"/>
          </ac:spMkLst>
        </pc:spChg>
        <pc:spChg chg="del">
          <ac:chgData name="Hironari Yamada" userId="e57621f8-ec3c-449e-bb19-001fffcc008e" providerId="ADAL" clId="{BC0BD879-F267-5CCA-8DEA-E3B2DD07DA4E}" dt="2026-06-01T05:09:47.885" v="2828" actId="478"/>
          <ac:spMkLst>
            <pc:docMk/>
            <pc:sldMk cId="989975386" sldId="311"/>
            <ac:spMk id="17" creationId="{AA2E6061-76F6-FF34-240F-DDD993514F1A}"/>
          </ac:spMkLst>
        </pc:spChg>
        <pc:spChg chg="add mod">
          <ac:chgData name="Hironari Yamada" userId="e57621f8-ec3c-449e-bb19-001fffcc008e" providerId="ADAL" clId="{BC0BD879-F267-5CCA-8DEA-E3B2DD07DA4E}" dt="2026-06-01T05:23:00.466" v="3460" actId="1076"/>
          <ac:spMkLst>
            <pc:docMk/>
            <pc:sldMk cId="989975386" sldId="311"/>
            <ac:spMk id="18" creationId="{40C932BD-9473-510A-8967-AE006FBB262E}"/>
          </ac:spMkLst>
        </pc:spChg>
        <pc:spChg chg="add mod">
          <ac:chgData name="Hironari Yamada" userId="e57621f8-ec3c-449e-bb19-001fffcc008e" providerId="ADAL" clId="{BC0BD879-F267-5CCA-8DEA-E3B2DD07DA4E}" dt="2026-06-01T05:23:00.466" v="3460" actId="1076"/>
          <ac:spMkLst>
            <pc:docMk/>
            <pc:sldMk cId="989975386" sldId="311"/>
            <ac:spMk id="19" creationId="{DCA2FC75-0F8E-E743-7D1E-E9D78A549775}"/>
          </ac:spMkLst>
        </pc:spChg>
        <pc:spChg chg="add mod">
          <ac:chgData name="Hironari Yamada" userId="e57621f8-ec3c-449e-bb19-001fffcc008e" providerId="ADAL" clId="{BC0BD879-F267-5CCA-8DEA-E3B2DD07DA4E}" dt="2026-06-01T05:23:00.466" v="3460" actId="1076"/>
          <ac:spMkLst>
            <pc:docMk/>
            <pc:sldMk cId="989975386" sldId="311"/>
            <ac:spMk id="20" creationId="{EC462792-2CA8-B1D3-2270-B0E412387F4E}"/>
          </ac:spMkLst>
        </pc:spChg>
        <pc:spChg chg="add mod">
          <ac:chgData name="Hironari Yamada" userId="e57621f8-ec3c-449e-bb19-001fffcc008e" providerId="ADAL" clId="{BC0BD879-F267-5CCA-8DEA-E3B2DD07DA4E}" dt="2026-06-01T05:23:00.466" v="3460" actId="1076"/>
          <ac:spMkLst>
            <pc:docMk/>
            <pc:sldMk cId="989975386" sldId="311"/>
            <ac:spMk id="21" creationId="{BB58DDE8-A084-2BA2-1E48-C1C4A93B6732}"/>
          </ac:spMkLst>
        </pc:spChg>
        <pc:spChg chg="add mod">
          <ac:chgData name="Hironari Yamada" userId="e57621f8-ec3c-449e-bb19-001fffcc008e" providerId="ADAL" clId="{BC0BD879-F267-5CCA-8DEA-E3B2DD07DA4E}" dt="2026-06-01T05:23:00.466" v="3460" actId="1076"/>
          <ac:spMkLst>
            <pc:docMk/>
            <pc:sldMk cId="989975386" sldId="311"/>
            <ac:spMk id="22" creationId="{EEBE620E-C496-DED0-B009-BED2A3F12C53}"/>
          </ac:spMkLst>
        </pc:spChg>
        <pc:spChg chg="add del mod">
          <ac:chgData name="Hironari Yamada" userId="e57621f8-ec3c-449e-bb19-001fffcc008e" providerId="ADAL" clId="{BC0BD879-F267-5CCA-8DEA-E3B2DD07DA4E}" dt="2026-06-01T05:19:21.580" v="3233"/>
          <ac:spMkLst>
            <pc:docMk/>
            <pc:sldMk cId="989975386" sldId="311"/>
            <ac:spMk id="23" creationId="{18D427D0-2FF7-20BD-C477-FB60630701CE}"/>
          </ac:spMkLst>
        </pc:spChg>
        <pc:spChg chg="add mod">
          <ac:chgData name="Hironari Yamada" userId="e57621f8-ec3c-449e-bb19-001fffcc008e" providerId="ADAL" clId="{BC0BD879-F267-5CCA-8DEA-E3B2DD07DA4E}" dt="2026-06-01T05:23:00.466" v="3460" actId="1076"/>
          <ac:spMkLst>
            <pc:docMk/>
            <pc:sldMk cId="989975386" sldId="311"/>
            <ac:spMk id="25" creationId="{0A22697D-FB04-F654-AB1B-2D9DE1B1A0F3}"/>
          </ac:spMkLst>
        </pc:spChg>
        <pc:spChg chg="add mod">
          <ac:chgData name="Hironari Yamada" userId="e57621f8-ec3c-449e-bb19-001fffcc008e" providerId="ADAL" clId="{BC0BD879-F267-5CCA-8DEA-E3B2DD07DA4E}" dt="2026-06-01T05:23:00.466" v="3460" actId="1076"/>
          <ac:spMkLst>
            <pc:docMk/>
            <pc:sldMk cId="989975386" sldId="311"/>
            <ac:spMk id="26" creationId="{8B5C666F-CB21-9AC8-EC30-038EDF3D0D27}"/>
          </ac:spMkLst>
        </pc:spChg>
        <pc:picChg chg="mod">
          <ac:chgData name="Hironari Yamada" userId="e57621f8-ec3c-449e-bb19-001fffcc008e" providerId="ADAL" clId="{BC0BD879-F267-5CCA-8DEA-E3B2DD07DA4E}" dt="2026-06-01T05:16:39.827" v="3191" actId="1076"/>
          <ac:picMkLst>
            <pc:docMk/>
            <pc:sldMk cId="989975386" sldId="311"/>
            <ac:picMk id="8" creationId="{C0182728-E8F1-CB8E-0FD4-CE4B7D51EC06}"/>
          </ac:picMkLst>
        </pc:picChg>
        <pc:picChg chg="del">
          <ac:chgData name="Hironari Yamada" userId="e57621f8-ec3c-449e-bb19-001fffcc008e" providerId="ADAL" clId="{BC0BD879-F267-5CCA-8DEA-E3B2DD07DA4E}" dt="2026-06-01T05:09:47.885" v="2828" actId="478"/>
          <ac:picMkLst>
            <pc:docMk/>
            <pc:sldMk cId="989975386" sldId="311"/>
            <ac:picMk id="14" creationId="{7C8F7542-2326-828B-DD6D-36CCBE121CE6}"/>
          </ac:picMkLst>
        </pc:picChg>
        <pc:picChg chg="add mod">
          <ac:chgData name="Hironari Yamada" userId="e57621f8-ec3c-449e-bb19-001fffcc008e" providerId="ADAL" clId="{BC0BD879-F267-5CCA-8DEA-E3B2DD07DA4E}" dt="2026-06-01T05:19:03.168" v="3211" actId="14100"/>
          <ac:picMkLst>
            <pc:docMk/>
            <pc:sldMk cId="989975386" sldId="311"/>
            <ac:picMk id="24" creationId="{6DC81E44-5989-9039-52C6-F4CF1EA3833B}"/>
          </ac:picMkLst>
        </pc:picChg>
      </pc:sldChg>
      <pc:sldChg chg="addSp delSp modSp add mod">
        <pc:chgData name="Hironari Yamada" userId="e57621f8-ec3c-449e-bb19-001fffcc008e" providerId="ADAL" clId="{BC0BD879-F267-5CCA-8DEA-E3B2DD07DA4E}" dt="2026-06-01T05:45:56.419" v="4234" actId="478"/>
        <pc:sldMkLst>
          <pc:docMk/>
          <pc:sldMk cId="1518755428" sldId="312"/>
        </pc:sldMkLst>
        <pc:spChg chg="del">
          <ac:chgData name="Hironari Yamada" userId="e57621f8-ec3c-449e-bb19-001fffcc008e" providerId="ADAL" clId="{BC0BD879-F267-5CCA-8DEA-E3B2DD07DA4E}" dt="2026-06-01T05:45:56.419" v="4234" actId="478"/>
          <ac:spMkLst>
            <pc:docMk/>
            <pc:sldMk cId="1518755428" sldId="312"/>
            <ac:spMk id="3" creationId="{916284D9-A40A-A84A-D7CA-BADB35270CA9}"/>
          </ac:spMkLst>
        </pc:spChg>
        <pc:spChg chg="mod">
          <ac:chgData name="Hironari Yamada" userId="e57621f8-ec3c-449e-bb19-001fffcc008e" providerId="ADAL" clId="{BC0BD879-F267-5CCA-8DEA-E3B2DD07DA4E}" dt="2026-06-01T05:36:03.147" v="3787" actId="167"/>
          <ac:spMkLst>
            <pc:docMk/>
            <pc:sldMk cId="1518755428" sldId="312"/>
            <ac:spMk id="6" creationId="{5542BBD3-0F4B-BC33-8712-6CD5B1B0AD5A}"/>
          </ac:spMkLst>
        </pc:spChg>
        <pc:spChg chg="del">
          <ac:chgData name="Hironari Yamada" userId="e57621f8-ec3c-449e-bb19-001fffcc008e" providerId="ADAL" clId="{BC0BD879-F267-5CCA-8DEA-E3B2DD07DA4E}" dt="2026-06-01T05:43:04.638" v="4106" actId="478"/>
          <ac:spMkLst>
            <pc:docMk/>
            <pc:sldMk cId="1518755428" sldId="312"/>
            <ac:spMk id="8" creationId="{2BF072F7-7CD5-2DC6-A6BC-8FE6CA496D71}"/>
          </ac:spMkLst>
        </pc:spChg>
        <pc:spChg chg="del">
          <ac:chgData name="Hironari Yamada" userId="e57621f8-ec3c-449e-bb19-001fffcc008e" providerId="ADAL" clId="{BC0BD879-F267-5CCA-8DEA-E3B2DD07DA4E}" dt="2026-06-01T05:45:56.419" v="4234" actId="478"/>
          <ac:spMkLst>
            <pc:docMk/>
            <pc:sldMk cId="1518755428" sldId="312"/>
            <ac:spMk id="9" creationId="{6247F493-AB83-9904-5D2B-3915D6BB3B10}"/>
          </ac:spMkLst>
        </pc:spChg>
        <pc:spChg chg="mod">
          <ac:chgData name="Hironari Yamada" userId="e57621f8-ec3c-449e-bb19-001fffcc008e" providerId="ADAL" clId="{BC0BD879-F267-5CCA-8DEA-E3B2DD07DA4E}" dt="2026-06-01T05:42:55.351" v="4104" actId="20577"/>
          <ac:spMkLst>
            <pc:docMk/>
            <pc:sldMk cId="1518755428" sldId="312"/>
            <ac:spMk id="10" creationId="{F2138A0E-9DB5-8151-22FF-276954A565C5}"/>
          </ac:spMkLst>
        </pc:spChg>
        <pc:spChg chg="del mod">
          <ac:chgData name="Hironari Yamada" userId="e57621f8-ec3c-449e-bb19-001fffcc008e" providerId="ADAL" clId="{BC0BD879-F267-5CCA-8DEA-E3B2DD07DA4E}" dt="2026-06-01T05:43:00.467" v="4105" actId="478"/>
          <ac:spMkLst>
            <pc:docMk/>
            <pc:sldMk cId="1518755428" sldId="312"/>
            <ac:spMk id="11" creationId="{81BA5F56-5A64-129B-22EE-DC64E43FA436}"/>
          </ac:spMkLst>
        </pc:spChg>
        <pc:spChg chg="del mod">
          <ac:chgData name="Hironari Yamada" userId="e57621f8-ec3c-449e-bb19-001fffcc008e" providerId="ADAL" clId="{BC0BD879-F267-5CCA-8DEA-E3B2DD07DA4E}" dt="2026-06-01T05:43:00.467" v="4105" actId="478"/>
          <ac:spMkLst>
            <pc:docMk/>
            <pc:sldMk cId="1518755428" sldId="312"/>
            <ac:spMk id="12" creationId="{BD66AD2F-3B51-CA96-454A-E33B46B85017}"/>
          </ac:spMkLst>
        </pc:spChg>
        <pc:spChg chg="mod">
          <ac:chgData name="Hironari Yamada" userId="e57621f8-ec3c-449e-bb19-001fffcc008e" providerId="ADAL" clId="{BC0BD879-F267-5CCA-8DEA-E3B2DD07DA4E}" dt="2026-06-01T05:37:25.985" v="3890" actId="14100"/>
          <ac:spMkLst>
            <pc:docMk/>
            <pc:sldMk cId="1518755428" sldId="312"/>
            <ac:spMk id="13" creationId="{A3F5FC37-66FE-3025-B5AE-BF79A857DCD1}"/>
          </ac:spMkLst>
        </pc:spChg>
        <pc:spChg chg="del mod">
          <ac:chgData name="Hironari Yamada" userId="e57621f8-ec3c-449e-bb19-001fffcc008e" providerId="ADAL" clId="{BC0BD879-F267-5CCA-8DEA-E3B2DD07DA4E}" dt="2026-06-01T05:36:47.950" v="3855" actId="478"/>
          <ac:spMkLst>
            <pc:docMk/>
            <pc:sldMk cId="1518755428" sldId="312"/>
            <ac:spMk id="14" creationId="{CF38C3A2-010A-CE08-8916-ED7B812E9CB1}"/>
          </ac:spMkLst>
        </pc:spChg>
        <pc:spChg chg="mod">
          <ac:chgData name="Hironari Yamada" userId="e57621f8-ec3c-449e-bb19-001fffcc008e" providerId="ADAL" clId="{BC0BD879-F267-5CCA-8DEA-E3B2DD07DA4E}" dt="2026-06-01T05:37:38.780" v="3909" actId="20577"/>
          <ac:spMkLst>
            <pc:docMk/>
            <pc:sldMk cId="1518755428" sldId="312"/>
            <ac:spMk id="15" creationId="{CBB329FD-52D2-FAA1-9679-983868AEAA3E}"/>
          </ac:spMkLst>
        </pc:spChg>
        <pc:spChg chg="del mod">
          <ac:chgData name="Hironari Yamada" userId="e57621f8-ec3c-449e-bb19-001fffcc008e" providerId="ADAL" clId="{BC0BD879-F267-5CCA-8DEA-E3B2DD07DA4E}" dt="2026-06-01T05:43:00.467" v="4105" actId="478"/>
          <ac:spMkLst>
            <pc:docMk/>
            <pc:sldMk cId="1518755428" sldId="312"/>
            <ac:spMk id="16" creationId="{ACAC7CDF-EA75-1189-AF9D-0B527B05EDFD}"/>
          </ac:spMkLst>
        </pc:spChg>
        <pc:spChg chg="del">
          <ac:chgData name="Hironari Yamada" userId="e57621f8-ec3c-449e-bb19-001fffcc008e" providerId="ADAL" clId="{BC0BD879-F267-5CCA-8DEA-E3B2DD07DA4E}" dt="2026-06-01T05:37:43.930" v="3910" actId="478"/>
          <ac:spMkLst>
            <pc:docMk/>
            <pc:sldMk cId="1518755428" sldId="312"/>
            <ac:spMk id="17" creationId="{224BBD77-6DCB-1747-5BF1-1B2B7BC42477}"/>
          </ac:spMkLst>
        </pc:spChg>
        <pc:spChg chg="del mod">
          <ac:chgData name="Hironari Yamada" userId="e57621f8-ec3c-449e-bb19-001fffcc008e" providerId="ADAL" clId="{BC0BD879-F267-5CCA-8DEA-E3B2DD07DA4E}" dt="2026-06-01T05:43:00.467" v="4105" actId="478"/>
          <ac:spMkLst>
            <pc:docMk/>
            <pc:sldMk cId="1518755428" sldId="312"/>
            <ac:spMk id="18" creationId="{274F6ED3-C8DA-A0A0-7C47-4F539A481A3D}"/>
          </ac:spMkLst>
        </pc:spChg>
        <pc:spChg chg="del mod">
          <ac:chgData name="Hironari Yamada" userId="e57621f8-ec3c-449e-bb19-001fffcc008e" providerId="ADAL" clId="{BC0BD879-F267-5CCA-8DEA-E3B2DD07DA4E}" dt="2026-06-01T05:43:00.467" v="4105" actId="478"/>
          <ac:spMkLst>
            <pc:docMk/>
            <pc:sldMk cId="1518755428" sldId="312"/>
            <ac:spMk id="19" creationId="{DC110187-6C62-B33B-436E-1C7669357461}"/>
          </ac:spMkLst>
        </pc:spChg>
        <pc:spChg chg="del mod">
          <ac:chgData name="Hironari Yamada" userId="e57621f8-ec3c-449e-bb19-001fffcc008e" providerId="ADAL" clId="{BC0BD879-F267-5CCA-8DEA-E3B2DD07DA4E}" dt="2026-06-01T05:43:00.467" v="4105" actId="478"/>
          <ac:spMkLst>
            <pc:docMk/>
            <pc:sldMk cId="1518755428" sldId="312"/>
            <ac:spMk id="20" creationId="{484A2CB6-CABF-F584-D341-F64B47CA4183}"/>
          </ac:spMkLst>
        </pc:spChg>
        <pc:spChg chg="add del mod">
          <ac:chgData name="Hironari Yamada" userId="e57621f8-ec3c-449e-bb19-001fffcc008e" providerId="ADAL" clId="{BC0BD879-F267-5CCA-8DEA-E3B2DD07DA4E}" dt="2026-06-01T05:43:00.467" v="4105" actId="478"/>
          <ac:spMkLst>
            <pc:docMk/>
            <pc:sldMk cId="1518755428" sldId="312"/>
            <ac:spMk id="22" creationId="{AF63D066-4077-12B9-10C5-7CD7F4775A75}"/>
          </ac:spMkLst>
        </pc:spChg>
        <pc:spChg chg="add del mod">
          <ac:chgData name="Hironari Yamada" userId="e57621f8-ec3c-449e-bb19-001fffcc008e" providerId="ADAL" clId="{BC0BD879-F267-5CCA-8DEA-E3B2DD07DA4E}" dt="2026-06-01T05:43:00.467" v="4105" actId="478"/>
          <ac:spMkLst>
            <pc:docMk/>
            <pc:sldMk cId="1518755428" sldId="312"/>
            <ac:spMk id="23" creationId="{D6D4B3C1-8962-5579-8964-C085773B392D}"/>
          </ac:spMkLst>
        </pc:spChg>
        <pc:spChg chg="add del mod">
          <ac:chgData name="Hironari Yamada" userId="e57621f8-ec3c-449e-bb19-001fffcc008e" providerId="ADAL" clId="{BC0BD879-F267-5CCA-8DEA-E3B2DD07DA4E}" dt="2026-06-01T05:43:00.467" v="4105" actId="478"/>
          <ac:spMkLst>
            <pc:docMk/>
            <pc:sldMk cId="1518755428" sldId="312"/>
            <ac:spMk id="24" creationId="{30D4F84A-3164-7C7B-7227-E6BE69D73F27}"/>
          </ac:spMkLst>
        </pc:spChg>
        <pc:spChg chg="add del mod">
          <ac:chgData name="Hironari Yamada" userId="e57621f8-ec3c-449e-bb19-001fffcc008e" providerId="ADAL" clId="{BC0BD879-F267-5CCA-8DEA-E3B2DD07DA4E}" dt="2026-06-01T05:43:00.467" v="4105" actId="478"/>
          <ac:spMkLst>
            <pc:docMk/>
            <pc:sldMk cId="1518755428" sldId="312"/>
            <ac:spMk id="25" creationId="{17491101-9613-FA31-CEBE-5DDD8DF4052F}"/>
          </ac:spMkLst>
        </pc:spChg>
        <pc:spChg chg="add mod">
          <ac:chgData name="Hironari Yamada" userId="e57621f8-ec3c-449e-bb19-001fffcc008e" providerId="ADAL" clId="{BC0BD879-F267-5CCA-8DEA-E3B2DD07DA4E}" dt="2026-06-01T05:44:20.022" v="4121" actId="14100"/>
          <ac:spMkLst>
            <pc:docMk/>
            <pc:sldMk cId="1518755428" sldId="312"/>
            <ac:spMk id="27" creationId="{75DE5461-BA74-A18C-A3A0-8551639391B7}"/>
          </ac:spMkLst>
        </pc:spChg>
        <pc:spChg chg="add mod">
          <ac:chgData name="Hironari Yamada" userId="e57621f8-ec3c-449e-bb19-001fffcc008e" providerId="ADAL" clId="{BC0BD879-F267-5CCA-8DEA-E3B2DD07DA4E}" dt="2026-06-01T05:44:35.074" v="4195" actId="20577"/>
          <ac:spMkLst>
            <pc:docMk/>
            <pc:sldMk cId="1518755428" sldId="312"/>
            <ac:spMk id="28" creationId="{6556B534-1F0A-5919-83AC-C09E719B4732}"/>
          </ac:spMkLst>
        </pc:spChg>
        <pc:spChg chg="add mod">
          <ac:chgData name="Hironari Yamada" userId="e57621f8-ec3c-449e-bb19-001fffcc008e" providerId="ADAL" clId="{BC0BD879-F267-5CCA-8DEA-E3B2DD07DA4E}" dt="2026-06-01T05:44:43.316" v="4198" actId="14100"/>
          <ac:spMkLst>
            <pc:docMk/>
            <pc:sldMk cId="1518755428" sldId="312"/>
            <ac:spMk id="29" creationId="{779FFB3B-942B-F0C7-2017-121B40D6F13C}"/>
          </ac:spMkLst>
        </pc:spChg>
        <pc:spChg chg="add mod">
          <ac:chgData name="Hironari Yamada" userId="e57621f8-ec3c-449e-bb19-001fffcc008e" providerId="ADAL" clId="{BC0BD879-F267-5CCA-8DEA-E3B2DD07DA4E}" dt="2026-06-01T05:44:52.920" v="4223" actId="20577"/>
          <ac:spMkLst>
            <pc:docMk/>
            <pc:sldMk cId="1518755428" sldId="312"/>
            <ac:spMk id="30" creationId="{CC0B2DC2-F6E6-B47B-60D6-FAC97E514275}"/>
          </ac:spMkLst>
        </pc:spChg>
        <pc:picChg chg="del">
          <ac:chgData name="Hironari Yamada" userId="e57621f8-ec3c-449e-bb19-001fffcc008e" providerId="ADAL" clId="{BC0BD879-F267-5CCA-8DEA-E3B2DD07DA4E}" dt="2026-06-01T05:34:36.743" v="3785" actId="478"/>
          <ac:picMkLst>
            <pc:docMk/>
            <pc:sldMk cId="1518755428" sldId="312"/>
            <ac:picMk id="7" creationId="{507148AE-4620-6D1E-7832-857E45E66152}"/>
          </ac:picMkLst>
        </pc:picChg>
        <pc:picChg chg="add mod">
          <ac:chgData name="Hironari Yamada" userId="e57621f8-ec3c-449e-bb19-001fffcc008e" providerId="ADAL" clId="{BC0BD879-F267-5CCA-8DEA-E3B2DD07DA4E}" dt="2026-06-01T05:36:12.692" v="3789" actId="1076"/>
          <ac:picMkLst>
            <pc:docMk/>
            <pc:sldMk cId="1518755428" sldId="312"/>
            <ac:picMk id="21" creationId="{949E2D51-C9EF-56D6-6470-57C4C8179820}"/>
          </ac:picMkLst>
        </pc:picChg>
        <pc:picChg chg="add mod">
          <ac:chgData name="Hironari Yamada" userId="e57621f8-ec3c-449e-bb19-001fffcc008e" providerId="ADAL" clId="{BC0BD879-F267-5CCA-8DEA-E3B2DD07DA4E}" dt="2026-06-01T05:43:35.953" v="4111" actId="1076"/>
          <ac:picMkLst>
            <pc:docMk/>
            <pc:sldMk cId="1518755428" sldId="312"/>
            <ac:picMk id="26" creationId="{FF02D4AA-4935-63CE-5425-A5DC1D359B85}"/>
          </ac:picMkLst>
        </pc:picChg>
      </pc:sldChg>
      <pc:sldChg chg="delSp add del mod ord">
        <pc:chgData name="Hironari Yamada" userId="e57621f8-ec3c-449e-bb19-001fffcc008e" providerId="ADAL" clId="{BC0BD879-F267-5CCA-8DEA-E3B2DD07DA4E}" dt="2026-06-01T05:45:51.465" v="4233" actId="478"/>
        <pc:sldMkLst>
          <pc:docMk/>
          <pc:sldMk cId="1134628581" sldId="313"/>
        </pc:sldMkLst>
        <pc:spChg chg="del">
          <ac:chgData name="Hironari Yamada" userId="e57621f8-ec3c-449e-bb19-001fffcc008e" providerId="ADAL" clId="{BC0BD879-F267-5CCA-8DEA-E3B2DD07DA4E}" dt="2026-06-01T05:45:51.465" v="4233" actId="478"/>
          <ac:spMkLst>
            <pc:docMk/>
            <pc:sldMk cId="1134628581" sldId="313"/>
            <ac:spMk id="3" creationId="{AC0BF153-AF2B-B71D-3134-43B97D70450A}"/>
          </ac:spMkLst>
        </pc:spChg>
        <pc:spChg chg="del">
          <ac:chgData name="Hironari Yamada" userId="e57621f8-ec3c-449e-bb19-001fffcc008e" providerId="ADAL" clId="{BC0BD879-F267-5CCA-8DEA-E3B2DD07DA4E}" dt="2026-06-01T05:45:51.465" v="4233" actId="478"/>
          <ac:spMkLst>
            <pc:docMk/>
            <pc:sldMk cId="1134628581" sldId="313"/>
            <ac:spMk id="9" creationId="{C0E2D43A-F56A-130D-0626-5AEAD6BA06D9}"/>
          </ac:spMkLst>
        </pc:spChg>
      </pc:sldChg>
      <pc:sldChg chg="addSp delSp modSp add mod">
        <pc:chgData name="Hironari Yamada" userId="e57621f8-ec3c-449e-bb19-001fffcc008e" providerId="ADAL" clId="{BC0BD879-F267-5CCA-8DEA-E3B2DD07DA4E}" dt="2026-06-01T06:40:44.181" v="5065"/>
        <pc:sldMkLst>
          <pc:docMk/>
          <pc:sldMk cId="3832016346" sldId="314"/>
        </pc:sldMkLst>
        <pc:spChg chg="mod">
          <ac:chgData name="Hironari Yamada" userId="e57621f8-ec3c-449e-bb19-001fffcc008e" providerId="ADAL" clId="{BC0BD879-F267-5CCA-8DEA-E3B2DD07DA4E}" dt="2026-06-01T06:22:22.812" v="4993" actId="20577"/>
          <ac:spMkLst>
            <pc:docMk/>
            <pc:sldMk cId="3832016346" sldId="314"/>
            <ac:spMk id="5" creationId="{76F651AE-A308-7BC3-088E-FCF3719CCE87}"/>
          </ac:spMkLst>
        </pc:spChg>
        <pc:spChg chg="del">
          <ac:chgData name="Hironari Yamada" userId="e57621f8-ec3c-449e-bb19-001fffcc008e" providerId="ADAL" clId="{BC0BD879-F267-5CCA-8DEA-E3B2DD07DA4E}" dt="2026-06-01T06:21:22.959" v="4906" actId="478"/>
          <ac:spMkLst>
            <pc:docMk/>
            <pc:sldMk cId="3832016346" sldId="314"/>
            <ac:spMk id="6" creationId="{3760B348-B866-26FD-EA40-D16567354D60}"/>
          </ac:spMkLst>
        </pc:spChg>
        <pc:spChg chg="add mod">
          <ac:chgData name="Hironari Yamada" userId="e57621f8-ec3c-449e-bb19-001fffcc008e" providerId="ADAL" clId="{BC0BD879-F267-5CCA-8DEA-E3B2DD07DA4E}" dt="2026-06-01T06:31:25.783" v="5007" actId="1076"/>
          <ac:spMkLst>
            <pc:docMk/>
            <pc:sldMk cId="3832016346" sldId="314"/>
            <ac:spMk id="8" creationId="{67B8D8B5-2A11-3C54-20F7-D74A751AF5F7}"/>
          </ac:spMkLst>
        </pc:spChg>
        <pc:spChg chg="del">
          <ac:chgData name="Hironari Yamada" userId="e57621f8-ec3c-449e-bb19-001fffcc008e" providerId="ADAL" clId="{BC0BD879-F267-5CCA-8DEA-E3B2DD07DA4E}" dt="2026-06-01T06:31:00.434" v="5002" actId="478"/>
          <ac:spMkLst>
            <pc:docMk/>
            <pc:sldMk cId="3832016346" sldId="314"/>
            <ac:spMk id="9" creationId="{42044629-F104-B01D-BCC8-B37F4A629D71}"/>
          </ac:spMkLst>
        </pc:spChg>
        <pc:spChg chg="add mod">
          <ac:chgData name="Hironari Yamada" userId="e57621f8-ec3c-449e-bb19-001fffcc008e" providerId="ADAL" clId="{BC0BD879-F267-5CCA-8DEA-E3B2DD07DA4E}" dt="2026-06-01T06:31:31.915" v="5012" actId="1035"/>
          <ac:spMkLst>
            <pc:docMk/>
            <pc:sldMk cId="3832016346" sldId="314"/>
            <ac:spMk id="10" creationId="{203466ED-CBC8-2602-C8AF-ABE442F528F5}"/>
          </ac:spMkLst>
        </pc:spChg>
        <pc:spChg chg="mod">
          <ac:chgData name="Hironari Yamada" userId="e57621f8-ec3c-449e-bb19-001fffcc008e" providerId="ADAL" clId="{BC0BD879-F267-5CCA-8DEA-E3B2DD07DA4E}" dt="2026-06-01T06:22:10.983" v="4944" actId="20577"/>
          <ac:spMkLst>
            <pc:docMk/>
            <pc:sldMk cId="3832016346" sldId="314"/>
            <ac:spMk id="11" creationId="{115E1D80-EAFE-44A0-8677-79079859C76F}"/>
          </ac:spMkLst>
        </pc:spChg>
        <pc:spChg chg="del">
          <ac:chgData name="Hironari Yamada" userId="e57621f8-ec3c-449e-bb19-001fffcc008e" providerId="ADAL" clId="{BC0BD879-F267-5CCA-8DEA-E3B2DD07DA4E}" dt="2026-06-01T06:22:14.928" v="4945" actId="478"/>
          <ac:spMkLst>
            <pc:docMk/>
            <pc:sldMk cId="3832016346" sldId="314"/>
            <ac:spMk id="14" creationId="{C038FFFF-9920-F9DF-D973-C0DB423A1D1E}"/>
          </ac:spMkLst>
        </pc:spChg>
        <pc:spChg chg="del">
          <ac:chgData name="Hironari Yamada" userId="e57621f8-ec3c-449e-bb19-001fffcc008e" providerId="ADAL" clId="{BC0BD879-F267-5CCA-8DEA-E3B2DD07DA4E}" dt="2026-06-01T06:22:14.928" v="4945" actId="478"/>
          <ac:spMkLst>
            <pc:docMk/>
            <pc:sldMk cId="3832016346" sldId="314"/>
            <ac:spMk id="15" creationId="{5E445570-7AE5-9963-0EB3-661885EC43F0}"/>
          </ac:spMkLst>
        </pc:spChg>
        <pc:spChg chg="del">
          <ac:chgData name="Hironari Yamada" userId="e57621f8-ec3c-449e-bb19-001fffcc008e" providerId="ADAL" clId="{BC0BD879-F267-5CCA-8DEA-E3B2DD07DA4E}" dt="2026-06-01T06:22:14.928" v="4945" actId="478"/>
          <ac:spMkLst>
            <pc:docMk/>
            <pc:sldMk cId="3832016346" sldId="314"/>
            <ac:spMk id="16" creationId="{7A1B7FEF-D038-73DC-AF88-E0766BDE5CCB}"/>
          </ac:spMkLst>
        </pc:spChg>
        <pc:spChg chg="add mod">
          <ac:chgData name="Hironari Yamada" userId="e57621f8-ec3c-449e-bb19-001fffcc008e" providerId="ADAL" clId="{BC0BD879-F267-5CCA-8DEA-E3B2DD07DA4E}" dt="2026-06-01T06:31:51.863" v="5040" actId="1076"/>
          <ac:spMkLst>
            <pc:docMk/>
            <pc:sldMk cId="3832016346" sldId="314"/>
            <ac:spMk id="17" creationId="{5B000A85-6508-F512-E86B-5D24145BEDA3}"/>
          </ac:spMkLst>
        </pc:spChg>
        <pc:spChg chg="del">
          <ac:chgData name="Hironari Yamada" userId="e57621f8-ec3c-449e-bb19-001fffcc008e" providerId="ADAL" clId="{BC0BD879-F267-5CCA-8DEA-E3B2DD07DA4E}" dt="2026-06-01T06:22:14.928" v="4945" actId="478"/>
          <ac:spMkLst>
            <pc:docMk/>
            <pc:sldMk cId="3832016346" sldId="314"/>
            <ac:spMk id="18" creationId="{FF08D0C8-BDE2-6FDC-2433-602541E86B20}"/>
          </ac:spMkLst>
        </pc:spChg>
        <pc:spChg chg="del">
          <ac:chgData name="Hironari Yamada" userId="e57621f8-ec3c-449e-bb19-001fffcc008e" providerId="ADAL" clId="{BC0BD879-F267-5CCA-8DEA-E3B2DD07DA4E}" dt="2026-06-01T06:22:14.928" v="4945" actId="478"/>
          <ac:spMkLst>
            <pc:docMk/>
            <pc:sldMk cId="3832016346" sldId="314"/>
            <ac:spMk id="19" creationId="{3581B7E9-8453-6D2A-D3F0-6FB9D0CCE610}"/>
          </ac:spMkLst>
        </pc:spChg>
        <pc:spChg chg="del">
          <ac:chgData name="Hironari Yamada" userId="e57621f8-ec3c-449e-bb19-001fffcc008e" providerId="ADAL" clId="{BC0BD879-F267-5CCA-8DEA-E3B2DD07DA4E}" dt="2026-06-01T06:22:14.928" v="4945" actId="478"/>
          <ac:spMkLst>
            <pc:docMk/>
            <pc:sldMk cId="3832016346" sldId="314"/>
            <ac:spMk id="20" creationId="{11F9BDF7-906D-0AB2-3513-AC0C00FD78C1}"/>
          </ac:spMkLst>
        </pc:spChg>
        <pc:spChg chg="del">
          <ac:chgData name="Hironari Yamada" userId="e57621f8-ec3c-449e-bb19-001fffcc008e" providerId="ADAL" clId="{BC0BD879-F267-5CCA-8DEA-E3B2DD07DA4E}" dt="2026-06-01T06:22:14.928" v="4945" actId="478"/>
          <ac:spMkLst>
            <pc:docMk/>
            <pc:sldMk cId="3832016346" sldId="314"/>
            <ac:spMk id="21" creationId="{8E9D9D69-E9BA-00C1-73DC-E2CB2EF17C14}"/>
          </ac:spMkLst>
        </pc:spChg>
        <pc:spChg chg="del">
          <ac:chgData name="Hironari Yamada" userId="e57621f8-ec3c-449e-bb19-001fffcc008e" providerId="ADAL" clId="{BC0BD879-F267-5CCA-8DEA-E3B2DD07DA4E}" dt="2026-06-01T06:22:14.928" v="4945" actId="478"/>
          <ac:spMkLst>
            <pc:docMk/>
            <pc:sldMk cId="3832016346" sldId="314"/>
            <ac:spMk id="22" creationId="{6D764B54-30F2-3544-6AA0-C2194F67EB65}"/>
          </ac:spMkLst>
        </pc:spChg>
        <pc:spChg chg="del">
          <ac:chgData name="Hironari Yamada" userId="e57621f8-ec3c-449e-bb19-001fffcc008e" providerId="ADAL" clId="{BC0BD879-F267-5CCA-8DEA-E3B2DD07DA4E}" dt="2026-06-01T06:22:14.928" v="4945" actId="478"/>
          <ac:spMkLst>
            <pc:docMk/>
            <pc:sldMk cId="3832016346" sldId="314"/>
            <ac:spMk id="23" creationId="{94E25459-FEB7-B0F6-4473-23A5D43F8296}"/>
          </ac:spMkLst>
        </pc:spChg>
        <pc:spChg chg="del">
          <ac:chgData name="Hironari Yamada" userId="e57621f8-ec3c-449e-bb19-001fffcc008e" providerId="ADAL" clId="{BC0BD879-F267-5CCA-8DEA-E3B2DD07DA4E}" dt="2026-06-01T06:22:14.928" v="4945" actId="478"/>
          <ac:spMkLst>
            <pc:docMk/>
            <pc:sldMk cId="3832016346" sldId="314"/>
            <ac:spMk id="24" creationId="{5EBE569A-334C-24A0-144D-8E49B782A5B2}"/>
          </ac:spMkLst>
        </pc:spChg>
        <pc:spChg chg="add mod">
          <ac:chgData name="Hironari Yamada" userId="e57621f8-ec3c-449e-bb19-001fffcc008e" providerId="ADAL" clId="{BC0BD879-F267-5CCA-8DEA-E3B2DD07DA4E}" dt="2026-06-01T06:32:05.093" v="5055" actId="14100"/>
          <ac:spMkLst>
            <pc:docMk/>
            <pc:sldMk cId="3832016346" sldId="314"/>
            <ac:spMk id="25" creationId="{8033E86E-C769-09C8-5AC4-854D3C331F29}"/>
          </ac:spMkLst>
        </pc:spChg>
        <pc:spChg chg="add mod">
          <ac:chgData name="Hironari Yamada" userId="e57621f8-ec3c-449e-bb19-001fffcc008e" providerId="ADAL" clId="{BC0BD879-F267-5CCA-8DEA-E3B2DD07DA4E}" dt="2026-06-01T06:40:44.181" v="5065"/>
          <ac:spMkLst>
            <pc:docMk/>
            <pc:sldMk cId="3832016346" sldId="314"/>
            <ac:spMk id="26" creationId="{B3BC79D1-F4D3-0AAB-5049-DB0B03670526}"/>
          </ac:spMkLst>
        </pc:spChg>
        <pc:picChg chg="add mod">
          <ac:chgData name="Hironari Yamada" userId="e57621f8-ec3c-449e-bb19-001fffcc008e" providerId="ADAL" clId="{BC0BD879-F267-5CCA-8DEA-E3B2DD07DA4E}" dt="2026-06-01T06:27:05.688" v="4997" actId="14100"/>
          <ac:picMkLst>
            <pc:docMk/>
            <pc:sldMk cId="3832016346" sldId="314"/>
            <ac:picMk id="3" creationId="{F03D6C4E-91C9-9729-1455-708E182930B9}"/>
          </ac:picMkLst>
        </pc:picChg>
        <pc:picChg chg="add mod">
          <ac:chgData name="Hironari Yamada" userId="e57621f8-ec3c-449e-bb19-001fffcc008e" providerId="ADAL" clId="{BC0BD879-F267-5CCA-8DEA-E3B2DD07DA4E}" dt="2026-06-01T06:30:58.281" v="5001" actId="14100"/>
          <ac:picMkLst>
            <pc:docMk/>
            <pc:sldMk cId="3832016346" sldId="314"/>
            <ac:picMk id="7" creationId="{EDCFD073-4630-4863-CBAB-213819F39B4F}"/>
          </ac:picMkLst>
        </pc:picChg>
      </pc:sldChg>
      <pc:sldChg chg="addSp delSp modSp add mod">
        <pc:chgData name="Hironari Yamada" userId="e57621f8-ec3c-449e-bb19-001fffcc008e" providerId="ADAL" clId="{BC0BD879-F267-5CCA-8DEA-E3B2DD07DA4E}" dt="2026-06-01T07:26:07.473" v="7129" actId="478"/>
        <pc:sldMkLst>
          <pc:docMk/>
          <pc:sldMk cId="411457571" sldId="315"/>
        </pc:sldMkLst>
        <pc:spChg chg="del">
          <ac:chgData name="Hironari Yamada" userId="e57621f8-ec3c-449e-bb19-001fffcc008e" providerId="ADAL" clId="{BC0BD879-F267-5CCA-8DEA-E3B2DD07DA4E}" dt="2026-06-01T07:26:07.473" v="7129" actId="478"/>
          <ac:spMkLst>
            <pc:docMk/>
            <pc:sldMk cId="411457571" sldId="315"/>
            <ac:spMk id="3" creationId="{56FEF03F-424E-733E-37D3-7DF0C6C18F26}"/>
          </ac:spMkLst>
        </pc:spChg>
        <pc:spChg chg="add mod">
          <ac:chgData name="Hironari Yamada" userId="e57621f8-ec3c-449e-bb19-001fffcc008e" providerId="ADAL" clId="{BC0BD879-F267-5CCA-8DEA-E3B2DD07DA4E}" dt="2026-06-01T06:52:46.917" v="5789" actId="1076"/>
          <ac:spMkLst>
            <pc:docMk/>
            <pc:sldMk cId="411457571" sldId="315"/>
            <ac:spMk id="6" creationId="{6418BEBC-DB60-CD8A-C750-28BB9560BE74}"/>
          </ac:spMkLst>
        </pc:spChg>
        <pc:spChg chg="add mod">
          <ac:chgData name="Hironari Yamada" userId="e57621f8-ec3c-449e-bb19-001fffcc008e" providerId="ADAL" clId="{BC0BD879-F267-5CCA-8DEA-E3B2DD07DA4E}" dt="2026-06-01T06:53:18.026" v="5908" actId="14100"/>
          <ac:spMkLst>
            <pc:docMk/>
            <pc:sldMk cId="411457571" sldId="315"/>
            <ac:spMk id="7" creationId="{5DE4DF44-E466-6C24-073D-A37DF2BDAA3F}"/>
          </ac:spMkLst>
        </pc:spChg>
        <pc:spChg chg="add mod">
          <ac:chgData name="Hironari Yamada" userId="e57621f8-ec3c-449e-bb19-001fffcc008e" providerId="ADAL" clId="{BC0BD879-F267-5CCA-8DEA-E3B2DD07DA4E}" dt="2026-06-01T06:53:25.721" v="5911" actId="14100"/>
          <ac:spMkLst>
            <pc:docMk/>
            <pc:sldMk cId="411457571" sldId="315"/>
            <ac:spMk id="8" creationId="{C9AEF88B-E30C-4512-2D28-CB9D586E88AF}"/>
          </ac:spMkLst>
        </pc:spChg>
        <pc:spChg chg="add mod">
          <ac:chgData name="Hironari Yamada" userId="e57621f8-ec3c-449e-bb19-001fffcc008e" providerId="ADAL" clId="{BC0BD879-F267-5CCA-8DEA-E3B2DD07DA4E}" dt="2026-06-01T06:53:40.289" v="5952" actId="20577"/>
          <ac:spMkLst>
            <pc:docMk/>
            <pc:sldMk cId="411457571" sldId="315"/>
            <ac:spMk id="9" creationId="{65954A7B-BAD0-4860-1A07-0EEC458551A0}"/>
          </ac:spMkLst>
        </pc:spChg>
        <pc:spChg chg="mod">
          <ac:chgData name="Hironari Yamada" userId="e57621f8-ec3c-449e-bb19-001fffcc008e" providerId="ADAL" clId="{BC0BD879-F267-5CCA-8DEA-E3B2DD07DA4E}" dt="2026-06-01T06:52:28.707" v="5787" actId="1076"/>
          <ac:spMkLst>
            <pc:docMk/>
            <pc:sldMk cId="411457571" sldId="315"/>
            <ac:spMk id="13" creationId="{54028585-65F4-94DE-E479-7C0959299D51}"/>
          </ac:spMkLst>
        </pc:spChg>
        <pc:spChg chg="del">
          <ac:chgData name="Hironari Yamada" userId="e57621f8-ec3c-449e-bb19-001fffcc008e" providerId="ADAL" clId="{BC0BD879-F267-5CCA-8DEA-E3B2DD07DA4E}" dt="2026-06-01T07:26:07.473" v="7129" actId="478"/>
          <ac:spMkLst>
            <pc:docMk/>
            <pc:sldMk cId="411457571" sldId="315"/>
            <ac:spMk id="14" creationId="{3C49209B-D08E-9DC3-8B26-AD742D95A7BA}"/>
          </ac:spMkLst>
        </pc:spChg>
        <pc:picChg chg="mod">
          <ac:chgData name="Hironari Yamada" userId="e57621f8-ec3c-449e-bb19-001fffcc008e" providerId="ADAL" clId="{BC0BD879-F267-5CCA-8DEA-E3B2DD07DA4E}" dt="2026-06-01T06:52:25.571" v="5786" actId="1076"/>
          <ac:picMkLst>
            <pc:docMk/>
            <pc:sldMk cId="411457571" sldId="315"/>
            <ac:picMk id="12" creationId="{137873F6-A84A-A9CF-6223-AF874DD24F4E}"/>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スライド1「Azure VM をつかった Web サーバ構築」。本文の粒度は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スライド2「今日のゴール」。本文の粒度は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スライド3「前回の振り返り」。本文の粒度は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スライド5「Azure IaaS とは何か」。本文の粒度は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F9D03F-D5FB-69E9-D996-4ABC64AEA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3EBA1B-BEFD-04A7-37AB-8B91F8B5AF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535A56-7C15-62BC-80AE-7D42F6A7ACF2}"/>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22567A6-15FF-0087-26F0-C8772664370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590903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スライド6「Azure VM の全体像」。本文の粒度は HTML に合わせる。</a:t>
            </a:r>
          </a:p>
          <a:p>
            <a:r>
              <a:t>講師メモ: VM、Disk、NIC、VNet、Public IP、NSG の関係を構成図に戻して説明する。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スライド7「OS イメージとサイズ」。本文の粒度は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A7F592-D77E-D367-94AA-E01959D687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351EE0-41DA-3BDF-80C9-9D336FCE3B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3AF098-B96C-5DAA-A2A9-06B6B3A85CEC}"/>
              </a:ext>
            </a:extLst>
          </p:cNvPr>
          <p:cNvSpPr>
            <a:spLocks noGrp="1"/>
          </p:cNvSpPr>
          <p:nvPr>
            <p:ph type="body" idx="1"/>
          </p:nvPr>
        </p:nvSpPr>
        <p:spPr/>
        <p:txBody>
          <a:bodyPr/>
          <a:lstStyle/>
          <a:p>
            <a:r>
              <a:t>HTML一次情報: スライド7「OS イメージとサイズ」。本文の粒度は HTML に合わせる。</a:t>
            </a:r>
          </a:p>
        </p:txBody>
      </p:sp>
      <p:sp>
        <p:nvSpPr>
          <p:cNvPr id="4" name="Slide Number Placeholder 3">
            <a:extLst>
              <a:ext uri="{FF2B5EF4-FFF2-40B4-BE49-F238E27FC236}">
                <a16:creationId xmlns:a16="http://schemas.microsoft.com/office/drawing/2014/main" id="{A8D18D5B-38D0-36D0-187E-12CDDAE0B05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168022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6126-2B25-F356-0A4A-8D291A11D2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1370B4-4E85-C446-5F9E-77DC413BB1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7C4AE1-BA08-A703-911E-0CD3DA3F716C}"/>
              </a:ext>
            </a:extLst>
          </p:cNvPr>
          <p:cNvSpPr>
            <a:spLocks noGrp="1"/>
          </p:cNvSpPr>
          <p:nvPr>
            <p:ph type="body" idx="1"/>
          </p:nvPr>
        </p:nvSpPr>
        <p:spPr/>
        <p:txBody>
          <a:bodyPr/>
          <a:lstStyle/>
          <a:p>
            <a:r>
              <a:t>HTML一次情報: スライド7「OS イメージとサイズ」。本文の粒度は HTML に合わせる。</a:t>
            </a:r>
          </a:p>
        </p:txBody>
      </p:sp>
      <p:sp>
        <p:nvSpPr>
          <p:cNvPr id="4" name="Slide Number Placeholder 3">
            <a:extLst>
              <a:ext uri="{FF2B5EF4-FFF2-40B4-BE49-F238E27FC236}">
                <a16:creationId xmlns:a16="http://schemas.microsoft.com/office/drawing/2014/main" id="{B92BE002-9CD2-527D-211B-2A5F8195FD3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7091592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D7286-E05A-052A-0813-E0B48DD94E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E08FE0-3F83-D453-74E9-203A9E3165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C12EE7-C8A5-EA13-6ECD-648610B04197}"/>
              </a:ext>
            </a:extLst>
          </p:cNvPr>
          <p:cNvSpPr>
            <a:spLocks noGrp="1"/>
          </p:cNvSpPr>
          <p:nvPr>
            <p:ph type="body" idx="1"/>
          </p:nvPr>
        </p:nvSpPr>
        <p:spPr/>
        <p:txBody>
          <a:bodyPr/>
          <a:lstStyle/>
          <a:p>
            <a:r>
              <a:rPr dirty="0" err="1"/>
              <a:t>HTML一次情報</a:t>
            </a:r>
            <a:r>
              <a:rPr dirty="0"/>
              <a:t>: スライド7「OS </a:t>
            </a:r>
            <a:r>
              <a:rPr dirty="0" err="1"/>
              <a:t>イメージとサイズ</a:t>
            </a:r>
            <a:r>
              <a:rPr dirty="0"/>
              <a:t>」。</a:t>
            </a:r>
            <a:r>
              <a:rPr dirty="0" err="1"/>
              <a:t>本文の粒度は</a:t>
            </a:r>
            <a:r>
              <a:rPr dirty="0"/>
              <a:t> HTML </a:t>
            </a:r>
            <a:r>
              <a:rPr dirty="0" err="1"/>
              <a:t>に合わせる</a:t>
            </a:r>
            <a:r>
              <a:rPr dirty="0"/>
              <a:t>。</a:t>
            </a:r>
          </a:p>
        </p:txBody>
      </p:sp>
      <p:sp>
        <p:nvSpPr>
          <p:cNvPr id="4" name="Slide Number Placeholder 3">
            <a:extLst>
              <a:ext uri="{FF2B5EF4-FFF2-40B4-BE49-F238E27FC236}">
                <a16:creationId xmlns:a16="http://schemas.microsoft.com/office/drawing/2014/main" id="{30CCCE6E-8793-C15F-025A-55B54073F28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751007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スライド8「Managed Disk」。本文の粒度は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656BE-4428-3DB4-9B81-9B15DA6444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91DACE-E3FC-753F-6C2B-EBB0C64010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AB7D91-DEE8-C08B-6C60-0A3585834269}"/>
              </a:ext>
            </a:extLst>
          </p:cNvPr>
          <p:cNvSpPr>
            <a:spLocks noGrp="1"/>
          </p:cNvSpPr>
          <p:nvPr>
            <p:ph type="body" idx="1"/>
          </p:nvPr>
        </p:nvSpPr>
        <p:spPr/>
        <p:txBody>
          <a:bodyPr/>
          <a:lstStyle/>
          <a:p>
            <a:r>
              <a:t>HTML一次情報: スライド8「Managed Disk」。本文の粒度は HTML に合わせる。</a:t>
            </a:r>
          </a:p>
        </p:txBody>
      </p:sp>
      <p:sp>
        <p:nvSpPr>
          <p:cNvPr id="4" name="Slide Number Placeholder 3">
            <a:extLst>
              <a:ext uri="{FF2B5EF4-FFF2-40B4-BE49-F238E27FC236}">
                <a16:creationId xmlns:a16="http://schemas.microsoft.com/office/drawing/2014/main" id="{64F73C8F-8700-F723-848E-247238C734E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5361283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スライド9「NIC と IP アドレス」。本文の粒度は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162E4-F0D4-9907-BC36-2D9317AF09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11F036-FA75-B0D1-072B-E81815A057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715519-272E-7826-C5DE-FDB170BF49CF}"/>
              </a:ext>
            </a:extLst>
          </p:cNvPr>
          <p:cNvSpPr>
            <a:spLocks noGrp="1"/>
          </p:cNvSpPr>
          <p:nvPr>
            <p:ph type="body" idx="1"/>
          </p:nvPr>
        </p:nvSpPr>
        <p:spPr/>
        <p:txBody>
          <a:bodyPr/>
          <a:lstStyle/>
          <a:p>
            <a:r>
              <a:t>HTML一次情報: スライド9「NIC と IP アドレス」。本文の粒度は HTML に合わせる。</a:t>
            </a:r>
          </a:p>
        </p:txBody>
      </p:sp>
      <p:sp>
        <p:nvSpPr>
          <p:cNvPr id="4" name="Slide Number Placeholder 3">
            <a:extLst>
              <a:ext uri="{FF2B5EF4-FFF2-40B4-BE49-F238E27FC236}">
                <a16:creationId xmlns:a16="http://schemas.microsoft.com/office/drawing/2014/main" id="{BF190584-6C0C-0885-2E7A-5F1668C1CE6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887464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スライド10「VNet とサブネット」。本文の粒度は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A4C38-AFEF-A827-9F4F-37197CE829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7867AF-44DE-BBB6-C3CD-433B5FB44C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8FA734-5C94-B2E6-7D8D-6BD062D3378A}"/>
              </a:ext>
            </a:extLst>
          </p:cNvPr>
          <p:cNvSpPr>
            <a:spLocks noGrp="1"/>
          </p:cNvSpPr>
          <p:nvPr>
            <p:ph type="body" idx="1"/>
          </p:nvPr>
        </p:nvSpPr>
        <p:spPr/>
        <p:txBody>
          <a:bodyPr/>
          <a:lstStyle/>
          <a:p>
            <a:r>
              <a:t>HTML一次情報: スライド10「VNet とサブネット」。本文の粒度は HTML に合わせる。</a:t>
            </a:r>
          </a:p>
        </p:txBody>
      </p:sp>
      <p:sp>
        <p:nvSpPr>
          <p:cNvPr id="4" name="Slide Number Placeholder 3">
            <a:extLst>
              <a:ext uri="{FF2B5EF4-FFF2-40B4-BE49-F238E27FC236}">
                <a16:creationId xmlns:a16="http://schemas.microsoft.com/office/drawing/2014/main" id="{2EE632C2-5389-D0DB-0157-C60029C752B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2663221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6E3A1-8F53-8E85-8968-FEA01AD8BE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7002F4-5C93-B0E6-8E6C-8377012979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ECBCA4-2ACF-D328-7765-A3CEB1FB7317}"/>
              </a:ext>
            </a:extLst>
          </p:cNvPr>
          <p:cNvSpPr>
            <a:spLocks noGrp="1"/>
          </p:cNvSpPr>
          <p:nvPr>
            <p:ph type="body" idx="1"/>
          </p:nvPr>
        </p:nvSpPr>
        <p:spPr/>
        <p:txBody>
          <a:bodyPr/>
          <a:lstStyle/>
          <a:p>
            <a:r>
              <a:t>HTML一次情報: スライド10「VNet とサブネット」。本文の粒度は HTML に合わせる。</a:t>
            </a:r>
          </a:p>
        </p:txBody>
      </p:sp>
      <p:sp>
        <p:nvSpPr>
          <p:cNvPr id="4" name="Slide Number Placeholder 3">
            <a:extLst>
              <a:ext uri="{FF2B5EF4-FFF2-40B4-BE49-F238E27FC236}">
                <a16:creationId xmlns:a16="http://schemas.microsoft.com/office/drawing/2014/main" id="{28A46D5C-DD18-8988-22A0-B40D69F5975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621884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スライド11「NSG」。本文の粒度は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94831-6208-DFDE-9D39-BA814E9A65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6E67B-50D0-EE56-8454-9C8F15051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21B580-24F9-D186-57D7-D710DB5F5F14}"/>
              </a:ext>
            </a:extLst>
          </p:cNvPr>
          <p:cNvSpPr>
            <a:spLocks noGrp="1"/>
          </p:cNvSpPr>
          <p:nvPr>
            <p:ph type="body" idx="1"/>
          </p:nvPr>
        </p:nvSpPr>
        <p:spPr/>
        <p:txBody>
          <a:bodyPr/>
          <a:lstStyle/>
          <a:p>
            <a:r>
              <a:t>HTML一次情報: スライド10「VNet とサブネット」。本文の粒度は HTML に合わせる。</a:t>
            </a:r>
          </a:p>
        </p:txBody>
      </p:sp>
      <p:sp>
        <p:nvSpPr>
          <p:cNvPr id="4" name="Slide Number Placeholder 3">
            <a:extLst>
              <a:ext uri="{FF2B5EF4-FFF2-40B4-BE49-F238E27FC236}">
                <a16:creationId xmlns:a16="http://schemas.microsoft.com/office/drawing/2014/main" id="{0CE0AB3F-B992-A8DF-F55F-3E29C41A91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3917316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スライド12「Route Table/UDR」。本文の粒度は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スライド13「今日作るアーキテクチャ」。本文の粒度は HTML に合わせる。</a:t>
            </a:r>
          </a:p>
          <a:p>
            <a:r>
              <a:t>講師メモ: VM、Disk、NIC、VNet、Public IP、NSG の関係を構成図に戻して説明する。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スライド14「ハンズオンで使う値」。本文の粒度は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スライド15「ハンズオンの流れ」。本文の粒度は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スライド16「Azure Portal にサインイン」。本文の粒度は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スライド17「リソースグループを作成する」。本文の粒度は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A9FAD-259C-8586-A572-C4AEF4D4EE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D87BB6-8D01-035E-F8A4-D9A26BF8A9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C68F3A-B9B4-A588-D881-59E0A4BB1739}"/>
              </a:ext>
            </a:extLst>
          </p:cNvPr>
          <p:cNvSpPr>
            <a:spLocks noGrp="1"/>
          </p:cNvSpPr>
          <p:nvPr>
            <p:ph type="body" idx="1"/>
          </p:nvPr>
        </p:nvSpPr>
        <p:spPr/>
        <p:txBody>
          <a:bodyPr/>
          <a:lstStyle/>
          <a:p>
            <a:r>
              <a:t>HTML一次情報: スライド17「リソースグループを作成する」。本文の粒度は HTML に合わせる。</a:t>
            </a:r>
          </a:p>
          <a:p>
            <a:r>
              <a:t>操作メモ: スクリーンショットの順序を崩さず、Portal の実画面確認として扱う。マスク済み情報は推測しない。</a:t>
            </a:r>
          </a:p>
        </p:txBody>
      </p:sp>
      <p:sp>
        <p:nvSpPr>
          <p:cNvPr id="4" name="Slide Number Placeholder 3">
            <a:extLst>
              <a:ext uri="{FF2B5EF4-FFF2-40B4-BE49-F238E27FC236}">
                <a16:creationId xmlns:a16="http://schemas.microsoft.com/office/drawing/2014/main" id="{78E8C023-DF13-BD80-E3BF-8279830F1FF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510842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スライド18「リソースグループ作成を確認する」。本文の粒度は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スライド19「VM 作成を開始する」。本文の粒度は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スライド20「VM の基本情報を入力する」。本文の粒度は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383FC-976F-5501-03A8-6015B7FFE0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F2449F-D826-27A2-F808-2C2CCA534A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6978E8-953E-05F9-8636-EC1EC31AD0B1}"/>
              </a:ext>
            </a:extLst>
          </p:cNvPr>
          <p:cNvSpPr>
            <a:spLocks noGrp="1"/>
          </p:cNvSpPr>
          <p:nvPr>
            <p:ph type="body" idx="1"/>
          </p:nvPr>
        </p:nvSpPr>
        <p:spPr/>
        <p:txBody>
          <a:bodyPr/>
          <a:lstStyle/>
          <a:p>
            <a:r>
              <a:t>HTML一次情報: スライド20「VM の基本情報を入力する」。本文の粒度は HTML に合わせる。</a:t>
            </a:r>
          </a:p>
          <a:p>
            <a:r>
              <a:t>操作メモ: スクリーンショットの順序を崩さず、Portal の実画面確認として扱う。マスク済み情報は推測しない。</a:t>
            </a:r>
          </a:p>
        </p:txBody>
      </p:sp>
      <p:sp>
        <p:nvSpPr>
          <p:cNvPr id="4" name="Slide Number Placeholder 3">
            <a:extLst>
              <a:ext uri="{FF2B5EF4-FFF2-40B4-BE49-F238E27FC236}">
                <a16:creationId xmlns:a16="http://schemas.microsoft.com/office/drawing/2014/main" id="{94F1D4B0-8BB0-FCB7-19BE-59EDAD7868B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3921475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3AD61-6808-8E0E-8A00-6E2733F45E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58A51F-E025-9786-3E1F-C94E7D417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DD4A58-FE0C-E64E-94B9-0DF44C181F1E}"/>
              </a:ext>
            </a:extLst>
          </p:cNvPr>
          <p:cNvSpPr>
            <a:spLocks noGrp="1"/>
          </p:cNvSpPr>
          <p:nvPr>
            <p:ph type="body" idx="1"/>
          </p:nvPr>
        </p:nvSpPr>
        <p:spPr/>
        <p:txBody>
          <a:bodyPr/>
          <a:lstStyle/>
          <a:p>
            <a:r>
              <a:t>HTML一次情報: スライド20「VM の基本情報を入力する」。本文の粒度は HTML に合わせる。</a:t>
            </a:r>
          </a:p>
          <a:p>
            <a:r>
              <a:t>操作メモ: スクリーンショットの順序を崩さず、Portal の実画面確認として扱う。マスク済み情報は推測しない。</a:t>
            </a:r>
          </a:p>
        </p:txBody>
      </p:sp>
      <p:sp>
        <p:nvSpPr>
          <p:cNvPr id="4" name="Slide Number Placeholder 3">
            <a:extLst>
              <a:ext uri="{FF2B5EF4-FFF2-40B4-BE49-F238E27FC236}">
                <a16:creationId xmlns:a16="http://schemas.microsoft.com/office/drawing/2014/main" id="{621659CC-C866-4B86-E09F-9B1BB7CE380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295119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スライド23「ディスク設定を確認する」。本文の粒度は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スライド24「ネットワーク設定を確認する」。本文の粒度は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8B38D-3A98-73CB-20FB-8017F73C4D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359B7C-3CF3-D08B-2EBD-3A4D59BB13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94E7C3-27E9-5A3A-97EF-1F0770DE7D2A}"/>
              </a:ext>
            </a:extLst>
          </p:cNvPr>
          <p:cNvSpPr>
            <a:spLocks noGrp="1"/>
          </p:cNvSpPr>
          <p:nvPr>
            <p:ph type="body" idx="1"/>
          </p:nvPr>
        </p:nvSpPr>
        <p:spPr/>
        <p:txBody>
          <a:bodyPr/>
          <a:lstStyle/>
          <a:p>
            <a:r>
              <a:t>HTML一次情報: スライド24「ネットワーク設定を確認する」。本文の粒度は HTML に合わせる。</a:t>
            </a:r>
          </a:p>
          <a:p>
            <a:r>
              <a:t>操作メモ: スクリーンショットの順序を崩さず、Portal の実画面確認として扱う。マスク済み情報は推測しない。</a:t>
            </a:r>
          </a:p>
        </p:txBody>
      </p:sp>
      <p:sp>
        <p:nvSpPr>
          <p:cNvPr id="4" name="Slide Number Placeholder 3">
            <a:extLst>
              <a:ext uri="{FF2B5EF4-FFF2-40B4-BE49-F238E27FC236}">
                <a16:creationId xmlns:a16="http://schemas.microsoft.com/office/drawing/2014/main" id="{EEA36FDC-821F-9D76-4A4E-DECC7A6E5F1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2337933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スライド25「カスタムデータを設定する」。本文の粒度は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スライド26「タグを設定する」。本文の粒度は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スライド27「内容を確認して作成する」。本文の粒度は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スライド28「デプロイ完了を待つ」。本文の粒度は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スライド29「VM の Overview を確認する」。本文の粒度は HTML に合わせる。</a:t>
            </a:r>
          </a:p>
          <a:p>
            <a:r>
              <a:t>操作メモ: スクリーンショットの順序を崩さず、Portal の実画面確認として扱う。マスク済み情報は推測しない。</a:t>
            </a:r>
          </a:p>
          <a:p>
            <a:r>
              <a:t>トラブル時: VM 状態、Public IP、HTTP、NSG、cloud-init の順で確認する。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8E441-174D-4C3D-00EE-CAA49CE25E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C05F50-5CF7-3C2A-E313-7D5F327B72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B3C99D-C4D9-5402-4B36-B0760A8AA5E1}"/>
              </a:ext>
            </a:extLst>
          </p:cNvPr>
          <p:cNvSpPr>
            <a:spLocks noGrp="1"/>
          </p:cNvSpPr>
          <p:nvPr>
            <p:ph type="body" idx="1"/>
          </p:nvPr>
        </p:nvSpPr>
        <p:spPr/>
        <p:txBody>
          <a:bodyPr/>
          <a:lstStyle/>
          <a:p>
            <a:r>
              <a:t>HTML一次情報: スライド29「VM の Overview を確認する」。本文の粒度は HTML に合わせる。</a:t>
            </a:r>
          </a:p>
          <a:p>
            <a:r>
              <a:t>操作メモ: スクリーンショットの順序を崩さず、Portal の実画面確認として扱う。マスク済み情報は推測しない。</a:t>
            </a:r>
          </a:p>
          <a:p>
            <a:r>
              <a:t>トラブル時: VM 状態、Public IP、HTTP、NSG、cloud-init の順で確認する。</a:t>
            </a:r>
          </a:p>
        </p:txBody>
      </p:sp>
      <p:sp>
        <p:nvSpPr>
          <p:cNvPr id="4" name="Slide Number Placeholder 3">
            <a:extLst>
              <a:ext uri="{FF2B5EF4-FFF2-40B4-BE49-F238E27FC236}">
                <a16:creationId xmlns:a16="http://schemas.microsoft.com/office/drawing/2014/main" id="{C0052EF3-E135-76A5-0807-1C8498A2C53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74195615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スライド31「ブラウザーでアクセスする」。本文の粒度は HTML に合わせる。</a:t>
            </a:r>
          </a:p>
          <a:p>
            <a:r>
              <a:t>操作メモ: スクリーンショットの順序を崩さず、Portal の実画面確認として扱う。マスク済み情報は推測しない。</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スライド32「表示されないときの見方」。本文の粒度は HTML に合わせる。</a:t>
            </a:r>
          </a:p>
          <a:p>
            <a:r>
              <a:t>トラブル時: VM 状態、Public IP、HTTP、NSG、cloud-init の順で確認する。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スライド33「NSG の受信ルールを確認する」。本文の粒度は HTML に合わせる。</a:t>
            </a:r>
          </a:p>
          <a:p>
            <a:r>
              <a:t>トラブル時: VM 状態、Public IP、HTTP、NSG、cloud-init の順で確認する。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スライド35「構築した構成を振り返る」。本文の粒度は HTML に合わせる。</a:t>
            </a:r>
          </a:p>
          <a:p>
            <a:r>
              <a:t>講師メモ: VM、Disk、NIC、VNet、Public IP、NSG の関係を構成図に戻して説明する。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スライド37「コストが発生する場所」。本文の粒度は HTML に合わせる。</a:t>
            </a:r>
          </a:p>
          <a:p>
            <a:r>
              <a:t>重要: VM 停止ではなく、受講者ごとのリソースグループ削除までを完了条件にする。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HTML一次情報</a:t>
            </a:r>
            <a:r>
              <a:rPr dirty="0"/>
              <a:t>: スライド38「リソースグループを削除する」。</a:t>
            </a:r>
            <a:r>
              <a:rPr dirty="0" err="1"/>
              <a:t>本文の粒度は</a:t>
            </a:r>
            <a:r>
              <a:rPr dirty="0"/>
              <a:t> HTML </a:t>
            </a:r>
            <a:r>
              <a:rPr dirty="0" err="1"/>
              <a:t>に合わせる</a:t>
            </a:r>
            <a:r>
              <a:rPr dirty="0"/>
              <a:t>。</a:t>
            </a:r>
          </a:p>
          <a:p>
            <a:r>
              <a:rPr dirty="0" err="1"/>
              <a:t>重要</a:t>
            </a:r>
            <a:r>
              <a:rPr dirty="0"/>
              <a:t>: VM </a:t>
            </a:r>
            <a:r>
              <a:rPr dirty="0" err="1"/>
              <a:t>停止ではなく、受講者ごとのリソースグループ削除までを完了条件にする</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スライド39「削除完了を確認する」。本文の粒度は HTML に合わせる。</a:t>
            </a:r>
          </a:p>
          <a:p>
            <a:r>
              <a:t>重要: VM 停止ではなく、受講者ごとのリソースグループ削除までを完了条件にする。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スライド41「よくある失敗」。本文の粒度は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スライド44「確認クイズ」。本文の粒度は HTML に合わせる。</a:t>
            </a:r>
          </a:p>
          <a:p>
            <a:r>
              <a:t>確認クイズ: 正解だけでなく、なぜそのリソースが必要なのかを受講者の言葉で説明してもらう。</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HTML一次情報: スライド45「次回予告」。本文の粒度は HTML に合わせる。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標準スライドマスター">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3" name="コンテンツ プレースホルダー 2">
            <a:extLst>
              <a:ext uri="{FF2B5EF4-FFF2-40B4-BE49-F238E27FC236}">
                <a16:creationId xmlns:a16="http://schemas.microsoft.com/office/drawing/2014/main" id="{1F03BF41-DF74-4F68-832D-3D1CD1DE9B4A}"/>
              </a:ext>
            </a:extLst>
          </p:cNvPr>
          <p:cNvSpPr>
            <a:spLocks noGrp="1"/>
          </p:cNvSpPr>
          <p:nvPr>
            <p:ph idx="1"/>
          </p:nvPr>
        </p:nvSpPr>
        <p:spPr>
          <a:xfrm>
            <a:off x="838200" y="1162974"/>
            <a:ext cx="10515600" cy="4907625"/>
          </a:xfrm>
        </p:spPr>
        <p:txBody>
          <a:bodyPr>
            <a:normAutofit/>
          </a:bodyPr>
          <a:lstStyle>
            <a:lvl1pPr>
              <a:buNone/>
              <a:defRPr sz="1600">
                <a:latin typeface="Yu Gothic UI"/>
                <a:ea typeface="Yu Gothic UI"/>
                <a:cs typeface="Yu Gothic UI"/>
              </a:defRPr>
            </a:lvl1pPr>
            <a:lvl2pPr>
              <a:buNone/>
              <a:defRPr sz="1600">
                <a:latin typeface="Yu Gothic UI"/>
                <a:ea typeface="Yu Gothic UI"/>
                <a:cs typeface="Yu Gothic UI"/>
              </a:defRPr>
            </a:lvl2pPr>
            <a:lvl3pPr>
              <a:buNone/>
              <a:defRPr sz="1600">
                <a:latin typeface="Yu Gothic UI"/>
                <a:ea typeface="Yu Gothic UI"/>
                <a:cs typeface="Yu Gothic UI"/>
              </a:defRPr>
            </a:lvl3pPr>
            <a:lvl4pPr>
              <a:buNone/>
              <a:defRPr sz="1600">
                <a:latin typeface="Yu Gothic UI"/>
                <a:ea typeface="Yu Gothic UI"/>
                <a:cs typeface="Yu Gothic UI"/>
              </a:defRPr>
            </a:lvl4pPr>
            <a:lvl5pPr>
              <a:buNone/>
              <a:defRPr sz="1600">
                <a:latin typeface="Yu Gothic UI"/>
                <a:ea typeface="Yu Gothic UI"/>
                <a:cs typeface="Yu Gothic UI"/>
              </a:defRPr>
            </a:lvl5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スライド表紙">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AA04A7EC-51A4-2CCD-C19C-6471CA721861}"/>
              </a:ext>
            </a:extLst>
          </p:cNvPr>
          <p:cNvSpPr>
            <a:spLocks noGrp="1"/>
          </p:cNvSpPr>
          <p:nvPr>
            <p:ph type="ctrTitle"/>
          </p:nvPr>
        </p:nvSpPr>
        <p:spPr>
          <a:xfrm>
            <a:off x="1524000" y="1122363"/>
            <a:ext cx="9144000" cy="2387600"/>
          </a:xfrm>
        </p:spPr>
        <p:txBody>
          <a:bodyPr anchor="b">
            <a:normAutofit/>
          </a:bodyPr>
          <a:lstStyle>
            <a:lvl1pPr algn="ctr">
              <a:buNone/>
              <a:defRPr sz="4000"/>
            </a:lvl1pPr>
          </a:lstStyle>
          <a:p>
            <a:endParaRPr/>
          </a:p>
        </p:txBody>
      </p:sp>
      <p:sp>
        <p:nvSpPr>
          <p:cNvPr id="4" name="字幕 2">
            <a:extLst>
              <a:ext uri="{FF2B5EF4-FFF2-40B4-BE49-F238E27FC236}">
                <a16:creationId xmlns:a16="http://schemas.microsoft.com/office/drawing/2014/main" id="{6FAFA8D3-BD7F-63F6-E03A-E4C1097B0C91}"/>
              </a:ext>
            </a:extLst>
          </p:cNvPr>
          <p:cNvSpPr>
            <a:spLocks noGrp="1"/>
          </p:cNvSpPr>
          <p:nvPr>
            <p:ph type="subTitle" idx="1"/>
          </p:nvPr>
        </p:nvSpPr>
        <p:spPr>
          <a:xfrm>
            <a:off x="1524000" y="3602038"/>
            <a:ext cx="9144000" cy="863362"/>
          </a:xfrm>
        </p:spPr>
        <p:txBody>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a:p>
        </p:txBody>
      </p:sp>
      <p:sp>
        <p:nvSpPr>
          <p:cNvPr id="9" name="テキスト プレースホルダー 8">
            <a:extLst>
              <a:ext uri="{FF2B5EF4-FFF2-40B4-BE49-F238E27FC236}">
                <a16:creationId xmlns:a16="http://schemas.microsoft.com/office/drawing/2014/main" id="{CFB302AD-8C05-763D-CA33-038DD291D42B}"/>
              </a:ext>
            </a:extLst>
          </p:cNvPr>
          <p:cNvSpPr>
            <a:spLocks noGrp="1"/>
          </p:cNvSpPr>
          <p:nvPr>
            <p:ph type="body" idx="10"/>
          </p:nvPr>
        </p:nvSpPr>
        <p:spPr>
          <a:xfrm>
            <a:off x="577356" y="5155452"/>
            <a:ext cx="5184775" cy="1221390"/>
          </a:xfrm>
        </p:spPr>
        <p:txBody>
          <a:bodyPr/>
          <a:lstStyle>
            <a:lvl1pPr>
              <a:spcBef>
                <a:spcPts val="400"/>
              </a:spcBef>
              <a:buNone/>
              <a:defRPr sz="2400"/>
            </a:lvl1pPr>
          </a:lstStyle>
          <a:p>
            <a:endParaRPr/>
          </a:p>
        </p:txBody>
      </p:sp>
      <p:sp>
        <p:nvSpPr>
          <p:cNvPr id="12" name="テキスト プレースホルダー 11">
            <a:extLst>
              <a:ext uri="{FF2B5EF4-FFF2-40B4-BE49-F238E27FC236}">
                <a16:creationId xmlns:a16="http://schemas.microsoft.com/office/drawing/2014/main" id="{C5F34568-844A-6D62-99C6-A28EF2F3CC14}"/>
              </a:ext>
            </a:extLst>
          </p:cNvPr>
          <p:cNvSpPr>
            <a:spLocks noGrp="1"/>
          </p:cNvSpPr>
          <p:nvPr>
            <p:ph type="body" idx="11"/>
          </p:nvPr>
        </p:nvSpPr>
        <p:spPr>
          <a:xfrm>
            <a:off x="9282113" y="5919642"/>
            <a:ext cx="2572430" cy="457200"/>
          </a:xfrm>
        </p:spPr>
        <p:txBody>
          <a:bodyPr>
            <a:noAutofit/>
          </a:bodyPr>
          <a:lstStyle>
            <a:lvl1pPr algn="r">
              <a:buNone/>
              <a:defRPr sz="2400"/>
            </a:lvl1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3" name="コンテンツ プレースホルダー 2">
            <a:extLst>
              <a:ext uri="{FF2B5EF4-FFF2-40B4-BE49-F238E27FC236}">
                <a16:creationId xmlns:a16="http://schemas.microsoft.com/office/drawing/2014/main" id="{1F03BF41-DF74-4F68-832D-3D1CD1DE9B4A}"/>
              </a:ext>
            </a:extLst>
          </p:cNvPr>
          <p:cNvSpPr>
            <a:spLocks noGrp="1"/>
          </p:cNvSpPr>
          <p:nvPr>
            <p:ph idx="1"/>
          </p:nvPr>
        </p:nvSpPr>
        <p:spPr>
          <a:xfrm>
            <a:off x="838200" y="1162974"/>
            <a:ext cx="10515600" cy="1173825"/>
          </a:xfrm>
        </p:spPr>
        <p:txBody>
          <a:bodyPr>
            <a:noAutofit/>
          </a:bodyPr>
          <a:lstStyle>
            <a:lvl1pPr marL="9525" indent="-9525">
              <a:buNone/>
              <a:defRPr sz="1800">
                <a:latin typeface="Yu Gothic UI"/>
                <a:ea typeface="Yu Gothic UI"/>
                <a:cs typeface="Yu Gothic UI"/>
              </a:defRPr>
            </a:lvl1pPr>
            <a:lvl2pPr marL="449263" indent="0">
              <a:buNone/>
              <a:defRPr sz="1800">
                <a:latin typeface="Yu Gothic UI"/>
                <a:ea typeface="Yu Gothic UI"/>
                <a:cs typeface="Yu Gothic UI"/>
              </a:defRPr>
            </a:lvl2pPr>
            <a:lvl3pPr marL="890588" indent="0">
              <a:buNone/>
              <a:defRPr sz="1800">
                <a:latin typeface="Yu Gothic UI"/>
                <a:ea typeface="Yu Gothic UI"/>
                <a:cs typeface="Yu Gothic UI"/>
              </a:defRPr>
            </a:lvl3pPr>
            <a:lvl4pPr marL="1341438" indent="0">
              <a:buNone/>
              <a:defRPr sz="1800">
                <a:latin typeface="Yu Gothic UI"/>
                <a:ea typeface="Yu Gothic UI"/>
                <a:cs typeface="Yu Gothic UI"/>
              </a:defRPr>
            </a:lvl4pPr>
            <a:lvl5pPr marL="1822450" indent="0">
              <a:buNone/>
              <a:defRPr sz="1800">
                <a:latin typeface="Yu Gothic UI"/>
                <a:ea typeface="Yu Gothic UI"/>
                <a:cs typeface="Yu Gothic UI"/>
              </a:defRPr>
            </a:lvl5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エンドクレジット">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セクションタイトル">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D02FB24-493B-4123-A0B6-09180120D3D5}"/>
              </a:ext>
            </a:extLst>
          </p:cNvPr>
          <p:cNvSpPr>
            <a:spLocks noGrp="1"/>
          </p:cNvSpPr>
          <p:nvPr>
            <p:ph type="dt" idx="10"/>
          </p:nvPr>
        </p:nvSpPr>
        <p:spPr/>
        <p:txBody>
          <a:bodyPr/>
          <a:lstStyle/>
          <a:p>
            <a:endParaRPr/>
          </a:p>
        </p:txBody>
      </p:sp>
      <p:sp>
        <p:nvSpPr>
          <p:cNvPr id="3" name="フッター プレースホルダー 2">
            <a:extLst>
              <a:ext uri="{FF2B5EF4-FFF2-40B4-BE49-F238E27FC236}">
                <a16:creationId xmlns:a16="http://schemas.microsoft.com/office/drawing/2014/main" id="{8890D093-FE2F-4604-946C-D15AB7EBF10A}"/>
              </a:ext>
            </a:extLst>
          </p:cNvPr>
          <p:cNvSpPr>
            <a:spLocks noGrp="1"/>
          </p:cNvSpPr>
          <p:nvPr>
            <p:ph type="ftr" idx="11"/>
          </p:nvPr>
        </p:nvSpPr>
        <p:spPr/>
        <p:txBody>
          <a:bodyPr/>
          <a:lstStyle/>
          <a:p>
            <a:endParaRPr/>
          </a:p>
        </p:txBody>
      </p:sp>
      <p:sp>
        <p:nvSpPr>
          <p:cNvPr id="4" name="スライド番号プレースホルダー 3">
            <a:extLst>
              <a:ext uri="{FF2B5EF4-FFF2-40B4-BE49-F238E27FC236}">
                <a16:creationId xmlns:a16="http://schemas.microsoft.com/office/drawing/2014/main" id="{9D7F2009-FCEB-48FE-8C7A-B8C659F513DD}"/>
              </a:ext>
            </a:extLst>
          </p:cNvPr>
          <p:cNvSpPr>
            <a:spLocks noGrp="1"/>
          </p:cNvSpPr>
          <p:nvPr>
            <p:ph type="sldNum" idx="12"/>
          </p:nvPr>
        </p:nvSpPr>
        <p:spPr/>
        <p:txBody>
          <a:bodyPr/>
          <a:lstStyle/>
          <a:p>
            <a:endParaRPr/>
          </a:p>
        </p:txBody>
      </p:sp>
      <p:sp>
        <p:nvSpPr>
          <p:cNvPr id="7" name="テキスト プレースホルダー 6">
            <a:extLst>
              <a:ext uri="{FF2B5EF4-FFF2-40B4-BE49-F238E27FC236}">
                <a16:creationId xmlns:a16="http://schemas.microsoft.com/office/drawing/2014/main" id="{C8DCFE20-2760-245C-6805-9307FDD861B2}"/>
              </a:ext>
            </a:extLst>
          </p:cNvPr>
          <p:cNvSpPr>
            <a:spLocks noGrp="1"/>
          </p:cNvSpPr>
          <p:nvPr>
            <p:ph type="body" idx="13"/>
          </p:nvPr>
        </p:nvSpPr>
        <p:spPr>
          <a:xfrm>
            <a:off x="838200" y="2716213"/>
            <a:ext cx="10374313" cy="2262187"/>
          </a:xfrm>
        </p:spPr>
        <p:txBody>
          <a:bodyPr/>
          <a:lstStyle>
            <a:lvl1pPr>
              <a:buNone/>
              <a:defRPr sz="3600"/>
            </a:lvl1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リード文な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CFC"/>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B48D7FF-B78B-44FF-983F-50666A1D5F7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endParaRPr/>
          </a:p>
        </p:txBody>
      </p:sp>
      <p:sp>
        <p:nvSpPr>
          <p:cNvPr id="3" name="テキスト プレースホルダー 2">
            <a:extLst>
              <a:ext uri="{FF2B5EF4-FFF2-40B4-BE49-F238E27FC236}">
                <a16:creationId xmlns:a16="http://schemas.microsoft.com/office/drawing/2014/main" id="{E698EC68-E480-458A-B36D-265A18218A83}"/>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endParaRPr/>
          </a:p>
        </p:txBody>
      </p:sp>
      <p:sp>
        <p:nvSpPr>
          <p:cNvPr id="4" name="日付プレースホルダー 3">
            <a:extLst>
              <a:ext uri="{FF2B5EF4-FFF2-40B4-BE49-F238E27FC236}">
                <a16:creationId xmlns:a16="http://schemas.microsoft.com/office/drawing/2014/main" id="{F91653D7-C620-4352-A865-1F041D89FB04}"/>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endParaRPr/>
          </a:p>
        </p:txBody>
      </p:sp>
      <p:sp>
        <p:nvSpPr>
          <p:cNvPr id="5" name="フッター プレースホルダー 4">
            <a:extLst>
              <a:ext uri="{FF2B5EF4-FFF2-40B4-BE49-F238E27FC236}">
                <a16:creationId xmlns:a16="http://schemas.microsoft.com/office/drawing/2014/main" id="{56603EA2-4A43-4B89-B70F-998BB42EEB64}"/>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スライド番号プレースホルダー 5">
            <a:extLst>
              <a:ext uri="{FF2B5EF4-FFF2-40B4-BE49-F238E27FC236}">
                <a16:creationId xmlns:a16="http://schemas.microsoft.com/office/drawing/2014/main" id="{D9C29C83-EA4C-4F10-BAC0-CA53A8B36BC8}"/>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Yu Gothic UI"/>
          <a:ea typeface="Yu Gothic UI"/>
          <a:cs typeface="Yu Gothic UI"/>
        </a:defRPr>
      </a:lvl1pPr>
    </p:titleStyle>
    <p:body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5.svg"/><Relationship Id="rId5" Type="http://schemas.openxmlformats.org/officeDocument/2006/relationships/image" Target="../media/image11.svg"/><Relationship Id="rId4" Type="http://schemas.openxmlformats.org/officeDocument/2006/relationships/image" Target="../media/image6.sv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svg"/></Relationships>
</file>

<file path=ppt/slides/_rels/slide1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6.sv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wmf"/></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1.svg"/><Relationship Id="rId7" Type="http://schemas.openxmlformats.org/officeDocument/2006/relationships/image" Target="../media/image6.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2.svg"/></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hyperlink" Target="https://portal.azure.com/"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3.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3.xml"/><Relationship Id="rId4" Type="http://schemas.openxmlformats.org/officeDocument/2006/relationships/image" Target="../media/image37.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39.emf"/><Relationship Id="rId4" Type="http://schemas.openxmlformats.org/officeDocument/2006/relationships/package" Target="../embeddings/Microsoft_Word___.docx"/></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4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42.xml"/><Relationship Id="rId1" Type="http://schemas.openxmlformats.org/officeDocument/2006/relationships/slideLayout" Target="../slideLayouts/slideLayout3.xml"/><Relationship Id="rId5" Type="http://schemas.openxmlformats.org/officeDocument/2006/relationships/image" Target="../media/image4.svg"/><Relationship Id="rId4" Type="http://schemas.openxmlformats.org/officeDocument/2006/relationships/image" Target="../media/image3.svg"/></Relationships>
</file>

<file path=ppt/slides/_rels/slide4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44.xml"/><Relationship Id="rId1" Type="http://schemas.openxmlformats.org/officeDocument/2006/relationships/slideLayout" Target="../slideLayouts/slideLayout3.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sv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6.xml"/><Relationship Id="rId1" Type="http://schemas.openxmlformats.org/officeDocument/2006/relationships/slideLayout" Target="../slideLayouts/slideLayout3.xml"/><Relationship Id="rId5" Type="http://schemas.openxmlformats.org/officeDocument/2006/relationships/image" Target="../media/image43.png"/><Relationship Id="rId4" Type="http://schemas.openxmlformats.org/officeDocument/2006/relationships/image" Target="../media/image28.png"/></Relationships>
</file>

<file path=ppt/slides/_rels/slide4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49.svg"/><Relationship Id="rId2" Type="http://schemas.openxmlformats.org/officeDocument/2006/relationships/notesSlide" Target="../notesSlides/notesSlide50.xml"/><Relationship Id="rId1" Type="http://schemas.openxmlformats.org/officeDocument/2006/relationships/slideLayout" Target="../slideLayouts/slideLayout3.xml"/><Relationship Id="rId6" Type="http://schemas.openxmlformats.org/officeDocument/2006/relationships/image" Target="../media/image6.svg"/><Relationship Id="rId5" Type="http://schemas.openxmlformats.org/officeDocument/2006/relationships/image" Target="../media/image4.svg"/><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DC00B6BF-88C5-48A2-8D76-F95A2A4FBB9A}"/>
              </a:ext>
            </a:extLst>
          </p:cNvPr>
          <p:cNvSpPr>
            <a:spLocks noGrp="1"/>
          </p:cNvSpPr>
          <p:nvPr/>
        </p:nvSpPr>
        <p:spPr>
          <a:xfrm>
            <a:off x="0" y="0"/>
            <a:ext cx="12192000" cy="6858000"/>
          </a:xfrm>
          <a:prstGeom prst="rect">
            <a:avLst/>
          </a:prstGeom>
          <a:solidFill>
            <a:srgbClr val="FFFFFF"/>
          </a:solidFill>
          <a:ln w="0">
            <a:solidFill>
              <a:srgbClr val="000000">
                <a:alpha val="0"/>
              </a:srgbClr>
            </a:solidFill>
            <a:prstDash val="solid"/>
          </a:ln>
        </p:spPr>
        <p:txBody>
          <a:bodyPr/>
          <a:lstStyle/>
          <a:p>
            <a:endParaRPr lang="ja-JP" altLang="en-US"/>
          </a:p>
        </p:txBody>
      </p:sp>
      <p:sp>
        <p:nvSpPr>
          <p:cNvPr id="2" name="正方形/長方形 1">
            <a:extLst>
              <a:ext uri="{FF2B5EF4-FFF2-40B4-BE49-F238E27FC236}">
                <a16:creationId xmlns:a16="http://schemas.microsoft.com/office/drawing/2014/main" id="{81445921-59C9-41E6-9C1B-92F61509A245}"/>
              </a:ext>
            </a:extLst>
          </p:cNvPr>
          <p:cNvSpPr>
            <a:spLocks noGrp="1"/>
          </p:cNvSpPr>
          <p:nvPr/>
        </p:nvSpPr>
        <p:spPr>
          <a:xfrm>
            <a:off x="0" y="0"/>
            <a:ext cx="4629150" cy="6858000"/>
          </a:xfrm>
          <a:prstGeom prst="rect">
            <a:avLst/>
          </a:prstGeom>
          <a:solidFill>
            <a:srgbClr val="EAF1FB"/>
          </a:solidFill>
          <a:ln w="0">
            <a:solidFill>
              <a:srgbClr val="000000">
                <a:alpha val="0"/>
              </a:srgbClr>
            </a:solidFill>
            <a:prstDash val="solid"/>
          </a:ln>
        </p:spPr>
        <p:txBody>
          <a:bodyPr/>
          <a:lstStyle/>
          <a:p>
            <a:endParaRPr lang="ja-JP" altLang="en-US"/>
          </a:p>
        </p:txBody>
      </p:sp>
      <p:sp>
        <p:nvSpPr>
          <p:cNvPr id="3" name="正方形/長方形 2">
            <a:extLst>
              <a:ext uri="{FF2B5EF4-FFF2-40B4-BE49-F238E27FC236}">
                <a16:creationId xmlns:a16="http://schemas.microsoft.com/office/drawing/2014/main" id="{AEF37F54-1768-4CA7-B726-6B0EF9FEE20A}"/>
              </a:ext>
            </a:extLst>
          </p:cNvPr>
          <p:cNvSpPr>
            <a:spLocks noGrp="1"/>
          </p:cNvSpPr>
          <p:nvPr/>
        </p:nvSpPr>
        <p:spPr>
          <a:xfrm>
            <a:off x="0" y="0"/>
            <a:ext cx="171450" cy="6858000"/>
          </a:xfrm>
          <a:prstGeom prst="rect">
            <a:avLst/>
          </a:prstGeom>
          <a:solidFill>
            <a:srgbClr val="4472C4"/>
          </a:solidFill>
          <a:ln w="0">
            <a:solidFill>
              <a:srgbClr val="000000">
                <a:alpha val="0"/>
              </a:srgbClr>
            </a:solidFill>
            <a:prstDash val="solid"/>
          </a:ln>
        </p:spPr>
        <p:txBody>
          <a:bodyPr/>
          <a:lstStyle/>
          <a:p>
            <a:endParaRPr lang="ja-JP" altLang="en-US"/>
          </a:p>
        </p:txBody>
      </p:sp>
      <p:sp>
        <p:nvSpPr>
          <p:cNvPr id="4" name="正方形/長方形 3">
            <a:extLst>
              <a:ext uri="{FF2B5EF4-FFF2-40B4-BE49-F238E27FC236}">
                <a16:creationId xmlns:a16="http://schemas.microsoft.com/office/drawing/2014/main" id="{101A15F1-4EB2-4C62-9E56-DCCFBD3EDDFB}"/>
              </a:ext>
            </a:extLst>
          </p:cNvPr>
          <p:cNvSpPr>
            <a:spLocks noGrp="1"/>
          </p:cNvSpPr>
          <p:nvPr/>
        </p:nvSpPr>
        <p:spPr>
          <a:xfrm>
            <a:off x="742950" y="819150"/>
            <a:ext cx="3429000" cy="819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75" b="1">
                <a:solidFill>
                  <a:srgbClr val="244A8F"/>
                </a:solidFill>
                <a:latin typeface="Meiryo UI"/>
                <a:ea typeface="Meiryo UI"/>
                <a:cs typeface="Meiryo UI"/>
              </a:defRPr>
            </a:pPr>
            <a:r>
              <a:rPr sz="1875" b="1">
                <a:solidFill>
                  <a:srgbClr val="244A8F"/>
                </a:solidFill>
                <a:latin typeface="Meiryo UI"/>
                <a:ea typeface="Meiryo UI"/>
                <a:cs typeface="Meiryo UI"/>
              </a:rPr>
              <a:t>Azure Workshop</a:t>
            </a:r>
          </a:p>
          <a:p>
            <a:pPr algn="l">
              <a:defRPr sz="1875" b="1">
                <a:solidFill>
                  <a:srgbClr val="244A8F"/>
                </a:solidFill>
                <a:latin typeface="Meiryo UI"/>
                <a:ea typeface="Meiryo UI"/>
                <a:cs typeface="Meiryo UI"/>
              </a:defRPr>
            </a:pPr>
            <a:r>
              <a:rPr sz="1875" b="1">
                <a:solidFill>
                  <a:srgbClr val="244A8F"/>
                </a:solidFill>
                <a:latin typeface="Meiryo UI"/>
                <a:ea typeface="Meiryo UI"/>
                <a:cs typeface="Meiryo UI"/>
              </a:rPr>
              <a:t>for Beginners</a:t>
            </a:r>
          </a:p>
        </p:txBody>
      </p:sp>
      <p:sp>
        <p:nvSpPr>
          <p:cNvPr id="5" name="正方形/長方形 4">
            <a:extLst>
              <a:ext uri="{FF2B5EF4-FFF2-40B4-BE49-F238E27FC236}">
                <a16:creationId xmlns:a16="http://schemas.microsoft.com/office/drawing/2014/main" id="{259CC252-FD2E-416D-A656-E0610C781A8F}"/>
              </a:ext>
            </a:extLst>
          </p:cNvPr>
          <p:cNvSpPr>
            <a:spLocks noGrp="1"/>
          </p:cNvSpPr>
          <p:nvPr/>
        </p:nvSpPr>
        <p:spPr>
          <a:xfrm>
            <a:off x="5219700" y="1295400"/>
            <a:ext cx="5810250" cy="990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625" b="1">
                <a:solidFill>
                  <a:srgbClr val="1F2937"/>
                </a:solidFill>
                <a:latin typeface="Meiryo UI"/>
                <a:ea typeface="Meiryo UI"/>
                <a:cs typeface="Meiryo UI"/>
              </a:defRPr>
            </a:pPr>
            <a:r>
              <a:rPr sz="2625" b="1">
                <a:solidFill>
                  <a:srgbClr val="1F2937"/>
                </a:solidFill>
                <a:latin typeface="Meiryo UI"/>
                <a:ea typeface="Meiryo UI"/>
                <a:cs typeface="Meiryo UI"/>
              </a:rPr>
              <a:t>Azure VM をつかった Web サーバ構築</a:t>
            </a:r>
          </a:p>
        </p:txBody>
      </p:sp>
      <p:sp>
        <p:nvSpPr>
          <p:cNvPr id="6" name="正方形/長方形 5">
            <a:extLst>
              <a:ext uri="{FF2B5EF4-FFF2-40B4-BE49-F238E27FC236}">
                <a16:creationId xmlns:a16="http://schemas.microsoft.com/office/drawing/2014/main" id="{9BEEF681-1D63-42E8-BFF7-E34C3B0DB599}"/>
              </a:ext>
            </a:extLst>
          </p:cNvPr>
          <p:cNvSpPr>
            <a:spLocks noGrp="1"/>
          </p:cNvSpPr>
          <p:nvPr/>
        </p:nvSpPr>
        <p:spPr>
          <a:xfrm>
            <a:off x="5257800" y="2571750"/>
            <a:ext cx="5524500" cy="1009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0">
                <a:solidFill>
                  <a:srgbClr val="344054"/>
                </a:solidFill>
                <a:latin typeface="Yu Gothic UI"/>
                <a:ea typeface="Yu Gothic UI"/>
                <a:cs typeface="Yu Gothic UI"/>
              </a:defRPr>
            </a:pPr>
            <a:r>
              <a:rPr sz="1238" b="0">
                <a:solidFill>
                  <a:srgbClr val="344054"/>
                </a:solidFill>
                <a:latin typeface="Yu Gothic UI"/>
                <a:ea typeface="Yu Gothic UI"/>
                <a:cs typeface="Yu Gothic UI"/>
              </a:rPr>
              <a:t>この回では、Azure Portal で Linux VM を作成し、起動時スクリプトで NGINX をインストールして、インターネットから Web サーバへアクセスできることを確認します。</a:t>
            </a:r>
          </a:p>
        </p:txBody>
      </p:sp>
      <p:sp>
        <p:nvSpPr>
          <p:cNvPr id="7" name="正方形/長方形 6">
            <a:extLst>
              <a:ext uri="{FF2B5EF4-FFF2-40B4-BE49-F238E27FC236}">
                <a16:creationId xmlns:a16="http://schemas.microsoft.com/office/drawing/2014/main" id="{4CCD0285-AC0D-45B9-ACA0-F6FF23F3ADA7}"/>
              </a:ext>
            </a:extLst>
          </p:cNvPr>
          <p:cNvSpPr>
            <a:spLocks noGrp="1"/>
          </p:cNvSpPr>
          <p:nvPr/>
        </p:nvSpPr>
        <p:spPr>
          <a:xfrm>
            <a:off x="5257800" y="3943350"/>
            <a:ext cx="800100" cy="285750"/>
          </a:xfrm>
          <a:prstGeom prst="rect">
            <a:avLst/>
          </a:prstGeom>
          <a:solidFill>
            <a:srgbClr val="4472C4"/>
          </a:solidFill>
          <a:ln w="0">
            <a:solidFill>
              <a:srgbClr val="4472C4"/>
            </a:solidFill>
            <a:prstDash val="solid"/>
          </a:ln>
        </p:spPr>
        <p:txBody>
          <a:bodyPr lIns="76200" tIns="38100" rIns="76200" bIns="38100" anchor="ctr"/>
          <a:lstStyle/>
          <a:p>
            <a:pPr algn="ctr">
              <a:defRPr sz="788" b="1">
                <a:solidFill>
                  <a:srgbClr val="FFFFFF"/>
                </a:solidFill>
                <a:latin typeface="Yu Gothic UI"/>
                <a:ea typeface="Yu Gothic UI"/>
                <a:cs typeface="Yu Gothic UI"/>
              </a:defRPr>
            </a:pPr>
            <a:r>
              <a:rPr sz="788" b="1">
                <a:solidFill>
                  <a:srgbClr val="FFFFFF"/>
                </a:solidFill>
                <a:latin typeface="Yu Gothic UI"/>
                <a:ea typeface="Yu Gothic UI"/>
                <a:cs typeface="Yu Gothic UI"/>
              </a:rPr>
              <a:t>第3回</a:t>
            </a:r>
          </a:p>
        </p:txBody>
      </p:sp>
      <p:sp>
        <p:nvSpPr>
          <p:cNvPr id="8" name="正方形/長方形 7">
            <a:extLst>
              <a:ext uri="{FF2B5EF4-FFF2-40B4-BE49-F238E27FC236}">
                <a16:creationId xmlns:a16="http://schemas.microsoft.com/office/drawing/2014/main" id="{B86BDD7D-C7CB-4DCD-8D1C-357834D88F88}"/>
              </a:ext>
            </a:extLst>
          </p:cNvPr>
          <p:cNvSpPr>
            <a:spLocks noGrp="1"/>
          </p:cNvSpPr>
          <p:nvPr/>
        </p:nvSpPr>
        <p:spPr>
          <a:xfrm>
            <a:off x="6191250" y="3943350"/>
            <a:ext cx="2076450" cy="285750"/>
          </a:xfrm>
          <a:prstGeom prst="rect">
            <a:avLst/>
          </a:prstGeom>
          <a:solidFill>
            <a:srgbClr val="70AD47"/>
          </a:solidFill>
          <a:ln w="0">
            <a:solidFill>
              <a:srgbClr val="70AD47"/>
            </a:solidFill>
            <a:prstDash val="solid"/>
          </a:ln>
        </p:spPr>
        <p:txBody>
          <a:bodyPr lIns="76200" tIns="38100" rIns="76200" bIns="38100" anchor="ctr"/>
          <a:lstStyle/>
          <a:p>
            <a:pPr algn="ctr">
              <a:defRPr sz="788" b="1">
                <a:solidFill>
                  <a:srgbClr val="FFFFFF"/>
                </a:solidFill>
                <a:latin typeface="Yu Gothic UI"/>
                <a:ea typeface="Yu Gothic UI"/>
                <a:cs typeface="Yu Gothic UI"/>
              </a:defRPr>
            </a:pPr>
            <a:r>
              <a:rPr sz="788" b="1">
                <a:solidFill>
                  <a:srgbClr val="FFFFFF"/>
                </a:solidFill>
                <a:latin typeface="Yu Gothic UI"/>
                <a:ea typeface="Yu Gothic UI"/>
                <a:cs typeface="Yu Gothic UI"/>
              </a:rPr>
              <a:t>オンライン座学 + ハンズオン</a:t>
            </a:r>
          </a:p>
        </p:txBody>
      </p:sp>
      <p:sp>
        <p:nvSpPr>
          <p:cNvPr id="9" name="正方形/長方形 8">
            <a:extLst>
              <a:ext uri="{FF2B5EF4-FFF2-40B4-BE49-F238E27FC236}">
                <a16:creationId xmlns:a16="http://schemas.microsoft.com/office/drawing/2014/main" id="{251F5B06-1BBD-454E-8914-D0533F119B44}"/>
              </a:ext>
            </a:extLst>
          </p:cNvPr>
          <p:cNvSpPr>
            <a:spLocks noGrp="1"/>
          </p:cNvSpPr>
          <p:nvPr/>
        </p:nvSpPr>
        <p:spPr>
          <a:xfrm>
            <a:off x="8401050" y="3943350"/>
            <a:ext cx="1352550" cy="285750"/>
          </a:xfrm>
          <a:prstGeom prst="rect">
            <a:avLst/>
          </a:prstGeom>
          <a:solidFill>
            <a:srgbClr val="ED7D31"/>
          </a:solidFill>
          <a:ln w="0">
            <a:solidFill>
              <a:srgbClr val="ED7D31"/>
            </a:solidFill>
            <a:prstDash val="solid"/>
          </a:ln>
        </p:spPr>
        <p:txBody>
          <a:bodyPr lIns="76200" tIns="38100" rIns="76200" bIns="38100" anchor="ctr"/>
          <a:lstStyle/>
          <a:p>
            <a:pPr algn="ctr">
              <a:defRPr sz="788" b="1">
                <a:solidFill>
                  <a:srgbClr val="FFFFFF"/>
                </a:solidFill>
                <a:latin typeface="Yu Gothic UI"/>
                <a:ea typeface="Yu Gothic UI"/>
                <a:cs typeface="Yu Gothic UI"/>
              </a:defRPr>
            </a:pPr>
            <a:r>
              <a:rPr sz="788" b="1">
                <a:solidFill>
                  <a:srgbClr val="FFFFFF"/>
                </a:solidFill>
                <a:latin typeface="Yu Gothic UI"/>
                <a:ea typeface="Yu Gothic UI"/>
                <a:cs typeface="Yu Gothic UI"/>
              </a:rPr>
              <a:t>50分 + 10分 QA</a:t>
            </a:r>
          </a:p>
        </p:txBody>
      </p:sp>
      <p:sp>
        <p:nvSpPr>
          <p:cNvPr id="10" name="正方形/長方形 9">
            <a:extLst>
              <a:ext uri="{FF2B5EF4-FFF2-40B4-BE49-F238E27FC236}">
                <a16:creationId xmlns:a16="http://schemas.microsoft.com/office/drawing/2014/main" id="{2B561F34-A636-4DC1-AF14-E7AF4E00FBD3}"/>
              </a:ext>
            </a:extLst>
          </p:cNvPr>
          <p:cNvSpPr>
            <a:spLocks noGrp="1"/>
          </p:cNvSpPr>
          <p:nvPr/>
        </p:nvSpPr>
        <p:spPr>
          <a:xfrm>
            <a:off x="9886950" y="3943350"/>
            <a:ext cx="1295400" cy="285750"/>
          </a:xfrm>
          <a:prstGeom prst="rect">
            <a:avLst/>
          </a:prstGeom>
          <a:solidFill>
            <a:srgbClr val="0F766E"/>
          </a:solidFill>
          <a:ln w="0">
            <a:solidFill>
              <a:srgbClr val="0F766E"/>
            </a:solidFill>
            <a:prstDash val="solid"/>
          </a:ln>
        </p:spPr>
        <p:txBody>
          <a:bodyPr lIns="76200" tIns="38100" rIns="76200" bIns="38100" anchor="ctr"/>
          <a:lstStyle/>
          <a:p>
            <a:pPr algn="ctr">
              <a:defRPr sz="788" b="1">
                <a:solidFill>
                  <a:srgbClr val="FFFFFF"/>
                </a:solidFill>
                <a:latin typeface="Yu Gothic UI"/>
                <a:ea typeface="Yu Gothic UI"/>
                <a:cs typeface="Yu Gothic UI"/>
              </a:defRPr>
            </a:pPr>
            <a:r>
              <a:rPr sz="788" b="1">
                <a:solidFill>
                  <a:srgbClr val="FFFFFF"/>
                </a:solidFill>
                <a:latin typeface="Yu Gothic UI"/>
                <a:ea typeface="Yu Gothic UI"/>
                <a:cs typeface="Yu Gothic UI"/>
              </a:rPr>
              <a:t>2026年7月2日</a:t>
            </a:r>
          </a:p>
        </p:txBody>
      </p:sp>
      <p:sp>
        <p:nvSpPr>
          <p:cNvPr id="11" name="正方形/長方形 10">
            <a:extLst>
              <a:ext uri="{FF2B5EF4-FFF2-40B4-BE49-F238E27FC236}">
                <a16:creationId xmlns:a16="http://schemas.microsoft.com/office/drawing/2014/main" id="{D9A55162-DB9A-498B-AA7B-8AC7A8F2E8DA}"/>
              </a:ext>
            </a:extLst>
          </p:cNvPr>
          <p:cNvSpPr>
            <a:spLocks noGrp="1"/>
          </p:cNvSpPr>
          <p:nvPr/>
        </p:nvSpPr>
        <p:spPr>
          <a:xfrm>
            <a:off x="742950" y="5524500"/>
            <a:ext cx="3333750" cy="438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13" b="0">
                <a:solidFill>
                  <a:srgbClr val="344054"/>
                </a:solidFill>
                <a:latin typeface="Yu Gothic UI"/>
                <a:ea typeface="Yu Gothic UI"/>
                <a:cs typeface="Yu Gothic UI"/>
              </a:defRPr>
            </a:pPr>
            <a:r>
              <a:rPr sz="1013" b="0">
                <a:solidFill>
                  <a:srgbClr val="344054"/>
                </a:solidFill>
                <a:latin typeface="Yu Gothic UI"/>
                <a:ea typeface="Yu Gothic UI"/>
                <a:cs typeface="Yu Gothic UI"/>
              </a:rPr>
              <a:t>Web 層を VM で作り、Public IP と NSG を通る HTTP 到達を確認します。</a:t>
            </a:r>
          </a:p>
        </p:txBody>
      </p:sp>
    </p:spTree>
    <p:extLst>
      <p:ext uri="{BB962C8B-B14F-4D97-AF65-F5344CB8AC3E}">
        <p14:creationId xmlns:p14="http://schemas.microsoft.com/office/powerpoint/2010/main" val="1881690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35530251-992A-4156-B83D-4C1DDE9EBC6A}"/>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dirty="0" err="1">
                <a:solidFill>
                  <a:srgbClr val="1F2937"/>
                </a:solidFill>
                <a:latin typeface="Meiryo UI"/>
                <a:ea typeface="Meiryo UI"/>
                <a:cs typeface="Meiryo UI"/>
              </a:rPr>
              <a:t>今日の</a:t>
            </a:r>
            <a:r>
              <a:rPr lang="ja-JP" altLang="en-US" sz="2100" b="1">
                <a:solidFill>
                  <a:srgbClr val="1F2937"/>
                </a:solidFill>
                <a:latin typeface="Meiryo UI"/>
                <a:ea typeface="Meiryo UI"/>
                <a:cs typeface="Meiryo UI"/>
              </a:rPr>
              <a:t>進め方</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49E29064-6825-41E6-AAB1-FFC2CEA874C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C0BE501A-4A74-464E-AB9F-CD24067335A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28A1B54C-98FA-4074-9764-D80D83A05B9B}"/>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Azure VM を作って NGINX を動かし、ブラウザーから Public IP へアクセスして Web サーバの表示を確認します。</a:t>
            </a:r>
          </a:p>
        </p:txBody>
      </p:sp>
      <p:sp>
        <p:nvSpPr>
          <p:cNvPr id="6" name="正方形/長方形 5">
            <a:extLst>
              <a:ext uri="{FF2B5EF4-FFF2-40B4-BE49-F238E27FC236}">
                <a16:creationId xmlns:a16="http://schemas.microsoft.com/office/drawing/2014/main" id="{380A7E71-033F-4C7D-B741-C41BB9493886}"/>
              </a:ext>
            </a:extLst>
          </p:cNvPr>
          <p:cNvSpPr>
            <a:spLocks noGrp="1"/>
          </p:cNvSpPr>
          <p:nvPr/>
        </p:nvSpPr>
        <p:spPr>
          <a:xfrm>
            <a:off x="895350" y="21145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9CEE515A-205F-47F0-B964-FE83AE341934}"/>
              </a:ext>
            </a:extLst>
          </p:cNvPr>
          <p:cNvSpPr>
            <a:spLocks noGrp="1"/>
          </p:cNvSpPr>
          <p:nvPr/>
        </p:nvSpPr>
        <p:spPr>
          <a:xfrm>
            <a:off x="895350" y="2114550"/>
            <a:ext cx="76200" cy="1295400"/>
          </a:xfrm>
          <a:prstGeom prst="rect">
            <a:avLst/>
          </a:prstGeom>
          <a:solidFill>
            <a:srgbClr val="0F766E"/>
          </a:solidFill>
          <a:ln w="0">
            <a:solidFill>
              <a:srgbClr val="0F766E"/>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19C42695-A401-4B6B-AAFC-6124F0D5C10E}"/>
              </a:ext>
            </a:extLst>
          </p:cNvPr>
          <p:cNvSpPr>
            <a:spLocks noGrp="1"/>
          </p:cNvSpPr>
          <p:nvPr/>
        </p:nvSpPr>
        <p:spPr>
          <a:xfrm>
            <a:off x="1104900" y="22669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0F766E"/>
                </a:solidFill>
                <a:latin typeface="Yu Gothic UI"/>
                <a:ea typeface="Yu Gothic UI"/>
                <a:cs typeface="Yu Gothic UI"/>
              </a:defRPr>
            </a:pPr>
            <a:r>
              <a:rPr lang="en-US" sz="900" b="1" dirty="0">
                <a:solidFill>
                  <a:srgbClr val="0F766E"/>
                </a:solidFill>
                <a:latin typeface="Yu Gothic UI"/>
                <a:ea typeface="Yu Gothic UI"/>
                <a:cs typeface="Yu Gothic UI"/>
              </a:rPr>
              <a:t>Step </a:t>
            </a:r>
            <a:r>
              <a:rPr sz="900" b="1" dirty="0">
                <a:solidFill>
                  <a:srgbClr val="0F766E"/>
                </a:solidFill>
                <a:latin typeface="Yu Gothic UI"/>
                <a:ea typeface="Yu Gothic UI"/>
                <a:cs typeface="Yu Gothic UI"/>
              </a:rPr>
              <a:t>1</a:t>
            </a:r>
          </a:p>
        </p:txBody>
      </p:sp>
      <p:sp>
        <p:nvSpPr>
          <p:cNvPr id="9" name="正方形/長方形 8">
            <a:extLst>
              <a:ext uri="{FF2B5EF4-FFF2-40B4-BE49-F238E27FC236}">
                <a16:creationId xmlns:a16="http://schemas.microsoft.com/office/drawing/2014/main" id="{7382116B-6D8E-4F29-95F1-94D7D57C4FA0}"/>
              </a:ext>
            </a:extLst>
          </p:cNvPr>
          <p:cNvSpPr>
            <a:spLocks noGrp="1"/>
          </p:cNvSpPr>
          <p:nvPr/>
        </p:nvSpPr>
        <p:spPr>
          <a:xfrm>
            <a:off x="1104900" y="25146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Web サーバを構築</a:t>
            </a:r>
          </a:p>
        </p:txBody>
      </p:sp>
      <p:sp>
        <p:nvSpPr>
          <p:cNvPr id="10" name="正方形/長方形 9">
            <a:extLst>
              <a:ext uri="{FF2B5EF4-FFF2-40B4-BE49-F238E27FC236}">
                <a16:creationId xmlns:a16="http://schemas.microsoft.com/office/drawing/2014/main" id="{682E58D1-18B8-4D86-8F27-F077A75B9C64}"/>
              </a:ext>
            </a:extLst>
          </p:cNvPr>
          <p:cNvSpPr>
            <a:spLocks noGrp="1"/>
          </p:cNvSpPr>
          <p:nvPr/>
        </p:nvSpPr>
        <p:spPr>
          <a:xfrm>
            <a:off x="1104900" y="29146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Azure VM 上に NGINX を用意し、ブラウザーから表示できる状態にします。</a:t>
            </a:r>
          </a:p>
        </p:txBody>
      </p:sp>
      <p:sp>
        <p:nvSpPr>
          <p:cNvPr id="11" name="正方形/長方形 10">
            <a:extLst>
              <a:ext uri="{FF2B5EF4-FFF2-40B4-BE49-F238E27FC236}">
                <a16:creationId xmlns:a16="http://schemas.microsoft.com/office/drawing/2014/main" id="{4E1E5263-3711-401B-BB51-FB40058BEACB}"/>
              </a:ext>
            </a:extLst>
          </p:cNvPr>
          <p:cNvSpPr>
            <a:spLocks noGrp="1"/>
          </p:cNvSpPr>
          <p:nvPr/>
        </p:nvSpPr>
        <p:spPr>
          <a:xfrm>
            <a:off x="6115050" y="21145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12" name="正方形/長方形 11">
            <a:extLst>
              <a:ext uri="{FF2B5EF4-FFF2-40B4-BE49-F238E27FC236}">
                <a16:creationId xmlns:a16="http://schemas.microsoft.com/office/drawing/2014/main" id="{228AF94F-C26D-49F7-999E-E0189B1A7968}"/>
              </a:ext>
            </a:extLst>
          </p:cNvPr>
          <p:cNvSpPr>
            <a:spLocks noGrp="1"/>
          </p:cNvSpPr>
          <p:nvPr/>
        </p:nvSpPr>
        <p:spPr>
          <a:xfrm>
            <a:off x="6115050" y="2114550"/>
            <a:ext cx="76200" cy="1295400"/>
          </a:xfrm>
          <a:prstGeom prst="rect">
            <a:avLst/>
          </a:prstGeom>
          <a:solidFill>
            <a:srgbClr val="70AD47"/>
          </a:solidFill>
          <a:ln w="0">
            <a:solidFill>
              <a:srgbClr val="70AD47"/>
            </a:solidFill>
            <a:prstDash val="solid"/>
          </a:ln>
        </p:spPr>
        <p:txBody>
          <a:bodyPr/>
          <a:lstStyle/>
          <a:p>
            <a:endParaRPr lang="ja-JP" altLang="en-US" sz="2400"/>
          </a:p>
        </p:txBody>
      </p:sp>
      <p:sp>
        <p:nvSpPr>
          <p:cNvPr id="13" name="正方形/長方形 12">
            <a:extLst>
              <a:ext uri="{FF2B5EF4-FFF2-40B4-BE49-F238E27FC236}">
                <a16:creationId xmlns:a16="http://schemas.microsoft.com/office/drawing/2014/main" id="{58995B95-9B85-4695-B4E9-C8991AE4131C}"/>
              </a:ext>
            </a:extLst>
          </p:cNvPr>
          <p:cNvSpPr>
            <a:spLocks noGrp="1"/>
          </p:cNvSpPr>
          <p:nvPr/>
        </p:nvSpPr>
        <p:spPr>
          <a:xfrm>
            <a:off x="6324600" y="22669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70AD47"/>
                </a:solidFill>
                <a:latin typeface="Yu Gothic UI"/>
                <a:ea typeface="Yu Gothic UI"/>
                <a:cs typeface="Yu Gothic UI"/>
              </a:defRPr>
            </a:pPr>
            <a:r>
              <a:rPr lang="en-US" sz="900" b="1" dirty="0">
                <a:solidFill>
                  <a:srgbClr val="70AD47"/>
                </a:solidFill>
                <a:latin typeface="Yu Gothic UI"/>
                <a:ea typeface="Yu Gothic UI"/>
                <a:cs typeface="Yu Gothic UI"/>
              </a:rPr>
              <a:t>Step</a:t>
            </a:r>
            <a:r>
              <a:rPr sz="900" b="1" dirty="0">
                <a:solidFill>
                  <a:srgbClr val="70AD47"/>
                </a:solidFill>
                <a:latin typeface="Yu Gothic UI"/>
                <a:ea typeface="Yu Gothic UI"/>
                <a:cs typeface="Yu Gothic UI"/>
              </a:rPr>
              <a:t> 2</a:t>
            </a:r>
          </a:p>
        </p:txBody>
      </p:sp>
      <p:sp>
        <p:nvSpPr>
          <p:cNvPr id="14" name="正方形/長方形 13">
            <a:extLst>
              <a:ext uri="{FF2B5EF4-FFF2-40B4-BE49-F238E27FC236}">
                <a16:creationId xmlns:a16="http://schemas.microsoft.com/office/drawing/2014/main" id="{EF77E370-9D3B-4FD9-928F-839BF76535F1}"/>
              </a:ext>
            </a:extLst>
          </p:cNvPr>
          <p:cNvSpPr>
            <a:spLocks noGrp="1"/>
          </p:cNvSpPr>
          <p:nvPr/>
        </p:nvSpPr>
        <p:spPr>
          <a:xfrm>
            <a:off x="6324600" y="25146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周辺リソースを理解</a:t>
            </a:r>
          </a:p>
        </p:txBody>
      </p:sp>
      <p:sp>
        <p:nvSpPr>
          <p:cNvPr id="15" name="正方形/長方形 14">
            <a:extLst>
              <a:ext uri="{FF2B5EF4-FFF2-40B4-BE49-F238E27FC236}">
                <a16:creationId xmlns:a16="http://schemas.microsoft.com/office/drawing/2014/main" id="{AFAA0059-F04D-4767-973B-4E185C7C6B05}"/>
              </a:ext>
            </a:extLst>
          </p:cNvPr>
          <p:cNvSpPr>
            <a:spLocks noGrp="1"/>
          </p:cNvSpPr>
          <p:nvPr/>
        </p:nvSpPr>
        <p:spPr>
          <a:xfrm>
            <a:off x="6324600" y="29146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Managed Disk、NIC、VNet、Public IP、NSG の役割を確認します。</a:t>
            </a:r>
          </a:p>
        </p:txBody>
      </p:sp>
      <p:sp>
        <p:nvSpPr>
          <p:cNvPr id="16" name="正方形/長方形 15">
            <a:extLst>
              <a:ext uri="{FF2B5EF4-FFF2-40B4-BE49-F238E27FC236}">
                <a16:creationId xmlns:a16="http://schemas.microsoft.com/office/drawing/2014/main" id="{4DB7D9AA-CC66-434C-8553-E773EB50636D}"/>
              </a:ext>
            </a:extLst>
          </p:cNvPr>
          <p:cNvSpPr>
            <a:spLocks noGrp="1"/>
          </p:cNvSpPr>
          <p:nvPr/>
        </p:nvSpPr>
        <p:spPr>
          <a:xfrm>
            <a:off x="895350" y="37147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17" name="正方形/長方形 16">
            <a:extLst>
              <a:ext uri="{FF2B5EF4-FFF2-40B4-BE49-F238E27FC236}">
                <a16:creationId xmlns:a16="http://schemas.microsoft.com/office/drawing/2014/main" id="{ED3CBA5B-5064-4B14-957D-2F97F9B76D44}"/>
              </a:ext>
            </a:extLst>
          </p:cNvPr>
          <p:cNvSpPr>
            <a:spLocks noGrp="1"/>
          </p:cNvSpPr>
          <p:nvPr/>
        </p:nvSpPr>
        <p:spPr>
          <a:xfrm>
            <a:off x="895350" y="3714750"/>
            <a:ext cx="76200" cy="1295400"/>
          </a:xfrm>
          <a:prstGeom prst="rect">
            <a:avLst/>
          </a:prstGeom>
          <a:solidFill>
            <a:srgbClr val="ED7D31"/>
          </a:solidFill>
          <a:ln w="0">
            <a:solidFill>
              <a:srgbClr val="ED7D31"/>
            </a:solidFill>
            <a:prstDash val="solid"/>
          </a:ln>
        </p:spPr>
        <p:txBody>
          <a:bodyPr/>
          <a:lstStyle/>
          <a:p>
            <a:endParaRPr lang="ja-JP" altLang="en-US" sz="2400"/>
          </a:p>
        </p:txBody>
      </p:sp>
      <p:sp>
        <p:nvSpPr>
          <p:cNvPr id="18" name="正方形/長方形 17">
            <a:extLst>
              <a:ext uri="{FF2B5EF4-FFF2-40B4-BE49-F238E27FC236}">
                <a16:creationId xmlns:a16="http://schemas.microsoft.com/office/drawing/2014/main" id="{234F552D-F3BB-4E12-BFC0-3C166A8402E0}"/>
              </a:ext>
            </a:extLst>
          </p:cNvPr>
          <p:cNvSpPr>
            <a:spLocks noGrp="1"/>
          </p:cNvSpPr>
          <p:nvPr/>
        </p:nvSpPr>
        <p:spPr>
          <a:xfrm>
            <a:off x="1104900" y="38671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ED7D31"/>
                </a:solidFill>
                <a:latin typeface="Yu Gothic UI"/>
                <a:ea typeface="Yu Gothic UI"/>
                <a:cs typeface="Yu Gothic UI"/>
              </a:defRPr>
            </a:pPr>
            <a:r>
              <a:rPr lang="en-US" sz="900" b="1" dirty="0">
                <a:solidFill>
                  <a:srgbClr val="ED7D31"/>
                </a:solidFill>
                <a:latin typeface="Yu Gothic UI"/>
                <a:ea typeface="Yu Gothic UI"/>
                <a:cs typeface="Yu Gothic UI"/>
              </a:rPr>
              <a:t>Step</a:t>
            </a:r>
            <a:r>
              <a:rPr sz="900" b="1" dirty="0">
                <a:solidFill>
                  <a:srgbClr val="ED7D31"/>
                </a:solidFill>
                <a:latin typeface="Yu Gothic UI"/>
                <a:ea typeface="Yu Gothic UI"/>
                <a:cs typeface="Yu Gothic UI"/>
              </a:rPr>
              <a:t> 3</a:t>
            </a:r>
          </a:p>
        </p:txBody>
      </p:sp>
      <p:sp>
        <p:nvSpPr>
          <p:cNvPr id="19" name="正方形/長方形 18">
            <a:extLst>
              <a:ext uri="{FF2B5EF4-FFF2-40B4-BE49-F238E27FC236}">
                <a16:creationId xmlns:a16="http://schemas.microsoft.com/office/drawing/2014/main" id="{A701E741-8BBA-46D5-A16B-7F43B5360B68}"/>
              </a:ext>
            </a:extLst>
          </p:cNvPr>
          <p:cNvSpPr>
            <a:spLocks noGrp="1"/>
          </p:cNvSpPr>
          <p:nvPr/>
        </p:nvSpPr>
        <p:spPr>
          <a:xfrm>
            <a:off x="1104900" y="41148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HTTP の入口を見る</a:t>
            </a:r>
          </a:p>
        </p:txBody>
      </p:sp>
      <p:sp>
        <p:nvSpPr>
          <p:cNvPr id="20" name="正方形/長方形 19">
            <a:extLst>
              <a:ext uri="{FF2B5EF4-FFF2-40B4-BE49-F238E27FC236}">
                <a16:creationId xmlns:a16="http://schemas.microsoft.com/office/drawing/2014/main" id="{A5039819-A250-4A83-8A03-9D2379E63572}"/>
              </a:ext>
            </a:extLst>
          </p:cNvPr>
          <p:cNvSpPr>
            <a:spLocks noGrp="1"/>
          </p:cNvSpPr>
          <p:nvPr/>
        </p:nvSpPr>
        <p:spPr>
          <a:xfrm>
            <a:off x="1104900" y="45148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Public IP と NSG が Web サーバ公開にどう関係するかを追います。</a:t>
            </a:r>
          </a:p>
        </p:txBody>
      </p:sp>
      <p:sp>
        <p:nvSpPr>
          <p:cNvPr id="21" name="正方形/長方形 20">
            <a:extLst>
              <a:ext uri="{FF2B5EF4-FFF2-40B4-BE49-F238E27FC236}">
                <a16:creationId xmlns:a16="http://schemas.microsoft.com/office/drawing/2014/main" id="{76B60639-B024-4805-B031-10A7DB3606B7}"/>
              </a:ext>
            </a:extLst>
          </p:cNvPr>
          <p:cNvSpPr>
            <a:spLocks noGrp="1"/>
          </p:cNvSpPr>
          <p:nvPr/>
        </p:nvSpPr>
        <p:spPr>
          <a:xfrm>
            <a:off x="6115050" y="37147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22" name="正方形/長方形 21">
            <a:extLst>
              <a:ext uri="{FF2B5EF4-FFF2-40B4-BE49-F238E27FC236}">
                <a16:creationId xmlns:a16="http://schemas.microsoft.com/office/drawing/2014/main" id="{A7FE47EF-40F3-4B12-8189-BAFE316BE289}"/>
              </a:ext>
            </a:extLst>
          </p:cNvPr>
          <p:cNvSpPr>
            <a:spLocks noGrp="1"/>
          </p:cNvSpPr>
          <p:nvPr/>
        </p:nvSpPr>
        <p:spPr>
          <a:xfrm>
            <a:off x="6115050" y="3714750"/>
            <a:ext cx="76200" cy="1295400"/>
          </a:xfrm>
          <a:prstGeom prst="rect">
            <a:avLst/>
          </a:prstGeom>
          <a:solidFill>
            <a:srgbClr val="4472C4"/>
          </a:solidFill>
          <a:ln w="0">
            <a:solidFill>
              <a:srgbClr val="4472C4"/>
            </a:solidFill>
            <a:prstDash val="solid"/>
          </a:ln>
        </p:spPr>
        <p:txBody>
          <a:bodyPr/>
          <a:lstStyle/>
          <a:p>
            <a:endParaRPr lang="ja-JP" altLang="en-US" sz="2400"/>
          </a:p>
        </p:txBody>
      </p:sp>
      <p:sp>
        <p:nvSpPr>
          <p:cNvPr id="23" name="正方形/長方形 22">
            <a:extLst>
              <a:ext uri="{FF2B5EF4-FFF2-40B4-BE49-F238E27FC236}">
                <a16:creationId xmlns:a16="http://schemas.microsoft.com/office/drawing/2014/main" id="{07028301-CDAC-4905-8AE9-838CEC6B2ADA}"/>
              </a:ext>
            </a:extLst>
          </p:cNvPr>
          <p:cNvSpPr>
            <a:spLocks noGrp="1"/>
          </p:cNvSpPr>
          <p:nvPr/>
        </p:nvSpPr>
        <p:spPr>
          <a:xfrm>
            <a:off x="6324600" y="38671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4472C4"/>
                </a:solidFill>
                <a:latin typeface="Yu Gothic UI"/>
                <a:ea typeface="Yu Gothic UI"/>
                <a:cs typeface="Yu Gothic UI"/>
              </a:defRPr>
            </a:pPr>
            <a:r>
              <a:rPr lang="en-US" sz="900" b="1" dirty="0">
                <a:solidFill>
                  <a:srgbClr val="4472C4"/>
                </a:solidFill>
                <a:latin typeface="Yu Gothic UI"/>
                <a:ea typeface="Yu Gothic UI"/>
                <a:cs typeface="Yu Gothic UI"/>
              </a:rPr>
              <a:t>Step</a:t>
            </a:r>
            <a:r>
              <a:rPr sz="900" b="1" dirty="0">
                <a:solidFill>
                  <a:srgbClr val="4472C4"/>
                </a:solidFill>
                <a:latin typeface="Yu Gothic UI"/>
                <a:ea typeface="Yu Gothic UI"/>
                <a:cs typeface="Yu Gothic UI"/>
              </a:rPr>
              <a:t> 4</a:t>
            </a:r>
          </a:p>
        </p:txBody>
      </p:sp>
      <p:sp>
        <p:nvSpPr>
          <p:cNvPr id="24" name="正方形/長方形 23">
            <a:extLst>
              <a:ext uri="{FF2B5EF4-FFF2-40B4-BE49-F238E27FC236}">
                <a16:creationId xmlns:a16="http://schemas.microsoft.com/office/drawing/2014/main" id="{393CDDB1-E5BA-441B-927D-222050358892}"/>
              </a:ext>
            </a:extLst>
          </p:cNvPr>
          <p:cNvSpPr>
            <a:spLocks noGrp="1"/>
          </p:cNvSpPr>
          <p:nvPr/>
        </p:nvSpPr>
        <p:spPr>
          <a:xfrm>
            <a:off x="6324600" y="41148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lang="ja-JP" altLang="en-US" sz="1600" b="1">
                <a:solidFill>
                  <a:srgbClr val="1F2937"/>
                </a:solidFill>
                <a:latin typeface="Meiryo UI"/>
                <a:ea typeface="Meiryo UI"/>
                <a:cs typeface="Meiryo UI"/>
              </a:rPr>
              <a:t>クリーンアップ</a:t>
            </a:r>
            <a:endParaRPr sz="1600" b="1" dirty="0">
              <a:solidFill>
                <a:srgbClr val="1F2937"/>
              </a:solidFill>
              <a:latin typeface="Meiryo UI"/>
              <a:ea typeface="Meiryo UI"/>
              <a:cs typeface="Meiryo UI"/>
            </a:endParaRPr>
          </a:p>
        </p:txBody>
      </p:sp>
      <p:sp>
        <p:nvSpPr>
          <p:cNvPr id="25" name="正方形/長方形 24">
            <a:extLst>
              <a:ext uri="{FF2B5EF4-FFF2-40B4-BE49-F238E27FC236}">
                <a16:creationId xmlns:a16="http://schemas.microsoft.com/office/drawing/2014/main" id="{8F9D1949-0EED-437A-A730-763C16F2978F}"/>
              </a:ext>
            </a:extLst>
          </p:cNvPr>
          <p:cNvSpPr>
            <a:spLocks noGrp="1"/>
          </p:cNvSpPr>
          <p:nvPr/>
        </p:nvSpPr>
        <p:spPr>
          <a:xfrm>
            <a:off x="6324600" y="45148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最後にリソースグループを削除し、作成したリソースを残さない状態にします。</a:t>
            </a:r>
          </a:p>
        </p:txBody>
      </p:sp>
    </p:spTree>
    <p:extLst>
      <p:ext uri="{BB962C8B-B14F-4D97-AF65-F5344CB8AC3E}">
        <p14:creationId xmlns:p14="http://schemas.microsoft.com/office/powerpoint/2010/main" val="11860771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2F9B19B5-C5F7-4109-B6B3-9DC3FEDAB34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前回の振り返り</a:t>
            </a:r>
          </a:p>
        </p:txBody>
      </p:sp>
      <p:sp>
        <p:nvSpPr>
          <p:cNvPr id="2" name="正方形/長方形 1">
            <a:extLst>
              <a:ext uri="{FF2B5EF4-FFF2-40B4-BE49-F238E27FC236}">
                <a16:creationId xmlns:a16="http://schemas.microsoft.com/office/drawing/2014/main" id="{AD428A6E-C79C-4B18-BE97-6A410E04BA9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DAE3F86C-52C2-4FF9-8A10-B02735770F6D}"/>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5E2E453D-2290-437C-A9DA-08A46E273008}"/>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第2回では、Web 層、AP 層、DB 層という役割の分け方を学びました。第3回では、そのうち利用者に近い Web 層を小さく作ります。</a:t>
            </a:r>
          </a:p>
        </p:txBody>
      </p:sp>
      <p:sp>
        <p:nvSpPr>
          <p:cNvPr id="16" name="正方形/長方形 15">
            <a:extLst>
              <a:ext uri="{FF2B5EF4-FFF2-40B4-BE49-F238E27FC236}">
                <a16:creationId xmlns:a16="http://schemas.microsoft.com/office/drawing/2014/main" id="{A76F5FAD-46D5-688B-87FC-DC011C9391F5}"/>
              </a:ext>
            </a:extLst>
          </p:cNvPr>
          <p:cNvSpPr>
            <a:spLocks noGrp="1"/>
          </p:cNvSpPr>
          <p:nvPr/>
        </p:nvSpPr>
        <p:spPr>
          <a:xfrm>
            <a:off x="685800" y="2038350"/>
            <a:ext cx="10820400" cy="3857625"/>
          </a:xfrm>
          <a:prstGeom prst="rect">
            <a:avLst/>
          </a:prstGeom>
          <a:solidFill>
            <a:srgbClr val="FFFFFF"/>
          </a:solidFill>
          <a:ln w="9525">
            <a:solidFill>
              <a:srgbClr val="D0D5DD"/>
            </a:solidFill>
            <a:prstDash val="solid"/>
          </a:ln>
        </p:spPr>
        <p:txBody>
          <a:bodyPr/>
          <a:lstStyle/>
          <a:p>
            <a:endParaRPr lang="ja-JP" altLang="en-US"/>
          </a:p>
        </p:txBody>
      </p:sp>
      <p:sp>
        <p:nvSpPr>
          <p:cNvPr id="17" name="角丸四角形 16">
            <a:extLst>
              <a:ext uri="{FF2B5EF4-FFF2-40B4-BE49-F238E27FC236}">
                <a16:creationId xmlns:a16="http://schemas.microsoft.com/office/drawing/2014/main" id="{5A7DBDAE-3D63-D7ED-ADBE-0A8068D8CE13}"/>
              </a:ext>
            </a:extLst>
          </p:cNvPr>
          <p:cNvSpPr/>
          <p:nvPr/>
        </p:nvSpPr>
        <p:spPr>
          <a:xfrm>
            <a:off x="4919201" y="2806262"/>
            <a:ext cx="6421244" cy="2475106"/>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角丸四角形 17">
            <a:extLst>
              <a:ext uri="{FF2B5EF4-FFF2-40B4-BE49-F238E27FC236}">
                <a16:creationId xmlns:a16="http://schemas.microsoft.com/office/drawing/2014/main" id="{8CD15213-F796-5CDD-9203-DB7CA05DB179}"/>
              </a:ext>
            </a:extLst>
          </p:cNvPr>
          <p:cNvSpPr/>
          <p:nvPr/>
        </p:nvSpPr>
        <p:spPr>
          <a:xfrm>
            <a:off x="5084094" y="3158314"/>
            <a:ext cx="1755586" cy="1491979"/>
          </a:xfrm>
          <a:prstGeom prst="roundRect">
            <a:avLst>
              <a:gd name="adj" fmla="val 8334"/>
            </a:avLst>
          </a:prstGeom>
          <a:noFill/>
          <a:ln w="158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CBDB8CA-E08B-B705-1305-9A950E271A3A}"/>
              </a:ext>
            </a:extLst>
          </p:cNvPr>
          <p:cNvSpPr txBox="1"/>
          <p:nvPr/>
        </p:nvSpPr>
        <p:spPr>
          <a:xfrm>
            <a:off x="6486997" y="4817679"/>
            <a:ext cx="2783674"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p>
        </p:txBody>
      </p:sp>
      <p:sp>
        <p:nvSpPr>
          <p:cNvPr id="20" name="角丸四角形 19">
            <a:extLst>
              <a:ext uri="{FF2B5EF4-FFF2-40B4-BE49-F238E27FC236}">
                <a16:creationId xmlns:a16="http://schemas.microsoft.com/office/drawing/2014/main" id="{E4E14D28-284D-71C0-BAA6-9C272DFE85B1}"/>
              </a:ext>
            </a:extLst>
          </p:cNvPr>
          <p:cNvSpPr/>
          <p:nvPr/>
        </p:nvSpPr>
        <p:spPr>
          <a:xfrm>
            <a:off x="7252679" y="3158314"/>
            <a:ext cx="1755586" cy="1491979"/>
          </a:xfrm>
          <a:prstGeom prst="roundRect">
            <a:avLst>
              <a:gd name="adj" fmla="val 8334"/>
            </a:avLst>
          </a:prstGeom>
          <a:noFill/>
          <a:ln w="15875">
            <a:solidFill>
              <a:schemeClr val="bg2">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角丸四角形 20">
            <a:extLst>
              <a:ext uri="{FF2B5EF4-FFF2-40B4-BE49-F238E27FC236}">
                <a16:creationId xmlns:a16="http://schemas.microsoft.com/office/drawing/2014/main" id="{5F0B9D2A-BB17-7DDB-22D7-8A95488E51C3}"/>
              </a:ext>
            </a:extLst>
          </p:cNvPr>
          <p:cNvSpPr/>
          <p:nvPr/>
        </p:nvSpPr>
        <p:spPr>
          <a:xfrm>
            <a:off x="9421265" y="3158314"/>
            <a:ext cx="1755586" cy="1491979"/>
          </a:xfrm>
          <a:prstGeom prst="roundRect">
            <a:avLst>
              <a:gd name="adj" fmla="val 8334"/>
            </a:avLst>
          </a:prstGeom>
          <a:noFill/>
          <a:ln w="15875">
            <a:solidFill>
              <a:schemeClr val="bg2">
                <a:lumMod val="75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6BDA3482-0C85-235B-CA57-B41F9C8045DF}"/>
              </a:ext>
            </a:extLst>
          </p:cNvPr>
          <p:cNvSpPr txBox="1"/>
          <p:nvPr/>
        </p:nvSpPr>
        <p:spPr>
          <a:xfrm>
            <a:off x="5485786" y="3291276"/>
            <a:ext cx="1000958"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23" name="テキスト ボックス 22">
            <a:extLst>
              <a:ext uri="{FF2B5EF4-FFF2-40B4-BE49-F238E27FC236}">
                <a16:creationId xmlns:a16="http://schemas.microsoft.com/office/drawing/2014/main" id="{8030A32A-CA25-421F-F51B-B57F4C5E7A3E}"/>
              </a:ext>
            </a:extLst>
          </p:cNvPr>
          <p:cNvSpPr txBox="1"/>
          <p:nvPr/>
        </p:nvSpPr>
        <p:spPr>
          <a:xfrm>
            <a:off x="7583646" y="3260524"/>
            <a:ext cx="1149035" cy="369332"/>
          </a:xfrm>
          <a:prstGeom prst="rect">
            <a:avLst/>
          </a:prstGeom>
          <a:noFill/>
        </p:spPr>
        <p:txBody>
          <a:bodyPr wrap="square" rtlCol="0">
            <a:spAutoFit/>
          </a:bodyPr>
          <a:lstStyle/>
          <a:p>
            <a:pPr algn="ctr"/>
            <a:r>
              <a:rPr kumimoji="1" lang="en-US" altLang="ja-JP">
                <a:solidFill>
                  <a:schemeClr val="bg2">
                    <a:lumMod val="90000"/>
                  </a:schemeClr>
                </a:solidFill>
                <a:latin typeface="Yu Gothic UI" panose="020B0500000000000000" pitchFamily="34" charset="-128"/>
                <a:ea typeface="Yu Gothic UI" panose="020B0500000000000000" pitchFamily="34" charset="-128"/>
              </a:rPr>
              <a:t>AP </a:t>
            </a:r>
            <a:r>
              <a:rPr kumimoji="1" lang="ja-JP" altLang="en-US">
                <a:solidFill>
                  <a:schemeClr val="bg2">
                    <a:lumMod val="90000"/>
                  </a:schemeClr>
                </a:solidFill>
                <a:latin typeface="Yu Gothic UI" panose="020B0500000000000000" pitchFamily="34" charset="-128"/>
                <a:ea typeface="Yu Gothic UI" panose="020B0500000000000000" pitchFamily="34" charset="-128"/>
              </a:rPr>
              <a:t>層</a:t>
            </a:r>
          </a:p>
        </p:txBody>
      </p:sp>
      <p:sp>
        <p:nvSpPr>
          <p:cNvPr id="24" name="テキスト ボックス 23">
            <a:extLst>
              <a:ext uri="{FF2B5EF4-FFF2-40B4-BE49-F238E27FC236}">
                <a16:creationId xmlns:a16="http://schemas.microsoft.com/office/drawing/2014/main" id="{07C2B5F8-261F-5E81-6B49-0A6DEECFDB35}"/>
              </a:ext>
            </a:extLst>
          </p:cNvPr>
          <p:cNvSpPr txBox="1"/>
          <p:nvPr/>
        </p:nvSpPr>
        <p:spPr>
          <a:xfrm>
            <a:off x="9849024" y="3252454"/>
            <a:ext cx="1000958" cy="369332"/>
          </a:xfrm>
          <a:prstGeom prst="rect">
            <a:avLst/>
          </a:prstGeom>
          <a:noFill/>
        </p:spPr>
        <p:txBody>
          <a:bodyPr wrap="square" rtlCol="0">
            <a:spAutoFit/>
          </a:bodyPr>
          <a:lstStyle/>
          <a:p>
            <a:pPr algn="ctr"/>
            <a:r>
              <a:rPr kumimoji="1" lang="en-US" altLang="ja-JP">
                <a:solidFill>
                  <a:schemeClr val="bg2">
                    <a:lumMod val="90000"/>
                  </a:schemeClr>
                </a:solidFill>
                <a:latin typeface="Yu Gothic UI" panose="020B0500000000000000" pitchFamily="34" charset="-128"/>
                <a:ea typeface="Yu Gothic UI" panose="020B0500000000000000" pitchFamily="34" charset="-128"/>
              </a:rPr>
              <a:t>DB </a:t>
            </a:r>
            <a:r>
              <a:rPr kumimoji="1" lang="ja-JP" altLang="en-US">
                <a:solidFill>
                  <a:schemeClr val="bg2">
                    <a:lumMod val="90000"/>
                  </a:schemeClr>
                </a:solidFill>
                <a:latin typeface="Yu Gothic UI" panose="020B0500000000000000" pitchFamily="34" charset="-128"/>
                <a:ea typeface="Yu Gothic UI" panose="020B0500000000000000" pitchFamily="34" charset="-128"/>
              </a:rPr>
              <a:t>層</a:t>
            </a:r>
          </a:p>
        </p:txBody>
      </p:sp>
      <p:sp>
        <p:nvSpPr>
          <p:cNvPr id="25" name="角丸四角形 24">
            <a:extLst>
              <a:ext uri="{FF2B5EF4-FFF2-40B4-BE49-F238E27FC236}">
                <a16:creationId xmlns:a16="http://schemas.microsoft.com/office/drawing/2014/main" id="{84DE8D39-486F-C1CC-C81C-516DB5B94B89}"/>
              </a:ext>
            </a:extLst>
          </p:cNvPr>
          <p:cNvSpPr/>
          <p:nvPr/>
        </p:nvSpPr>
        <p:spPr>
          <a:xfrm>
            <a:off x="1117861" y="3593470"/>
            <a:ext cx="1553851"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14426BCA-8482-1978-6C24-95D2256B74D2}"/>
              </a:ext>
            </a:extLst>
          </p:cNvPr>
          <p:cNvSpPr txBox="1"/>
          <p:nvPr/>
        </p:nvSpPr>
        <p:spPr>
          <a:xfrm>
            <a:off x="1225484" y="3686894"/>
            <a:ext cx="1338606"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cxnSp>
        <p:nvCxnSpPr>
          <p:cNvPr id="27" name="直線コネクタ 26">
            <a:extLst>
              <a:ext uri="{FF2B5EF4-FFF2-40B4-BE49-F238E27FC236}">
                <a16:creationId xmlns:a16="http://schemas.microsoft.com/office/drawing/2014/main" id="{9281D51B-629F-1895-6752-25009958C055}"/>
              </a:ext>
            </a:extLst>
          </p:cNvPr>
          <p:cNvCxnSpPr>
            <a:cxnSpLocks/>
          </p:cNvCxnSpPr>
          <p:nvPr/>
        </p:nvCxnSpPr>
        <p:spPr>
          <a:xfrm>
            <a:off x="2770735" y="3722529"/>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4B5D3794-C087-B2B4-E773-2B9786B1A0D4}"/>
              </a:ext>
            </a:extLst>
          </p:cNvPr>
          <p:cNvSpPr txBox="1"/>
          <p:nvPr/>
        </p:nvSpPr>
        <p:spPr>
          <a:xfrm>
            <a:off x="3232722" y="3460635"/>
            <a:ext cx="1295665" cy="261610"/>
          </a:xfrm>
          <a:prstGeom prst="rect">
            <a:avLst/>
          </a:prstGeom>
          <a:noFill/>
        </p:spPr>
        <p:txBody>
          <a:bodyPr wrap="square" rtlCol="0">
            <a:spAutoFit/>
          </a:bodyPr>
          <a:lstStyle/>
          <a:p>
            <a:pPr algn="ctr"/>
            <a:r>
              <a:rPr kumimoji="1" lang="en-US" altLang="ja-JP" sz="1100">
                <a:solidFill>
                  <a:schemeClr val="tx1">
                    <a:lumMod val="50000"/>
                    <a:lumOff val="50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sp>
        <p:nvSpPr>
          <p:cNvPr id="29" name="テキスト ボックス 28">
            <a:extLst>
              <a:ext uri="{FF2B5EF4-FFF2-40B4-BE49-F238E27FC236}">
                <a16:creationId xmlns:a16="http://schemas.microsoft.com/office/drawing/2014/main" id="{D73E3F93-810E-4BFD-A4BB-D4809D49D670}"/>
              </a:ext>
            </a:extLst>
          </p:cNvPr>
          <p:cNvSpPr txBox="1"/>
          <p:nvPr/>
        </p:nvSpPr>
        <p:spPr>
          <a:xfrm>
            <a:off x="5088834" y="3762335"/>
            <a:ext cx="1708657" cy="769441"/>
          </a:xfrm>
          <a:prstGeom prst="rect">
            <a:avLst/>
          </a:prstGeom>
          <a:noFill/>
        </p:spPr>
        <p:txBody>
          <a:bodyPr wrap="square" rtlCol="0">
            <a:spAutoFit/>
          </a:bodyPr>
          <a:lstStyle/>
          <a:p>
            <a:pPr marL="171450" indent="-171450">
              <a:buFont typeface="Arial" panose="020B0604020202020204" pitchFamily="34" charset="0"/>
              <a:buChar char="•"/>
            </a:pP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リクエストの受付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リクエストごとに静的、動的レスポンスの判断</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レスポンスの返却</a:t>
            </a:r>
          </a:p>
        </p:txBody>
      </p:sp>
      <p:sp>
        <p:nvSpPr>
          <p:cNvPr id="30" name="テキスト ボックス 29">
            <a:extLst>
              <a:ext uri="{FF2B5EF4-FFF2-40B4-BE49-F238E27FC236}">
                <a16:creationId xmlns:a16="http://schemas.microsoft.com/office/drawing/2014/main" id="{06927102-A974-64E8-3158-C017E3849724}"/>
              </a:ext>
            </a:extLst>
          </p:cNvPr>
          <p:cNvSpPr txBox="1"/>
          <p:nvPr/>
        </p:nvSpPr>
        <p:spPr>
          <a:xfrm>
            <a:off x="7276143" y="3755354"/>
            <a:ext cx="1708657" cy="600164"/>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ビジネスロジック</a:t>
            </a:r>
            <a:r>
              <a:rPr kumimoji="1" lang="en-US" altLang="ja-JP" sz="1100">
                <a:solidFill>
                  <a:schemeClr val="bg2">
                    <a:lumMod val="90000"/>
                  </a:schemeClr>
                </a:solidFill>
                <a:latin typeface="Yu Gothic UI" panose="020B0500000000000000" pitchFamily="34" charset="-128"/>
                <a:ea typeface="Yu Gothic UI" panose="020B0500000000000000" pitchFamily="34" charset="-128"/>
              </a:rPr>
              <a:t> (</a:t>
            </a: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プログラム</a:t>
            </a:r>
            <a:r>
              <a:rPr kumimoji="1" lang="en-US" altLang="ja-JP" sz="1100">
                <a:solidFill>
                  <a:schemeClr val="bg2">
                    <a:lumMod val="90000"/>
                  </a:schemeClr>
                </a:solidFill>
                <a:latin typeface="Yu Gothic UI" panose="020B0500000000000000" pitchFamily="34" charset="-128"/>
                <a:ea typeface="Yu Gothic UI" panose="020B0500000000000000" pitchFamily="34" charset="-128"/>
              </a:rPr>
              <a:t>) </a:t>
            </a: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に従った処理による動的レスポンスの作成</a:t>
            </a:r>
          </a:p>
        </p:txBody>
      </p:sp>
      <p:cxnSp>
        <p:nvCxnSpPr>
          <p:cNvPr id="31" name="直線コネクタ 30">
            <a:extLst>
              <a:ext uri="{FF2B5EF4-FFF2-40B4-BE49-F238E27FC236}">
                <a16:creationId xmlns:a16="http://schemas.microsoft.com/office/drawing/2014/main" id="{56D84F74-7E39-01C3-FBF4-00499DCE2BFC}"/>
              </a:ext>
            </a:extLst>
          </p:cNvPr>
          <p:cNvCxnSpPr>
            <a:cxnSpLocks/>
          </p:cNvCxnSpPr>
          <p:nvPr/>
        </p:nvCxnSpPr>
        <p:spPr>
          <a:xfrm>
            <a:off x="6839680" y="3715175"/>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16A587EE-907F-82B5-B69B-470AF6284D3C}"/>
              </a:ext>
            </a:extLst>
          </p:cNvPr>
          <p:cNvSpPr txBox="1"/>
          <p:nvPr/>
        </p:nvSpPr>
        <p:spPr>
          <a:xfrm>
            <a:off x="6454097" y="3229721"/>
            <a:ext cx="1134795" cy="430887"/>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ビジネスロジック</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処理依頼</a:t>
            </a:r>
          </a:p>
        </p:txBody>
      </p:sp>
      <p:cxnSp>
        <p:nvCxnSpPr>
          <p:cNvPr id="33" name="直線コネクタ 32">
            <a:extLst>
              <a:ext uri="{FF2B5EF4-FFF2-40B4-BE49-F238E27FC236}">
                <a16:creationId xmlns:a16="http://schemas.microsoft.com/office/drawing/2014/main" id="{7741CB44-D36E-7958-F212-083CA2117E3D}"/>
              </a:ext>
            </a:extLst>
          </p:cNvPr>
          <p:cNvCxnSpPr>
            <a:cxnSpLocks/>
          </p:cNvCxnSpPr>
          <p:nvPr/>
        </p:nvCxnSpPr>
        <p:spPr>
          <a:xfrm>
            <a:off x="9008266" y="3722529"/>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DE3FB43C-E7E1-CD9C-D32D-860EA1A6338F}"/>
              </a:ext>
            </a:extLst>
          </p:cNvPr>
          <p:cNvSpPr txBox="1"/>
          <p:nvPr/>
        </p:nvSpPr>
        <p:spPr>
          <a:xfrm>
            <a:off x="8683727" y="3108663"/>
            <a:ext cx="1000958" cy="577081"/>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データ処理</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リクエスト</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 (CRUD</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操作</a:t>
            </a: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a:t>
            </a:r>
          </a:p>
        </p:txBody>
      </p:sp>
      <p:cxnSp>
        <p:nvCxnSpPr>
          <p:cNvPr id="35" name="直線コネクタ 34">
            <a:extLst>
              <a:ext uri="{FF2B5EF4-FFF2-40B4-BE49-F238E27FC236}">
                <a16:creationId xmlns:a16="http://schemas.microsoft.com/office/drawing/2014/main" id="{3225C91E-34F7-DD73-69D3-5770F0F22895}"/>
              </a:ext>
            </a:extLst>
          </p:cNvPr>
          <p:cNvCxnSpPr>
            <a:cxnSpLocks/>
          </p:cNvCxnSpPr>
          <p:nvPr/>
        </p:nvCxnSpPr>
        <p:spPr>
          <a:xfrm flipH="1">
            <a:off x="9008265" y="4233148"/>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B727D9F1-7B0C-8BAC-DA76-27113BB2F053}"/>
              </a:ext>
            </a:extLst>
          </p:cNvPr>
          <p:cNvCxnSpPr>
            <a:cxnSpLocks/>
          </p:cNvCxnSpPr>
          <p:nvPr/>
        </p:nvCxnSpPr>
        <p:spPr>
          <a:xfrm flipH="1">
            <a:off x="6827174" y="4233148"/>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82E53748-E413-8C0B-B992-140C736459A6}"/>
              </a:ext>
            </a:extLst>
          </p:cNvPr>
          <p:cNvCxnSpPr>
            <a:cxnSpLocks/>
          </p:cNvCxnSpPr>
          <p:nvPr/>
        </p:nvCxnSpPr>
        <p:spPr>
          <a:xfrm flipH="1">
            <a:off x="2746050" y="4036472"/>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3D3CCE14-4D27-7818-F2FC-C8AEFB674E26}"/>
              </a:ext>
            </a:extLst>
          </p:cNvPr>
          <p:cNvSpPr txBox="1"/>
          <p:nvPr/>
        </p:nvSpPr>
        <p:spPr>
          <a:xfrm>
            <a:off x="3232721" y="4100038"/>
            <a:ext cx="1295665" cy="261610"/>
          </a:xfrm>
          <a:prstGeom prst="rect">
            <a:avLst/>
          </a:prstGeom>
          <a:noFill/>
        </p:spPr>
        <p:txBody>
          <a:bodyPr wrap="square" rtlCol="0">
            <a:spAutoFit/>
          </a:bodyPr>
          <a:lstStyle/>
          <a:p>
            <a:pPr algn="ctr"/>
            <a:r>
              <a:rPr kumimoji="1" lang="en-US" altLang="ja-JP" sz="1100">
                <a:solidFill>
                  <a:schemeClr val="tx1">
                    <a:lumMod val="50000"/>
                    <a:lumOff val="50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39" name="テキスト ボックス 38">
            <a:extLst>
              <a:ext uri="{FF2B5EF4-FFF2-40B4-BE49-F238E27FC236}">
                <a16:creationId xmlns:a16="http://schemas.microsoft.com/office/drawing/2014/main" id="{7421122D-6378-C86B-6C92-D2CA398AB3B5}"/>
              </a:ext>
            </a:extLst>
          </p:cNvPr>
          <p:cNvSpPr txBox="1"/>
          <p:nvPr/>
        </p:nvSpPr>
        <p:spPr>
          <a:xfrm>
            <a:off x="9397928" y="3735395"/>
            <a:ext cx="1708657" cy="938719"/>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データの永続化、保存</a:t>
            </a:r>
            <a:endParaRPr kumimoji="1" lang="en-US" altLang="ja-JP" sz="1100">
              <a:solidFill>
                <a:schemeClr val="bg2">
                  <a:lumMod val="90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データの検索</a:t>
            </a:r>
            <a:endParaRPr kumimoji="1" lang="en-US" altLang="ja-JP" sz="1100">
              <a:solidFill>
                <a:schemeClr val="bg2">
                  <a:lumMod val="90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データの作成</a:t>
            </a:r>
            <a:endParaRPr kumimoji="1" lang="en-US" altLang="ja-JP" sz="1100">
              <a:solidFill>
                <a:schemeClr val="bg2">
                  <a:lumMod val="90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データの更新</a:t>
            </a:r>
            <a:endParaRPr kumimoji="1" lang="en-US" altLang="ja-JP" sz="1100">
              <a:solidFill>
                <a:schemeClr val="bg2">
                  <a:lumMod val="90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bg2">
                    <a:lumMod val="90000"/>
                  </a:schemeClr>
                </a:solidFill>
                <a:latin typeface="Yu Gothic UI" panose="020B0500000000000000" pitchFamily="34" charset="-128"/>
                <a:ea typeface="Yu Gothic UI" panose="020B0500000000000000" pitchFamily="34" charset="-128"/>
              </a:rPr>
              <a:t>データの削除</a:t>
            </a:r>
            <a:endParaRPr kumimoji="1" lang="en-US" altLang="ja-JP" sz="1100">
              <a:solidFill>
                <a:schemeClr val="bg2">
                  <a:lumMod val="90000"/>
                </a:schemeClr>
              </a:solidFill>
              <a:latin typeface="Yu Gothic UI" panose="020B0500000000000000" pitchFamily="34" charset="-128"/>
              <a:ea typeface="Yu Gothic UI" panose="020B0500000000000000" pitchFamily="34" charset="-128"/>
            </a:endParaRPr>
          </a:p>
        </p:txBody>
      </p:sp>
      <p:sp>
        <p:nvSpPr>
          <p:cNvPr id="40" name="テキスト ボックス 39">
            <a:extLst>
              <a:ext uri="{FF2B5EF4-FFF2-40B4-BE49-F238E27FC236}">
                <a16:creationId xmlns:a16="http://schemas.microsoft.com/office/drawing/2014/main" id="{60A22F73-E83C-6BA3-C235-9F7768C8CE2A}"/>
              </a:ext>
            </a:extLst>
          </p:cNvPr>
          <p:cNvSpPr txBox="1"/>
          <p:nvPr/>
        </p:nvSpPr>
        <p:spPr>
          <a:xfrm>
            <a:off x="8863473" y="4295967"/>
            <a:ext cx="67809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a:t>
            </a:r>
          </a:p>
        </p:txBody>
      </p:sp>
      <p:sp>
        <p:nvSpPr>
          <p:cNvPr id="41" name="テキスト ボックス 40">
            <a:extLst>
              <a:ext uri="{FF2B5EF4-FFF2-40B4-BE49-F238E27FC236}">
                <a16:creationId xmlns:a16="http://schemas.microsoft.com/office/drawing/2014/main" id="{6A18B1A9-5980-33D9-464A-02982BC3EF09}"/>
              </a:ext>
            </a:extLst>
          </p:cNvPr>
          <p:cNvSpPr txBox="1"/>
          <p:nvPr/>
        </p:nvSpPr>
        <p:spPr>
          <a:xfrm>
            <a:off x="6727111" y="4306765"/>
            <a:ext cx="71962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42" name="四角形吹き出し 41">
            <a:extLst>
              <a:ext uri="{FF2B5EF4-FFF2-40B4-BE49-F238E27FC236}">
                <a16:creationId xmlns:a16="http://schemas.microsoft.com/office/drawing/2014/main" id="{03725E82-8CA7-4F0C-634F-BAA646E3031C}"/>
              </a:ext>
            </a:extLst>
          </p:cNvPr>
          <p:cNvSpPr/>
          <p:nvPr/>
        </p:nvSpPr>
        <p:spPr>
          <a:xfrm>
            <a:off x="4307229" y="5549164"/>
            <a:ext cx="4376498" cy="829611"/>
          </a:xfrm>
          <a:prstGeom prst="wedgeRectCallout">
            <a:avLst>
              <a:gd name="adj1" fmla="val -13885"/>
              <a:gd name="adj2" fmla="val -138393"/>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3" name="テキスト ボックス 42">
            <a:extLst>
              <a:ext uri="{FF2B5EF4-FFF2-40B4-BE49-F238E27FC236}">
                <a16:creationId xmlns:a16="http://schemas.microsoft.com/office/drawing/2014/main" id="{34140946-B951-4FE6-DC51-661DDBD70E0B}"/>
              </a:ext>
            </a:extLst>
          </p:cNvPr>
          <p:cNvSpPr txBox="1"/>
          <p:nvPr/>
        </p:nvSpPr>
        <p:spPr>
          <a:xfrm>
            <a:off x="4366866" y="5564732"/>
            <a:ext cx="4316861" cy="738664"/>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第</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3</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回では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Web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サーバとそれが返す、静的コンテンツのみをとりあつかいます。インターネットを介してクライントと</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Web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サーバが通信するところに焦点を当てます。</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745AFAA2-C6E5-4737-943C-0D1303192903}"/>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Azure IaaS とは何か</a:t>
            </a:r>
          </a:p>
        </p:txBody>
      </p:sp>
      <p:sp>
        <p:nvSpPr>
          <p:cNvPr id="2" name="正方形/長方形 1">
            <a:extLst>
              <a:ext uri="{FF2B5EF4-FFF2-40B4-BE49-F238E27FC236}">
                <a16:creationId xmlns:a16="http://schemas.microsoft.com/office/drawing/2014/main" id="{BF36D929-79ED-4029-BE26-FADD530CC89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2D0B338-A35D-44B2-A828-FF9E9CDF93D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D41C7388-5947-49E3-B70E-FF720536C870}"/>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IaaS では、クラウド上に仮想的なサーバ、ネットワーク、ストレージを用意し、OS やミドルウェアの設定は利用者が管理します。</a:t>
            </a:r>
          </a:p>
        </p:txBody>
      </p:sp>
      <p:sp>
        <p:nvSpPr>
          <p:cNvPr id="6" name="正方形/長方形 5">
            <a:extLst>
              <a:ext uri="{FF2B5EF4-FFF2-40B4-BE49-F238E27FC236}">
                <a16:creationId xmlns:a16="http://schemas.microsoft.com/office/drawing/2014/main" id="{905CAD37-7A4E-45CE-891A-81DCE8016535}"/>
              </a:ext>
            </a:extLst>
          </p:cNvPr>
          <p:cNvSpPr>
            <a:spLocks noGrp="1"/>
          </p:cNvSpPr>
          <p:nvPr/>
        </p:nvSpPr>
        <p:spPr>
          <a:xfrm>
            <a:off x="895350" y="21145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5FFB430D-C64C-439B-8A84-9C126B57B665}"/>
              </a:ext>
            </a:extLst>
          </p:cNvPr>
          <p:cNvSpPr>
            <a:spLocks noGrp="1"/>
          </p:cNvSpPr>
          <p:nvPr/>
        </p:nvSpPr>
        <p:spPr>
          <a:xfrm>
            <a:off x="895350" y="2114550"/>
            <a:ext cx="76200" cy="1295400"/>
          </a:xfrm>
          <a:prstGeom prst="rect">
            <a:avLst/>
          </a:prstGeom>
          <a:solidFill>
            <a:srgbClr val="0F766E"/>
          </a:solidFill>
          <a:ln w="0">
            <a:solidFill>
              <a:srgbClr val="0F766E"/>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2DCF33F8-165E-4C90-9EB4-F550202826CE}"/>
              </a:ext>
            </a:extLst>
          </p:cNvPr>
          <p:cNvSpPr>
            <a:spLocks noGrp="1"/>
          </p:cNvSpPr>
          <p:nvPr/>
        </p:nvSpPr>
        <p:spPr>
          <a:xfrm>
            <a:off x="1104900" y="22669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0F766E"/>
                </a:solidFill>
                <a:latin typeface="Yu Gothic UI"/>
                <a:ea typeface="Yu Gothic UI"/>
                <a:cs typeface="Yu Gothic UI"/>
              </a:defRPr>
            </a:pPr>
            <a:r>
              <a:rPr sz="900" b="1">
                <a:solidFill>
                  <a:srgbClr val="0F766E"/>
                </a:solidFill>
                <a:latin typeface="Yu Gothic UI"/>
                <a:ea typeface="Yu Gothic UI"/>
                <a:cs typeface="Yu Gothic UI"/>
              </a:rPr>
              <a:t>Azure が提供</a:t>
            </a:r>
          </a:p>
        </p:txBody>
      </p:sp>
      <p:sp>
        <p:nvSpPr>
          <p:cNvPr id="9" name="正方形/長方形 8">
            <a:extLst>
              <a:ext uri="{FF2B5EF4-FFF2-40B4-BE49-F238E27FC236}">
                <a16:creationId xmlns:a16="http://schemas.microsoft.com/office/drawing/2014/main" id="{58789038-5868-49EF-975F-6E84F84A499B}"/>
              </a:ext>
            </a:extLst>
          </p:cNvPr>
          <p:cNvSpPr>
            <a:spLocks noGrp="1"/>
          </p:cNvSpPr>
          <p:nvPr/>
        </p:nvSpPr>
        <p:spPr>
          <a:xfrm>
            <a:off x="1104900" y="25146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物理基盤</a:t>
            </a:r>
          </a:p>
        </p:txBody>
      </p:sp>
      <p:sp>
        <p:nvSpPr>
          <p:cNvPr id="10" name="正方形/長方形 9">
            <a:extLst>
              <a:ext uri="{FF2B5EF4-FFF2-40B4-BE49-F238E27FC236}">
                <a16:creationId xmlns:a16="http://schemas.microsoft.com/office/drawing/2014/main" id="{FC0E0142-F966-4E09-8E8A-79157EF029F7}"/>
              </a:ext>
            </a:extLst>
          </p:cNvPr>
          <p:cNvSpPr>
            <a:spLocks noGrp="1"/>
          </p:cNvSpPr>
          <p:nvPr/>
        </p:nvSpPr>
        <p:spPr>
          <a:xfrm>
            <a:off x="1104900" y="29146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データセンター、物理サーバ、物理ネットワーク、基盤の可用性。</a:t>
            </a:r>
          </a:p>
        </p:txBody>
      </p:sp>
      <p:sp>
        <p:nvSpPr>
          <p:cNvPr id="11" name="正方形/長方形 10">
            <a:extLst>
              <a:ext uri="{FF2B5EF4-FFF2-40B4-BE49-F238E27FC236}">
                <a16:creationId xmlns:a16="http://schemas.microsoft.com/office/drawing/2014/main" id="{4789A897-A8CD-4C9E-8865-4256D0B5273B}"/>
              </a:ext>
            </a:extLst>
          </p:cNvPr>
          <p:cNvSpPr>
            <a:spLocks noGrp="1"/>
          </p:cNvSpPr>
          <p:nvPr/>
        </p:nvSpPr>
        <p:spPr>
          <a:xfrm>
            <a:off x="6115050" y="21145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12" name="正方形/長方形 11">
            <a:extLst>
              <a:ext uri="{FF2B5EF4-FFF2-40B4-BE49-F238E27FC236}">
                <a16:creationId xmlns:a16="http://schemas.microsoft.com/office/drawing/2014/main" id="{820FC5F4-ABB2-4B9B-A24C-1C8ADD7F54CE}"/>
              </a:ext>
            </a:extLst>
          </p:cNvPr>
          <p:cNvSpPr>
            <a:spLocks noGrp="1"/>
          </p:cNvSpPr>
          <p:nvPr/>
        </p:nvSpPr>
        <p:spPr>
          <a:xfrm>
            <a:off x="6115050" y="2114550"/>
            <a:ext cx="76200" cy="1295400"/>
          </a:xfrm>
          <a:prstGeom prst="rect">
            <a:avLst/>
          </a:prstGeom>
          <a:solidFill>
            <a:srgbClr val="70AD47"/>
          </a:solidFill>
          <a:ln w="0">
            <a:solidFill>
              <a:srgbClr val="70AD47"/>
            </a:solidFill>
            <a:prstDash val="solid"/>
          </a:ln>
        </p:spPr>
        <p:txBody>
          <a:bodyPr/>
          <a:lstStyle/>
          <a:p>
            <a:endParaRPr lang="ja-JP" altLang="en-US" sz="2400"/>
          </a:p>
        </p:txBody>
      </p:sp>
      <p:sp>
        <p:nvSpPr>
          <p:cNvPr id="13" name="正方形/長方形 12">
            <a:extLst>
              <a:ext uri="{FF2B5EF4-FFF2-40B4-BE49-F238E27FC236}">
                <a16:creationId xmlns:a16="http://schemas.microsoft.com/office/drawing/2014/main" id="{8A98ADE2-B55A-43AF-BE16-C0649709F53C}"/>
              </a:ext>
            </a:extLst>
          </p:cNvPr>
          <p:cNvSpPr>
            <a:spLocks noGrp="1"/>
          </p:cNvSpPr>
          <p:nvPr/>
        </p:nvSpPr>
        <p:spPr>
          <a:xfrm>
            <a:off x="6324600" y="22669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70AD47"/>
                </a:solidFill>
                <a:latin typeface="Yu Gothic UI"/>
                <a:ea typeface="Yu Gothic UI"/>
                <a:cs typeface="Yu Gothic UI"/>
              </a:defRPr>
            </a:pPr>
            <a:r>
              <a:rPr sz="900" b="1">
                <a:solidFill>
                  <a:srgbClr val="70AD47"/>
                </a:solidFill>
                <a:latin typeface="Yu Gothic UI"/>
                <a:ea typeface="Yu Gothic UI"/>
                <a:cs typeface="Yu Gothic UI"/>
              </a:rPr>
              <a:t>利用者が設定</a:t>
            </a:r>
          </a:p>
        </p:txBody>
      </p:sp>
      <p:sp>
        <p:nvSpPr>
          <p:cNvPr id="14" name="正方形/長方形 13">
            <a:extLst>
              <a:ext uri="{FF2B5EF4-FFF2-40B4-BE49-F238E27FC236}">
                <a16:creationId xmlns:a16="http://schemas.microsoft.com/office/drawing/2014/main" id="{7EEB80C0-8B61-4CEF-9B4C-AED64B0B8692}"/>
              </a:ext>
            </a:extLst>
          </p:cNvPr>
          <p:cNvSpPr>
            <a:spLocks noGrp="1"/>
          </p:cNvSpPr>
          <p:nvPr/>
        </p:nvSpPr>
        <p:spPr>
          <a:xfrm>
            <a:off x="6324600" y="25146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仮想リソース</a:t>
            </a:r>
          </a:p>
        </p:txBody>
      </p:sp>
      <p:sp>
        <p:nvSpPr>
          <p:cNvPr id="15" name="正方形/長方形 14">
            <a:extLst>
              <a:ext uri="{FF2B5EF4-FFF2-40B4-BE49-F238E27FC236}">
                <a16:creationId xmlns:a16="http://schemas.microsoft.com/office/drawing/2014/main" id="{89E9456B-A5C7-4132-BDE8-00CA7F910D94}"/>
              </a:ext>
            </a:extLst>
          </p:cNvPr>
          <p:cNvSpPr>
            <a:spLocks noGrp="1"/>
          </p:cNvSpPr>
          <p:nvPr/>
        </p:nvSpPr>
        <p:spPr>
          <a:xfrm>
            <a:off x="6324600" y="29146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VM、OS、ミドルウェア、公開ポート、アプリケーションの構成。</a:t>
            </a:r>
          </a:p>
        </p:txBody>
      </p:sp>
      <p:sp>
        <p:nvSpPr>
          <p:cNvPr id="16" name="正方形/長方形 15">
            <a:extLst>
              <a:ext uri="{FF2B5EF4-FFF2-40B4-BE49-F238E27FC236}">
                <a16:creationId xmlns:a16="http://schemas.microsoft.com/office/drawing/2014/main" id="{E6599683-6C89-427C-A40E-3A24CF899CF6}"/>
              </a:ext>
            </a:extLst>
          </p:cNvPr>
          <p:cNvSpPr>
            <a:spLocks noGrp="1"/>
          </p:cNvSpPr>
          <p:nvPr/>
        </p:nvSpPr>
        <p:spPr>
          <a:xfrm>
            <a:off x="895350" y="37147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17" name="正方形/長方形 16">
            <a:extLst>
              <a:ext uri="{FF2B5EF4-FFF2-40B4-BE49-F238E27FC236}">
                <a16:creationId xmlns:a16="http://schemas.microsoft.com/office/drawing/2014/main" id="{52944795-6A78-4A0E-9804-552950E553E5}"/>
              </a:ext>
            </a:extLst>
          </p:cNvPr>
          <p:cNvSpPr>
            <a:spLocks noGrp="1"/>
          </p:cNvSpPr>
          <p:nvPr/>
        </p:nvSpPr>
        <p:spPr>
          <a:xfrm>
            <a:off x="895350" y="3714750"/>
            <a:ext cx="76200" cy="1295400"/>
          </a:xfrm>
          <a:prstGeom prst="rect">
            <a:avLst/>
          </a:prstGeom>
          <a:solidFill>
            <a:srgbClr val="ED7D31"/>
          </a:solidFill>
          <a:ln w="0">
            <a:solidFill>
              <a:srgbClr val="ED7D31"/>
            </a:solidFill>
            <a:prstDash val="solid"/>
          </a:ln>
        </p:spPr>
        <p:txBody>
          <a:bodyPr/>
          <a:lstStyle/>
          <a:p>
            <a:endParaRPr lang="ja-JP" altLang="en-US" sz="2400"/>
          </a:p>
        </p:txBody>
      </p:sp>
      <p:sp>
        <p:nvSpPr>
          <p:cNvPr id="18" name="正方形/長方形 17">
            <a:extLst>
              <a:ext uri="{FF2B5EF4-FFF2-40B4-BE49-F238E27FC236}">
                <a16:creationId xmlns:a16="http://schemas.microsoft.com/office/drawing/2014/main" id="{CC942FFD-2D7C-48FC-B41E-74E5083688BF}"/>
              </a:ext>
            </a:extLst>
          </p:cNvPr>
          <p:cNvSpPr>
            <a:spLocks noGrp="1"/>
          </p:cNvSpPr>
          <p:nvPr/>
        </p:nvSpPr>
        <p:spPr>
          <a:xfrm>
            <a:off x="1104900" y="38671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ED7D31"/>
                </a:solidFill>
                <a:latin typeface="Yu Gothic UI"/>
                <a:ea typeface="Yu Gothic UI"/>
                <a:cs typeface="Yu Gothic UI"/>
              </a:defRPr>
            </a:pPr>
            <a:r>
              <a:rPr sz="900" b="1">
                <a:solidFill>
                  <a:srgbClr val="ED7D31"/>
                </a:solidFill>
                <a:latin typeface="Yu Gothic UI"/>
                <a:ea typeface="Yu Gothic UI"/>
                <a:cs typeface="Yu Gothic UI"/>
              </a:rPr>
              <a:t>本回の中心</a:t>
            </a:r>
          </a:p>
        </p:txBody>
      </p:sp>
      <p:sp>
        <p:nvSpPr>
          <p:cNvPr id="19" name="正方形/長方形 18">
            <a:extLst>
              <a:ext uri="{FF2B5EF4-FFF2-40B4-BE49-F238E27FC236}">
                <a16:creationId xmlns:a16="http://schemas.microsoft.com/office/drawing/2014/main" id="{60431124-4B21-4E11-9716-75EA575865ED}"/>
              </a:ext>
            </a:extLst>
          </p:cNvPr>
          <p:cNvSpPr>
            <a:spLocks noGrp="1"/>
          </p:cNvSpPr>
          <p:nvPr/>
        </p:nvSpPr>
        <p:spPr>
          <a:xfrm>
            <a:off x="1104900" y="41148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VM と NGINX</a:t>
            </a:r>
          </a:p>
        </p:txBody>
      </p:sp>
      <p:sp>
        <p:nvSpPr>
          <p:cNvPr id="20" name="正方形/長方形 19">
            <a:extLst>
              <a:ext uri="{FF2B5EF4-FFF2-40B4-BE49-F238E27FC236}">
                <a16:creationId xmlns:a16="http://schemas.microsoft.com/office/drawing/2014/main" id="{8BFD8CA8-D924-4767-896A-7CDE121CFFB6}"/>
              </a:ext>
            </a:extLst>
          </p:cNvPr>
          <p:cNvSpPr>
            <a:spLocks noGrp="1"/>
          </p:cNvSpPr>
          <p:nvPr/>
        </p:nvSpPr>
        <p:spPr>
          <a:xfrm>
            <a:off x="1104900" y="45148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Linux VM を作り、起動時に NGINX を入れて Web サーバとして動かします。</a:t>
            </a:r>
          </a:p>
        </p:txBody>
      </p:sp>
      <p:sp>
        <p:nvSpPr>
          <p:cNvPr id="21" name="正方形/長方形 20">
            <a:extLst>
              <a:ext uri="{FF2B5EF4-FFF2-40B4-BE49-F238E27FC236}">
                <a16:creationId xmlns:a16="http://schemas.microsoft.com/office/drawing/2014/main" id="{BA18ADAD-3151-40AE-ACC3-9BC6D14EE2F7}"/>
              </a:ext>
            </a:extLst>
          </p:cNvPr>
          <p:cNvSpPr>
            <a:spLocks noGrp="1"/>
          </p:cNvSpPr>
          <p:nvPr/>
        </p:nvSpPr>
        <p:spPr>
          <a:xfrm>
            <a:off x="6115050" y="3714750"/>
            <a:ext cx="4953000" cy="1295400"/>
          </a:xfrm>
          <a:prstGeom prst="rect">
            <a:avLst/>
          </a:prstGeom>
          <a:solidFill>
            <a:srgbClr val="FFFFFF"/>
          </a:solidFill>
          <a:ln w="9525">
            <a:solidFill>
              <a:srgbClr val="D0D5DD"/>
            </a:solidFill>
            <a:prstDash val="solid"/>
          </a:ln>
        </p:spPr>
        <p:txBody>
          <a:bodyPr/>
          <a:lstStyle/>
          <a:p>
            <a:endParaRPr lang="ja-JP" altLang="en-US" sz="2400"/>
          </a:p>
        </p:txBody>
      </p:sp>
      <p:sp>
        <p:nvSpPr>
          <p:cNvPr id="22" name="正方形/長方形 21">
            <a:extLst>
              <a:ext uri="{FF2B5EF4-FFF2-40B4-BE49-F238E27FC236}">
                <a16:creationId xmlns:a16="http://schemas.microsoft.com/office/drawing/2014/main" id="{29B9CF1C-7367-4CA7-A366-10B3D0FCA818}"/>
              </a:ext>
            </a:extLst>
          </p:cNvPr>
          <p:cNvSpPr>
            <a:spLocks noGrp="1"/>
          </p:cNvSpPr>
          <p:nvPr/>
        </p:nvSpPr>
        <p:spPr>
          <a:xfrm>
            <a:off x="6115050" y="3714750"/>
            <a:ext cx="76200" cy="1295400"/>
          </a:xfrm>
          <a:prstGeom prst="rect">
            <a:avLst/>
          </a:prstGeom>
          <a:solidFill>
            <a:srgbClr val="4472C4"/>
          </a:solidFill>
          <a:ln w="0">
            <a:solidFill>
              <a:srgbClr val="4472C4"/>
            </a:solidFill>
            <a:prstDash val="solid"/>
          </a:ln>
        </p:spPr>
        <p:txBody>
          <a:bodyPr/>
          <a:lstStyle/>
          <a:p>
            <a:endParaRPr lang="ja-JP" altLang="en-US" sz="2400"/>
          </a:p>
        </p:txBody>
      </p:sp>
      <p:sp>
        <p:nvSpPr>
          <p:cNvPr id="23" name="正方形/長方形 22">
            <a:extLst>
              <a:ext uri="{FF2B5EF4-FFF2-40B4-BE49-F238E27FC236}">
                <a16:creationId xmlns:a16="http://schemas.microsoft.com/office/drawing/2014/main" id="{FD859892-89D2-4BD7-9985-1C6DA93198C4}"/>
              </a:ext>
            </a:extLst>
          </p:cNvPr>
          <p:cNvSpPr>
            <a:spLocks noGrp="1"/>
          </p:cNvSpPr>
          <p:nvPr/>
        </p:nvSpPr>
        <p:spPr>
          <a:xfrm>
            <a:off x="6324600" y="3867150"/>
            <a:ext cx="455295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4472C4"/>
                </a:solidFill>
                <a:latin typeface="Yu Gothic UI"/>
                <a:ea typeface="Yu Gothic UI"/>
                <a:cs typeface="Yu Gothic UI"/>
              </a:defRPr>
            </a:pPr>
            <a:r>
              <a:rPr sz="900" b="1">
                <a:solidFill>
                  <a:srgbClr val="4472C4"/>
                </a:solidFill>
                <a:latin typeface="Yu Gothic UI"/>
                <a:ea typeface="Yu Gothic UI"/>
                <a:cs typeface="Yu Gothic UI"/>
              </a:rPr>
              <a:t>本番では追加</a:t>
            </a:r>
          </a:p>
        </p:txBody>
      </p:sp>
      <p:sp>
        <p:nvSpPr>
          <p:cNvPr id="24" name="正方形/長方形 23">
            <a:extLst>
              <a:ext uri="{FF2B5EF4-FFF2-40B4-BE49-F238E27FC236}">
                <a16:creationId xmlns:a16="http://schemas.microsoft.com/office/drawing/2014/main" id="{02BFF035-0AB7-4725-B0B9-5D146297DBEB}"/>
              </a:ext>
            </a:extLst>
          </p:cNvPr>
          <p:cNvSpPr>
            <a:spLocks noGrp="1"/>
          </p:cNvSpPr>
          <p:nvPr/>
        </p:nvSpPr>
        <p:spPr>
          <a:xfrm>
            <a:off x="6324600" y="4114800"/>
            <a:ext cx="45529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運用設計</a:t>
            </a:r>
          </a:p>
        </p:txBody>
      </p:sp>
      <p:sp>
        <p:nvSpPr>
          <p:cNvPr id="25" name="正方形/長方形 24">
            <a:extLst>
              <a:ext uri="{FF2B5EF4-FFF2-40B4-BE49-F238E27FC236}">
                <a16:creationId xmlns:a16="http://schemas.microsoft.com/office/drawing/2014/main" id="{0E85E0D7-2E0C-4361-A405-8CF53F417567}"/>
              </a:ext>
            </a:extLst>
          </p:cNvPr>
          <p:cNvSpPr>
            <a:spLocks noGrp="1"/>
          </p:cNvSpPr>
          <p:nvPr/>
        </p:nvSpPr>
        <p:spPr>
          <a:xfrm>
            <a:off x="6324600" y="4514850"/>
            <a:ext cx="455295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パッチ、監視、バックアップ、冗長化、HTTPS などを別途検討します。</a:t>
            </a:r>
          </a:p>
        </p:txBody>
      </p:sp>
    </p:spTree>
    <p:extLst>
      <p:ext uri="{BB962C8B-B14F-4D97-AF65-F5344CB8AC3E}">
        <p14:creationId xmlns:p14="http://schemas.microsoft.com/office/powerpoint/2010/main" val="11860771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A56B3-C49B-48C8-1EC5-604A380D5B30}"/>
            </a:ext>
          </a:extLst>
        </p:cNvPr>
        <p:cNvGrpSpPr/>
        <p:nvPr/>
      </p:nvGrpSpPr>
      <p:grpSpPr>
        <a:xfrm>
          <a:off x="0" y="0"/>
          <a:ext cx="0" cy="0"/>
          <a:chOff x="0" y="0"/>
          <a:chExt cx="0" cy="0"/>
        </a:xfrm>
      </p:grpSpPr>
      <p:sp>
        <p:nvSpPr>
          <p:cNvPr id="71" name="正方形/長方形 70">
            <a:extLst>
              <a:ext uri="{FF2B5EF4-FFF2-40B4-BE49-F238E27FC236}">
                <a16:creationId xmlns:a16="http://schemas.microsoft.com/office/drawing/2014/main" id="{E5D62954-5FB2-DBAD-2FBA-4DAFBF7074D0}"/>
              </a:ext>
            </a:extLst>
          </p:cNvPr>
          <p:cNvSpPr/>
          <p:nvPr/>
        </p:nvSpPr>
        <p:spPr>
          <a:xfrm>
            <a:off x="3229102" y="1795583"/>
            <a:ext cx="2906356" cy="4497062"/>
          </a:xfrm>
          <a:prstGeom prst="rect">
            <a:avLst/>
          </a:prstGeom>
          <a:noFill/>
          <a:ln w="222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正方形/長方形 26">
            <a:extLst>
              <a:ext uri="{FF2B5EF4-FFF2-40B4-BE49-F238E27FC236}">
                <a16:creationId xmlns:a16="http://schemas.microsoft.com/office/drawing/2014/main" id="{21B23716-0A31-CD26-BD0E-A0B89DB3BE76}"/>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sz="2100" b="1" dirty="0" err="1">
                <a:solidFill>
                  <a:srgbClr val="1F2937"/>
                </a:solidFill>
                <a:latin typeface="Meiryo UI"/>
                <a:ea typeface="Meiryo UI"/>
                <a:cs typeface="Meiryo UI"/>
              </a:rPr>
              <a:t>クラウドの責任共有モデルに置き換えると</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794CC4A7-D406-D213-87C9-68C04B09B66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62ED0252-7224-0B3E-2ED5-F2CB0FEFBCF6}"/>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D1A34CAE-E233-D27F-21BA-9D5D2C279EA6}"/>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IaaS では、クラウド上に仮想的なサーバ、ネットワーク、ストレージを用意し、OS やミドルウェアの設定は利用者が管理します。</a:t>
            </a:r>
          </a:p>
        </p:txBody>
      </p:sp>
      <p:sp>
        <p:nvSpPr>
          <p:cNvPr id="28" name="Rounded Rectangle 15">
            <a:extLst>
              <a:ext uri="{FF2B5EF4-FFF2-40B4-BE49-F238E27FC236}">
                <a16:creationId xmlns:a16="http://schemas.microsoft.com/office/drawing/2014/main" id="{8F8DB8A3-BBE2-C53D-BC6E-C2C355123F86}"/>
              </a:ext>
            </a:extLst>
          </p:cNvPr>
          <p:cNvSpPr/>
          <p:nvPr/>
        </p:nvSpPr>
        <p:spPr bwMode="auto">
          <a:xfrm>
            <a:off x="4136577" y="4072386"/>
            <a:ext cx="1692132" cy="1673339"/>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29" name="Rectangle 5">
            <a:extLst>
              <a:ext uri="{FF2B5EF4-FFF2-40B4-BE49-F238E27FC236}">
                <a16:creationId xmlns:a16="http://schemas.microsoft.com/office/drawing/2014/main" id="{5FEBD0CF-1574-089D-6D9B-857639B17401}"/>
              </a:ext>
            </a:extLst>
          </p:cNvPr>
          <p:cNvSpPr/>
          <p:nvPr/>
        </p:nvSpPr>
        <p:spPr>
          <a:xfrm>
            <a:off x="1457432" y="1978898"/>
            <a:ext cx="1692131" cy="35323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1" indent="0" algn="ctr" defTabSz="1462285" rtl="0" eaLnBrk="1" fontAlgn="base" latinLnBrk="0" hangingPunct="1">
              <a:lnSpc>
                <a:spcPct val="100000"/>
              </a:lnSpc>
              <a:spcBef>
                <a:spcPts val="0"/>
              </a:spcBef>
              <a:spcAft>
                <a:spcPct val="0"/>
              </a:spcAft>
              <a:buClrTx/>
              <a:buSzTx/>
              <a:buFontTx/>
              <a:buNone/>
              <a:tabLst/>
              <a:defRPr/>
            </a:pPr>
            <a:r>
              <a:rPr kumimoji="0" lang="ja-JP" alt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オンプレミス</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30" name="Rectangle 6">
            <a:extLst>
              <a:ext uri="{FF2B5EF4-FFF2-40B4-BE49-F238E27FC236}">
                <a16:creationId xmlns:a16="http://schemas.microsoft.com/office/drawing/2014/main" id="{E01657DD-4AC4-A634-0EC8-1AB13D74134A}"/>
              </a:ext>
            </a:extLst>
          </p:cNvPr>
          <p:cNvSpPr/>
          <p:nvPr/>
        </p:nvSpPr>
        <p:spPr>
          <a:xfrm>
            <a:off x="1457430" y="5115464"/>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ストレージ</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1" name="Rectangle 7">
            <a:extLst>
              <a:ext uri="{FF2B5EF4-FFF2-40B4-BE49-F238E27FC236}">
                <a16:creationId xmlns:a16="http://schemas.microsoft.com/office/drawing/2014/main" id="{733B42EA-D648-601C-6443-A573AA74853C}"/>
              </a:ext>
            </a:extLst>
          </p:cNvPr>
          <p:cNvSpPr/>
          <p:nvPr/>
        </p:nvSpPr>
        <p:spPr>
          <a:xfrm>
            <a:off x="1457429" y="4756299"/>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サーバー</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2" name="Rectangle 8">
            <a:extLst>
              <a:ext uri="{FF2B5EF4-FFF2-40B4-BE49-F238E27FC236}">
                <a16:creationId xmlns:a16="http://schemas.microsoft.com/office/drawing/2014/main" id="{C941AB0F-5D9E-6EDA-2C29-9A83343C7B62}"/>
              </a:ext>
            </a:extLst>
          </p:cNvPr>
          <p:cNvSpPr/>
          <p:nvPr/>
        </p:nvSpPr>
        <p:spPr>
          <a:xfrm>
            <a:off x="1457429" y="5493725"/>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ネットワーク</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3" name="Rectangle 9">
            <a:extLst>
              <a:ext uri="{FF2B5EF4-FFF2-40B4-BE49-F238E27FC236}">
                <a16:creationId xmlns:a16="http://schemas.microsoft.com/office/drawing/2014/main" id="{912C1FE7-D754-4EDD-962A-F52A01551A66}"/>
              </a:ext>
            </a:extLst>
          </p:cNvPr>
          <p:cNvSpPr/>
          <p:nvPr/>
        </p:nvSpPr>
        <p:spPr>
          <a:xfrm>
            <a:off x="1457432" y="370042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p>
        </p:txBody>
      </p:sp>
      <p:sp>
        <p:nvSpPr>
          <p:cNvPr id="34" name="Rectangle 10">
            <a:extLst>
              <a:ext uri="{FF2B5EF4-FFF2-40B4-BE49-F238E27FC236}">
                <a16:creationId xmlns:a16="http://schemas.microsoft.com/office/drawing/2014/main" id="{14B14605-586F-056C-6576-5719E4182FBD}"/>
              </a:ext>
            </a:extLst>
          </p:cNvPr>
          <p:cNvSpPr/>
          <p:nvPr/>
        </p:nvSpPr>
        <p:spPr>
          <a:xfrm>
            <a:off x="1457432" y="3356169"/>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5" name="Rectangle 11">
            <a:extLst>
              <a:ext uri="{FF2B5EF4-FFF2-40B4-BE49-F238E27FC236}">
                <a16:creationId xmlns:a16="http://schemas.microsoft.com/office/drawing/2014/main" id="{CC85A4A1-5745-10D1-BD65-09AA692DDB11}"/>
              </a:ext>
            </a:extLst>
          </p:cNvPr>
          <p:cNvSpPr/>
          <p:nvPr/>
        </p:nvSpPr>
        <p:spPr>
          <a:xfrm>
            <a:off x="1457432" y="405185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仮想化</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6" name="Rectangle 12">
            <a:extLst>
              <a:ext uri="{FF2B5EF4-FFF2-40B4-BE49-F238E27FC236}">
                <a16:creationId xmlns:a16="http://schemas.microsoft.com/office/drawing/2014/main" id="{56E42A3E-19C0-0CE1-435D-0174E9DA0B2C}"/>
              </a:ext>
            </a:extLst>
          </p:cNvPr>
          <p:cNvSpPr/>
          <p:nvPr/>
        </p:nvSpPr>
        <p:spPr>
          <a:xfrm>
            <a:off x="1457432" y="270074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7" name="Rectangle 13">
            <a:extLst>
              <a:ext uri="{FF2B5EF4-FFF2-40B4-BE49-F238E27FC236}">
                <a16:creationId xmlns:a16="http://schemas.microsoft.com/office/drawing/2014/main" id="{142C694B-3873-F5C2-C956-DF6D38245D7D}"/>
              </a:ext>
            </a:extLst>
          </p:cNvPr>
          <p:cNvSpPr/>
          <p:nvPr/>
        </p:nvSpPr>
        <p:spPr>
          <a:xfrm>
            <a:off x="1457433" y="2385666"/>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8" name="Rectangle 14">
            <a:extLst>
              <a:ext uri="{FF2B5EF4-FFF2-40B4-BE49-F238E27FC236}">
                <a16:creationId xmlns:a16="http://schemas.microsoft.com/office/drawing/2014/main" id="{95B6FE20-11C4-1C5C-CB3D-DEC1BE77B56A}"/>
              </a:ext>
            </a:extLst>
          </p:cNvPr>
          <p:cNvSpPr/>
          <p:nvPr/>
        </p:nvSpPr>
        <p:spPr>
          <a:xfrm>
            <a:off x="1457432" y="3024690"/>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9" name="Rectangle 7">
            <a:extLst>
              <a:ext uri="{FF2B5EF4-FFF2-40B4-BE49-F238E27FC236}">
                <a16:creationId xmlns:a16="http://schemas.microsoft.com/office/drawing/2014/main" id="{413CB20D-0DA4-C292-E5DA-C8C26AED61FF}"/>
              </a:ext>
            </a:extLst>
          </p:cNvPr>
          <p:cNvSpPr/>
          <p:nvPr/>
        </p:nvSpPr>
        <p:spPr>
          <a:xfrm>
            <a:off x="1457431" y="4401531"/>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ホスト </a:t>
            </a:r>
            <a:r>
              <a:rPr kumimoji="0" lang="en-US" altLang="ja-JP"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0" name="Rectangle 18">
            <a:extLst>
              <a:ext uri="{FF2B5EF4-FFF2-40B4-BE49-F238E27FC236}">
                <a16:creationId xmlns:a16="http://schemas.microsoft.com/office/drawing/2014/main" id="{711A2ADB-6C55-574F-3DB1-D14045772FAE}"/>
              </a:ext>
            </a:extLst>
          </p:cNvPr>
          <p:cNvSpPr/>
          <p:nvPr/>
        </p:nvSpPr>
        <p:spPr>
          <a:xfrm>
            <a:off x="4118234" y="1978898"/>
            <a:ext cx="1701354" cy="31428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IaaS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41" name="Left Brace 30">
            <a:extLst>
              <a:ext uri="{FF2B5EF4-FFF2-40B4-BE49-F238E27FC236}">
                <a16:creationId xmlns:a16="http://schemas.microsoft.com/office/drawing/2014/main" id="{4AF9A03C-8C30-C285-976F-FBBBF8A6BCE7}"/>
              </a:ext>
            </a:extLst>
          </p:cNvPr>
          <p:cNvSpPr/>
          <p:nvPr/>
        </p:nvSpPr>
        <p:spPr>
          <a:xfrm>
            <a:off x="1018717" y="2385666"/>
            <a:ext cx="282274" cy="3360059"/>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42" name="Rectangle 33">
            <a:extLst>
              <a:ext uri="{FF2B5EF4-FFF2-40B4-BE49-F238E27FC236}">
                <a16:creationId xmlns:a16="http://schemas.microsoft.com/office/drawing/2014/main" id="{97907564-3C03-2B48-654A-3C54D6F30D0F}"/>
              </a:ext>
            </a:extLst>
          </p:cNvPr>
          <p:cNvSpPr/>
          <p:nvPr/>
        </p:nvSpPr>
        <p:spPr>
          <a:xfrm>
            <a:off x="9442458" y="1978110"/>
            <a:ext cx="1692131" cy="315077"/>
          </a:xfrm>
          <a:prstGeom prst="rect">
            <a:avLst/>
          </a:prstGeom>
          <a:noFill/>
          <a:ln w="9525" cap="flat" cmpd="sng" algn="ctr">
            <a:noFill/>
            <a:prstDash val="solid"/>
          </a:ln>
          <a:effectLst/>
        </p:spPr>
        <p:txBody>
          <a:bodyPr t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1" indent="0" algn="ctr" defTabSz="1462285" rtl="0" eaLnBrk="1" fontAlgn="base" latinLnBrk="0" hangingPunct="1">
              <a:lnSpc>
                <a:spcPct val="100000"/>
              </a:lnSpc>
              <a:spcBef>
                <a:spcPts val="0"/>
              </a:spcBef>
              <a:spcAft>
                <a:spcPct val="0"/>
              </a:spcAft>
              <a:buClrTx/>
              <a:buSzTx/>
              <a:buFontTx/>
              <a:buNone/>
              <a:tabLst/>
              <a:defRPr/>
            </a:pPr>
            <a:r>
              <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PaaS/</a:t>
            </a:r>
            <a:r>
              <a:rPr kumimoji="0" lang="en-US" sz="1800" b="0" i="0" u="none" strike="noStrike" kern="1200" cap="none" spc="0" normalizeH="0" baseline="0" noProof="0" dirty="0" err="1">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FaaS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43" name="Rectangle 44">
            <a:extLst>
              <a:ext uri="{FF2B5EF4-FFF2-40B4-BE49-F238E27FC236}">
                <a16:creationId xmlns:a16="http://schemas.microsoft.com/office/drawing/2014/main" id="{ED7FDD9D-49DF-F719-2865-AFCE4A4E6186}"/>
              </a:ext>
            </a:extLst>
          </p:cNvPr>
          <p:cNvSpPr/>
          <p:nvPr/>
        </p:nvSpPr>
        <p:spPr>
          <a:xfrm>
            <a:off x="9442460" y="2340776"/>
            <a:ext cx="1692131" cy="252000"/>
          </a:xfrm>
          <a:prstGeom prst="rect">
            <a:avLst/>
          </a:prstGeom>
          <a:solidFill>
            <a:srgbClr val="EB3C00">
              <a:lumMod val="40000"/>
              <a:lumOff val="60000"/>
            </a:srgbClr>
          </a:solidFill>
          <a:ln w="9525" cap="flat" cmpd="sng" algn="ctr">
            <a:solidFill>
              <a:srgbClr val="EB3C00">
                <a:lumMod val="75000"/>
              </a:srgb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4" name="Rectangle 46">
            <a:extLst>
              <a:ext uri="{FF2B5EF4-FFF2-40B4-BE49-F238E27FC236}">
                <a16:creationId xmlns:a16="http://schemas.microsoft.com/office/drawing/2014/main" id="{314ACFAD-23F9-EC9A-F485-6699E93982A7}"/>
              </a:ext>
            </a:extLst>
          </p:cNvPr>
          <p:cNvSpPr/>
          <p:nvPr/>
        </p:nvSpPr>
        <p:spPr>
          <a:xfrm>
            <a:off x="9440478" y="2695421"/>
            <a:ext cx="1692131" cy="252000"/>
          </a:xfrm>
          <a:prstGeom prst="rect">
            <a:avLst/>
          </a:prstGeom>
          <a:solidFill>
            <a:srgbClr val="EB3C00">
              <a:lumMod val="40000"/>
              <a:lumOff val="60000"/>
            </a:srgbClr>
          </a:solidFill>
          <a:ln w="9525" cap="flat" cmpd="sng" algn="ctr">
            <a:solidFill>
              <a:srgbClr val="EB3C00">
                <a:lumMod val="75000"/>
              </a:srgb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5" name="Left Brace 30">
            <a:extLst>
              <a:ext uri="{FF2B5EF4-FFF2-40B4-BE49-F238E27FC236}">
                <a16:creationId xmlns:a16="http://schemas.microsoft.com/office/drawing/2014/main" id="{22C14C60-786A-F7B9-BB31-4D25B7690AFF}"/>
              </a:ext>
            </a:extLst>
          </p:cNvPr>
          <p:cNvSpPr/>
          <p:nvPr/>
        </p:nvSpPr>
        <p:spPr>
          <a:xfrm>
            <a:off x="3773976" y="2385666"/>
            <a:ext cx="282274" cy="1566757"/>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46" name="Left Brace 30">
            <a:extLst>
              <a:ext uri="{FF2B5EF4-FFF2-40B4-BE49-F238E27FC236}">
                <a16:creationId xmlns:a16="http://schemas.microsoft.com/office/drawing/2014/main" id="{38AEBC7A-DD41-9BD8-33EA-BF96327F4D32}"/>
              </a:ext>
            </a:extLst>
          </p:cNvPr>
          <p:cNvSpPr/>
          <p:nvPr/>
        </p:nvSpPr>
        <p:spPr>
          <a:xfrm>
            <a:off x="9090406" y="2354220"/>
            <a:ext cx="282275" cy="635273"/>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47" name="Rounded Rectangle 15">
            <a:extLst>
              <a:ext uri="{FF2B5EF4-FFF2-40B4-BE49-F238E27FC236}">
                <a16:creationId xmlns:a16="http://schemas.microsoft.com/office/drawing/2014/main" id="{52191EFE-A923-C1E9-BB1D-EC520CC36020}"/>
              </a:ext>
            </a:extLst>
          </p:cNvPr>
          <p:cNvSpPr/>
          <p:nvPr/>
        </p:nvSpPr>
        <p:spPr bwMode="auto">
          <a:xfrm>
            <a:off x="9442459" y="3020971"/>
            <a:ext cx="1692131" cy="2721879"/>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48" name="Rectangle 9">
            <a:extLst>
              <a:ext uri="{FF2B5EF4-FFF2-40B4-BE49-F238E27FC236}">
                <a16:creationId xmlns:a16="http://schemas.microsoft.com/office/drawing/2014/main" id="{CAF04A69-4934-B7C7-0738-E791A5264BF6}"/>
              </a:ext>
            </a:extLst>
          </p:cNvPr>
          <p:cNvSpPr/>
          <p:nvPr/>
        </p:nvSpPr>
        <p:spPr>
          <a:xfrm>
            <a:off x="4127457" y="3700423"/>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p>
        </p:txBody>
      </p:sp>
      <p:sp>
        <p:nvSpPr>
          <p:cNvPr id="49" name="Rectangle 10">
            <a:extLst>
              <a:ext uri="{FF2B5EF4-FFF2-40B4-BE49-F238E27FC236}">
                <a16:creationId xmlns:a16="http://schemas.microsoft.com/office/drawing/2014/main" id="{32E22DEC-5CFC-8B33-1466-83977356FCB9}"/>
              </a:ext>
            </a:extLst>
          </p:cNvPr>
          <p:cNvSpPr/>
          <p:nvPr/>
        </p:nvSpPr>
        <p:spPr>
          <a:xfrm>
            <a:off x="4127457" y="3356169"/>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0" name="Rectangle 12">
            <a:extLst>
              <a:ext uri="{FF2B5EF4-FFF2-40B4-BE49-F238E27FC236}">
                <a16:creationId xmlns:a16="http://schemas.microsoft.com/office/drawing/2014/main" id="{E32952FE-1EA8-2E65-6E7A-B98CAA3905F1}"/>
              </a:ext>
            </a:extLst>
          </p:cNvPr>
          <p:cNvSpPr/>
          <p:nvPr/>
        </p:nvSpPr>
        <p:spPr>
          <a:xfrm>
            <a:off x="4127457" y="2700743"/>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1" name="Rectangle 13">
            <a:extLst>
              <a:ext uri="{FF2B5EF4-FFF2-40B4-BE49-F238E27FC236}">
                <a16:creationId xmlns:a16="http://schemas.microsoft.com/office/drawing/2014/main" id="{DEC66603-DF07-9713-AE67-12EB7B9880D2}"/>
              </a:ext>
            </a:extLst>
          </p:cNvPr>
          <p:cNvSpPr/>
          <p:nvPr/>
        </p:nvSpPr>
        <p:spPr>
          <a:xfrm>
            <a:off x="4118234" y="2377640"/>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2" name="Rectangle 14">
            <a:extLst>
              <a:ext uri="{FF2B5EF4-FFF2-40B4-BE49-F238E27FC236}">
                <a16:creationId xmlns:a16="http://schemas.microsoft.com/office/drawing/2014/main" id="{BAE82CD6-88B0-AAEE-5EC4-B34980CBF75E}"/>
              </a:ext>
            </a:extLst>
          </p:cNvPr>
          <p:cNvSpPr/>
          <p:nvPr/>
        </p:nvSpPr>
        <p:spPr>
          <a:xfrm>
            <a:off x="4127457" y="3023846"/>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3" name="テキスト ボックス 76">
            <a:extLst>
              <a:ext uri="{FF2B5EF4-FFF2-40B4-BE49-F238E27FC236}">
                <a16:creationId xmlns:a16="http://schemas.microsoft.com/office/drawing/2014/main" id="{3975B1EB-F4BF-5608-92DB-F34CE0EC731E}"/>
              </a:ext>
            </a:extLst>
          </p:cNvPr>
          <p:cNvSpPr txBox="1"/>
          <p:nvPr/>
        </p:nvSpPr>
        <p:spPr>
          <a:xfrm>
            <a:off x="4308443" y="4653531"/>
            <a:ext cx="1348400"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4" name="テキスト ボックス 77">
            <a:extLst>
              <a:ext uri="{FF2B5EF4-FFF2-40B4-BE49-F238E27FC236}">
                <a16:creationId xmlns:a16="http://schemas.microsoft.com/office/drawing/2014/main" id="{3894EA6D-38BA-665E-CCCA-759470ED5D2D}"/>
              </a:ext>
            </a:extLst>
          </p:cNvPr>
          <p:cNvSpPr txBox="1"/>
          <p:nvPr/>
        </p:nvSpPr>
        <p:spPr>
          <a:xfrm>
            <a:off x="9564040" y="4619158"/>
            <a:ext cx="144500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5" name="Rounded Rectangle 15">
            <a:extLst>
              <a:ext uri="{FF2B5EF4-FFF2-40B4-BE49-F238E27FC236}">
                <a16:creationId xmlns:a16="http://schemas.microsoft.com/office/drawing/2014/main" id="{8F222AEF-7E68-F1E4-0B30-B6D804ADF86F}"/>
              </a:ext>
            </a:extLst>
          </p:cNvPr>
          <p:cNvSpPr/>
          <p:nvPr/>
        </p:nvSpPr>
        <p:spPr bwMode="auto">
          <a:xfrm>
            <a:off x="6761552" y="3699636"/>
            <a:ext cx="1692132" cy="2045302"/>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56" name="Rectangle 18">
            <a:extLst>
              <a:ext uri="{FF2B5EF4-FFF2-40B4-BE49-F238E27FC236}">
                <a16:creationId xmlns:a16="http://schemas.microsoft.com/office/drawing/2014/main" id="{1DADDE5F-4685-A717-FF4B-E70BC94A8FDD}"/>
              </a:ext>
            </a:extLst>
          </p:cNvPr>
          <p:cNvSpPr/>
          <p:nvPr/>
        </p:nvSpPr>
        <p:spPr>
          <a:xfrm>
            <a:off x="6743209" y="1978110"/>
            <a:ext cx="1701354" cy="31428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CaaS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57" name="Left Brace 30">
            <a:extLst>
              <a:ext uri="{FF2B5EF4-FFF2-40B4-BE49-F238E27FC236}">
                <a16:creationId xmlns:a16="http://schemas.microsoft.com/office/drawing/2014/main" id="{0AFC4926-34F4-BD50-4E04-BE48E4BE27D0}"/>
              </a:ext>
            </a:extLst>
          </p:cNvPr>
          <p:cNvSpPr/>
          <p:nvPr/>
        </p:nvSpPr>
        <p:spPr>
          <a:xfrm>
            <a:off x="6398954" y="2383123"/>
            <a:ext cx="282274" cy="1224257"/>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58" name="Rectangle 9">
            <a:extLst>
              <a:ext uri="{FF2B5EF4-FFF2-40B4-BE49-F238E27FC236}">
                <a16:creationId xmlns:a16="http://schemas.microsoft.com/office/drawing/2014/main" id="{D9880477-B6AA-583A-792E-07C3D331D08B}"/>
              </a:ext>
            </a:extLst>
          </p:cNvPr>
          <p:cNvSpPr/>
          <p:nvPr/>
        </p:nvSpPr>
        <p:spPr>
          <a:xfrm>
            <a:off x="6860620" y="3785716"/>
            <a:ext cx="1516725" cy="252000"/>
          </a:xfrm>
          <a:prstGeom prst="rect">
            <a:avLst/>
          </a:prstGeom>
          <a:solidFill>
            <a:schemeClr val="bg2"/>
          </a:solidFill>
          <a:ln w="9525" cap="flat" cmpd="sng" algn="ctr">
            <a:solidFill>
              <a:schemeClr val="tx1">
                <a:lumMod val="50000"/>
                <a:lumOff val="50000"/>
              </a:scheme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9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r>
              <a:rPr kumimoji="0" lang="en-US" sz="900" b="0" i="0" u="none" strike="noStrike" kern="0" cap="none" spc="0" normalizeH="0" baseline="0" noProof="0" dirty="0" err="1">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コンテナエンジン</a:t>
            </a:r>
            <a:endParaRPr kumimoji="0" lang="en-US" sz="9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59" name="Rectangle 10">
            <a:extLst>
              <a:ext uri="{FF2B5EF4-FFF2-40B4-BE49-F238E27FC236}">
                <a16:creationId xmlns:a16="http://schemas.microsoft.com/office/drawing/2014/main" id="{0F886C89-E89A-4A6A-73EC-CA9D932F913E}"/>
              </a:ext>
            </a:extLst>
          </p:cNvPr>
          <p:cNvSpPr/>
          <p:nvPr/>
        </p:nvSpPr>
        <p:spPr>
          <a:xfrm>
            <a:off x="6752432" y="3355381"/>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60" name="Rectangle 12">
            <a:extLst>
              <a:ext uri="{FF2B5EF4-FFF2-40B4-BE49-F238E27FC236}">
                <a16:creationId xmlns:a16="http://schemas.microsoft.com/office/drawing/2014/main" id="{6A431F55-2028-3F74-7087-30AB2407736D}"/>
              </a:ext>
            </a:extLst>
          </p:cNvPr>
          <p:cNvSpPr/>
          <p:nvPr/>
        </p:nvSpPr>
        <p:spPr>
          <a:xfrm>
            <a:off x="6752432" y="2699955"/>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61" name="Rectangle 13">
            <a:extLst>
              <a:ext uri="{FF2B5EF4-FFF2-40B4-BE49-F238E27FC236}">
                <a16:creationId xmlns:a16="http://schemas.microsoft.com/office/drawing/2014/main" id="{CBA96001-250E-539C-13DC-934616DED207}"/>
              </a:ext>
            </a:extLst>
          </p:cNvPr>
          <p:cNvSpPr/>
          <p:nvPr/>
        </p:nvSpPr>
        <p:spPr>
          <a:xfrm>
            <a:off x="6743209" y="2376852"/>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62" name="Rectangle 14">
            <a:extLst>
              <a:ext uri="{FF2B5EF4-FFF2-40B4-BE49-F238E27FC236}">
                <a16:creationId xmlns:a16="http://schemas.microsoft.com/office/drawing/2014/main" id="{11BFF517-74A6-5B7F-F5F0-5233ABB5B78F}"/>
              </a:ext>
            </a:extLst>
          </p:cNvPr>
          <p:cNvSpPr/>
          <p:nvPr/>
        </p:nvSpPr>
        <p:spPr>
          <a:xfrm>
            <a:off x="6752432" y="3023058"/>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63" name="テキスト ボックス 88">
            <a:extLst>
              <a:ext uri="{FF2B5EF4-FFF2-40B4-BE49-F238E27FC236}">
                <a16:creationId xmlns:a16="http://schemas.microsoft.com/office/drawing/2014/main" id="{CAC90BAF-3ED0-ECC7-9DC3-05E94FA4D95F}"/>
              </a:ext>
            </a:extLst>
          </p:cNvPr>
          <p:cNvSpPr txBox="1"/>
          <p:nvPr/>
        </p:nvSpPr>
        <p:spPr>
          <a:xfrm>
            <a:off x="6870150" y="4638967"/>
            <a:ext cx="1456693"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64" name="テキスト ボックス 76">
            <a:extLst>
              <a:ext uri="{FF2B5EF4-FFF2-40B4-BE49-F238E27FC236}">
                <a16:creationId xmlns:a16="http://schemas.microsoft.com/office/drawing/2014/main" id="{E3DE7669-B38A-870E-C3A4-4DF803BECC63}"/>
              </a:ext>
            </a:extLst>
          </p:cNvPr>
          <p:cNvSpPr txBox="1"/>
          <p:nvPr/>
        </p:nvSpPr>
        <p:spPr>
          <a:xfrm>
            <a:off x="179538" y="3785716"/>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65" name="テキスト ボックス 76">
            <a:extLst>
              <a:ext uri="{FF2B5EF4-FFF2-40B4-BE49-F238E27FC236}">
                <a16:creationId xmlns:a16="http://schemas.microsoft.com/office/drawing/2014/main" id="{D3CA436F-6AEF-18B9-CFCD-73F3B1B3067F}"/>
              </a:ext>
            </a:extLst>
          </p:cNvPr>
          <p:cNvSpPr txBox="1"/>
          <p:nvPr/>
        </p:nvSpPr>
        <p:spPr>
          <a:xfrm>
            <a:off x="3088443" y="2905780"/>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66" name="テキスト ボックス 76">
            <a:extLst>
              <a:ext uri="{FF2B5EF4-FFF2-40B4-BE49-F238E27FC236}">
                <a16:creationId xmlns:a16="http://schemas.microsoft.com/office/drawing/2014/main" id="{21816581-9498-D99F-0A27-7C3AE937D465}"/>
              </a:ext>
            </a:extLst>
          </p:cNvPr>
          <p:cNvSpPr txBox="1"/>
          <p:nvPr/>
        </p:nvSpPr>
        <p:spPr>
          <a:xfrm>
            <a:off x="5691843" y="2733331"/>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67" name="テキスト ボックス 76">
            <a:extLst>
              <a:ext uri="{FF2B5EF4-FFF2-40B4-BE49-F238E27FC236}">
                <a16:creationId xmlns:a16="http://schemas.microsoft.com/office/drawing/2014/main" id="{F2942F15-C209-30FD-0DBA-768EBF6D08C4}"/>
              </a:ext>
            </a:extLst>
          </p:cNvPr>
          <p:cNvSpPr txBox="1"/>
          <p:nvPr/>
        </p:nvSpPr>
        <p:spPr>
          <a:xfrm>
            <a:off x="8382908" y="2408633"/>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68" name="正方形/長方形 67">
            <a:extLst>
              <a:ext uri="{FF2B5EF4-FFF2-40B4-BE49-F238E27FC236}">
                <a16:creationId xmlns:a16="http://schemas.microsoft.com/office/drawing/2014/main" id="{EA26DDFD-426A-84F7-1FD4-C1574687636E}"/>
              </a:ext>
            </a:extLst>
          </p:cNvPr>
          <p:cNvSpPr/>
          <p:nvPr/>
        </p:nvSpPr>
        <p:spPr>
          <a:xfrm>
            <a:off x="3989776" y="2977561"/>
            <a:ext cx="1978405" cy="1032584"/>
          </a:xfrm>
          <a:prstGeom prst="rect">
            <a:avLst/>
          </a:prstGeom>
          <a:noFill/>
          <a:ln w="2222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吹き出し 68">
            <a:extLst>
              <a:ext uri="{FF2B5EF4-FFF2-40B4-BE49-F238E27FC236}">
                <a16:creationId xmlns:a16="http://schemas.microsoft.com/office/drawing/2014/main" id="{A61960C7-3206-7BC7-18AD-C2664D095573}"/>
              </a:ext>
            </a:extLst>
          </p:cNvPr>
          <p:cNvSpPr/>
          <p:nvPr/>
        </p:nvSpPr>
        <p:spPr>
          <a:xfrm>
            <a:off x="5750728" y="5831018"/>
            <a:ext cx="4376498" cy="829611"/>
          </a:xfrm>
          <a:prstGeom prst="wedgeRectCallout">
            <a:avLst>
              <a:gd name="adj1" fmla="val -46236"/>
              <a:gd name="adj2" fmla="val -259280"/>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70" name="テキスト ボックス 69">
            <a:extLst>
              <a:ext uri="{FF2B5EF4-FFF2-40B4-BE49-F238E27FC236}">
                <a16:creationId xmlns:a16="http://schemas.microsoft.com/office/drawing/2014/main" id="{D58DEB26-ABEB-23B4-7C5C-97366AAA7718}"/>
              </a:ext>
            </a:extLst>
          </p:cNvPr>
          <p:cNvSpPr txBox="1"/>
          <p:nvPr/>
        </p:nvSpPr>
        <p:spPr>
          <a:xfrm>
            <a:off x="5810365" y="5846586"/>
            <a:ext cx="4316861" cy="738664"/>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IaaS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PaaS/FaaS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に比べて、自由度が大きい一方、</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OS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やミドルウェアなどは自分で管理する必要がある。自由度と省力化のバランスをかんがえて採用するサービスを決定する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28152428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BA3FCEC4-1268-41BE-BFBF-72AA15F4F645}"/>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Azure VM の全体像</a:t>
            </a:r>
          </a:p>
        </p:txBody>
      </p:sp>
      <p:sp>
        <p:nvSpPr>
          <p:cNvPr id="2" name="正方形/長方形 1">
            <a:extLst>
              <a:ext uri="{FF2B5EF4-FFF2-40B4-BE49-F238E27FC236}">
                <a16:creationId xmlns:a16="http://schemas.microsoft.com/office/drawing/2014/main" id="{A55D60B8-B047-4381-9378-453059CFA94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75A5175-E41C-4266-ADDF-A69CA7F3D8C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1E714DF9-3B75-42CD-BC39-0A8CAB1F70CE}"/>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Azure VM は単体で浮かんでいるサーバではありません。ディスク、NIC、VNet、Public IP、NSG と組み合わさってはじめてアクセス可能な Web サーバになります。</a:t>
            </a:r>
          </a:p>
        </p:txBody>
      </p:sp>
      <p:sp>
        <p:nvSpPr>
          <p:cNvPr id="6" name="正方形/長方形 5">
            <a:extLst>
              <a:ext uri="{FF2B5EF4-FFF2-40B4-BE49-F238E27FC236}">
                <a16:creationId xmlns:a16="http://schemas.microsoft.com/office/drawing/2014/main" id="{EE41D420-6F19-4EEE-AA52-704D456892B1}"/>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10" name="角丸四角形 9">
            <a:extLst>
              <a:ext uri="{FF2B5EF4-FFF2-40B4-BE49-F238E27FC236}">
                <a16:creationId xmlns:a16="http://schemas.microsoft.com/office/drawing/2014/main" id="{B22EC655-6251-48C2-4FBB-8C0F4B10AC86}"/>
              </a:ext>
            </a:extLst>
          </p:cNvPr>
          <p:cNvSpPr/>
          <p:nvPr/>
        </p:nvSpPr>
        <p:spPr>
          <a:xfrm>
            <a:off x="2781298" y="3533121"/>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CC734329-52C3-D3E0-CCCF-5C2A0EFC2B37}"/>
              </a:ext>
            </a:extLst>
          </p:cNvPr>
          <p:cNvSpPr txBox="1"/>
          <p:nvPr/>
        </p:nvSpPr>
        <p:spPr>
          <a:xfrm>
            <a:off x="2841455" y="3626546"/>
            <a:ext cx="931729"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12" name="角丸四角形 11">
            <a:extLst>
              <a:ext uri="{FF2B5EF4-FFF2-40B4-BE49-F238E27FC236}">
                <a16:creationId xmlns:a16="http://schemas.microsoft.com/office/drawing/2014/main" id="{1086A695-879F-4061-DCBA-D2BFB92386EE}"/>
              </a:ext>
            </a:extLst>
          </p:cNvPr>
          <p:cNvSpPr/>
          <p:nvPr/>
        </p:nvSpPr>
        <p:spPr>
          <a:xfrm>
            <a:off x="5034114" y="2403987"/>
            <a:ext cx="2979175" cy="3101463"/>
          </a:xfrm>
          <a:prstGeom prst="roundRect">
            <a:avLst>
              <a:gd name="adj" fmla="val 8334"/>
            </a:avLst>
          </a:prstGeom>
          <a:noFill/>
          <a:ln w="158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角丸四角形 12">
            <a:extLst>
              <a:ext uri="{FF2B5EF4-FFF2-40B4-BE49-F238E27FC236}">
                <a16:creationId xmlns:a16="http://schemas.microsoft.com/office/drawing/2014/main" id="{776ACB3B-5829-A002-B4F7-F597FF3C268E}"/>
              </a:ext>
            </a:extLst>
          </p:cNvPr>
          <p:cNvSpPr/>
          <p:nvPr/>
        </p:nvSpPr>
        <p:spPr>
          <a:xfrm>
            <a:off x="5653548" y="2780226"/>
            <a:ext cx="2054942" cy="2062162"/>
          </a:xfrm>
          <a:prstGeom prst="roundRect">
            <a:avLst>
              <a:gd name="adj" fmla="val 8334"/>
            </a:avLst>
          </a:prstGeom>
          <a:noFill/>
          <a:ln w="158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グラフィックス 13">
            <a:extLst>
              <a:ext uri="{FF2B5EF4-FFF2-40B4-BE49-F238E27FC236}">
                <a16:creationId xmlns:a16="http://schemas.microsoft.com/office/drawing/2014/main" id="{5C09EECA-5E0A-8E9D-B908-55C962F8EFE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49637" y="3579925"/>
            <a:ext cx="462764" cy="462764"/>
          </a:xfrm>
          <a:prstGeom prst="rect">
            <a:avLst/>
          </a:prstGeom>
        </p:spPr>
      </p:pic>
      <p:pic>
        <p:nvPicPr>
          <p:cNvPr id="15" name="グラフィックス 14">
            <a:extLst>
              <a:ext uri="{FF2B5EF4-FFF2-40B4-BE49-F238E27FC236}">
                <a16:creationId xmlns:a16="http://schemas.microsoft.com/office/drawing/2014/main" id="{AE6404AF-D576-860E-A04D-721DB328CD3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38145" y="4485871"/>
            <a:ext cx="298415" cy="298415"/>
          </a:xfrm>
          <a:prstGeom prst="rect">
            <a:avLst/>
          </a:prstGeom>
        </p:spPr>
      </p:pic>
      <p:pic>
        <p:nvPicPr>
          <p:cNvPr id="16" name="グラフィックス 15">
            <a:extLst>
              <a:ext uri="{FF2B5EF4-FFF2-40B4-BE49-F238E27FC236}">
                <a16:creationId xmlns:a16="http://schemas.microsoft.com/office/drawing/2014/main" id="{4C3FCBCE-CF1F-D18D-FE6C-9D6297BC7E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68129" y="2662256"/>
            <a:ext cx="298415" cy="298415"/>
          </a:xfrm>
          <a:prstGeom prst="rect">
            <a:avLst/>
          </a:prstGeom>
        </p:spPr>
      </p:pic>
      <p:pic>
        <p:nvPicPr>
          <p:cNvPr id="17" name="グラフィックス 16">
            <a:extLst>
              <a:ext uri="{FF2B5EF4-FFF2-40B4-BE49-F238E27FC236}">
                <a16:creationId xmlns:a16="http://schemas.microsoft.com/office/drawing/2014/main" id="{86DCDC16-6F55-8D96-2BD9-A965682E82C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48765" y="3656865"/>
            <a:ext cx="308694" cy="308694"/>
          </a:xfrm>
          <a:prstGeom prst="rect">
            <a:avLst/>
          </a:prstGeom>
        </p:spPr>
      </p:pic>
      <p:pic>
        <p:nvPicPr>
          <p:cNvPr id="18" name="グラフィックス 17">
            <a:extLst>
              <a:ext uri="{FF2B5EF4-FFF2-40B4-BE49-F238E27FC236}">
                <a16:creationId xmlns:a16="http://schemas.microsoft.com/office/drawing/2014/main" id="{FFEE8FEF-4B4B-7C91-84FE-6E7FB2C5E28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53056" y="3695603"/>
            <a:ext cx="231218" cy="231218"/>
          </a:xfrm>
          <a:prstGeom prst="rect">
            <a:avLst/>
          </a:prstGeom>
        </p:spPr>
      </p:pic>
      <p:cxnSp>
        <p:nvCxnSpPr>
          <p:cNvPr id="19" name="直線コネクタ 18">
            <a:extLst>
              <a:ext uri="{FF2B5EF4-FFF2-40B4-BE49-F238E27FC236}">
                <a16:creationId xmlns:a16="http://schemas.microsoft.com/office/drawing/2014/main" id="{5ABBBFD1-ABC0-9B13-48D5-6241E4376F23}"/>
              </a:ext>
            </a:extLst>
          </p:cNvPr>
          <p:cNvCxnSpPr>
            <a:stCxn id="18" idx="3"/>
            <a:endCxn id="14" idx="1"/>
          </p:cNvCxnSpPr>
          <p:nvPr/>
        </p:nvCxnSpPr>
        <p:spPr>
          <a:xfrm>
            <a:off x="6084274" y="3811212"/>
            <a:ext cx="365363" cy="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4054E055-CBDF-655C-5054-5AAD6A1A0E8D}"/>
              </a:ext>
            </a:extLst>
          </p:cNvPr>
          <p:cNvCxnSpPr>
            <a:cxnSpLocks/>
            <a:stCxn id="17" idx="3"/>
            <a:endCxn id="18" idx="1"/>
          </p:cNvCxnSpPr>
          <p:nvPr/>
        </p:nvCxnSpPr>
        <p:spPr>
          <a:xfrm>
            <a:off x="4857459" y="3811212"/>
            <a:ext cx="995597" cy="0"/>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6298BFFD-89E6-B0C2-C07B-5F09C02FB936}"/>
              </a:ext>
            </a:extLst>
          </p:cNvPr>
          <p:cNvSpPr txBox="1"/>
          <p:nvPr/>
        </p:nvSpPr>
        <p:spPr>
          <a:xfrm>
            <a:off x="5544949" y="5135969"/>
            <a:ext cx="2054942"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Virtual Network (</a:t>
            </a:r>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22" name="グラフィックス 21">
            <a:extLst>
              <a:ext uri="{FF2B5EF4-FFF2-40B4-BE49-F238E27FC236}">
                <a16:creationId xmlns:a16="http://schemas.microsoft.com/office/drawing/2014/main" id="{B14906B5-7FEA-046A-E81F-3A4DF6368F0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205878" y="5120321"/>
            <a:ext cx="339071" cy="339071"/>
          </a:xfrm>
          <a:prstGeom prst="rect">
            <a:avLst/>
          </a:prstGeom>
        </p:spPr>
      </p:pic>
      <p:cxnSp>
        <p:nvCxnSpPr>
          <p:cNvPr id="23" name="直線コネクタ 22">
            <a:extLst>
              <a:ext uri="{FF2B5EF4-FFF2-40B4-BE49-F238E27FC236}">
                <a16:creationId xmlns:a16="http://schemas.microsoft.com/office/drawing/2014/main" id="{18324DF2-50E6-F614-C6DD-F4838354D0E5}"/>
              </a:ext>
            </a:extLst>
          </p:cNvPr>
          <p:cNvCxnSpPr>
            <a:cxnSpLocks/>
          </p:cNvCxnSpPr>
          <p:nvPr/>
        </p:nvCxnSpPr>
        <p:spPr>
          <a:xfrm>
            <a:off x="3948266" y="3599837"/>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504EBA2C-3D5E-58EB-2207-9D4E8A2A8951}"/>
              </a:ext>
            </a:extLst>
          </p:cNvPr>
          <p:cNvSpPr txBox="1"/>
          <p:nvPr/>
        </p:nvSpPr>
        <p:spPr>
          <a:xfrm>
            <a:off x="3868555" y="3100214"/>
            <a:ext cx="780530"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cxnSp>
        <p:nvCxnSpPr>
          <p:cNvPr id="25" name="直線コネクタ 24">
            <a:extLst>
              <a:ext uri="{FF2B5EF4-FFF2-40B4-BE49-F238E27FC236}">
                <a16:creationId xmlns:a16="http://schemas.microsoft.com/office/drawing/2014/main" id="{55F44596-E916-FF78-4BD0-8765B7B4ADEE}"/>
              </a:ext>
            </a:extLst>
          </p:cNvPr>
          <p:cNvCxnSpPr>
            <a:cxnSpLocks/>
          </p:cNvCxnSpPr>
          <p:nvPr/>
        </p:nvCxnSpPr>
        <p:spPr>
          <a:xfrm flipH="1">
            <a:off x="3923581" y="4002269"/>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3FB097BE-2BE6-4E08-A0B3-561A7986A850}"/>
              </a:ext>
            </a:extLst>
          </p:cNvPr>
          <p:cNvSpPr txBox="1"/>
          <p:nvPr/>
        </p:nvSpPr>
        <p:spPr>
          <a:xfrm>
            <a:off x="5617289" y="4026221"/>
            <a:ext cx="722186"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27" name="テキスト ボックス 26">
            <a:extLst>
              <a:ext uri="{FF2B5EF4-FFF2-40B4-BE49-F238E27FC236}">
                <a16:creationId xmlns:a16="http://schemas.microsoft.com/office/drawing/2014/main" id="{889A4E06-5F24-662C-E3D5-141C01A1DA8C}"/>
              </a:ext>
            </a:extLst>
          </p:cNvPr>
          <p:cNvSpPr txBox="1"/>
          <p:nvPr/>
        </p:nvSpPr>
        <p:spPr>
          <a:xfrm>
            <a:off x="6043766" y="4454873"/>
            <a:ext cx="868635" cy="307777"/>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サブネット</a:t>
            </a:r>
          </a:p>
        </p:txBody>
      </p:sp>
      <p:sp>
        <p:nvSpPr>
          <p:cNvPr id="28" name="テキスト ボックス 27">
            <a:extLst>
              <a:ext uri="{FF2B5EF4-FFF2-40B4-BE49-F238E27FC236}">
                <a16:creationId xmlns:a16="http://schemas.microsoft.com/office/drawing/2014/main" id="{B0361493-1CC8-1624-D619-DFE8C9D45A98}"/>
              </a:ext>
            </a:extLst>
          </p:cNvPr>
          <p:cNvSpPr txBox="1"/>
          <p:nvPr/>
        </p:nvSpPr>
        <p:spPr>
          <a:xfrm>
            <a:off x="6167564" y="4026023"/>
            <a:ext cx="1026910"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Azure VM</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9" name="テキスト ボックス 28">
            <a:extLst>
              <a:ext uri="{FF2B5EF4-FFF2-40B4-BE49-F238E27FC236}">
                <a16:creationId xmlns:a16="http://schemas.microsoft.com/office/drawing/2014/main" id="{23D9742D-0425-7356-8C3A-EEEE248E4E0A}"/>
              </a:ext>
            </a:extLst>
          </p:cNvPr>
          <p:cNvSpPr txBox="1"/>
          <p:nvPr/>
        </p:nvSpPr>
        <p:spPr>
          <a:xfrm>
            <a:off x="5667355" y="3247721"/>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NIC</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0" name="テキスト ボックス 29">
            <a:extLst>
              <a:ext uri="{FF2B5EF4-FFF2-40B4-BE49-F238E27FC236}">
                <a16:creationId xmlns:a16="http://schemas.microsoft.com/office/drawing/2014/main" id="{8C5D90F7-F74F-FC2C-B4BD-413974DFA87B}"/>
              </a:ext>
            </a:extLst>
          </p:cNvPr>
          <p:cNvSpPr txBox="1"/>
          <p:nvPr/>
        </p:nvSpPr>
        <p:spPr>
          <a:xfrm>
            <a:off x="4263742" y="4077718"/>
            <a:ext cx="914451"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Public IP</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1" name="テキスト ボックス 30">
            <a:extLst>
              <a:ext uri="{FF2B5EF4-FFF2-40B4-BE49-F238E27FC236}">
                <a16:creationId xmlns:a16="http://schemas.microsoft.com/office/drawing/2014/main" id="{2589D822-EB2A-0FAF-21AC-BDF4BFA3DD38}"/>
              </a:ext>
            </a:extLst>
          </p:cNvPr>
          <p:cNvSpPr txBox="1"/>
          <p:nvPr/>
        </p:nvSpPr>
        <p:spPr>
          <a:xfrm>
            <a:off x="5754295" y="2466473"/>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NSG</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2" name="四角形吹き出し 31">
            <a:extLst>
              <a:ext uri="{FF2B5EF4-FFF2-40B4-BE49-F238E27FC236}">
                <a16:creationId xmlns:a16="http://schemas.microsoft.com/office/drawing/2014/main" id="{109CA1D1-3ECB-A636-E99D-6816BFE4C5F4}"/>
              </a:ext>
            </a:extLst>
          </p:cNvPr>
          <p:cNvSpPr/>
          <p:nvPr/>
        </p:nvSpPr>
        <p:spPr>
          <a:xfrm>
            <a:off x="6436247" y="1772959"/>
            <a:ext cx="1753697" cy="1422583"/>
          </a:xfrm>
          <a:prstGeom prst="wedgeRectCallout">
            <a:avLst>
              <a:gd name="adj1" fmla="val -25318"/>
              <a:gd name="adj2" fmla="val 80347"/>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3" name="角丸四角形 32">
            <a:extLst>
              <a:ext uri="{FF2B5EF4-FFF2-40B4-BE49-F238E27FC236}">
                <a16:creationId xmlns:a16="http://schemas.microsoft.com/office/drawing/2014/main" id="{C3CC1311-7737-99F1-20C3-A3632FBDF7BC}"/>
              </a:ext>
            </a:extLst>
          </p:cNvPr>
          <p:cNvSpPr/>
          <p:nvPr/>
        </p:nvSpPr>
        <p:spPr>
          <a:xfrm>
            <a:off x="6543365" y="2751252"/>
            <a:ext cx="1529822" cy="320085"/>
          </a:xfrm>
          <a:prstGeom prst="roundRect">
            <a:avLst>
              <a:gd name="adj" fmla="val 20621"/>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144D4329-3FF8-DC03-0561-B9E8FA89607B}"/>
              </a:ext>
            </a:extLst>
          </p:cNvPr>
          <p:cNvSpPr txBox="1"/>
          <p:nvPr/>
        </p:nvSpPr>
        <p:spPr>
          <a:xfrm>
            <a:off x="6840779" y="2750688"/>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OS</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5" name="角丸四角形 34">
            <a:extLst>
              <a:ext uri="{FF2B5EF4-FFF2-40B4-BE49-F238E27FC236}">
                <a16:creationId xmlns:a16="http://schemas.microsoft.com/office/drawing/2014/main" id="{EE27F5FD-FDEB-07E3-3F1D-45E02F431C33}"/>
              </a:ext>
            </a:extLst>
          </p:cNvPr>
          <p:cNvSpPr/>
          <p:nvPr/>
        </p:nvSpPr>
        <p:spPr>
          <a:xfrm>
            <a:off x="6552682" y="1892519"/>
            <a:ext cx="1529822" cy="77843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D0B4D5D0-3330-2769-0D00-EFCAA9E023BB}"/>
              </a:ext>
            </a:extLst>
          </p:cNvPr>
          <p:cNvSpPr txBox="1"/>
          <p:nvPr/>
        </p:nvSpPr>
        <p:spPr>
          <a:xfrm>
            <a:off x="6851608" y="2320816"/>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NGINX</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7" name="フローチャート: 書類 36">
            <a:extLst>
              <a:ext uri="{FF2B5EF4-FFF2-40B4-BE49-F238E27FC236}">
                <a16:creationId xmlns:a16="http://schemas.microsoft.com/office/drawing/2014/main" id="{E1402093-FBF2-CAC5-9C2B-CB22E1B919EC}"/>
              </a:ext>
            </a:extLst>
          </p:cNvPr>
          <p:cNvSpPr/>
          <p:nvPr/>
        </p:nvSpPr>
        <p:spPr>
          <a:xfrm>
            <a:off x="6851608" y="1942767"/>
            <a:ext cx="942558" cy="378049"/>
          </a:xfrm>
          <a:prstGeom prst="flowChartDocument">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579F1687-1BA7-AF53-95A6-46F39B405343}"/>
              </a:ext>
            </a:extLst>
          </p:cNvPr>
          <p:cNvSpPr txBox="1"/>
          <p:nvPr/>
        </p:nvSpPr>
        <p:spPr>
          <a:xfrm>
            <a:off x="6862437" y="1953084"/>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HTML</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40" name="グラフィックス 39">
            <a:extLst>
              <a:ext uri="{FF2B5EF4-FFF2-40B4-BE49-F238E27FC236}">
                <a16:creationId xmlns:a16="http://schemas.microsoft.com/office/drawing/2014/main" id="{AE9AF469-6937-22A9-BBDE-7E8766AA067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7764" y="3663323"/>
            <a:ext cx="295776" cy="295776"/>
          </a:xfrm>
          <a:prstGeom prst="rect">
            <a:avLst/>
          </a:prstGeom>
        </p:spPr>
      </p:pic>
      <p:cxnSp>
        <p:nvCxnSpPr>
          <p:cNvPr id="41" name="直線コネクタ 40">
            <a:extLst>
              <a:ext uri="{FF2B5EF4-FFF2-40B4-BE49-F238E27FC236}">
                <a16:creationId xmlns:a16="http://schemas.microsoft.com/office/drawing/2014/main" id="{C6C3089B-7A7D-6C51-EA24-DEE794D4DED0}"/>
              </a:ext>
            </a:extLst>
          </p:cNvPr>
          <p:cNvCxnSpPr>
            <a:cxnSpLocks/>
            <a:stCxn id="14" idx="3"/>
            <a:endCxn id="40" idx="1"/>
          </p:cNvCxnSpPr>
          <p:nvPr/>
        </p:nvCxnSpPr>
        <p:spPr>
          <a:xfrm flipV="1">
            <a:off x="6912401" y="3811211"/>
            <a:ext cx="365363" cy="96"/>
          </a:xfrm>
          <a:prstGeom prst="line">
            <a:avLst/>
          </a:prstGeom>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3F6291D1-9B83-3CE4-5CA4-0FA0F0BF27D2}"/>
              </a:ext>
            </a:extLst>
          </p:cNvPr>
          <p:cNvSpPr txBox="1"/>
          <p:nvPr/>
        </p:nvSpPr>
        <p:spPr>
          <a:xfrm>
            <a:off x="7121044" y="3272148"/>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Disk</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正方形/長方形 38">
            <a:extLst>
              <a:ext uri="{FF2B5EF4-FFF2-40B4-BE49-F238E27FC236}">
                <a16:creationId xmlns:a16="http://schemas.microsoft.com/office/drawing/2014/main" id="{4B1D4FD2-4C95-4611-BADD-7467F803C75F}"/>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OS イメージとサイズ</a:t>
            </a:r>
          </a:p>
        </p:txBody>
      </p:sp>
      <p:sp>
        <p:nvSpPr>
          <p:cNvPr id="2" name="正方形/長方形 1">
            <a:extLst>
              <a:ext uri="{FF2B5EF4-FFF2-40B4-BE49-F238E27FC236}">
                <a16:creationId xmlns:a16="http://schemas.microsoft.com/office/drawing/2014/main" id="{79C344A6-1A61-493C-AC83-53335D83D02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10D44D8C-7D0F-4C5E-A57E-3027E7EC3B6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2C0C8D36-6A06-472F-937C-F47003F85855}"/>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VM 作成時には、どの OS を入れるか、どのくらいの CPU とメモリを使うか、どのリージョンに置くかを選びます。</a:t>
            </a:r>
          </a:p>
        </p:txBody>
      </p:sp>
      <p:sp>
        <p:nvSpPr>
          <p:cNvPr id="6" name="正方形/長方形 5">
            <a:extLst>
              <a:ext uri="{FF2B5EF4-FFF2-40B4-BE49-F238E27FC236}">
                <a16:creationId xmlns:a16="http://schemas.microsoft.com/office/drawing/2014/main" id="{00080C07-A6F3-4201-B016-E3A717446E83}"/>
              </a:ext>
            </a:extLst>
          </p:cNvPr>
          <p:cNvSpPr>
            <a:spLocks noGrp="1"/>
          </p:cNvSpPr>
          <p:nvPr/>
        </p:nvSpPr>
        <p:spPr>
          <a:xfrm>
            <a:off x="866468" y="2419350"/>
            <a:ext cx="2609850" cy="409575"/>
          </a:xfrm>
          <a:prstGeom prst="rect">
            <a:avLst/>
          </a:prstGeom>
          <a:solidFill>
            <a:srgbClr val="244A8F"/>
          </a:solidFill>
          <a:ln w="11430">
            <a:solidFill>
              <a:srgbClr val="FFFFFF"/>
            </a:solidFill>
            <a:prstDash val="solid"/>
          </a:ln>
        </p:spPr>
        <p:txBody>
          <a:bodyPr/>
          <a:lstStyle/>
          <a:p>
            <a:endParaRPr lang="ja-JP" altLang="en-US" sz="6600"/>
          </a:p>
        </p:txBody>
      </p:sp>
      <p:sp>
        <p:nvSpPr>
          <p:cNvPr id="7" name="正方形/長方形 6">
            <a:extLst>
              <a:ext uri="{FF2B5EF4-FFF2-40B4-BE49-F238E27FC236}">
                <a16:creationId xmlns:a16="http://schemas.microsoft.com/office/drawing/2014/main" id="{F28C9052-5DD6-4D86-8025-3AEC7F0180C2}"/>
              </a:ext>
            </a:extLst>
          </p:cNvPr>
          <p:cNvSpPr>
            <a:spLocks noGrp="1"/>
          </p:cNvSpPr>
          <p:nvPr/>
        </p:nvSpPr>
        <p:spPr>
          <a:xfrm>
            <a:off x="942668" y="2466975"/>
            <a:ext cx="245745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100" b="1" dirty="0" err="1">
                <a:solidFill>
                  <a:srgbClr val="FFFFFF"/>
                </a:solidFill>
                <a:latin typeface="Yu Gothic UI"/>
                <a:ea typeface="Yu Gothic UI"/>
                <a:cs typeface="Yu Gothic UI"/>
              </a:rPr>
              <a:t>項目</a:t>
            </a:r>
            <a:endParaRPr sz="1100" b="1" dirty="0">
              <a:solidFill>
                <a:srgbClr val="FFFFFF"/>
              </a:solidFill>
              <a:latin typeface="Yu Gothic UI"/>
              <a:ea typeface="Yu Gothic UI"/>
              <a:cs typeface="Yu Gothic UI"/>
            </a:endParaRPr>
          </a:p>
        </p:txBody>
      </p:sp>
      <p:sp>
        <p:nvSpPr>
          <p:cNvPr id="8" name="正方形/長方形 7">
            <a:extLst>
              <a:ext uri="{FF2B5EF4-FFF2-40B4-BE49-F238E27FC236}">
                <a16:creationId xmlns:a16="http://schemas.microsoft.com/office/drawing/2014/main" id="{E6FF861A-50EF-4A0B-8F59-99E29943A3CF}"/>
              </a:ext>
            </a:extLst>
          </p:cNvPr>
          <p:cNvSpPr>
            <a:spLocks noGrp="1"/>
          </p:cNvSpPr>
          <p:nvPr/>
        </p:nvSpPr>
        <p:spPr>
          <a:xfrm>
            <a:off x="3476318" y="2419350"/>
            <a:ext cx="2609850" cy="409575"/>
          </a:xfrm>
          <a:prstGeom prst="rect">
            <a:avLst/>
          </a:prstGeom>
          <a:solidFill>
            <a:srgbClr val="244A8F"/>
          </a:solidFill>
          <a:ln w="11430">
            <a:solidFill>
              <a:srgbClr val="FFFFFF"/>
            </a:solidFill>
            <a:prstDash val="solid"/>
          </a:ln>
        </p:spPr>
        <p:txBody>
          <a:bodyPr/>
          <a:lstStyle/>
          <a:p>
            <a:endParaRPr lang="ja-JP" altLang="en-US" sz="6600"/>
          </a:p>
        </p:txBody>
      </p:sp>
      <p:sp>
        <p:nvSpPr>
          <p:cNvPr id="9" name="正方形/長方形 8">
            <a:extLst>
              <a:ext uri="{FF2B5EF4-FFF2-40B4-BE49-F238E27FC236}">
                <a16:creationId xmlns:a16="http://schemas.microsoft.com/office/drawing/2014/main" id="{280929AD-26BC-41D0-B56D-3C81525400AE}"/>
              </a:ext>
            </a:extLst>
          </p:cNvPr>
          <p:cNvSpPr>
            <a:spLocks noGrp="1"/>
          </p:cNvSpPr>
          <p:nvPr/>
        </p:nvSpPr>
        <p:spPr>
          <a:xfrm>
            <a:off x="3552518" y="2466975"/>
            <a:ext cx="245745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100" b="1">
                <a:solidFill>
                  <a:srgbClr val="FFFFFF"/>
                </a:solidFill>
                <a:latin typeface="Yu Gothic UI"/>
                <a:ea typeface="Yu Gothic UI"/>
                <a:cs typeface="Yu Gothic UI"/>
              </a:rPr>
              <a:t>意味</a:t>
            </a:r>
          </a:p>
        </p:txBody>
      </p:sp>
      <p:sp>
        <p:nvSpPr>
          <p:cNvPr id="10" name="正方形/長方形 9">
            <a:extLst>
              <a:ext uri="{FF2B5EF4-FFF2-40B4-BE49-F238E27FC236}">
                <a16:creationId xmlns:a16="http://schemas.microsoft.com/office/drawing/2014/main" id="{BC2D03DE-D277-4C88-A575-BA33CCA45B55}"/>
              </a:ext>
            </a:extLst>
          </p:cNvPr>
          <p:cNvSpPr>
            <a:spLocks noGrp="1"/>
          </p:cNvSpPr>
          <p:nvPr/>
        </p:nvSpPr>
        <p:spPr>
          <a:xfrm>
            <a:off x="6086168" y="2419350"/>
            <a:ext cx="2609850" cy="409575"/>
          </a:xfrm>
          <a:prstGeom prst="rect">
            <a:avLst/>
          </a:prstGeom>
          <a:solidFill>
            <a:srgbClr val="244A8F"/>
          </a:solidFill>
          <a:ln w="11430">
            <a:solidFill>
              <a:srgbClr val="FFFFFF"/>
            </a:solidFill>
            <a:prstDash val="solid"/>
          </a:ln>
        </p:spPr>
        <p:txBody>
          <a:bodyPr/>
          <a:lstStyle/>
          <a:p>
            <a:endParaRPr lang="ja-JP" altLang="en-US" sz="6600"/>
          </a:p>
        </p:txBody>
      </p:sp>
      <p:sp>
        <p:nvSpPr>
          <p:cNvPr id="11" name="正方形/長方形 10">
            <a:extLst>
              <a:ext uri="{FF2B5EF4-FFF2-40B4-BE49-F238E27FC236}">
                <a16:creationId xmlns:a16="http://schemas.microsoft.com/office/drawing/2014/main" id="{ADE203D8-65CB-4C28-B068-55374BEECAA5}"/>
              </a:ext>
            </a:extLst>
          </p:cNvPr>
          <p:cNvSpPr>
            <a:spLocks noGrp="1"/>
          </p:cNvSpPr>
          <p:nvPr/>
        </p:nvSpPr>
        <p:spPr>
          <a:xfrm>
            <a:off x="6162368" y="2466975"/>
            <a:ext cx="245745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100" b="1">
                <a:solidFill>
                  <a:srgbClr val="FFFFFF"/>
                </a:solidFill>
                <a:latin typeface="Yu Gothic UI"/>
                <a:ea typeface="Yu Gothic UI"/>
                <a:cs typeface="Yu Gothic UI"/>
              </a:rPr>
              <a:t>本回の想定</a:t>
            </a:r>
          </a:p>
        </p:txBody>
      </p:sp>
      <p:sp>
        <p:nvSpPr>
          <p:cNvPr id="12" name="正方形/長方形 11">
            <a:extLst>
              <a:ext uri="{FF2B5EF4-FFF2-40B4-BE49-F238E27FC236}">
                <a16:creationId xmlns:a16="http://schemas.microsoft.com/office/drawing/2014/main" id="{DE58A1D4-63F5-4919-8891-AF1907D8C7AE}"/>
              </a:ext>
            </a:extLst>
          </p:cNvPr>
          <p:cNvSpPr>
            <a:spLocks noGrp="1"/>
          </p:cNvSpPr>
          <p:nvPr/>
        </p:nvSpPr>
        <p:spPr>
          <a:xfrm>
            <a:off x="8696018" y="2419350"/>
            <a:ext cx="2609850" cy="409575"/>
          </a:xfrm>
          <a:prstGeom prst="rect">
            <a:avLst/>
          </a:prstGeom>
          <a:solidFill>
            <a:srgbClr val="244A8F"/>
          </a:solidFill>
          <a:ln w="11430">
            <a:solidFill>
              <a:srgbClr val="FFFFFF"/>
            </a:solidFill>
            <a:prstDash val="solid"/>
          </a:ln>
        </p:spPr>
        <p:txBody>
          <a:bodyPr/>
          <a:lstStyle/>
          <a:p>
            <a:endParaRPr lang="ja-JP" altLang="en-US" sz="6600"/>
          </a:p>
        </p:txBody>
      </p:sp>
      <p:sp>
        <p:nvSpPr>
          <p:cNvPr id="13" name="正方形/長方形 12">
            <a:extLst>
              <a:ext uri="{FF2B5EF4-FFF2-40B4-BE49-F238E27FC236}">
                <a16:creationId xmlns:a16="http://schemas.microsoft.com/office/drawing/2014/main" id="{29CE76FF-380D-46C0-958B-0D7E75105DE4}"/>
              </a:ext>
            </a:extLst>
          </p:cNvPr>
          <p:cNvSpPr>
            <a:spLocks noGrp="1"/>
          </p:cNvSpPr>
          <p:nvPr/>
        </p:nvSpPr>
        <p:spPr>
          <a:xfrm>
            <a:off x="8772218" y="2466975"/>
            <a:ext cx="245745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100" b="1">
                <a:solidFill>
                  <a:srgbClr val="FFFFFF"/>
                </a:solidFill>
                <a:latin typeface="Yu Gothic UI"/>
                <a:ea typeface="Yu Gothic UI"/>
                <a:cs typeface="Yu Gothic UI"/>
              </a:rPr>
              <a:t>注意点</a:t>
            </a:r>
          </a:p>
        </p:txBody>
      </p:sp>
      <p:sp>
        <p:nvSpPr>
          <p:cNvPr id="14" name="正方形/長方形 13">
            <a:extLst>
              <a:ext uri="{FF2B5EF4-FFF2-40B4-BE49-F238E27FC236}">
                <a16:creationId xmlns:a16="http://schemas.microsoft.com/office/drawing/2014/main" id="{5502571A-740E-4120-A8D2-19321EDA8D1C}"/>
              </a:ext>
            </a:extLst>
          </p:cNvPr>
          <p:cNvSpPr>
            <a:spLocks noGrp="1"/>
          </p:cNvSpPr>
          <p:nvPr/>
        </p:nvSpPr>
        <p:spPr>
          <a:xfrm>
            <a:off x="866468" y="2828925"/>
            <a:ext cx="2609850" cy="1006475"/>
          </a:xfrm>
          <a:prstGeom prst="rect">
            <a:avLst/>
          </a:prstGeom>
          <a:solidFill>
            <a:srgbClr val="EAF1FB"/>
          </a:solidFill>
          <a:ln w="11430">
            <a:solidFill>
              <a:srgbClr val="FFFFFF"/>
            </a:solidFill>
            <a:prstDash val="solid"/>
          </a:ln>
        </p:spPr>
        <p:txBody>
          <a:bodyPr/>
          <a:lstStyle/>
          <a:p>
            <a:endParaRPr lang="ja-JP" altLang="en-US" sz="4400"/>
          </a:p>
        </p:txBody>
      </p:sp>
      <p:sp>
        <p:nvSpPr>
          <p:cNvPr id="15" name="正方形/長方形 14">
            <a:extLst>
              <a:ext uri="{FF2B5EF4-FFF2-40B4-BE49-F238E27FC236}">
                <a16:creationId xmlns:a16="http://schemas.microsoft.com/office/drawing/2014/main" id="{4F4849E3-F830-4BC9-93DD-FDFB6004F634}"/>
              </a:ext>
            </a:extLst>
          </p:cNvPr>
          <p:cNvSpPr>
            <a:spLocks noGrp="1"/>
          </p:cNvSpPr>
          <p:nvPr/>
        </p:nvSpPr>
        <p:spPr>
          <a:xfrm>
            <a:off x="942668" y="287655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OS イメージ</a:t>
            </a:r>
          </a:p>
        </p:txBody>
      </p:sp>
      <p:sp>
        <p:nvSpPr>
          <p:cNvPr id="16" name="正方形/長方形 15">
            <a:extLst>
              <a:ext uri="{FF2B5EF4-FFF2-40B4-BE49-F238E27FC236}">
                <a16:creationId xmlns:a16="http://schemas.microsoft.com/office/drawing/2014/main" id="{6308AA4B-E50B-4570-B00B-3B7069F525FF}"/>
              </a:ext>
            </a:extLst>
          </p:cNvPr>
          <p:cNvSpPr>
            <a:spLocks noGrp="1"/>
          </p:cNvSpPr>
          <p:nvPr/>
        </p:nvSpPr>
        <p:spPr>
          <a:xfrm>
            <a:off x="3476318" y="2828925"/>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17" name="正方形/長方形 16">
            <a:extLst>
              <a:ext uri="{FF2B5EF4-FFF2-40B4-BE49-F238E27FC236}">
                <a16:creationId xmlns:a16="http://schemas.microsoft.com/office/drawing/2014/main" id="{03866A56-EA97-4E1F-BBBB-F7F453D34002}"/>
              </a:ext>
            </a:extLst>
          </p:cNvPr>
          <p:cNvSpPr>
            <a:spLocks noGrp="1"/>
          </p:cNvSpPr>
          <p:nvPr/>
        </p:nvSpPr>
        <p:spPr>
          <a:xfrm>
            <a:off x="3552518" y="287655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VM に入れる OS</a:t>
            </a:r>
          </a:p>
        </p:txBody>
      </p:sp>
      <p:sp>
        <p:nvSpPr>
          <p:cNvPr id="18" name="正方形/長方形 17">
            <a:extLst>
              <a:ext uri="{FF2B5EF4-FFF2-40B4-BE49-F238E27FC236}">
                <a16:creationId xmlns:a16="http://schemas.microsoft.com/office/drawing/2014/main" id="{D263B5F2-142C-479D-B752-AC587CE89481}"/>
              </a:ext>
            </a:extLst>
          </p:cNvPr>
          <p:cNvSpPr>
            <a:spLocks noGrp="1"/>
          </p:cNvSpPr>
          <p:nvPr/>
        </p:nvSpPr>
        <p:spPr>
          <a:xfrm>
            <a:off x="6086168" y="2828925"/>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19" name="正方形/長方形 18">
            <a:extLst>
              <a:ext uri="{FF2B5EF4-FFF2-40B4-BE49-F238E27FC236}">
                <a16:creationId xmlns:a16="http://schemas.microsoft.com/office/drawing/2014/main" id="{D120A8C4-0730-43D9-9B2D-4EA50AC947FC}"/>
              </a:ext>
            </a:extLst>
          </p:cNvPr>
          <p:cNvSpPr>
            <a:spLocks noGrp="1"/>
          </p:cNvSpPr>
          <p:nvPr/>
        </p:nvSpPr>
        <p:spPr>
          <a:xfrm>
            <a:off x="6162368" y="287655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Ubuntu Server 24.04 LTS</a:t>
            </a:r>
          </a:p>
        </p:txBody>
      </p:sp>
      <p:sp>
        <p:nvSpPr>
          <p:cNvPr id="20" name="正方形/長方形 19">
            <a:extLst>
              <a:ext uri="{FF2B5EF4-FFF2-40B4-BE49-F238E27FC236}">
                <a16:creationId xmlns:a16="http://schemas.microsoft.com/office/drawing/2014/main" id="{8613A8F9-B6CD-4768-8B97-6E8B2071FB22}"/>
              </a:ext>
            </a:extLst>
          </p:cNvPr>
          <p:cNvSpPr>
            <a:spLocks noGrp="1"/>
          </p:cNvSpPr>
          <p:nvPr/>
        </p:nvSpPr>
        <p:spPr>
          <a:xfrm>
            <a:off x="8696018" y="2828925"/>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21" name="正方形/長方形 20">
            <a:extLst>
              <a:ext uri="{FF2B5EF4-FFF2-40B4-BE49-F238E27FC236}">
                <a16:creationId xmlns:a16="http://schemas.microsoft.com/office/drawing/2014/main" id="{8E8CFCFF-4681-4014-8C54-99067E5699D0}"/>
              </a:ext>
            </a:extLst>
          </p:cNvPr>
          <p:cNvSpPr>
            <a:spLocks noGrp="1"/>
          </p:cNvSpPr>
          <p:nvPr/>
        </p:nvSpPr>
        <p:spPr>
          <a:xfrm>
            <a:off x="8772218" y="287655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Portal 表示名は講座前に確認します。</a:t>
            </a:r>
          </a:p>
        </p:txBody>
      </p:sp>
      <p:sp>
        <p:nvSpPr>
          <p:cNvPr id="22" name="正方形/長方形 21">
            <a:extLst>
              <a:ext uri="{FF2B5EF4-FFF2-40B4-BE49-F238E27FC236}">
                <a16:creationId xmlns:a16="http://schemas.microsoft.com/office/drawing/2014/main" id="{C2F47952-1E86-4FFE-9AF1-347200723967}"/>
              </a:ext>
            </a:extLst>
          </p:cNvPr>
          <p:cNvSpPr>
            <a:spLocks noGrp="1"/>
          </p:cNvSpPr>
          <p:nvPr/>
        </p:nvSpPr>
        <p:spPr>
          <a:xfrm>
            <a:off x="866468" y="3835400"/>
            <a:ext cx="2609850" cy="1006475"/>
          </a:xfrm>
          <a:prstGeom prst="rect">
            <a:avLst/>
          </a:prstGeom>
          <a:solidFill>
            <a:srgbClr val="EAF1FB"/>
          </a:solidFill>
          <a:ln w="11430">
            <a:solidFill>
              <a:srgbClr val="FFFFFF"/>
            </a:solidFill>
            <a:prstDash val="solid"/>
          </a:ln>
        </p:spPr>
        <p:txBody>
          <a:bodyPr/>
          <a:lstStyle/>
          <a:p>
            <a:endParaRPr lang="ja-JP" altLang="en-US" sz="4400"/>
          </a:p>
        </p:txBody>
      </p:sp>
      <p:sp>
        <p:nvSpPr>
          <p:cNvPr id="23" name="正方形/長方形 22">
            <a:extLst>
              <a:ext uri="{FF2B5EF4-FFF2-40B4-BE49-F238E27FC236}">
                <a16:creationId xmlns:a16="http://schemas.microsoft.com/office/drawing/2014/main" id="{90CA6E71-85D7-4915-8C8E-CCE51F21E9EA}"/>
              </a:ext>
            </a:extLst>
          </p:cNvPr>
          <p:cNvSpPr>
            <a:spLocks noGrp="1"/>
          </p:cNvSpPr>
          <p:nvPr/>
        </p:nvSpPr>
        <p:spPr>
          <a:xfrm>
            <a:off x="942668" y="3883025"/>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サイズ/SKU</a:t>
            </a:r>
          </a:p>
        </p:txBody>
      </p:sp>
      <p:sp>
        <p:nvSpPr>
          <p:cNvPr id="24" name="正方形/長方形 23">
            <a:extLst>
              <a:ext uri="{FF2B5EF4-FFF2-40B4-BE49-F238E27FC236}">
                <a16:creationId xmlns:a16="http://schemas.microsoft.com/office/drawing/2014/main" id="{0EED12C9-48E0-4B95-9E01-D19CDF77B50B}"/>
              </a:ext>
            </a:extLst>
          </p:cNvPr>
          <p:cNvSpPr>
            <a:spLocks noGrp="1"/>
          </p:cNvSpPr>
          <p:nvPr/>
        </p:nvSpPr>
        <p:spPr>
          <a:xfrm>
            <a:off x="3476318" y="3835400"/>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25" name="正方形/長方形 24">
            <a:extLst>
              <a:ext uri="{FF2B5EF4-FFF2-40B4-BE49-F238E27FC236}">
                <a16:creationId xmlns:a16="http://schemas.microsoft.com/office/drawing/2014/main" id="{D70E6302-5A0E-47CD-8015-F330C566E4DC}"/>
              </a:ext>
            </a:extLst>
          </p:cNvPr>
          <p:cNvSpPr>
            <a:spLocks noGrp="1"/>
          </p:cNvSpPr>
          <p:nvPr/>
        </p:nvSpPr>
        <p:spPr>
          <a:xfrm>
            <a:off x="3552518" y="3883025"/>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dirty="0" err="1">
                <a:solidFill>
                  <a:srgbClr val="344054"/>
                </a:solidFill>
                <a:latin typeface="Yu Gothic UI"/>
                <a:ea typeface="Yu Gothic UI"/>
                <a:cs typeface="Yu Gothic UI"/>
              </a:rPr>
              <a:t>CPU、メモリ、価格の大きさ</a:t>
            </a:r>
            <a:endParaRPr lang="en-US" sz="1400" b="0" dirty="0">
              <a:solidFill>
                <a:srgbClr val="344054"/>
              </a:solidFill>
              <a:latin typeface="Yu Gothic UI"/>
              <a:ea typeface="Yu Gothic UI"/>
              <a:cs typeface="Yu Gothic UI"/>
            </a:endParaRPr>
          </a:p>
        </p:txBody>
      </p:sp>
      <p:sp>
        <p:nvSpPr>
          <p:cNvPr id="26" name="正方形/長方形 25">
            <a:extLst>
              <a:ext uri="{FF2B5EF4-FFF2-40B4-BE49-F238E27FC236}">
                <a16:creationId xmlns:a16="http://schemas.microsoft.com/office/drawing/2014/main" id="{3222A3DA-B467-434C-B352-8C81239AD0BA}"/>
              </a:ext>
            </a:extLst>
          </p:cNvPr>
          <p:cNvSpPr>
            <a:spLocks noGrp="1"/>
          </p:cNvSpPr>
          <p:nvPr/>
        </p:nvSpPr>
        <p:spPr>
          <a:xfrm>
            <a:off x="6086168" y="3835400"/>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27" name="正方形/長方形 26">
            <a:extLst>
              <a:ext uri="{FF2B5EF4-FFF2-40B4-BE49-F238E27FC236}">
                <a16:creationId xmlns:a16="http://schemas.microsoft.com/office/drawing/2014/main" id="{C1666423-FAC9-44AC-8F5E-5EE95AF281AA}"/>
              </a:ext>
            </a:extLst>
          </p:cNvPr>
          <p:cNvSpPr>
            <a:spLocks noGrp="1"/>
          </p:cNvSpPr>
          <p:nvPr/>
        </p:nvSpPr>
        <p:spPr>
          <a:xfrm>
            <a:off x="6162368" y="3883025"/>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低コスト SKU を講師が指定</a:t>
            </a:r>
          </a:p>
        </p:txBody>
      </p:sp>
      <p:sp>
        <p:nvSpPr>
          <p:cNvPr id="28" name="正方形/長方形 27">
            <a:extLst>
              <a:ext uri="{FF2B5EF4-FFF2-40B4-BE49-F238E27FC236}">
                <a16:creationId xmlns:a16="http://schemas.microsoft.com/office/drawing/2014/main" id="{B03B2679-A8CF-4D14-8C98-546B1E3C3C6D}"/>
              </a:ext>
            </a:extLst>
          </p:cNvPr>
          <p:cNvSpPr>
            <a:spLocks noGrp="1"/>
          </p:cNvSpPr>
          <p:nvPr/>
        </p:nvSpPr>
        <p:spPr>
          <a:xfrm>
            <a:off x="8696018" y="3835400"/>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29" name="正方形/長方形 28">
            <a:extLst>
              <a:ext uri="{FF2B5EF4-FFF2-40B4-BE49-F238E27FC236}">
                <a16:creationId xmlns:a16="http://schemas.microsoft.com/office/drawing/2014/main" id="{2551AE3C-7531-48AE-99EC-67344AE1005A}"/>
              </a:ext>
            </a:extLst>
          </p:cNvPr>
          <p:cNvSpPr>
            <a:spLocks noGrp="1"/>
          </p:cNvSpPr>
          <p:nvPr/>
        </p:nvSpPr>
        <p:spPr>
          <a:xfrm>
            <a:off x="8772218" y="3883025"/>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高価なサイズを自己判断で選びません。</a:t>
            </a:r>
          </a:p>
        </p:txBody>
      </p:sp>
      <p:sp>
        <p:nvSpPr>
          <p:cNvPr id="30" name="正方形/長方形 29">
            <a:extLst>
              <a:ext uri="{FF2B5EF4-FFF2-40B4-BE49-F238E27FC236}">
                <a16:creationId xmlns:a16="http://schemas.microsoft.com/office/drawing/2014/main" id="{15EBF2BA-E2E4-444D-BE01-5BF971FFC089}"/>
              </a:ext>
            </a:extLst>
          </p:cNvPr>
          <p:cNvSpPr>
            <a:spLocks noGrp="1"/>
          </p:cNvSpPr>
          <p:nvPr/>
        </p:nvSpPr>
        <p:spPr>
          <a:xfrm>
            <a:off x="866468" y="4841875"/>
            <a:ext cx="2609850" cy="1006475"/>
          </a:xfrm>
          <a:prstGeom prst="rect">
            <a:avLst/>
          </a:prstGeom>
          <a:solidFill>
            <a:srgbClr val="EAF1FB"/>
          </a:solidFill>
          <a:ln w="11430">
            <a:solidFill>
              <a:srgbClr val="FFFFFF"/>
            </a:solidFill>
            <a:prstDash val="solid"/>
          </a:ln>
        </p:spPr>
        <p:txBody>
          <a:bodyPr/>
          <a:lstStyle/>
          <a:p>
            <a:endParaRPr lang="ja-JP" altLang="en-US" sz="4400"/>
          </a:p>
        </p:txBody>
      </p:sp>
      <p:sp>
        <p:nvSpPr>
          <p:cNvPr id="31" name="正方形/長方形 30">
            <a:extLst>
              <a:ext uri="{FF2B5EF4-FFF2-40B4-BE49-F238E27FC236}">
                <a16:creationId xmlns:a16="http://schemas.microsoft.com/office/drawing/2014/main" id="{BD79B7ED-1F2F-43E3-924C-22DA15B3D169}"/>
              </a:ext>
            </a:extLst>
          </p:cNvPr>
          <p:cNvSpPr>
            <a:spLocks noGrp="1"/>
          </p:cNvSpPr>
          <p:nvPr/>
        </p:nvSpPr>
        <p:spPr>
          <a:xfrm>
            <a:off x="942668" y="488950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リージョン</a:t>
            </a:r>
          </a:p>
        </p:txBody>
      </p:sp>
      <p:sp>
        <p:nvSpPr>
          <p:cNvPr id="32" name="正方形/長方形 31">
            <a:extLst>
              <a:ext uri="{FF2B5EF4-FFF2-40B4-BE49-F238E27FC236}">
                <a16:creationId xmlns:a16="http://schemas.microsoft.com/office/drawing/2014/main" id="{3BF8B274-3A9F-48CB-B22C-670AEB1C752C}"/>
              </a:ext>
            </a:extLst>
          </p:cNvPr>
          <p:cNvSpPr>
            <a:spLocks noGrp="1"/>
          </p:cNvSpPr>
          <p:nvPr/>
        </p:nvSpPr>
        <p:spPr>
          <a:xfrm>
            <a:off x="3476318" y="4841875"/>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33" name="正方形/長方形 32">
            <a:extLst>
              <a:ext uri="{FF2B5EF4-FFF2-40B4-BE49-F238E27FC236}">
                <a16:creationId xmlns:a16="http://schemas.microsoft.com/office/drawing/2014/main" id="{731E2B21-1FE4-4345-A859-A56A48DDEE16}"/>
              </a:ext>
            </a:extLst>
          </p:cNvPr>
          <p:cNvSpPr>
            <a:spLocks noGrp="1"/>
          </p:cNvSpPr>
          <p:nvPr/>
        </p:nvSpPr>
        <p:spPr>
          <a:xfrm>
            <a:off x="3552518" y="488950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リソースを配置する地域</a:t>
            </a:r>
          </a:p>
        </p:txBody>
      </p:sp>
      <p:sp>
        <p:nvSpPr>
          <p:cNvPr id="34" name="正方形/長方形 33">
            <a:extLst>
              <a:ext uri="{FF2B5EF4-FFF2-40B4-BE49-F238E27FC236}">
                <a16:creationId xmlns:a16="http://schemas.microsoft.com/office/drawing/2014/main" id="{63FFC32C-68DD-4167-AB2C-75163DD2B892}"/>
              </a:ext>
            </a:extLst>
          </p:cNvPr>
          <p:cNvSpPr>
            <a:spLocks noGrp="1"/>
          </p:cNvSpPr>
          <p:nvPr/>
        </p:nvSpPr>
        <p:spPr>
          <a:xfrm>
            <a:off x="6086168" y="4841875"/>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35" name="正方形/長方形 34">
            <a:extLst>
              <a:ext uri="{FF2B5EF4-FFF2-40B4-BE49-F238E27FC236}">
                <a16:creationId xmlns:a16="http://schemas.microsoft.com/office/drawing/2014/main" id="{D9BEC9E3-0F1C-472C-ADD5-F63088B4770B}"/>
              </a:ext>
            </a:extLst>
          </p:cNvPr>
          <p:cNvSpPr>
            <a:spLocks noGrp="1"/>
          </p:cNvSpPr>
          <p:nvPr/>
        </p:nvSpPr>
        <p:spPr>
          <a:xfrm>
            <a:off x="6162368" y="488950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Japan East</a:t>
            </a:r>
          </a:p>
        </p:txBody>
      </p:sp>
      <p:sp>
        <p:nvSpPr>
          <p:cNvPr id="36" name="正方形/長方形 35">
            <a:extLst>
              <a:ext uri="{FF2B5EF4-FFF2-40B4-BE49-F238E27FC236}">
                <a16:creationId xmlns:a16="http://schemas.microsoft.com/office/drawing/2014/main" id="{D4BB028D-2202-4982-B75F-53AE79025322}"/>
              </a:ext>
            </a:extLst>
          </p:cNvPr>
          <p:cNvSpPr>
            <a:spLocks noGrp="1"/>
          </p:cNvSpPr>
          <p:nvPr/>
        </p:nvSpPr>
        <p:spPr>
          <a:xfrm>
            <a:off x="8696018" y="4841875"/>
            <a:ext cx="2609850" cy="1006475"/>
          </a:xfrm>
          <a:prstGeom prst="rect">
            <a:avLst/>
          </a:prstGeom>
          <a:solidFill>
            <a:srgbClr val="FFFFFF"/>
          </a:solidFill>
          <a:ln w="11430">
            <a:solidFill>
              <a:srgbClr val="FFFFFF"/>
            </a:solidFill>
            <a:prstDash val="solid"/>
          </a:ln>
        </p:spPr>
        <p:txBody>
          <a:bodyPr/>
          <a:lstStyle/>
          <a:p>
            <a:endParaRPr lang="ja-JP" altLang="en-US" sz="4400"/>
          </a:p>
        </p:txBody>
      </p:sp>
      <p:sp>
        <p:nvSpPr>
          <p:cNvPr id="37" name="正方形/長方形 36">
            <a:extLst>
              <a:ext uri="{FF2B5EF4-FFF2-40B4-BE49-F238E27FC236}">
                <a16:creationId xmlns:a16="http://schemas.microsoft.com/office/drawing/2014/main" id="{75EDEBEA-E37C-40C2-9D58-B24343EC8A68}"/>
              </a:ext>
            </a:extLst>
          </p:cNvPr>
          <p:cNvSpPr>
            <a:spLocks noGrp="1"/>
          </p:cNvSpPr>
          <p:nvPr/>
        </p:nvSpPr>
        <p:spPr>
          <a:xfrm>
            <a:off x="8772218" y="4889500"/>
            <a:ext cx="2457450" cy="9112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利用できない場合は講師が代替を案内します。</a:t>
            </a:r>
          </a:p>
        </p:txBody>
      </p:sp>
      <p:sp>
        <p:nvSpPr>
          <p:cNvPr id="40" name="テキスト ボックス 39">
            <a:extLst>
              <a:ext uri="{FF2B5EF4-FFF2-40B4-BE49-F238E27FC236}">
                <a16:creationId xmlns:a16="http://schemas.microsoft.com/office/drawing/2014/main" id="{217B2490-6FA4-3E86-60F2-9C974F5DFECD}"/>
              </a:ext>
            </a:extLst>
          </p:cNvPr>
          <p:cNvSpPr txBox="1"/>
          <p:nvPr/>
        </p:nvSpPr>
        <p:spPr>
          <a:xfrm>
            <a:off x="685800" y="1905000"/>
            <a:ext cx="4023852" cy="369332"/>
          </a:xfrm>
          <a:prstGeom prst="rect">
            <a:avLst/>
          </a:prstGeom>
          <a:noFill/>
        </p:spPr>
        <p:txBody>
          <a:bodyPr wrap="square" rtlCol="0">
            <a:spAutoFit/>
          </a:bodyPr>
          <a:lstStyle/>
          <a:p>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Azure VM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で最初に選択する項目</a:t>
            </a:r>
          </a:p>
        </p:txBody>
      </p:sp>
    </p:spTree>
    <p:extLst>
      <p:ext uri="{BB962C8B-B14F-4D97-AF65-F5344CB8AC3E}">
        <p14:creationId xmlns:p14="http://schemas.microsoft.com/office/powerpoint/2010/main" val="11860771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9D6F5-12BF-98B1-EC55-E9F97C16B6E0}"/>
            </a:ext>
          </a:extLst>
        </p:cNvPr>
        <p:cNvGrpSpPr/>
        <p:nvPr/>
      </p:nvGrpSpPr>
      <p:grpSpPr>
        <a:xfrm>
          <a:off x="0" y="0"/>
          <a:ext cx="0" cy="0"/>
          <a:chOff x="0" y="0"/>
          <a:chExt cx="0" cy="0"/>
        </a:xfrm>
      </p:grpSpPr>
      <p:sp>
        <p:nvSpPr>
          <p:cNvPr id="39" name="正方形/長方形 38">
            <a:extLst>
              <a:ext uri="{FF2B5EF4-FFF2-40B4-BE49-F238E27FC236}">
                <a16:creationId xmlns:a16="http://schemas.microsoft.com/office/drawing/2014/main" id="{C6DCF546-25BB-3B67-6FB3-516AEEE0F3FE}"/>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sz="2100" b="1" dirty="0">
                <a:solidFill>
                  <a:srgbClr val="1F2937"/>
                </a:solidFill>
                <a:latin typeface="Meiryo UI"/>
                <a:ea typeface="Meiryo UI"/>
                <a:cs typeface="Meiryo UI"/>
              </a:rPr>
              <a:t>VM </a:t>
            </a:r>
            <a:r>
              <a:rPr lang="en-US" sz="2100" b="1" dirty="0" err="1">
                <a:solidFill>
                  <a:srgbClr val="1F2937"/>
                </a:solidFill>
                <a:latin typeface="Meiryo UI"/>
                <a:ea typeface="Meiryo UI"/>
                <a:cs typeface="Meiryo UI"/>
              </a:rPr>
              <a:t>の</a:t>
            </a:r>
            <a:r>
              <a:rPr lang="en-US" sz="2100" b="1" dirty="0">
                <a:solidFill>
                  <a:srgbClr val="1F2937"/>
                </a:solidFill>
                <a:latin typeface="Meiryo UI"/>
                <a:ea typeface="Meiryo UI"/>
                <a:cs typeface="Meiryo UI"/>
              </a:rPr>
              <a:t> SKU </a:t>
            </a:r>
            <a:r>
              <a:rPr lang="en-US" sz="2100" b="1" dirty="0" err="1">
                <a:solidFill>
                  <a:srgbClr val="1F2937"/>
                </a:solidFill>
                <a:latin typeface="Meiryo UI"/>
                <a:ea typeface="Meiryo UI"/>
                <a:cs typeface="Meiryo UI"/>
              </a:rPr>
              <a:t>の種類</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ED6EBEFA-5A0F-A0C6-A76A-695BD3294E2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4EE1C7F6-4EBA-C457-7B14-8813C16EF75D}"/>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grpSp>
        <p:nvGrpSpPr>
          <p:cNvPr id="41" name="Group 826">
            <a:extLst>
              <a:ext uri="{FF2B5EF4-FFF2-40B4-BE49-F238E27FC236}">
                <a16:creationId xmlns:a16="http://schemas.microsoft.com/office/drawing/2014/main" id="{D5BECC07-1A14-2781-1AB5-BBAC69C14775}"/>
              </a:ext>
            </a:extLst>
          </p:cNvPr>
          <p:cNvGrpSpPr/>
          <p:nvPr/>
        </p:nvGrpSpPr>
        <p:grpSpPr>
          <a:xfrm>
            <a:off x="673817" y="1780879"/>
            <a:ext cx="756000" cy="612000"/>
            <a:chOff x="1525319" y="1976899"/>
            <a:chExt cx="865583" cy="665954"/>
          </a:xfrm>
        </p:grpSpPr>
        <p:sp>
          <p:nvSpPr>
            <p:cNvPr id="42" name="monitor">
              <a:extLst>
                <a:ext uri="{FF2B5EF4-FFF2-40B4-BE49-F238E27FC236}">
                  <a16:creationId xmlns:a16="http://schemas.microsoft.com/office/drawing/2014/main" id="{577867A5-4B47-4BB2-60B9-334DC61F8AED}"/>
                </a:ext>
              </a:extLst>
            </p:cNvPr>
            <p:cNvSpPr>
              <a:spLocks noChangeAspect="1" noEditPoints="1"/>
            </p:cNvSpPr>
            <p:nvPr/>
          </p:nvSpPr>
          <p:spPr bwMode="auto">
            <a:xfrm>
              <a:off x="1525319" y="1976899"/>
              <a:ext cx="865583" cy="665954"/>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43" name="TextBox 835">
              <a:extLst>
                <a:ext uri="{FF2B5EF4-FFF2-40B4-BE49-F238E27FC236}">
                  <a16:creationId xmlns:a16="http://schemas.microsoft.com/office/drawing/2014/main" id="{DCEB5F88-B0EE-F173-080C-D4004D7ABD48}"/>
                </a:ext>
              </a:extLst>
            </p:cNvPr>
            <p:cNvSpPr txBox="1"/>
            <p:nvPr/>
          </p:nvSpPr>
          <p:spPr>
            <a:xfrm>
              <a:off x="1666562" y="2080706"/>
              <a:ext cx="583097" cy="361703"/>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A</a:t>
              </a:r>
            </a:p>
          </p:txBody>
        </p:sp>
      </p:grpSp>
      <p:sp>
        <p:nvSpPr>
          <p:cNvPr id="44" name="テキスト ボックス 43">
            <a:extLst>
              <a:ext uri="{FF2B5EF4-FFF2-40B4-BE49-F238E27FC236}">
                <a16:creationId xmlns:a16="http://schemas.microsoft.com/office/drawing/2014/main" id="{AAC8AE4A-B16B-D3CE-3568-B9E097724E46}"/>
              </a:ext>
            </a:extLst>
          </p:cNvPr>
          <p:cNvSpPr txBox="1"/>
          <p:nvPr/>
        </p:nvSpPr>
        <p:spPr>
          <a:xfrm>
            <a:off x="672187" y="1307572"/>
            <a:ext cx="4242713"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kumimoji="1" lang="ja-JP" altLang="en-US" sz="1800" b="1" dirty="0">
                <a:latin typeface="Yu Gothic UI" panose="020B0500000000000000" pitchFamily="34" charset="-128"/>
                <a:ea typeface="Yu Gothic UI" panose="020B0500000000000000" pitchFamily="34" charset="-128"/>
              </a:rPr>
              <a:t>汎用</a:t>
            </a:r>
          </a:p>
        </p:txBody>
      </p:sp>
      <p:sp>
        <p:nvSpPr>
          <p:cNvPr id="45" name="テキスト プレースホルダー 5">
            <a:extLst>
              <a:ext uri="{FF2B5EF4-FFF2-40B4-BE49-F238E27FC236}">
                <a16:creationId xmlns:a16="http://schemas.microsoft.com/office/drawing/2014/main" id="{DDD60563-F7AC-BDB6-A7C2-DCE6081A9E06}"/>
              </a:ext>
            </a:extLst>
          </p:cNvPr>
          <p:cNvSpPr txBox="1">
            <a:spLocks/>
          </p:cNvSpPr>
          <p:nvPr/>
        </p:nvSpPr>
        <p:spPr>
          <a:xfrm>
            <a:off x="336532" y="2362996"/>
            <a:ext cx="1435518" cy="452076"/>
          </a:xfrm>
          <a:prstGeom prst="rect">
            <a:avLst/>
          </a:prstGeom>
        </p:spPr>
        <p:txBody>
          <a:bodyPr vert="horz" lIns="91440" tIns="45720" rIns="91440" bIns="45720" anchor="ctr">
            <a:normAutofit/>
          </a:bodyPr>
          <a:lstStyle>
            <a:defPPr>
              <a:defRPr lang="en-US"/>
            </a:defPPr>
            <a:lvl1pPr marL="0" indent="0" algn="r" defTabSz="914400">
              <a:buNone/>
              <a:defRPr sz="1200" kern="1200">
                <a:solidFill>
                  <a:schemeClr val="tx1">
                    <a:tint val="75000"/>
                  </a:schemeClr>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a:lstStyle>
          <a:p>
            <a:pPr algn="ctr">
              <a:lnSpc>
                <a:spcPts val="1200"/>
              </a:lnSpc>
            </a:pPr>
            <a:r>
              <a:rPr lang="ja-JP" altLang="en-US" sz="1000">
                <a:solidFill>
                  <a:schemeClr val="tx1"/>
                </a:solidFill>
                <a:latin typeface="Yu Gothic UI" panose="020B0500000000000000" pitchFamily="34" charset="-128"/>
                <a:ea typeface="Yu Gothic UI" panose="020B0500000000000000" pitchFamily="34" charset="-128"/>
              </a:rPr>
              <a:t>エントリーレベル</a:t>
            </a:r>
            <a:endParaRPr lang="en-US" altLang="ja-JP" sz="1000" dirty="0">
              <a:solidFill>
                <a:schemeClr val="tx1"/>
              </a:solidFill>
              <a:latin typeface="Yu Gothic UI" panose="020B0500000000000000" pitchFamily="34" charset="-128"/>
              <a:ea typeface="Yu Gothic UI" panose="020B0500000000000000" pitchFamily="34" charset="-128"/>
            </a:endParaRPr>
          </a:p>
          <a:p>
            <a:pPr algn="ctr">
              <a:lnSpc>
                <a:spcPts val="1200"/>
              </a:lnSpc>
            </a:pPr>
            <a:r>
              <a:rPr lang="ja-JP" altLang="en-US" sz="1000">
                <a:solidFill>
                  <a:schemeClr val="tx1"/>
                </a:solidFill>
                <a:latin typeface="Yu Gothic UI" panose="020B0500000000000000" pitchFamily="34" charset="-128"/>
                <a:ea typeface="Yu Gothic UI" panose="020B0500000000000000" pitchFamily="34" charset="-128"/>
              </a:rPr>
              <a:t>経済的</a:t>
            </a:r>
            <a:endParaRPr lang="en-US" altLang="ja-JP" sz="1000" dirty="0">
              <a:solidFill>
                <a:schemeClr val="tx1"/>
              </a:solidFill>
              <a:latin typeface="Yu Gothic UI" panose="020B0500000000000000" pitchFamily="34" charset="-128"/>
              <a:ea typeface="Yu Gothic UI" panose="020B0500000000000000" pitchFamily="34" charset="-128"/>
            </a:endParaRPr>
          </a:p>
        </p:txBody>
      </p:sp>
      <p:sp>
        <p:nvSpPr>
          <p:cNvPr id="46" name="テキスト プレースホルダー 5">
            <a:extLst>
              <a:ext uri="{FF2B5EF4-FFF2-40B4-BE49-F238E27FC236}">
                <a16:creationId xmlns:a16="http://schemas.microsoft.com/office/drawing/2014/main" id="{78592570-0F22-93E8-34C2-ABF0486F02BB}"/>
              </a:ext>
            </a:extLst>
          </p:cNvPr>
          <p:cNvSpPr txBox="1">
            <a:spLocks/>
          </p:cNvSpPr>
          <p:nvPr/>
        </p:nvSpPr>
        <p:spPr>
          <a:xfrm>
            <a:off x="1761145" y="2446395"/>
            <a:ext cx="1435518" cy="452076"/>
          </a:xfrm>
          <a:prstGeom prst="rect">
            <a:avLst/>
          </a:prstGeom>
        </p:spPr>
        <p:txBody>
          <a:bodyPr vert="horz" wrap="square" lIns="0" tIns="0" rIns="0" bIns="0" rtlCol="0">
            <a:norm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バースト可能</a:t>
            </a:r>
            <a:endParaRPr lang="en-US" altLang="ja-JP" sz="1000" dirty="0">
              <a:latin typeface="Yu Gothic UI" panose="020B0500000000000000" pitchFamily="34" charset="-128"/>
              <a:ea typeface="Yu Gothic UI" panose="020B0500000000000000" pitchFamily="34" charset="-128"/>
            </a:endParaRPr>
          </a:p>
        </p:txBody>
      </p:sp>
      <p:sp>
        <p:nvSpPr>
          <p:cNvPr id="47" name="テキスト プレースホルダー 5">
            <a:extLst>
              <a:ext uri="{FF2B5EF4-FFF2-40B4-BE49-F238E27FC236}">
                <a16:creationId xmlns:a16="http://schemas.microsoft.com/office/drawing/2014/main" id="{39F40733-1748-42C2-A303-482D8B5D6D69}"/>
              </a:ext>
            </a:extLst>
          </p:cNvPr>
          <p:cNvSpPr txBox="1">
            <a:spLocks/>
          </p:cNvSpPr>
          <p:nvPr/>
        </p:nvSpPr>
        <p:spPr>
          <a:xfrm>
            <a:off x="2570795" y="2444680"/>
            <a:ext cx="1313199"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エンタープライズアプリ</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リレーショナル データベース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メモリ内キャッシュ</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データ分析</a:t>
            </a:r>
            <a:endParaRPr lang="en-US" altLang="ja-JP" sz="1000" dirty="0">
              <a:latin typeface="Yu Gothic UI" panose="020B0500000000000000" pitchFamily="34" charset="-128"/>
              <a:ea typeface="Yu Gothic UI" panose="020B0500000000000000" pitchFamily="34" charset="-128"/>
            </a:endParaRPr>
          </a:p>
        </p:txBody>
      </p:sp>
      <p:sp>
        <p:nvSpPr>
          <p:cNvPr id="48" name="テキスト プレースホルダー 5">
            <a:extLst>
              <a:ext uri="{FF2B5EF4-FFF2-40B4-BE49-F238E27FC236}">
                <a16:creationId xmlns:a16="http://schemas.microsoft.com/office/drawing/2014/main" id="{6F0CE99D-AA0E-D4F6-2E55-A9B83BB36C6F}"/>
              </a:ext>
            </a:extLst>
          </p:cNvPr>
          <p:cNvSpPr txBox="1">
            <a:spLocks/>
          </p:cNvSpPr>
          <p:nvPr/>
        </p:nvSpPr>
        <p:spPr>
          <a:xfrm>
            <a:off x="3894044" y="2455551"/>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機密コンピューティング</a:t>
            </a:r>
            <a:endParaRPr lang="en-US" altLang="ja-JP" sz="1000" dirty="0">
              <a:latin typeface="Yu Gothic UI" panose="020B0500000000000000" pitchFamily="34" charset="-128"/>
              <a:ea typeface="Yu Gothic UI" panose="020B0500000000000000" pitchFamily="34" charset="-128"/>
            </a:endParaRPr>
          </a:p>
        </p:txBody>
      </p:sp>
      <p:sp>
        <p:nvSpPr>
          <p:cNvPr id="49" name="テキスト ボックス 48">
            <a:extLst>
              <a:ext uri="{FF2B5EF4-FFF2-40B4-BE49-F238E27FC236}">
                <a16:creationId xmlns:a16="http://schemas.microsoft.com/office/drawing/2014/main" id="{A9C270CA-FFAD-24AE-0FC6-F1790ABC21F7}"/>
              </a:ext>
            </a:extLst>
          </p:cNvPr>
          <p:cNvSpPr txBox="1"/>
          <p:nvPr/>
        </p:nvSpPr>
        <p:spPr>
          <a:xfrm>
            <a:off x="4973707" y="1302450"/>
            <a:ext cx="4344534"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lang="ja-JP" altLang="en-US" sz="1800" b="1" dirty="0">
                <a:latin typeface="Yu Gothic UI" panose="020B0500000000000000" pitchFamily="34" charset="-128"/>
                <a:ea typeface="Yu Gothic UI" panose="020B0500000000000000" pitchFamily="34" charset="-128"/>
              </a:rPr>
              <a:t>コンピューティング最適化</a:t>
            </a:r>
          </a:p>
        </p:txBody>
      </p:sp>
      <p:sp>
        <p:nvSpPr>
          <p:cNvPr id="50" name="テキスト プレースホルダー 5">
            <a:extLst>
              <a:ext uri="{FF2B5EF4-FFF2-40B4-BE49-F238E27FC236}">
                <a16:creationId xmlns:a16="http://schemas.microsoft.com/office/drawing/2014/main" id="{1412C80E-F401-52A8-38B6-643EA26C3A14}"/>
              </a:ext>
            </a:extLst>
          </p:cNvPr>
          <p:cNvSpPr txBox="1">
            <a:spLocks/>
          </p:cNvSpPr>
          <p:nvPr/>
        </p:nvSpPr>
        <p:spPr>
          <a:xfrm>
            <a:off x="5170132" y="2483979"/>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トラフィックが中程度の </a:t>
            </a:r>
            <a:r>
              <a:rPr lang="en-US" altLang="ja-JP" sz="1000" dirty="0">
                <a:latin typeface="Yu Gothic UI" panose="020B0500000000000000" pitchFamily="34" charset="-128"/>
                <a:ea typeface="Yu Gothic UI" panose="020B0500000000000000" pitchFamily="34" charset="-128"/>
              </a:rPr>
              <a:t>Web </a:t>
            </a:r>
            <a:r>
              <a:rPr lang="ja-JP" altLang="en-US" sz="1000" dirty="0">
                <a:latin typeface="Yu Gothic UI" panose="020B0500000000000000" pitchFamily="34" charset="-128"/>
                <a:ea typeface="Yu Gothic UI" panose="020B0500000000000000" pitchFamily="34" charset="-128"/>
              </a:rPr>
              <a:t>サーバー</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ネットワーク アプライアンス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バッチ プロセス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アプリケーション サーバー</a:t>
            </a:r>
            <a:endParaRPr lang="en-US" altLang="ja-JP" sz="1000" dirty="0">
              <a:latin typeface="Yu Gothic UI" panose="020B0500000000000000" pitchFamily="34" charset="-128"/>
              <a:ea typeface="Yu Gothic UI" panose="020B0500000000000000" pitchFamily="34" charset="-128"/>
            </a:endParaRPr>
          </a:p>
        </p:txBody>
      </p:sp>
      <p:sp>
        <p:nvSpPr>
          <p:cNvPr id="51" name="テキスト プレースホルダー 5">
            <a:extLst>
              <a:ext uri="{FF2B5EF4-FFF2-40B4-BE49-F238E27FC236}">
                <a16:creationId xmlns:a16="http://schemas.microsoft.com/office/drawing/2014/main" id="{D323A932-F10E-46FD-A0AF-C46FE96C376B}"/>
              </a:ext>
            </a:extLst>
          </p:cNvPr>
          <p:cNvSpPr txBox="1">
            <a:spLocks/>
          </p:cNvSpPr>
          <p:nvPr/>
        </p:nvSpPr>
        <p:spPr>
          <a:xfrm>
            <a:off x="7123502" y="2483979"/>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電子設計自動化 </a:t>
            </a:r>
            <a:r>
              <a:rPr lang="en-US" altLang="ja-JP" sz="1000" dirty="0">
                <a:latin typeface="Yu Gothic UI" panose="020B0500000000000000" pitchFamily="34" charset="-128"/>
                <a:ea typeface="Yu Gothic UI" panose="020B0500000000000000" pitchFamily="34" charset="-128"/>
              </a:rPr>
              <a:t>(EDA)</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大規模メモリのリレーショナル データベース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中規模から大規模のキャッシュ</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インメモリ分析</a:t>
            </a:r>
            <a:endParaRPr lang="en-US" altLang="ja-JP" sz="1000" dirty="0">
              <a:latin typeface="Yu Gothic UI" panose="020B0500000000000000" pitchFamily="34" charset="-128"/>
              <a:ea typeface="Yu Gothic UI" panose="020B0500000000000000" pitchFamily="34" charset="-128"/>
            </a:endParaRPr>
          </a:p>
        </p:txBody>
      </p:sp>
      <p:sp>
        <p:nvSpPr>
          <p:cNvPr id="52" name="テキスト ボックス 51">
            <a:extLst>
              <a:ext uri="{FF2B5EF4-FFF2-40B4-BE49-F238E27FC236}">
                <a16:creationId xmlns:a16="http://schemas.microsoft.com/office/drawing/2014/main" id="{D234DC49-6226-CAA7-1F23-4B5577096118}"/>
              </a:ext>
            </a:extLst>
          </p:cNvPr>
          <p:cNvSpPr txBox="1"/>
          <p:nvPr/>
        </p:nvSpPr>
        <p:spPr>
          <a:xfrm>
            <a:off x="671709" y="3408471"/>
            <a:ext cx="4614590"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kumimoji="1" lang="ja-JP" altLang="en-US" sz="1800" b="1" dirty="0">
                <a:latin typeface="Yu Gothic UI" panose="020B0500000000000000" pitchFamily="34" charset="-128"/>
                <a:ea typeface="Yu Gothic UI" panose="020B0500000000000000" pitchFamily="34" charset="-128"/>
              </a:rPr>
              <a:t>メモリ最適化</a:t>
            </a:r>
          </a:p>
        </p:txBody>
      </p:sp>
      <p:sp>
        <p:nvSpPr>
          <p:cNvPr id="53" name="テキスト ボックス 52">
            <a:extLst>
              <a:ext uri="{FF2B5EF4-FFF2-40B4-BE49-F238E27FC236}">
                <a16:creationId xmlns:a16="http://schemas.microsoft.com/office/drawing/2014/main" id="{44C4D956-BBFA-1D8A-C54E-83CBEAD1026A}"/>
              </a:ext>
            </a:extLst>
          </p:cNvPr>
          <p:cNvSpPr txBox="1"/>
          <p:nvPr/>
        </p:nvSpPr>
        <p:spPr>
          <a:xfrm>
            <a:off x="9480461" y="1302450"/>
            <a:ext cx="2204862"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kumimoji="1" lang="ja-JP" altLang="en-US" sz="1800" b="1" dirty="0">
                <a:latin typeface="Yu Gothic UI" panose="020B0500000000000000" pitchFamily="34" charset="-128"/>
                <a:ea typeface="Yu Gothic UI" panose="020B0500000000000000" pitchFamily="34" charset="-128"/>
              </a:rPr>
              <a:t>ストレージ最適化</a:t>
            </a:r>
          </a:p>
        </p:txBody>
      </p:sp>
      <p:sp>
        <p:nvSpPr>
          <p:cNvPr id="54" name="テキスト ボックス 53">
            <a:extLst>
              <a:ext uri="{FF2B5EF4-FFF2-40B4-BE49-F238E27FC236}">
                <a16:creationId xmlns:a16="http://schemas.microsoft.com/office/drawing/2014/main" id="{4E6B5CE0-92AC-5633-1947-837E810CA902}"/>
              </a:ext>
            </a:extLst>
          </p:cNvPr>
          <p:cNvSpPr txBox="1"/>
          <p:nvPr/>
        </p:nvSpPr>
        <p:spPr>
          <a:xfrm>
            <a:off x="624510" y="5276009"/>
            <a:ext cx="10443540"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kumimoji="1" lang="en-US" altLang="ja-JP" sz="1800" b="1" dirty="0">
                <a:latin typeface="Yu Gothic UI" panose="020B0500000000000000" pitchFamily="34" charset="-128"/>
                <a:ea typeface="Yu Gothic UI" panose="020B0500000000000000" pitchFamily="34" charset="-128"/>
              </a:rPr>
              <a:t>GPU </a:t>
            </a:r>
            <a:r>
              <a:rPr kumimoji="1" lang="ja-JP" altLang="en-US" sz="1800" b="1" dirty="0">
                <a:latin typeface="Yu Gothic UI" panose="020B0500000000000000" pitchFamily="34" charset="-128"/>
                <a:ea typeface="Yu Gothic UI" panose="020B0500000000000000" pitchFamily="34" charset="-128"/>
              </a:rPr>
              <a:t>高速化</a:t>
            </a:r>
          </a:p>
        </p:txBody>
      </p:sp>
      <p:sp>
        <p:nvSpPr>
          <p:cNvPr id="55" name="テキスト ボックス 54">
            <a:extLst>
              <a:ext uri="{FF2B5EF4-FFF2-40B4-BE49-F238E27FC236}">
                <a16:creationId xmlns:a16="http://schemas.microsoft.com/office/drawing/2014/main" id="{0838A1BF-98B1-76D4-0406-E019436E376D}"/>
              </a:ext>
            </a:extLst>
          </p:cNvPr>
          <p:cNvSpPr txBox="1"/>
          <p:nvPr/>
        </p:nvSpPr>
        <p:spPr>
          <a:xfrm>
            <a:off x="5514963" y="3405605"/>
            <a:ext cx="2372823"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kumimoji="1" lang="en-US" altLang="ja-JP" sz="1800" b="1" dirty="0">
                <a:latin typeface="Yu Gothic UI" panose="020B0500000000000000" pitchFamily="34" charset="-128"/>
                <a:ea typeface="Yu Gothic UI" panose="020B0500000000000000" pitchFamily="34" charset="-128"/>
              </a:rPr>
              <a:t>FPGA </a:t>
            </a:r>
            <a:r>
              <a:rPr kumimoji="1" lang="ja-JP" altLang="en-US" sz="1800" b="1" dirty="0">
                <a:latin typeface="Yu Gothic UI" panose="020B0500000000000000" pitchFamily="34" charset="-128"/>
                <a:ea typeface="Yu Gothic UI" panose="020B0500000000000000" pitchFamily="34" charset="-128"/>
              </a:rPr>
              <a:t>による高速化</a:t>
            </a:r>
          </a:p>
        </p:txBody>
      </p:sp>
      <p:sp>
        <p:nvSpPr>
          <p:cNvPr id="56" name="テキスト ボックス 55">
            <a:extLst>
              <a:ext uri="{FF2B5EF4-FFF2-40B4-BE49-F238E27FC236}">
                <a16:creationId xmlns:a16="http://schemas.microsoft.com/office/drawing/2014/main" id="{84D552A5-AB20-4E14-CBED-71E3697B5DE0}"/>
              </a:ext>
            </a:extLst>
          </p:cNvPr>
          <p:cNvSpPr txBox="1"/>
          <p:nvPr/>
        </p:nvSpPr>
        <p:spPr>
          <a:xfrm>
            <a:off x="8056356" y="3405605"/>
            <a:ext cx="4025591" cy="349702"/>
          </a:xfrm>
          <a:prstGeom prst="rect">
            <a:avLst/>
          </a:prstGeom>
          <a:solidFill>
            <a:schemeClr val="bg1">
              <a:lumMod val="95000"/>
            </a:schemeClr>
          </a:solidFill>
          <a:ln>
            <a:solidFill>
              <a:schemeClr val="bg1">
                <a:lumMod val="50000"/>
              </a:schemeClr>
            </a:solidFill>
          </a:ln>
        </p:spPr>
        <p:txBody>
          <a:bodyPr wrap="square" lIns="36000" tIns="36000" rIns="36000" bIns="36000" rtlCol="0">
            <a:spAutoFit/>
          </a:bodyPr>
          <a:lstStyle/>
          <a:p>
            <a:pPr algn="ctr"/>
            <a:r>
              <a:rPr kumimoji="1" lang="ja-JP" altLang="en-US" sz="1800" b="1" dirty="0">
                <a:latin typeface="Yu Gothic UI" panose="020B0500000000000000" pitchFamily="34" charset="-128"/>
                <a:ea typeface="Yu Gothic UI" panose="020B0500000000000000" pitchFamily="34" charset="-128"/>
              </a:rPr>
              <a:t>ハイパフォーマンスコンピューティング</a:t>
            </a:r>
          </a:p>
        </p:txBody>
      </p:sp>
      <p:grpSp>
        <p:nvGrpSpPr>
          <p:cNvPr id="57" name="Group 826">
            <a:extLst>
              <a:ext uri="{FF2B5EF4-FFF2-40B4-BE49-F238E27FC236}">
                <a16:creationId xmlns:a16="http://schemas.microsoft.com/office/drawing/2014/main" id="{C3BCE3C4-F4C9-F6BC-A0A2-576C419EE196}"/>
              </a:ext>
            </a:extLst>
          </p:cNvPr>
          <p:cNvGrpSpPr/>
          <p:nvPr/>
        </p:nvGrpSpPr>
        <p:grpSpPr>
          <a:xfrm>
            <a:off x="1718311" y="1780879"/>
            <a:ext cx="756000" cy="612000"/>
            <a:chOff x="1525319" y="1976899"/>
            <a:chExt cx="865583" cy="665954"/>
          </a:xfrm>
        </p:grpSpPr>
        <p:sp>
          <p:nvSpPr>
            <p:cNvPr id="58" name="monitor">
              <a:extLst>
                <a:ext uri="{FF2B5EF4-FFF2-40B4-BE49-F238E27FC236}">
                  <a16:creationId xmlns:a16="http://schemas.microsoft.com/office/drawing/2014/main" id="{00A14B58-F22A-3F1F-338B-98E196A7D8F5}"/>
                </a:ext>
              </a:extLst>
            </p:cNvPr>
            <p:cNvSpPr>
              <a:spLocks noChangeAspect="1" noEditPoints="1"/>
            </p:cNvSpPr>
            <p:nvPr/>
          </p:nvSpPr>
          <p:spPr bwMode="auto">
            <a:xfrm>
              <a:off x="1525319" y="1976899"/>
              <a:ext cx="865583" cy="665954"/>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59" name="TextBox 835">
              <a:extLst>
                <a:ext uri="{FF2B5EF4-FFF2-40B4-BE49-F238E27FC236}">
                  <a16:creationId xmlns:a16="http://schemas.microsoft.com/office/drawing/2014/main" id="{B7D8B23A-B262-A896-F192-00FF46FF2CA4}"/>
                </a:ext>
              </a:extLst>
            </p:cNvPr>
            <p:cNvSpPr txBox="1"/>
            <p:nvPr/>
          </p:nvSpPr>
          <p:spPr>
            <a:xfrm>
              <a:off x="1666562" y="2080706"/>
              <a:ext cx="583097" cy="361703"/>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lang="en-US" altLang="ja-JP" sz="2400" b="1" kern="0" dirty="0">
                  <a:gradFill>
                    <a:gsLst>
                      <a:gs pos="2917">
                        <a:srgbClr val="353535"/>
                      </a:gs>
                      <a:gs pos="30000">
                        <a:srgbClr val="353535"/>
                      </a:gs>
                    </a:gsLst>
                    <a:lin ang="5400000" scaled="0"/>
                  </a:gradFill>
                  <a:latin typeface="Yu Gothic UI" panose="020B0500000000000000" pitchFamily="34" charset="-128"/>
                  <a:ea typeface="Yu Gothic UI" panose="020B0500000000000000" pitchFamily="34" charset="-128"/>
                  <a:cs typeface="Segoe UI Semibold" panose="020B0702040204020203" pitchFamily="34" charset="0"/>
                </a:rPr>
                <a:t>B</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grpSp>
      <p:sp>
        <p:nvSpPr>
          <p:cNvPr id="60" name="monitor">
            <a:extLst>
              <a:ext uri="{FF2B5EF4-FFF2-40B4-BE49-F238E27FC236}">
                <a16:creationId xmlns:a16="http://schemas.microsoft.com/office/drawing/2014/main" id="{156B3432-B8E3-9B16-9803-757863F3718B}"/>
              </a:ext>
            </a:extLst>
          </p:cNvPr>
          <p:cNvSpPr>
            <a:spLocks noChangeAspect="1" noEditPoints="1"/>
          </p:cNvSpPr>
          <p:nvPr/>
        </p:nvSpPr>
        <p:spPr bwMode="auto">
          <a:xfrm>
            <a:off x="2716390" y="1796647"/>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61" name="TextBox 835">
            <a:extLst>
              <a:ext uri="{FF2B5EF4-FFF2-40B4-BE49-F238E27FC236}">
                <a16:creationId xmlns:a16="http://schemas.microsoft.com/office/drawing/2014/main" id="{F7AE3443-34CE-D0C7-B4B2-9F2091D7700D}"/>
              </a:ext>
            </a:extLst>
          </p:cNvPr>
          <p:cNvSpPr txBox="1"/>
          <p:nvPr/>
        </p:nvSpPr>
        <p:spPr>
          <a:xfrm>
            <a:off x="2839994" y="1876536"/>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D</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62" name="monitor">
            <a:extLst>
              <a:ext uri="{FF2B5EF4-FFF2-40B4-BE49-F238E27FC236}">
                <a16:creationId xmlns:a16="http://schemas.microsoft.com/office/drawing/2014/main" id="{1BF36215-A378-C685-44CC-24ECEFFEDB56}"/>
              </a:ext>
            </a:extLst>
          </p:cNvPr>
          <p:cNvSpPr>
            <a:spLocks noChangeAspect="1" noEditPoints="1"/>
          </p:cNvSpPr>
          <p:nvPr/>
        </p:nvSpPr>
        <p:spPr bwMode="auto">
          <a:xfrm>
            <a:off x="3980876" y="1783314"/>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63" name="TextBox 835">
            <a:extLst>
              <a:ext uri="{FF2B5EF4-FFF2-40B4-BE49-F238E27FC236}">
                <a16:creationId xmlns:a16="http://schemas.microsoft.com/office/drawing/2014/main" id="{68FEFE67-9A7F-5CDE-195D-BA68F9B3581D}"/>
              </a:ext>
            </a:extLst>
          </p:cNvPr>
          <p:cNvSpPr txBox="1"/>
          <p:nvPr/>
        </p:nvSpPr>
        <p:spPr>
          <a:xfrm>
            <a:off x="4135909" y="1894320"/>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DC</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64" name="monitor">
            <a:extLst>
              <a:ext uri="{FF2B5EF4-FFF2-40B4-BE49-F238E27FC236}">
                <a16:creationId xmlns:a16="http://schemas.microsoft.com/office/drawing/2014/main" id="{FE979E66-F07D-59FA-E587-CE2696D47799}"/>
              </a:ext>
            </a:extLst>
          </p:cNvPr>
          <p:cNvSpPr>
            <a:spLocks noChangeAspect="1" noEditPoints="1"/>
          </p:cNvSpPr>
          <p:nvPr/>
        </p:nvSpPr>
        <p:spPr bwMode="auto">
          <a:xfrm>
            <a:off x="5514963" y="1789892"/>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65" name="TextBox 835">
            <a:extLst>
              <a:ext uri="{FF2B5EF4-FFF2-40B4-BE49-F238E27FC236}">
                <a16:creationId xmlns:a16="http://schemas.microsoft.com/office/drawing/2014/main" id="{D6675C51-9EC8-03DD-03D1-27EEC2D97DBE}"/>
              </a:ext>
            </a:extLst>
          </p:cNvPr>
          <p:cNvSpPr txBox="1"/>
          <p:nvPr/>
        </p:nvSpPr>
        <p:spPr>
          <a:xfrm>
            <a:off x="5654465" y="1872980"/>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F</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66" name="monitor">
            <a:extLst>
              <a:ext uri="{FF2B5EF4-FFF2-40B4-BE49-F238E27FC236}">
                <a16:creationId xmlns:a16="http://schemas.microsoft.com/office/drawing/2014/main" id="{E567E9EC-C05C-DF5E-A1E8-ADBFC3C12E8E}"/>
              </a:ext>
            </a:extLst>
          </p:cNvPr>
          <p:cNvSpPr>
            <a:spLocks noChangeAspect="1" noEditPoints="1"/>
          </p:cNvSpPr>
          <p:nvPr/>
        </p:nvSpPr>
        <p:spPr bwMode="auto">
          <a:xfrm>
            <a:off x="7390511" y="1780879"/>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67" name="TextBox 835">
            <a:extLst>
              <a:ext uri="{FF2B5EF4-FFF2-40B4-BE49-F238E27FC236}">
                <a16:creationId xmlns:a16="http://schemas.microsoft.com/office/drawing/2014/main" id="{2743BC18-FC8E-FFF3-D630-FF733B7F05F4}"/>
              </a:ext>
            </a:extLst>
          </p:cNvPr>
          <p:cNvSpPr txBox="1"/>
          <p:nvPr/>
        </p:nvSpPr>
        <p:spPr>
          <a:xfrm>
            <a:off x="7513872" y="1872979"/>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FX</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68" name="monitor">
            <a:extLst>
              <a:ext uri="{FF2B5EF4-FFF2-40B4-BE49-F238E27FC236}">
                <a16:creationId xmlns:a16="http://schemas.microsoft.com/office/drawing/2014/main" id="{FCBFBF29-DCC0-7BD2-A6C4-A00C874B8A85}"/>
              </a:ext>
            </a:extLst>
          </p:cNvPr>
          <p:cNvSpPr>
            <a:spLocks noChangeAspect="1" noEditPoints="1"/>
          </p:cNvSpPr>
          <p:nvPr/>
        </p:nvSpPr>
        <p:spPr bwMode="auto">
          <a:xfrm>
            <a:off x="10095689" y="1780879"/>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69" name="TextBox 835">
            <a:extLst>
              <a:ext uri="{FF2B5EF4-FFF2-40B4-BE49-F238E27FC236}">
                <a16:creationId xmlns:a16="http://schemas.microsoft.com/office/drawing/2014/main" id="{8760A362-1625-BA36-B7F6-FFA9A1526F60}"/>
              </a:ext>
            </a:extLst>
          </p:cNvPr>
          <p:cNvSpPr txBox="1"/>
          <p:nvPr/>
        </p:nvSpPr>
        <p:spPr>
          <a:xfrm>
            <a:off x="10219050" y="1854529"/>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L</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70" name="テキスト プレースホルダー 5">
            <a:extLst>
              <a:ext uri="{FF2B5EF4-FFF2-40B4-BE49-F238E27FC236}">
                <a16:creationId xmlns:a16="http://schemas.microsoft.com/office/drawing/2014/main" id="{F22C65C2-D9F3-C0D0-E9C0-75AC509B1A9C}"/>
              </a:ext>
            </a:extLst>
          </p:cNvPr>
          <p:cNvSpPr txBox="1">
            <a:spLocks/>
          </p:cNvSpPr>
          <p:nvPr/>
        </p:nvSpPr>
        <p:spPr>
          <a:xfrm>
            <a:off x="9630176" y="2464707"/>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高いディスク スループットと </a:t>
            </a:r>
            <a:r>
              <a:rPr lang="en-US" altLang="ja-JP" sz="1000" dirty="0">
                <a:latin typeface="Yu Gothic UI" panose="020B0500000000000000" pitchFamily="34" charset="-128"/>
                <a:ea typeface="Yu Gothic UI" panose="020B0500000000000000" pitchFamily="34" charset="-128"/>
              </a:rPr>
              <a:t>IO</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ビッグ データ</a:t>
            </a:r>
            <a:br>
              <a:rPr lang="ja-JP" altLang="en-US" sz="1000" dirty="0">
                <a:latin typeface="Yu Gothic UI" panose="020B0500000000000000" pitchFamily="34" charset="-128"/>
                <a:ea typeface="Yu Gothic UI" panose="020B0500000000000000" pitchFamily="34" charset="-128"/>
              </a:rPr>
            </a:br>
            <a:r>
              <a:rPr lang="en-US" altLang="ja-JP" sz="1000" dirty="0">
                <a:latin typeface="Yu Gothic UI" panose="020B0500000000000000" pitchFamily="34" charset="-128"/>
                <a:ea typeface="Yu Gothic UI" panose="020B0500000000000000" pitchFamily="34" charset="-128"/>
              </a:rPr>
              <a:t>SQL </a:t>
            </a:r>
            <a:r>
              <a:rPr lang="ja-JP" altLang="en-US" sz="1000" dirty="0">
                <a:latin typeface="Yu Gothic UI" panose="020B0500000000000000" pitchFamily="34" charset="-128"/>
                <a:ea typeface="Yu Gothic UI" panose="020B0500000000000000" pitchFamily="34" charset="-128"/>
              </a:rPr>
              <a:t>データベースと </a:t>
            </a:r>
            <a:r>
              <a:rPr lang="en-US" altLang="ja-JP" sz="1000" dirty="0">
                <a:latin typeface="Yu Gothic UI" panose="020B0500000000000000" pitchFamily="34" charset="-128"/>
                <a:ea typeface="Yu Gothic UI" panose="020B0500000000000000" pitchFamily="34" charset="-128"/>
              </a:rPr>
              <a:t>NoSQL </a:t>
            </a:r>
            <a:r>
              <a:rPr lang="ja-JP" altLang="en-US" sz="1000" dirty="0">
                <a:latin typeface="Yu Gothic UI" panose="020B0500000000000000" pitchFamily="34" charset="-128"/>
                <a:ea typeface="Yu Gothic UI" panose="020B0500000000000000" pitchFamily="34" charset="-128"/>
              </a:rPr>
              <a:t>データベース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データ ウェアハウジング</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大規模なトランザクション データベース</a:t>
            </a:r>
            <a:endParaRPr lang="en-US" altLang="ja-JP" sz="1000" dirty="0">
              <a:latin typeface="Yu Gothic UI" panose="020B0500000000000000" pitchFamily="34" charset="-128"/>
              <a:ea typeface="Yu Gothic UI" panose="020B0500000000000000" pitchFamily="34" charset="-128"/>
            </a:endParaRPr>
          </a:p>
        </p:txBody>
      </p:sp>
      <p:grpSp>
        <p:nvGrpSpPr>
          <p:cNvPr id="71" name="Group 826">
            <a:extLst>
              <a:ext uri="{FF2B5EF4-FFF2-40B4-BE49-F238E27FC236}">
                <a16:creationId xmlns:a16="http://schemas.microsoft.com/office/drawing/2014/main" id="{B6A82669-EF05-1669-D768-64509AF1443F}"/>
              </a:ext>
            </a:extLst>
          </p:cNvPr>
          <p:cNvGrpSpPr/>
          <p:nvPr/>
        </p:nvGrpSpPr>
        <p:grpSpPr>
          <a:xfrm>
            <a:off x="692421" y="3878560"/>
            <a:ext cx="756000" cy="612000"/>
            <a:chOff x="1525319" y="1976899"/>
            <a:chExt cx="865583" cy="665954"/>
          </a:xfrm>
        </p:grpSpPr>
        <p:sp>
          <p:nvSpPr>
            <p:cNvPr id="72" name="monitor">
              <a:extLst>
                <a:ext uri="{FF2B5EF4-FFF2-40B4-BE49-F238E27FC236}">
                  <a16:creationId xmlns:a16="http://schemas.microsoft.com/office/drawing/2014/main" id="{2522616F-0137-CCC9-BAD4-371D2A7BC530}"/>
                </a:ext>
              </a:extLst>
            </p:cNvPr>
            <p:cNvSpPr>
              <a:spLocks noChangeAspect="1" noEditPoints="1"/>
            </p:cNvSpPr>
            <p:nvPr/>
          </p:nvSpPr>
          <p:spPr bwMode="auto">
            <a:xfrm>
              <a:off x="1525319" y="1976899"/>
              <a:ext cx="865583" cy="665954"/>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73" name="TextBox 835">
              <a:extLst>
                <a:ext uri="{FF2B5EF4-FFF2-40B4-BE49-F238E27FC236}">
                  <a16:creationId xmlns:a16="http://schemas.microsoft.com/office/drawing/2014/main" id="{385EB687-DCA8-BAA5-EF94-A7B3B0F6CBD7}"/>
                </a:ext>
              </a:extLst>
            </p:cNvPr>
            <p:cNvSpPr txBox="1"/>
            <p:nvPr/>
          </p:nvSpPr>
          <p:spPr>
            <a:xfrm>
              <a:off x="1666562" y="2080706"/>
              <a:ext cx="583097" cy="361703"/>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lang="en-US" altLang="ja-JP" sz="2400" b="1" kern="0" dirty="0">
                  <a:gradFill>
                    <a:gsLst>
                      <a:gs pos="2917">
                        <a:srgbClr val="353535"/>
                      </a:gs>
                      <a:gs pos="30000">
                        <a:srgbClr val="353535"/>
                      </a:gs>
                    </a:gsLst>
                    <a:lin ang="5400000" scaled="0"/>
                  </a:gradFill>
                  <a:latin typeface="Yu Gothic UI" panose="020B0500000000000000" pitchFamily="34" charset="-128"/>
                  <a:ea typeface="Yu Gothic UI" panose="020B0500000000000000" pitchFamily="34" charset="-128"/>
                  <a:cs typeface="Segoe UI Semibold" panose="020B0702040204020203" pitchFamily="34" charset="0"/>
                </a:rPr>
                <a:t>E</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grpSp>
      <p:grpSp>
        <p:nvGrpSpPr>
          <p:cNvPr id="74" name="Group 826">
            <a:extLst>
              <a:ext uri="{FF2B5EF4-FFF2-40B4-BE49-F238E27FC236}">
                <a16:creationId xmlns:a16="http://schemas.microsoft.com/office/drawing/2014/main" id="{146F590C-0D98-467C-F214-1EE455D1710E}"/>
              </a:ext>
            </a:extLst>
          </p:cNvPr>
          <p:cNvGrpSpPr/>
          <p:nvPr/>
        </p:nvGrpSpPr>
        <p:grpSpPr>
          <a:xfrm>
            <a:off x="2111405" y="3878560"/>
            <a:ext cx="756000" cy="612000"/>
            <a:chOff x="1525319" y="1976899"/>
            <a:chExt cx="865583" cy="665954"/>
          </a:xfrm>
        </p:grpSpPr>
        <p:sp>
          <p:nvSpPr>
            <p:cNvPr id="75" name="monitor">
              <a:extLst>
                <a:ext uri="{FF2B5EF4-FFF2-40B4-BE49-F238E27FC236}">
                  <a16:creationId xmlns:a16="http://schemas.microsoft.com/office/drawing/2014/main" id="{FE83F804-EB6A-2EFA-1DC3-328ED9127FD0}"/>
                </a:ext>
              </a:extLst>
            </p:cNvPr>
            <p:cNvSpPr>
              <a:spLocks noChangeAspect="1" noEditPoints="1"/>
            </p:cNvSpPr>
            <p:nvPr/>
          </p:nvSpPr>
          <p:spPr bwMode="auto">
            <a:xfrm>
              <a:off x="1525319" y="1976899"/>
              <a:ext cx="865583" cy="665954"/>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76" name="TextBox 835">
              <a:extLst>
                <a:ext uri="{FF2B5EF4-FFF2-40B4-BE49-F238E27FC236}">
                  <a16:creationId xmlns:a16="http://schemas.microsoft.com/office/drawing/2014/main" id="{6C7BA5DE-BD5A-CA9B-63A6-808EA737D098}"/>
                </a:ext>
              </a:extLst>
            </p:cNvPr>
            <p:cNvSpPr txBox="1"/>
            <p:nvPr/>
          </p:nvSpPr>
          <p:spPr>
            <a:xfrm>
              <a:off x="1666562" y="2080706"/>
              <a:ext cx="583097" cy="361703"/>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Eb</a:t>
              </a:r>
            </a:p>
          </p:txBody>
        </p:sp>
      </p:grpSp>
      <p:sp>
        <p:nvSpPr>
          <p:cNvPr id="77" name="monitor">
            <a:extLst>
              <a:ext uri="{FF2B5EF4-FFF2-40B4-BE49-F238E27FC236}">
                <a16:creationId xmlns:a16="http://schemas.microsoft.com/office/drawing/2014/main" id="{7DF8D180-8179-C099-4BCB-58E59E8D2AFA}"/>
              </a:ext>
            </a:extLst>
          </p:cNvPr>
          <p:cNvSpPr>
            <a:spLocks noChangeAspect="1" noEditPoints="1"/>
          </p:cNvSpPr>
          <p:nvPr/>
        </p:nvSpPr>
        <p:spPr bwMode="auto">
          <a:xfrm>
            <a:off x="3282141" y="3880445"/>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78" name="TextBox 835">
            <a:extLst>
              <a:ext uri="{FF2B5EF4-FFF2-40B4-BE49-F238E27FC236}">
                <a16:creationId xmlns:a16="http://schemas.microsoft.com/office/drawing/2014/main" id="{296BBB1F-5923-95BA-C400-2D6F2FC1B727}"/>
              </a:ext>
            </a:extLst>
          </p:cNvPr>
          <p:cNvSpPr txBox="1"/>
          <p:nvPr/>
        </p:nvSpPr>
        <p:spPr>
          <a:xfrm>
            <a:off x="3405502" y="3961751"/>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lang="en-US" sz="2400" b="1" kern="0" dirty="0">
                <a:gradFill>
                  <a:gsLst>
                    <a:gs pos="2917">
                      <a:srgbClr val="353535"/>
                    </a:gs>
                    <a:gs pos="30000">
                      <a:srgbClr val="353535"/>
                    </a:gs>
                  </a:gsLst>
                  <a:lin ang="5400000" scaled="0"/>
                </a:gradFill>
                <a:latin typeface="Yu Gothic UI" panose="020B0500000000000000" pitchFamily="34" charset="-128"/>
                <a:ea typeface="Yu Gothic UI" panose="020B0500000000000000" pitchFamily="34" charset="-128"/>
                <a:cs typeface="Segoe UI Semibold" panose="020B0702040204020203" pitchFamily="34" charset="0"/>
              </a:rPr>
              <a:t>EC</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79" name="monitor">
            <a:extLst>
              <a:ext uri="{FF2B5EF4-FFF2-40B4-BE49-F238E27FC236}">
                <a16:creationId xmlns:a16="http://schemas.microsoft.com/office/drawing/2014/main" id="{44CA1D1D-2561-FB26-FC61-2654C4CBE123}"/>
              </a:ext>
            </a:extLst>
          </p:cNvPr>
          <p:cNvSpPr>
            <a:spLocks noChangeAspect="1" noEditPoints="1"/>
          </p:cNvSpPr>
          <p:nvPr/>
        </p:nvSpPr>
        <p:spPr bwMode="auto">
          <a:xfrm>
            <a:off x="4373970" y="3880995"/>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80" name="TextBox 835">
            <a:extLst>
              <a:ext uri="{FF2B5EF4-FFF2-40B4-BE49-F238E27FC236}">
                <a16:creationId xmlns:a16="http://schemas.microsoft.com/office/drawing/2014/main" id="{75C0F72D-99BB-786C-1CBE-0D98E371331F}"/>
              </a:ext>
            </a:extLst>
          </p:cNvPr>
          <p:cNvSpPr txBox="1"/>
          <p:nvPr/>
        </p:nvSpPr>
        <p:spPr>
          <a:xfrm>
            <a:off x="4529003" y="3992001"/>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M</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81" name="テキスト プレースホルダー 5">
            <a:extLst>
              <a:ext uri="{FF2B5EF4-FFF2-40B4-BE49-F238E27FC236}">
                <a16:creationId xmlns:a16="http://schemas.microsoft.com/office/drawing/2014/main" id="{513A291F-D084-8E21-581D-6E330ED8F48B}"/>
              </a:ext>
            </a:extLst>
          </p:cNvPr>
          <p:cNvSpPr txBox="1">
            <a:spLocks/>
          </p:cNvSpPr>
          <p:nvPr/>
        </p:nvSpPr>
        <p:spPr>
          <a:xfrm>
            <a:off x="506012" y="4585957"/>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リレーショナル データベース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中規模から大規模のキャッシュ</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インメモリ分析</a:t>
            </a:r>
            <a:endParaRPr lang="en-US" altLang="ja-JP" sz="1000" dirty="0">
              <a:latin typeface="Yu Gothic UI" panose="020B0500000000000000" pitchFamily="34" charset="-128"/>
              <a:ea typeface="Yu Gothic UI" panose="020B0500000000000000" pitchFamily="34" charset="-128"/>
            </a:endParaRPr>
          </a:p>
        </p:txBody>
      </p:sp>
      <p:sp>
        <p:nvSpPr>
          <p:cNvPr id="82" name="テキスト プレースホルダー 5">
            <a:extLst>
              <a:ext uri="{FF2B5EF4-FFF2-40B4-BE49-F238E27FC236}">
                <a16:creationId xmlns:a16="http://schemas.microsoft.com/office/drawing/2014/main" id="{E0F460A4-F242-CB2D-559B-B20F119541D7}"/>
              </a:ext>
            </a:extLst>
          </p:cNvPr>
          <p:cNvSpPr txBox="1">
            <a:spLocks/>
          </p:cNvSpPr>
          <p:nvPr/>
        </p:nvSpPr>
        <p:spPr>
          <a:xfrm>
            <a:off x="2096311" y="4547326"/>
            <a:ext cx="1001529"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リモート ストレージのパフォーマンスが高い </a:t>
            </a:r>
            <a:r>
              <a:rPr lang="en-US" altLang="ja-JP" sz="1000" dirty="0">
                <a:latin typeface="Yu Gothic UI" panose="020B0500000000000000" pitchFamily="34" charset="-128"/>
                <a:ea typeface="Yu Gothic UI" panose="020B0500000000000000" pitchFamily="34" charset="-128"/>
              </a:rPr>
              <a:t>E </a:t>
            </a:r>
            <a:r>
              <a:rPr lang="ja-JP" altLang="en-US" sz="1000" dirty="0">
                <a:latin typeface="Yu Gothic UI" panose="020B0500000000000000" pitchFamily="34" charset="-128"/>
                <a:ea typeface="Yu Gothic UI" panose="020B0500000000000000" pitchFamily="34" charset="-128"/>
              </a:rPr>
              <a:t>ファミリ</a:t>
            </a:r>
            <a:endParaRPr lang="en-US" altLang="ja-JP" sz="1000" dirty="0">
              <a:latin typeface="Yu Gothic UI" panose="020B0500000000000000" pitchFamily="34" charset="-128"/>
              <a:ea typeface="Yu Gothic UI" panose="020B0500000000000000" pitchFamily="34" charset="-128"/>
            </a:endParaRPr>
          </a:p>
        </p:txBody>
      </p:sp>
      <p:sp>
        <p:nvSpPr>
          <p:cNvPr id="83" name="テキスト プレースホルダー 5">
            <a:extLst>
              <a:ext uri="{FF2B5EF4-FFF2-40B4-BE49-F238E27FC236}">
                <a16:creationId xmlns:a16="http://schemas.microsoft.com/office/drawing/2014/main" id="{9F152E6B-FA4D-F322-A2F0-ADF4B4B2E90F}"/>
              </a:ext>
            </a:extLst>
          </p:cNvPr>
          <p:cNvSpPr txBox="1">
            <a:spLocks/>
          </p:cNvSpPr>
          <p:nvPr/>
        </p:nvSpPr>
        <p:spPr>
          <a:xfrm>
            <a:off x="3181963" y="4541287"/>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機密コンピューティング</a:t>
            </a:r>
            <a:endParaRPr lang="en-US" altLang="ja-JP" sz="1000" dirty="0">
              <a:latin typeface="Yu Gothic UI" panose="020B0500000000000000" pitchFamily="34" charset="-128"/>
              <a:ea typeface="Yu Gothic UI" panose="020B0500000000000000" pitchFamily="34" charset="-128"/>
            </a:endParaRPr>
          </a:p>
        </p:txBody>
      </p:sp>
      <p:sp>
        <p:nvSpPr>
          <p:cNvPr id="84" name="テキスト プレースホルダー 5">
            <a:extLst>
              <a:ext uri="{FF2B5EF4-FFF2-40B4-BE49-F238E27FC236}">
                <a16:creationId xmlns:a16="http://schemas.microsoft.com/office/drawing/2014/main" id="{568AA913-8725-EF59-34EA-9506AFCDDC60}"/>
              </a:ext>
            </a:extLst>
          </p:cNvPr>
          <p:cNvSpPr txBox="1">
            <a:spLocks/>
          </p:cNvSpPr>
          <p:nvPr/>
        </p:nvSpPr>
        <p:spPr>
          <a:xfrm>
            <a:off x="4352761" y="4539061"/>
            <a:ext cx="1001529"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非常に大規模なデータベース</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大量のメモリ</a:t>
            </a:r>
            <a:endParaRPr lang="en-US" altLang="ja-JP" sz="1000" dirty="0">
              <a:latin typeface="Yu Gothic UI" panose="020B0500000000000000" pitchFamily="34" charset="-128"/>
              <a:ea typeface="Yu Gothic UI" panose="020B0500000000000000" pitchFamily="34" charset="-128"/>
            </a:endParaRPr>
          </a:p>
        </p:txBody>
      </p:sp>
      <p:sp>
        <p:nvSpPr>
          <p:cNvPr id="85" name="monitor">
            <a:extLst>
              <a:ext uri="{FF2B5EF4-FFF2-40B4-BE49-F238E27FC236}">
                <a16:creationId xmlns:a16="http://schemas.microsoft.com/office/drawing/2014/main" id="{493D2DC0-5D86-8E40-7BB7-8364DF69011F}"/>
              </a:ext>
            </a:extLst>
          </p:cNvPr>
          <p:cNvSpPr>
            <a:spLocks noChangeAspect="1" noEditPoints="1"/>
          </p:cNvSpPr>
          <p:nvPr/>
        </p:nvSpPr>
        <p:spPr bwMode="auto">
          <a:xfrm>
            <a:off x="5669593" y="387856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86" name="TextBox 835">
            <a:extLst>
              <a:ext uri="{FF2B5EF4-FFF2-40B4-BE49-F238E27FC236}">
                <a16:creationId xmlns:a16="http://schemas.microsoft.com/office/drawing/2014/main" id="{DDC0CCD5-B05B-49D7-A0A3-C3CCA82CD4DD}"/>
              </a:ext>
            </a:extLst>
          </p:cNvPr>
          <p:cNvSpPr txBox="1"/>
          <p:nvPr/>
        </p:nvSpPr>
        <p:spPr>
          <a:xfrm>
            <a:off x="5824626" y="3989566"/>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lang="en-US" sz="2400" b="1" kern="0" dirty="0">
                <a:gradFill>
                  <a:gsLst>
                    <a:gs pos="2917">
                      <a:srgbClr val="353535"/>
                    </a:gs>
                    <a:gs pos="30000">
                      <a:srgbClr val="353535"/>
                    </a:gs>
                  </a:gsLst>
                  <a:lin ang="5400000" scaled="0"/>
                </a:gradFill>
                <a:latin typeface="Yu Gothic UI" panose="020B0500000000000000" pitchFamily="34" charset="-128"/>
                <a:ea typeface="Yu Gothic UI" panose="020B0500000000000000" pitchFamily="34" charset="-128"/>
                <a:cs typeface="Segoe UI Semibold" panose="020B0702040204020203" pitchFamily="34" charset="0"/>
              </a:rPr>
              <a:t>NP</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87" name="テキスト プレースホルダー 5">
            <a:extLst>
              <a:ext uri="{FF2B5EF4-FFF2-40B4-BE49-F238E27FC236}">
                <a16:creationId xmlns:a16="http://schemas.microsoft.com/office/drawing/2014/main" id="{90D68248-686A-1490-D575-A49697CA6EAD}"/>
              </a:ext>
            </a:extLst>
          </p:cNvPr>
          <p:cNvSpPr txBox="1">
            <a:spLocks/>
          </p:cNvSpPr>
          <p:nvPr/>
        </p:nvSpPr>
        <p:spPr>
          <a:xfrm>
            <a:off x="6525088" y="3879470"/>
            <a:ext cx="1413028"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機械学習推論</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ビデオ コード変換</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データベースの検索と分析</a:t>
            </a:r>
            <a:endParaRPr lang="en-US" altLang="ja-JP" sz="1000" dirty="0">
              <a:latin typeface="Yu Gothic UI" panose="020B0500000000000000" pitchFamily="34" charset="-128"/>
              <a:ea typeface="Yu Gothic UI" panose="020B0500000000000000" pitchFamily="34" charset="-128"/>
            </a:endParaRPr>
          </a:p>
        </p:txBody>
      </p:sp>
      <p:sp>
        <p:nvSpPr>
          <p:cNvPr id="88" name="monitor">
            <a:extLst>
              <a:ext uri="{FF2B5EF4-FFF2-40B4-BE49-F238E27FC236}">
                <a16:creationId xmlns:a16="http://schemas.microsoft.com/office/drawing/2014/main" id="{DA739F8A-86EF-8342-B93E-B44ABCAD3F2C}"/>
              </a:ext>
            </a:extLst>
          </p:cNvPr>
          <p:cNvSpPr>
            <a:spLocks noChangeAspect="1" noEditPoints="1"/>
          </p:cNvSpPr>
          <p:nvPr/>
        </p:nvSpPr>
        <p:spPr bwMode="auto">
          <a:xfrm>
            <a:off x="8093148" y="387856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89" name="TextBox 835">
            <a:extLst>
              <a:ext uri="{FF2B5EF4-FFF2-40B4-BE49-F238E27FC236}">
                <a16:creationId xmlns:a16="http://schemas.microsoft.com/office/drawing/2014/main" id="{2F03D378-8EF6-CB47-E9E0-A6C466E5867D}"/>
              </a:ext>
            </a:extLst>
          </p:cNvPr>
          <p:cNvSpPr txBox="1"/>
          <p:nvPr/>
        </p:nvSpPr>
        <p:spPr>
          <a:xfrm>
            <a:off x="8248181" y="3989566"/>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HB</a:t>
            </a:r>
          </a:p>
        </p:txBody>
      </p:sp>
      <p:sp>
        <p:nvSpPr>
          <p:cNvPr id="90" name="monitor">
            <a:extLst>
              <a:ext uri="{FF2B5EF4-FFF2-40B4-BE49-F238E27FC236}">
                <a16:creationId xmlns:a16="http://schemas.microsoft.com/office/drawing/2014/main" id="{A9D623D8-F54F-8668-3431-C08B59AA01AE}"/>
              </a:ext>
            </a:extLst>
          </p:cNvPr>
          <p:cNvSpPr>
            <a:spLocks noChangeAspect="1" noEditPoints="1"/>
          </p:cNvSpPr>
          <p:nvPr/>
        </p:nvSpPr>
        <p:spPr bwMode="auto">
          <a:xfrm>
            <a:off x="9503494" y="387856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91" name="TextBox 835">
            <a:extLst>
              <a:ext uri="{FF2B5EF4-FFF2-40B4-BE49-F238E27FC236}">
                <a16:creationId xmlns:a16="http://schemas.microsoft.com/office/drawing/2014/main" id="{351DF04C-1FF2-96E5-2A5D-776586D0932A}"/>
              </a:ext>
            </a:extLst>
          </p:cNvPr>
          <p:cNvSpPr txBox="1"/>
          <p:nvPr/>
        </p:nvSpPr>
        <p:spPr>
          <a:xfrm>
            <a:off x="9658527" y="3989566"/>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lang="en-US" sz="2400" b="1" kern="0" dirty="0">
                <a:gradFill>
                  <a:gsLst>
                    <a:gs pos="2917">
                      <a:srgbClr val="353535"/>
                    </a:gs>
                    <a:gs pos="30000">
                      <a:srgbClr val="353535"/>
                    </a:gs>
                  </a:gsLst>
                  <a:lin ang="5400000" scaled="0"/>
                </a:gradFill>
                <a:latin typeface="Yu Gothic UI" panose="020B0500000000000000" pitchFamily="34" charset="-128"/>
                <a:ea typeface="Yu Gothic UI" panose="020B0500000000000000" pitchFamily="34" charset="-128"/>
                <a:cs typeface="Segoe UI Semibold" panose="020B0702040204020203" pitchFamily="34" charset="0"/>
              </a:rPr>
              <a:t>HC</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92" name="monitor">
            <a:extLst>
              <a:ext uri="{FF2B5EF4-FFF2-40B4-BE49-F238E27FC236}">
                <a16:creationId xmlns:a16="http://schemas.microsoft.com/office/drawing/2014/main" id="{BC7DE5E4-C519-10AC-6ED2-C77315C89E38}"/>
              </a:ext>
            </a:extLst>
          </p:cNvPr>
          <p:cNvSpPr>
            <a:spLocks noChangeAspect="1" noEditPoints="1"/>
          </p:cNvSpPr>
          <p:nvPr/>
        </p:nvSpPr>
        <p:spPr bwMode="auto">
          <a:xfrm>
            <a:off x="10799117" y="387856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dirty="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93" name="TextBox 835">
            <a:extLst>
              <a:ext uri="{FF2B5EF4-FFF2-40B4-BE49-F238E27FC236}">
                <a16:creationId xmlns:a16="http://schemas.microsoft.com/office/drawing/2014/main" id="{AE4685CD-272A-F773-FEB0-AD5A92F00CF3}"/>
              </a:ext>
            </a:extLst>
          </p:cNvPr>
          <p:cNvSpPr txBox="1"/>
          <p:nvPr/>
        </p:nvSpPr>
        <p:spPr>
          <a:xfrm>
            <a:off x="10954150" y="3989566"/>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lang="en-US" sz="2400" b="1" kern="0" dirty="0">
                <a:gradFill>
                  <a:gsLst>
                    <a:gs pos="2917">
                      <a:srgbClr val="353535"/>
                    </a:gs>
                    <a:gs pos="30000">
                      <a:srgbClr val="353535"/>
                    </a:gs>
                  </a:gsLst>
                  <a:lin ang="5400000" scaled="0"/>
                </a:gradFill>
                <a:latin typeface="Yu Gothic UI" panose="020B0500000000000000" pitchFamily="34" charset="-128"/>
                <a:ea typeface="Yu Gothic UI" panose="020B0500000000000000" pitchFamily="34" charset="-128"/>
                <a:cs typeface="Segoe UI Semibold" panose="020B0702040204020203" pitchFamily="34" charset="0"/>
              </a:rPr>
              <a:t>HX</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94" name="テキスト プレースホルダー 5">
            <a:extLst>
              <a:ext uri="{FF2B5EF4-FFF2-40B4-BE49-F238E27FC236}">
                <a16:creationId xmlns:a16="http://schemas.microsoft.com/office/drawing/2014/main" id="{EA1C3B8E-10F5-4236-ABB3-53405B75A01B}"/>
              </a:ext>
            </a:extLst>
          </p:cNvPr>
          <p:cNvSpPr txBox="1">
            <a:spLocks/>
          </p:cNvSpPr>
          <p:nvPr/>
        </p:nvSpPr>
        <p:spPr>
          <a:xfrm>
            <a:off x="8056356" y="4547326"/>
            <a:ext cx="1052558" cy="61200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高いメモリ帯域幅</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流体力学</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天気のモデリング</a:t>
            </a:r>
            <a:endParaRPr lang="en-US" altLang="ja-JP" sz="1000" dirty="0">
              <a:latin typeface="Yu Gothic UI" panose="020B0500000000000000" pitchFamily="34" charset="-128"/>
              <a:ea typeface="Yu Gothic UI" panose="020B0500000000000000" pitchFamily="34" charset="-128"/>
            </a:endParaRPr>
          </a:p>
        </p:txBody>
      </p:sp>
      <p:sp>
        <p:nvSpPr>
          <p:cNvPr id="95" name="テキスト プレースホルダー 5">
            <a:extLst>
              <a:ext uri="{FF2B5EF4-FFF2-40B4-BE49-F238E27FC236}">
                <a16:creationId xmlns:a16="http://schemas.microsoft.com/office/drawing/2014/main" id="{C71609A1-CB9A-C78A-739A-C0AC0C98F8E6}"/>
              </a:ext>
            </a:extLst>
          </p:cNvPr>
          <p:cNvSpPr txBox="1">
            <a:spLocks/>
          </p:cNvSpPr>
          <p:nvPr/>
        </p:nvSpPr>
        <p:spPr>
          <a:xfrm>
            <a:off x="9333234" y="4539061"/>
            <a:ext cx="1318656" cy="61200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高密度コンピューティング</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有限要素の分析</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分子動力学</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計算化学</a:t>
            </a:r>
            <a:endParaRPr lang="en-US" altLang="ja-JP" sz="1000" dirty="0">
              <a:latin typeface="Yu Gothic UI" panose="020B0500000000000000" pitchFamily="34" charset="-128"/>
              <a:ea typeface="Yu Gothic UI" panose="020B0500000000000000" pitchFamily="34" charset="-128"/>
            </a:endParaRPr>
          </a:p>
        </p:txBody>
      </p:sp>
      <p:sp>
        <p:nvSpPr>
          <p:cNvPr id="96" name="テキスト プレースホルダー 5">
            <a:extLst>
              <a:ext uri="{FF2B5EF4-FFF2-40B4-BE49-F238E27FC236}">
                <a16:creationId xmlns:a16="http://schemas.microsoft.com/office/drawing/2014/main" id="{873027F7-70E5-6655-1E06-E29F317F08FA}"/>
              </a:ext>
            </a:extLst>
          </p:cNvPr>
          <p:cNvSpPr txBox="1">
            <a:spLocks/>
          </p:cNvSpPr>
          <p:nvPr/>
        </p:nvSpPr>
        <p:spPr>
          <a:xfrm>
            <a:off x="10728327" y="4524376"/>
            <a:ext cx="1318656" cy="61200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大規模メモリ容量</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電子設計自動化 </a:t>
            </a:r>
            <a:r>
              <a:rPr lang="en-US" altLang="ja-JP" sz="1000" dirty="0">
                <a:latin typeface="Yu Gothic UI" panose="020B0500000000000000" pitchFamily="34" charset="-128"/>
                <a:ea typeface="Yu Gothic UI" panose="020B0500000000000000" pitchFamily="34" charset="-128"/>
              </a:rPr>
              <a:t>(EDA)</a:t>
            </a:r>
          </a:p>
        </p:txBody>
      </p:sp>
      <p:sp>
        <p:nvSpPr>
          <p:cNvPr id="97" name="monitor">
            <a:extLst>
              <a:ext uri="{FF2B5EF4-FFF2-40B4-BE49-F238E27FC236}">
                <a16:creationId xmlns:a16="http://schemas.microsoft.com/office/drawing/2014/main" id="{9FDAADEC-F036-03C1-EC79-AB9757FE43BA}"/>
              </a:ext>
            </a:extLst>
          </p:cNvPr>
          <p:cNvSpPr>
            <a:spLocks noChangeAspect="1" noEditPoints="1"/>
          </p:cNvSpPr>
          <p:nvPr/>
        </p:nvSpPr>
        <p:spPr bwMode="auto">
          <a:xfrm>
            <a:off x="692801" y="581031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98" name="TextBox 835">
            <a:extLst>
              <a:ext uri="{FF2B5EF4-FFF2-40B4-BE49-F238E27FC236}">
                <a16:creationId xmlns:a16="http://schemas.microsoft.com/office/drawing/2014/main" id="{1038E212-BB06-FFE1-17A2-AD169D861A17}"/>
              </a:ext>
            </a:extLst>
          </p:cNvPr>
          <p:cNvSpPr txBox="1"/>
          <p:nvPr/>
        </p:nvSpPr>
        <p:spPr>
          <a:xfrm>
            <a:off x="816163" y="5905707"/>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NC</a:t>
            </a:r>
          </a:p>
        </p:txBody>
      </p:sp>
      <p:sp>
        <p:nvSpPr>
          <p:cNvPr id="99" name="テキスト プレースホルダー 5">
            <a:extLst>
              <a:ext uri="{FF2B5EF4-FFF2-40B4-BE49-F238E27FC236}">
                <a16:creationId xmlns:a16="http://schemas.microsoft.com/office/drawing/2014/main" id="{E40ACDC0-A5A8-78AE-C384-214BDCF36F48}"/>
              </a:ext>
            </a:extLst>
          </p:cNvPr>
          <p:cNvSpPr txBox="1">
            <a:spLocks/>
          </p:cNvSpPr>
          <p:nvPr/>
        </p:nvSpPr>
        <p:spPr>
          <a:xfrm>
            <a:off x="1506064" y="5810310"/>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コンピューティング集中型</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グラフィックス集中型</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視覚化</a:t>
            </a:r>
            <a:endParaRPr lang="en-US" altLang="ja-JP" sz="1000" dirty="0">
              <a:latin typeface="Yu Gothic UI" panose="020B0500000000000000" pitchFamily="34" charset="-128"/>
              <a:ea typeface="Yu Gothic UI" panose="020B0500000000000000" pitchFamily="34" charset="-128"/>
            </a:endParaRPr>
          </a:p>
        </p:txBody>
      </p:sp>
      <p:sp>
        <p:nvSpPr>
          <p:cNvPr id="100" name="monitor">
            <a:extLst>
              <a:ext uri="{FF2B5EF4-FFF2-40B4-BE49-F238E27FC236}">
                <a16:creationId xmlns:a16="http://schemas.microsoft.com/office/drawing/2014/main" id="{FFA4907E-25BF-D653-98F3-43DCF70695E5}"/>
              </a:ext>
            </a:extLst>
          </p:cNvPr>
          <p:cNvSpPr>
            <a:spLocks noChangeAspect="1" noEditPoints="1"/>
          </p:cNvSpPr>
          <p:nvPr/>
        </p:nvSpPr>
        <p:spPr bwMode="auto">
          <a:xfrm>
            <a:off x="3179748" y="5814852"/>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101" name="TextBox 835">
            <a:extLst>
              <a:ext uri="{FF2B5EF4-FFF2-40B4-BE49-F238E27FC236}">
                <a16:creationId xmlns:a16="http://schemas.microsoft.com/office/drawing/2014/main" id="{230E5613-D200-9544-3F77-2DCDD0335E4B}"/>
              </a:ext>
            </a:extLst>
          </p:cNvPr>
          <p:cNvSpPr txBox="1"/>
          <p:nvPr/>
        </p:nvSpPr>
        <p:spPr>
          <a:xfrm>
            <a:off x="3303110" y="5910249"/>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N</a:t>
            </a: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D</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102" name="テキスト プレースホルダー 5">
            <a:extLst>
              <a:ext uri="{FF2B5EF4-FFF2-40B4-BE49-F238E27FC236}">
                <a16:creationId xmlns:a16="http://schemas.microsoft.com/office/drawing/2014/main" id="{71731C96-131B-7741-2C6D-0989E94D9195}"/>
              </a:ext>
            </a:extLst>
          </p:cNvPr>
          <p:cNvSpPr txBox="1">
            <a:spLocks/>
          </p:cNvSpPr>
          <p:nvPr/>
        </p:nvSpPr>
        <p:spPr>
          <a:xfrm>
            <a:off x="3993011" y="5814852"/>
            <a:ext cx="2023570"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コンピューティング集中型の大規模メモリ</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グラフィックス集中型の大規模メモリ</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大規模メモリの視覚化</a:t>
            </a:r>
            <a:endParaRPr lang="en-US" altLang="ja-JP" sz="1000" dirty="0">
              <a:latin typeface="Yu Gothic UI" panose="020B0500000000000000" pitchFamily="34" charset="-128"/>
              <a:ea typeface="Yu Gothic UI" panose="020B0500000000000000" pitchFamily="34" charset="-128"/>
            </a:endParaRPr>
          </a:p>
        </p:txBody>
      </p:sp>
      <p:sp>
        <p:nvSpPr>
          <p:cNvPr id="103" name="monitor">
            <a:extLst>
              <a:ext uri="{FF2B5EF4-FFF2-40B4-BE49-F238E27FC236}">
                <a16:creationId xmlns:a16="http://schemas.microsoft.com/office/drawing/2014/main" id="{AEA0485F-F0B4-0194-7932-D2AAF054AF67}"/>
              </a:ext>
            </a:extLst>
          </p:cNvPr>
          <p:cNvSpPr>
            <a:spLocks noChangeAspect="1" noEditPoints="1"/>
          </p:cNvSpPr>
          <p:nvPr/>
        </p:nvSpPr>
        <p:spPr bwMode="auto">
          <a:xfrm>
            <a:off x="6333903" y="581031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104" name="TextBox 835">
            <a:extLst>
              <a:ext uri="{FF2B5EF4-FFF2-40B4-BE49-F238E27FC236}">
                <a16:creationId xmlns:a16="http://schemas.microsoft.com/office/drawing/2014/main" id="{31303345-B5E5-C621-FB43-2ECD24B08BB4}"/>
              </a:ext>
            </a:extLst>
          </p:cNvPr>
          <p:cNvSpPr txBox="1"/>
          <p:nvPr/>
        </p:nvSpPr>
        <p:spPr>
          <a:xfrm>
            <a:off x="6457265" y="5905707"/>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N</a:t>
            </a: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G</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105" name="テキスト プレースホルダー 5">
            <a:extLst>
              <a:ext uri="{FF2B5EF4-FFF2-40B4-BE49-F238E27FC236}">
                <a16:creationId xmlns:a16="http://schemas.microsoft.com/office/drawing/2014/main" id="{495F9721-88AF-1160-709C-9944FBFBE0E5}"/>
              </a:ext>
            </a:extLst>
          </p:cNvPr>
          <p:cNvSpPr txBox="1">
            <a:spLocks/>
          </p:cNvSpPr>
          <p:nvPr/>
        </p:nvSpPr>
        <p:spPr>
          <a:xfrm>
            <a:off x="7147166" y="5810310"/>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仮想デスクトップ </a:t>
            </a:r>
            <a:r>
              <a:rPr lang="en-US" altLang="ja-JP" sz="1000" dirty="0">
                <a:latin typeface="Yu Gothic UI" panose="020B0500000000000000" pitchFamily="34" charset="-128"/>
                <a:ea typeface="Yu Gothic UI" panose="020B0500000000000000" pitchFamily="34" charset="-128"/>
              </a:rPr>
              <a:t>(VDI)</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クラウドゲーミング</a:t>
            </a:r>
            <a:endParaRPr lang="en-US" altLang="ja-JP" sz="1000" dirty="0">
              <a:latin typeface="Yu Gothic UI" panose="020B0500000000000000" pitchFamily="34" charset="-128"/>
              <a:ea typeface="Yu Gothic UI" panose="020B0500000000000000" pitchFamily="34" charset="-128"/>
            </a:endParaRPr>
          </a:p>
        </p:txBody>
      </p:sp>
      <p:sp>
        <p:nvSpPr>
          <p:cNvPr id="106" name="monitor">
            <a:extLst>
              <a:ext uri="{FF2B5EF4-FFF2-40B4-BE49-F238E27FC236}">
                <a16:creationId xmlns:a16="http://schemas.microsoft.com/office/drawing/2014/main" id="{26755E4E-7EDD-4677-63C6-80411991EA18}"/>
              </a:ext>
            </a:extLst>
          </p:cNvPr>
          <p:cNvSpPr>
            <a:spLocks noChangeAspect="1" noEditPoints="1"/>
          </p:cNvSpPr>
          <p:nvPr/>
        </p:nvSpPr>
        <p:spPr bwMode="auto">
          <a:xfrm>
            <a:off x="8625301" y="5810310"/>
            <a:ext cx="756000" cy="612000"/>
          </a:xfrm>
          <a:custGeom>
            <a:avLst/>
            <a:gdLst>
              <a:gd name="T0" fmla="*/ 244 w 244"/>
              <a:gd name="T1" fmla="*/ 68 h 187"/>
              <a:gd name="T2" fmla="*/ 244 w 244"/>
              <a:gd name="T3" fmla="*/ 151 h 187"/>
              <a:gd name="T4" fmla="*/ 0 w 244"/>
              <a:gd name="T5" fmla="*/ 151 h 187"/>
              <a:gd name="T6" fmla="*/ 0 w 244"/>
              <a:gd name="T7" fmla="*/ 0 h 187"/>
              <a:gd name="T8" fmla="*/ 244 w 244"/>
              <a:gd name="T9" fmla="*/ 0 h 187"/>
              <a:gd name="T10" fmla="*/ 244 w 244"/>
              <a:gd name="T11" fmla="*/ 68 h 187"/>
              <a:gd name="T12" fmla="*/ 122 w 244"/>
              <a:gd name="T13" fmla="*/ 151 h 187"/>
              <a:gd name="T14" fmla="*/ 122 w 244"/>
              <a:gd name="T15" fmla="*/ 187 h 187"/>
              <a:gd name="T16" fmla="*/ 73 w 244"/>
              <a:gd name="T17" fmla="*/ 187 h 187"/>
              <a:gd name="T18" fmla="*/ 171 w 244"/>
              <a:gd name="T19" fmla="*/ 187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44" h="187">
                <a:moveTo>
                  <a:pt x="244" y="68"/>
                </a:moveTo>
                <a:lnTo>
                  <a:pt x="244" y="151"/>
                </a:lnTo>
                <a:lnTo>
                  <a:pt x="0" y="151"/>
                </a:lnTo>
                <a:lnTo>
                  <a:pt x="0" y="0"/>
                </a:lnTo>
                <a:lnTo>
                  <a:pt x="244" y="0"/>
                </a:lnTo>
                <a:lnTo>
                  <a:pt x="244" y="68"/>
                </a:lnTo>
                <a:moveTo>
                  <a:pt x="122" y="151"/>
                </a:moveTo>
                <a:lnTo>
                  <a:pt x="122" y="187"/>
                </a:lnTo>
                <a:moveTo>
                  <a:pt x="73" y="187"/>
                </a:moveTo>
                <a:lnTo>
                  <a:pt x="171" y="187"/>
                </a:lnTo>
              </a:path>
            </a:pathLst>
          </a:custGeom>
          <a:solidFill>
            <a:srgbClr val="FFFFFF"/>
          </a:solidFill>
          <a:ln w="15875" cap="sq">
            <a:solidFill>
              <a:sysClr val="windowText" lastClr="000000"/>
            </a:solidFill>
            <a:prstDash val="solid"/>
            <a:miter lim="800000"/>
            <a:headEnd/>
            <a:tailEnd/>
          </a:ln>
        </p:spPr>
        <p:txBody>
          <a:bodyPr vert="horz" wrap="square" lIns="91401" tIns="45700" rIns="91401" bIns="45700" numCol="1" anchor="t" anchorCtr="0" compatLnSpc="1">
            <a:prstTxWarp prst="textNoShape">
              <a:avLst/>
            </a:prstTxWarp>
          </a:bodyPr>
          <a:lstStyle/>
          <a:p>
            <a:pPr marL="0" marR="0" lvl="0" indent="0" defTabSz="932205" eaLnBrk="1" fontAlgn="auto" latinLnBrk="0" hangingPunct="1">
              <a:lnSpc>
                <a:spcPct val="100000"/>
              </a:lnSpc>
              <a:spcBef>
                <a:spcPts val="0"/>
              </a:spcBef>
              <a:spcAft>
                <a:spcPts val="0"/>
              </a:spcAft>
              <a:buClrTx/>
              <a:buSzTx/>
              <a:buFontTx/>
              <a:buNone/>
              <a:tabLst/>
              <a:defRPr/>
            </a:pPr>
            <a:endParaRPr kumimoji="0" lang="en-US" sz="1199" b="0" i="0" u="none" strike="noStrike" kern="0" cap="none" spc="0" normalizeH="0" baseline="0" noProof="0">
              <a:ln>
                <a:noFill/>
              </a:ln>
              <a:gradFill>
                <a:gsLst>
                  <a:gs pos="0">
                    <a:srgbClr val="505050"/>
                  </a:gs>
                  <a:gs pos="100000">
                    <a:srgbClr val="505050"/>
                  </a:gs>
                </a:gsLst>
              </a:gradFill>
              <a:effectLst/>
              <a:uLnTx/>
              <a:uFillTx/>
              <a:latin typeface="Yu Gothic UI" panose="020B0500000000000000" pitchFamily="34" charset="-128"/>
              <a:ea typeface="Yu Gothic UI" panose="020B0500000000000000" pitchFamily="34" charset="-128"/>
            </a:endParaRPr>
          </a:p>
        </p:txBody>
      </p:sp>
      <p:sp>
        <p:nvSpPr>
          <p:cNvPr id="107" name="TextBox 835">
            <a:extLst>
              <a:ext uri="{FF2B5EF4-FFF2-40B4-BE49-F238E27FC236}">
                <a16:creationId xmlns:a16="http://schemas.microsoft.com/office/drawing/2014/main" id="{C4A3D17E-AA9E-4BFA-145A-71A4A13F3D28}"/>
              </a:ext>
            </a:extLst>
          </p:cNvPr>
          <p:cNvSpPr txBox="1"/>
          <p:nvPr/>
        </p:nvSpPr>
        <p:spPr>
          <a:xfrm>
            <a:off x="8748663" y="5905707"/>
            <a:ext cx="509277" cy="332399"/>
          </a:xfrm>
          <a:prstGeom prst="rect">
            <a:avLst/>
          </a:prstGeom>
          <a:noFill/>
        </p:spPr>
        <p:txBody>
          <a:bodyPr wrap="square" lIns="0" tIns="0" rIns="0" bIns="0" rtlCol="0">
            <a:spAutoFit/>
          </a:bodyPr>
          <a:lstStyle/>
          <a:p>
            <a:pPr marL="0" marR="0" lvl="0" indent="0" algn="ctr" defTabSz="932205" eaLnBrk="1" fontAlgn="auto" latinLnBrk="0" hangingPunct="1">
              <a:lnSpc>
                <a:spcPct val="90000"/>
              </a:lnSpc>
              <a:spcBef>
                <a:spcPts val="0"/>
              </a:spcBef>
              <a:spcAft>
                <a:spcPts val="600"/>
              </a:spcAft>
              <a:buClrTx/>
              <a:buSzTx/>
              <a:buFontTx/>
              <a:buNone/>
              <a:tabLst/>
              <a:defRPr/>
            </a:pPr>
            <a:r>
              <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N</a:t>
            </a:r>
            <a:r>
              <a:rPr kumimoji="0" lang="en-US" altLang="ja-JP"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rPr>
              <a:t>V</a:t>
            </a:r>
            <a:endParaRPr kumimoji="0" lang="en-US" sz="2400" b="1" i="0" u="none" strike="noStrike" kern="0" cap="none" spc="0" normalizeH="0" baseline="0" noProof="0" dirty="0">
              <a:ln>
                <a:noFill/>
              </a:ln>
              <a:gradFill>
                <a:gsLst>
                  <a:gs pos="2917">
                    <a:srgbClr val="353535"/>
                  </a:gs>
                  <a:gs pos="30000">
                    <a:srgbClr val="353535"/>
                  </a:gs>
                </a:gsLst>
                <a:lin ang="5400000" scaled="0"/>
              </a:gradFill>
              <a:effectLst/>
              <a:uLnTx/>
              <a:uFillTx/>
              <a:latin typeface="Yu Gothic UI" panose="020B0500000000000000" pitchFamily="34" charset="-128"/>
              <a:ea typeface="Yu Gothic UI" panose="020B0500000000000000" pitchFamily="34" charset="-128"/>
              <a:cs typeface="Segoe UI Semibold" panose="020B0702040204020203" pitchFamily="34" charset="0"/>
            </a:endParaRPr>
          </a:p>
        </p:txBody>
      </p:sp>
      <p:sp>
        <p:nvSpPr>
          <p:cNvPr id="108" name="テキスト プレースホルダー 5">
            <a:extLst>
              <a:ext uri="{FF2B5EF4-FFF2-40B4-BE49-F238E27FC236}">
                <a16:creationId xmlns:a16="http://schemas.microsoft.com/office/drawing/2014/main" id="{FFAE2ABF-954D-B0A5-3675-208233F8A29E}"/>
              </a:ext>
            </a:extLst>
          </p:cNvPr>
          <p:cNvSpPr txBox="1">
            <a:spLocks/>
          </p:cNvSpPr>
          <p:nvPr/>
        </p:nvSpPr>
        <p:spPr>
          <a:xfrm>
            <a:off x="9462288" y="5810310"/>
            <a:ext cx="2532077" cy="801670"/>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ts val="1224"/>
              </a:spcBef>
              <a:spcAft>
                <a:spcPts val="0"/>
              </a:spcAft>
              <a:buClr>
                <a:schemeClr val="tx1"/>
              </a:buClr>
              <a:buSzPct val="90000"/>
              <a:buFont typeface="Wingdings" panose="05000000000000000000" pitchFamily="2" charset="2"/>
              <a:buNone/>
              <a:tabLst/>
              <a:defRPr kumimoji="1" sz="2800" b="0" kern="1200" spc="0" baseline="0">
                <a:solidFill>
                  <a:schemeClr val="tx1"/>
                </a:solidFill>
                <a:latin typeface="Segoe UI" panose="020B0502040204020203" pitchFamily="34" charset="0"/>
                <a:ea typeface="+mn-ea"/>
                <a:cs typeface="Segoe UI" panose="020B0502040204020203" pitchFamily="34" charset="0"/>
              </a:defRPr>
            </a:lvl1pPr>
            <a:lvl2pPr marL="255588"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2000" b="0" kern="1200" spc="0" baseline="0">
                <a:solidFill>
                  <a:schemeClr val="tx1"/>
                </a:solidFill>
                <a:latin typeface="+mn-lt"/>
                <a:ea typeface="+mn-ea"/>
                <a:cs typeface="+mn-cs"/>
              </a:defRPr>
            </a:lvl2pPr>
            <a:lvl3pPr marL="45085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600" b="0" kern="1200" spc="0" baseline="0">
                <a:solidFill>
                  <a:schemeClr val="tx1"/>
                </a:solidFill>
                <a:latin typeface="+mn-lt"/>
                <a:ea typeface="+mn-ea"/>
                <a:cs typeface="+mn-cs"/>
              </a:defRPr>
            </a:lvl3pPr>
            <a:lvl4pPr marL="65246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4pPr>
            <a:lvl5pPr marL="854075"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kumimoji="1" sz="1400" b="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nSpc>
                <a:spcPts val="1200"/>
              </a:lnSpc>
              <a:spcBef>
                <a:spcPts val="600"/>
              </a:spcBef>
            </a:pPr>
            <a:r>
              <a:rPr lang="ja-JP" altLang="en-US" sz="1000" dirty="0">
                <a:latin typeface="Yu Gothic UI" panose="020B0500000000000000" pitchFamily="34" charset="-128"/>
                <a:ea typeface="Yu Gothic UI" panose="020B0500000000000000" pitchFamily="34" charset="-128"/>
              </a:rPr>
              <a:t>仮想デスクトップ </a:t>
            </a:r>
            <a:r>
              <a:rPr lang="en-US" altLang="ja-JP" sz="1000" dirty="0">
                <a:latin typeface="Yu Gothic UI" panose="020B0500000000000000" pitchFamily="34" charset="-128"/>
                <a:ea typeface="Yu Gothic UI" panose="020B0500000000000000" pitchFamily="34" charset="-128"/>
              </a:rPr>
              <a:t>(VDI)</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単精度のコンピューティング</a:t>
            </a:r>
            <a:br>
              <a:rPr lang="ja-JP" altLang="en-US" sz="1000" dirty="0">
                <a:latin typeface="Yu Gothic UI" panose="020B0500000000000000" pitchFamily="34" charset="-128"/>
                <a:ea typeface="Yu Gothic UI" panose="020B0500000000000000" pitchFamily="34" charset="-128"/>
              </a:rPr>
            </a:br>
            <a:r>
              <a:rPr lang="ja-JP" altLang="en-US" sz="1000" dirty="0">
                <a:latin typeface="Yu Gothic UI" panose="020B0500000000000000" pitchFamily="34" charset="-128"/>
                <a:ea typeface="Yu Gothic UI" panose="020B0500000000000000" pitchFamily="34" charset="-128"/>
              </a:rPr>
              <a:t>ビデオのエンコードとレンダリング</a:t>
            </a:r>
            <a:endParaRPr lang="en-US" altLang="ja-JP" sz="1000" dirty="0">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3763729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E5A2A-C8CF-1A32-BEB5-6C54FFAAACCD}"/>
            </a:ext>
          </a:extLst>
        </p:cNvPr>
        <p:cNvGrpSpPr/>
        <p:nvPr/>
      </p:nvGrpSpPr>
      <p:grpSpPr>
        <a:xfrm>
          <a:off x="0" y="0"/>
          <a:ext cx="0" cy="0"/>
          <a:chOff x="0" y="0"/>
          <a:chExt cx="0" cy="0"/>
        </a:xfrm>
      </p:grpSpPr>
      <p:sp>
        <p:nvSpPr>
          <p:cNvPr id="39" name="正方形/長方形 38">
            <a:extLst>
              <a:ext uri="{FF2B5EF4-FFF2-40B4-BE49-F238E27FC236}">
                <a16:creationId xmlns:a16="http://schemas.microsoft.com/office/drawing/2014/main" id="{FB605E4A-8842-6226-B174-C275DDE4168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sz="2100" b="1" dirty="0" err="1">
                <a:solidFill>
                  <a:srgbClr val="1F2937"/>
                </a:solidFill>
                <a:latin typeface="Meiryo UI"/>
                <a:ea typeface="Meiryo UI"/>
                <a:cs typeface="Meiryo UI"/>
              </a:rPr>
              <a:t>汎用</a:t>
            </a:r>
            <a:r>
              <a:rPr lang="en-US" sz="2100" b="1" dirty="0">
                <a:solidFill>
                  <a:srgbClr val="1F2937"/>
                </a:solidFill>
                <a:latin typeface="Meiryo UI"/>
                <a:ea typeface="Meiryo UI"/>
                <a:cs typeface="Meiryo UI"/>
              </a:rPr>
              <a:t> VM SKU </a:t>
            </a:r>
            <a:r>
              <a:rPr lang="en-US" sz="2100" b="1" dirty="0" err="1">
                <a:solidFill>
                  <a:srgbClr val="1F2937"/>
                </a:solidFill>
                <a:latin typeface="Meiryo UI"/>
                <a:ea typeface="Meiryo UI"/>
                <a:cs typeface="Meiryo UI"/>
              </a:rPr>
              <a:t>の選び方</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5E29E20C-C500-B768-319E-F609F8E1F19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1AD95510-3297-DCC5-23BE-5198AB83BD7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20" name="テキスト プレースホルダー 1">
            <a:extLst>
              <a:ext uri="{FF2B5EF4-FFF2-40B4-BE49-F238E27FC236}">
                <a16:creationId xmlns:a16="http://schemas.microsoft.com/office/drawing/2014/main" id="{0A2B2A40-0E11-B700-B31F-D0919A6197A2}"/>
              </a:ext>
            </a:extLst>
          </p:cNvPr>
          <p:cNvSpPr txBox="1">
            <a:spLocks/>
          </p:cNvSpPr>
          <p:nvPr/>
        </p:nvSpPr>
        <p:spPr>
          <a:xfrm>
            <a:off x="717513" y="1346978"/>
            <a:ext cx="4917554" cy="738559"/>
          </a:xfrm>
          <a:prstGeom prst="rect">
            <a:avLst/>
          </a:prstGeom>
        </p:spPr>
        <p:txBody>
          <a:bodyPr/>
          <a:lstStyle>
            <a:lvl1pPr marL="342891" marR="0" indent="-342891"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3600" kern="1200" spc="0" baseline="0">
                <a:gradFill>
                  <a:gsLst>
                    <a:gs pos="1250">
                      <a:schemeClr val="tx1"/>
                    </a:gs>
                    <a:gs pos="100000">
                      <a:schemeClr val="tx1"/>
                    </a:gs>
                  </a:gsLst>
                  <a:lin ang="5400000" scaled="0"/>
                </a:gradFill>
                <a:latin typeface="+mn-lt"/>
                <a:ea typeface="+mn-ea"/>
                <a:cs typeface="+mn-cs"/>
              </a:defRPr>
            </a:lvl1pPr>
            <a:lvl2pPr marL="584183" marR="0" indent="-241292" algn="l" defTabSz="932715" rtl="0" eaLnBrk="1" fontAlgn="auto" latinLnBrk="0" hangingPunct="1">
              <a:lnSpc>
                <a:spcPct val="100000"/>
              </a:lnSpc>
              <a:spcBef>
                <a:spcPts val="600"/>
              </a:spcBef>
              <a:spcAft>
                <a:spcPts val="0"/>
              </a:spcAft>
              <a:buClrTx/>
              <a:buSzPct val="90000"/>
              <a:buFont typeface="Arial" pitchFamily="34" charset="0"/>
              <a:buChar char="•"/>
              <a:tabLst>
                <a:tab pos="1349335" algn="l"/>
              </a:tabLst>
              <a:defRPr kumimoji="1" sz="3200" kern="1200" spc="0" baseline="0">
                <a:gradFill>
                  <a:gsLst>
                    <a:gs pos="1250">
                      <a:schemeClr val="tx1"/>
                    </a:gs>
                    <a:gs pos="100000">
                      <a:schemeClr val="tx1"/>
                    </a:gs>
                  </a:gsLst>
                  <a:lin ang="5400000" scaled="0"/>
                </a:gradFill>
                <a:latin typeface="+mn-lt"/>
                <a:ea typeface="+mn-ea"/>
                <a:cs typeface="+mn-cs"/>
              </a:defRPr>
            </a:lvl2pPr>
            <a:lvl3pPr marL="800077" marR="0" indent="-228594"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2800" kern="1200" spc="0" baseline="0">
                <a:gradFill>
                  <a:gsLst>
                    <a:gs pos="1250">
                      <a:schemeClr val="tx1"/>
                    </a:gs>
                    <a:gs pos="100000">
                      <a:schemeClr val="tx1"/>
                    </a:gs>
                  </a:gsLst>
                  <a:lin ang="5400000" scaled="0"/>
                </a:gradFill>
                <a:latin typeface="+mn-lt"/>
                <a:ea typeface="+mn-ea"/>
                <a:cs typeface="+mn-cs"/>
              </a:defRPr>
            </a:lvl3pPr>
            <a:lvl4pPr marL="1028669" marR="0" indent="-228594"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2400" kern="1200" spc="0" baseline="0">
                <a:gradFill>
                  <a:gsLst>
                    <a:gs pos="1250">
                      <a:schemeClr val="tx1"/>
                    </a:gs>
                    <a:gs pos="100000">
                      <a:schemeClr val="tx1"/>
                    </a:gs>
                  </a:gsLst>
                  <a:lin ang="5400000" scaled="0"/>
                </a:gradFill>
                <a:latin typeface="+mn-lt"/>
                <a:ea typeface="+mn-ea"/>
                <a:cs typeface="+mn-cs"/>
              </a:defRPr>
            </a:lvl4pPr>
            <a:lvl5pPr marL="1257263" marR="0" indent="-228594"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2000" kern="1200" spc="0" baseline="0">
                <a:gradFill>
                  <a:gsLst>
                    <a:gs pos="1250">
                      <a:schemeClr val="tx1"/>
                    </a:gs>
                    <a:gs pos="100000">
                      <a:schemeClr val="tx1"/>
                    </a:gs>
                  </a:gsLst>
                  <a:lin ang="5400000" scaled="0"/>
                </a:gradFill>
                <a:latin typeface="+mn-lt"/>
                <a:ea typeface="+mn-ea"/>
                <a:cs typeface="+mn-cs"/>
              </a:defRPr>
            </a:lvl5pPr>
            <a:lvl6pPr marL="2564963"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323"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679"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038"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0" indent="0">
              <a:buFont typeface="Arial" pitchFamily="34" charset="0"/>
              <a:buNone/>
            </a:pPr>
            <a:r>
              <a:rPr lang="en-US" altLang="ja-JP" sz="3529" b="1" dirty="0">
                <a:solidFill>
                  <a:srgbClr val="000000"/>
                </a:solidFill>
                <a:latin typeface="Segoe UI"/>
                <a:ea typeface="Yu Gothic UI"/>
              </a:rPr>
              <a:t>Dv4, v5, v6, v7</a:t>
            </a:r>
            <a:r>
              <a:rPr lang="ja-JP" altLang="en-US" sz="3529" b="1" dirty="0">
                <a:solidFill>
                  <a:srgbClr val="000000"/>
                </a:solidFill>
                <a:latin typeface="Segoe UI"/>
                <a:ea typeface="Yu Gothic UI"/>
              </a:rPr>
              <a:t> </a:t>
            </a:r>
            <a:r>
              <a:rPr lang="ja-JP" altLang="en-US" sz="3136" dirty="0">
                <a:solidFill>
                  <a:srgbClr val="000000"/>
                </a:solidFill>
                <a:latin typeface="Segoe UI"/>
                <a:ea typeface="Yu Gothic UI"/>
              </a:rPr>
              <a:t>シリーズ</a:t>
            </a:r>
          </a:p>
        </p:txBody>
      </p:sp>
      <p:cxnSp>
        <p:nvCxnSpPr>
          <p:cNvPr id="21" name="直線コネクタ 20">
            <a:extLst>
              <a:ext uri="{FF2B5EF4-FFF2-40B4-BE49-F238E27FC236}">
                <a16:creationId xmlns:a16="http://schemas.microsoft.com/office/drawing/2014/main" id="{F0A667A9-AA98-504C-2A24-CA356C518D78}"/>
              </a:ext>
            </a:extLst>
          </p:cNvPr>
          <p:cNvCxnSpPr>
            <a:cxnSpLocks/>
          </p:cNvCxnSpPr>
          <p:nvPr/>
        </p:nvCxnSpPr>
        <p:spPr>
          <a:xfrm flipH="1">
            <a:off x="5954837" y="1189814"/>
            <a:ext cx="1" cy="5485981"/>
          </a:xfrm>
          <a:prstGeom prst="line">
            <a:avLst/>
          </a:prstGeom>
          <a:noFill/>
          <a:ln w="57150" cap="flat" cmpd="sng" algn="ctr">
            <a:solidFill>
              <a:srgbClr val="274B47"/>
            </a:solidFill>
            <a:prstDash val="sysDash"/>
            <a:headEnd type="none"/>
            <a:tailEnd type="none"/>
          </a:ln>
          <a:effectLst/>
        </p:spPr>
      </p:cxnSp>
      <p:cxnSp>
        <p:nvCxnSpPr>
          <p:cNvPr id="22" name="直線コネクタ 21">
            <a:extLst>
              <a:ext uri="{FF2B5EF4-FFF2-40B4-BE49-F238E27FC236}">
                <a16:creationId xmlns:a16="http://schemas.microsoft.com/office/drawing/2014/main" id="{0E371EE9-4C36-0B65-9980-77FEAC803034}"/>
              </a:ext>
            </a:extLst>
          </p:cNvPr>
          <p:cNvCxnSpPr>
            <a:cxnSpLocks/>
          </p:cNvCxnSpPr>
          <p:nvPr/>
        </p:nvCxnSpPr>
        <p:spPr>
          <a:xfrm>
            <a:off x="449404" y="3781912"/>
            <a:ext cx="11401950" cy="0"/>
          </a:xfrm>
          <a:prstGeom prst="line">
            <a:avLst/>
          </a:prstGeom>
          <a:noFill/>
          <a:ln w="57150" cap="flat" cmpd="sng" algn="ctr">
            <a:solidFill>
              <a:srgbClr val="274B47"/>
            </a:solidFill>
            <a:prstDash val="sysDash"/>
            <a:headEnd type="none"/>
            <a:tailEnd type="none"/>
          </a:ln>
          <a:effectLst/>
        </p:spPr>
      </p:cxnSp>
      <p:sp>
        <p:nvSpPr>
          <p:cNvPr id="23" name="テキスト ボックス 22">
            <a:extLst>
              <a:ext uri="{FF2B5EF4-FFF2-40B4-BE49-F238E27FC236}">
                <a16:creationId xmlns:a16="http://schemas.microsoft.com/office/drawing/2014/main" id="{CD402FE8-0123-FA86-BC0C-DFDC407BEDD1}"/>
              </a:ext>
            </a:extLst>
          </p:cNvPr>
          <p:cNvSpPr txBox="1"/>
          <p:nvPr/>
        </p:nvSpPr>
        <p:spPr>
          <a:xfrm>
            <a:off x="1673453" y="1992163"/>
            <a:ext cx="4305529" cy="1606713"/>
          </a:xfrm>
          <a:prstGeom prst="rect">
            <a:avLst/>
          </a:prstGeom>
          <a:noFill/>
        </p:spPr>
        <p:txBody>
          <a:bodyPr wrap="square" lIns="179259" tIns="143407" rIns="179259" bIns="143407" rtlCol="0">
            <a:spAutoFit/>
          </a:bodyPr>
          <a:lstStyle/>
          <a:p>
            <a:pPr defTabSz="914367" rtl="0">
              <a:lnSpc>
                <a:spcPct val="90000"/>
              </a:lnSpc>
              <a:spcAft>
                <a:spcPts val="588"/>
              </a:spcAft>
            </a:pPr>
            <a:r>
              <a:rPr kumimoji="1" lang="ja-JP" altLang="en-US" sz="2745" dirty="0">
                <a:solidFill>
                  <a:srgbClr val="000000"/>
                </a:solidFill>
                <a:latin typeface="Segoe UI"/>
                <a:ea typeface="Yu Gothic UI"/>
              </a:rPr>
              <a:t>汎用ワークロード</a:t>
            </a:r>
            <a:endParaRPr kumimoji="1" lang="en-US" altLang="ja-JP" sz="2745" dirty="0">
              <a:solidFill>
                <a:srgbClr val="000000"/>
              </a:solidFill>
              <a:latin typeface="Segoe UI"/>
              <a:ea typeface="Yu Gothic UI"/>
            </a:endParaRPr>
          </a:p>
          <a:p>
            <a:pPr defTabSz="914367" rtl="0">
              <a:lnSpc>
                <a:spcPct val="90000"/>
              </a:lnSpc>
              <a:spcAft>
                <a:spcPts val="588"/>
              </a:spcAft>
            </a:pPr>
            <a:r>
              <a:rPr kumimoji="1" lang="ja-JP" altLang="en-US" sz="2745" dirty="0">
                <a:solidFill>
                  <a:srgbClr val="000000"/>
                </a:solidFill>
                <a:latin typeface="Segoe UI"/>
                <a:ea typeface="Yu Gothic UI"/>
              </a:rPr>
              <a:t>迷ったら </a:t>
            </a:r>
            <a:r>
              <a:rPr kumimoji="1" lang="en-US" altLang="ja-JP" sz="2745" dirty="0">
                <a:solidFill>
                  <a:srgbClr val="000000"/>
                </a:solidFill>
                <a:latin typeface="Segoe UI"/>
                <a:ea typeface="Yu Gothic UI"/>
              </a:rPr>
              <a:t>D</a:t>
            </a:r>
            <a:r>
              <a:rPr kumimoji="1" lang="ja-JP" altLang="en-US" sz="2745" dirty="0">
                <a:solidFill>
                  <a:srgbClr val="000000"/>
                </a:solidFill>
                <a:latin typeface="Segoe UI"/>
                <a:ea typeface="Yu Gothic UI"/>
              </a:rPr>
              <a:t> 系から</a:t>
            </a:r>
            <a:endParaRPr kumimoji="1" lang="en-US" altLang="ja-JP" sz="2745" dirty="0">
              <a:solidFill>
                <a:srgbClr val="000000"/>
              </a:solidFill>
              <a:latin typeface="Segoe UI"/>
              <a:ea typeface="Yu Gothic UI"/>
            </a:endParaRPr>
          </a:p>
          <a:p>
            <a:pPr defTabSz="914367" rtl="0">
              <a:lnSpc>
                <a:spcPct val="90000"/>
              </a:lnSpc>
              <a:spcAft>
                <a:spcPts val="588"/>
              </a:spcAft>
            </a:pPr>
            <a:endParaRPr kumimoji="1" lang="ja-JP" altLang="en-US" sz="2745" dirty="0">
              <a:solidFill>
                <a:srgbClr val="000000"/>
              </a:solidFill>
              <a:latin typeface="Segoe UI"/>
              <a:ea typeface="Yu Gothic UI"/>
            </a:endParaRPr>
          </a:p>
        </p:txBody>
      </p:sp>
      <p:sp>
        <p:nvSpPr>
          <p:cNvPr id="24" name="テキスト プレースホルダー 1">
            <a:extLst>
              <a:ext uri="{FF2B5EF4-FFF2-40B4-BE49-F238E27FC236}">
                <a16:creationId xmlns:a16="http://schemas.microsoft.com/office/drawing/2014/main" id="{34238AFE-2F6E-F741-FA13-FB94E4E478F5}"/>
              </a:ext>
            </a:extLst>
          </p:cNvPr>
          <p:cNvSpPr txBox="1">
            <a:spLocks/>
          </p:cNvSpPr>
          <p:nvPr/>
        </p:nvSpPr>
        <p:spPr>
          <a:xfrm>
            <a:off x="6731242" y="3884152"/>
            <a:ext cx="5310966" cy="543097"/>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ja-JP" altLang="en-US" sz="2353" b="1" dirty="0">
                <a:solidFill>
                  <a:srgbClr val="008575"/>
                </a:solidFill>
                <a:latin typeface="Segoe UI"/>
                <a:ea typeface="Yu Gothic UI"/>
              </a:rPr>
              <a:t>常時でないリソース利用（バースト可能）</a:t>
            </a:r>
            <a:endParaRPr lang="en-US" altLang="ja-JP" sz="2353" b="1" dirty="0">
              <a:solidFill>
                <a:srgbClr val="008575"/>
              </a:solidFill>
              <a:latin typeface="Segoe UI"/>
              <a:ea typeface="Yu Gothic UI"/>
            </a:endParaRPr>
          </a:p>
        </p:txBody>
      </p:sp>
      <p:cxnSp>
        <p:nvCxnSpPr>
          <p:cNvPr id="25" name="直線矢印コネクタ 24">
            <a:extLst>
              <a:ext uri="{FF2B5EF4-FFF2-40B4-BE49-F238E27FC236}">
                <a16:creationId xmlns:a16="http://schemas.microsoft.com/office/drawing/2014/main" id="{38EA38D1-9664-A9A5-DD10-2E3DF26398B5}"/>
              </a:ext>
            </a:extLst>
          </p:cNvPr>
          <p:cNvCxnSpPr>
            <a:cxnSpLocks/>
          </p:cNvCxnSpPr>
          <p:nvPr/>
        </p:nvCxnSpPr>
        <p:spPr>
          <a:xfrm>
            <a:off x="5150460" y="3141709"/>
            <a:ext cx="1201733" cy="1394834"/>
          </a:xfrm>
          <a:prstGeom prst="straightConnector1">
            <a:avLst/>
          </a:prstGeom>
          <a:noFill/>
          <a:ln w="203200" cap="flat" cmpd="sng" algn="ctr">
            <a:solidFill>
              <a:srgbClr val="008575"/>
            </a:solidFill>
            <a:prstDash val="solid"/>
            <a:headEnd type="none"/>
            <a:tailEnd type="triangle"/>
          </a:ln>
          <a:effectLst/>
        </p:spPr>
      </p:cxnSp>
      <p:sp>
        <p:nvSpPr>
          <p:cNvPr id="26" name="テキスト プレースホルダー 1">
            <a:extLst>
              <a:ext uri="{FF2B5EF4-FFF2-40B4-BE49-F238E27FC236}">
                <a16:creationId xmlns:a16="http://schemas.microsoft.com/office/drawing/2014/main" id="{05B971B7-5115-0BAC-939C-9EC2DEAD87F6}"/>
              </a:ext>
            </a:extLst>
          </p:cNvPr>
          <p:cNvSpPr txBox="1">
            <a:spLocks/>
          </p:cNvSpPr>
          <p:nvPr/>
        </p:nvSpPr>
        <p:spPr>
          <a:xfrm>
            <a:off x="8623458" y="1389982"/>
            <a:ext cx="3443246" cy="784253"/>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en-US" altLang="ja-JP" sz="3920" b="1" dirty="0">
                <a:solidFill>
                  <a:srgbClr val="0078D4"/>
                </a:solidFill>
                <a:latin typeface="Segoe UI"/>
                <a:ea typeface="Yu Gothic UI"/>
              </a:rPr>
              <a:t>Fv6, v7</a:t>
            </a:r>
            <a:r>
              <a:rPr lang="ja-JP" altLang="en-US" sz="3136" b="1" dirty="0">
                <a:solidFill>
                  <a:srgbClr val="0078D4"/>
                </a:solidFill>
                <a:latin typeface="Segoe UI"/>
                <a:ea typeface="Yu Gothic UI"/>
              </a:rPr>
              <a:t>シリーズ</a:t>
            </a:r>
          </a:p>
        </p:txBody>
      </p:sp>
      <p:sp>
        <p:nvSpPr>
          <p:cNvPr id="27" name="テキスト ボックス 26">
            <a:extLst>
              <a:ext uri="{FF2B5EF4-FFF2-40B4-BE49-F238E27FC236}">
                <a16:creationId xmlns:a16="http://schemas.microsoft.com/office/drawing/2014/main" id="{BAE9D48D-9FB6-189E-C475-D921582CD832}"/>
              </a:ext>
            </a:extLst>
          </p:cNvPr>
          <p:cNvSpPr txBox="1"/>
          <p:nvPr/>
        </p:nvSpPr>
        <p:spPr>
          <a:xfrm>
            <a:off x="7011895" y="4825021"/>
            <a:ext cx="3311951" cy="1982386"/>
          </a:xfrm>
          <a:prstGeom prst="rect">
            <a:avLst/>
          </a:prstGeom>
          <a:noFill/>
        </p:spPr>
        <p:txBody>
          <a:bodyPr wrap="square" lIns="179259" tIns="143407" rIns="179259" bIns="143407" rtlCol="0">
            <a:spAutoFit/>
          </a:bodyPr>
          <a:lstStyle/>
          <a:p>
            <a:pPr defTabSz="914367" rtl="0">
              <a:lnSpc>
                <a:spcPct val="90000"/>
              </a:lnSpc>
              <a:spcAft>
                <a:spcPts val="588"/>
              </a:spcAft>
            </a:pPr>
            <a:r>
              <a:rPr lang="en-US" altLang="ja-JP" sz="2000" dirty="0">
                <a:solidFill>
                  <a:srgbClr val="008575"/>
                </a:solidFill>
                <a:latin typeface="Segoe UI"/>
                <a:ea typeface="Yu Gothic UI"/>
              </a:rPr>
              <a:t>Web </a:t>
            </a:r>
            <a:r>
              <a:rPr lang="ja-JP" altLang="en-US" sz="2000" dirty="0">
                <a:solidFill>
                  <a:srgbClr val="008575"/>
                </a:solidFill>
                <a:latin typeface="Segoe UI"/>
                <a:ea typeface="Yu Gothic UI"/>
              </a:rPr>
              <a:t>サーバー、</a:t>
            </a:r>
            <a:endParaRPr lang="en-US" altLang="ja-JP" sz="2000" dirty="0">
              <a:solidFill>
                <a:srgbClr val="008575"/>
              </a:solidFill>
              <a:latin typeface="Segoe UI"/>
              <a:ea typeface="Yu Gothic UI"/>
            </a:endParaRPr>
          </a:p>
          <a:p>
            <a:pPr defTabSz="914367" rtl="0">
              <a:lnSpc>
                <a:spcPct val="90000"/>
              </a:lnSpc>
              <a:spcAft>
                <a:spcPts val="588"/>
              </a:spcAft>
            </a:pPr>
            <a:r>
              <a:rPr lang="en-US" altLang="ja-JP" sz="2000" dirty="0">
                <a:solidFill>
                  <a:srgbClr val="008575"/>
                </a:solidFill>
                <a:latin typeface="Segoe UI"/>
                <a:ea typeface="Yu Gothic UI"/>
              </a:rPr>
              <a:t>PoC</a:t>
            </a:r>
            <a:r>
              <a:rPr lang="ja-JP" altLang="en-US" sz="2000" dirty="0">
                <a:solidFill>
                  <a:srgbClr val="008575"/>
                </a:solidFill>
                <a:latin typeface="Segoe UI"/>
                <a:ea typeface="Yu Gothic UI"/>
              </a:rPr>
              <a:t>、</a:t>
            </a:r>
            <a:endParaRPr lang="en-US" altLang="ja-JP" sz="2000" dirty="0">
              <a:solidFill>
                <a:srgbClr val="008575"/>
              </a:solidFill>
              <a:latin typeface="Segoe UI"/>
              <a:ea typeface="Yu Gothic UI"/>
            </a:endParaRPr>
          </a:p>
          <a:p>
            <a:pPr defTabSz="914367" rtl="0">
              <a:lnSpc>
                <a:spcPct val="90000"/>
              </a:lnSpc>
              <a:spcAft>
                <a:spcPts val="588"/>
              </a:spcAft>
            </a:pPr>
            <a:r>
              <a:rPr lang="ja-JP" altLang="en-US" sz="2000" dirty="0">
                <a:solidFill>
                  <a:srgbClr val="008575"/>
                </a:solidFill>
                <a:latin typeface="Segoe UI"/>
                <a:ea typeface="Yu Gothic UI"/>
              </a:rPr>
              <a:t>小規模なデータベース</a:t>
            </a:r>
            <a:endParaRPr lang="en-US" altLang="ja-JP" sz="2000" dirty="0">
              <a:solidFill>
                <a:srgbClr val="008575"/>
              </a:solidFill>
              <a:latin typeface="Segoe UI"/>
              <a:ea typeface="Yu Gothic UI"/>
            </a:endParaRPr>
          </a:p>
          <a:p>
            <a:pPr defTabSz="914367" rtl="0">
              <a:lnSpc>
                <a:spcPct val="90000"/>
              </a:lnSpc>
              <a:spcAft>
                <a:spcPts val="588"/>
              </a:spcAft>
            </a:pPr>
            <a:r>
              <a:rPr lang="ja-JP" altLang="en-US" sz="2000" dirty="0">
                <a:solidFill>
                  <a:srgbClr val="008575"/>
                </a:solidFill>
                <a:latin typeface="Segoe UI"/>
                <a:ea typeface="Yu Gothic UI"/>
              </a:rPr>
              <a:t>開発ビルド環境</a:t>
            </a:r>
            <a:endParaRPr lang="en-US" altLang="ja-JP" sz="2000" dirty="0">
              <a:solidFill>
                <a:srgbClr val="008575"/>
              </a:solidFill>
              <a:latin typeface="Segoe UI"/>
              <a:ea typeface="Yu Gothic UI"/>
            </a:endParaRPr>
          </a:p>
          <a:p>
            <a:pPr defTabSz="914367" rtl="0">
              <a:lnSpc>
                <a:spcPct val="90000"/>
              </a:lnSpc>
              <a:spcAft>
                <a:spcPts val="588"/>
              </a:spcAft>
            </a:pPr>
            <a:r>
              <a:rPr kumimoji="1" lang="en-US" altLang="ja-JP" sz="2000" dirty="0">
                <a:solidFill>
                  <a:srgbClr val="008575"/>
                </a:solidFill>
                <a:latin typeface="Segoe UI"/>
                <a:ea typeface="Yu Gothic UI"/>
              </a:rPr>
              <a:t>CPU </a:t>
            </a:r>
            <a:r>
              <a:rPr kumimoji="1" lang="ja-JP" altLang="en-US" sz="2000" dirty="0">
                <a:solidFill>
                  <a:srgbClr val="008575"/>
                </a:solidFill>
                <a:latin typeface="Segoe UI"/>
                <a:ea typeface="Yu Gothic UI"/>
              </a:rPr>
              <a:t>使用率に応じて課金</a:t>
            </a:r>
            <a:endParaRPr kumimoji="1" lang="ja-JP" altLang="en-US" sz="2800" dirty="0">
              <a:solidFill>
                <a:srgbClr val="008575"/>
              </a:solidFill>
              <a:latin typeface="Segoe UI"/>
              <a:ea typeface="Yu Gothic UI"/>
            </a:endParaRPr>
          </a:p>
        </p:txBody>
      </p:sp>
      <p:sp>
        <p:nvSpPr>
          <p:cNvPr id="28" name="テキスト プレースホルダー 1">
            <a:extLst>
              <a:ext uri="{FF2B5EF4-FFF2-40B4-BE49-F238E27FC236}">
                <a16:creationId xmlns:a16="http://schemas.microsoft.com/office/drawing/2014/main" id="{B14AC28C-6AD3-31D4-334E-94F80637A52B}"/>
              </a:ext>
            </a:extLst>
          </p:cNvPr>
          <p:cNvSpPr txBox="1">
            <a:spLocks/>
          </p:cNvSpPr>
          <p:nvPr/>
        </p:nvSpPr>
        <p:spPr>
          <a:xfrm>
            <a:off x="6519446" y="4283699"/>
            <a:ext cx="3016022" cy="784253"/>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en-US" altLang="ja-JP" sz="3920" b="1" dirty="0">
                <a:solidFill>
                  <a:srgbClr val="008575"/>
                </a:solidFill>
                <a:latin typeface="Segoe UI"/>
                <a:ea typeface="Yu Gothic UI"/>
              </a:rPr>
              <a:t>Bv2</a:t>
            </a:r>
            <a:r>
              <a:rPr lang="ja-JP" altLang="en-US" sz="3920" b="1" dirty="0">
                <a:solidFill>
                  <a:srgbClr val="008575"/>
                </a:solidFill>
                <a:latin typeface="Segoe UI"/>
                <a:ea typeface="Yu Gothic UI"/>
              </a:rPr>
              <a:t> </a:t>
            </a:r>
            <a:r>
              <a:rPr lang="ja-JP" altLang="en-US" sz="3136" b="1" dirty="0">
                <a:solidFill>
                  <a:srgbClr val="008575"/>
                </a:solidFill>
                <a:latin typeface="Segoe UI"/>
                <a:ea typeface="Yu Gothic UI"/>
              </a:rPr>
              <a:t>シリーズ</a:t>
            </a:r>
          </a:p>
        </p:txBody>
      </p:sp>
      <p:cxnSp>
        <p:nvCxnSpPr>
          <p:cNvPr id="29" name="直線矢印コネクタ 28">
            <a:extLst>
              <a:ext uri="{FF2B5EF4-FFF2-40B4-BE49-F238E27FC236}">
                <a16:creationId xmlns:a16="http://schemas.microsoft.com/office/drawing/2014/main" id="{CE08C4C6-0204-4208-214F-55524670BD29}"/>
              </a:ext>
            </a:extLst>
          </p:cNvPr>
          <p:cNvCxnSpPr>
            <a:cxnSpLocks/>
          </p:cNvCxnSpPr>
          <p:nvPr/>
        </p:nvCxnSpPr>
        <p:spPr>
          <a:xfrm flipV="1">
            <a:off x="5315297" y="2456885"/>
            <a:ext cx="2051188" cy="1"/>
          </a:xfrm>
          <a:prstGeom prst="straightConnector1">
            <a:avLst/>
          </a:prstGeom>
          <a:noFill/>
          <a:ln w="203200" cap="flat" cmpd="sng" algn="ctr">
            <a:solidFill>
              <a:srgbClr val="0078D4"/>
            </a:solidFill>
            <a:prstDash val="solid"/>
            <a:headEnd type="none"/>
            <a:tailEnd type="triangle"/>
          </a:ln>
          <a:effectLst/>
        </p:spPr>
      </p:cxnSp>
      <p:sp>
        <p:nvSpPr>
          <p:cNvPr id="30" name="テキスト プレースホルダー 1">
            <a:extLst>
              <a:ext uri="{FF2B5EF4-FFF2-40B4-BE49-F238E27FC236}">
                <a16:creationId xmlns:a16="http://schemas.microsoft.com/office/drawing/2014/main" id="{E2E4491F-04EC-664E-C0D9-02E47168625B}"/>
              </a:ext>
            </a:extLst>
          </p:cNvPr>
          <p:cNvSpPr txBox="1">
            <a:spLocks/>
          </p:cNvSpPr>
          <p:nvPr/>
        </p:nvSpPr>
        <p:spPr>
          <a:xfrm>
            <a:off x="62966" y="4283699"/>
            <a:ext cx="5816940" cy="1343765"/>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gn="ctr"/>
            <a:r>
              <a:rPr lang="en-US" altLang="ja-JP" sz="3920" b="1" dirty="0">
                <a:solidFill>
                  <a:srgbClr val="0078D4"/>
                </a:solidFill>
                <a:latin typeface="Segoe UI"/>
                <a:ea typeface="Yu Gothic UI"/>
              </a:rPr>
              <a:t>Ev4, v5, v6, v7</a:t>
            </a:r>
          </a:p>
          <a:p>
            <a:pPr algn="ctr"/>
            <a:r>
              <a:rPr lang="ja-JP" altLang="en-US" sz="3136" b="1" dirty="0">
                <a:solidFill>
                  <a:srgbClr val="0078D4"/>
                </a:solidFill>
                <a:latin typeface="Segoe UI"/>
                <a:ea typeface="Yu Gothic UI"/>
              </a:rPr>
              <a:t>シリーズ</a:t>
            </a:r>
          </a:p>
        </p:txBody>
      </p:sp>
      <p:cxnSp>
        <p:nvCxnSpPr>
          <p:cNvPr id="31" name="直線矢印コネクタ 30">
            <a:extLst>
              <a:ext uri="{FF2B5EF4-FFF2-40B4-BE49-F238E27FC236}">
                <a16:creationId xmlns:a16="http://schemas.microsoft.com/office/drawing/2014/main" id="{9AEDC854-733D-363F-FC3B-98A8C17A3234}"/>
              </a:ext>
            </a:extLst>
          </p:cNvPr>
          <p:cNvCxnSpPr>
            <a:cxnSpLocks/>
          </p:cNvCxnSpPr>
          <p:nvPr/>
        </p:nvCxnSpPr>
        <p:spPr>
          <a:xfrm flipH="1">
            <a:off x="2766207" y="3154189"/>
            <a:ext cx="2" cy="1273006"/>
          </a:xfrm>
          <a:prstGeom prst="straightConnector1">
            <a:avLst/>
          </a:prstGeom>
          <a:noFill/>
          <a:ln w="203200" cap="flat" cmpd="sng" algn="ctr">
            <a:solidFill>
              <a:srgbClr val="0078D4"/>
            </a:solidFill>
            <a:prstDash val="solid"/>
            <a:headEnd type="none"/>
            <a:tailEnd type="triangle"/>
          </a:ln>
          <a:effectLst/>
        </p:spPr>
      </p:cxnSp>
      <p:sp>
        <p:nvSpPr>
          <p:cNvPr id="32" name="テキスト プレースホルダー 1">
            <a:extLst>
              <a:ext uri="{FF2B5EF4-FFF2-40B4-BE49-F238E27FC236}">
                <a16:creationId xmlns:a16="http://schemas.microsoft.com/office/drawing/2014/main" id="{1D942132-629E-99C5-726B-AE591A35FC45}"/>
              </a:ext>
            </a:extLst>
          </p:cNvPr>
          <p:cNvSpPr txBox="1">
            <a:spLocks/>
          </p:cNvSpPr>
          <p:nvPr/>
        </p:nvSpPr>
        <p:spPr>
          <a:xfrm>
            <a:off x="256591" y="3820281"/>
            <a:ext cx="2964462" cy="550289"/>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ja-JP" altLang="en-US" sz="2353" b="1" dirty="0">
                <a:solidFill>
                  <a:srgbClr val="0078D4"/>
                </a:solidFill>
                <a:latin typeface="Segoe UI"/>
                <a:ea typeface="Yu Gothic UI"/>
              </a:rPr>
              <a:t>よりメモリが必要</a:t>
            </a:r>
          </a:p>
        </p:txBody>
      </p:sp>
      <p:sp>
        <p:nvSpPr>
          <p:cNvPr id="33" name="テキスト ボックス 32">
            <a:extLst>
              <a:ext uri="{FF2B5EF4-FFF2-40B4-BE49-F238E27FC236}">
                <a16:creationId xmlns:a16="http://schemas.microsoft.com/office/drawing/2014/main" id="{884976D0-9871-481C-6AB5-1E046800EC8A}"/>
              </a:ext>
            </a:extLst>
          </p:cNvPr>
          <p:cNvSpPr txBox="1"/>
          <p:nvPr/>
        </p:nvSpPr>
        <p:spPr>
          <a:xfrm>
            <a:off x="842642" y="5532907"/>
            <a:ext cx="4667295" cy="566614"/>
          </a:xfrm>
          <a:prstGeom prst="rect">
            <a:avLst/>
          </a:prstGeom>
          <a:noFill/>
        </p:spPr>
        <p:txBody>
          <a:bodyPr wrap="square" lIns="179259" tIns="143407" rIns="179259" bIns="143407" rtlCol="0">
            <a:spAutoFit/>
          </a:bodyPr>
          <a:lstStyle/>
          <a:p>
            <a:pPr defTabSz="914367" rtl="0">
              <a:lnSpc>
                <a:spcPct val="90000"/>
              </a:lnSpc>
              <a:spcAft>
                <a:spcPts val="588"/>
              </a:spcAft>
            </a:pPr>
            <a:r>
              <a:rPr kumimoji="1" lang="ja-JP" altLang="en-US" sz="2000" dirty="0">
                <a:solidFill>
                  <a:srgbClr val="0078D4"/>
                </a:solidFill>
                <a:latin typeface="Segoe UI"/>
                <a:ea typeface="Yu Gothic UI"/>
              </a:rPr>
              <a:t>汎用的でメモリを多く使うワークロード向け</a:t>
            </a:r>
            <a:endParaRPr kumimoji="1" lang="en-US" altLang="ja-JP" sz="2000" dirty="0">
              <a:solidFill>
                <a:srgbClr val="0078D4"/>
              </a:solidFill>
              <a:latin typeface="Segoe UI"/>
              <a:ea typeface="Yu Gothic UI"/>
            </a:endParaRPr>
          </a:p>
        </p:txBody>
      </p:sp>
      <p:sp>
        <p:nvSpPr>
          <p:cNvPr id="34" name="テキスト プレースホルダー 1">
            <a:extLst>
              <a:ext uri="{FF2B5EF4-FFF2-40B4-BE49-F238E27FC236}">
                <a16:creationId xmlns:a16="http://schemas.microsoft.com/office/drawing/2014/main" id="{58B0C59D-38D2-7557-14D1-E26D83D19976}"/>
              </a:ext>
            </a:extLst>
          </p:cNvPr>
          <p:cNvSpPr txBox="1">
            <a:spLocks/>
          </p:cNvSpPr>
          <p:nvPr/>
        </p:nvSpPr>
        <p:spPr>
          <a:xfrm>
            <a:off x="8667871" y="2054192"/>
            <a:ext cx="3374337" cy="1258229"/>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en-US" altLang="ja-JP" sz="2000" dirty="0">
                <a:solidFill>
                  <a:srgbClr val="0078D4"/>
                </a:solidFill>
                <a:latin typeface="Segoe UI"/>
                <a:ea typeface="Yu Gothic UI"/>
              </a:rPr>
              <a:t>Web</a:t>
            </a:r>
            <a:r>
              <a:rPr lang="ja-JP" altLang="en-US" sz="2000" dirty="0">
                <a:solidFill>
                  <a:srgbClr val="0078D4"/>
                </a:solidFill>
                <a:latin typeface="Segoe UI"/>
                <a:ea typeface="Yu Gothic UI"/>
              </a:rPr>
              <a:t>・アプリケーションサーバー、</a:t>
            </a:r>
            <a:endParaRPr lang="en-US" altLang="ja-JP" sz="2000" dirty="0">
              <a:solidFill>
                <a:srgbClr val="0078D4"/>
              </a:solidFill>
              <a:latin typeface="Segoe UI"/>
              <a:ea typeface="Yu Gothic UI"/>
            </a:endParaRPr>
          </a:p>
          <a:p>
            <a:r>
              <a:rPr lang="ja-JP" altLang="en-US" sz="2000" dirty="0">
                <a:solidFill>
                  <a:srgbClr val="0078D4"/>
                </a:solidFill>
                <a:latin typeface="Segoe UI"/>
                <a:ea typeface="Yu Gothic UI"/>
              </a:rPr>
              <a:t>ネットワーク アプライアンス、</a:t>
            </a:r>
            <a:endParaRPr lang="en-US" altLang="ja-JP" sz="2000" dirty="0">
              <a:solidFill>
                <a:srgbClr val="0078D4"/>
              </a:solidFill>
              <a:latin typeface="Segoe UI"/>
              <a:ea typeface="Yu Gothic UI"/>
            </a:endParaRPr>
          </a:p>
          <a:p>
            <a:r>
              <a:rPr lang="ja-JP" altLang="en-US" sz="2000" dirty="0">
                <a:solidFill>
                  <a:srgbClr val="0078D4"/>
                </a:solidFill>
                <a:latin typeface="Segoe UI"/>
                <a:ea typeface="Yu Gothic UI"/>
              </a:rPr>
              <a:t>バッチ処理</a:t>
            </a:r>
          </a:p>
        </p:txBody>
      </p:sp>
      <p:sp>
        <p:nvSpPr>
          <p:cNvPr id="35" name="テキスト プレースホルダー 1">
            <a:extLst>
              <a:ext uri="{FF2B5EF4-FFF2-40B4-BE49-F238E27FC236}">
                <a16:creationId xmlns:a16="http://schemas.microsoft.com/office/drawing/2014/main" id="{0E5B53B6-C048-1F82-1E88-15FC15DC255A}"/>
              </a:ext>
            </a:extLst>
          </p:cNvPr>
          <p:cNvSpPr txBox="1">
            <a:spLocks/>
          </p:cNvSpPr>
          <p:nvPr/>
        </p:nvSpPr>
        <p:spPr>
          <a:xfrm>
            <a:off x="5997057" y="1202330"/>
            <a:ext cx="2964462" cy="996502"/>
          </a:xfrm>
          <a:prstGeom prst="rect">
            <a:avLst/>
          </a:prstGeom>
        </p:spPr>
        <p:txBody>
          <a:bodyPr vert="horz" wrap="square" lIns="143407" tIns="89630" rIns="143407" bIns="89630"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en-US" altLang="ja-JP" sz="2353" b="1" dirty="0">
                <a:solidFill>
                  <a:srgbClr val="0078D4"/>
                </a:solidFill>
                <a:latin typeface="Segoe UI"/>
                <a:ea typeface="Yu Gothic UI"/>
              </a:rPr>
              <a:t>CPU</a:t>
            </a:r>
            <a:r>
              <a:rPr lang="ja-JP" altLang="en-US" sz="2353" b="1" dirty="0">
                <a:solidFill>
                  <a:srgbClr val="0078D4"/>
                </a:solidFill>
                <a:latin typeface="Segoe UI"/>
                <a:ea typeface="Yu Gothic UI"/>
              </a:rPr>
              <a:t> </a:t>
            </a:r>
            <a:r>
              <a:rPr lang="en-US" altLang="ja-JP" sz="2353" b="1" dirty="0">
                <a:solidFill>
                  <a:srgbClr val="0078D4"/>
                </a:solidFill>
                <a:latin typeface="Segoe UI"/>
                <a:ea typeface="Yu Gothic UI"/>
              </a:rPr>
              <a:t>/</a:t>
            </a:r>
            <a:r>
              <a:rPr lang="ja-JP" altLang="en-US" sz="2353" b="1" dirty="0">
                <a:solidFill>
                  <a:srgbClr val="0078D4"/>
                </a:solidFill>
                <a:latin typeface="Segoe UI"/>
                <a:ea typeface="Yu Gothic UI"/>
              </a:rPr>
              <a:t> メモリ比</a:t>
            </a:r>
            <a:r>
              <a:rPr lang="en-US" altLang="ja-JP" sz="2353" b="1" dirty="0">
                <a:solidFill>
                  <a:srgbClr val="0078D4"/>
                </a:solidFill>
                <a:latin typeface="Segoe UI"/>
                <a:ea typeface="Yu Gothic UI"/>
              </a:rPr>
              <a:t>:</a:t>
            </a:r>
            <a:r>
              <a:rPr lang="ja-JP" altLang="en-US" sz="2353" b="1" dirty="0">
                <a:solidFill>
                  <a:srgbClr val="0078D4"/>
                </a:solidFill>
                <a:latin typeface="Segoe UI"/>
                <a:ea typeface="Yu Gothic UI"/>
              </a:rPr>
              <a:t>高</a:t>
            </a:r>
            <a:endParaRPr lang="en-US" altLang="ja-JP" sz="2353" b="1" dirty="0">
              <a:solidFill>
                <a:srgbClr val="0078D4"/>
              </a:solidFill>
              <a:latin typeface="Segoe UI"/>
              <a:ea typeface="Yu Gothic UI"/>
            </a:endParaRPr>
          </a:p>
          <a:p>
            <a:r>
              <a:rPr lang="en-US" altLang="ja-JP" sz="2353" b="1" dirty="0">
                <a:solidFill>
                  <a:srgbClr val="0078D4"/>
                </a:solidFill>
                <a:latin typeface="Segoe UI"/>
                <a:ea typeface="Yu Gothic UI"/>
              </a:rPr>
              <a:t>CPU</a:t>
            </a:r>
            <a:r>
              <a:rPr lang="ja-JP" altLang="en-US" sz="2353" b="1" dirty="0">
                <a:solidFill>
                  <a:srgbClr val="0078D4"/>
                </a:solidFill>
                <a:latin typeface="Segoe UI"/>
                <a:ea typeface="Yu Gothic UI"/>
              </a:rPr>
              <a:t> 性能</a:t>
            </a:r>
            <a:r>
              <a:rPr lang="en-US" altLang="ja-JP" sz="2353" b="1" dirty="0">
                <a:solidFill>
                  <a:srgbClr val="0078D4"/>
                </a:solidFill>
                <a:latin typeface="Segoe UI"/>
                <a:ea typeface="Yu Gothic UI"/>
              </a:rPr>
              <a:t>:</a:t>
            </a:r>
            <a:r>
              <a:rPr lang="ja-JP" altLang="en-US" sz="2353" b="1" dirty="0">
                <a:solidFill>
                  <a:srgbClr val="0078D4"/>
                </a:solidFill>
                <a:latin typeface="Segoe UI"/>
                <a:ea typeface="Yu Gothic UI"/>
              </a:rPr>
              <a:t>高</a:t>
            </a:r>
          </a:p>
        </p:txBody>
      </p:sp>
    </p:spTree>
    <p:extLst>
      <p:ext uri="{BB962C8B-B14F-4D97-AF65-F5344CB8AC3E}">
        <p14:creationId xmlns:p14="http://schemas.microsoft.com/office/powerpoint/2010/main" val="30321669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D3C41-36B0-C309-E646-94CD91DC5506}"/>
            </a:ext>
          </a:extLst>
        </p:cNvPr>
        <p:cNvGrpSpPr/>
        <p:nvPr/>
      </p:nvGrpSpPr>
      <p:grpSpPr>
        <a:xfrm>
          <a:off x="0" y="0"/>
          <a:ext cx="0" cy="0"/>
          <a:chOff x="0" y="0"/>
          <a:chExt cx="0" cy="0"/>
        </a:xfrm>
      </p:grpSpPr>
      <p:sp>
        <p:nvSpPr>
          <p:cNvPr id="39" name="正方形/長方形 38">
            <a:extLst>
              <a:ext uri="{FF2B5EF4-FFF2-40B4-BE49-F238E27FC236}">
                <a16:creationId xmlns:a16="http://schemas.microsoft.com/office/drawing/2014/main" id="{E1C8078C-4FEB-BE77-6E62-C4E8726872DB}"/>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sz="2100" b="1" dirty="0">
                <a:solidFill>
                  <a:srgbClr val="1F2937"/>
                </a:solidFill>
                <a:latin typeface="Meiryo UI"/>
                <a:ea typeface="Meiryo UI"/>
                <a:cs typeface="Meiryo UI"/>
              </a:rPr>
              <a:t>VM SKU </a:t>
            </a:r>
            <a:r>
              <a:rPr lang="en-US" sz="2100" b="1" dirty="0" err="1">
                <a:solidFill>
                  <a:srgbClr val="1F2937"/>
                </a:solidFill>
                <a:latin typeface="Meiryo UI"/>
                <a:ea typeface="Meiryo UI"/>
                <a:cs typeface="Meiryo UI"/>
              </a:rPr>
              <a:t>の名前の見方</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EC6FEA5B-C99A-87F8-0968-5098B4C4B972}"/>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7973C8D8-F2AF-B7BB-AB36-F19ADAE14B4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pic>
        <p:nvPicPr>
          <p:cNvPr id="3" name="図 2">
            <a:extLst>
              <a:ext uri="{FF2B5EF4-FFF2-40B4-BE49-F238E27FC236}">
                <a16:creationId xmlns:a16="http://schemas.microsoft.com/office/drawing/2014/main" id="{14B6EC5F-35A5-443F-C865-111C1851CF56}"/>
              </a:ext>
            </a:extLst>
          </p:cNvPr>
          <p:cNvPicPr>
            <a:picLocks noChangeAspect="1"/>
          </p:cNvPicPr>
          <p:nvPr/>
        </p:nvPicPr>
        <p:blipFill>
          <a:blip r:embed="rId3"/>
          <a:stretch>
            <a:fillRect/>
          </a:stretch>
        </p:blipFill>
        <p:spPr>
          <a:xfrm>
            <a:off x="588263" y="1400175"/>
            <a:ext cx="1738796" cy="5000625"/>
          </a:xfrm>
          <a:prstGeom prst="rect">
            <a:avLst/>
          </a:prstGeom>
          <a:ln>
            <a:solidFill>
              <a:schemeClr val="bg1">
                <a:lumMod val="50000"/>
              </a:schemeClr>
            </a:solidFill>
          </a:ln>
        </p:spPr>
      </p:pic>
      <p:pic>
        <p:nvPicPr>
          <p:cNvPr id="5" name="図 4">
            <a:extLst>
              <a:ext uri="{FF2B5EF4-FFF2-40B4-BE49-F238E27FC236}">
                <a16:creationId xmlns:a16="http://schemas.microsoft.com/office/drawing/2014/main" id="{63630955-2F6D-E1E8-26CE-8FA880691142}"/>
              </a:ext>
            </a:extLst>
          </p:cNvPr>
          <p:cNvPicPr>
            <a:picLocks noChangeAspect="1"/>
          </p:cNvPicPr>
          <p:nvPr/>
        </p:nvPicPr>
        <p:blipFill>
          <a:blip r:embed="rId4"/>
          <a:stretch>
            <a:fillRect/>
          </a:stretch>
        </p:blipFill>
        <p:spPr>
          <a:xfrm>
            <a:off x="3223632" y="1619056"/>
            <a:ext cx="6387093" cy="2136347"/>
          </a:xfrm>
          <a:prstGeom prst="rect">
            <a:avLst/>
          </a:prstGeom>
        </p:spPr>
      </p:pic>
      <p:sp>
        <p:nvSpPr>
          <p:cNvPr id="6" name="テキスト プレースホルダー 1">
            <a:extLst>
              <a:ext uri="{FF2B5EF4-FFF2-40B4-BE49-F238E27FC236}">
                <a16:creationId xmlns:a16="http://schemas.microsoft.com/office/drawing/2014/main" id="{3BAC0646-23EC-F03A-D2F3-B7CDA4ED53A9}"/>
              </a:ext>
            </a:extLst>
          </p:cNvPr>
          <p:cNvSpPr txBox="1">
            <a:spLocks/>
          </p:cNvSpPr>
          <p:nvPr/>
        </p:nvSpPr>
        <p:spPr>
          <a:xfrm>
            <a:off x="2733675" y="1221201"/>
            <a:ext cx="4806392" cy="836199"/>
          </a:xfrm>
          <a:prstGeom prst="rect">
            <a:avLst/>
          </a:prstGeom>
        </p:spPr>
        <p:txBody>
          <a:bodyPr/>
          <a:lstStyle>
            <a:lvl1pPr marL="342891" marR="0" indent="-342891"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3600" kern="1200" spc="0" baseline="0">
                <a:gradFill>
                  <a:gsLst>
                    <a:gs pos="1250">
                      <a:schemeClr val="tx1"/>
                    </a:gs>
                    <a:gs pos="100000">
                      <a:schemeClr val="tx1"/>
                    </a:gs>
                  </a:gsLst>
                  <a:lin ang="5400000" scaled="0"/>
                </a:gradFill>
                <a:latin typeface="+mn-lt"/>
                <a:ea typeface="+mn-ea"/>
                <a:cs typeface="+mn-cs"/>
              </a:defRPr>
            </a:lvl1pPr>
            <a:lvl2pPr marL="584183" marR="0" indent="-241292" algn="l" defTabSz="932715" rtl="0" eaLnBrk="1" fontAlgn="auto" latinLnBrk="0" hangingPunct="1">
              <a:lnSpc>
                <a:spcPct val="100000"/>
              </a:lnSpc>
              <a:spcBef>
                <a:spcPts val="600"/>
              </a:spcBef>
              <a:spcAft>
                <a:spcPts val="0"/>
              </a:spcAft>
              <a:buClrTx/>
              <a:buSzPct val="90000"/>
              <a:buFont typeface="Arial" pitchFamily="34" charset="0"/>
              <a:buChar char="•"/>
              <a:tabLst>
                <a:tab pos="1349335" algn="l"/>
              </a:tabLst>
              <a:defRPr kumimoji="1" sz="3200" kern="1200" spc="0" baseline="0">
                <a:gradFill>
                  <a:gsLst>
                    <a:gs pos="1250">
                      <a:schemeClr val="tx1"/>
                    </a:gs>
                    <a:gs pos="100000">
                      <a:schemeClr val="tx1"/>
                    </a:gs>
                  </a:gsLst>
                  <a:lin ang="5400000" scaled="0"/>
                </a:gradFill>
                <a:latin typeface="+mn-lt"/>
                <a:ea typeface="+mn-ea"/>
                <a:cs typeface="+mn-cs"/>
              </a:defRPr>
            </a:lvl2pPr>
            <a:lvl3pPr marL="800077" marR="0" indent="-228594"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2800" kern="1200" spc="0" baseline="0">
                <a:gradFill>
                  <a:gsLst>
                    <a:gs pos="1250">
                      <a:schemeClr val="tx1"/>
                    </a:gs>
                    <a:gs pos="100000">
                      <a:schemeClr val="tx1"/>
                    </a:gs>
                  </a:gsLst>
                  <a:lin ang="5400000" scaled="0"/>
                </a:gradFill>
                <a:latin typeface="+mn-lt"/>
                <a:ea typeface="+mn-ea"/>
                <a:cs typeface="+mn-cs"/>
              </a:defRPr>
            </a:lvl3pPr>
            <a:lvl4pPr marL="1028669" marR="0" indent="-228594"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2400" kern="1200" spc="0" baseline="0">
                <a:gradFill>
                  <a:gsLst>
                    <a:gs pos="1250">
                      <a:schemeClr val="tx1"/>
                    </a:gs>
                    <a:gs pos="100000">
                      <a:schemeClr val="tx1"/>
                    </a:gs>
                  </a:gsLst>
                  <a:lin ang="5400000" scaled="0"/>
                </a:gradFill>
                <a:latin typeface="+mn-lt"/>
                <a:ea typeface="+mn-ea"/>
                <a:cs typeface="+mn-cs"/>
              </a:defRPr>
            </a:lvl4pPr>
            <a:lvl5pPr marL="1257263" marR="0" indent="-228594" algn="l" defTabSz="932715" rtl="0" eaLnBrk="1" fontAlgn="auto" latinLnBrk="0" hangingPunct="1">
              <a:lnSpc>
                <a:spcPct val="100000"/>
              </a:lnSpc>
              <a:spcBef>
                <a:spcPts val="600"/>
              </a:spcBef>
              <a:spcAft>
                <a:spcPts val="0"/>
              </a:spcAft>
              <a:buClrTx/>
              <a:buSzPct val="90000"/>
              <a:buFont typeface="Arial" pitchFamily="34" charset="0"/>
              <a:buChar char="•"/>
              <a:tabLst/>
              <a:defRPr kumimoji="1" sz="2000" kern="1200" spc="0" baseline="0">
                <a:gradFill>
                  <a:gsLst>
                    <a:gs pos="1250">
                      <a:schemeClr val="tx1"/>
                    </a:gs>
                    <a:gs pos="100000">
                      <a:schemeClr val="tx1"/>
                    </a:gs>
                  </a:gsLst>
                  <a:lin ang="5400000" scaled="0"/>
                </a:gradFill>
                <a:latin typeface="+mn-lt"/>
                <a:ea typeface="+mn-ea"/>
                <a:cs typeface="+mn-cs"/>
              </a:defRPr>
            </a:lvl5pPr>
            <a:lvl6pPr marL="2564963"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323"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679"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038" indent="-233179" algn="l" defTabSz="932715"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0" indent="0">
              <a:buNone/>
            </a:pPr>
            <a:r>
              <a:rPr lang="ja-JP" altLang="en-US" sz="2000" b="1" dirty="0">
                <a:solidFill>
                  <a:schemeClr val="tx1"/>
                </a:solidFill>
              </a:rPr>
              <a:t>名前構造の分解</a:t>
            </a:r>
            <a:endParaRPr lang="ja-JP" altLang="en-US" sz="1800" dirty="0">
              <a:solidFill>
                <a:schemeClr val="tx1"/>
              </a:solidFill>
            </a:endParaRPr>
          </a:p>
        </p:txBody>
      </p:sp>
      <p:sp>
        <p:nvSpPr>
          <p:cNvPr id="7" name="テキスト ボックス 6">
            <a:extLst>
              <a:ext uri="{FF2B5EF4-FFF2-40B4-BE49-F238E27FC236}">
                <a16:creationId xmlns:a16="http://schemas.microsoft.com/office/drawing/2014/main" id="{C7E9D4E3-93F9-E944-E9F8-F4DFCC6CDBC2}"/>
              </a:ext>
            </a:extLst>
          </p:cNvPr>
          <p:cNvSpPr txBox="1"/>
          <p:nvPr/>
        </p:nvSpPr>
        <p:spPr>
          <a:xfrm>
            <a:off x="2327059" y="3825987"/>
            <a:ext cx="4305529" cy="1023727"/>
          </a:xfrm>
          <a:prstGeom prst="rect">
            <a:avLst/>
          </a:prstGeom>
          <a:noFill/>
        </p:spPr>
        <p:txBody>
          <a:bodyPr wrap="square" lIns="179259" tIns="143407" rIns="179259" bIns="143407" rtlCol="0">
            <a:spAutoFit/>
          </a:bodyPr>
          <a:lstStyle/>
          <a:p>
            <a:pPr>
              <a:lnSpc>
                <a:spcPct val="90000"/>
              </a:lnSpc>
              <a:spcAft>
                <a:spcPts val="588"/>
              </a:spcAft>
            </a:pPr>
            <a:endParaRPr kumimoji="1" lang="en-US" altLang="ja-JP" sz="2000" b="1" dirty="0">
              <a:solidFill>
                <a:schemeClr val="accent1"/>
              </a:solidFill>
              <a:latin typeface="Yu Gothic UI" panose="020B0500000000000000" pitchFamily="34" charset="-128"/>
              <a:ea typeface="Yu Gothic UI" panose="020B0500000000000000" pitchFamily="34" charset="-128"/>
            </a:endParaRPr>
          </a:p>
          <a:p>
            <a:pPr>
              <a:lnSpc>
                <a:spcPct val="90000"/>
              </a:lnSpc>
              <a:spcAft>
                <a:spcPts val="588"/>
              </a:spcAft>
            </a:pPr>
            <a:endParaRPr kumimoji="1" lang="ja-JP" altLang="en-US" sz="2745" dirty="0">
              <a:latin typeface="Yu Gothic UI" panose="020B0500000000000000" pitchFamily="34" charset="-128"/>
              <a:ea typeface="Yu Gothic UI" panose="020B0500000000000000" pitchFamily="34" charset="-128"/>
            </a:endParaRPr>
          </a:p>
        </p:txBody>
      </p:sp>
      <p:graphicFrame>
        <p:nvGraphicFramePr>
          <p:cNvPr id="8" name="表 7">
            <a:extLst>
              <a:ext uri="{FF2B5EF4-FFF2-40B4-BE49-F238E27FC236}">
                <a16:creationId xmlns:a16="http://schemas.microsoft.com/office/drawing/2014/main" id="{535007FF-43E9-C600-994D-C7292BD7BAB4}"/>
              </a:ext>
            </a:extLst>
          </p:cNvPr>
          <p:cNvGraphicFramePr>
            <a:graphicFrameLocks noGrp="1"/>
          </p:cNvGraphicFramePr>
          <p:nvPr>
            <p:extLst>
              <p:ext uri="{D42A27DB-BD31-4B8C-83A1-F6EECF244321}">
                <p14:modId xmlns:p14="http://schemas.microsoft.com/office/powerpoint/2010/main" val="1617692400"/>
              </p:ext>
            </p:extLst>
          </p:nvPr>
        </p:nvGraphicFramePr>
        <p:xfrm>
          <a:off x="2476499" y="3755403"/>
          <a:ext cx="8991600" cy="2392680"/>
        </p:xfrm>
        <a:graphic>
          <a:graphicData uri="http://schemas.openxmlformats.org/drawingml/2006/table">
            <a:tbl>
              <a:tblPr firstRow="1" bandRow="1">
                <a:tableStyleId>{5C22544A-7EE6-4342-B048-85BDC9FD1C3A}</a:tableStyleId>
              </a:tblPr>
              <a:tblGrid>
                <a:gridCol w="2381250">
                  <a:extLst>
                    <a:ext uri="{9D8B030D-6E8A-4147-A177-3AD203B41FA5}">
                      <a16:colId xmlns:a16="http://schemas.microsoft.com/office/drawing/2014/main" val="651723369"/>
                    </a:ext>
                  </a:extLst>
                </a:gridCol>
                <a:gridCol w="2771775">
                  <a:extLst>
                    <a:ext uri="{9D8B030D-6E8A-4147-A177-3AD203B41FA5}">
                      <a16:colId xmlns:a16="http://schemas.microsoft.com/office/drawing/2014/main" val="429563747"/>
                    </a:ext>
                  </a:extLst>
                </a:gridCol>
                <a:gridCol w="3838575">
                  <a:extLst>
                    <a:ext uri="{9D8B030D-6E8A-4147-A177-3AD203B41FA5}">
                      <a16:colId xmlns:a16="http://schemas.microsoft.com/office/drawing/2014/main" val="2501494040"/>
                    </a:ext>
                  </a:extLst>
                </a:gridCol>
              </a:tblGrid>
              <a:tr h="359397">
                <a:tc>
                  <a:txBody>
                    <a:bodyPr/>
                    <a:lstStyle/>
                    <a:p>
                      <a:r>
                        <a:rPr kumimoji="1" lang="en-US" altLang="ja-JP" sz="1800" b="0" dirty="0">
                          <a:solidFill>
                            <a:schemeClr val="accent1">
                              <a:lumMod val="75000"/>
                            </a:schemeClr>
                          </a:solidFill>
                          <a:latin typeface="Yu Gothic UI" panose="020B0500000000000000" pitchFamily="34" charset="-128"/>
                          <a:ea typeface="Yu Gothic UI" panose="020B0500000000000000" pitchFamily="34" charset="-128"/>
                        </a:rPr>
                        <a:t>Family</a:t>
                      </a:r>
                      <a:endParaRPr kumimoji="1" lang="ja-JP" altLang="en-US" b="0" dirty="0">
                        <a:solidFill>
                          <a:schemeClr val="accent1">
                            <a:lumMod val="75000"/>
                          </a:schemeClr>
                        </a:solidFill>
                        <a:latin typeface="Yu Gothic UI" panose="020B0500000000000000" pitchFamily="34" charset="-128"/>
                        <a:ea typeface="Yu Gothic UI" panose="020B0500000000000000" pitchFamily="34" charset="-128"/>
                      </a:endParaRP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lumMod val="20000"/>
                        <a:lumOff val="80000"/>
                      </a:schemeClr>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en-US" altLang="ja-JP" sz="1800" b="0" dirty="0">
                          <a:solidFill>
                            <a:schemeClr val="accent1">
                              <a:lumMod val="75000"/>
                            </a:schemeClr>
                          </a:solidFill>
                          <a:latin typeface="Yu Gothic UI" panose="020B0500000000000000" pitchFamily="34" charset="-128"/>
                          <a:ea typeface="Yu Gothic UI" panose="020B0500000000000000" pitchFamily="34" charset="-128"/>
                        </a:rPr>
                        <a:t>Feature 1 ( CPU Info)</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lumMod val="20000"/>
                        <a:lumOff val="80000"/>
                      </a:schemeClr>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en-US" altLang="ja-JP" sz="1800" b="0" dirty="0">
                          <a:solidFill>
                            <a:schemeClr val="accent1">
                              <a:lumMod val="75000"/>
                            </a:schemeClr>
                          </a:solidFill>
                          <a:latin typeface="Yu Gothic UI" panose="020B0500000000000000" pitchFamily="34" charset="-128"/>
                          <a:ea typeface="Yu Gothic UI" panose="020B0500000000000000" pitchFamily="34" charset="-128"/>
                        </a:rPr>
                        <a:t>Feature 3 ( Premium Storage)</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077003433"/>
                  </a:ext>
                </a:extLst>
              </a:tr>
              <a:tr h="669912">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ja-JP" altLang="en-US" sz="1400" dirty="0">
                          <a:latin typeface="Yu Gothic UI" panose="020B0500000000000000" pitchFamily="34" charset="-128"/>
                          <a:ea typeface="Yu Gothic UI" panose="020B0500000000000000" pitchFamily="34" charset="-128"/>
                        </a:rPr>
                        <a:t>ワークロード別の基本的な分類</a:t>
                      </a:r>
                      <a:endParaRPr kumimoji="1" lang="en-US" altLang="ja-JP" sz="1400" dirty="0">
                        <a:latin typeface="Yu Gothic UI" panose="020B0500000000000000" pitchFamily="34" charset="-128"/>
                        <a:ea typeface="Yu Gothic UI" panose="020B0500000000000000" pitchFamily="34" charset="-128"/>
                      </a:endParaRPr>
                    </a:p>
                    <a:p>
                      <a:endParaRPr kumimoji="1" lang="ja-JP" altLang="en-US" sz="1400" dirty="0">
                        <a:latin typeface="Yu Gothic UI" panose="020B0500000000000000" pitchFamily="34" charset="-128"/>
                        <a:ea typeface="Yu Gothic UI" panose="020B0500000000000000" pitchFamily="34" charset="-128"/>
                      </a:endParaRP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tc>
                  <a:txBody>
                    <a:bodyPr/>
                    <a:lstStyle/>
                    <a:p>
                      <a:pPr>
                        <a:lnSpc>
                          <a:spcPct val="90000"/>
                        </a:lnSpc>
                        <a:spcAft>
                          <a:spcPts val="588"/>
                        </a:spcAft>
                      </a:pPr>
                      <a:r>
                        <a:rPr kumimoji="1" lang="ja-JP" altLang="en-US" sz="1400" dirty="0">
                          <a:latin typeface="Yu Gothic UI" panose="020B0500000000000000" pitchFamily="34" charset="-128"/>
                          <a:ea typeface="Yu Gothic UI" panose="020B0500000000000000" pitchFamily="34" charset="-128"/>
                        </a:rPr>
                        <a:t>記載なし</a:t>
                      </a:r>
                      <a:r>
                        <a:rPr kumimoji="1" lang="en-US" altLang="ja-JP" sz="1400" dirty="0">
                          <a:latin typeface="Yu Gothic UI" panose="020B0500000000000000" pitchFamily="34" charset="-128"/>
                          <a:ea typeface="Yu Gothic UI" panose="020B0500000000000000" pitchFamily="34" charset="-128"/>
                        </a:rPr>
                        <a:t>: Intel x86-64 CPU </a:t>
                      </a:r>
                      <a:r>
                        <a:rPr kumimoji="1" lang="ja-JP" altLang="en-US" sz="1400" dirty="0">
                          <a:latin typeface="Yu Gothic UI" panose="020B0500000000000000" pitchFamily="34" charset="-128"/>
                          <a:ea typeface="Yu Gothic UI" panose="020B0500000000000000" pitchFamily="34" charset="-128"/>
                        </a:rPr>
                        <a:t>搭載</a:t>
                      </a:r>
                      <a:endParaRPr kumimoji="1" lang="en-US" altLang="ja-JP" sz="1400" dirty="0">
                        <a:latin typeface="Yu Gothic UI" panose="020B0500000000000000" pitchFamily="34" charset="-128"/>
                        <a:ea typeface="Yu Gothic UI" panose="020B0500000000000000" pitchFamily="34" charset="-128"/>
                      </a:endParaRPr>
                    </a:p>
                    <a:p>
                      <a:pPr>
                        <a:lnSpc>
                          <a:spcPct val="90000"/>
                        </a:lnSpc>
                        <a:spcAft>
                          <a:spcPts val="588"/>
                        </a:spcAft>
                      </a:pPr>
                      <a:r>
                        <a:rPr kumimoji="1" lang="en-US" altLang="ja-JP" sz="1400" dirty="0">
                          <a:latin typeface="Yu Gothic UI" panose="020B0500000000000000" pitchFamily="34" charset="-128"/>
                          <a:ea typeface="Yu Gothic UI" panose="020B0500000000000000" pitchFamily="34" charset="-128"/>
                        </a:rPr>
                        <a:t>a: AMD</a:t>
                      </a:r>
                    </a:p>
                    <a:p>
                      <a:pPr>
                        <a:lnSpc>
                          <a:spcPct val="90000"/>
                        </a:lnSpc>
                        <a:spcAft>
                          <a:spcPts val="588"/>
                        </a:spcAft>
                      </a:pPr>
                      <a:r>
                        <a:rPr kumimoji="1" lang="en-US" altLang="ja-JP" sz="1400" dirty="0">
                          <a:latin typeface="Yu Gothic UI" panose="020B0500000000000000" pitchFamily="34" charset="-128"/>
                          <a:ea typeface="Yu Gothic UI" panose="020B0500000000000000" pitchFamily="34" charset="-128"/>
                        </a:rPr>
                        <a:t>p: ARM</a:t>
                      </a:r>
                      <a:r>
                        <a:rPr kumimoji="1" lang="ja-JP" altLang="en-US" sz="1400" dirty="0">
                          <a:latin typeface="Yu Gothic UI" panose="020B0500000000000000" pitchFamily="34" charset="-128"/>
                          <a:ea typeface="Yu Gothic UI" panose="020B0500000000000000" pitchFamily="34" charset="-128"/>
                        </a:rPr>
                        <a:t>ベース</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tc>
                  <a:txBody>
                    <a:bodyPr/>
                    <a:lstStyle/>
                    <a:p>
                      <a:pPr>
                        <a:lnSpc>
                          <a:spcPct val="90000"/>
                        </a:lnSpc>
                        <a:spcAft>
                          <a:spcPts val="588"/>
                        </a:spcAft>
                      </a:pPr>
                      <a:r>
                        <a:rPr kumimoji="1" lang="ja-JP" altLang="en-US" sz="1400" dirty="0">
                          <a:latin typeface="Yu Gothic UI" panose="020B0500000000000000" pitchFamily="34" charset="-128"/>
                          <a:ea typeface="Yu Gothic UI" panose="020B0500000000000000" pitchFamily="34" charset="-128"/>
                        </a:rPr>
                        <a:t>記載なし</a:t>
                      </a:r>
                      <a:r>
                        <a:rPr kumimoji="1" lang="en-US" altLang="ja-JP" sz="1400" dirty="0">
                          <a:latin typeface="Yu Gothic UI" panose="020B0500000000000000" pitchFamily="34" charset="-128"/>
                          <a:ea typeface="Yu Gothic UI" panose="020B0500000000000000" pitchFamily="34" charset="-128"/>
                        </a:rPr>
                        <a:t>: Premium Storage </a:t>
                      </a:r>
                      <a:r>
                        <a:rPr kumimoji="1" lang="ja-JP" altLang="en-US" sz="1400" dirty="0">
                          <a:latin typeface="Yu Gothic UI" panose="020B0500000000000000" pitchFamily="34" charset="-128"/>
                          <a:ea typeface="Yu Gothic UI" panose="020B0500000000000000" pitchFamily="34" charset="-128"/>
                        </a:rPr>
                        <a:t>サポートなし</a:t>
                      </a:r>
                      <a:endParaRPr kumimoji="1" lang="en-US" altLang="ja-JP" sz="1400" dirty="0">
                        <a:latin typeface="Yu Gothic UI" panose="020B0500000000000000" pitchFamily="34" charset="-128"/>
                        <a:ea typeface="Yu Gothic UI" panose="020B0500000000000000" pitchFamily="34" charset="-128"/>
                      </a:endParaRPr>
                    </a:p>
                    <a:p>
                      <a:pPr>
                        <a:lnSpc>
                          <a:spcPct val="90000"/>
                        </a:lnSpc>
                        <a:spcAft>
                          <a:spcPts val="588"/>
                        </a:spcAft>
                      </a:pPr>
                      <a:r>
                        <a:rPr kumimoji="1" lang="en-US" altLang="ja-JP" sz="1400" dirty="0">
                          <a:latin typeface="Yu Gothic UI" panose="020B0500000000000000" pitchFamily="34" charset="-128"/>
                          <a:ea typeface="Yu Gothic UI" panose="020B0500000000000000" pitchFamily="34" charset="-128"/>
                        </a:rPr>
                        <a:t>s: Premium Storage </a:t>
                      </a:r>
                      <a:r>
                        <a:rPr kumimoji="1" lang="ja-JP" altLang="en-US" sz="1400" dirty="0">
                          <a:latin typeface="Yu Gothic UI" panose="020B0500000000000000" pitchFamily="34" charset="-128"/>
                          <a:ea typeface="Yu Gothic UI" panose="020B0500000000000000" pitchFamily="34" charset="-128"/>
                        </a:rPr>
                        <a:t>サポートあり</a:t>
                      </a:r>
                      <a:endParaRPr kumimoji="1" lang="en-US" altLang="ja-JP" sz="1400" dirty="0">
                        <a:latin typeface="Yu Gothic UI" panose="020B0500000000000000" pitchFamily="34" charset="-128"/>
                        <a:ea typeface="Yu Gothic UI" panose="020B0500000000000000" pitchFamily="34" charset="-128"/>
                      </a:endParaRP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592061269"/>
                  </a:ext>
                </a:extLst>
              </a:tr>
              <a:tr h="247650">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en-US" altLang="ja-JP" sz="1800" b="0" dirty="0">
                          <a:solidFill>
                            <a:schemeClr val="accent1">
                              <a:lumMod val="75000"/>
                            </a:schemeClr>
                          </a:solidFill>
                          <a:latin typeface="Yu Gothic UI" panose="020B0500000000000000" pitchFamily="34" charset="-128"/>
                          <a:ea typeface="Yu Gothic UI" panose="020B0500000000000000" pitchFamily="34" charset="-128"/>
                        </a:rPr>
                        <a:t>Subfamily</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lumMod val="20000"/>
                        <a:lumOff val="80000"/>
                      </a:schemeClr>
                    </a:solidFill>
                  </a:tcPr>
                </a:tc>
                <a:tc>
                  <a:txBody>
                    <a:bodyPr/>
                    <a:lstStyle/>
                    <a:p>
                      <a:pPr marL="0" marR="0" lvl="0" indent="0" algn="l" defTabSz="932742" rtl="0" eaLnBrk="1" fontAlgn="auto" latinLnBrk="0" hangingPunct="1">
                        <a:lnSpc>
                          <a:spcPct val="100000"/>
                        </a:lnSpc>
                        <a:spcBef>
                          <a:spcPts val="0"/>
                        </a:spcBef>
                        <a:spcAft>
                          <a:spcPts val="0"/>
                        </a:spcAft>
                        <a:buClrTx/>
                        <a:buSzTx/>
                        <a:buFontTx/>
                        <a:buNone/>
                        <a:tabLst/>
                        <a:defRPr/>
                      </a:pPr>
                      <a:r>
                        <a:rPr kumimoji="1" lang="en-US" altLang="ja-JP" sz="1800" b="0" dirty="0">
                          <a:solidFill>
                            <a:schemeClr val="accent1">
                              <a:lumMod val="75000"/>
                            </a:schemeClr>
                          </a:solidFill>
                          <a:latin typeface="Yu Gothic UI" panose="020B0500000000000000" pitchFamily="34" charset="-128"/>
                          <a:ea typeface="Yu Gothic UI" panose="020B0500000000000000" pitchFamily="34" charset="-128"/>
                        </a:rPr>
                        <a:t>Feature 2 ( Local Storage)</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lumMod val="20000"/>
                        <a:lumOff val="80000"/>
                      </a:schemeClr>
                    </a:solidFill>
                  </a:tcPr>
                </a:tc>
                <a:tc>
                  <a:txBody>
                    <a:bodyPr/>
                    <a:lstStyle/>
                    <a:p>
                      <a:r>
                        <a:rPr kumimoji="1" lang="en-US" altLang="ja-JP" b="0" dirty="0">
                          <a:solidFill>
                            <a:schemeClr val="accent1">
                              <a:lumMod val="75000"/>
                            </a:schemeClr>
                          </a:solidFill>
                          <a:latin typeface="Yu Gothic UI" panose="020B0500000000000000" pitchFamily="34" charset="-128"/>
                          <a:ea typeface="Yu Gothic UI" panose="020B0500000000000000" pitchFamily="34" charset="-128"/>
                        </a:rPr>
                        <a:t>Version</a:t>
                      </a:r>
                      <a:endParaRPr kumimoji="1" lang="ja-JP" altLang="en-US" b="0" dirty="0">
                        <a:solidFill>
                          <a:schemeClr val="accent1">
                            <a:lumMod val="75000"/>
                          </a:schemeClr>
                        </a:solidFill>
                        <a:latin typeface="Yu Gothic UI" panose="020B0500000000000000" pitchFamily="34" charset="-128"/>
                        <a:ea typeface="Yu Gothic UI" panose="020B0500000000000000" pitchFamily="34" charset="-128"/>
                      </a:endParaRP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3710297944"/>
                  </a:ext>
                </a:extLst>
              </a:tr>
              <a:tr h="817740">
                <a:tc>
                  <a:txBody>
                    <a:bodyPr/>
                    <a:lstStyle/>
                    <a:p>
                      <a:pPr>
                        <a:lnSpc>
                          <a:spcPct val="90000"/>
                        </a:lnSpc>
                        <a:spcAft>
                          <a:spcPts val="588"/>
                        </a:spcAft>
                      </a:pPr>
                      <a:r>
                        <a:rPr kumimoji="1" lang="ja-JP" altLang="en-US" sz="1400" dirty="0">
                          <a:latin typeface="Yu Gothic UI" panose="020B0500000000000000" pitchFamily="34" charset="-128"/>
                          <a:ea typeface="Yu Gothic UI" panose="020B0500000000000000" pitchFamily="34" charset="-128"/>
                        </a:rPr>
                        <a:t>機能の違いを示す</a:t>
                      </a:r>
                      <a:endParaRPr kumimoji="1" lang="en-US" altLang="ja-JP" sz="1400" dirty="0">
                        <a:latin typeface="Yu Gothic UI" panose="020B0500000000000000" pitchFamily="34" charset="-128"/>
                        <a:ea typeface="Yu Gothic UI" panose="020B0500000000000000" pitchFamily="34" charset="-128"/>
                      </a:endParaRPr>
                    </a:p>
                    <a:p>
                      <a:pPr>
                        <a:lnSpc>
                          <a:spcPct val="90000"/>
                        </a:lnSpc>
                        <a:spcAft>
                          <a:spcPts val="588"/>
                        </a:spcAft>
                      </a:pPr>
                      <a:r>
                        <a:rPr kumimoji="1" lang="en-US" altLang="ja-JP" sz="1400" dirty="0">
                          <a:latin typeface="Yu Gothic UI" panose="020B0500000000000000" pitchFamily="34" charset="-128"/>
                          <a:ea typeface="Yu Gothic UI" panose="020B0500000000000000" pitchFamily="34" charset="-128"/>
                        </a:rPr>
                        <a:t>DC: </a:t>
                      </a:r>
                      <a:r>
                        <a:rPr kumimoji="1" lang="ja-JP" altLang="en-US" sz="1400" dirty="0">
                          <a:latin typeface="Yu Gothic UI" panose="020B0500000000000000" pitchFamily="34" charset="-128"/>
                          <a:ea typeface="Yu Gothic UI" panose="020B0500000000000000" pitchFamily="34" charset="-128"/>
                        </a:rPr>
                        <a:t>機密 </a:t>
                      </a:r>
                      <a:r>
                        <a:rPr kumimoji="1" lang="en-US" altLang="ja-JP" sz="1400" dirty="0">
                          <a:latin typeface="Yu Gothic UI" panose="020B0500000000000000" pitchFamily="34" charset="-128"/>
                          <a:ea typeface="Yu Gothic UI" panose="020B0500000000000000" pitchFamily="34" charset="-128"/>
                        </a:rPr>
                        <a:t>(Confidential )</a:t>
                      </a:r>
                    </a:p>
                    <a:p>
                      <a:pPr>
                        <a:lnSpc>
                          <a:spcPct val="90000"/>
                        </a:lnSpc>
                        <a:spcAft>
                          <a:spcPts val="588"/>
                        </a:spcAft>
                      </a:pPr>
                      <a:r>
                        <a:rPr kumimoji="1" lang="en-US" altLang="ja-JP" sz="1400" dirty="0">
                          <a:latin typeface="Yu Gothic UI" panose="020B0500000000000000" pitchFamily="34" charset="-128"/>
                          <a:ea typeface="Yu Gothic UI" panose="020B0500000000000000" pitchFamily="34" charset="-128"/>
                        </a:rPr>
                        <a:t>FX: Intel Xeon</a:t>
                      </a:r>
                      <a:r>
                        <a:rPr kumimoji="1" lang="ja-JP" altLang="en-US" sz="1400" dirty="0">
                          <a:latin typeface="Yu Gothic UI" panose="020B0500000000000000" pitchFamily="34" charset="-128"/>
                          <a:ea typeface="Yu Gothic UI" panose="020B0500000000000000" pitchFamily="34" charset="-128"/>
                        </a:rPr>
                        <a:t> 搭載</a:t>
                      </a: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tc>
                  <a:txBody>
                    <a:bodyPr/>
                    <a:lstStyle/>
                    <a:p>
                      <a:pPr>
                        <a:lnSpc>
                          <a:spcPct val="90000"/>
                        </a:lnSpc>
                        <a:spcAft>
                          <a:spcPts val="588"/>
                        </a:spcAft>
                      </a:pPr>
                      <a:r>
                        <a:rPr kumimoji="1" lang="ja-JP" altLang="en-US" sz="1400" dirty="0">
                          <a:latin typeface="Yu Gothic UI" panose="020B0500000000000000" pitchFamily="34" charset="-128"/>
                          <a:ea typeface="Yu Gothic UI" panose="020B0500000000000000" pitchFamily="34" charset="-128"/>
                        </a:rPr>
                        <a:t>記載なし</a:t>
                      </a:r>
                      <a:r>
                        <a:rPr kumimoji="1" lang="en-US" altLang="ja-JP" sz="1400" dirty="0">
                          <a:latin typeface="Yu Gothic UI" panose="020B0500000000000000" pitchFamily="34" charset="-128"/>
                          <a:ea typeface="Yu Gothic UI" panose="020B0500000000000000" pitchFamily="34" charset="-128"/>
                        </a:rPr>
                        <a:t>: </a:t>
                      </a:r>
                      <a:r>
                        <a:rPr kumimoji="1" lang="ja-JP" altLang="en-US" sz="1400" dirty="0">
                          <a:latin typeface="Yu Gothic UI" panose="020B0500000000000000" pitchFamily="34" charset="-128"/>
                          <a:ea typeface="Yu Gothic UI" panose="020B0500000000000000" pitchFamily="34" charset="-128"/>
                        </a:rPr>
                        <a:t>ローカルディスクなし</a:t>
                      </a:r>
                      <a:endParaRPr kumimoji="1" lang="en-US" altLang="ja-JP" sz="1400" dirty="0">
                        <a:latin typeface="Yu Gothic UI" panose="020B0500000000000000" pitchFamily="34" charset="-128"/>
                        <a:ea typeface="Yu Gothic UI" panose="020B0500000000000000" pitchFamily="34" charset="-128"/>
                      </a:endParaRPr>
                    </a:p>
                    <a:p>
                      <a:pPr>
                        <a:lnSpc>
                          <a:spcPct val="90000"/>
                        </a:lnSpc>
                        <a:spcAft>
                          <a:spcPts val="588"/>
                        </a:spcAft>
                      </a:pPr>
                      <a:r>
                        <a:rPr kumimoji="1" lang="en-US" altLang="ja-JP" sz="1400" dirty="0">
                          <a:latin typeface="Yu Gothic UI" panose="020B0500000000000000" pitchFamily="34" charset="-128"/>
                          <a:ea typeface="Yu Gothic UI" panose="020B0500000000000000" pitchFamily="34" charset="-128"/>
                        </a:rPr>
                        <a:t>d: </a:t>
                      </a:r>
                      <a:r>
                        <a:rPr kumimoji="1" lang="ja-JP" altLang="en-US" sz="1400" dirty="0">
                          <a:latin typeface="Yu Gothic UI" panose="020B0500000000000000" pitchFamily="34" charset="-128"/>
                          <a:ea typeface="Yu Gothic UI" panose="020B0500000000000000" pitchFamily="34" charset="-128"/>
                        </a:rPr>
                        <a:t>ローカルディスクあり</a:t>
                      </a:r>
                      <a:endParaRPr kumimoji="1" lang="en-US" altLang="ja-JP" sz="1400" dirty="0">
                        <a:latin typeface="Yu Gothic UI" panose="020B0500000000000000" pitchFamily="34" charset="-128"/>
                        <a:ea typeface="Yu Gothic UI" panose="020B0500000000000000" pitchFamily="34" charset="-128"/>
                      </a:endParaRPr>
                    </a:p>
                    <a:p>
                      <a:endParaRPr kumimoji="1" lang="ja-JP" altLang="en-US" sz="1400" dirty="0">
                        <a:latin typeface="Yu Gothic UI" panose="020B0500000000000000" pitchFamily="34" charset="-128"/>
                        <a:ea typeface="Yu Gothic UI" panose="020B0500000000000000" pitchFamily="34" charset="-128"/>
                      </a:endParaRP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tc>
                  <a:txBody>
                    <a:bodyPr/>
                    <a:lstStyle/>
                    <a:p>
                      <a:r>
                        <a:rPr kumimoji="1" lang="ja-JP" altLang="en-US" sz="1400" b="0" i="0" kern="1200" dirty="0">
                          <a:solidFill>
                            <a:schemeClr val="dk1"/>
                          </a:solidFill>
                          <a:effectLst/>
                          <a:latin typeface="Yu Gothic UI" panose="020B0500000000000000" pitchFamily="34" charset="-128"/>
                          <a:ea typeface="Yu Gothic UI" panose="020B0500000000000000" pitchFamily="34" charset="-128"/>
                          <a:cs typeface="+mn-cs"/>
                        </a:rPr>
                        <a:t> 世代を表すバージョン番号</a:t>
                      </a:r>
                      <a:endParaRPr kumimoji="1" lang="ja-JP" altLang="en-US" sz="1400" dirty="0">
                        <a:latin typeface="Yu Gothic UI" panose="020B0500000000000000" pitchFamily="34" charset="-128"/>
                        <a:ea typeface="Yu Gothic UI" panose="020B0500000000000000" pitchFamily="34" charset="-128"/>
                      </a:endParaRPr>
                    </a:p>
                  </a:txBody>
                  <a:tcP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4034900616"/>
                  </a:ext>
                </a:extLst>
              </a:tr>
            </a:tbl>
          </a:graphicData>
        </a:graphic>
      </p:graphicFrame>
    </p:spTree>
    <p:extLst>
      <p:ext uri="{BB962C8B-B14F-4D97-AF65-F5344CB8AC3E}">
        <p14:creationId xmlns:p14="http://schemas.microsoft.com/office/powerpoint/2010/main" val="2696684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CDCCF31C-2028-491E-A131-D3759279A741}"/>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altLang="ja-JP" sz="2100" b="1" dirty="0">
                <a:solidFill>
                  <a:srgbClr val="1F2937"/>
                </a:solidFill>
                <a:latin typeface="Meiryo UI"/>
                <a:ea typeface="Meiryo UI"/>
                <a:cs typeface="Meiryo UI"/>
              </a:rPr>
              <a:t>VM </a:t>
            </a:r>
            <a:r>
              <a:rPr lang="ja-JP" altLang="en-US" sz="2100" b="1">
                <a:solidFill>
                  <a:srgbClr val="1F2937"/>
                </a:solidFill>
                <a:latin typeface="Meiryo UI"/>
                <a:ea typeface="Meiryo UI"/>
                <a:cs typeface="Meiryo UI"/>
              </a:rPr>
              <a:t>と仮想ネットワークとディスク</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FE16561D-AF2E-4A00-AF41-3722F24E630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38CD5DF-0DFF-4367-8693-1C17D5EEDC0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258" name="四角形: 角を丸くする 16">
            <a:extLst>
              <a:ext uri="{FF2B5EF4-FFF2-40B4-BE49-F238E27FC236}">
                <a16:creationId xmlns:a16="http://schemas.microsoft.com/office/drawing/2014/main" id="{E544289C-3E94-7875-4D9B-460D48D2537E}"/>
              </a:ext>
            </a:extLst>
          </p:cNvPr>
          <p:cNvSpPr/>
          <p:nvPr/>
        </p:nvSpPr>
        <p:spPr bwMode="auto">
          <a:xfrm>
            <a:off x="6265097" y="1371600"/>
            <a:ext cx="5241103" cy="1378088"/>
          </a:xfrm>
          <a:prstGeom prst="roundRect">
            <a:avLst>
              <a:gd name="adj" fmla="val 7374"/>
            </a:avLst>
          </a:prstGeom>
          <a:solidFill>
            <a:srgbClr val="FFFFFF"/>
          </a:solidFill>
          <a:ln w="19050">
            <a:solidFill>
              <a:srgbClr val="75757A"/>
            </a:solidFill>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rtl="0" fontAlgn="base">
              <a:lnSpc>
                <a:spcPct val="90000"/>
              </a:lnSpc>
              <a:spcBef>
                <a:spcPct val="0"/>
              </a:spcBef>
              <a:spcAft>
                <a:spcPct val="0"/>
              </a:spcAft>
              <a:defRPr/>
            </a:pPr>
            <a:r>
              <a:rPr kumimoji="1" lang="en-US" altLang="ja-JP" sz="2353" kern="0" dirty="0">
                <a:solidFill>
                  <a:prstClr val="black"/>
                </a:solidFill>
                <a:latin typeface="Yu Gothic UI" panose="020B0500000000000000" pitchFamily="34" charset="-128"/>
                <a:ea typeface="Yu Gothic UI" panose="020B0500000000000000" pitchFamily="34" charset="-128"/>
                <a:cs typeface="Segoe UI" pitchFamily="34" charset="0"/>
              </a:rPr>
              <a:t>Managed Disk</a:t>
            </a:r>
            <a:endParaRPr kumimoji="1" lang="ja-JP" altLang="en-US" sz="2353" kern="0" dirty="0">
              <a:solidFill>
                <a:prstClr val="black"/>
              </a:solidFill>
              <a:latin typeface="Yu Gothic UI" panose="020B0500000000000000" pitchFamily="34" charset="-128"/>
              <a:ea typeface="Yu Gothic UI" panose="020B0500000000000000" pitchFamily="34" charset="-128"/>
              <a:cs typeface="Segoe UI" pitchFamily="34" charset="0"/>
            </a:endParaRPr>
          </a:p>
        </p:txBody>
      </p:sp>
      <p:sp>
        <p:nvSpPr>
          <p:cNvPr id="259" name="四角形: 角を丸くする 20">
            <a:extLst>
              <a:ext uri="{FF2B5EF4-FFF2-40B4-BE49-F238E27FC236}">
                <a16:creationId xmlns:a16="http://schemas.microsoft.com/office/drawing/2014/main" id="{8634BD44-3139-6C91-A8E7-283B850714F4}"/>
              </a:ext>
            </a:extLst>
          </p:cNvPr>
          <p:cNvSpPr/>
          <p:nvPr/>
        </p:nvSpPr>
        <p:spPr bwMode="auto">
          <a:xfrm>
            <a:off x="6404440" y="5055452"/>
            <a:ext cx="5129028" cy="1585330"/>
          </a:xfrm>
          <a:prstGeom prst="roundRect">
            <a:avLst>
              <a:gd name="adj" fmla="val 7377"/>
            </a:avLst>
          </a:prstGeom>
          <a:solidFill>
            <a:srgbClr val="FFFFFF"/>
          </a:solidFill>
          <a:ln w="10795" cap="flat" cmpd="sng" algn="ctr">
            <a:solidFill>
              <a:srgbClr val="0078D3"/>
            </a:solidFill>
            <a:prstDash val="solid"/>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rtl="0" fontAlgn="base">
              <a:lnSpc>
                <a:spcPct val="90000"/>
              </a:lnSpc>
              <a:spcBef>
                <a:spcPct val="0"/>
              </a:spcBef>
              <a:spcAft>
                <a:spcPct val="0"/>
              </a:spcAft>
              <a:defRPr/>
            </a:pPr>
            <a:r>
              <a:rPr kumimoji="1" lang="ja-JP" altLang="en-US" sz="2353" kern="0">
                <a:solidFill>
                  <a:prstClr val="black"/>
                </a:solidFill>
                <a:latin typeface="Yu Gothic UI" panose="020B0500000000000000" pitchFamily="34" charset="-128"/>
                <a:ea typeface="Yu Gothic UI" panose="020B0500000000000000" pitchFamily="34" charset="-128"/>
                <a:cs typeface="Segoe UI" pitchFamily="34" charset="0"/>
              </a:rPr>
              <a:t>仮想ネットワーク</a:t>
            </a:r>
            <a:r>
              <a:rPr kumimoji="1" lang="en-US" altLang="ja-JP" sz="2353" kern="0">
                <a:solidFill>
                  <a:prstClr val="black"/>
                </a:solidFill>
                <a:latin typeface="Yu Gothic UI" panose="020B0500000000000000" pitchFamily="34" charset="-128"/>
                <a:ea typeface="Yu Gothic UI" panose="020B0500000000000000" pitchFamily="34" charset="-128"/>
                <a:cs typeface="Segoe UI" pitchFamily="34" charset="0"/>
              </a:rPr>
              <a:t>/</a:t>
            </a:r>
            <a:r>
              <a:rPr kumimoji="1" lang="ja-JP" altLang="en-US" sz="2353" kern="0">
                <a:solidFill>
                  <a:prstClr val="black"/>
                </a:solidFill>
                <a:latin typeface="Yu Gothic UI" panose="020B0500000000000000" pitchFamily="34" charset="-128"/>
                <a:ea typeface="Yu Gothic UI" panose="020B0500000000000000" pitchFamily="34" charset="-128"/>
                <a:cs typeface="Segoe UI" pitchFamily="34" charset="0"/>
              </a:rPr>
              <a:t> </a:t>
            </a:r>
            <a:r>
              <a:rPr kumimoji="1" lang="en-US" altLang="ja-JP" sz="2353" kern="0">
                <a:solidFill>
                  <a:prstClr val="black"/>
                </a:solidFill>
                <a:latin typeface="Yu Gothic UI" panose="020B0500000000000000" pitchFamily="34" charset="-128"/>
                <a:ea typeface="Yu Gothic UI" panose="020B0500000000000000" pitchFamily="34" charset="-128"/>
                <a:cs typeface="Segoe UI" pitchFamily="34" charset="0"/>
              </a:rPr>
              <a:t>Subnet</a:t>
            </a:r>
            <a:endParaRPr kumimoji="1" lang="ja-JP" altLang="en-US" sz="2353" kern="0">
              <a:solidFill>
                <a:prstClr val="black"/>
              </a:solidFill>
              <a:latin typeface="Yu Gothic UI" panose="020B0500000000000000" pitchFamily="34" charset="-128"/>
              <a:ea typeface="Yu Gothic UI" panose="020B0500000000000000" pitchFamily="34" charset="-128"/>
              <a:cs typeface="Segoe UI" pitchFamily="34" charset="0"/>
            </a:endParaRPr>
          </a:p>
        </p:txBody>
      </p:sp>
      <p:sp>
        <p:nvSpPr>
          <p:cNvPr id="260" name="四角形: 角を丸くする 21">
            <a:extLst>
              <a:ext uri="{FF2B5EF4-FFF2-40B4-BE49-F238E27FC236}">
                <a16:creationId xmlns:a16="http://schemas.microsoft.com/office/drawing/2014/main" id="{D1ED8B3A-CB9F-78ED-B3F9-7FEBCF9EFAFD}"/>
              </a:ext>
            </a:extLst>
          </p:cNvPr>
          <p:cNvSpPr/>
          <p:nvPr/>
        </p:nvSpPr>
        <p:spPr bwMode="auto">
          <a:xfrm>
            <a:off x="6849067" y="5729871"/>
            <a:ext cx="4428279" cy="631033"/>
          </a:xfrm>
          <a:prstGeom prst="roundRect">
            <a:avLst/>
          </a:prstGeom>
          <a:solidFill>
            <a:srgbClr val="5B9BD5">
              <a:lumMod val="20000"/>
              <a:lumOff val="80000"/>
            </a:srgbClr>
          </a:solidFill>
          <a:ln>
            <a:noFill/>
          </a:ln>
          <a:effectLst/>
        </p:spPr>
        <p:txBody>
          <a:bodyPr rot="0" spcFirstLastPara="0" vertOverflow="overflow" horzOverflow="overflow" vert="horz" wrap="square" lIns="179285" tIns="143428" rIns="179285" bIns="143428" numCol="1" spcCol="0" rtlCol="0" fromWordArt="0" anchor="ctr" anchorCtr="0" forceAA="0" compatLnSpc="1">
            <a:prstTxWarp prst="textNoShape">
              <a:avLst/>
            </a:prstTxWarp>
            <a:noAutofit/>
          </a:bodyPr>
          <a:lstStyle/>
          <a:p>
            <a:pPr marL="0" marR="0" lvl="0" indent="0" algn="ctr" defTabSz="914102" rtl="0" eaLnBrk="1" fontAlgn="base" latinLnBrk="0" hangingPunct="1">
              <a:lnSpc>
                <a:spcPct val="90000"/>
              </a:lnSpc>
              <a:spcBef>
                <a:spcPct val="0"/>
              </a:spcBef>
              <a:spcAft>
                <a:spcPct val="0"/>
              </a:spcAft>
              <a:buClrTx/>
              <a:buSzTx/>
              <a:buFontTx/>
              <a:buNone/>
              <a:tabLst/>
              <a:defRPr/>
            </a:pPr>
            <a:r>
              <a:rPr kumimoji="1" lang="en-US" altLang="ja-JP"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Public</a:t>
            </a:r>
            <a:r>
              <a:rPr kumimoji="1" lang="ja-JP" altLang="en-US"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 </a:t>
            </a:r>
            <a:r>
              <a:rPr kumimoji="1" lang="en-US" altLang="ja-JP"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IP </a:t>
            </a:r>
            <a:r>
              <a:rPr kumimoji="1" lang="ja-JP" altLang="en-US"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や </a:t>
            </a:r>
            <a:r>
              <a:rPr kumimoji="1" lang="en-US" altLang="ja-JP"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LB </a:t>
            </a:r>
            <a:r>
              <a:rPr kumimoji="1" lang="ja-JP" altLang="en-US"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などの</a:t>
            </a:r>
            <a:br>
              <a:rPr kumimoji="1" lang="en-US" altLang="ja-JP"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br>
            <a:r>
              <a:rPr kumimoji="1" lang="ja-JP" altLang="en-US" sz="1800" b="0" i="0" u="none" strike="noStrike" kern="0" cap="none" spc="0" normalizeH="0" baseline="0" noProof="0" dirty="0">
                <a:ln>
                  <a:noFill/>
                </a:ln>
                <a:solidFill>
                  <a:prstClr val="black"/>
                </a:solidFill>
                <a:effectLst/>
                <a:uLnTx/>
                <a:uFillTx/>
                <a:latin typeface="Yu Gothic UI" panose="020B0500000000000000" pitchFamily="34" charset="-128"/>
                <a:ea typeface="Yu Gothic UI" panose="020B0500000000000000" pitchFamily="34" charset="-128"/>
                <a:cs typeface="Segoe UI" pitchFamily="34" charset="0"/>
              </a:rPr>
              <a:t>ネットワークサービス</a:t>
            </a:r>
          </a:p>
        </p:txBody>
      </p:sp>
      <p:cxnSp>
        <p:nvCxnSpPr>
          <p:cNvPr id="261" name="直線コネクタ 260">
            <a:extLst>
              <a:ext uri="{FF2B5EF4-FFF2-40B4-BE49-F238E27FC236}">
                <a16:creationId xmlns:a16="http://schemas.microsoft.com/office/drawing/2014/main" id="{CD180924-2FB8-E9D3-7E79-7DAB41002D28}"/>
              </a:ext>
            </a:extLst>
          </p:cNvPr>
          <p:cNvCxnSpPr>
            <a:cxnSpLocks/>
            <a:stCxn id="271" idx="2"/>
            <a:endCxn id="259" idx="0"/>
          </p:cNvCxnSpPr>
          <p:nvPr/>
        </p:nvCxnSpPr>
        <p:spPr>
          <a:xfrm flipH="1">
            <a:off x="8968954" y="4722857"/>
            <a:ext cx="796" cy="332595"/>
          </a:xfrm>
          <a:prstGeom prst="line">
            <a:avLst/>
          </a:prstGeom>
          <a:noFill/>
          <a:ln w="28575" cap="flat" cmpd="sng" algn="ctr">
            <a:solidFill>
              <a:srgbClr val="0078D3"/>
            </a:solidFill>
            <a:prstDash val="solid"/>
            <a:headEnd type="none"/>
            <a:tailEnd type="none"/>
          </a:ln>
          <a:effectLst/>
        </p:spPr>
      </p:cxnSp>
      <p:sp>
        <p:nvSpPr>
          <p:cNvPr id="262" name="四角形: 角を丸くする 26">
            <a:extLst>
              <a:ext uri="{FF2B5EF4-FFF2-40B4-BE49-F238E27FC236}">
                <a16:creationId xmlns:a16="http://schemas.microsoft.com/office/drawing/2014/main" id="{0E67589B-B5B8-BCA7-A735-7E8DBB9E9861}"/>
              </a:ext>
            </a:extLst>
          </p:cNvPr>
          <p:cNvSpPr/>
          <p:nvPr/>
        </p:nvSpPr>
        <p:spPr bwMode="auto">
          <a:xfrm>
            <a:off x="6900764" y="2060075"/>
            <a:ext cx="1773442" cy="553035"/>
          </a:xfrm>
          <a:prstGeom prst="roundRect">
            <a:avLst/>
          </a:prstGeom>
          <a:solidFill>
            <a:srgbClr val="FFFFFF"/>
          </a:solidFill>
          <a:ln w="10795" cap="flat" cmpd="sng" algn="ctr">
            <a:solidFill>
              <a:srgbClr val="000041"/>
            </a:solidFill>
            <a:prstDash val="solid"/>
          </a:ln>
          <a:effectLst/>
        </p:spPr>
        <p:txBody>
          <a:bodyPr rot="0" spcFirstLastPara="0" vertOverflow="overflow" horzOverflow="overflow" vert="horz" wrap="square" lIns="179285" tIns="143428" rIns="179285" bIns="143428" numCol="1" spcCol="0" rtlCol="0" fromWordArt="0" anchor="ctr" anchorCtr="0" forceAA="0" compatLnSpc="1">
            <a:prstTxWarp prst="textNoShape">
              <a:avLst/>
            </a:prstTxWarp>
            <a:noAutofit/>
          </a:bodyPr>
          <a:lstStyle/>
          <a:p>
            <a:pPr algn="ctr" defTabSz="914102" rtl="0" fontAlgn="base">
              <a:lnSpc>
                <a:spcPct val="90000"/>
              </a:lnSpc>
              <a:spcBef>
                <a:spcPct val="0"/>
              </a:spcBef>
              <a:spcAft>
                <a:spcPct val="0"/>
              </a:spcAft>
              <a:defRPr/>
            </a:pPr>
            <a:r>
              <a:rPr kumimoji="1" lang="en-US" altLang="ja-JP" sz="1372" kern="0" dirty="0">
                <a:solidFill>
                  <a:prstClr val="black"/>
                </a:solidFill>
                <a:latin typeface="Yu Gothic UI" panose="020B0500000000000000" pitchFamily="34" charset="-128"/>
                <a:ea typeface="Yu Gothic UI" panose="020B0500000000000000" pitchFamily="34" charset="-128"/>
                <a:cs typeface="Segoe UI" pitchFamily="34" charset="0"/>
              </a:rPr>
              <a:t>OS</a:t>
            </a:r>
            <a:r>
              <a:rPr kumimoji="1" lang="ja-JP" altLang="en-US" sz="1372" kern="0" dirty="0">
                <a:solidFill>
                  <a:prstClr val="black"/>
                </a:solidFill>
                <a:latin typeface="Yu Gothic UI" panose="020B0500000000000000" pitchFamily="34" charset="-128"/>
                <a:ea typeface="Yu Gothic UI" panose="020B0500000000000000" pitchFamily="34" charset="-128"/>
                <a:cs typeface="Segoe UI" pitchFamily="34" charset="0"/>
              </a:rPr>
              <a:t>ディスク</a:t>
            </a:r>
          </a:p>
        </p:txBody>
      </p:sp>
      <p:sp>
        <p:nvSpPr>
          <p:cNvPr id="263" name="四角形: 角を丸くする 30">
            <a:extLst>
              <a:ext uri="{FF2B5EF4-FFF2-40B4-BE49-F238E27FC236}">
                <a16:creationId xmlns:a16="http://schemas.microsoft.com/office/drawing/2014/main" id="{36CB722D-764A-E027-E154-9258D02EBF31}"/>
              </a:ext>
            </a:extLst>
          </p:cNvPr>
          <p:cNvSpPr/>
          <p:nvPr/>
        </p:nvSpPr>
        <p:spPr bwMode="auto">
          <a:xfrm>
            <a:off x="9246212" y="2060075"/>
            <a:ext cx="1773442" cy="553035"/>
          </a:xfrm>
          <a:prstGeom prst="roundRect">
            <a:avLst/>
          </a:prstGeom>
          <a:solidFill>
            <a:srgbClr val="FFFFFF"/>
          </a:solidFill>
          <a:ln w="10795" cap="flat" cmpd="sng" algn="ctr">
            <a:solidFill>
              <a:srgbClr val="000041"/>
            </a:solidFill>
            <a:prstDash val="solid"/>
          </a:ln>
          <a:effectLst/>
        </p:spPr>
        <p:txBody>
          <a:bodyPr rot="0" spcFirstLastPara="0" vertOverflow="overflow" horzOverflow="overflow" vert="horz" wrap="square" lIns="179285" tIns="143428" rIns="179285" bIns="143428" numCol="1" spcCol="0" rtlCol="0" fromWordArt="0" anchor="ctr" anchorCtr="0" forceAA="0" compatLnSpc="1">
            <a:prstTxWarp prst="textNoShape">
              <a:avLst/>
            </a:prstTxWarp>
            <a:noAutofit/>
          </a:bodyPr>
          <a:lstStyle/>
          <a:p>
            <a:pPr algn="ctr" defTabSz="914102" rtl="0" fontAlgn="base">
              <a:lnSpc>
                <a:spcPct val="90000"/>
              </a:lnSpc>
              <a:spcBef>
                <a:spcPct val="0"/>
              </a:spcBef>
              <a:spcAft>
                <a:spcPct val="0"/>
              </a:spcAft>
              <a:defRPr/>
            </a:pPr>
            <a:r>
              <a:rPr kumimoji="1" lang="ja-JP" altLang="en-US" sz="1372" kern="0" dirty="0">
                <a:solidFill>
                  <a:prstClr val="black"/>
                </a:solidFill>
                <a:latin typeface="Yu Gothic UI" panose="020B0500000000000000" pitchFamily="34" charset="-128"/>
                <a:ea typeface="Yu Gothic UI" panose="020B0500000000000000" pitchFamily="34" charset="-128"/>
                <a:cs typeface="Segoe UI" pitchFamily="34" charset="0"/>
              </a:rPr>
              <a:t>データディスク</a:t>
            </a:r>
          </a:p>
        </p:txBody>
      </p:sp>
      <p:sp>
        <p:nvSpPr>
          <p:cNvPr id="264" name="テキスト ボックス 263">
            <a:extLst>
              <a:ext uri="{FF2B5EF4-FFF2-40B4-BE49-F238E27FC236}">
                <a16:creationId xmlns:a16="http://schemas.microsoft.com/office/drawing/2014/main" id="{9262BC6C-FF76-C9B5-593A-A58A78C22514}"/>
              </a:ext>
            </a:extLst>
          </p:cNvPr>
          <p:cNvSpPr txBox="1"/>
          <p:nvPr/>
        </p:nvSpPr>
        <p:spPr>
          <a:xfrm flipH="1">
            <a:off x="9375751" y="3626691"/>
            <a:ext cx="1172097" cy="455857"/>
          </a:xfrm>
          <a:prstGeom prst="rect">
            <a:avLst/>
          </a:prstGeom>
          <a:noFill/>
        </p:spPr>
        <p:txBody>
          <a:bodyPr wrap="square" lIns="179285" tIns="143428" rIns="179285" bIns="143428" rtlCol="0" anchor="ctr">
            <a:spAutoFit/>
          </a:bodyPr>
          <a:lstStyle/>
          <a:p>
            <a:pPr algn="ctr" rtl="0">
              <a:lnSpc>
                <a:spcPct val="90000"/>
              </a:lnSpc>
              <a:spcAft>
                <a:spcPts val="588"/>
              </a:spcAft>
            </a:pPr>
            <a:r>
              <a:rPr kumimoji="1" lang="en-US" altLang="ja-JP" sz="1200" dirty="0">
                <a:solidFill>
                  <a:prstClr val="black"/>
                </a:solidFill>
                <a:latin typeface="Yu Gothic UI"/>
                <a:ea typeface="Yu Gothic UI"/>
              </a:rPr>
              <a:t>Azure VM</a:t>
            </a:r>
            <a:endParaRPr kumimoji="1" lang="ja-JP" altLang="en-US" sz="1176" dirty="0">
              <a:solidFill>
                <a:prstClr val="black"/>
              </a:solidFill>
              <a:latin typeface="Yu Gothic UI" panose="020B0500000000000000" pitchFamily="34" charset="-128"/>
              <a:ea typeface="Yu Gothic UI" panose="020B0500000000000000" pitchFamily="34" charset="-128"/>
            </a:endParaRPr>
          </a:p>
        </p:txBody>
      </p:sp>
      <p:pic>
        <p:nvPicPr>
          <p:cNvPr id="265" name="グラフィックス 264">
            <a:extLst>
              <a:ext uri="{FF2B5EF4-FFF2-40B4-BE49-F238E27FC236}">
                <a16:creationId xmlns:a16="http://schemas.microsoft.com/office/drawing/2014/main" id="{F981F4EB-A6E1-BB8E-34D3-47A4A504F15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473535" y="3454077"/>
            <a:ext cx="974606" cy="974606"/>
          </a:xfrm>
          <a:prstGeom prst="rect">
            <a:avLst/>
          </a:prstGeom>
        </p:spPr>
      </p:pic>
      <p:cxnSp>
        <p:nvCxnSpPr>
          <p:cNvPr id="266" name="コネクタ: カギ線 38">
            <a:extLst>
              <a:ext uri="{FF2B5EF4-FFF2-40B4-BE49-F238E27FC236}">
                <a16:creationId xmlns:a16="http://schemas.microsoft.com/office/drawing/2014/main" id="{47991B38-2888-6B16-9C00-A216652C741E}"/>
              </a:ext>
            </a:extLst>
          </p:cNvPr>
          <p:cNvCxnSpPr>
            <a:stCxn id="262" idx="2"/>
            <a:endCxn id="265" idx="0"/>
          </p:cNvCxnSpPr>
          <p:nvPr/>
        </p:nvCxnSpPr>
        <p:spPr>
          <a:xfrm rot="16200000" flipH="1">
            <a:off x="7953678" y="2446916"/>
            <a:ext cx="840967" cy="1173353"/>
          </a:xfrm>
          <a:prstGeom prst="bentConnector3">
            <a:avLst/>
          </a:prstGeom>
          <a:noFill/>
          <a:ln w="25400" cap="flat" cmpd="sng" algn="ctr">
            <a:solidFill>
              <a:srgbClr val="ED7D31"/>
            </a:solidFill>
            <a:prstDash val="solid"/>
          </a:ln>
          <a:effectLst>
            <a:outerShdw blurRad="40000" dist="20000" dir="5400000" rotWithShape="0">
              <a:srgbClr val="000000">
                <a:alpha val="38000"/>
              </a:srgbClr>
            </a:outerShdw>
          </a:effectLst>
        </p:spPr>
      </p:cxnSp>
      <p:cxnSp>
        <p:nvCxnSpPr>
          <p:cNvPr id="267" name="コネクタ: カギ線 39">
            <a:extLst>
              <a:ext uri="{FF2B5EF4-FFF2-40B4-BE49-F238E27FC236}">
                <a16:creationId xmlns:a16="http://schemas.microsoft.com/office/drawing/2014/main" id="{D80316AE-625E-0293-4F48-01DA66F705E9}"/>
              </a:ext>
            </a:extLst>
          </p:cNvPr>
          <p:cNvCxnSpPr>
            <a:cxnSpLocks/>
            <a:stCxn id="263" idx="2"/>
            <a:endCxn id="265" idx="0"/>
          </p:cNvCxnSpPr>
          <p:nvPr/>
        </p:nvCxnSpPr>
        <p:spPr>
          <a:xfrm rot="5400000">
            <a:off x="9126403" y="2447546"/>
            <a:ext cx="840967" cy="1172095"/>
          </a:xfrm>
          <a:prstGeom prst="bentConnector3">
            <a:avLst>
              <a:gd name="adj1" fmla="val 50000"/>
            </a:avLst>
          </a:prstGeom>
          <a:noFill/>
          <a:ln w="25400" cap="flat" cmpd="sng" algn="ctr">
            <a:solidFill>
              <a:srgbClr val="ED7D31"/>
            </a:solidFill>
            <a:prstDash val="solid"/>
          </a:ln>
          <a:effectLst>
            <a:outerShdw blurRad="40000" dist="20000" dir="5400000" rotWithShape="0">
              <a:srgbClr val="000000">
                <a:alpha val="38000"/>
              </a:srgbClr>
            </a:outerShdw>
          </a:effectLst>
        </p:spPr>
      </p:cxnSp>
      <p:pic>
        <p:nvPicPr>
          <p:cNvPr id="268" name="グラフィックス 267">
            <a:extLst>
              <a:ext uri="{FF2B5EF4-FFF2-40B4-BE49-F238E27FC236}">
                <a16:creationId xmlns:a16="http://schemas.microsoft.com/office/drawing/2014/main" id="{EF3793CC-B83F-8906-33D0-ECCD4CD183E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68896" y="4316455"/>
            <a:ext cx="790685" cy="791251"/>
          </a:xfrm>
          <a:prstGeom prst="rect">
            <a:avLst/>
          </a:prstGeom>
        </p:spPr>
      </p:pic>
      <p:pic>
        <p:nvPicPr>
          <p:cNvPr id="269" name="グラフィックス 268">
            <a:extLst>
              <a:ext uri="{FF2B5EF4-FFF2-40B4-BE49-F238E27FC236}">
                <a16:creationId xmlns:a16="http://schemas.microsoft.com/office/drawing/2014/main" id="{049AB503-FFE8-0420-1181-8F44F023DE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32931" y="2783379"/>
            <a:ext cx="696100" cy="696100"/>
          </a:xfrm>
          <a:prstGeom prst="rect">
            <a:avLst/>
          </a:prstGeom>
        </p:spPr>
      </p:pic>
      <p:sp>
        <p:nvSpPr>
          <p:cNvPr id="270" name="テキスト ボックス 269">
            <a:extLst>
              <a:ext uri="{FF2B5EF4-FFF2-40B4-BE49-F238E27FC236}">
                <a16:creationId xmlns:a16="http://schemas.microsoft.com/office/drawing/2014/main" id="{20DD08B8-33D1-42A6-356A-94E2C06D0A42}"/>
              </a:ext>
            </a:extLst>
          </p:cNvPr>
          <p:cNvSpPr txBox="1"/>
          <p:nvPr/>
        </p:nvSpPr>
        <p:spPr>
          <a:xfrm>
            <a:off x="314415" y="1403924"/>
            <a:ext cx="5333723" cy="3721366"/>
          </a:xfrm>
          <a:prstGeom prst="rect">
            <a:avLst/>
          </a:prstGeom>
          <a:noFill/>
        </p:spPr>
        <p:txBody>
          <a:bodyPr wrap="square" lIns="179285" tIns="143428" rIns="179285" bIns="143428" rtlCol="0">
            <a:spAutoFit/>
          </a:bodyPr>
          <a:lstStyle/>
          <a:p>
            <a:pPr marL="285750" indent="-285750" defTabSz="914367" rtl="0">
              <a:spcAft>
                <a:spcPts val="588"/>
              </a:spcAft>
              <a:buFont typeface="Arial" panose="020B0604020202020204" pitchFamily="34" charset="0"/>
              <a:buChar char="•"/>
            </a:pPr>
            <a:r>
              <a:rPr kumimoji="1" lang="en-US" altLang="ja-JP" dirty="0">
                <a:solidFill>
                  <a:prstClr val="black"/>
                </a:solidFill>
                <a:latin typeface="Yu Gothic UI"/>
                <a:ea typeface="Yu Gothic UI" panose="020B0500000000000000" pitchFamily="50" charset="-128"/>
              </a:rPr>
              <a:t>Azure VM </a:t>
            </a:r>
            <a:r>
              <a:rPr kumimoji="1" lang="ja-JP" altLang="en-US" dirty="0">
                <a:solidFill>
                  <a:prstClr val="black"/>
                </a:solidFill>
                <a:latin typeface="Yu Gothic UI"/>
                <a:ea typeface="Yu Gothic UI" panose="020B0500000000000000" pitchFamily="50" charset="-128"/>
              </a:rPr>
              <a:t>は </a:t>
            </a:r>
            <a:r>
              <a:rPr kumimoji="1" lang="en-US" altLang="ja-JP" dirty="0">
                <a:solidFill>
                  <a:prstClr val="black"/>
                </a:solidFill>
                <a:latin typeface="Yu Gothic UI"/>
                <a:ea typeface="Yu Gothic UI" panose="020B0500000000000000" pitchFamily="50" charset="-128"/>
              </a:rPr>
              <a:t>Azure </a:t>
            </a:r>
            <a:r>
              <a:rPr kumimoji="1" lang="ja-JP" altLang="en-US" dirty="0">
                <a:solidFill>
                  <a:prstClr val="black"/>
                </a:solidFill>
                <a:latin typeface="Yu Gothic UI"/>
                <a:ea typeface="Yu Gothic UI" panose="020B0500000000000000" pitchFamily="50" charset="-128"/>
              </a:rPr>
              <a:t>の </a:t>
            </a:r>
            <a:r>
              <a:rPr kumimoji="1" lang="en-US" altLang="ja-JP" dirty="0">
                <a:solidFill>
                  <a:prstClr val="black"/>
                </a:solidFill>
                <a:latin typeface="Yu Gothic UI"/>
                <a:ea typeface="Yu Gothic UI" panose="020B0500000000000000" pitchFamily="50" charset="-128"/>
              </a:rPr>
              <a:t>Hyper-V </a:t>
            </a:r>
            <a:r>
              <a:rPr kumimoji="1" lang="ja-JP" altLang="en-US" dirty="0">
                <a:solidFill>
                  <a:prstClr val="black"/>
                </a:solidFill>
                <a:latin typeface="Yu Gothic UI"/>
                <a:ea typeface="Yu Gothic UI" panose="020B0500000000000000" pitchFamily="50" charset="-128"/>
              </a:rPr>
              <a:t>上で稼働</a:t>
            </a:r>
            <a:endParaRPr kumimoji="1" lang="en-US" altLang="ja-JP" dirty="0">
              <a:solidFill>
                <a:prstClr val="black"/>
              </a:solidFill>
              <a:latin typeface="Yu Gothic UI"/>
              <a:ea typeface="Yu Gothic UI" panose="020B0500000000000000" pitchFamily="50" charset="-128"/>
            </a:endParaRPr>
          </a:p>
          <a:p>
            <a:pPr marL="285750" indent="-285750" defTabSz="914367" rtl="0">
              <a:spcAft>
                <a:spcPts val="588"/>
              </a:spcAft>
              <a:buFont typeface="Arial" panose="020B0604020202020204" pitchFamily="34" charset="0"/>
              <a:buChar char="•"/>
            </a:pPr>
            <a:endParaRPr kumimoji="1" lang="en-US" altLang="ja-JP" dirty="0">
              <a:solidFill>
                <a:prstClr val="black"/>
              </a:solidFill>
              <a:latin typeface="Yu Gothic UI"/>
              <a:ea typeface="Yu Gothic UI" panose="020B0500000000000000" pitchFamily="50" charset="-128"/>
            </a:endParaRPr>
          </a:p>
          <a:p>
            <a:pPr marL="285750" indent="-285750" defTabSz="914367" rtl="0">
              <a:spcAft>
                <a:spcPts val="588"/>
              </a:spcAft>
              <a:buFont typeface="Arial" panose="020B0604020202020204" pitchFamily="34" charset="0"/>
              <a:buChar char="•"/>
            </a:pPr>
            <a:r>
              <a:rPr kumimoji="1" lang="ja-JP" altLang="en-US" dirty="0">
                <a:solidFill>
                  <a:prstClr val="black"/>
                </a:solidFill>
                <a:latin typeface="Yu Gothic UI"/>
                <a:ea typeface="Yu Gothic UI" panose="020B0500000000000000" pitchFamily="34" charset="-128"/>
                <a:cs typeface="Segoe UI" panose="020B0502040204020203" pitchFamily="34" charset="0"/>
              </a:rPr>
              <a:t>ディスクは </a:t>
            </a:r>
            <a:r>
              <a:rPr kumimoji="1" lang="en-US" altLang="ja-JP" dirty="0">
                <a:solidFill>
                  <a:prstClr val="black"/>
                </a:solidFill>
                <a:latin typeface="Yu Gothic UI"/>
                <a:ea typeface="Yu Gothic UI" panose="020B0500000000000000" pitchFamily="34" charset="-128"/>
                <a:cs typeface="Segoe UI" panose="020B0502040204020203" pitchFamily="34" charset="0"/>
              </a:rPr>
              <a:t>OS </a:t>
            </a:r>
            <a:r>
              <a:rPr kumimoji="1" lang="ja-JP" altLang="en-US" dirty="0">
                <a:solidFill>
                  <a:prstClr val="black"/>
                </a:solidFill>
                <a:latin typeface="Yu Gothic UI"/>
                <a:ea typeface="Yu Gothic UI" panose="020B0500000000000000" pitchFamily="34" charset="-128"/>
                <a:cs typeface="Segoe UI" panose="020B0502040204020203" pitchFamily="34" charset="0"/>
              </a:rPr>
              <a:t>ディスク、データディスク共に </a:t>
            </a:r>
            <a:r>
              <a:rPr kumimoji="1" lang="en-US" altLang="ja-JP" dirty="0">
                <a:solidFill>
                  <a:prstClr val="black"/>
                </a:solidFill>
                <a:latin typeface="Yu Gothic UI"/>
                <a:ea typeface="Yu Gothic UI" panose="020B0500000000000000" pitchFamily="34" charset="-128"/>
                <a:cs typeface="Segoe UI" panose="020B0502040204020203" pitchFamily="34" charset="0"/>
              </a:rPr>
              <a:t>Managed Disk </a:t>
            </a:r>
            <a:r>
              <a:rPr kumimoji="1" lang="ja-JP" altLang="en-US" dirty="0">
                <a:solidFill>
                  <a:prstClr val="black"/>
                </a:solidFill>
                <a:latin typeface="Yu Gothic UI"/>
                <a:ea typeface="Yu Gothic UI" panose="020B0500000000000000" pitchFamily="34" charset="-128"/>
                <a:cs typeface="Segoe UI" panose="020B0502040204020203" pitchFamily="34" charset="0"/>
              </a:rPr>
              <a:t>と呼ばれるストレージサービスを利用</a:t>
            </a:r>
            <a:endParaRPr kumimoji="1" lang="en-US" altLang="ja-JP" dirty="0">
              <a:solidFill>
                <a:prstClr val="black"/>
              </a:solidFill>
              <a:latin typeface="Yu Gothic UI"/>
              <a:ea typeface="Yu Gothic UI" panose="020B0500000000000000" pitchFamily="34" charset="-128"/>
              <a:cs typeface="Segoe UI" panose="020B0502040204020203" pitchFamily="34" charset="0"/>
            </a:endParaRPr>
          </a:p>
          <a:p>
            <a:pPr marL="285750" indent="-285750" defTabSz="914367" rtl="0">
              <a:spcAft>
                <a:spcPts val="588"/>
              </a:spcAft>
              <a:buFont typeface="Arial" panose="020B0604020202020204" pitchFamily="34" charset="0"/>
              <a:buChar char="•"/>
            </a:pPr>
            <a:r>
              <a:rPr kumimoji="1" lang="en-US" altLang="ja-JP" dirty="0">
                <a:solidFill>
                  <a:prstClr val="black"/>
                </a:solidFill>
                <a:latin typeface="Yu Gothic UI"/>
                <a:ea typeface="Yu Gothic UI" panose="020B0500000000000000" pitchFamily="34" charset="-128"/>
                <a:cs typeface="Segoe UI" panose="020B0502040204020203" pitchFamily="34" charset="0"/>
              </a:rPr>
              <a:t> Azure VM </a:t>
            </a:r>
            <a:r>
              <a:rPr kumimoji="1" lang="ja-JP" altLang="en-US" dirty="0">
                <a:solidFill>
                  <a:prstClr val="black"/>
                </a:solidFill>
                <a:latin typeface="Yu Gothic UI"/>
                <a:ea typeface="Yu Gothic UI" panose="020B0500000000000000" pitchFamily="34" charset="-128"/>
                <a:cs typeface="Segoe UI" panose="020B0502040204020203" pitchFamily="34" charset="0"/>
              </a:rPr>
              <a:t>が稼働してる </a:t>
            </a:r>
            <a:r>
              <a:rPr kumimoji="1" lang="en-US" altLang="ja-JP" dirty="0">
                <a:solidFill>
                  <a:prstClr val="black"/>
                </a:solidFill>
                <a:latin typeface="Yu Gothic UI"/>
                <a:ea typeface="Yu Gothic UI" panose="020B0500000000000000" pitchFamily="34" charset="-128"/>
                <a:cs typeface="Segoe UI" panose="020B0502040204020203" pitchFamily="34" charset="0"/>
              </a:rPr>
              <a:t>Hyper-V </a:t>
            </a:r>
            <a:r>
              <a:rPr kumimoji="1" lang="ja-JP" altLang="en-US" dirty="0">
                <a:solidFill>
                  <a:prstClr val="black"/>
                </a:solidFill>
                <a:latin typeface="Yu Gothic UI"/>
                <a:ea typeface="Yu Gothic UI" panose="020B0500000000000000" pitchFamily="34" charset="-128"/>
                <a:cs typeface="Segoe UI" panose="020B0502040204020203" pitchFamily="34" charset="0"/>
              </a:rPr>
              <a:t>とは異なるハードウェアから提供されるディスクをマウント</a:t>
            </a:r>
            <a:endParaRPr kumimoji="1" lang="en-US" altLang="ja-JP" dirty="0">
              <a:solidFill>
                <a:prstClr val="black"/>
              </a:solidFill>
              <a:latin typeface="Yu Gothic UI"/>
              <a:ea typeface="Yu Gothic UI" panose="020B0500000000000000" pitchFamily="34" charset="-128"/>
              <a:cs typeface="Segoe UI" panose="020B0502040204020203" pitchFamily="34" charset="0"/>
            </a:endParaRPr>
          </a:p>
          <a:p>
            <a:pPr marL="285750" indent="-285750" defTabSz="914367" rtl="0">
              <a:spcAft>
                <a:spcPts val="588"/>
              </a:spcAft>
              <a:buFont typeface="Arial" panose="020B0604020202020204" pitchFamily="34" charset="0"/>
              <a:buChar char="•"/>
            </a:pPr>
            <a:endParaRPr kumimoji="1" lang="ja-JP" altLang="en-US" dirty="0">
              <a:solidFill>
                <a:prstClr val="black"/>
              </a:solidFill>
              <a:latin typeface="Yu Gothic UI"/>
              <a:ea typeface="Yu Gothic UI" panose="020B0500000000000000" pitchFamily="34" charset="-128"/>
              <a:cs typeface="Segoe UI" panose="020B0502040204020203" pitchFamily="34" charset="0"/>
            </a:endParaRPr>
          </a:p>
          <a:p>
            <a:pPr marL="285750" indent="-285750" rtl="0" fontAlgn="t">
              <a:buFont typeface="Arial" panose="020B0604020202020204" pitchFamily="34" charset="0"/>
              <a:buChar char="•"/>
            </a:pPr>
            <a:r>
              <a:rPr kumimoji="1" lang="en-US" altLang="ja-JP" dirty="0">
                <a:solidFill>
                  <a:prstClr val="black"/>
                </a:solidFill>
                <a:latin typeface="Yu Gothic UI"/>
                <a:ea typeface="Yu Gothic UI"/>
              </a:rPr>
              <a:t>Azure </a:t>
            </a:r>
            <a:r>
              <a:rPr kumimoji="1" lang="ja-JP" altLang="en-US" dirty="0">
                <a:solidFill>
                  <a:prstClr val="black"/>
                </a:solidFill>
                <a:latin typeface="Yu Gothic UI"/>
                <a:ea typeface="Yu Gothic UI"/>
              </a:rPr>
              <a:t>の仮想ネットワーク </a:t>
            </a:r>
            <a:r>
              <a:rPr kumimoji="1" lang="en-US" altLang="ja-JP" dirty="0">
                <a:solidFill>
                  <a:prstClr val="black"/>
                </a:solidFill>
                <a:latin typeface="Yu Gothic UI"/>
                <a:ea typeface="Yu Gothic UI"/>
              </a:rPr>
              <a:t>(</a:t>
            </a:r>
            <a:r>
              <a:rPr kumimoji="1" lang="ja-JP" altLang="en-US" dirty="0">
                <a:solidFill>
                  <a:prstClr val="black"/>
                </a:solidFill>
                <a:latin typeface="Yu Gothic UI"/>
                <a:ea typeface="Yu Gothic UI"/>
              </a:rPr>
              <a:t> </a:t>
            </a:r>
            <a:r>
              <a:rPr kumimoji="1" lang="en-US" altLang="ja-JP" dirty="0" err="1">
                <a:solidFill>
                  <a:prstClr val="black"/>
                </a:solidFill>
                <a:latin typeface="Yu Gothic UI"/>
                <a:ea typeface="Yu Gothic UI"/>
              </a:rPr>
              <a:t>Vnet</a:t>
            </a:r>
            <a:r>
              <a:rPr kumimoji="1" lang="ja-JP" altLang="en-US" dirty="0">
                <a:solidFill>
                  <a:prstClr val="black"/>
                </a:solidFill>
                <a:latin typeface="Yu Gothic UI"/>
                <a:ea typeface="Yu Gothic UI"/>
              </a:rPr>
              <a:t> </a:t>
            </a:r>
            <a:r>
              <a:rPr kumimoji="1" lang="en-US" altLang="ja-JP" dirty="0">
                <a:solidFill>
                  <a:prstClr val="black"/>
                </a:solidFill>
                <a:latin typeface="Yu Gothic UI"/>
                <a:ea typeface="Yu Gothic UI"/>
              </a:rPr>
              <a:t>)</a:t>
            </a:r>
            <a:r>
              <a:rPr kumimoji="1" lang="ja-JP" altLang="en-US" dirty="0">
                <a:solidFill>
                  <a:prstClr val="black"/>
                </a:solidFill>
                <a:latin typeface="Yu Gothic UI"/>
                <a:ea typeface="Yu Gothic UI"/>
              </a:rPr>
              <a:t> は </a:t>
            </a:r>
            <a:r>
              <a:rPr kumimoji="1" lang="en-US" altLang="ja-JP" dirty="0">
                <a:solidFill>
                  <a:prstClr val="black"/>
                </a:solidFill>
                <a:latin typeface="Yu Gothic UI"/>
                <a:ea typeface="Yu Gothic UI"/>
              </a:rPr>
              <a:t>SDN </a:t>
            </a:r>
            <a:r>
              <a:rPr kumimoji="1" lang="ja-JP" altLang="en-US" dirty="0">
                <a:solidFill>
                  <a:prstClr val="black"/>
                </a:solidFill>
                <a:latin typeface="Yu Gothic UI"/>
                <a:ea typeface="Yu Gothic UI"/>
              </a:rPr>
              <a:t>によって構成されており、</a:t>
            </a:r>
            <a:r>
              <a:rPr kumimoji="1" lang="en-US" altLang="ja-JP" dirty="0">
                <a:solidFill>
                  <a:prstClr val="black"/>
                </a:solidFill>
                <a:latin typeface="Yu Gothic UI"/>
                <a:ea typeface="Yu Gothic UI"/>
              </a:rPr>
              <a:t>Azure</a:t>
            </a:r>
            <a:r>
              <a:rPr kumimoji="1" lang="ja-JP" altLang="en-US" dirty="0">
                <a:solidFill>
                  <a:prstClr val="black"/>
                </a:solidFill>
                <a:latin typeface="Yu Gothic UI"/>
                <a:ea typeface="Yu Gothic UI"/>
              </a:rPr>
              <a:t> </a:t>
            </a:r>
            <a:r>
              <a:rPr kumimoji="1" lang="en-US" altLang="ja-JP" dirty="0">
                <a:solidFill>
                  <a:prstClr val="black"/>
                </a:solidFill>
                <a:latin typeface="Yu Gothic UI"/>
                <a:ea typeface="Yu Gothic UI"/>
              </a:rPr>
              <a:t>VM </a:t>
            </a:r>
            <a:r>
              <a:rPr kumimoji="1" lang="ja-JP" altLang="en-US" dirty="0">
                <a:solidFill>
                  <a:prstClr val="black"/>
                </a:solidFill>
                <a:latin typeface="Yu Gothic UI"/>
                <a:ea typeface="Yu Gothic UI"/>
              </a:rPr>
              <a:t>はスイッチなどの物理機器を意識することなく、仮想 </a:t>
            </a:r>
            <a:r>
              <a:rPr kumimoji="1" lang="en-US" altLang="ja-JP" dirty="0">
                <a:solidFill>
                  <a:prstClr val="black"/>
                </a:solidFill>
                <a:latin typeface="Yu Gothic UI"/>
                <a:ea typeface="Yu Gothic UI"/>
              </a:rPr>
              <a:t>NIC </a:t>
            </a:r>
            <a:r>
              <a:rPr kumimoji="1" lang="ja-JP" altLang="en-US" dirty="0">
                <a:solidFill>
                  <a:prstClr val="black"/>
                </a:solidFill>
                <a:latin typeface="Yu Gothic UI"/>
                <a:ea typeface="Yu Gothic UI"/>
              </a:rPr>
              <a:t>を通じてネットワークへ接続</a:t>
            </a:r>
          </a:p>
        </p:txBody>
      </p:sp>
      <p:pic>
        <p:nvPicPr>
          <p:cNvPr id="271" name="グラフィックス 270">
            <a:extLst>
              <a:ext uri="{FF2B5EF4-FFF2-40B4-BE49-F238E27FC236}">
                <a16:creationId xmlns:a16="http://schemas.microsoft.com/office/drawing/2014/main" id="{6B2E569F-8A1D-F7D2-229F-9399B5DFF6F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799279" y="4381915"/>
            <a:ext cx="340942" cy="340942"/>
          </a:xfrm>
          <a:prstGeom prst="rect">
            <a:avLst/>
          </a:prstGeom>
        </p:spPr>
      </p:pic>
      <p:sp>
        <p:nvSpPr>
          <p:cNvPr id="272" name="テキスト ボックス 271">
            <a:extLst>
              <a:ext uri="{FF2B5EF4-FFF2-40B4-BE49-F238E27FC236}">
                <a16:creationId xmlns:a16="http://schemas.microsoft.com/office/drawing/2014/main" id="{2DA8F01F-94D2-0390-731B-3A885DB21FA0}"/>
              </a:ext>
            </a:extLst>
          </p:cNvPr>
          <p:cNvSpPr txBox="1"/>
          <p:nvPr/>
        </p:nvSpPr>
        <p:spPr>
          <a:xfrm flipH="1">
            <a:off x="9028838" y="4340694"/>
            <a:ext cx="652330" cy="455857"/>
          </a:xfrm>
          <a:prstGeom prst="rect">
            <a:avLst/>
          </a:prstGeom>
          <a:noFill/>
        </p:spPr>
        <p:txBody>
          <a:bodyPr wrap="square" lIns="179285" tIns="143428" rIns="179285" bIns="143428" rtlCol="0" anchor="ctr">
            <a:spAutoFit/>
          </a:bodyPr>
          <a:lstStyle/>
          <a:p>
            <a:pPr algn="ctr" rtl="0">
              <a:lnSpc>
                <a:spcPct val="90000"/>
              </a:lnSpc>
              <a:spcAft>
                <a:spcPts val="588"/>
              </a:spcAft>
            </a:pPr>
            <a:r>
              <a:rPr kumimoji="1" lang="en-US" altLang="ja-JP" sz="1200" dirty="0">
                <a:solidFill>
                  <a:prstClr val="black"/>
                </a:solidFill>
                <a:latin typeface="Yu Gothic UI"/>
                <a:ea typeface="Yu Gothic UI"/>
              </a:rPr>
              <a:t>NIC</a:t>
            </a:r>
            <a:endParaRPr kumimoji="1" lang="ja-JP" altLang="en-US" sz="1176" dirty="0">
              <a:solidFill>
                <a:prstClr val="black"/>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D21970-50ED-1B6E-7CB5-F857A0196282}"/>
            </a:ext>
          </a:extLst>
        </p:cNvPr>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8EC838CA-9B4A-DCD7-2468-C631463942F6}"/>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Managed Disk</a:t>
            </a:r>
          </a:p>
        </p:txBody>
      </p:sp>
      <p:sp>
        <p:nvSpPr>
          <p:cNvPr id="2" name="正方形/長方形 1">
            <a:extLst>
              <a:ext uri="{FF2B5EF4-FFF2-40B4-BE49-F238E27FC236}">
                <a16:creationId xmlns:a16="http://schemas.microsoft.com/office/drawing/2014/main" id="{A018D2C5-E7FC-DCB7-AC7B-ABB8F535726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A2243102-FDD5-14DC-87DF-686452A91B2A}"/>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28" name="テキスト プレースホルダー 6">
            <a:extLst>
              <a:ext uri="{FF2B5EF4-FFF2-40B4-BE49-F238E27FC236}">
                <a16:creationId xmlns:a16="http://schemas.microsoft.com/office/drawing/2014/main" id="{A759F8F0-27E2-2AE2-9569-58ABC63E0249}"/>
              </a:ext>
            </a:extLst>
          </p:cNvPr>
          <p:cNvSpPr txBox="1">
            <a:spLocks/>
          </p:cNvSpPr>
          <p:nvPr/>
        </p:nvSpPr>
        <p:spPr>
          <a:xfrm>
            <a:off x="316815" y="1270752"/>
            <a:ext cx="11558370" cy="1119054"/>
          </a:xfrm>
          <a:prstGeom prst="rect">
            <a:avLst/>
          </a:prstGeom>
        </p:spPr>
        <p:txBody>
          <a:bodyPr>
            <a:normAutofit fontScale="85000" lnSpcReduction="10000"/>
          </a:bodyPr>
          <a:lstStyle>
            <a:lvl1pPr marL="228594" marR="0" indent="-228594" algn="l" defTabSz="932719"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189" marR="0" indent="-228594" algn="l" defTabSz="932719"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09" marR="0" indent="-200020" algn="l" defTabSz="932719"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42" marR="0" indent="-180970" algn="l" defTabSz="932719"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13" marR="0" indent="-168270" algn="l" defTabSz="932719"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4976" indent="-233181" algn="l" defTabSz="932719"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336" indent="-233181" algn="l" defTabSz="932719"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695" indent="-233181" algn="l" defTabSz="932719"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056" indent="-233181" algn="l" defTabSz="932719"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buFont typeface="Arial" panose="020B0604020202020204" pitchFamily="34" charset="0"/>
              <a:buChar char="•"/>
            </a:pPr>
            <a:r>
              <a:rPr lang="en-US" altLang="ja-JP" sz="2000" dirty="0">
                <a:latin typeface="Yu Gothic UI" panose="020B0500000000000000" pitchFamily="50" charset="-128"/>
                <a:ea typeface="Yu Gothic UI" panose="020B0500000000000000" pitchFamily="50" charset="-128"/>
              </a:rPr>
              <a:t>Azure </a:t>
            </a:r>
            <a:r>
              <a:rPr lang="ja-JP" altLang="en-US" sz="2000" dirty="0">
                <a:latin typeface="Yu Gothic UI" panose="020B0500000000000000" pitchFamily="50" charset="-128"/>
                <a:ea typeface="Yu Gothic UI" panose="020B0500000000000000" pitchFamily="50" charset="-128"/>
              </a:rPr>
              <a:t>マネージドディスクは、</a:t>
            </a:r>
            <a:r>
              <a:rPr lang="en-US" altLang="ja-JP" sz="2000" dirty="0">
                <a:latin typeface="Yu Gothic UI" panose="020B0500000000000000" pitchFamily="50" charset="-128"/>
                <a:ea typeface="Yu Gothic UI" panose="020B0500000000000000" pitchFamily="50" charset="-128"/>
              </a:rPr>
              <a:t>Azure </a:t>
            </a:r>
            <a:r>
              <a:rPr lang="ja-JP" altLang="en-US" sz="2000" dirty="0">
                <a:latin typeface="Yu Gothic UI" panose="020B0500000000000000" pitchFamily="50" charset="-128"/>
                <a:ea typeface="Yu Gothic UI" panose="020B0500000000000000" pitchFamily="50" charset="-128"/>
              </a:rPr>
              <a:t>が管理する</a:t>
            </a:r>
            <a:r>
              <a:rPr lang="en-US" altLang="ja-JP" sz="2000" dirty="0">
                <a:latin typeface="Yu Gothic UI" panose="020B0500000000000000" pitchFamily="50" charset="-128"/>
                <a:ea typeface="Yu Gothic UI" panose="020B0500000000000000" pitchFamily="50" charset="-128"/>
              </a:rPr>
              <a:t> Azure VM </a:t>
            </a:r>
            <a:r>
              <a:rPr lang="ja-JP" altLang="en-US" sz="2000" dirty="0">
                <a:latin typeface="Yu Gothic UI" panose="020B0500000000000000" pitchFamily="50" charset="-128"/>
                <a:ea typeface="Yu Gothic UI" panose="020B0500000000000000" pitchFamily="50" charset="-128"/>
              </a:rPr>
              <a:t>用のブロックストレージ</a:t>
            </a:r>
          </a:p>
          <a:p>
            <a:pPr>
              <a:buFont typeface="Arial" panose="020B0604020202020204" pitchFamily="34" charset="0"/>
              <a:buChar char="•"/>
            </a:pPr>
            <a:r>
              <a:rPr lang="en-US" altLang="ja-JP" sz="2000" dirty="0">
                <a:latin typeface="Yu Gothic UI" panose="020B0500000000000000" pitchFamily="50" charset="-128"/>
                <a:ea typeface="Yu Gothic UI" panose="020B0500000000000000" pitchFamily="50" charset="-128"/>
              </a:rPr>
              <a:t>Azure VM </a:t>
            </a:r>
            <a:r>
              <a:rPr lang="ja-JP" altLang="en-US" sz="2000" dirty="0">
                <a:latin typeface="Yu Gothic UI" panose="020B0500000000000000" pitchFamily="50" charset="-128"/>
                <a:ea typeface="Yu Gothic UI" panose="020B0500000000000000" pitchFamily="50" charset="-128"/>
              </a:rPr>
              <a:t> にアタッチすると通常のディスクとして認識され、</a:t>
            </a:r>
            <a:r>
              <a:rPr lang="en-US" altLang="ja-JP" sz="2000" dirty="0">
                <a:latin typeface="Yu Gothic UI" panose="020B0500000000000000" pitchFamily="50" charset="-128"/>
                <a:ea typeface="Yu Gothic UI" panose="020B0500000000000000" pitchFamily="50" charset="-128"/>
              </a:rPr>
              <a:t>OS </a:t>
            </a:r>
            <a:r>
              <a:rPr lang="ja-JP" altLang="en-US" sz="2000" dirty="0">
                <a:latin typeface="Yu Gothic UI" panose="020B0500000000000000" pitchFamily="50" charset="-128"/>
                <a:ea typeface="Yu Gothic UI" panose="020B0500000000000000" pitchFamily="50" charset="-128"/>
              </a:rPr>
              <a:t>ディスクやデータディスクとして利用でき、種類に応じて性能が異なる</a:t>
            </a:r>
          </a:p>
          <a:p>
            <a:pPr>
              <a:buFont typeface="Arial" panose="020B0604020202020204" pitchFamily="34" charset="0"/>
              <a:buChar char="•"/>
            </a:pPr>
            <a:r>
              <a:rPr lang="ja-JP" altLang="en-US" sz="2000" dirty="0">
                <a:latin typeface="Yu Gothic UI" panose="020B0500000000000000" pitchFamily="50" charset="-128"/>
                <a:ea typeface="Yu Gothic UI" panose="020B0500000000000000" pitchFamily="50" charset="-128"/>
              </a:rPr>
              <a:t>ディスクの可用性や管理は </a:t>
            </a:r>
            <a:r>
              <a:rPr lang="en-US" altLang="ja-JP" sz="2000" dirty="0">
                <a:latin typeface="Yu Gothic UI" panose="020B0500000000000000" pitchFamily="50" charset="-128"/>
                <a:ea typeface="Yu Gothic UI" panose="020B0500000000000000" pitchFamily="50" charset="-128"/>
              </a:rPr>
              <a:t>Azure </a:t>
            </a:r>
            <a:r>
              <a:rPr lang="ja-JP" altLang="en-US" sz="2000" dirty="0">
                <a:latin typeface="Yu Gothic UI" panose="020B0500000000000000" pitchFamily="50" charset="-128"/>
                <a:ea typeface="Yu Gothic UI" panose="020B0500000000000000" pitchFamily="50" charset="-128"/>
              </a:rPr>
              <a:t>によって自動的に行われ、耐障害性、スナップショット、バックアップなどの運用作業を簡潔にできる</a:t>
            </a:r>
          </a:p>
        </p:txBody>
      </p:sp>
      <p:sp>
        <p:nvSpPr>
          <p:cNvPr id="29" name="Rectangle 5">
            <a:extLst>
              <a:ext uri="{FF2B5EF4-FFF2-40B4-BE49-F238E27FC236}">
                <a16:creationId xmlns:a16="http://schemas.microsoft.com/office/drawing/2014/main" id="{33E3EEF4-C5DB-701F-25D4-E9CEF8978844}"/>
              </a:ext>
            </a:extLst>
          </p:cNvPr>
          <p:cNvSpPr/>
          <p:nvPr/>
        </p:nvSpPr>
        <p:spPr bwMode="auto">
          <a:xfrm>
            <a:off x="427263" y="4319251"/>
            <a:ext cx="504239" cy="2420716"/>
          </a:xfrm>
          <a:prstGeom prst="rect">
            <a:avLst/>
          </a:prstGeom>
          <a:solidFill>
            <a:srgbClr val="0078D4">
              <a:lumMod val="50000"/>
            </a:srgbClr>
          </a:solidFill>
          <a:ln w="10795" cap="flat" cmpd="sng" algn="ctr">
            <a:noFill/>
            <a:prstDash val="solid"/>
            <a:headEnd type="none" w="med" len="med"/>
            <a:tailEnd type="none" w="med" len="med"/>
          </a:ln>
          <a:effectLst/>
        </p:spPr>
        <p:txBody>
          <a:bodyPr vert="eaVert" wrap="square" lIns="0" tIns="45707" rIns="0" bIns="45707" numCol="1" rtlCol="0" anchor="ctr" anchorCtr="0" compatLnSpc="1">
            <a:prstTxWarp prst="textNoShape">
              <a:avLst/>
            </a:prstTxWarp>
          </a:bodyPr>
          <a:lstStyle/>
          <a:p>
            <a:pPr marL="0" marR="0" lvl="0" indent="0" algn="ctr" defTabSz="913728" eaLnBrk="1" fontAlgn="base" latinLnBrk="0" hangingPunct="1">
              <a:lnSpc>
                <a:spcPct val="100000"/>
              </a:lnSpc>
              <a:spcBef>
                <a:spcPct val="0"/>
              </a:spcBef>
              <a:spcAft>
                <a:spcPct val="0"/>
              </a:spcAft>
              <a:buClrTx/>
              <a:buSzTx/>
              <a:buFontTx/>
              <a:buNone/>
              <a:tabLst/>
              <a:defRPr/>
            </a:pPr>
            <a:r>
              <a:rPr kumimoji="0" lang="ja-JP" altLang="en-US" sz="1400" b="0" i="0" u="none" strike="noStrike" kern="0" cap="none" spc="0" normalizeH="0" baseline="0" noProof="0">
                <a:ln>
                  <a:noFill/>
                </a:ln>
                <a:solidFill>
                  <a:srgbClr val="FFFFFF"/>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シングルディスクでの最大値</a:t>
            </a:r>
            <a:endParaRPr kumimoji="0" lang="en-US" sz="1400" b="0" i="0" u="none" strike="noStrike" kern="0" cap="none" spc="0" normalizeH="0" baseline="0" noProof="0">
              <a:ln>
                <a:noFill/>
              </a:ln>
              <a:solidFill>
                <a:srgbClr val="FFFFFF"/>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cxnSp>
        <p:nvCxnSpPr>
          <p:cNvPr id="30" name="Straight Connector 66">
            <a:extLst>
              <a:ext uri="{FF2B5EF4-FFF2-40B4-BE49-F238E27FC236}">
                <a16:creationId xmlns:a16="http://schemas.microsoft.com/office/drawing/2014/main" id="{EEAE571E-3CF4-7FFE-EF5A-047457B5AC0E}"/>
              </a:ext>
            </a:extLst>
          </p:cNvPr>
          <p:cNvCxnSpPr>
            <a:cxnSpLocks/>
          </p:cNvCxnSpPr>
          <p:nvPr/>
        </p:nvCxnSpPr>
        <p:spPr>
          <a:xfrm>
            <a:off x="427263" y="3738703"/>
            <a:ext cx="11147908" cy="0"/>
          </a:xfrm>
          <a:prstGeom prst="line">
            <a:avLst/>
          </a:prstGeom>
          <a:noFill/>
          <a:ln w="12700" cap="flat" cmpd="sng" algn="ctr">
            <a:solidFill>
              <a:srgbClr val="EBEBEB"/>
            </a:solidFill>
            <a:prstDash val="solid"/>
            <a:headEnd type="none"/>
            <a:tailEnd type="none"/>
          </a:ln>
          <a:effectLst/>
        </p:spPr>
      </p:cxnSp>
      <p:grpSp>
        <p:nvGrpSpPr>
          <p:cNvPr id="31" name="グループ化 30">
            <a:extLst>
              <a:ext uri="{FF2B5EF4-FFF2-40B4-BE49-F238E27FC236}">
                <a16:creationId xmlns:a16="http://schemas.microsoft.com/office/drawing/2014/main" id="{8FB200D8-BBD9-C9ED-97EE-DB2F9F9344E4}"/>
              </a:ext>
            </a:extLst>
          </p:cNvPr>
          <p:cNvGrpSpPr/>
          <p:nvPr/>
        </p:nvGrpSpPr>
        <p:grpSpPr>
          <a:xfrm>
            <a:off x="6253243" y="2669381"/>
            <a:ext cx="1338901" cy="654537"/>
            <a:chOff x="6786856" y="2173431"/>
            <a:chExt cx="1609312" cy="654537"/>
          </a:xfrm>
        </p:grpSpPr>
        <p:grpSp>
          <p:nvGrpSpPr>
            <p:cNvPr id="32" name="Group 12">
              <a:extLst>
                <a:ext uri="{FF2B5EF4-FFF2-40B4-BE49-F238E27FC236}">
                  <a16:creationId xmlns:a16="http://schemas.microsoft.com/office/drawing/2014/main" id="{D88E0EE0-BB42-3264-1D2C-B5CDC9A80DDC}"/>
                </a:ext>
              </a:extLst>
            </p:cNvPr>
            <p:cNvGrpSpPr/>
            <p:nvPr/>
          </p:nvGrpSpPr>
          <p:grpSpPr>
            <a:xfrm>
              <a:off x="6786856" y="2173431"/>
              <a:ext cx="411408" cy="490261"/>
              <a:chOff x="-3187544" y="2133223"/>
              <a:chExt cx="498585" cy="594148"/>
            </a:xfrm>
          </p:grpSpPr>
          <p:sp>
            <p:nvSpPr>
              <p:cNvPr id="59" name="Freeform 5">
                <a:extLst>
                  <a:ext uri="{FF2B5EF4-FFF2-40B4-BE49-F238E27FC236}">
                    <a16:creationId xmlns:a16="http://schemas.microsoft.com/office/drawing/2014/main" id="{44F63436-3B30-E99A-8941-2475F497DBFD}"/>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60" name="Group 40">
                <a:extLst>
                  <a:ext uri="{FF2B5EF4-FFF2-40B4-BE49-F238E27FC236}">
                    <a16:creationId xmlns:a16="http://schemas.microsoft.com/office/drawing/2014/main" id="{DF96E1CF-6E87-43D1-A5BC-1AAA8CF06648}"/>
                  </a:ext>
                </a:extLst>
              </p:cNvPr>
              <p:cNvGrpSpPr/>
              <p:nvPr/>
            </p:nvGrpSpPr>
            <p:grpSpPr>
              <a:xfrm>
                <a:off x="-3112548" y="2200457"/>
                <a:ext cx="348591" cy="386904"/>
                <a:chOff x="5513643" y="5046557"/>
                <a:chExt cx="187770" cy="208407"/>
              </a:xfrm>
              <a:solidFill>
                <a:srgbClr val="0078D3"/>
              </a:solidFill>
            </p:grpSpPr>
            <p:sp>
              <p:nvSpPr>
                <p:cNvPr id="64" name="Oval 44">
                  <a:extLst>
                    <a:ext uri="{FF2B5EF4-FFF2-40B4-BE49-F238E27FC236}">
                      <a16:creationId xmlns:a16="http://schemas.microsoft.com/office/drawing/2014/main" id="{1AFDEBBE-6913-8BD0-BD21-EE9261937D15}"/>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65" name="Oval 45">
                  <a:extLst>
                    <a:ext uri="{FF2B5EF4-FFF2-40B4-BE49-F238E27FC236}">
                      <a16:creationId xmlns:a16="http://schemas.microsoft.com/office/drawing/2014/main" id="{8780E16E-A752-C4DD-67D9-C5B321859B32}"/>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66" name="Oval 46">
                  <a:extLst>
                    <a:ext uri="{FF2B5EF4-FFF2-40B4-BE49-F238E27FC236}">
                      <a16:creationId xmlns:a16="http://schemas.microsoft.com/office/drawing/2014/main" id="{A2884165-F4AC-723C-439C-7363C29365D0}"/>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67" name="Oval 47">
                  <a:extLst>
                    <a:ext uri="{FF2B5EF4-FFF2-40B4-BE49-F238E27FC236}">
                      <a16:creationId xmlns:a16="http://schemas.microsoft.com/office/drawing/2014/main" id="{4F962D97-0162-F7D6-44F7-B62E5D622064}"/>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61" name="Line 7">
                <a:extLst>
                  <a:ext uri="{FF2B5EF4-FFF2-40B4-BE49-F238E27FC236}">
                    <a16:creationId xmlns:a16="http://schemas.microsoft.com/office/drawing/2014/main" id="{AA784444-D8B2-0CB3-A47B-88133B1235CB}"/>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62" name="Line 8">
                <a:extLst>
                  <a:ext uri="{FF2B5EF4-FFF2-40B4-BE49-F238E27FC236}">
                    <a16:creationId xmlns:a16="http://schemas.microsoft.com/office/drawing/2014/main" id="{D44D4480-AA49-51F8-8031-744001598FC8}"/>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63" name="Line 9">
                <a:extLst>
                  <a:ext uri="{FF2B5EF4-FFF2-40B4-BE49-F238E27FC236}">
                    <a16:creationId xmlns:a16="http://schemas.microsoft.com/office/drawing/2014/main" id="{4179047A-54D6-6AE8-9B90-2452447ED958}"/>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grpSp>
          <p:nvGrpSpPr>
            <p:cNvPr id="33" name="Group 13">
              <a:extLst>
                <a:ext uri="{FF2B5EF4-FFF2-40B4-BE49-F238E27FC236}">
                  <a16:creationId xmlns:a16="http://schemas.microsoft.com/office/drawing/2014/main" id="{60CE7D9B-DCE1-D754-1F37-E2D3AC999CF7}"/>
                </a:ext>
              </a:extLst>
            </p:cNvPr>
            <p:cNvGrpSpPr/>
            <p:nvPr/>
          </p:nvGrpSpPr>
          <p:grpSpPr>
            <a:xfrm>
              <a:off x="7821087" y="2173431"/>
              <a:ext cx="411408" cy="490261"/>
              <a:chOff x="-3187544" y="2133223"/>
              <a:chExt cx="498585" cy="594148"/>
            </a:xfrm>
          </p:grpSpPr>
          <p:sp>
            <p:nvSpPr>
              <p:cNvPr id="50" name="Freeform 5">
                <a:extLst>
                  <a:ext uri="{FF2B5EF4-FFF2-40B4-BE49-F238E27FC236}">
                    <a16:creationId xmlns:a16="http://schemas.microsoft.com/office/drawing/2014/main" id="{B44FAC0B-E3C0-0A6E-4E2F-078EFA709D3A}"/>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51" name="Group 31">
                <a:extLst>
                  <a:ext uri="{FF2B5EF4-FFF2-40B4-BE49-F238E27FC236}">
                    <a16:creationId xmlns:a16="http://schemas.microsoft.com/office/drawing/2014/main" id="{5AACC81A-C8AB-00B7-25E1-3EC4CC7DB544}"/>
                  </a:ext>
                </a:extLst>
              </p:cNvPr>
              <p:cNvGrpSpPr/>
              <p:nvPr/>
            </p:nvGrpSpPr>
            <p:grpSpPr>
              <a:xfrm>
                <a:off x="-3112548" y="2200457"/>
                <a:ext cx="348591" cy="386904"/>
                <a:chOff x="5513643" y="5046557"/>
                <a:chExt cx="187770" cy="208407"/>
              </a:xfrm>
              <a:solidFill>
                <a:srgbClr val="0078D3"/>
              </a:solidFill>
            </p:grpSpPr>
            <p:sp>
              <p:nvSpPr>
                <p:cNvPr id="55" name="Oval 35">
                  <a:extLst>
                    <a:ext uri="{FF2B5EF4-FFF2-40B4-BE49-F238E27FC236}">
                      <a16:creationId xmlns:a16="http://schemas.microsoft.com/office/drawing/2014/main" id="{6E9FA6C1-5037-FD8D-F458-4A0046CF2489}"/>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56" name="Oval 36">
                  <a:extLst>
                    <a:ext uri="{FF2B5EF4-FFF2-40B4-BE49-F238E27FC236}">
                      <a16:creationId xmlns:a16="http://schemas.microsoft.com/office/drawing/2014/main" id="{EC3BCA45-A0AF-D934-EE1E-EBAE850EA825}"/>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57" name="Oval 37">
                  <a:extLst>
                    <a:ext uri="{FF2B5EF4-FFF2-40B4-BE49-F238E27FC236}">
                      <a16:creationId xmlns:a16="http://schemas.microsoft.com/office/drawing/2014/main" id="{A66C6F6F-BA73-5F10-B22C-1BA258F3CAAC}"/>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58" name="Oval 38">
                  <a:extLst>
                    <a:ext uri="{FF2B5EF4-FFF2-40B4-BE49-F238E27FC236}">
                      <a16:creationId xmlns:a16="http://schemas.microsoft.com/office/drawing/2014/main" id="{E6FAD69D-341C-50B5-AC54-EBA8342457AE}"/>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52" name="Line 7">
                <a:extLst>
                  <a:ext uri="{FF2B5EF4-FFF2-40B4-BE49-F238E27FC236}">
                    <a16:creationId xmlns:a16="http://schemas.microsoft.com/office/drawing/2014/main" id="{62FD3182-4A6B-41D3-041D-9275F83C278F}"/>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53" name="Line 8">
                <a:extLst>
                  <a:ext uri="{FF2B5EF4-FFF2-40B4-BE49-F238E27FC236}">
                    <a16:creationId xmlns:a16="http://schemas.microsoft.com/office/drawing/2014/main" id="{C16F359C-4559-4EF3-7F8C-6C8F6D5E941C}"/>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54" name="Line 9">
                <a:extLst>
                  <a:ext uri="{FF2B5EF4-FFF2-40B4-BE49-F238E27FC236}">
                    <a16:creationId xmlns:a16="http://schemas.microsoft.com/office/drawing/2014/main" id="{A55DA4D7-6AA7-C9E7-8F8C-5106130F1042}"/>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grpSp>
          <p:nvGrpSpPr>
            <p:cNvPr id="34" name="Group 14">
              <a:extLst>
                <a:ext uri="{FF2B5EF4-FFF2-40B4-BE49-F238E27FC236}">
                  <a16:creationId xmlns:a16="http://schemas.microsoft.com/office/drawing/2014/main" id="{F1E58520-9017-CEF9-CE84-E7D874F9C89D}"/>
                </a:ext>
              </a:extLst>
            </p:cNvPr>
            <p:cNvGrpSpPr/>
            <p:nvPr/>
          </p:nvGrpSpPr>
          <p:grpSpPr>
            <a:xfrm>
              <a:off x="7303971" y="2173431"/>
              <a:ext cx="411408" cy="490261"/>
              <a:chOff x="-3187544" y="2133223"/>
              <a:chExt cx="498585" cy="594148"/>
            </a:xfrm>
          </p:grpSpPr>
          <p:sp>
            <p:nvSpPr>
              <p:cNvPr id="41" name="Freeform 5">
                <a:extLst>
                  <a:ext uri="{FF2B5EF4-FFF2-40B4-BE49-F238E27FC236}">
                    <a16:creationId xmlns:a16="http://schemas.microsoft.com/office/drawing/2014/main" id="{757400F7-35CE-60D2-D06B-5FBDD6B3AFB6}"/>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42" name="Group 22">
                <a:extLst>
                  <a:ext uri="{FF2B5EF4-FFF2-40B4-BE49-F238E27FC236}">
                    <a16:creationId xmlns:a16="http://schemas.microsoft.com/office/drawing/2014/main" id="{07538B37-B62D-F56B-9D83-C8097ADDD2BE}"/>
                  </a:ext>
                </a:extLst>
              </p:cNvPr>
              <p:cNvGrpSpPr/>
              <p:nvPr/>
            </p:nvGrpSpPr>
            <p:grpSpPr>
              <a:xfrm>
                <a:off x="-3112548" y="2200457"/>
                <a:ext cx="348591" cy="386904"/>
                <a:chOff x="5513643" y="5046557"/>
                <a:chExt cx="187770" cy="208407"/>
              </a:xfrm>
              <a:solidFill>
                <a:srgbClr val="0078D3"/>
              </a:solidFill>
            </p:grpSpPr>
            <p:sp>
              <p:nvSpPr>
                <p:cNvPr id="46" name="Oval 26">
                  <a:extLst>
                    <a:ext uri="{FF2B5EF4-FFF2-40B4-BE49-F238E27FC236}">
                      <a16:creationId xmlns:a16="http://schemas.microsoft.com/office/drawing/2014/main" id="{E0EA86ED-1D27-5C10-AF36-9C0D21D310F9}"/>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47" name="Oval 27">
                  <a:extLst>
                    <a:ext uri="{FF2B5EF4-FFF2-40B4-BE49-F238E27FC236}">
                      <a16:creationId xmlns:a16="http://schemas.microsoft.com/office/drawing/2014/main" id="{81E67598-1DBE-FE98-E338-A7A8324072DB}"/>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48" name="Oval 28">
                  <a:extLst>
                    <a:ext uri="{FF2B5EF4-FFF2-40B4-BE49-F238E27FC236}">
                      <a16:creationId xmlns:a16="http://schemas.microsoft.com/office/drawing/2014/main" id="{3334DF8A-1533-90F2-0433-30F8DA8CF190}"/>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49" name="Oval 29">
                  <a:extLst>
                    <a:ext uri="{FF2B5EF4-FFF2-40B4-BE49-F238E27FC236}">
                      <a16:creationId xmlns:a16="http://schemas.microsoft.com/office/drawing/2014/main" id="{74BFF396-C5D3-92A4-3B22-D4128BA19DB3}"/>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43" name="Line 7">
                <a:extLst>
                  <a:ext uri="{FF2B5EF4-FFF2-40B4-BE49-F238E27FC236}">
                    <a16:creationId xmlns:a16="http://schemas.microsoft.com/office/drawing/2014/main" id="{7A682DCD-9366-DE35-A52D-D98A05E10B7E}"/>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44" name="Line 8">
                <a:extLst>
                  <a:ext uri="{FF2B5EF4-FFF2-40B4-BE49-F238E27FC236}">
                    <a16:creationId xmlns:a16="http://schemas.microsoft.com/office/drawing/2014/main" id="{6DD62304-B41B-EAA1-6E71-3C6A1E9ED54B}"/>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45" name="Line 9">
                <a:extLst>
                  <a:ext uri="{FF2B5EF4-FFF2-40B4-BE49-F238E27FC236}">
                    <a16:creationId xmlns:a16="http://schemas.microsoft.com/office/drawing/2014/main" id="{FF057430-D144-48B2-CCCA-6F631F03D499}"/>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sp>
          <p:nvSpPr>
            <p:cNvPr id="35" name="Oval 15">
              <a:extLst>
                <a:ext uri="{FF2B5EF4-FFF2-40B4-BE49-F238E27FC236}">
                  <a16:creationId xmlns:a16="http://schemas.microsoft.com/office/drawing/2014/main" id="{5D12274B-0D70-4DFC-BADF-03AF94A77E36}"/>
                </a:ext>
              </a:extLst>
            </p:cNvPr>
            <p:cNvSpPr/>
            <p:nvPr/>
          </p:nvSpPr>
          <p:spPr bwMode="auto">
            <a:xfrm>
              <a:off x="8067614" y="2499414"/>
              <a:ext cx="328554" cy="328554"/>
            </a:xfrm>
            <a:prstGeom prst="ellipse">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36" name="Freeform 1018">
              <a:extLst>
                <a:ext uri="{FF2B5EF4-FFF2-40B4-BE49-F238E27FC236}">
                  <a16:creationId xmlns:a16="http://schemas.microsoft.com/office/drawing/2014/main" id="{AA0E38AA-13CE-1F89-64AC-BD03A28E4C03}"/>
                </a:ext>
              </a:extLst>
            </p:cNvPr>
            <p:cNvSpPr>
              <a:spLocks/>
            </p:cNvSpPr>
            <p:nvPr/>
          </p:nvSpPr>
          <p:spPr bwMode="auto">
            <a:xfrm>
              <a:off x="8156675"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37" name="Oval 17">
              <a:extLst>
                <a:ext uri="{FF2B5EF4-FFF2-40B4-BE49-F238E27FC236}">
                  <a16:creationId xmlns:a16="http://schemas.microsoft.com/office/drawing/2014/main" id="{A08EF092-57EA-05FF-836E-C597770F4392}"/>
                </a:ext>
              </a:extLst>
            </p:cNvPr>
            <p:cNvSpPr/>
            <p:nvPr/>
          </p:nvSpPr>
          <p:spPr bwMode="auto">
            <a:xfrm>
              <a:off x="7550498" y="2499414"/>
              <a:ext cx="328554" cy="328554"/>
            </a:xfrm>
            <a:prstGeom prst="ellipse">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38" name="Freeform 1018">
              <a:extLst>
                <a:ext uri="{FF2B5EF4-FFF2-40B4-BE49-F238E27FC236}">
                  <a16:creationId xmlns:a16="http://schemas.microsoft.com/office/drawing/2014/main" id="{B39B6888-F324-CCB6-E056-0A1F830DA91A}"/>
                </a:ext>
              </a:extLst>
            </p:cNvPr>
            <p:cNvSpPr>
              <a:spLocks/>
            </p:cNvSpPr>
            <p:nvPr/>
          </p:nvSpPr>
          <p:spPr bwMode="auto">
            <a:xfrm>
              <a:off x="7639560"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39" name="Oval 19">
              <a:extLst>
                <a:ext uri="{FF2B5EF4-FFF2-40B4-BE49-F238E27FC236}">
                  <a16:creationId xmlns:a16="http://schemas.microsoft.com/office/drawing/2014/main" id="{0517FF2D-7C9E-C0C6-4C9E-0E95A5C51608}"/>
                </a:ext>
              </a:extLst>
            </p:cNvPr>
            <p:cNvSpPr/>
            <p:nvPr/>
          </p:nvSpPr>
          <p:spPr bwMode="auto">
            <a:xfrm>
              <a:off x="7033383" y="2499414"/>
              <a:ext cx="328554" cy="328554"/>
            </a:xfrm>
            <a:prstGeom prst="ellipse">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40" name="Freeform 1018">
              <a:extLst>
                <a:ext uri="{FF2B5EF4-FFF2-40B4-BE49-F238E27FC236}">
                  <a16:creationId xmlns:a16="http://schemas.microsoft.com/office/drawing/2014/main" id="{7E2E7876-2DC3-62FD-784A-FF8EE8653F1C}"/>
                </a:ext>
              </a:extLst>
            </p:cNvPr>
            <p:cNvSpPr>
              <a:spLocks/>
            </p:cNvSpPr>
            <p:nvPr/>
          </p:nvSpPr>
          <p:spPr bwMode="auto">
            <a:xfrm>
              <a:off x="7122445"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grpSp>
      <p:sp>
        <p:nvSpPr>
          <p:cNvPr id="68" name="TextBox 48">
            <a:extLst>
              <a:ext uri="{FF2B5EF4-FFF2-40B4-BE49-F238E27FC236}">
                <a16:creationId xmlns:a16="http://schemas.microsoft.com/office/drawing/2014/main" id="{E45CDDEB-43A2-FDE4-06D1-AD70A15EE147}"/>
              </a:ext>
            </a:extLst>
          </p:cNvPr>
          <p:cNvSpPr txBox="1"/>
          <p:nvPr/>
        </p:nvSpPr>
        <p:spPr>
          <a:xfrm>
            <a:off x="6395235" y="3412122"/>
            <a:ext cx="1054919" cy="246221"/>
          </a:xfrm>
          <a:prstGeom prst="rect">
            <a:avLst/>
          </a:prstGeom>
          <a:noFill/>
        </p:spPr>
        <p:txBody>
          <a:bodyPr wrap="none" lIns="0" tIns="0" rIns="0" bIns="0" rtlCol="0" anchor="t" anchorCtr="0">
            <a:spAutoFit/>
          </a:bodyPr>
          <a:lstStyle/>
          <a:p>
            <a:pPr algn="ctr" defTabSz="895384" fontAlgn="base">
              <a:spcBef>
                <a:spcPct val="0"/>
              </a:spcBef>
              <a:spcAft>
                <a:spcPct val="0"/>
              </a:spcAft>
              <a:defRPr/>
            </a:pPr>
            <a:r>
              <a:rPr lang="en-US" sz="1600" kern="0" dirty="0">
                <a:latin typeface="Segoe UI Semibold" panose="020B0702040204020203" pitchFamily="34" charset="0"/>
                <a:cs typeface="Segoe UI Semibold" panose="020B0702040204020203" pitchFamily="34" charset="0"/>
              </a:rPr>
              <a:t>Premium SSD</a:t>
            </a:r>
          </a:p>
        </p:txBody>
      </p:sp>
      <p:sp>
        <p:nvSpPr>
          <p:cNvPr id="69" name="TextBox 50">
            <a:extLst>
              <a:ext uri="{FF2B5EF4-FFF2-40B4-BE49-F238E27FC236}">
                <a16:creationId xmlns:a16="http://schemas.microsoft.com/office/drawing/2014/main" id="{E30ED2E0-5DBA-E982-10D3-D9EC3BBC4F0B}"/>
              </a:ext>
            </a:extLst>
          </p:cNvPr>
          <p:cNvSpPr txBox="1"/>
          <p:nvPr/>
        </p:nvSpPr>
        <p:spPr>
          <a:xfrm>
            <a:off x="6003337" y="3786323"/>
            <a:ext cx="1838715" cy="477452"/>
          </a:xfrm>
          <a:prstGeom prst="rect">
            <a:avLst/>
          </a:prstGeom>
          <a:solidFill>
            <a:srgbClr val="0078D4">
              <a:lumMod val="50000"/>
            </a:srgbClr>
          </a:solidFill>
        </p:spPr>
        <p:txBody>
          <a:bodyPr wrap="square" lIns="91427" tIns="45713" rIns="91427" bIns="45713" rtlCol="0" anchor="ctr" anchorCtr="0">
            <a:noAutofit/>
          </a:bodyPr>
          <a:lstStyle/>
          <a:p>
            <a:pPr marL="0" marR="0" lvl="0" indent="0" algn="ctr" defTabSz="895384" eaLnBrk="1" fontAlgn="base" latinLnBrk="0" hangingPunct="1">
              <a:lnSpc>
                <a:spcPct val="100000"/>
              </a:lnSpc>
              <a:spcBef>
                <a:spcPct val="0"/>
              </a:spcBef>
              <a:spcAft>
                <a:spcPct val="0"/>
              </a:spcAft>
              <a:buClrTx/>
              <a:buSzTx/>
              <a:buFontTx/>
              <a:buNone/>
              <a:tabLst/>
              <a:defRPr/>
            </a:pPr>
            <a:r>
              <a:rPr kumimoji="0" lang="ja-JP" altLang="en-US" sz="1200" b="0" i="0" u="none" strike="noStrike" kern="0" cap="none" spc="0" normalizeH="0" baseline="0" noProof="0" dirty="0">
                <a:ln>
                  <a:noFill/>
                </a:ln>
                <a:solidFill>
                  <a:srgbClr val="FFFFFF"/>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高いパフォーマンス</a:t>
            </a:r>
            <a:endParaRPr kumimoji="0" lang="en-US" sz="1200" b="0" i="0" u="none" strike="noStrike" kern="0" cap="none" spc="0" normalizeH="0" baseline="0" noProof="0" dirty="0">
              <a:ln>
                <a:noFill/>
              </a:ln>
              <a:solidFill>
                <a:srgbClr val="FFFFFF"/>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70" name="TextBox 9">
            <a:extLst>
              <a:ext uri="{FF2B5EF4-FFF2-40B4-BE49-F238E27FC236}">
                <a16:creationId xmlns:a16="http://schemas.microsoft.com/office/drawing/2014/main" id="{43A2330D-7A93-3E4C-FC32-7B69BA74BDBE}"/>
              </a:ext>
            </a:extLst>
          </p:cNvPr>
          <p:cNvSpPr txBox="1"/>
          <p:nvPr/>
        </p:nvSpPr>
        <p:spPr>
          <a:xfrm>
            <a:off x="2553646" y="3412121"/>
            <a:ext cx="1118933" cy="246221"/>
          </a:xfrm>
          <a:prstGeom prst="rect">
            <a:avLst/>
          </a:prstGeom>
          <a:noFill/>
        </p:spPr>
        <p:txBody>
          <a:bodyPr wrap="none" lIns="0" tIns="0" rIns="0" bIns="0" rtlCol="0" anchor="t" anchorCtr="0">
            <a:spAutoFit/>
          </a:bodyPr>
          <a:lstStyle/>
          <a:p>
            <a:pPr marL="0" marR="0" lvl="0" indent="0" algn="ctr" defTabSz="895384"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effectLst/>
                <a:uLnTx/>
                <a:uFillTx/>
                <a:latin typeface="Segoe UI Semibold" panose="020B0702040204020203" pitchFamily="34" charset="0"/>
                <a:cs typeface="Segoe UI Semibold" panose="020B0702040204020203" pitchFamily="34" charset="0"/>
              </a:rPr>
              <a:t>Standard HDD</a:t>
            </a:r>
          </a:p>
        </p:txBody>
      </p:sp>
      <p:sp>
        <p:nvSpPr>
          <p:cNvPr id="71" name="TextBox 10">
            <a:extLst>
              <a:ext uri="{FF2B5EF4-FFF2-40B4-BE49-F238E27FC236}">
                <a16:creationId xmlns:a16="http://schemas.microsoft.com/office/drawing/2014/main" id="{EC24DC0B-D4DB-7797-9CEF-AC275DBAE896}"/>
              </a:ext>
            </a:extLst>
          </p:cNvPr>
          <p:cNvSpPr txBox="1"/>
          <p:nvPr/>
        </p:nvSpPr>
        <p:spPr>
          <a:xfrm>
            <a:off x="4486606" y="3412121"/>
            <a:ext cx="1057586" cy="246221"/>
          </a:xfrm>
          <a:prstGeom prst="rect">
            <a:avLst/>
          </a:prstGeom>
          <a:noFill/>
        </p:spPr>
        <p:txBody>
          <a:bodyPr wrap="none" lIns="0" tIns="0" rIns="0" bIns="0" rtlCol="0" anchor="t" anchorCtr="0">
            <a:spAutoFit/>
          </a:bodyPr>
          <a:lstStyle/>
          <a:p>
            <a:pPr marL="0" marR="0" lvl="0" indent="0" algn="ctr" defTabSz="895384"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effectLst/>
                <a:uLnTx/>
                <a:uFillTx/>
                <a:latin typeface="Segoe UI Semibold" panose="020B0702040204020203" pitchFamily="34" charset="0"/>
                <a:cs typeface="Segoe UI Semibold" panose="020B0702040204020203" pitchFamily="34" charset="0"/>
              </a:rPr>
              <a:t>Standard SSD</a:t>
            </a:r>
          </a:p>
        </p:txBody>
      </p:sp>
      <p:sp>
        <p:nvSpPr>
          <p:cNvPr id="72" name="TextBox 55">
            <a:extLst>
              <a:ext uri="{FF2B5EF4-FFF2-40B4-BE49-F238E27FC236}">
                <a16:creationId xmlns:a16="http://schemas.microsoft.com/office/drawing/2014/main" id="{34927902-A4FA-BE7D-CACB-CF4461903529}"/>
              </a:ext>
            </a:extLst>
          </p:cNvPr>
          <p:cNvSpPr txBox="1"/>
          <p:nvPr/>
        </p:nvSpPr>
        <p:spPr>
          <a:xfrm>
            <a:off x="4096042" y="3786323"/>
            <a:ext cx="1838715" cy="477452"/>
          </a:xfrm>
          <a:prstGeom prst="rect">
            <a:avLst/>
          </a:prstGeom>
          <a:solidFill>
            <a:srgbClr val="0078D4">
              <a:lumMod val="50000"/>
            </a:srgbClr>
          </a:solidFill>
        </p:spPr>
        <p:txBody>
          <a:bodyPr wrap="square" lIns="91427" tIns="45713" rIns="91427" bIns="45713" rtlCol="0" anchor="ctr" anchorCtr="0">
            <a:noAutofit/>
          </a:bodyPr>
          <a:lstStyle/>
          <a:p>
            <a:pPr marL="0" marR="0" lvl="0" indent="0" algn="ctr" defTabSz="895384" eaLnBrk="1" fontAlgn="base" latinLnBrk="0" hangingPunct="1">
              <a:lnSpc>
                <a:spcPct val="100000"/>
              </a:lnSpc>
              <a:spcBef>
                <a:spcPct val="0"/>
              </a:spcBef>
              <a:spcAft>
                <a:spcPct val="0"/>
              </a:spcAft>
              <a:buClrTx/>
              <a:buSzTx/>
              <a:buFontTx/>
              <a:buNone/>
              <a:tabLst/>
              <a:defRPr/>
            </a:pPr>
            <a:r>
              <a:rPr kumimoji="0" lang="ja-JP" altLang="en-US" sz="1200" b="0" i="0" u="none" strike="noStrike" kern="0" cap="none" spc="0" normalizeH="0" baseline="0" noProof="0" dirty="0">
                <a:ln>
                  <a:noFill/>
                </a:ln>
                <a:solidFill>
                  <a:schemeClr val="bg1"/>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一貫性のあるパフォーマンス</a:t>
            </a:r>
            <a:endParaRPr kumimoji="0" lang="en-US" sz="1200" b="0" i="0" u="none" strike="noStrike" kern="0" cap="none" spc="0" normalizeH="0" baseline="0" noProof="0" dirty="0">
              <a:ln>
                <a:noFill/>
              </a:ln>
              <a:solidFill>
                <a:schemeClr val="bg1"/>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73" name="TextBox 60">
            <a:extLst>
              <a:ext uri="{FF2B5EF4-FFF2-40B4-BE49-F238E27FC236}">
                <a16:creationId xmlns:a16="http://schemas.microsoft.com/office/drawing/2014/main" id="{BA751BC7-0D57-3589-3499-CC0E4D1EC521}"/>
              </a:ext>
            </a:extLst>
          </p:cNvPr>
          <p:cNvSpPr txBox="1"/>
          <p:nvPr/>
        </p:nvSpPr>
        <p:spPr>
          <a:xfrm>
            <a:off x="2193754" y="3786323"/>
            <a:ext cx="1838715" cy="477452"/>
          </a:xfrm>
          <a:prstGeom prst="rect">
            <a:avLst/>
          </a:prstGeom>
          <a:solidFill>
            <a:srgbClr val="0078D4">
              <a:lumMod val="50000"/>
            </a:srgbClr>
          </a:solidFill>
        </p:spPr>
        <p:txBody>
          <a:bodyPr wrap="square" lIns="91427" tIns="45713" rIns="91427" bIns="45713" rtlCol="0" anchor="ctr" anchorCtr="0">
            <a:noAutofit/>
          </a:bodyPr>
          <a:lstStyle/>
          <a:p>
            <a:pPr marL="0" marR="0" lvl="0" indent="0" algn="ctr" defTabSz="895384" eaLnBrk="1" fontAlgn="base" latinLnBrk="0" hangingPunct="1">
              <a:lnSpc>
                <a:spcPct val="100000"/>
              </a:lnSpc>
              <a:spcBef>
                <a:spcPct val="0"/>
              </a:spcBef>
              <a:spcAft>
                <a:spcPct val="0"/>
              </a:spcAft>
              <a:buClrTx/>
              <a:buSzTx/>
              <a:buFontTx/>
              <a:buNone/>
              <a:tabLst/>
              <a:defRPr/>
            </a:pPr>
            <a:r>
              <a:rPr kumimoji="0" lang="ja-JP" altLang="en-US" sz="1200" b="0" i="0" u="none" strike="noStrike" kern="0" cap="none" spc="0" normalizeH="0" baseline="0" noProof="0" dirty="0">
                <a:ln>
                  <a:noFill/>
                </a:ln>
                <a:solidFill>
                  <a:schemeClr val="bg1"/>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低コスト ストレージ</a:t>
            </a:r>
            <a:endParaRPr kumimoji="0" lang="en-US" sz="1200" b="0" i="0" u="none" strike="noStrike" kern="0" cap="none" spc="0" normalizeH="0" baseline="0" noProof="0" dirty="0">
              <a:ln>
                <a:noFill/>
              </a:ln>
              <a:solidFill>
                <a:schemeClr val="bg1"/>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grpSp>
        <p:nvGrpSpPr>
          <p:cNvPr id="74" name="Group 134">
            <a:extLst>
              <a:ext uri="{FF2B5EF4-FFF2-40B4-BE49-F238E27FC236}">
                <a16:creationId xmlns:a16="http://schemas.microsoft.com/office/drawing/2014/main" id="{E1758BE6-6BDE-9011-3CB9-F1E8FA6F0D56}"/>
              </a:ext>
            </a:extLst>
          </p:cNvPr>
          <p:cNvGrpSpPr/>
          <p:nvPr/>
        </p:nvGrpSpPr>
        <p:grpSpPr>
          <a:xfrm>
            <a:off x="2518796" y="2650388"/>
            <a:ext cx="1188633" cy="475144"/>
            <a:chOff x="3459083" y="1237200"/>
            <a:chExt cx="1765903" cy="587292"/>
          </a:xfrm>
        </p:grpSpPr>
        <p:grpSp>
          <p:nvGrpSpPr>
            <p:cNvPr id="75" name="Group 82" descr="disk">
              <a:extLst>
                <a:ext uri="{FF2B5EF4-FFF2-40B4-BE49-F238E27FC236}">
                  <a16:creationId xmlns:a16="http://schemas.microsoft.com/office/drawing/2014/main" id="{584A922E-DDF4-5B0C-9790-2238CC72C311}"/>
                </a:ext>
              </a:extLst>
            </p:cNvPr>
            <p:cNvGrpSpPr>
              <a:grpSpLocks noChangeAspect="1"/>
            </p:cNvGrpSpPr>
            <p:nvPr/>
          </p:nvGrpSpPr>
          <p:grpSpPr bwMode="auto">
            <a:xfrm>
              <a:off x="3459083" y="1237200"/>
              <a:ext cx="487564" cy="587292"/>
              <a:chOff x="1704" y="3095"/>
              <a:chExt cx="176" cy="212"/>
            </a:xfrm>
          </p:grpSpPr>
          <p:sp>
            <p:nvSpPr>
              <p:cNvPr id="96" name="AutoShape 81">
                <a:extLst>
                  <a:ext uri="{FF2B5EF4-FFF2-40B4-BE49-F238E27FC236}">
                    <a16:creationId xmlns:a16="http://schemas.microsoft.com/office/drawing/2014/main" id="{6356D9C2-4719-E5DF-DDF2-3C48BFBEB2D6}"/>
                  </a:ext>
                </a:extLst>
              </p:cNvPr>
              <p:cNvSpPr>
                <a:spLocks noChangeAspect="1" noChangeArrowheads="1" noTextEdit="1"/>
              </p:cNvSpPr>
              <p:nvPr/>
            </p:nvSpPr>
            <p:spPr bwMode="auto">
              <a:xfrm>
                <a:off x="1704" y="3095"/>
                <a:ext cx="17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7" name="Rectangle 83">
                <a:extLst>
                  <a:ext uri="{FF2B5EF4-FFF2-40B4-BE49-F238E27FC236}">
                    <a16:creationId xmlns:a16="http://schemas.microsoft.com/office/drawing/2014/main" id="{F0589F61-A25C-4CC2-FA01-8AF89980C812}"/>
                  </a:ext>
                </a:extLst>
              </p:cNvPr>
              <p:cNvSpPr>
                <a:spLocks noChangeArrowheads="1"/>
              </p:cNvSpPr>
              <p:nvPr/>
            </p:nvSpPr>
            <p:spPr bwMode="auto">
              <a:xfrm>
                <a:off x="1704" y="3096"/>
                <a:ext cx="175" cy="211"/>
              </a:xfrm>
              <a:prstGeom prst="rect">
                <a:avLst/>
              </a:prstGeom>
              <a:solidFill>
                <a:srgbClr val="50E6FF"/>
              </a:solidFill>
              <a:ln w="19050">
                <a:solidFill>
                  <a:srgbClr val="0078D3"/>
                </a:solidFill>
                <a:miter lim="800000"/>
                <a:headEnd/>
                <a:tailEnd/>
              </a:ln>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8" name="Oval 84">
                <a:extLst>
                  <a:ext uri="{FF2B5EF4-FFF2-40B4-BE49-F238E27FC236}">
                    <a16:creationId xmlns:a16="http://schemas.microsoft.com/office/drawing/2014/main" id="{0713A4C1-B64A-95C0-7432-DCF489E80A05}"/>
                  </a:ext>
                </a:extLst>
              </p:cNvPr>
              <p:cNvSpPr>
                <a:spLocks noChangeArrowheads="1"/>
              </p:cNvSpPr>
              <p:nvPr/>
            </p:nvSpPr>
            <p:spPr bwMode="auto">
              <a:xfrm>
                <a:off x="1715" y="3117"/>
                <a:ext cx="152" cy="152"/>
              </a:xfrm>
              <a:prstGeom prst="ellipse">
                <a:avLst/>
              </a:prstGeom>
              <a:solidFill>
                <a:srgbClr val="0078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9" name="Freeform 85">
                <a:extLst>
                  <a:ext uri="{FF2B5EF4-FFF2-40B4-BE49-F238E27FC236}">
                    <a16:creationId xmlns:a16="http://schemas.microsoft.com/office/drawing/2014/main" id="{2B892513-40F0-5F4B-49D0-8A1E54424588}"/>
                  </a:ext>
                </a:extLst>
              </p:cNvPr>
              <p:cNvSpPr>
                <a:spLocks noEditPoints="1"/>
              </p:cNvSpPr>
              <p:nvPr/>
            </p:nvSpPr>
            <p:spPr bwMode="auto">
              <a:xfrm>
                <a:off x="1714" y="3116"/>
                <a:ext cx="155" cy="155"/>
              </a:xfrm>
              <a:custGeom>
                <a:avLst/>
                <a:gdLst>
                  <a:gd name="T0" fmla="*/ 90 w 180"/>
                  <a:gd name="T1" fmla="*/ 180 h 180"/>
                  <a:gd name="T2" fmla="*/ 0 w 180"/>
                  <a:gd name="T3" fmla="*/ 90 h 180"/>
                  <a:gd name="T4" fmla="*/ 90 w 180"/>
                  <a:gd name="T5" fmla="*/ 0 h 180"/>
                  <a:gd name="T6" fmla="*/ 180 w 180"/>
                  <a:gd name="T7" fmla="*/ 90 h 180"/>
                  <a:gd name="T8" fmla="*/ 90 w 180"/>
                  <a:gd name="T9" fmla="*/ 180 h 180"/>
                  <a:gd name="T10" fmla="*/ 90 w 180"/>
                  <a:gd name="T11" fmla="*/ 4 h 180"/>
                  <a:gd name="T12" fmla="*/ 4 w 180"/>
                  <a:gd name="T13" fmla="*/ 90 h 180"/>
                  <a:gd name="T14" fmla="*/ 90 w 180"/>
                  <a:gd name="T15" fmla="*/ 176 h 180"/>
                  <a:gd name="T16" fmla="*/ 176 w 180"/>
                  <a:gd name="T17" fmla="*/ 90 h 180"/>
                  <a:gd name="T18" fmla="*/ 90 w 180"/>
                  <a:gd name="T19" fmla="*/ 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0" h="180">
                    <a:moveTo>
                      <a:pt x="90" y="180"/>
                    </a:moveTo>
                    <a:cubicBezTo>
                      <a:pt x="41" y="180"/>
                      <a:pt x="0" y="140"/>
                      <a:pt x="0" y="90"/>
                    </a:cubicBezTo>
                    <a:cubicBezTo>
                      <a:pt x="0" y="41"/>
                      <a:pt x="41" y="0"/>
                      <a:pt x="90" y="0"/>
                    </a:cubicBezTo>
                    <a:cubicBezTo>
                      <a:pt x="140" y="0"/>
                      <a:pt x="180" y="41"/>
                      <a:pt x="180" y="90"/>
                    </a:cubicBezTo>
                    <a:cubicBezTo>
                      <a:pt x="180" y="140"/>
                      <a:pt x="140" y="180"/>
                      <a:pt x="90" y="180"/>
                    </a:cubicBezTo>
                    <a:close/>
                    <a:moveTo>
                      <a:pt x="90" y="4"/>
                    </a:moveTo>
                    <a:cubicBezTo>
                      <a:pt x="43" y="4"/>
                      <a:pt x="4" y="43"/>
                      <a:pt x="4" y="90"/>
                    </a:cubicBezTo>
                    <a:cubicBezTo>
                      <a:pt x="4" y="138"/>
                      <a:pt x="43" y="176"/>
                      <a:pt x="90" y="176"/>
                    </a:cubicBezTo>
                    <a:cubicBezTo>
                      <a:pt x="137" y="176"/>
                      <a:pt x="176" y="137"/>
                      <a:pt x="176" y="90"/>
                    </a:cubicBezTo>
                    <a:cubicBezTo>
                      <a:pt x="176" y="43"/>
                      <a:pt x="138" y="4"/>
                      <a:pt x="90" y="4"/>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00" name="Oval 86">
                <a:extLst>
                  <a:ext uri="{FF2B5EF4-FFF2-40B4-BE49-F238E27FC236}">
                    <a16:creationId xmlns:a16="http://schemas.microsoft.com/office/drawing/2014/main" id="{68A72C9D-C8B5-5D3A-63BC-4F949EC019E4}"/>
                  </a:ext>
                </a:extLst>
              </p:cNvPr>
              <p:cNvSpPr>
                <a:spLocks noChangeArrowheads="1"/>
              </p:cNvSpPr>
              <p:nvPr/>
            </p:nvSpPr>
            <p:spPr bwMode="auto">
              <a:xfrm>
                <a:off x="1773" y="3175"/>
                <a:ext cx="36" cy="36"/>
              </a:xfrm>
              <a:prstGeom prst="ellipse">
                <a:avLst/>
              </a:pr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01" name="Freeform 87">
                <a:extLst>
                  <a:ext uri="{FF2B5EF4-FFF2-40B4-BE49-F238E27FC236}">
                    <a16:creationId xmlns:a16="http://schemas.microsoft.com/office/drawing/2014/main" id="{97A6B3F9-4507-B9BC-2F07-8966AD0C97C1}"/>
                  </a:ext>
                </a:extLst>
              </p:cNvPr>
              <p:cNvSpPr>
                <a:spLocks/>
              </p:cNvSpPr>
              <p:nvPr/>
            </p:nvSpPr>
            <p:spPr bwMode="auto">
              <a:xfrm>
                <a:off x="1744" y="3143"/>
                <a:ext cx="31" cy="31"/>
              </a:xfrm>
              <a:custGeom>
                <a:avLst/>
                <a:gdLst>
                  <a:gd name="T0" fmla="*/ 3 w 31"/>
                  <a:gd name="T1" fmla="*/ 0 h 31"/>
                  <a:gd name="T2" fmla="*/ 0 w 31"/>
                  <a:gd name="T3" fmla="*/ 4 h 31"/>
                  <a:gd name="T4" fmla="*/ 27 w 31"/>
                  <a:gd name="T5" fmla="*/ 31 h 31"/>
                  <a:gd name="T6" fmla="*/ 31 w 31"/>
                  <a:gd name="T7" fmla="*/ 28 h 31"/>
                  <a:gd name="T8" fmla="*/ 3 w 31"/>
                  <a:gd name="T9" fmla="*/ 0 h 31"/>
                </a:gdLst>
                <a:ahLst/>
                <a:cxnLst>
                  <a:cxn ang="0">
                    <a:pos x="T0" y="T1"/>
                  </a:cxn>
                  <a:cxn ang="0">
                    <a:pos x="T2" y="T3"/>
                  </a:cxn>
                  <a:cxn ang="0">
                    <a:pos x="T4" y="T5"/>
                  </a:cxn>
                  <a:cxn ang="0">
                    <a:pos x="T6" y="T7"/>
                  </a:cxn>
                  <a:cxn ang="0">
                    <a:pos x="T8" y="T9"/>
                  </a:cxn>
                </a:cxnLst>
                <a:rect l="0" t="0" r="r" b="b"/>
                <a:pathLst>
                  <a:path w="31" h="31">
                    <a:moveTo>
                      <a:pt x="3" y="0"/>
                    </a:moveTo>
                    <a:lnTo>
                      <a:pt x="0" y="4"/>
                    </a:lnTo>
                    <a:lnTo>
                      <a:pt x="27" y="31"/>
                    </a:lnTo>
                    <a:lnTo>
                      <a:pt x="31" y="28"/>
                    </a:lnTo>
                    <a:lnTo>
                      <a:pt x="3" y="0"/>
                    </a:lnTo>
                    <a:close/>
                  </a:path>
                </a:pathLst>
              </a:cu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02" name="Freeform 88">
                <a:extLst>
                  <a:ext uri="{FF2B5EF4-FFF2-40B4-BE49-F238E27FC236}">
                    <a16:creationId xmlns:a16="http://schemas.microsoft.com/office/drawing/2014/main" id="{CAAEB442-F2B1-65CC-FA72-74FA9CFCB1A2}"/>
                  </a:ext>
                </a:extLst>
              </p:cNvPr>
              <p:cNvSpPr>
                <a:spLocks/>
              </p:cNvSpPr>
              <p:nvPr/>
            </p:nvSpPr>
            <p:spPr bwMode="auto">
              <a:xfrm>
                <a:off x="1809" y="3210"/>
                <a:ext cx="31" cy="31"/>
              </a:xfrm>
              <a:custGeom>
                <a:avLst/>
                <a:gdLst>
                  <a:gd name="T0" fmla="*/ 4 w 31"/>
                  <a:gd name="T1" fmla="*/ 0 h 31"/>
                  <a:gd name="T2" fmla="*/ 0 w 31"/>
                  <a:gd name="T3" fmla="*/ 3 h 31"/>
                  <a:gd name="T4" fmla="*/ 28 w 31"/>
                  <a:gd name="T5" fmla="*/ 31 h 31"/>
                  <a:gd name="T6" fmla="*/ 31 w 31"/>
                  <a:gd name="T7" fmla="*/ 27 h 31"/>
                  <a:gd name="T8" fmla="*/ 4 w 31"/>
                  <a:gd name="T9" fmla="*/ 0 h 31"/>
                </a:gdLst>
                <a:ahLst/>
                <a:cxnLst>
                  <a:cxn ang="0">
                    <a:pos x="T0" y="T1"/>
                  </a:cxn>
                  <a:cxn ang="0">
                    <a:pos x="T2" y="T3"/>
                  </a:cxn>
                  <a:cxn ang="0">
                    <a:pos x="T4" y="T5"/>
                  </a:cxn>
                  <a:cxn ang="0">
                    <a:pos x="T6" y="T7"/>
                  </a:cxn>
                  <a:cxn ang="0">
                    <a:pos x="T8" y="T9"/>
                  </a:cxn>
                </a:cxnLst>
                <a:rect l="0" t="0" r="r" b="b"/>
                <a:pathLst>
                  <a:path w="31" h="31">
                    <a:moveTo>
                      <a:pt x="4" y="0"/>
                    </a:moveTo>
                    <a:lnTo>
                      <a:pt x="0" y="3"/>
                    </a:lnTo>
                    <a:lnTo>
                      <a:pt x="28" y="31"/>
                    </a:lnTo>
                    <a:lnTo>
                      <a:pt x="31" y="27"/>
                    </a:lnTo>
                    <a:lnTo>
                      <a:pt x="4" y="0"/>
                    </a:lnTo>
                    <a:close/>
                  </a:path>
                </a:pathLst>
              </a:cu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03" name="Freeform 89">
                <a:extLst>
                  <a:ext uri="{FF2B5EF4-FFF2-40B4-BE49-F238E27FC236}">
                    <a16:creationId xmlns:a16="http://schemas.microsoft.com/office/drawing/2014/main" id="{A3823EE6-7D9C-9097-84A0-E514D9EE4BBF}"/>
                  </a:ext>
                </a:extLst>
              </p:cNvPr>
              <p:cNvSpPr>
                <a:spLocks/>
              </p:cNvSpPr>
              <p:nvPr/>
            </p:nvSpPr>
            <p:spPr bwMode="auto">
              <a:xfrm>
                <a:off x="1724" y="3230"/>
                <a:ext cx="74" cy="44"/>
              </a:xfrm>
              <a:custGeom>
                <a:avLst/>
                <a:gdLst>
                  <a:gd name="T0" fmla="*/ 15 w 86"/>
                  <a:gd name="T1" fmla="*/ 51 h 51"/>
                  <a:gd name="T2" fmla="*/ 2 w 86"/>
                  <a:gd name="T3" fmla="*/ 40 h 51"/>
                  <a:gd name="T4" fmla="*/ 12 w 86"/>
                  <a:gd name="T5" fmla="*/ 24 h 51"/>
                  <a:gd name="T6" fmla="*/ 78 w 86"/>
                  <a:gd name="T7" fmla="*/ 0 h 51"/>
                  <a:gd name="T8" fmla="*/ 80 w 86"/>
                  <a:gd name="T9" fmla="*/ 0 h 51"/>
                  <a:gd name="T10" fmla="*/ 85 w 86"/>
                  <a:gd name="T11" fmla="*/ 4 h 51"/>
                  <a:gd name="T12" fmla="*/ 82 w 86"/>
                  <a:gd name="T13" fmla="*/ 11 h 51"/>
                  <a:gd name="T14" fmla="*/ 22 w 86"/>
                  <a:gd name="T15" fmla="*/ 49 h 51"/>
                  <a:gd name="T16" fmla="*/ 18 w 86"/>
                  <a:gd name="T17" fmla="*/ 50 h 51"/>
                  <a:gd name="T18" fmla="*/ 15 w 86"/>
                  <a:gd name="T1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6" h="51">
                    <a:moveTo>
                      <a:pt x="15" y="51"/>
                    </a:moveTo>
                    <a:cubicBezTo>
                      <a:pt x="9" y="51"/>
                      <a:pt x="3" y="47"/>
                      <a:pt x="2" y="40"/>
                    </a:cubicBezTo>
                    <a:cubicBezTo>
                      <a:pt x="0" y="33"/>
                      <a:pt x="5" y="26"/>
                      <a:pt x="12" y="24"/>
                    </a:cubicBezTo>
                    <a:cubicBezTo>
                      <a:pt x="78" y="0"/>
                      <a:pt x="78" y="0"/>
                      <a:pt x="78" y="0"/>
                    </a:cubicBezTo>
                    <a:cubicBezTo>
                      <a:pt x="79" y="0"/>
                      <a:pt x="79" y="0"/>
                      <a:pt x="80" y="0"/>
                    </a:cubicBezTo>
                    <a:cubicBezTo>
                      <a:pt x="83" y="0"/>
                      <a:pt x="85" y="2"/>
                      <a:pt x="85" y="4"/>
                    </a:cubicBezTo>
                    <a:cubicBezTo>
                      <a:pt x="86" y="6"/>
                      <a:pt x="85" y="9"/>
                      <a:pt x="82" y="11"/>
                    </a:cubicBezTo>
                    <a:cubicBezTo>
                      <a:pt x="22" y="49"/>
                      <a:pt x="22" y="49"/>
                      <a:pt x="22" y="49"/>
                    </a:cubicBezTo>
                    <a:cubicBezTo>
                      <a:pt x="22" y="49"/>
                      <a:pt x="19" y="50"/>
                      <a:pt x="18" y="50"/>
                    </a:cubicBezTo>
                    <a:cubicBezTo>
                      <a:pt x="17" y="51"/>
                      <a:pt x="16" y="51"/>
                      <a:pt x="15" y="5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04" name="Freeform 90">
                <a:extLst>
                  <a:ext uri="{FF2B5EF4-FFF2-40B4-BE49-F238E27FC236}">
                    <a16:creationId xmlns:a16="http://schemas.microsoft.com/office/drawing/2014/main" id="{6A057B9F-E69C-8AF3-2E4A-F8EE86DE908B}"/>
                  </a:ext>
                </a:extLst>
              </p:cNvPr>
              <p:cNvSpPr>
                <a:spLocks noEditPoints="1"/>
              </p:cNvSpPr>
              <p:nvPr/>
            </p:nvSpPr>
            <p:spPr bwMode="auto">
              <a:xfrm>
                <a:off x="1722" y="3229"/>
                <a:ext cx="79" cy="48"/>
              </a:xfrm>
              <a:custGeom>
                <a:avLst/>
                <a:gdLst>
                  <a:gd name="T0" fmla="*/ 82 w 91"/>
                  <a:gd name="T1" fmla="*/ 4 h 56"/>
                  <a:gd name="T2" fmla="*/ 85 w 91"/>
                  <a:gd name="T3" fmla="*/ 7 h 56"/>
                  <a:gd name="T4" fmla="*/ 83 w 91"/>
                  <a:gd name="T5" fmla="*/ 11 h 56"/>
                  <a:gd name="T6" fmla="*/ 23 w 91"/>
                  <a:gd name="T7" fmla="*/ 50 h 56"/>
                  <a:gd name="T8" fmla="*/ 19 w 91"/>
                  <a:gd name="T9" fmla="*/ 51 h 56"/>
                  <a:gd name="T10" fmla="*/ 17 w 91"/>
                  <a:gd name="T11" fmla="*/ 51 h 56"/>
                  <a:gd name="T12" fmla="*/ 6 w 91"/>
                  <a:gd name="T13" fmla="*/ 42 h 56"/>
                  <a:gd name="T14" fmla="*/ 15 w 91"/>
                  <a:gd name="T15" fmla="*/ 28 h 56"/>
                  <a:gd name="T16" fmla="*/ 81 w 91"/>
                  <a:gd name="T17" fmla="*/ 4 h 56"/>
                  <a:gd name="T18" fmla="*/ 82 w 91"/>
                  <a:gd name="T19" fmla="*/ 4 h 56"/>
                  <a:gd name="T20" fmla="*/ 82 w 91"/>
                  <a:gd name="T21" fmla="*/ 0 h 56"/>
                  <a:gd name="T22" fmla="*/ 80 w 91"/>
                  <a:gd name="T23" fmla="*/ 0 h 56"/>
                  <a:gd name="T24" fmla="*/ 80 w 91"/>
                  <a:gd name="T25" fmla="*/ 0 h 56"/>
                  <a:gd name="T26" fmla="*/ 79 w 91"/>
                  <a:gd name="T27" fmla="*/ 0 h 56"/>
                  <a:gd name="T28" fmla="*/ 14 w 91"/>
                  <a:gd name="T29" fmla="*/ 24 h 56"/>
                  <a:gd name="T30" fmla="*/ 2 w 91"/>
                  <a:gd name="T31" fmla="*/ 43 h 56"/>
                  <a:gd name="T32" fmla="*/ 18 w 91"/>
                  <a:gd name="T33" fmla="*/ 56 h 56"/>
                  <a:gd name="T34" fmla="*/ 20 w 91"/>
                  <a:gd name="T35" fmla="*/ 55 h 56"/>
                  <a:gd name="T36" fmla="*/ 25 w 91"/>
                  <a:gd name="T37" fmla="*/ 54 h 56"/>
                  <a:gd name="T38" fmla="*/ 25 w 91"/>
                  <a:gd name="T39" fmla="*/ 54 h 56"/>
                  <a:gd name="T40" fmla="*/ 25 w 91"/>
                  <a:gd name="T41" fmla="*/ 54 h 56"/>
                  <a:gd name="T42" fmla="*/ 85 w 91"/>
                  <a:gd name="T43" fmla="*/ 16 h 56"/>
                  <a:gd name="T44" fmla="*/ 90 w 91"/>
                  <a:gd name="T45" fmla="*/ 7 h 56"/>
                  <a:gd name="T46" fmla="*/ 82 w 91"/>
                  <a:gd name="T47" fmla="*/ 0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1" h="56">
                    <a:moveTo>
                      <a:pt x="82" y="4"/>
                    </a:moveTo>
                    <a:cubicBezTo>
                      <a:pt x="83" y="4"/>
                      <a:pt x="85" y="5"/>
                      <a:pt x="85" y="7"/>
                    </a:cubicBezTo>
                    <a:cubicBezTo>
                      <a:pt x="86" y="9"/>
                      <a:pt x="84" y="10"/>
                      <a:pt x="83" y="11"/>
                    </a:cubicBezTo>
                    <a:cubicBezTo>
                      <a:pt x="23" y="50"/>
                      <a:pt x="23" y="50"/>
                      <a:pt x="23" y="50"/>
                    </a:cubicBezTo>
                    <a:cubicBezTo>
                      <a:pt x="22" y="50"/>
                      <a:pt x="20" y="51"/>
                      <a:pt x="19" y="51"/>
                    </a:cubicBezTo>
                    <a:cubicBezTo>
                      <a:pt x="19" y="51"/>
                      <a:pt x="18" y="51"/>
                      <a:pt x="17" y="51"/>
                    </a:cubicBezTo>
                    <a:cubicBezTo>
                      <a:pt x="12" y="51"/>
                      <a:pt x="7" y="48"/>
                      <a:pt x="6" y="42"/>
                    </a:cubicBezTo>
                    <a:cubicBezTo>
                      <a:pt x="4" y="36"/>
                      <a:pt x="8" y="29"/>
                      <a:pt x="15" y="28"/>
                    </a:cubicBezTo>
                    <a:cubicBezTo>
                      <a:pt x="81" y="4"/>
                      <a:pt x="81" y="4"/>
                      <a:pt x="81" y="4"/>
                    </a:cubicBezTo>
                    <a:cubicBezTo>
                      <a:pt x="81" y="4"/>
                      <a:pt x="81" y="4"/>
                      <a:pt x="82" y="4"/>
                    </a:cubicBezTo>
                    <a:close/>
                    <a:moveTo>
                      <a:pt x="82" y="0"/>
                    </a:moveTo>
                    <a:cubicBezTo>
                      <a:pt x="81" y="0"/>
                      <a:pt x="81" y="0"/>
                      <a:pt x="80" y="0"/>
                    </a:cubicBezTo>
                    <a:cubicBezTo>
                      <a:pt x="80" y="0"/>
                      <a:pt x="80" y="0"/>
                      <a:pt x="80" y="0"/>
                    </a:cubicBezTo>
                    <a:cubicBezTo>
                      <a:pt x="79" y="0"/>
                      <a:pt x="79" y="0"/>
                      <a:pt x="79" y="0"/>
                    </a:cubicBezTo>
                    <a:cubicBezTo>
                      <a:pt x="14" y="24"/>
                      <a:pt x="14" y="24"/>
                      <a:pt x="14" y="24"/>
                    </a:cubicBezTo>
                    <a:cubicBezTo>
                      <a:pt x="5" y="26"/>
                      <a:pt x="0" y="35"/>
                      <a:pt x="2" y="43"/>
                    </a:cubicBezTo>
                    <a:cubicBezTo>
                      <a:pt x="4" y="50"/>
                      <a:pt x="10" y="56"/>
                      <a:pt x="18" y="56"/>
                    </a:cubicBezTo>
                    <a:cubicBezTo>
                      <a:pt x="19" y="56"/>
                      <a:pt x="19" y="56"/>
                      <a:pt x="20" y="55"/>
                    </a:cubicBezTo>
                    <a:cubicBezTo>
                      <a:pt x="21" y="55"/>
                      <a:pt x="25" y="54"/>
                      <a:pt x="25" y="54"/>
                    </a:cubicBezTo>
                    <a:cubicBezTo>
                      <a:pt x="25" y="54"/>
                      <a:pt x="25" y="54"/>
                      <a:pt x="25" y="54"/>
                    </a:cubicBezTo>
                    <a:cubicBezTo>
                      <a:pt x="25" y="54"/>
                      <a:pt x="25" y="54"/>
                      <a:pt x="25" y="54"/>
                    </a:cubicBezTo>
                    <a:cubicBezTo>
                      <a:pt x="85" y="16"/>
                      <a:pt x="85" y="16"/>
                      <a:pt x="85" y="16"/>
                    </a:cubicBezTo>
                    <a:cubicBezTo>
                      <a:pt x="89" y="14"/>
                      <a:pt x="91" y="10"/>
                      <a:pt x="90" y="7"/>
                    </a:cubicBezTo>
                    <a:cubicBezTo>
                      <a:pt x="89" y="2"/>
                      <a:pt x="85" y="0"/>
                      <a:pt x="82" y="0"/>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grpSp>
          <p:nvGrpSpPr>
            <p:cNvPr id="76" name="Group 82" descr="disk">
              <a:extLst>
                <a:ext uri="{FF2B5EF4-FFF2-40B4-BE49-F238E27FC236}">
                  <a16:creationId xmlns:a16="http://schemas.microsoft.com/office/drawing/2014/main" id="{66B7823E-BF8E-B3B3-9639-CA0008BABB81}"/>
                </a:ext>
              </a:extLst>
            </p:cNvPr>
            <p:cNvGrpSpPr>
              <a:grpSpLocks noChangeAspect="1"/>
            </p:cNvGrpSpPr>
            <p:nvPr/>
          </p:nvGrpSpPr>
          <p:grpSpPr bwMode="auto">
            <a:xfrm>
              <a:off x="4737422" y="1237200"/>
              <a:ext cx="487564" cy="587292"/>
              <a:chOff x="1704" y="3095"/>
              <a:chExt cx="176" cy="212"/>
            </a:xfrm>
          </p:grpSpPr>
          <p:sp>
            <p:nvSpPr>
              <p:cNvPr id="87" name="AutoShape 81">
                <a:extLst>
                  <a:ext uri="{FF2B5EF4-FFF2-40B4-BE49-F238E27FC236}">
                    <a16:creationId xmlns:a16="http://schemas.microsoft.com/office/drawing/2014/main" id="{3D22AB07-0D82-6244-7B0D-5BC8515B93F9}"/>
                  </a:ext>
                </a:extLst>
              </p:cNvPr>
              <p:cNvSpPr>
                <a:spLocks noChangeAspect="1" noChangeArrowheads="1" noTextEdit="1"/>
              </p:cNvSpPr>
              <p:nvPr/>
            </p:nvSpPr>
            <p:spPr bwMode="auto">
              <a:xfrm>
                <a:off x="1704" y="3095"/>
                <a:ext cx="17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8" name="Rectangle 83">
                <a:extLst>
                  <a:ext uri="{FF2B5EF4-FFF2-40B4-BE49-F238E27FC236}">
                    <a16:creationId xmlns:a16="http://schemas.microsoft.com/office/drawing/2014/main" id="{A29DFA43-DFFB-3873-8BD7-3A1EF6E475DB}"/>
                  </a:ext>
                </a:extLst>
              </p:cNvPr>
              <p:cNvSpPr>
                <a:spLocks noChangeArrowheads="1"/>
              </p:cNvSpPr>
              <p:nvPr/>
            </p:nvSpPr>
            <p:spPr bwMode="auto">
              <a:xfrm>
                <a:off x="1704" y="3096"/>
                <a:ext cx="175" cy="211"/>
              </a:xfrm>
              <a:prstGeom prst="rect">
                <a:avLst/>
              </a:prstGeom>
              <a:solidFill>
                <a:srgbClr val="50E6FF"/>
              </a:solidFill>
              <a:ln w="19050">
                <a:solidFill>
                  <a:srgbClr val="0078D3"/>
                </a:solidFill>
                <a:miter lim="800000"/>
                <a:headEnd/>
                <a:tailEnd/>
              </a:ln>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9" name="Oval 84">
                <a:extLst>
                  <a:ext uri="{FF2B5EF4-FFF2-40B4-BE49-F238E27FC236}">
                    <a16:creationId xmlns:a16="http://schemas.microsoft.com/office/drawing/2014/main" id="{766FF4D9-77C3-D721-8C0E-29D2873DC60E}"/>
                  </a:ext>
                </a:extLst>
              </p:cNvPr>
              <p:cNvSpPr>
                <a:spLocks noChangeArrowheads="1"/>
              </p:cNvSpPr>
              <p:nvPr/>
            </p:nvSpPr>
            <p:spPr bwMode="auto">
              <a:xfrm>
                <a:off x="1715" y="3117"/>
                <a:ext cx="152" cy="152"/>
              </a:xfrm>
              <a:prstGeom prst="ellipse">
                <a:avLst/>
              </a:prstGeom>
              <a:solidFill>
                <a:srgbClr val="0078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0" name="Freeform 85">
                <a:extLst>
                  <a:ext uri="{FF2B5EF4-FFF2-40B4-BE49-F238E27FC236}">
                    <a16:creationId xmlns:a16="http://schemas.microsoft.com/office/drawing/2014/main" id="{99225CA4-85DC-AA5B-4326-D005C0CBDDF2}"/>
                  </a:ext>
                </a:extLst>
              </p:cNvPr>
              <p:cNvSpPr>
                <a:spLocks noEditPoints="1"/>
              </p:cNvSpPr>
              <p:nvPr/>
            </p:nvSpPr>
            <p:spPr bwMode="auto">
              <a:xfrm>
                <a:off x="1714" y="3116"/>
                <a:ext cx="155" cy="155"/>
              </a:xfrm>
              <a:custGeom>
                <a:avLst/>
                <a:gdLst>
                  <a:gd name="T0" fmla="*/ 90 w 180"/>
                  <a:gd name="T1" fmla="*/ 180 h 180"/>
                  <a:gd name="T2" fmla="*/ 0 w 180"/>
                  <a:gd name="T3" fmla="*/ 90 h 180"/>
                  <a:gd name="T4" fmla="*/ 90 w 180"/>
                  <a:gd name="T5" fmla="*/ 0 h 180"/>
                  <a:gd name="T6" fmla="*/ 180 w 180"/>
                  <a:gd name="T7" fmla="*/ 90 h 180"/>
                  <a:gd name="T8" fmla="*/ 90 w 180"/>
                  <a:gd name="T9" fmla="*/ 180 h 180"/>
                  <a:gd name="T10" fmla="*/ 90 w 180"/>
                  <a:gd name="T11" fmla="*/ 4 h 180"/>
                  <a:gd name="T12" fmla="*/ 4 w 180"/>
                  <a:gd name="T13" fmla="*/ 90 h 180"/>
                  <a:gd name="T14" fmla="*/ 90 w 180"/>
                  <a:gd name="T15" fmla="*/ 176 h 180"/>
                  <a:gd name="T16" fmla="*/ 176 w 180"/>
                  <a:gd name="T17" fmla="*/ 90 h 180"/>
                  <a:gd name="T18" fmla="*/ 90 w 180"/>
                  <a:gd name="T19" fmla="*/ 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0" h="180">
                    <a:moveTo>
                      <a:pt x="90" y="180"/>
                    </a:moveTo>
                    <a:cubicBezTo>
                      <a:pt x="41" y="180"/>
                      <a:pt x="0" y="140"/>
                      <a:pt x="0" y="90"/>
                    </a:cubicBezTo>
                    <a:cubicBezTo>
                      <a:pt x="0" y="41"/>
                      <a:pt x="41" y="0"/>
                      <a:pt x="90" y="0"/>
                    </a:cubicBezTo>
                    <a:cubicBezTo>
                      <a:pt x="140" y="0"/>
                      <a:pt x="180" y="41"/>
                      <a:pt x="180" y="90"/>
                    </a:cubicBezTo>
                    <a:cubicBezTo>
                      <a:pt x="180" y="140"/>
                      <a:pt x="140" y="180"/>
                      <a:pt x="90" y="180"/>
                    </a:cubicBezTo>
                    <a:close/>
                    <a:moveTo>
                      <a:pt x="90" y="4"/>
                    </a:moveTo>
                    <a:cubicBezTo>
                      <a:pt x="43" y="4"/>
                      <a:pt x="4" y="43"/>
                      <a:pt x="4" y="90"/>
                    </a:cubicBezTo>
                    <a:cubicBezTo>
                      <a:pt x="4" y="138"/>
                      <a:pt x="43" y="176"/>
                      <a:pt x="90" y="176"/>
                    </a:cubicBezTo>
                    <a:cubicBezTo>
                      <a:pt x="137" y="176"/>
                      <a:pt x="176" y="137"/>
                      <a:pt x="176" y="90"/>
                    </a:cubicBezTo>
                    <a:cubicBezTo>
                      <a:pt x="176" y="43"/>
                      <a:pt x="138" y="4"/>
                      <a:pt x="90" y="4"/>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1" name="Oval 86">
                <a:extLst>
                  <a:ext uri="{FF2B5EF4-FFF2-40B4-BE49-F238E27FC236}">
                    <a16:creationId xmlns:a16="http://schemas.microsoft.com/office/drawing/2014/main" id="{C4AA9B83-2F06-F86E-1F75-F12C91FFF6AE}"/>
                  </a:ext>
                </a:extLst>
              </p:cNvPr>
              <p:cNvSpPr>
                <a:spLocks noChangeArrowheads="1"/>
              </p:cNvSpPr>
              <p:nvPr/>
            </p:nvSpPr>
            <p:spPr bwMode="auto">
              <a:xfrm>
                <a:off x="1773" y="3175"/>
                <a:ext cx="36" cy="36"/>
              </a:xfrm>
              <a:prstGeom prst="ellipse">
                <a:avLst/>
              </a:pr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2" name="Freeform 87">
                <a:extLst>
                  <a:ext uri="{FF2B5EF4-FFF2-40B4-BE49-F238E27FC236}">
                    <a16:creationId xmlns:a16="http://schemas.microsoft.com/office/drawing/2014/main" id="{D83C83A5-8234-D132-B52A-C9F53131D208}"/>
                  </a:ext>
                </a:extLst>
              </p:cNvPr>
              <p:cNvSpPr>
                <a:spLocks/>
              </p:cNvSpPr>
              <p:nvPr/>
            </p:nvSpPr>
            <p:spPr bwMode="auto">
              <a:xfrm>
                <a:off x="1744" y="3143"/>
                <a:ext cx="31" cy="31"/>
              </a:xfrm>
              <a:custGeom>
                <a:avLst/>
                <a:gdLst>
                  <a:gd name="T0" fmla="*/ 3 w 31"/>
                  <a:gd name="T1" fmla="*/ 0 h 31"/>
                  <a:gd name="T2" fmla="*/ 0 w 31"/>
                  <a:gd name="T3" fmla="*/ 4 h 31"/>
                  <a:gd name="T4" fmla="*/ 27 w 31"/>
                  <a:gd name="T5" fmla="*/ 31 h 31"/>
                  <a:gd name="T6" fmla="*/ 31 w 31"/>
                  <a:gd name="T7" fmla="*/ 28 h 31"/>
                  <a:gd name="T8" fmla="*/ 3 w 31"/>
                  <a:gd name="T9" fmla="*/ 0 h 31"/>
                </a:gdLst>
                <a:ahLst/>
                <a:cxnLst>
                  <a:cxn ang="0">
                    <a:pos x="T0" y="T1"/>
                  </a:cxn>
                  <a:cxn ang="0">
                    <a:pos x="T2" y="T3"/>
                  </a:cxn>
                  <a:cxn ang="0">
                    <a:pos x="T4" y="T5"/>
                  </a:cxn>
                  <a:cxn ang="0">
                    <a:pos x="T6" y="T7"/>
                  </a:cxn>
                  <a:cxn ang="0">
                    <a:pos x="T8" y="T9"/>
                  </a:cxn>
                </a:cxnLst>
                <a:rect l="0" t="0" r="r" b="b"/>
                <a:pathLst>
                  <a:path w="31" h="31">
                    <a:moveTo>
                      <a:pt x="3" y="0"/>
                    </a:moveTo>
                    <a:lnTo>
                      <a:pt x="0" y="4"/>
                    </a:lnTo>
                    <a:lnTo>
                      <a:pt x="27" y="31"/>
                    </a:lnTo>
                    <a:lnTo>
                      <a:pt x="31" y="28"/>
                    </a:lnTo>
                    <a:lnTo>
                      <a:pt x="3" y="0"/>
                    </a:lnTo>
                    <a:close/>
                  </a:path>
                </a:pathLst>
              </a:cu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3" name="Freeform 88">
                <a:extLst>
                  <a:ext uri="{FF2B5EF4-FFF2-40B4-BE49-F238E27FC236}">
                    <a16:creationId xmlns:a16="http://schemas.microsoft.com/office/drawing/2014/main" id="{83A1424D-1CEE-CC79-3F6C-4786E7DD95F6}"/>
                  </a:ext>
                </a:extLst>
              </p:cNvPr>
              <p:cNvSpPr>
                <a:spLocks/>
              </p:cNvSpPr>
              <p:nvPr/>
            </p:nvSpPr>
            <p:spPr bwMode="auto">
              <a:xfrm>
                <a:off x="1809" y="3210"/>
                <a:ext cx="31" cy="31"/>
              </a:xfrm>
              <a:custGeom>
                <a:avLst/>
                <a:gdLst>
                  <a:gd name="T0" fmla="*/ 4 w 31"/>
                  <a:gd name="T1" fmla="*/ 0 h 31"/>
                  <a:gd name="T2" fmla="*/ 0 w 31"/>
                  <a:gd name="T3" fmla="*/ 3 h 31"/>
                  <a:gd name="T4" fmla="*/ 28 w 31"/>
                  <a:gd name="T5" fmla="*/ 31 h 31"/>
                  <a:gd name="T6" fmla="*/ 31 w 31"/>
                  <a:gd name="T7" fmla="*/ 27 h 31"/>
                  <a:gd name="T8" fmla="*/ 4 w 31"/>
                  <a:gd name="T9" fmla="*/ 0 h 31"/>
                </a:gdLst>
                <a:ahLst/>
                <a:cxnLst>
                  <a:cxn ang="0">
                    <a:pos x="T0" y="T1"/>
                  </a:cxn>
                  <a:cxn ang="0">
                    <a:pos x="T2" y="T3"/>
                  </a:cxn>
                  <a:cxn ang="0">
                    <a:pos x="T4" y="T5"/>
                  </a:cxn>
                  <a:cxn ang="0">
                    <a:pos x="T6" y="T7"/>
                  </a:cxn>
                  <a:cxn ang="0">
                    <a:pos x="T8" y="T9"/>
                  </a:cxn>
                </a:cxnLst>
                <a:rect l="0" t="0" r="r" b="b"/>
                <a:pathLst>
                  <a:path w="31" h="31">
                    <a:moveTo>
                      <a:pt x="4" y="0"/>
                    </a:moveTo>
                    <a:lnTo>
                      <a:pt x="0" y="3"/>
                    </a:lnTo>
                    <a:lnTo>
                      <a:pt x="28" y="31"/>
                    </a:lnTo>
                    <a:lnTo>
                      <a:pt x="31" y="27"/>
                    </a:lnTo>
                    <a:lnTo>
                      <a:pt x="4" y="0"/>
                    </a:lnTo>
                    <a:close/>
                  </a:path>
                </a:pathLst>
              </a:cu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4" name="Freeform 89">
                <a:extLst>
                  <a:ext uri="{FF2B5EF4-FFF2-40B4-BE49-F238E27FC236}">
                    <a16:creationId xmlns:a16="http://schemas.microsoft.com/office/drawing/2014/main" id="{B05D150F-C497-DB91-44C7-67113E3CEE4D}"/>
                  </a:ext>
                </a:extLst>
              </p:cNvPr>
              <p:cNvSpPr>
                <a:spLocks/>
              </p:cNvSpPr>
              <p:nvPr/>
            </p:nvSpPr>
            <p:spPr bwMode="auto">
              <a:xfrm>
                <a:off x="1724" y="3230"/>
                <a:ext cx="74" cy="44"/>
              </a:xfrm>
              <a:custGeom>
                <a:avLst/>
                <a:gdLst>
                  <a:gd name="T0" fmla="*/ 15 w 86"/>
                  <a:gd name="T1" fmla="*/ 51 h 51"/>
                  <a:gd name="T2" fmla="*/ 2 w 86"/>
                  <a:gd name="T3" fmla="*/ 40 h 51"/>
                  <a:gd name="T4" fmla="*/ 12 w 86"/>
                  <a:gd name="T5" fmla="*/ 24 h 51"/>
                  <a:gd name="T6" fmla="*/ 78 w 86"/>
                  <a:gd name="T7" fmla="*/ 0 h 51"/>
                  <a:gd name="T8" fmla="*/ 80 w 86"/>
                  <a:gd name="T9" fmla="*/ 0 h 51"/>
                  <a:gd name="T10" fmla="*/ 85 w 86"/>
                  <a:gd name="T11" fmla="*/ 4 h 51"/>
                  <a:gd name="T12" fmla="*/ 82 w 86"/>
                  <a:gd name="T13" fmla="*/ 11 h 51"/>
                  <a:gd name="T14" fmla="*/ 22 w 86"/>
                  <a:gd name="T15" fmla="*/ 49 h 51"/>
                  <a:gd name="T16" fmla="*/ 18 w 86"/>
                  <a:gd name="T17" fmla="*/ 50 h 51"/>
                  <a:gd name="T18" fmla="*/ 15 w 86"/>
                  <a:gd name="T1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6" h="51">
                    <a:moveTo>
                      <a:pt x="15" y="51"/>
                    </a:moveTo>
                    <a:cubicBezTo>
                      <a:pt x="9" y="51"/>
                      <a:pt x="3" y="47"/>
                      <a:pt x="2" y="40"/>
                    </a:cubicBezTo>
                    <a:cubicBezTo>
                      <a:pt x="0" y="33"/>
                      <a:pt x="5" y="26"/>
                      <a:pt x="12" y="24"/>
                    </a:cubicBezTo>
                    <a:cubicBezTo>
                      <a:pt x="78" y="0"/>
                      <a:pt x="78" y="0"/>
                      <a:pt x="78" y="0"/>
                    </a:cubicBezTo>
                    <a:cubicBezTo>
                      <a:pt x="79" y="0"/>
                      <a:pt x="79" y="0"/>
                      <a:pt x="80" y="0"/>
                    </a:cubicBezTo>
                    <a:cubicBezTo>
                      <a:pt x="83" y="0"/>
                      <a:pt x="85" y="2"/>
                      <a:pt x="85" y="4"/>
                    </a:cubicBezTo>
                    <a:cubicBezTo>
                      <a:pt x="86" y="6"/>
                      <a:pt x="85" y="9"/>
                      <a:pt x="82" y="11"/>
                    </a:cubicBezTo>
                    <a:cubicBezTo>
                      <a:pt x="22" y="49"/>
                      <a:pt x="22" y="49"/>
                      <a:pt x="22" y="49"/>
                    </a:cubicBezTo>
                    <a:cubicBezTo>
                      <a:pt x="22" y="49"/>
                      <a:pt x="19" y="50"/>
                      <a:pt x="18" y="50"/>
                    </a:cubicBezTo>
                    <a:cubicBezTo>
                      <a:pt x="17" y="51"/>
                      <a:pt x="16" y="51"/>
                      <a:pt x="15" y="5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95" name="Freeform 90">
                <a:extLst>
                  <a:ext uri="{FF2B5EF4-FFF2-40B4-BE49-F238E27FC236}">
                    <a16:creationId xmlns:a16="http://schemas.microsoft.com/office/drawing/2014/main" id="{B0F25747-C09F-DBC0-9482-BD1BBE0F986B}"/>
                  </a:ext>
                </a:extLst>
              </p:cNvPr>
              <p:cNvSpPr>
                <a:spLocks noEditPoints="1"/>
              </p:cNvSpPr>
              <p:nvPr/>
            </p:nvSpPr>
            <p:spPr bwMode="auto">
              <a:xfrm>
                <a:off x="1722" y="3229"/>
                <a:ext cx="79" cy="48"/>
              </a:xfrm>
              <a:custGeom>
                <a:avLst/>
                <a:gdLst>
                  <a:gd name="T0" fmla="*/ 82 w 91"/>
                  <a:gd name="T1" fmla="*/ 4 h 56"/>
                  <a:gd name="T2" fmla="*/ 85 w 91"/>
                  <a:gd name="T3" fmla="*/ 7 h 56"/>
                  <a:gd name="T4" fmla="*/ 83 w 91"/>
                  <a:gd name="T5" fmla="*/ 11 h 56"/>
                  <a:gd name="T6" fmla="*/ 23 w 91"/>
                  <a:gd name="T7" fmla="*/ 50 h 56"/>
                  <a:gd name="T8" fmla="*/ 19 w 91"/>
                  <a:gd name="T9" fmla="*/ 51 h 56"/>
                  <a:gd name="T10" fmla="*/ 17 w 91"/>
                  <a:gd name="T11" fmla="*/ 51 h 56"/>
                  <a:gd name="T12" fmla="*/ 6 w 91"/>
                  <a:gd name="T13" fmla="*/ 42 h 56"/>
                  <a:gd name="T14" fmla="*/ 15 w 91"/>
                  <a:gd name="T15" fmla="*/ 28 h 56"/>
                  <a:gd name="T16" fmla="*/ 81 w 91"/>
                  <a:gd name="T17" fmla="*/ 4 h 56"/>
                  <a:gd name="T18" fmla="*/ 82 w 91"/>
                  <a:gd name="T19" fmla="*/ 4 h 56"/>
                  <a:gd name="T20" fmla="*/ 82 w 91"/>
                  <a:gd name="T21" fmla="*/ 0 h 56"/>
                  <a:gd name="T22" fmla="*/ 80 w 91"/>
                  <a:gd name="T23" fmla="*/ 0 h 56"/>
                  <a:gd name="T24" fmla="*/ 80 w 91"/>
                  <a:gd name="T25" fmla="*/ 0 h 56"/>
                  <a:gd name="T26" fmla="*/ 79 w 91"/>
                  <a:gd name="T27" fmla="*/ 0 h 56"/>
                  <a:gd name="T28" fmla="*/ 14 w 91"/>
                  <a:gd name="T29" fmla="*/ 24 h 56"/>
                  <a:gd name="T30" fmla="*/ 2 w 91"/>
                  <a:gd name="T31" fmla="*/ 43 h 56"/>
                  <a:gd name="T32" fmla="*/ 18 w 91"/>
                  <a:gd name="T33" fmla="*/ 56 h 56"/>
                  <a:gd name="T34" fmla="*/ 20 w 91"/>
                  <a:gd name="T35" fmla="*/ 55 h 56"/>
                  <a:gd name="T36" fmla="*/ 25 w 91"/>
                  <a:gd name="T37" fmla="*/ 54 h 56"/>
                  <a:gd name="T38" fmla="*/ 25 w 91"/>
                  <a:gd name="T39" fmla="*/ 54 h 56"/>
                  <a:gd name="T40" fmla="*/ 25 w 91"/>
                  <a:gd name="T41" fmla="*/ 54 h 56"/>
                  <a:gd name="T42" fmla="*/ 85 w 91"/>
                  <a:gd name="T43" fmla="*/ 16 h 56"/>
                  <a:gd name="T44" fmla="*/ 90 w 91"/>
                  <a:gd name="T45" fmla="*/ 7 h 56"/>
                  <a:gd name="T46" fmla="*/ 82 w 91"/>
                  <a:gd name="T47" fmla="*/ 0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1" h="56">
                    <a:moveTo>
                      <a:pt x="82" y="4"/>
                    </a:moveTo>
                    <a:cubicBezTo>
                      <a:pt x="83" y="4"/>
                      <a:pt x="85" y="5"/>
                      <a:pt x="85" y="7"/>
                    </a:cubicBezTo>
                    <a:cubicBezTo>
                      <a:pt x="86" y="9"/>
                      <a:pt x="84" y="10"/>
                      <a:pt x="83" y="11"/>
                    </a:cubicBezTo>
                    <a:cubicBezTo>
                      <a:pt x="23" y="50"/>
                      <a:pt x="23" y="50"/>
                      <a:pt x="23" y="50"/>
                    </a:cubicBezTo>
                    <a:cubicBezTo>
                      <a:pt x="22" y="50"/>
                      <a:pt x="20" y="51"/>
                      <a:pt x="19" y="51"/>
                    </a:cubicBezTo>
                    <a:cubicBezTo>
                      <a:pt x="19" y="51"/>
                      <a:pt x="18" y="51"/>
                      <a:pt x="17" y="51"/>
                    </a:cubicBezTo>
                    <a:cubicBezTo>
                      <a:pt x="12" y="51"/>
                      <a:pt x="7" y="48"/>
                      <a:pt x="6" y="42"/>
                    </a:cubicBezTo>
                    <a:cubicBezTo>
                      <a:pt x="4" y="36"/>
                      <a:pt x="8" y="29"/>
                      <a:pt x="15" y="28"/>
                    </a:cubicBezTo>
                    <a:cubicBezTo>
                      <a:pt x="81" y="4"/>
                      <a:pt x="81" y="4"/>
                      <a:pt x="81" y="4"/>
                    </a:cubicBezTo>
                    <a:cubicBezTo>
                      <a:pt x="81" y="4"/>
                      <a:pt x="81" y="4"/>
                      <a:pt x="82" y="4"/>
                    </a:cubicBezTo>
                    <a:close/>
                    <a:moveTo>
                      <a:pt x="82" y="0"/>
                    </a:moveTo>
                    <a:cubicBezTo>
                      <a:pt x="81" y="0"/>
                      <a:pt x="81" y="0"/>
                      <a:pt x="80" y="0"/>
                    </a:cubicBezTo>
                    <a:cubicBezTo>
                      <a:pt x="80" y="0"/>
                      <a:pt x="80" y="0"/>
                      <a:pt x="80" y="0"/>
                    </a:cubicBezTo>
                    <a:cubicBezTo>
                      <a:pt x="79" y="0"/>
                      <a:pt x="79" y="0"/>
                      <a:pt x="79" y="0"/>
                    </a:cubicBezTo>
                    <a:cubicBezTo>
                      <a:pt x="14" y="24"/>
                      <a:pt x="14" y="24"/>
                      <a:pt x="14" y="24"/>
                    </a:cubicBezTo>
                    <a:cubicBezTo>
                      <a:pt x="5" y="26"/>
                      <a:pt x="0" y="35"/>
                      <a:pt x="2" y="43"/>
                    </a:cubicBezTo>
                    <a:cubicBezTo>
                      <a:pt x="4" y="50"/>
                      <a:pt x="10" y="56"/>
                      <a:pt x="18" y="56"/>
                    </a:cubicBezTo>
                    <a:cubicBezTo>
                      <a:pt x="19" y="56"/>
                      <a:pt x="19" y="56"/>
                      <a:pt x="20" y="55"/>
                    </a:cubicBezTo>
                    <a:cubicBezTo>
                      <a:pt x="21" y="55"/>
                      <a:pt x="25" y="54"/>
                      <a:pt x="25" y="54"/>
                    </a:cubicBezTo>
                    <a:cubicBezTo>
                      <a:pt x="25" y="54"/>
                      <a:pt x="25" y="54"/>
                      <a:pt x="25" y="54"/>
                    </a:cubicBezTo>
                    <a:cubicBezTo>
                      <a:pt x="25" y="54"/>
                      <a:pt x="25" y="54"/>
                      <a:pt x="25" y="54"/>
                    </a:cubicBezTo>
                    <a:cubicBezTo>
                      <a:pt x="85" y="16"/>
                      <a:pt x="85" y="16"/>
                      <a:pt x="85" y="16"/>
                    </a:cubicBezTo>
                    <a:cubicBezTo>
                      <a:pt x="89" y="14"/>
                      <a:pt x="91" y="10"/>
                      <a:pt x="90" y="7"/>
                    </a:cubicBezTo>
                    <a:cubicBezTo>
                      <a:pt x="89" y="2"/>
                      <a:pt x="85" y="0"/>
                      <a:pt x="82" y="0"/>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grpSp>
          <p:nvGrpSpPr>
            <p:cNvPr id="77" name="Group 82" descr="disk">
              <a:extLst>
                <a:ext uri="{FF2B5EF4-FFF2-40B4-BE49-F238E27FC236}">
                  <a16:creationId xmlns:a16="http://schemas.microsoft.com/office/drawing/2014/main" id="{AC4DDFF0-EAB3-B2FE-B8E2-4C2B232A8DE1}"/>
                </a:ext>
              </a:extLst>
            </p:cNvPr>
            <p:cNvGrpSpPr>
              <a:grpSpLocks noChangeAspect="1"/>
            </p:cNvGrpSpPr>
            <p:nvPr/>
          </p:nvGrpSpPr>
          <p:grpSpPr bwMode="auto">
            <a:xfrm>
              <a:off x="4098252" y="1237200"/>
              <a:ext cx="487564" cy="587292"/>
              <a:chOff x="1704" y="3095"/>
              <a:chExt cx="176" cy="212"/>
            </a:xfrm>
          </p:grpSpPr>
          <p:sp>
            <p:nvSpPr>
              <p:cNvPr id="78" name="AutoShape 81">
                <a:extLst>
                  <a:ext uri="{FF2B5EF4-FFF2-40B4-BE49-F238E27FC236}">
                    <a16:creationId xmlns:a16="http://schemas.microsoft.com/office/drawing/2014/main" id="{DEF21CB8-753F-D183-C42A-017F8C6D049B}"/>
                  </a:ext>
                </a:extLst>
              </p:cNvPr>
              <p:cNvSpPr>
                <a:spLocks noChangeAspect="1" noChangeArrowheads="1" noTextEdit="1"/>
              </p:cNvSpPr>
              <p:nvPr/>
            </p:nvSpPr>
            <p:spPr bwMode="auto">
              <a:xfrm>
                <a:off x="1704" y="3095"/>
                <a:ext cx="176"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79" name="Rectangle 83">
                <a:extLst>
                  <a:ext uri="{FF2B5EF4-FFF2-40B4-BE49-F238E27FC236}">
                    <a16:creationId xmlns:a16="http://schemas.microsoft.com/office/drawing/2014/main" id="{4A8DBE5C-9C66-46D5-0337-3BE116C1CE9D}"/>
                  </a:ext>
                </a:extLst>
              </p:cNvPr>
              <p:cNvSpPr>
                <a:spLocks noChangeArrowheads="1"/>
              </p:cNvSpPr>
              <p:nvPr/>
            </p:nvSpPr>
            <p:spPr bwMode="auto">
              <a:xfrm>
                <a:off x="1704" y="3096"/>
                <a:ext cx="175" cy="211"/>
              </a:xfrm>
              <a:prstGeom prst="rect">
                <a:avLst/>
              </a:prstGeom>
              <a:solidFill>
                <a:srgbClr val="50E6FF"/>
              </a:solidFill>
              <a:ln w="19050">
                <a:solidFill>
                  <a:srgbClr val="0078D3"/>
                </a:solidFill>
                <a:miter lim="800000"/>
                <a:headEnd/>
                <a:tailEnd/>
              </a:ln>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0" name="Oval 84">
                <a:extLst>
                  <a:ext uri="{FF2B5EF4-FFF2-40B4-BE49-F238E27FC236}">
                    <a16:creationId xmlns:a16="http://schemas.microsoft.com/office/drawing/2014/main" id="{293E85A4-856A-D54A-DBD2-4DAF5DE81125}"/>
                  </a:ext>
                </a:extLst>
              </p:cNvPr>
              <p:cNvSpPr>
                <a:spLocks noChangeArrowheads="1"/>
              </p:cNvSpPr>
              <p:nvPr/>
            </p:nvSpPr>
            <p:spPr bwMode="auto">
              <a:xfrm>
                <a:off x="1715" y="3117"/>
                <a:ext cx="152" cy="152"/>
              </a:xfrm>
              <a:prstGeom prst="ellipse">
                <a:avLst/>
              </a:prstGeom>
              <a:solidFill>
                <a:srgbClr val="0078D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1" name="Freeform 85">
                <a:extLst>
                  <a:ext uri="{FF2B5EF4-FFF2-40B4-BE49-F238E27FC236}">
                    <a16:creationId xmlns:a16="http://schemas.microsoft.com/office/drawing/2014/main" id="{1A40CAB2-B264-1E21-0E0D-BBECC992ACB0}"/>
                  </a:ext>
                </a:extLst>
              </p:cNvPr>
              <p:cNvSpPr>
                <a:spLocks noEditPoints="1"/>
              </p:cNvSpPr>
              <p:nvPr/>
            </p:nvSpPr>
            <p:spPr bwMode="auto">
              <a:xfrm>
                <a:off x="1714" y="3116"/>
                <a:ext cx="155" cy="155"/>
              </a:xfrm>
              <a:custGeom>
                <a:avLst/>
                <a:gdLst>
                  <a:gd name="T0" fmla="*/ 90 w 180"/>
                  <a:gd name="T1" fmla="*/ 180 h 180"/>
                  <a:gd name="T2" fmla="*/ 0 w 180"/>
                  <a:gd name="T3" fmla="*/ 90 h 180"/>
                  <a:gd name="T4" fmla="*/ 90 w 180"/>
                  <a:gd name="T5" fmla="*/ 0 h 180"/>
                  <a:gd name="T6" fmla="*/ 180 w 180"/>
                  <a:gd name="T7" fmla="*/ 90 h 180"/>
                  <a:gd name="T8" fmla="*/ 90 w 180"/>
                  <a:gd name="T9" fmla="*/ 180 h 180"/>
                  <a:gd name="T10" fmla="*/ 90 w 180"/>
                  <a:gd name="T11" fmla="*/ 4 h 180"/>
                  <a:gd name="T12" fmla="*/ 4 w 180"/>
                  <a:gd name="T13" fmla="*/ 90 h 180"/>
                  <a:gd name="T14" fmla="*/ 90 w 180"/>
                  <a:gd name="T15" fmla="*/ 176 h 180"/>
                  <a:gd name="T16" fmla="*/ 176 w 180"/>
                  <a:gd name="T17" fmla="*/ 90 h 180"/>
                  <a:gd name="T18" fmla="*/ 90 w 180"/>
                  <a:gd name="T19" fmla="*/ 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80" h="180">
                    <a:moveTo>
                      <a:pt x="90" y="180"/>
                    </a:moveTo>
                    <a:cubicBezTo>
                      <a:pt x="41" y="180"/>
                      <a:pt x="0" y="140"/>
                      <a:pt x="0" y="90"/>
                    </a:cubicBezTo>
                    <a:cubicBezTo>
                      <a:pt x="0" y="41"/>
                      <a:pt x="41" y="0"/>
                      <a:pt x="90" y="0"/>
                    </a:cubicBezTo>
                    <a:cubicBezTo>
                      <a:pt x="140" y="0"/>
                      <a:pt x="180" y="41"/>
                      <a:pt x="180" y="90"/>
                    </a:cubicBezTo>
                    <a:cubicBezTo>
                      <a:pt x="180" y="140"/>
                      <a:pt x="140" y="180"/>
                      <a:pt x="90" y="180"/>
                    </a:cubicBezTo>
                    <a:close/>
                    <a:moveTo>
                      <a:pt x="90" y="4"/>
                    </a:moveTo>
                    <a:cubicBezTo>
                      <a:pt x="43" y="4"/>
                      <a:pt x="4" y="43"/>
                      <a:pt x="4" y="90"/>
                    </a:cubicBezTo>
                    <a:cubicBezTo>
                      <a:pt x="4" y="138"/>
                      <a:pt x="43" y="176"/>
                      <a:pt x="90" y="176"/>
                    </a:cubicBezTo>
                    <a:cubicBezTo>
                      <a:pt x="137" y="176"/>
                      <a:pt x="176" y="137"/>
                      <a:pt x="176" y="90"/>
                    </a:cubicBezTo>
                    <a:cubicBezTo>
                      <a:pt x="176" y="43"/>
                      <a:pt x="138" y="4"/>
                      <a:pt x="90" y="4"/>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2" name="Oval 86">
                <a:extLst>
                  <a:ext uri="{FF2B5EF4-FFF2-40B4-BE49-F238E27FC236}">
                    <a16:creationId xmlns:a16="http://schemas.microsoft.com/office/drawing/2014/main" id="{A0968530-B11D-E8EE-B8C9-966F3F39FB67}"/>
                  </a:ext>
                </a:extLst>
              </p:cNvPr>
              <p:cNvSpPr>
                <a:spLocks noChangeArrowheads="1"/>
              </p:cNvSpPr>
              <p:nvPr/>
            </p:nvSpPr>
            <p:spPr bwMode="auto">
              <a:xfrm>
                <a:off x="1773" y="3175"/>
                <a:ext cx="36" cy="36"/>
              </a:xfrm>
              <a:prstGeom prst="ellipse">
                <a:avLst/>
              </a:pr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3" name="Freeform 87">
                <a:extLst>
                  <a:ext uri="{FF2B5EF4-FFF2-40B4-BE49-F238E27FC236}">
                    <a16:creationId xmlns:a16="http://schemas.microsoft.com/office/drawing/2014/main" id="{BE828605-3F2F-16A9-E1C4-271094EF8ECD}"/>
                  </a:ext>
                </a:extLst>
              </p:cNvPr>
              <p:cNvSpPr>
                <a:spLocks/>
              </p:cNvSpPr>
              <p:nvPr/>
            </p:nvSpPr>
            <p:spPr bwMode="auto">
              <a:xfrm>
                <a:off x="1744" y="3143"/>
                <a:ext cx="31" cy="31"/>
              </a:xfrm>
              <a:custGeom>
                <a:avLst/>
                <a:gdLst>
                  <a:gd name="T0" fmla="*/ 3 w 31"/>
                  <a:gd name="T1" fmla="*/ 0 h 31"/>
                  <a:gd name="T2" fmla="*/ 0 w 31"/>
                  <a:gd name="T3" fmla="*/ 4 h 31"/>
                  <a:gd name="T4" fmla="*/ 27 w 31"/>
                  <a:gd name="T5" fmla="*/ 31 h 31"/>
                  <a:gd name="T6" fmla="*/ 31 w 31"/>
                  <a:gd name="T7" fmla="*/ 28 h 31"/>
                  <a:gd name="T8" fmla="*/ 3 w 31"/>
                  <a:gd name="T9" fmla="*/ 0 h 31"/>
                </a:gdLst>
                <a:ahLst/>
                <a:cxnLst>
                  <a:cxn ang="0">
                    <a:pos x="T0" y="T1"/>
                  </a:cxn>
                  <a:cxn ang="0">
                    <a:pos x="T2" y="T3"/>
                  </a:cxn>
                  <a:cxn ang="0">
                    <a:pos x="T4" y="T5"/>
                  </a:cxn>
                  <a:cxn ang="0">
                    <a:pos x="T6" y="T7"/>
                  </a:cxn>
                  <a:cxn ang="0">
                    <a:pos x="T8" y="T9"/>
                  </a:cxn>
                </a:cxnLst>
                <a:rect l="0" t="0" r="r" b="b"/>
                <a:pathLst>
                  <a:path w="31" h="31">
                    <a:moveTo>
                      <a:pt x="3" y="0"/>
                    </a:moveTo>
                    <a:lnTo>
                      <a:pt x="0" y="4"/>
                    </a:lnTo>
                    <a:lnTo>
                      <a:pt x="27" y="31"/>
                    </a:lnTo>
                    <a:lnTo>
                      <a:pt x="31" y="28"/>
                    </a:lnTo>
                    <a:lnTo>
                      <a:pt x="3" y="0"/>
                    </a:lnTo>
                    <a:close/>
                  </a:path>
                </a:pathLst>
              </a:cu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4" name="Freeform 88">
                <a:extLst>
                  <a:ext uri="{FF2B5EF4-FFF2-40B4-BE49-F238E27FC236}">
                    <a16:creationId xmlns:a16="http://schemas.microsoft.com/office/drawing/2014/main" id="{30F4C656-7D89-B7A9-A840-83AB17ED898B}"/>
                  </a:ext>
                </a:extLst>
              </p:cNvPr>
              <p:cNvSpPr>
                <a:spLocks/>
              </p:cNvSpPr>
              <p:nvPr/>
            </p:nvSpPr>
            <p:spPr bwMode="auto">
              <a:xfrm>
                <a:off x="1809" y="3210"/>
                <a:ext cx="31" cy="31"/>
              </a:xfrm>
              <a:custGeom>
                <a:avLst/>
                <a:gdLst>
                  <a:gd name="T0" fmla="*/ 4 w 31"/>
                  <a:gd name="T1" fmla="*/ 0 h 31"/>
                  <a:gd name="T2" fmla="*/ 0 w 31"/>
                  <a:gd name="T3" fmla="*/ 3 h 31"/>
                  <a:gd name="T4" fmla="*/ 28 w 31"/>
                  <a:gd name="T5" fmla="*/ 31 h 31"/>
                  <a:gd name="T6" fmla="*/ 31 w 31"/>
                  <a:gd name="T7" fmla="*/ 27 h 31"/>
                  <a:gd name="T8" fmla="*/ 4 w 31"/>
                  <a:gd name="T9" fmla="*/ 0 h 31"/>
                </a:gdLst>
                <a:ahLst/>
                <a:cxnLst>
                  <a:cxn ang="0">
                    <a:pos x="T0" y="T1"/>
                  </a:cxn>
                  <a:cxn ang="0">
                    <a:pos x="T2" y="T3"/>
                  </a:cxn>
                  <a:cxn ang="0">
                    <a:pos x="T4" y="T5"/>
                  </a:cxn>
                  <a:cxn ang="0">
                    <a:pos x="T6" y="T7"/>
                  </a:cxn>
                  <a:cxn ang="0">
                    <a:pos x="T8" y="T9"/>
                  </a:cxn>
                </a:cxnLst>
                <a:rect l="0" t="0" r="r" b="b"/>
                <a:pathLst>
                  <a:path w="31" h="31">
                    <a:moveTo>
                      <a:pt x="4" y="0"/>
                    </a:moveTo>
                    <a:lnTo>
                      <a:pt x="0" y="3"/>
                    </a:lnTo>
                    <a:lnTo>
                      <a:pt x="28" y="31"/>
                    </a:lnTo>
                    <a:lnTo>
                      <a:pt x="31" y="27"/>
                    </a:lnTo>
                    <a:lnTo>
                      <a:pt x="4" y="0"/>
                    </a:lnTo>
                    <a:close/>
                  </a:path>
                </a:pathLst>
              </a:custGeom>
              <a:solidFill>
                <a:srgbClr val="243A5E"/>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5" name="Freeform 89">
                <a:extLst>
                  <a:ext uri="{FF2B5EF4-FFF2-40B4-BE49-F238E27FC236}">
                    <a16:creationId xmlns:a16="http://schemas.microsoft.com/office/drawing/2014/main" id="{4DE404D0-5CB0-3BEB-B834-A17EB614061D}"/>
                  </a:ext>
                </a:extLst>
              </p:cNvPr>
              <p:cNvSpPr>
                <a:spLocks/>
              </p:cNvSpPr>
              <p:nvPr/>
            </p:nvSpPr>
            <p:spPr bwMode="auto">
              <a:xfrm>
                <a:off x="1724" y="3230"/>
                <a:ext cx="74" cy="44"/>
              </a:xfrm>
              <a:custGeom>
                <a:avLst/>
                <a:gdLst>
                  <a:gd name="T0" fmla="*/ 15 w 86"/>
                  <a:gd name="T1" fmla="*/ 51 h 51"/>
                  <a:gd name="T2" fmla="*/ 2 w 86"/>
                  <a:gd name="T3" fmla="*/ 40 h 51"/>
                  <a:gd name="T4" fmla="*/ 12 w 86"/>
                  <a:gd name="T5" fmla="*/ 24 h 51"/>
                  <a:gd name="T6" fmla="*/ 78 w 86"/>
                  <a:gd name="T7" fmla="*/ 0 h 51"/>
                  <a:gd name="T8" fmla="*/ 80 w 86"/>
                  <a:gd name="T9" fmla="*/ 0 h 51"/>
                  <a:gd name="T10" fmla="*/ 85 w 86"/>
                  <a:gd name="T11" fmla="*/ 4 h 51"/>
                  <a:gd name="T12" fmla="*/ 82 w 86"/>
                  <a:gd name="T13" fmla="*/ 11 h 51"/>
                  <a:gd name="T14" fmla="*/ 22 w 86"/>
                  <a:gd name="T15" fmla="*/ 49 h 51"/>
                  <a:gd name="T16" fmla="*/ 18 w 86"/>
                  <a:gd name="T17" fmla="*/ 50 h 51"/>
                  <a:gd name="T18" fmla="*/ 15 w 86"/>
                  <a:gd name="T19" fmla="*/ 5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6" h="51">
                    <a:moveTo>
                      <a:pt x="15" y="51"/>
                    </a:moveTo>
                    <a:cubicBezTo>
                      <a:pt x="9" y="51"/>
                      <a:pt x="3" y="47"/>
                      <a:pt x="2" y="40"/>
                    </a:cubicBezTo>
                    <a:cubicBezTo>
                      <a:pt x="0" y="33"/>
                      <a:pt x="5" y="26"/>
                      <a:pt x="12" y="24"/>
                    </a:cubicBezTo>
                    <a:cubicBezTo>
                      <a:pt x="78" y="0"/>
                      <a:pt x="78" y="0"/>
                      <a:pt x="78" y="0"/>
                    </a:cubicBezTo>
                    <a:cubicBezTo>
                      <a:pt x="79" y="0"/>
                      <a:pt x="79" y="0"/>
                      <a:pt x="80" y="0"/>
                    </a:cubicBezTo>
                    <a:cubicBezTo>
                      <a:pt x="83" y="0"/>
                      <a:pt x="85" y="2"/>
                      <a:pt x="85" y="4"/>
                    </a:cubicBezTo>
                    <a:cubicBezTo>
                      <a:pt x="86" y="6"/>
                      <a:pt x="85" y="9"/>
                      <a:pt x="82" y="11"/>
                    </a:cubicBezTo>
                    <a:cubicBezTo>
                      <a:pt x="22" y="49"/>
                      <a:pt x="22" y="49"/>
                      <a:pt x="22" y="49"/>
                    </a:cubicBezTo>
                    <a:cubicBezTo>
                      <a:pt x="22" y="49"/>
                      <a:pt x="19" y="50"/>
                      <a:pt x="18" y="50"/>
                    </a:cubicBezTo>
                    <a:cubicBezTo>
                      <a:pt x="17" y="51"/>
                      <a:pt x="16" y="51"/>
                      <a:pt x="15" y="5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86" name="Freeform 90">
                <a:extLst>
                  <a:ext uri="{FF2B5EF4-FFF2-40B4-BE49-F238E27FC236}">
                    <a16:creationId xmlns:a16="http://schemas.microsoft.com/office/drawing/2014/main" id="{57330821-4DA7-FD18-2BB1-E73E4A3AA432}"/>
                  </a:ext>
                </a:extLst>
              </p:cNvPr>
              <p:cNvSpPr>
                <a:spLocks noEditPoints="1"/>
              </p:cNvSpPr>
              <p:nvPr/>
            </p:nvSpPr>
            <p:spPr bwMode="auto">
              <a:xfrm>
                <a:off x="1722" y="3229"/>
                <a:ext cx="79" cy="48"/>
              </a:xfrm>
              <a:custGeom>
                <a:avLst/>
                <a:gdLst>
                  <a:gd name="T0" fmla="*/ 82 w 91"/>
                  <a:gd name="T1" fmla="*/ 4 h 56"/>
                  <a:gd name="T2" fmla="*/ 85 w 91"/>
                  <a:gd name="T3" fmla="*/ 7 h 56"/>
                  <a:gd name="T4" fmla="*/ 83 w 91"/>
                  <a:gd name="T5" fmla="*/ 11 h 56"/>
                  <a:gd name="T6" fmla="*/ 23 w 91"/>
                  <a:gd name="T7" fmla="*/ 50 h 56"/>
                  <a:gd name="T8" fmla="*/ 19 w 91"/>
                  <a:gd name="T9" fmla="*/ 51 h 56"/>
                  <a:gd name="T10" fmla="*/ 17 w 91"/>
                  <a:gd name="T11" fmla="*/ 51 h 56"/>
                  <a:gd name="T12" fmla="*/ 6 w 91"/>
                  <a:gd name="T13" fmla="*/ 42 h 56"/>
                  <a:gd name="T14" fmla="*/ 15 w 91"/>
                  <a:gd name="T15" fmla="*/ 28 h 56"/>
                  <a:gd name="T16" fmla="*/ 81 w 91"/>
                  <a:gd name="T17" fmla="*/ 4 h 56"/>
                  <a:gd name="T18" fmla="*/ 82 w 91"/>
                  <a:gd name="T19" fmla="*/ 4 h 56"/>
                  <a:gd name="T20" fmla="*/ 82 w 91"/>
                  <a:gd name="T21" fmla="*/ 0 h 56"/>
                  <a:gd name="T22" fmla="*/ 80 w 91"/>
                  <a:gd name="T23" fmla="*/ 0 h 56"/>
                  <a:gd name="T24" fmla="*/ 80 w 91"/>
                  <a:gd name="T25" fmla="*/ 0 h 56"/>
                  <a:gd name="T26" fmla="*/ 79 w 91"/>
                  <a:gd name="T27" fmla="*/ 0 h 56"/>
                  <a:gd name="T28" fmla="*/ 14 w 91"/>
                  <a:gd name="T29" fmla="*/ 24 h 56"/>
                  <a:gd name="T30" fmla="*/ 2 w 91"/>
                  <a:gd name="T31" fmla="*/ 43 h 56"/>
                  <a:gd name="T32" fmla="*/ 18 w 91"/>
                  <a:gd name="T33" fmla="*/ 56 h 56"/>
                  <a:gd name="T34" fmla="*/ 20 w 91"/>
                  <a:gd name="T35" fmla="*/ 55 h 56"/>
                  <a:gd name="T36" fmla="*/ 25 w 91"/>
                  <a:gd name="T37" fmla="*/ 54 h 56"/>
                  <a:gd name="T38" fmla="*/ 25 w 91"/>
                  <a:gd name="T39" fmla="*/ 54 h 56"/>
                  <a:gd name="T40" fmla="*/ 25 w 91"/>
                  <a:gd name="T41" fmla="*/ 54 h 56"/>
                  <a:gd name="T42" fmla="*/ 85 w 91"/>
                  <a:gd name="T43" fmla="*/ 16 h 56"/>
                  <a:gd name="T44" fmla="*/ 90 w 91"/>
                  <a:gd name="T45" fmla="*/ 7 h 56"/>
                  <a:gd name="T46" fmla="*/ 82 w 91"/>
                  <a:gd name="T47" fmla="*/ 0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1" h="56">
                    <a:moveTo>
                      <a:pt x="82" y="4"/>
                    </a:moveTo>
                    <a:cubicBezTo>
                      <a:pt x="83" y="4"/>
                      <a:pt x="85" y="5"/>
                      <a:pt x="85" y="7"/>
                    </a:cubicBezTo>
                    <a:cubicBezTo>
                      <a:pt x="86" y="9"/>
                      <a:pt x="84" y="10"/>
                      <a:pt x="83" y="11"/>
                    </a:cubicBezTo>
                    <a:cubicBezTo>
                      <a:pt x="23" y="50"/>
                      <a:pt x="23" y="50"/>
                      <a:pt x="23" y="50"/>
                    </a:cubicBezTo>
                    <a:cubicBezTo>
                      <a:pt x="22" y="50"/>
                      <a:pt x="20" y="51"/>
                      <a:pt x="19" y="51"/>
                    </a:cubicBezTo>
                    <a:cubicBezTo>
                      <a:pt x="19" y="51"/>
                      <a:pt x="18" y="51"/>
                      <a:pt x="17" y="51"/>
                    </a:cubicBezTo>
                    <a:cubicBezTo>
                      <a:pt x="12" y="51"/>
                      <a:pt x="7" y="48"/>
                      <a:pt x="6" y="42"/>
                    </a:cubicBezTo>
                    <a:cubicBezTo>
                      <a:pt x="4" y="36"/>
                      <a:pt x="8" y="29"/>
                      <a:pt x="15" y="28"/>
                    </a:cubicBezTo>
                    <a:cubicBezTo>
                      <a:pt x="81" y="4"/>
                      <a:pt x="81" y="4"/>
                      <a:pt x="81" y="4"/>
                    </a:cubicBezTo>
                    <a:cubicBezTo>
                      <a:pt x="81" y="4"/>
                      <a:pt x="81" y="4"/>
                      <a:pt x="82" y="4"/>
                    </a:cubicBezTo>
                    <a:close/>
                    <a:moveTo>
                      <a:pt x="82" y="0"/>
                    </a:moveTo>
                    <a:cubicBezTo>
                      <a:pt x="81" y="0"/>
                      <a:pt x="81" y="0"/>
                      <a:pt x="80" y="0"/>
                    </a:cubicBezTo>
                    <a:cubicBezTo>
                      <a:pt x="80" y="0"/>
                      <a:pt x="80" y="0"/>
                      <a:pt x="80" y="0"/>
                    </a:cubicBezTo>
                    <a:cubicBezTo>
                      <a:pt x="79" y="0"/>
                      <a:pt x="79" y="0"/>
                      <a:pt x="79" y="0"/>
                    </a:cubicBezTo>
                    <a:cubicBezTo>
                      <a:pt x="14" y="24"/>
                      <a:pt x="14" y="24"/>
                      <a:pt x="14" y="24"/>
                    </a:cubicBezTo>
                    <a:cubicBezTo>
                      <a:pt x="5" y="26"/>
                      <a:pt x="0" y="35"/>
                      <a:pt x="2" y="43"/>
                    </a:cubicBezTo>
                    <a:cubicBezTo>
                      <a:pt x="4" y="50"/>
                      <a:pt x="10" y="56"/>
                      <a:pt x="18" y="56"/>
                    </a:cubicBezTo>
                    <a:cubicBezTo>
                      <a:pt x="19" y="56"/>
                      <a:pt x="19" y="56"/>
                      <a:pt x="20" y="55"/>
                    </a:cubicBezTo>
                    <a:cubicBezTo>
                      <a:pt x="21" y="55"/>
                      <a:pt x="25" y="54"/>
                      <a:pt x="25" y="54"/>
                    </a:cubicBezTo>
                    <a:cubicBezTo>
                      <a:pt x="25" y="54"/>
                      <a:pt x="25" y="54"/>
                      <a:pt x="25" y="54"/>
                    </a:cubicBezTo>
                    <a:cubicBezTo>
                      <a:pt x="25" y="54"/>
                      <a:pt x="25" y="54"/>
                      <a:pt x="25" y="54"/>
                    </a:cubicBezTo>
                    <a:cubicBezTo>
                      <a:pt x="85" y="16"/>
                      <a:pt x="85" y="16"/>
                      <a:pt x="85" y="16"/>
                    </a:cubicBezTo>
                    <a:cubicBezTo>
                      <a:pt x="89" y="14"/>
                      <a:pt x="91" y="10"/>
                      <a:pt x="90" y="7"/>
                    </a:cubicBezTo>
                    <a:cubicBezTo>
                      <a:pt x="89" y="2"/>
                      <a:pt x="85" y="0"/>
                      <a:pt x="82" y="0"/>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27" tIns="45713" rIns="91427" bIns="45713" numCol="1" anchor="t" anchorCtr="0" compatLnSpc="1">
                <a:prstTxWarp prst="textNoShape">
                  <a:avLst/>
                </a:prstTxWarp>
              </a:bodyPr>
              <a:lstStyle/>
              <a:p>
                <a:pPr marL="0" marR="0" lvl="0" indent="0" defTabSz="914202"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grpSp>
      <p:grpSp>
        <p:nvGrpSpPr>
          <p:cNvPr id="105" name="Group 133">
            <a:extLst>
              <a:ext uri="{FF2B5EF4-FFF2-40B4-BE49-F238E27FC236}">
                <a16:creationId xmlns:a16="http://schemas.microsoft.com/office/drawing/2014/main" id="{E4C2466D-997D-B912-669F-6593BC75CC50}"/>
              </a:ext>
            </a:extLst>
          </p:cNvPr>
          <p:cNvGrpSpPr/>
          <p:nvPr/>
        </p:nvGrpSpPr>
        <p:grpSpPr>
          <a:xfrm>
            <a:off x="4414034" y="2651987"/>
            <a:ext cx="1202731" cy="490261"/>
            <a:chOff x="6516311" y="1237199"/>
            <a:chExt cx="1786850" cy="605976"/>
          </a:xfrm>
        </p:grpSpPr>
        <p:grpSp>
          <p:nvGrpSpPr>
            <p:cNvPr id="106" name="Group 97">
              <a:extLst>
                <a:ext uri="{FF2B5EF4-FFF2-40B4-BE49-F238E27FC236}">
                  <a16:creationId xmlns:a16="http://schemas.microsoft.com/office/drawing/2014/main" id="{5524452A-8B64-6639-E6C0-B7FEADB11455}"/>
                </a:ext>
              </a:extLst>
            </p:cNvPr>
            <p:cNvGrpSpPr/>
            <p:nvPr/>
          </p:nvGrpSpPr>
          <p:grpSpPr>
            <a:xfrm>
              <a:off x="6516311" y="1237199"/>
              <a:ext cx="508511" cy="605976"/>
              <a:chOff x="-3187544" y="2133223"/>
              <a:chExt cx="498585" cy="594148"/>
            </a:xfrm>
          </p:grpSpPr>
          <p:sp>
            <p:nvSpPr>
              <p:cNvPr id="127" name="Freeform 5">
                <a:extLst>
                  <a:ext uri="{FF2B5EF4-FFF2-40B4-BE49-F238E27FC236}">
                    <a16:creationId xmlns:a16="http://schemas.microsoft.com/office/drawing/2014/main" id="{8AF9473F-898F-F827-1AE9-F9541DABC4ED}"/>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nvGrpSpPr>
              <p:cNvPr id="128" name="Group 99">
                <a:extLst>
                  <a:ext uri="{FF2B5EF4-FFF2-40B4-BE49-F238E27FC236}">
                    <a16:creationId xmlns:a16="http://schemas.microsoft.com/office/drawing/2014/main" id="{5CAF67B1-4C7A-73F3-DA74-3CFEB64B7F59}"/>
                  </a:ext>
                </a:extLst>
              </p:cNvPr>
              <p:cNvGrpSpPr/>
              <p:nvPr/>
            </p:nvGrpSpPr>
            <p:grpSpPr>
              <a:xfrm>
                <a:off x="-3112548" y="2200457"/>
                <a:ext cx="348591" cy="386904"/>
                <a:chOff x="5513643" y="5046557"/>
                <a:chExt cx="187770" cy="208407"/>
              </a:xfrm>
              <a:solidFill>
                <a:srgbClr val="0078D3"/>
              </a:solidFill>
            </p:grpSpPr>
            <p:sp>
              <p:nvSpPr>
                <p:cNvPr id="132" name="Oval 103">
                  <a:extLst>
                    <a:ext uri="{FF2B5EF4-FFF2-40B4-BE49-F238E27FC236}">
                      <a16:creationId xmlns:a16="http://schemas.microsoft.com/office/drawing/2014/main" id="{51D8FB67-26AE-8D62-AAC2-5B6CBBE5C5A1}"/>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33" name="Oval 104">
                  <a:extLst>
                    <a:ext uri="{FF2B5EF4-FFF2-40B4-BE49-F238E27FC236}">
                      <a16:creationId xmlns:a16="http://schemas.microsoft.com/office/drawing/2014/main" id="{546B6DF7-EF59-C4CC-0869-67868F5A7035}"/>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34" name="Oval 105">
                  <a:extLst>
                    <a:ext uri="{FF2B5EF4-FFF2-40B4-BE49-F238E27FC236}">
                      <a16:creationId xmlns:a16="http://schemas.microsoft.com/office/drawing/2014/main" id="{DA06E28B-4F07-1DA1-5C30-5FE17C6F0B81}"/>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35" name="Oval 106">
                  <a:extLst>
                    <a:ext uri="{FF2B5EF4-FFF2-40B4-BE49-F238E27FC236}">
                      <a16:creationId xmlns:a16="http://schemas.microsoft.com/office/drawing/2014/main" id="{91471D41-7925-C304-701A-77173644A47B}"/>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grpSp>
          <p:sp>
            <p:nvSpPr>
              <p:cNvPr id="129" name="Line 7">
                <a:extLst>
                  <a:ext uri="{FF2B5EF4-FFF2-40B4-BE49-F238E27FC236}">
                    <a16:creationId xmlns:a16="http://schemas.microsoft.com/office/drawing/2014/main" id="{16023C69-A5B3-764E-477B-AE5DFC87DFBD}"/>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30" name="Line 8">
                <a:extLst>
                  <a:ext uri="{FF2B5EF4-FFF2-40B4-BE49-F238E27FC236}">
                    <a16:creationId xmlns:a16="http://schemas.microsoft.com/office/drawing/2014/main" id="{26EBEBFB-74C8-27DC-AA94-4B658A49C9C5}"/>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31" name="Line 9">
                <a:extLst>
                  <a:ext uri="{FF2B5EF4-FFF2-40B4-BE49-F238E27FC236}">
                    <a16:creationId xmlns:a16="http://schemas.microsoft.com/office/drawing/2014/main" id="{5E43A75E-1F4D-38E5-E5A0-B18CB1A9D43A}"/>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grpSp>
          <p:nvGrpSpPr>
            <p:cNvPr id="107" name="Group 107">
              <a:extLst>
                <a:ext uri="{FF2B5EF4-FFF2-40B4-BE49-F238E27FC236}">
                  <a16:creationId xmlns:a16="http://schemas.microsoft.com/office/drawing/2014/main" id="{6B11B7A3-49B3-6B97-C58D-3CEB3377600C}"/>
                </a:ext>
              </a:extLst>
            </p:cNvPr>
            <p:cNvGrpSpPr/>
            <p:nvPr/>
          </p:nvGrpSpPr>
          <p:grpSpPr>
            <a:xfrm>
              <a:off x="7794650" y="1237199"/>
              <a:ext cx="508511" cy="605976"/>
              <a:chOff x="-3187544" y="2133223"/>
              <a:chExt cx="498585" cy="594148"/>
            </a:xfrm>
          </p:grpSpPr>
          <p:sp>
            <p:nvSpPr>
              <p:cNvPr id="118" name="Freeform 5">
                <a:extLst>
                  <a:ext uri="{FF2B5EF4-FFF2-40B4-BE49-F238E27FC236}">
                    <a16:creationId xmlns:a16="http://schemas.microsoft.com/office/drawing/2014/main" id="{E9FAC9C8-7DAB-1237-4390-FB54D55C0620}"/>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nvGrpSpPr>
              <p:cNvPr id="119" name="Group 109">
                <a:extLst>
                  <a:ext uri="{FF2B5EF4-FFF2-40B4-BE49-F238E27FC236}">
                    <a16:creationId xmlns:a16="http://schemas.microsoft.com/office/drawing/2014/main" id="{5703FEAC-D3D2-A482-6ABE-388077182A38}"/>
                  </a:ext>
                </a:extLst>
              </p:cNvPr>
              <p:cNvGrpSpPr/>
              <p:nvPr/>
            </p:nvGrpSpPr>
            <p:grpSpPr>
              <a:xfrm>
                <a:off x="-3112548" y="2200457"/>
                <a:ext cx="348591" cy="386904"/>
                <a:chOff x="5513643" y="5046557"/>
                <a:chExt cx="187770" cy="208407"/>
              </a:xfrm>
              <a:solidFill>
                <a:srgbClr val="0078D3"/>
              </a:solidFill>
            </p:grpSpPr>
            <p:sp>
              <p:nvSpPr>
                <p:cNvPr id="123" name="Oval 113">
                  <a:extLst>
                    <a:ext uri="{FF2B5EF4-FFF2-40B4-BE49-F238E27FC236}">
                      <a16:creationId xmlns:a16="http://schemas.microsoft.com/office/drawing/2014/main" id="{7BE266E0-8226-69A8-7228-235924834012}"/>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24" name="Oval 114">
                  <a:extLst>
                    <a:ext uri="{FF2B5EF4-FFF2-40B4-BE49-F238E27FC236}">
                      <a16:creationId xmlns:a16="http://schemas.microsoft.com/office/drawing/2014/main" id="{7990AD7C-E002-15B6-5FF5-E28B4F11FB56}"/>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25" name="Oval 115">
                  <a:extLst>
                    <a:ext uri="{FF2B5EF4-FFF2-40B4-BE49-F238E27FC236}">
                      <a16:creationId xmlns:a16="http://schemas.microsoft.com/office/drawing/2014/main" id="{5128EDF3-3B9D-250F-61CD-8AB6066D503E}"/>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26" name="Oval 116">
                  <a:extLst>
                    <a:ext uri="{FF2B5EF4-FFF2-40B4-BE49-F238E27FC236}">
                      <a16:creationId xmlns:a16="http://schemas.microsoft.com/office/drawing/2014/main" id="{EF56C3D7-D7D3-4354-8E14-F8B16095A091}"/>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grpSp>
          <p:sp>
            <p:nvSpPr>
              <p:cNvPr id="120" name="Line 7">
                <a:extLst>
                  <a:ext uri="{FF2B5EF4-FFF2-40B4-BE49-F238E27FC236}">
                    <a16:creationId xmlns:a16="http://schemas.microsoft.com/office/drawing/2014/main" id="{E219E124-5944-1B75-ACDE-F894A77437F1}"/>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21" name="Line 8">
                <a:extLst>
                  <a:ext uri="{FF2B5EF4-FFF2-40B4-BE49-F238E27FC236}">
                    <a16:creationId xmlns:a16="http://schemas.microsoft.com/office/drawing/2014/main" id="{AA6F05C9-35E2-06A4-F5BB-1CC97B6B21EC}"/>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22" name="Line 9">
                <a:extLst>
                  <a:ext uri="{FF2B5EF4-FFF2-40B4-BE49-F238E27FC236}">
                    <a16:creationId xmlns:a16="http://schemas.microsoft.com/office/drawing/2014/main" id="{5B4AB2C1-4B5C-D165-141C-BE23CF7938DD}"/>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grpSp>
          <p:nvGrpSpPr>
            <p:cNvPr id="108" name="Group 117">
              <a:extLst>
                <a:ext uri="{FF2B5EF4-FFF2-40B4-BE49-F238E27FC236}">
                  <a16:creationId xmlns:a16="http://schemas.microsoft.com/office/drawing/2014/main" id="{D1C77763-D301-4C33-DF61-1141A11D617D}"/>
                </a:ext>
              </a:extLst>
            </p:cNvPr>
            <p:cNvGrpSpPr/>
            <p:nvPr/>
          </p:nvGrpSpPr>
          <p:grpSpPr>
            <a:xfrm>
              <a:off x="7155481" y="1237199"/>
              <a:ext cx="508511" cy="605976"/>
              <a:chOff x="-3187544" y="2133223"/>
              <a:chExt cx="498585" cy="594148"/>
            </a:xfrm>
          </p:grpSpPr>
          <p:sp>
            <p:nvSpPr>
              <p:cNvPr id="109" name="Freeform 5">
                <a:extLst>
                  <a:ext uri="{FF2B5EF4-FFF2-40B4-BE49-F238E27FC236}">
                    <a16:creationId xmlns:a16="http://schemas.microsoft.com/office/drawing/2014/main" id="{110E74E5-5AB2-1D81-4CC7-47B9BBE5677B}"/>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nvGrpSpPr>
              <p:cNvPr id="110" name="Group 119">
                <a:extLst>
                  <a:ext uri="{FF2B5EF4-FFF2-40B4-BE49-F238E27FC236}">
                    <a16:creationId xmlns:a16="http://schemas.microsoft.com/office/drawing/2014/main" id="{5B6F5DA0-929E-7EA5-08EB-DEDF3CA5EF94}"/>
                  </a:ext>
                </a:extLst>
              </p:cNvPr>
              <p:cNvGrpSpPr/>
              <p:nvPr/>
            </p:nvGrpSpPr>
            <p:grpSpPr>
              <a:xfrm>
                <a:off x="-3112548" y="2200457"/>
                <a:ext cx="348591" cy="386904"/>
                <a:chOff x="5513643" y="5046557"/>
                <a:chExt cx="187770" cy="208407"/>
              </a:xfrm>
              <a:solidFill>
                <a:srgbClr val="0078D3"/>
              </a:solidFill>
            </p:grpSpPr>
            <p:sp>
              <p:nvSpPr>
                <p:cNvPr id="114" name="Oval 123">
                  <a:extLst>
                    <a:ext uri="{FF2B5EF4-FFF2-40B4-BE49-F238E27FC236}">
                      <a16:creationId xmlns:a16="http://schemas.microsoft.com/office/drawing/2014/main" id="{5984B23A-7755-9D7B-D03F-9A7E862551A2}"/>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15" name="Oval 124">
                  <a:extLst>
                    <a:ext uri="{FF2B5EF4-FFF2-40B4-BE49-F238E27FC236}">
                      <a16:creationId xmlns:a16="http://schemas.microsoft.com/office/drawing/2014/main" id="{09E19CF1-6018-99F7-8132-789BF8DCED26}"/>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16" name="Oval 125">
                  <a:extLst>
                    <a:ext uri="{FF2B5EF4-FFF2-40B4-BE49-F238E27FC236}">
                      <a16:creationId xmlns:a16="http://schemas.microsoft.com/office/drawing/2014/main" id="{FE272750-798F-CCAB-F38F-A6EEE5EFE1BF}"/>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sp>
              <p:nvSpPr>
                <p:cNvPr id="117" name="Oval 126">
                  <a:extLst>
                    <a:ext uri="{FF2B5EF4-FFF2-40B4-BE49-F238E27FC236}">
                      <a16:creationId xmlns:a16="http://schemas.microsoft.com/office/drawing/2014/main" id="{4A9BAB88-F287-B11B-C0F5-3767B5009CCB}"/>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effectLst/>
                    <a:uLnTx/>
                    <a:uFillTx/>
                    <a:ea typeface="Segoe UI" pitchFamily="34" charset="0"/>
                    <a:cs typeface="Segoe UI" pitchFamily="34" charset="0"/>
                  </a:endParaRPr>
                </a:p>
              </p:txBody>
            </p:sp>
          </p:grpSp>
          <p:sp>
            <p:nvSpPr>
              <p:cNvPr id="111" name="Line 7">
                <a:extLst>
                  <a:ext uri="{FF2B5EF4-FFF2-40B4-BE49-F238E27FC236}">
                    <a16:creationId xmlns:a16="http://schemas.microsoft.com/office/drawing/2014/main" id="{0540AADE-EB5A-559D-7C2B-825553CF7E5E}"/>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12" name="Line 8">
                <a:extLst>
                  <a:ext uri="{FF2B5EF4-FFF2-40B4-BE49-F238E27FC236}">
                    <a16:creationId xmlns:a16="http://schemas.microsoft.com/office/drawing/2014/main" id="{98BC6971-0860-9B8A-E567-553E792A38B1}"/>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sp>
            <p:nvSpPr>
              <p:cNvPr id="113" name="Line 9">
                <a:extLst>
                  <a:ext uri="{FF2B5EF4-FFF2-40B4-BE49-F238E27FC236}">
                    <a16:creationId xmlns:a16="http://schemas.microsoft.com/office/drawing/2014/main" id="{C577EDD2-D4B5-E3CC-9EEB-71E06899C97E}"/>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effectLst/>
                  <a:uLnTx/>
                  <a:uFillTx/>
                </a:endParaRPr>
              </a:p>
            </p:txBody>
          </p:sp>
        </p:grpSp>
      </p:grpSp>
      <p:sp>
        <p:nvSpPr>
          <p:cNvPr id="136" name="TextBox 127">
            <a:extLst>
              <a:ext uri="{FF2B5EF4-FFF2-40B4-BE49-F238E27FC236}">
                <a16:creationId xmlns:a16="http://schemas.microsoft.com/office/drawing/2014/main" id="{A0B45BD8-BEAC-845B-CB13-3ECB1B47AB62}"/>
              </a:ext>
            </a:extLst>
          </p:cNvPr>
          <p:cNvSpPr txBox="1"/>
          <p:nvPr/>
        </p:nvSpPr>
        <p:spPr>
          <a:xfrm>
            <a:off x="9881904" y="3786323"/>
            <a:ext cx="1838715" cy="477452"/>
          </a:xfrm>
          <a:prstGeom prst="rect">
            <a:avLst/>
          </a:prstGeom>
          <a:solidFill>
            <a:srgbClr val="0078D4">
              <a:lumMod val="50000"/>
            </a:srgbClr>
          </a:solidFill>
        </p:spPr>
        <p:txBody>
          <a:bodyPr wrap="square" lIns="91427" tIns="45713" rIns="91427" bIns="45713" rtlCol="0" anchor="ctr" anchorCtr="0">
            <a:noAutofit/>
          </a:bodyPr>
          <a:lstStyle/>
          <a:p>
            <a:pPr marL="0" marR="0" lvl="0" indent="0" algn="ctr" defTabSz="895384" eaLnBrk="1" fontAlgn="base" latinLnBrk="0" hangingPunct="1">
              <a:lnSpc>
                <a:spcPct val="100000"/>
              </a:lnSpc>
              <a:spcBef>
                <a:spcPct val="0"/>
              </a:spcBef>
              <a:spcAft>
                <a:spcPct val="0"/>
              </a:spcAft>
              <a:buClrTx/>
              <a:buSzTx/>
              <a:buFontTx/>
              <a:buNone/>
              <a:tabLst/>
              <a:defRPr/>
            </a:pPr>
            <a:r>
              <a:rPr kumimoji="0" lang="ja-JP" altLang="en-US" sz="1200" b="0" i="0" u="none" strike="noStrike" kern="0" cap="none" spc="0" normalizeH="0" baseline="0" noProof="0" dirty="0">
                <a:ln>
                  <a:noFill/>
                </a:ln>
                <a:solidFill>
                  <a:srgbClr val="FFFFFF"/>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ミリ秒未満の遅延</a:t>
            </a:r>
            <a:endParaRPr kumimoji="0" lang="en-US" sz="1200" b="0" i="0" u="none" strike="noStrike" kern="0" cap="none" spc="0" normalizeH="0" baseline="0" noProof="0" dirty="0">
              <a:ln>
                <a:noFill/>
              </a:ln>
              <a:solidFill>
                <a:srgbClr val="FFFFFF"/>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137" name="TextBox 172">
            <a:extLst>
              <a:ext uri="{FF2B5EF4-FFF2-40B4-BE49-F238E27FC236}">
                <a16:creationId xmlns:a16="http://schemas.microsoft.com/office/drawing/2014/main" id="{1029E6C8-B2C1-73D6-C7F2-247473935108}"/>
              </a:ext>
            </a:extLst>
          </p:cNvPr>
          <p:cNvSpPr txBox="1"/>
          <p:nvPr/>
        </p:nvSpPr>
        <p:spPr>
          <a:xfrm>
            <a:off x="10424507" y="3412122"/>
            <a:ext cx="753513" cy="246221"/>
          </a:xfrm>
          <a:prstGeom prst="rect">
            <a:avLst/>
          </a:prstGeom>
          <a:noFill/>
        </p:spPr>
        <p:txBody>
          <a:bodyPr wrap="none" lIns="0" tIns="0" rIns="0" bIns="0" rtlCol="0" anchor="t" anchorCtr="0">
            <a:spAutoFit/>
          </a:bodyPr>
          <a:lstStyle/>
          <a:p>
            <a:pPr algn="ctr" defTabSz="895384" fontAlgn="base">
              <a:spcBef>
                <a:spcPct val="0"/>
              </a:spcBef>
              <a:spcAft>
                <a:spcPct val="0"/>
              </a:spcAft>
              <a:defRPr/>
            </a:pPr>
            <a:r>
              <a:rPr lang="en-US" sz="1600" kern="0">
                <a:latin typeface="Segoe UI Semibold" panose="020B0702040204020203" pitchFamily="34" charset="0"/>
                <a:cs typeface="Segoe UI Semibold" panose="020B0702040204020203" pitchFamily="34" charset="0"/>
              </a:rPr>
              <a:t>Ultra Disk</a:t>
            </a:r>
          </a:p>
        </p:txBody>
      </p:sp>
      <p:grpSp>
        <p:nvGrpSpPr>
          <p:cNvPr id="138" name="グループ化 137">
            <a:extLst>
              <a:ext uri="{FF2B5EF4-FFF2-40B4-BE49-F238E27FC236}">
                <a16:creationId xmlns:a16="http://schemas.microsoft.com/office/drawing/2014/main" id="{718486EB-9027-B8A0-D7AC-FEF8F41C6B6C}"/>
              </a:ext>
            </a:extLst>
          </p:cNvPr>
          <p:cNvGrpSpPr/>
          <p:nvPr/>
        </p:nvGrpSpPr>
        <p:grpSpPr>
          <a:xfrm>
            <a:off x="10131812" y="2669381"/>
            <a:ext cx="1332394" cy="654537"/>
            <a:chOff x="9083123" y="2173431"/>
            <a:chExt cx="1601491" cy="654537"/>
          </a:xfrm>
        </p:grpSpPr>
        <p:grpSp>
          <p:nvGrpSpPr>
            <p:cNvPr id="139" name="Group 204">
              <a:extLst>
                <a:ext uri="{FF2B5EF4-FFF2-40B4-BE49-F238E27FC236}">
                  <a16:creationId xmlns:a16="http://schemas.microsoft.com/office/drawing/2014/main" id="{5F41365B-E4EC-39E4-DE0C-704DFA966707}"/>
                </a:ext>
              </a:extLst>
            </p:cNvPr>
            <p:cNvGrpSpPr/>
            <p:nvPr/>
          </p:nvGrpSpPr>
          <p:grpSpPr>
            <a:xfrm>
              <a:off x="10109534" y="2173431"/>
              <a:ext cx="411408" cy="490261"/>
              <a:chOff x="-3187544" y="2133223"/>
              <a:chExt cx="498585" cy="594148"/>
            </a:xfrm>
          </p:grpSpPr>
          <p:sp>
            <p:nvSpPr>
              <p:cNvPr id="169" name="Freeform 5">
                <a:extLst>
                  <a:ext uri="{FF2B5EF4-FFF2-40B4-BE49-F238E27FC236}">
                    <a16:creationId xmlns:a16="http://schemas.microsoft.com/office/drawing/2014/main" id="{39FF0A5A-44CA-4D42-DFF5-5045AC788757}"/>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170" name="Group 206">
                <a:extLst>
                  <a:ext uri="{FF2B5EF4-FFF2-40B4-BE49-F238E27FC236}">
                    <a16:creationId xmlns:a16="http://schemas.microsoft.com/office/drawing/2014/main" id="{462E7684-27A5-C003-4C6C-D6EDBCF3AFA3}"/>
                  </a:ext>
                </a:extLst>
              </p:cNvPr>
              <p:cNvGrpSpPr/>
              <p:nvPr/>
            </p:nvGrpSpPr>
            <p:grpSpPr>
              <a:xfrm>
                <a:off x="-3112548" y="2200457"/>
                <a:ext cx="348591" cy="386904"/>
                <a:chOff x="5513643" y="5046557"/>
                <a:chExt cx="187770" cy="208407"/>
              </a:xfrm>
              <a:solidFill>
                <a:srgbClr val="0078D3"/>
              </a:solidFill>
            </p:grpSpPr>
            <p:sp>
              <p:nvSpPr>
                <p:cNvPr id="174" name="Oval 210">
                  <a:extLst>
                    <a:ext uri="{FF2B5EF4-FFF2-40B4-BE49-F238E27FC236}">
                      <a16:creationId xmlns:a16="http://schemas.microsoft.com/office/drawing/2014/main" id="{DA324D15-2E58-E6E4-B51B-24DA725DDBE8}"/>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75" name="Oval 211">
                  <a:extLst>
                    <a:ext uri="{FF2B5EF4-FFF2-40B4-BE49-F238E27FC236}">
                      <a16:creationId xmlns:a16="http://schemas.microsoft.com/office/drawing/2014/main" id="{3DF61F03-993F-9087-C226-ED176BD75F23}"/>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76" name="Oval 212">
                  <a:extLst>
                    <a:ext uri="{FF2B5EF4-FFF2-40B4-BE49-F238E27FC236}">
                      <a16:creationId xmlns:a16="http://schemas.microsoft.com/office/drawing/2014/main" id="{49E10C56-B2C9-7598-F8FD-F68A96064C68}"/>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77" name="Oval 213">
                  <a:extLst>
                    <a:ext uri="{FF2B5EF4-FFF2-40B4-BE49-F238E27FC236}">
                      <a16:creationId xmlns:a16="http://schemas.microsoft.com/office/drawing/2014/main" id="{AC122BCD-8764-F20A-D167-E83D83BD65E4}"/>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171" name="Line 7">
                <a:extLst>
                  <a:ext uri="{FF2B5EF4-FFF2-40B4-BE49-F238E27FC236}">
                    <a16:creationId xmlns:a16="http://schemas.microsoft.com/office/drawing/2014/main" id="{18A0EFC4-91EA-DE0E-B262-5067F1C8795D}"/>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172" name="Line 8">
                <a:extLst>
                  <a:ext uri="{FF2B5EF4-FFF2-40B4-BE49-F238E27FC236}">
                    <a16:creationId xmlns:a16="http://schemas.microsoft.com/office/drawing/2014/main" id="{0F23AB5C-99DA-6807-CBC8-C03CB041F18A}"/>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173" name="Line 9">
                <a:extLst>
                  <a:ext uri="{FF2B5EF4-FFF2-40B4-BE49-F238E27FC236}">
                    <a16:creationId xmlns:a16="http://schemas.microsoft.com/office/drawing/2014/main" id="{4CD5F16C-C1D9-28EA-2FF6-72B3343722E8}"/>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grpSp>
          <p:nvGrpSpPr>
            <p:cNvPr id="140" name="Group 178">
              <a:extLst>
                <a:ext uri="{FF2B5EF4-FFF2-40B4-BE49-F238E27FC236}">
                  <a16:creationId xmlns:a16="http://schemas.microsoft.com/office/drawing/2014/main" id="{6BCBAB4E-7E08-F849-47A7-7BEE86964B2E}"/>
                </a:ext>
              </a:extLst>
            </p:cNvPr>
            <p:cNvGrpSpPr/>
            <p:nvPr/>
          </p:nvGrpSpPr>
          <p:grpSpPr>
            <a:xfrm>
              <a:off x="9596329" y="2173431"/>
              <a:ext cx="411408" cy="490261"/>
              <a:chOff x="-3187544" y="2133223"/>
              <a:chExt cx="498585" cy="594148"/>
            </a:xfrm>
          </p:grpSpPr>
          <p:sp>
            <p:nvSpPr>
              <p:cNvPr id="160" name="Freeform 5">
                <a:extLst>
                  <a:ext uri="{FF2B5EF4-FFF2-40B4-BE49-F238E27FC236}">
                    <a16:creationId xmlns:a16="http://schemas.microsoft.com/office/drawing/2014/main" id="{C0A028CD-AE8C-458F-5B68-23F28F770F5B}"/>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161" name="Group 180">
                <a:extLst>
                  <a:ext uri="{FF2B5EF4-FFF2-40B4-BE49-F238E27FC236}">
                    <a16:creationId xmlns:a16="http://schemas.microsoft.com/office/drawing/2014/main" id="{05C00E00-CC83-0279-2A72-803480183304}"/>
                  </a:ext>
                </a:extLst>
              </p:cNvPr>
              <p:cNvGrpSpPr/>
              <p:nvPr/>
            </p:nvGrpSpPr>
            <p:grpSpPr>
              <a:xfrm>
                <a:off x="-3112548" y="2200457"/>
                <a:ext cx="348591" cy="386904"/>
                <a:chOff x="5513643" y="5046557"/>
                <a:chExt cx="187770" cy="208407"/>
              </a:xfrm>
              <a:solidFill>
                <a:srgbClr val="0078D3"/>
              </a:solidFill>
            </p:grpSpPr>
            <p:sp>
              <p:nvSpPr>
                <p:cNvPr id="165" name="Oval 184">
                  <a:extLst>
                    <a:ext uri="{FF2B5EF4-FFF2-40B4-BE49-F238E27FC236}">
                      <a16:creationId xmlns:a16="http://schemas.microsoft.com/office/drawing/2014/main" id="{304A6016-3CA8-D740-D8E4-DEB868CC5B24}"/>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66" name="Oval 185">
                  <a:extLst>
                    <a:ext uri="{FF2B5EF4-FFF2-40B4-BE49-F238E27FC236}">
                      <a16:creationId xmlns:a16="http://schemas.microsoft.com/office/drawing/2014/main" id="{D09ACFA4-C95B-F5F4-4E55-165EBE575325}"/>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67" name="Oval 186">
                  <a:extLst>
                    <a:ext uri="{FF2B5EF4-FFF2-40B4-BE49-F238E27FC236}">
                      <a16:creationId xmlns:a16="http://schemas.microsoft.com/office/drawing/2014/main" id="{2F0E226C-3BEF-3EAC-7767-2DB6AA1A90AC}"/>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68" name="Oval 187">
                  <a:extLst>
                    <a:ext uri="{FF2B5EF4-FFF2-40B4-BE49-F238E27FC236}">
                      <a16:creationId xmlns:a16="http://schemas.microsoft.com/office/drawing/2014/main" id="{851D89EC-7F56-236D-6CCB-D4500A350BEC}"/>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162" name="Line 7">
                <a:extLst>
                  <a:ext uri="{FF2B5EF4-FFF2-40B4-BE49-F238E27FC236}">
                    <a16:creationId xmlns:a16="http://schemas.microsoft.com/office/drawing/2014/main" id="{5387DAF5-3159-4D2F-535E-559ED4F98FB7}"/>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163" name="Line 8">
                <a:extLst>
                  <a:ext uri="{FF2B5EF4-FFF2-40B4-BE49-F238E27FC236}">
                    <a16:creationId xmlns:a16="http://schemas.microsoft.com/office/drawing/2014/main" id="{0E814CE4-CF1C-8EC2-BF3A-85F0C4683C29}"/>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164" name="Line 9">
                <a:extLst>
                  <a:ext uri="{FF2B5EF4-FFF2-40B4-BE49-F238E27FC236}">
                    <a16:creationId xmlns:a16="http://schemas.microsoft.com/office/drawing/2014/main" id="{43B464BA-ABA3-656F-FA1B-0647801A120F}"/>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grpSp>
          <p:nvGrpSpPr>
            <p:cNvPr id="141" name="Group 136">
              <a:extLst>
                <a:ext uri="{FF2B5EF4-FFF2-40B4-BE49-F238E27FC236}">
                  <a16:creationId xmlns:a16="http://schemas.microsoft.com/office/drawing/2014/main" id="{914C3C9F-185A-212D-4196-AD3808846803}"/>
                </a:ext>
              </a:extLst>
            </p:cNvPr>
            <p:cNvGrpSpPr/>
            <p:nvPr/>
          </p:nvGrpSpPr>
          <p:grpSpPr>
            <a:xfrm>
              <a:off x="9083123" y="2173431"/>
              <a:ext cx="411408" cy="490261"/>
              <a:chOff x="-3187544" y="2133223"/>
              <a:chExt cx="498585" cy="594148"/>
            </a:xfrm>
          </p:grpSpPr>
          <p:sp>
            <p:nvSpPr>
              <p:cNvPr id="151" name="Freeform 5">
                <a:extLst>
                  <a:ext uri="{FF2B5EF4-FFF2-40B4-BE49-F238E27FC236}">
                    <a16:creationId xmlns:a16="http://schemas.microsoft.com/office/drawing/2014/main" id="{859E5DB5-306D-89C9-4481-261CD109DC7C}"/>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152" name="Group 164">
                <a:extLst>
                  <a:ext uri="{FF2B5EF4-FFF2-40B4-BE49-F238E27FC236}">
                    <a16:creationId xmlns:a16="http://schemas.microsoft.com/office/drawing/2014/main" id="{D1E6AA59-A747-FE39-C481-11F5F4509C85}"/>
                  </a:ext>
                </a:extLst>
              </p:cNvPr>
              <p:cNvGrpSpPr/>
              <p:nvPr/>
            </p:nvGrpSpPr>
            <p:grpSpPr>
              <a:xfrm>
                <a:off x="-3112548" y="2200457"/>
                <a:ext cx="348591" cy="386904"/>
                <a:chOff x="5513643" y="5046557"/>
                <a:chExt cx="187770" cy="208407"/>
              </a:xfrm>
              <a:solidFill>
                <a:srgbClr val="0078D3"/>
              </a:solidFill>
            </p:grpSpPr>
            <p:sp>
              <p:nvSpPr>
                <p:cNvPr id="156" name="Oval 168">
                  <a:extLst>
                    <a:ext uri="{FF2B5EF4-FFF2-40B4-BE49-F238E27FC236}">
                      <a16:creationId xmlns:a16="http://schemas.microsoft.com/office/drawing/2014/main" id="{FA3C15F9-1CAE-74F1-DA10-401A803B74CB}"/>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57" name="Oval 169">
                  <a:extLst>
                    <a:ext uri="{FF2B5EF4-FFF2-40B4-BE49-F238E27FC236}">
                      <a16:creationId xmlns:a16="http://schemas.microsoft.com/office/drawing/2014/main" id="{A90EF06D-A5DF-1FDB-5CFD-6C4776CF7904}"/>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58" name="Oval 170">
                  <a:extLst>
                    <a:ext uri="{FF2B5EF4-FFF2-40B4-BE49-F238E27FC236}">
                      <a16:creationId xmlns:a16="http://schemas.microsoft.com/office/drawing/2014/main" id="{7EEB634B-9FF7-D491-7BD9-6A91A03F550A}"/>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59" name="Oval 171">
                  <a:extLst>
                    <a:ext uri="{FF2B5EF4-FFF2-40B4-BE49-F238E27FC236}">
                      <a16:creationId xmlns:a16="http://schemas.microsoft.com/office/drawing/2014/main" id="{E1AF13EA-FB23-5A57-CC26-3A364D98185C}"/>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153" name="Line 7">
                <a:extLst>
                  <a:ext uri="{FF2B5EF4-FFF2-40B4-BE49-F238E27FC236}">
                    <a16:creationId xmlns:a16="http://schemas.microsoft.com/office/drawing/2014/main" id="{B51C15B2-F8A9-3D07-335F-11F25AFEE693}"/>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154" name="Line 8">
                <a:extLst>
                  <a:ext uri="{FF2B5EF4-FFF2-40B4-BE49-F238E27FC236}">
                    <a16:creationId xmlns:a16="http://schemas.microsoft.com/office/drawing/2014/main" id="{FA7226F9-A6B5-1140-C43C-A2E32D87D87F}"/>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155" name="Line 9">
                <a:extLst>
                  <a:ext uri="{FF2B5EF4-FFF2-40B4-BE49-F238E27FC236}">
                    <a16:creationId xmlns:a16="http://schemas.microsoft.com/office/drawing/2014/main" id="{BC7CBB72-BC59-941B-B161-53F2742FC78B}"/>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sp>
          <p:nvSpPr>
            <p:cNvPr id="142" name="Rectangle: Rounded Corners 143">
              <a:extLst>
                <a:ext uri="{FF2B5EF4-FFF2-40B4-BE49-F238E27FC236}">
                  <a16:creationId xmlns:a16="http://schemas.microsoft.com/office/drawing/2014/main" id="{1E0B170D-61EF-4ACF-A0F8-FAB25556A494}"/>
                </a:ext>
              </a:extLst>
            </p:cNvPr>
            <p:cNvSpPr/>
            <p:nvPr/>
          </p:nvSpPr>
          <p:spPr bwMode="auto">
            <a:xfrm>
              <a:off x="9288826" y="2499414"/>
              <a:ext cx="369377" cy="328554"/>
            </a:xfrm>
            <a:prstGeom prst="roundRect">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43" name="Freeform 1018">
              <a:extLst>
                <a:ext uri="{FF2B5EF4-FFF2-40B4-BE49-F238E27FC236}">
                  <a16:creationId xmlns:a16="http://schemas.microsoft.com/office/drawing/2014/main" id="{EDD6FF70-870D-2FD6-04AC-C819722F9269}"/>
                </a:ext>
              </a:extLst>
            </p:cNvPr>
            <p:cNvSpPr>
              <a:spLocks/>
            </p:cNvSpPr>
            <p:nvPr/>
          </p:nvSpPr>
          <p:spPr bwMode="auto">
            <a:xfrm>
              <a:off x="9472168"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144" name="Freeform 1018">
              <a:extLst>
                <a:ext uri="{FF2B5EF4-FFF2-40B4-BE49-F238E27FC236}">
                  <a16:creationId xmlns:a16="http://schemas.microsoft.com/office/drawing/2014/main" id="{E7A7C1A8-38AB-80AF-DB46-790B80147854}"/>
                </a:ext>
              </a:extLst>
            </p:cNvPr>
            <p:cNvSpPr>
              <a:spLocks/>
            </p:cNvSpPr>
            <p:nvPr/>
          </p:nvSpPr>
          <p:spPr bwMode="auto">
            <a:xfrm>
              <a:off x="9315408"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145" name="Rectangle: Rounded Corners 188">
              <a:extLst>
                <a:ext uri="{FF2B5EF4-FFF2-40B4-BE49-F238E27FC236}">
                  <a16:creationId xmlns:a16="http://schemas.microsoft.com/office/drawing/2014/main" id="{5790E2C1-1AA2-10DC-16EC-5AFD760D6760}"/>
                </a:ext>
              </a:extLst>
            </p:cNvPr>
            <p:cNvSpPr/>
            <p:nvPr/>
          </p:nvSpPr>
          <p:spPr bwMode="auto">
            <a:xfrm>
              <a:off x="9802032" y="2499414"/>
              <a:ext cx="369377" cy="328554"/>
            </a:xfrm>
            <a:prstGeom prst="roundRect">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46" name="Freeform 1018">
              <a:extLst>
                <a:ext uri="{FF2B5EF4-FFF2-40B4-BE49-F238E27FC236}">
                  <a16:creationId xmlns:a16="http://schemas.microsoft.com/office/drawing/2014/main" id="{A4CF45FC-A080-89BF-CAA4-2E62D69CDA10}"/>
                </a:ext>
              </a:extLst>
            </p:cNvPr>
            <p:cNvSpPr>
              <a:spLocks/>
            </p:cNvSpPr>
            <p:nvPr/>
          </p:nvSpPr>
          <p:spPr bwMode="auto">
            <a:xfrm>
              <a:off x="9985374"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147" name="Freeform 1018">
              <a:extLst>
                <a:ext uri="{FF2B5EF4-FFF2-40B4-BE49-F238E27FC236}">
                  <a16:creationId xmlns:a16="http://schemas.microsoft.com/office/drawing/2014/main" id="{FDE5D9D6-2308-3455-E8D5-45346BD73D91}"/>
                </a:ext>
              </a:extLst>
            </p:cNvPr>
            <p:cNvSpPr>
              <a:spLocks/>
            </p:cNvSpPr>
            <p:nvPr/>
          </p:nvSpPr>
          <p:spPr bwMode="auto">
            <a:xfrm>
              <a:off x="9828614"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148" name="Rectangle: Rounded Corners 214">
              <a:extLst>
                <a:ext uri="{FF2B5EF4-FFF2-40B4-BE49-F238E27FC236}">
                  <a16:creationId xmlns:a16="http://schemas.microsoft.com/office/drawing/2014/main" id="{2528F58F-B500-EEDE-97EF-58AF1FFB4BAF}"/>
                </a:ext>
              </a:extLst>
            </p:cNvPr>
            <p:cNvSpPr/>
            <p:nvPr/>
          </p:nvSpPr>
          <p:spPr bwMode="auto">
            <a:xfrm>
              <a:off x="10315237" y="2499414"/>
              <a:ext cx="369377" cy="328554"/>
            </a:xfrm>
            <a:prstGeom prst="roundRect">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149" name="Freeform 1018">
              <a:extLst>
                <a:ext uri="{FF2B5EF4-FFF2-40B4-BE49-F238E27FC236}">
                  <a16:creationId xmlns:a16="http://schemas.microsoft.com/office/drawing/2014/main" id="{45F0CDBA-EFA0-D2BD-199A-E35A10278DB8}"/>
                </a:ext>
              </a:extLst>
            </p:cNvPr>
            <p:cNvSpPr>
              <a:spLocks/>
            </p:cNvSpPr>
            <p:nvPr/>
          </p:nvSpPr>
          <p:spPr bwMode="auto">
            <a:xfrm>
              <a:off x="10498579"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150" name="Freeform 1018">
              <a:extLst>
                <a:ext uri="{FF2B5EF4-FFF2-40B4-BE49-F238E27FC236}">
                  <a16:creationId xmlns:a16="http://schemas.microsoft.com/office/drawing/2014/main" id="{382B5454-A1A4-1D4A-44EF-AD327B551A01}"/>
                </a:ext>
              </a:extLst>
            </p:cNvPr>
            <p:cNvSpPr>
              <a:spLocks/>
            </p:cNvSpPr>
            <p:nvPr/>
          </p:nvSpPr>
          <p:spPr bwMode="auto">
            <a:xfrm>
              <a:off x="10341819"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grpSp>
      <p:sp>
        <p:nvSpPr>
          <p:cNvPr id="178" name="TextBox 127">
            <a:extLst>
              <a:ext uri="{FF2B5EF4-FFF2-40B4-BE49-F238E27FC236}">
                <a16:creationId xmlns:a16="http://schemas.microsoft.com/office/drawing/2014/main" id="{DA944355-EE75-3D28-6C4F-C68FC2C140D9}"/>
              </a:ext>
            </a:extLst>
          </p:cNvPr>
          <p:cNvSpPr txBox="1"/>
          <p:nvPr/>
        </p:nvSpPr>
        <p:spPr>
          <a:xfrm>
            <a:off x="7951206" y="3786323"/>
            <a:ext cx="1838715" cy="477452"/>
          </a:xfrm>
          <a:prstGeom prst="rect">
            <a:avLst/>
          </a:prstGeom>
          <a:solidFill>
            <a:srgbClr val="0078D4">
              <a:lumMod val="50000"/>
            </a:srgbClr>
          </a:solidFill>
        </p:spPr>
        <p:txBody>
          <a:bodyPr wrap="square" lIns="91427" tIns="45713" rIns="91427" bIns="45713" rtlCol="0" anchor="ctr" anchorCtr="0">
            <a:noAutofit/>
          </a:bodyPr>
          <a:lstStyle/>
          <a:p>
            <a:pPr lvl="0" algn="ctr" defTabSz="895384" fontAlgn="base">
              <a:spcBef>
                <a:spcPct val="0"/>
              </a:spcBef>
              <a:spcAft>
                <a:spcPct val="0"/>
              </a:spcAft>
              <a:defRPr/>
            </a:pPr>
            <a:r>
              <a:rPr kumimoji="0" lang="ja-JP" altLang="en-US" sz="1200" kern="0" dirty="0">
                <a:solidFill>
                  <a:srgbClr val="FFFFFF"/>
                </a:solidFill>
                <a:latin typeface="Yu Gothic UI Semibold" panose="020B0700000000000000" pitchFamily="50" charset="-128"/>
                <a:ea typeface="Yu Gothic UI Semibold" panose="020B0700000000000000" pitchFamily="50" charset="-128"/>
                <a:cs typeface="Segoe UI Semibold" panose="020B0702040204020203" pitchFamily="34" charset="0"/>
              </a:rPr>
              <a:t>柔軟かつ高いパフォーマンス</a:t>
            </a:r>
            <a:endParaRPr kumimoji="0" lang="en-US" altLang="ja-JP" sz="1200" kern="0" dirty="0">
              <a:solidFill>
                <a:srgbClr val="FFFFFF"/>
              </a:solidFill>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179" name="Rectangle 6">
            <a:extLst>
              <a:ext uri="{FF2B5EF4-FFF2-40B4-BE49-F238E27FC236}">
                <a16:creationId xmlns:a16="http://schemas.microsoft.com/office/drawing/2014/main" id="{8DC76E14-7021-E386-B96A-ADB475C455FF}"/>
              </a:ext>
            </a:extLst>
          </p:cNvPr>
          <p:cNvSpPr/>
          <p:nvPr/>
        </p:nvSpPr>
        <p:spPr>
          <a:xfrm>
            <a:off x="1006207" y="4936874"/>
            <a:ext cx="1113143" cy="565483"/>
          </a:xfrm>
          <a:prstGeom prst="rect">
            <a:avLst/>
          </a:prstGeom>
          <a:solidFill>
            <a:srgbClr val="E6E6E6">
              <a:lumMod val="90000"/>
            </a:srgbClr>
          </a:solidFill>
        </p:spPr>
        <p:txBody>
          <a:bodyPr wrap="square" lIns="91427" tIns="45713" rIns="91427" bIns="45713" anchor="ctr" anchorCtr="0">
            <a:noAutofit/>
          </a:bodyPr>
          <a:lstStyle/>
          <a:p>
            <a:pPr marL="0" marR="0" lvl="0" indent="0" algn="ctr" defTabSz="895987" eaLnBrk="1" fontAlgn="auto" latinLnBrk="0" hangingPunct="1">
              <a:lnSpc>
                <a:spcPct val="100000"/>
              </a:lnSpc>
              <a:spcBef>
                <a:spcPts val="575"/>
              </a:spcBef>
              <a:spcAft>
                <a:spcPts val="575"/>
              </a:spcAft>
              <a:buClrTx/>
              <a:buSzTx/>
              <a:buFontTx/>
              <a:buNone/>
              <a:tabLst/>
              <a:defRPr/>
            </a:pPr>
            <a:r>
              <a:rPr kumimoji="0" lang="ja-JP" altLang="en-US" sz="1400" b="0" i="0" u="none" strike="noStrike" kern="0" cap="none" spc="0" normalizeH="0" baseline="0" noProof="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サイズ</a:t>
            </a:r>
            <a:endParaRPr kumimoji="0" lang="en-US" sz="1400" b="0" i="0" u="none" strike="noStrike" kern="0" cap="none" spc="0" normalizeH="0" baseline="0" noProof="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180" name="Rectangle 7">
            <a:extLst>
              <a:ext uri="{FF2B5EF4-FFF2-40B4-BE49-F238E27FC236}">
                <a16:creationId xmlns:a16="http://schemas.microsoft.com/office/drawing/2014/main" id="{0FD79718-B807-FF1B-67C3-59DE9A39531B}"/>
              </a:ext>
            </a:extLst>
          </p:cNvPr>
          <p:cNvSpPr/>
          <p:nvPr/>
        </p:nvSpPr>
        <p:spPr>
          <a:xfrm>
            <a:off x="1006207" y="5555679"/>
            <a:ext cx="1113143" cy="565483"/>
          </a:xfrm>
          <a:prstGeom prst="rect">
            <a:avLst/>
          </a:prstGeom>
          <a:solidFill>
            <a:srgbClr val="E6E6E6">
              <a:lumMod val="90000"/>
            </a:srgbClr>
          </a:solidFill>
        </p:spPr>
        <p:txBody>
          <a:bodyPr wrap="square" lIns="91427" tIns="45713" rIns="91427" bIns="45713" anchor="ctr" anchorCtr="0">
            <a:noAutofit/>
          </a:bodyPr>
          <a:lstStyle/>
          <a:p>
            <a:pPr marL="0" marR="0" lvl="0" indent="0" algn="ctr" defTabSz="895987" eaLnBrk="1" fontAlgn="auto" latinLnBrk="0" hangingPunct="1">
              <a:lnSpc>
                <a:spcPct val="100000"/>
              </a:lnSpc>
              <a:spcBef>
                <a:spcPts val="575"/>
              </a:spcBef>
              <a:spcAft>
                <a:spcPts val="575"/>
              </a:spcAft>
              <a:buClrTx/>
              <a:buSzTx/>
              <a:buFontTx/>
              <a:buNone/>
              <a:tabLst/>
              <a:defRPr/>
            </a:pPr>
            <a:r>
              <a:rPr kumimoji="0" lang="en-US" sz="1400" b="0" i="0" u="none" strike="noStrike" kern="0" cap="none" spc="0" normalizeH="0" baseline="0" noProof="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IOPS</a:t>
            </a:r>
          </a:p>
        </p:txBody>
      </p:sp>
      <p:sp>
        <p:nvSpPr>
          <p:cNvPr id="181" name="Rectangle 8">
            <a:extLst>
              <a:ext uri="{FF2B5EF4-FFF2-40B4-BE49-F238E27FC236}">
                <a16:creationId xmlns:a16="http://schemas.microsoft.com/office/drawing/2014/main" id="{F78A6E3B-A32B-1B1F-F3E9-DF1F1A66B234}"/>
              </a:ext>
            </a:extLst>
          </p:cNvPr>
          <p:cNvSpPr/>
          <p:nvPr/>
        </p:nvSpPr>
        <p:spPr>
          <a:xfrm>
            <a:off x="1006207" y="6174484"/>
            <a:ext cx="1113143" cy="565483"/>
          </a:xfrm>
          <a:prstGeom prst="rect">
            <a:avLst/>
          </a:prstGeom>
          <a:solidFill>
            <a:srgbClr val="E6E6E6">
              <a:lumMod val="90000"/>
            </a:srgbClr>
          </a:solidFill>
        </p:spPr>
        <p:txBody>
          <a:bodyPr wrap="square" lIns="91427" tIns="45713" rIns="91427" bIns="45713" anchor="ctr" anchorCtr="0">
            <a:noAutofit/>
          </a:bodyPr>
          <a:lstStyle/>
          <a:p>
            <a:pPr marL="0" marR="0" lvl="0" indent="0" algn="ctr" defTabSz="895987" eaLnBrk="1" fontAlgn="auto" latinLnBrk="0" hangingPunct="1">
              <a:lnSpc>
                <a:spcPct val="100000"/>
              </a:lnSpc>
              <a:spcBef>
                <a:spcPts val="575"/>
              </a:spcBef>
              <a:spcAft>
                <a:spcPts val="575"/>
              </a:spcAft>
              <a:buClrTx/>
              <a:buSzTx/>
              <a:buFontTx/>
              <a:buNone/>
              <a:tabLst/>
              <a:defRPr/>
            </a:pPr>
            <a:r>
              <a:rPr kumimoji="0" lang="ja-JP" altLang="en-US" sz="1400" b="0" i="0" u="none" strike="noStrike" kern="0" cap="none" spc="0" normalizeH="0" baseline="0" noProof="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帯域</a:t>
            </a:r>
            <a:endParaRPr kumimoji="0" lang="en-US" sz="1400" b="0" i="0" u="none" strike="noStrike" kern="0" cap="none" spc="0" normalizeH="0" baseline="0" noProof="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182" name="TextBox 51">
            <a:extLst>
              <a:ext uri="{FF2B5EF4-FFF2-40B4-BE49-F238E27FC236}">
                <a16:creationId xmlns:a16="http://schemas.microsoft.com/office/drawing/2014/main" id="{3BEC0DBA-4CA8-CEEF-8CC9-25F391F5AEE1}"/>
              </a:ext>
            </a:extLst>
          </p:cNvPr>
          <p:cNvSpPr txBox="1"/>
          <p:nvPr/>
        </p:nvSpPr>
        <p:spPr>
          <a:xfrm>
            <a:off x="6003337" y="493687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dirty="0">
                <a:ln>
                  <a:noFill/>
                </a:ln>
                <a:solidFill>
                  <a:schemeClr val="tx1"/>
                </a:solidFill>
                <a:effectLst/>
                <a:uLnTx/>
                <a:uFillTx/>
                <a:latin typeface="Segoe UI"/>
                <a:cs typeface="Segoe UI" panose="020B0502040204020203" pitchFamily="34" charset="0"/>
              </a:rPr>
              <a:t>32 TiB</a:t>
            </a:r>
          </a:p>
        </p:txBody>
      </p:sp>
      <p:sp>
        <p:nvSpPr>
          <p:cNvPr id="183" name="TextBox 52">
            <a:extLst>
              <a:ext uri="{FF2B5EF4-FFF2-40B4-BE49-F238E27FC236}">
                <a16:creationId xmlns:a16="http://schemas.microsoft.com/office/drawing/2014/main" id="{330EF5E6-437A-DD6A-0253-428F1DE8F22A}"/>
              </a:ext>
            </a:extLst>
          </p:cNvPr>
          <p:cNvSpPr txBox="1"/>
          <p:nvPr/>
        </p:nvSpPr>
        <p:spPr>
          <a:xfrm>
            <a:off x="6003337" y="5555679"/>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20,000</a:t>
            </a:r>
          </a:p>
        </p:txBody>
      </p:sp>
      <p:sp>
        <p:nvSpPr>
          <p:cNvPr id="184" name="TextBox 53">
            <a:extLst>
              <a:ext uri="{FF2B5EF4-FFF2-40B4-BE49-F238E27FC236}">
                <a16:creationId xmlns:a16="http://schemas.microsoft.com/office/drawing/2014/main" id="{B82F4F75-CA58-D9AA-00C8-4D3FD9350E40}"/>
              </a:ext>
            </a:extLst>
          </p:cNvPr>
          <p:cNvSpPr txBox="1"/>
          <p:nvPr/>
        </p:nvSpPr>
        <p:spPr>
          <a:xfrm>
            <a:off x="6003337" y="617448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p>
            <a:pPr marL="0" marR="0" lvl="0" indent="0" algn="ctr" defTabSz="895987" eaLnBrk="1" fontAlgn="base" latinLnBrk="0" hangingPunct="1">
              <a:lnSpc>
                <a:spcPct val="100000"/>
              </a:lnSpc>
              <a:spcBef>
                <a:spcPts val="0"/>
              </a:spcBef>
              <a:spcAft>
                <a:spcPts val="288"/>
              </a:spcAft>
              <a:buClrTx/>
              <a:buSzTx/>
              <a:buFontTx/>
              <a:buNone/>
              <a:tabLst/>
              <a:defRPr/>
            </a:pPr>
            <a:r>
              <a:rPr kumimoji="0" lang="en-US" sz="1400" b="0" i="0" u="none" strike="noStrike" kern="0" cap="none" spc="0" normalizeH="0" baseline="0" noProof="0">
                <a:ln>
                  <a:noFill/>
                </a:ln>
                <a:effectLst/>
                <a:uLnTx/>
                <a:uFillTx/>
                <a:cs typeface="Segoe UI" panose="020B0502040204020203" pitchFamily="34" charset="0"/>
              </a:rPr>
              <a:t>900 </a:t>
            </a:r>
            <a:r>
              <a:rPr kumimoji="0" lang="en-US" sz="1400" b="0" i="0" u="none" strike="noStrike" kern="0" cap="none" spc="0" normalizeH="0" baseline="0" noProof="0" err="1">
                <a:ln>
                  <a:noFill/>
                </a:ln>
                <a:effectLst/>
                <a:uLnTx/>
                <a:uFillTx/>
                <a:cs typeface="Segoe UI" panose="020B0502040204020203" pitchFamily="34" charset="0"/>
              </a:rPr>
              <a:t>MBps</a:t>
            </a:r>
            <a:endParaRPr kumimoji="0" lang="en-US" sz="1400" b="0" i="0" u="none" strike="noStrike" kern="0" cap="none" spc="0" normalizeH="0" baseline="0" noProof="0">
              <a:ln>
                <a:noFill/>
              </a:ln>
              <a:effectLst/>
              <a:uLnTx/>
              <a:uFillTx/>
              <a:cs typeface="Segoe UI" panose="020B0502040204020203" pitchFamily="34" charset="0"/>
            </a:endParaRPr>
          </a:p>
        </p:txBody>
      </p:sp>
      <p:sp>
        <p:nvSpPr>
          <p:cNvPr id="185" name="TextBox 56">
            <a:extLst>
              <a:ext uri="{FF2B5EF4-FFF2-40B4-BE49-F238E27FC236}">
                <a16:creationId xmlns:a16="http://schemas.microsoft.com/office/drawing/2014/main" id="{399D3F45-F8DC-0EFD-03B8-FD10104F0B81}"/>
              </a:ext>
            </a:extLst>
          </p:cNvPr>
          <p:cNvSpPr txBox="1"/>
          <p:nvPr/>
        </p:nvSpPr>
        <p:spPr>
          <a:xfrm>
            <a:off x="4096042" y="4936873"/>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32 </a:t>
            </a:r>
            <a:r>
              <a:rPr kumimoji="0" lang="en-US" sz="1400" b="0" i="0" u="none" strike="noStrike" kern="0" cap="none" spc="0" normalizeH="0" baseline="0" noProof="0" err="1">
                <a:ln>
                  <a:noFill/>
                </a:ln>
                <a:solidFill>
                  <a:schemeClr val="tx1"/>
                </a:solidFill>
                <a:effectLst/>
                <a:uLnTx/>
                <a:uFillTx/>
                <a:latin typeface="Segoe UI"/>
                <a:cs typeface="Segoe UI" panose="020B0502040204020203" pitchFamily="34" charset="0"/>
              </a:rPr>
              <a:t>TiB</a:t>
            </a:r>
            <a:endPar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endParaRPr>
          </a:p>
        </p:txBody>
      </p:sp>
      <p:sp>
        <p:nvSpPr>
          <p:cNvPr id="186" name="TextBox 61">
            <a:extLst>
              <a:ext uri="{FF2B5EF4-FFF2-40B4-BE49-F238E27FC236}">
                <a16:creationId xmlns:a16="http://schemas.microsoft.com/office/drawing/2014/main" id="{56AEC8F6-D720-46A9-7212-9DE1F8132655}"/>
              </a:ext>
            </a:extLst>
          </p:cNvPr>
          <p:cNvSpPr txBox="1"/>
          <p:nvPr/>
        </p:nvSpPr>
        <p:spPr>
          <a:xfrm>
            <a:off x="2193754" y="4936873"/>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32 TiB</a:t>
            </a:r>
          </a:p>
        </p:txBody>
      </p:sp>
      <p:sp>
        <p:nvSpPr>
          <p:cNvPr id="187" name="TextBox 57">
            <a:extLst>
              <a:ext uri="{FF2B5EF4-FFF2-40B4-BE49-F238E27FC236}">
                <a16:creationId xmlns:a16="http://schemas.microsoft.com/office/drawing/2014/main" id="{BF881DF8-9F89-D019-8789-BD49C1AE62B3}"/>
              </a:ext>
            </a:extLst>
          </p:cNvPr>
          <p:cNvSpPr txBox="1"/>
          <p:nvPr/>
        </p:nvSpPr>
        <p:spPr>
          <a:xfrm>
            <a:off x="4096042" y="5555678"/>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6,000</a:t>
            </a:r>
          </a:p>
        </p:txBody>
      </p:sp>
      <p:sp>
        <p:nvSpPr>
          <p:cNvPr id="188" name="TextBox 62">
            <a:extLst>
              <a:ext uri="{FF2B5EF4-FFF2-40B4-BE49-F238E27FC236}">
                <a16:creationId xmlns:a16="http://schemas.microsoft.com/office/drawing/2014/main" id="{11259A91-9762-6B7F-6432-DB4682F060C4}"/>
              </a:ext>
            </a:extLst>
          </p:cNvPr>
          <p:cNvSpPr txBox="1"/>
          <p:nvPr/>
        </p:nvSpPr>
        <p:spPr>
          <a:xfrm>
            <a:off x="2193754" y="5555678"/>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2,000</a:t>
            </a:r>
          </a:p>
        </p:txBody>
      </p:sp>
      <p:sp>
        <p:nvSpPr>
          <p:cNvPr id="189" name="TextBox 58">
            <a:extLst>
              <a:ext uri="{FF2B5EF4-FFF2-40B4-BE49-F238E27FC236}">
                <a16:creationId xmlns:a16="http://schemas.microsoft.com/office/drawing/2014/main" id="{4EBBD0C8-2071-6A01-D38D-5BD9C0C58E90}"/>
              </a:ext>
            </a:extLst>
          </p:cNvPr>
          <p:cNvSpPr txBox="1"/>
          <p:nvPr/>
        </p:nvSpPr>
        <p:spPr>
          <a:xfrm>
            <a:off x="4096042" y="617448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p>
            <a:pPr marL="0" marR="0" lvl="0" indent="0" algn="ctr" defTabSz="895987" eaLnBrk="1" fontAlgn="base" latinLnBrk="0" hangingPunct="1">
              <a:lnSpc>
                <a:spcPct val="100000"/>
              </a:lnSpc>
              <a:spcBef>
                <a:spcPts val="0"/>
              </a:spcBef>
              <a:spcAft>
                <a:spcPts val="288"/>
              </a:spcAft>
              <a:buClrTx/>
              <a:buSzTx/>
              <a:buFontTx/>
              <a:buNone/>
              <a:tabLst/>
              <a:defRPr/>
            </a:pPr>
            <a:r>
              <a:rPr kumimoji="0" lang="en-US" sz="1400" b="0" i="0" u="none" strike="noStrike" kern="0" cap="none" spc="0" normalizeH="0" baseline="0" noProof="0">
                <a:ln>
                  <a:noFill/>
                </a:ln>
                <a:effectLst/>
                <a:uLnTx/>
                <a:uFillTx/>
                <a:cs typeface="Segoe UI" panose="020B0502040204020203" pitchFamily="34" charset="0"/>
              </a:rPr>
              <a:t>750 </a:t>
            </a:r>
            <a:r>
              <a:rPr kumimoji="0" lang="en-US" sz="1400" b="0" i="0" u="none" strike="noStrike" kern="0" cap="none" spc="0" normalizeH="0" baseline="0" noProof="0" err="1">
                <a:ln>
                  <a:noFill/>
                </a:ln>
                <a:effectLst/>
                <a:uLnTx/>
                <a:uFillTx/>
                <a:cs typeface="Segoe UI" panose="020B0502040204020203" pitchFamily="34" charset="0"/>
              </a:rPr>
              <a:t>MBps</a:t>
            </a:r>
            <a:endParaRPr kumimoji="0" lang="en-US" sz="1400" b="0" i="0" u="none" strike="noStrike" kern="0" cap="none" spc="0" normalizeH="0" baseline="0" noProof="0">
              <a:ln>
                <a:noFill/>
              </a:ln>
              <a:effectLst/>
              <a:uLnTx/>
              <a:uFillTx/>
              <a:cs typeface="Segoe UI" panose="020B0502040204020203" pitchFamily="34" charset="0"/>
            </a:endParaRPr>
          </a:p>
        </p:txBody>
      </p:sp>
      <p:sp>
        <p:nvSpPr>
          <p:cNvPr id="190" name="TextBox 63">
            <a:extLst>
              <a:ext uri="{FF2B5EF4-FFF2-40B4-BE49-F238E27FC236}">
                <a16:creationId xmlns:a16="http://schemas.microsoft.com/office/drawing/2014/main" id="{3F6883A9-47A1-6039-F1A6-D232BC0D9116}"/>
              </a:ext>
            </a:extLst>
          </p:cNvPr>
          <p:cNvSpPr txBox="1"/>
          <p:nvPr/>
        </p:nvSpPr>
        <p:spPr>
          <a:xfrm>
            <a:off x="2193754" y="617448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p>
            <a:pPr marL="0" marR="0" lvl="0" indent="0" algn="ctr" defTabSz="895987" eaLnBrk="1" fontAlgn="base" latinLnBrk="0" hangingPunct="1">
              <a:lnSpc>
                <a:spcPct val="100000"/>
              </a:lnSpc>
              <a:spcBef>
                <a:spcPts val="0"/>
              </a:spcBef>
              <a:spcAft>
                <a:spcPts val="288"/>
              </a:spcAft>
              <a:buClrTx/>
              <a:buSzTx/>
              <a:buFontTx/>
              <a:buNone/>
              <a:tabLst/>
              <a:defRPr/>
            </a:pPr>
            <a:r>
              <a:rPr kumimoji="0" lang="en-US" sz="1400" b="0" i="0" u="none" strike="noStrike" kern="0" cap="none" spc="0" normalizeH="0" baseline="0" noProof="0">
                <a:ln>
                  <a:noFill/>
                </a:ln>
                <a:effectLst/>
                <a:uLnTx/>
                <a:uFillTx/>
                <a:cs typeface="Segoe UI" panose="020B0502040204020203" pitchFamily="34" charset="0"/>
              </a:rPr>
              <a:t>500 </a:t>
            </a:r>
            <a:r>
              <a:rPr kumimoji="0" lang="en-US" sz="1400" b="0" i="0" u="none" strike="noStrike" kern="0" cap="none" spc="0" normalizeH="0" baseline="0" noProof="0" err="1">
                <a:ln>
                  <a:noFill/>
                </a:ln>
                <a:effectLst/>
                <a:uLnTx/>
                <a:uFillTx/>
                <a:cs typeface="Segoe UI" panose="020B0502040204020203" pitchFamily="34" charset="0"/>
              </a:rPr>
              <a:t>MBps</a:t>
            </a:r>
            <a:endParaRPr kumimoji="0" lang="en-US" sz="1400" b="0" i="0" u="none" strike="noStrike" kern="0" cap="none" spc="0" normalizeH="0" baseline="0" noProof="0">
              <a:ln>
                <a:noFill/>
              </a:ln>
              <a:effectLst/>
              <a:uLnTx/>
              <a:uFillTx/>
              <a:cs typeface="Segoe UI" panose="020B0502040204020203" pitchFamily="34" charset="0"/>
            </a:endParaRPr>
          </a:p>
        </p:txBody>
      </p:sp>
      <p:sp>
        <p:nvSpPr>
          <p:cNvPr id="191" name="TextBox 128">
            <a:extLst>
              <a:ext uri="{FF2B5EF4-FFF2-40B4-BE49-F238E27FC236}">
                <a16:creationId xmlns:a16="http://schemas.microsoft.com/office/drawing/2014/main" id="{7E948207-D714-8A50-00E3-EEEC83B85658}"/>
              </a:ext>
            </a:extLst>
          </p:cNvPr>
          <p:cNvSpPr txBox="1"/>
          <p:nvPr/>
        </p:nvSpPr>
        <p:spPr>
          <a:xfrm>
            <a:off x="9881904" y="493687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64 </a:t>
            </a:r>
            <a:r>
              <a:rPr kumimoji="0" lang="en-US" sz="1400" b="0" i="0" u="none" strike="noStrike" kern="0" cap="none" spc="0" normalizeH="0" baseline="0" noProof="0" err="1">
                <a:ln>
                  <a:noFill/>
                </a:ln>
                <a:solidFill>
                  <a:schemeClr val="tx1"/>
                </a:solidFill>
                <a:effectLst/>
                <a:uLnTx/>
                <a:uFillTx/>
                <a:latin typeface="Segoe UI"/>
                <a:cs typeface="Segoe UI" panose="020B0502040204020203" pitchFamily="34" charset="0"/>
              </a:rPr>
              <a:t>TiB</a:t>
            </a:r>
            <a:endPar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endParaRPr>
          </a:p>
        </p:txBody>
      </p:sp>
      <p:sp>
        <p:nvSpPr>
          <p:cNvPr id="192" name="TextBox 129">
            <a:extLst>
              <a:ext uri="{FF2B5EF4-FFF2-40B4-BE49-F238E27FC236}">
                <a16:creationId xmlns:a16="http://schemas.microsoft.com/office/drawing/2014/main" id="{D56DF45A-B15F-A1D1-6220-548087DD33A4}"/>
              </a:ext>
            </a:extLst>
          </p:cNvPr>
          <p:cNvSpPr txBox="1"/>
          <p:nvPr/>
        </p:nvSpPr>
        <p:spPr>
          <a:xfrm>
            <a:off x="9881904" y="5555679"/>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lang="en-US" sz="1400" kern="0" dirty="0">
                <a:solidFill>
                  <a:schemeClr val="tx1"/>
                </a:solidFill>
                <a:latin typeface="Segoe UI"/>
              </a:rPr>
              <a:t>4</a:t>
            </a:r>
            <a:r>
              <a:rPr kumimoji="0" lang="en-US" sz="1400" b="0" i="0" u="none" strike="noStrike" kern="0" cap="none" spc="0" normalizeH="0" baseline="0" noProof="0" dirty="0">
                <a:ln>
                  <a:noFill/>
                </a:ln>
                <a:solidFill>
                  <a:schemeClr val="tx1"/>
                </a:solidFill>
                <a:effectLst/>
                <a:uLnTx/>
                <a:uFillTx/>
                <a:latin typeface="Segoe UI"/>
                <a:cs typeface="Segoe UI" panose="020B0502040204020203" pitchFamily="34" charset="0"/>
              </a:rPr>
              <a:t>00,000</a:t>
            </a:r>
          </a:p>
        </p:txBody>
      </p:sp>
      <p:sp>
        <p:nvSpPr>
          <p:cNvPr id="193" name="TextBox 130">
            <a:extLst>
              <a:ext uri="{FF2B5EF4-FFF2-40B4-BE49-F238E27FC236}">
                <a16:creationId xmlns:a16="http://schemas.microsoft.com/office/drawing/2014/main" id="{92FEA02A-A555-A9CD-C29B-CC15C0A1F1F4}"/>
              </a:ext>
            </a:extLst>
          </p:cNvPr>
          <p:cNvSpPr txBox="1"/>
          <p:nvPr/>
        </p:nvSpPr>
        <p:spPr>
          <a:xfrm>
            <a:off x="9881904" y="617448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p>
            <a:pPr marL="0" marR="0" lvl="0" indent="0" algn="ctr" defTabSz="895987" eaLnBrk="1" fontAlgn="base" latinLnBrk="0" hangingPunct="1">
              <a:lnSpc>
                <a:spcPct val="100000"/>
              </a:lnSpc>
              <a:spcBef>
                <a:spcPts val="0"/>
              </a:spcBef>
              <a:spcAft>
                <a:spcPts val="288"/>
              </a:spcAft>
              <a:buClrTx/>
              <a:buSzTx/>
              <a:buFontTx/>
              <a:buNone/>
              <a:tabLst/>
              <a:defRPr/>
            </a:pPr>
            <a:r>
              <a:rPr kumimoji="0" lang="en-US" sz="1400" kern="0" dirty="0">
                <a:cs typeface="Segoe UI" panose="020B0502040204020203" pitchFamily="34" charset="0"/>
              </a:rPr>
              <a:t>10</a:t>
            </a:r>
            <a:r>
              <a:rPr kumimoji="0" lang="en-US" sz="1400" b="0" i="0" u="none" strike="noStrike" kern="0" cap="none" spc="0" normalizeH="0" baseline="0" noProof="0" dirty="0">
                <a:ln>
                  <a:noFill/>
                </a:ln>
                <a:effectLst/>
                <a:uLnTx/>
                <a:uFillTx/>
                <a:cs typeface="Segoe UI" panose="020B0502040204020203" pitchFamily="34" charset="0"/>
              </a:rPr>
              <a:t>,000 </a:t>
            </a:r>
            <a:r>
              <a:rPr kumimoji="0" lang="en-US" sz="1400" b="0" i="0" u="none" strike="noStrike" kern="0" cap="none" spc="0" normalizeH="0" baseline="0" noProof="0" dirty="0" err="1">
                <a:ln>
                  <a:noFill/>
                </a:ln>
                <a:effectLst/>
                <a:uLnTx/>
                <a:uFillTx/>
                <a:cs typeface="Segoe UI" panose="020B0502040204020203" pitchFamily="34" charset="0"/>
              </a:rPr>
              <a:t>MBps</a:t>
            </a:r>
            <a:endParaRPr kumimoji="0" lang="en-US" sz="1400" b="0" i="0" u="none" strike="noStrike" kern="0" cap="none" spc="0" normalizeH="0" baseline="0" noProof="0" dirty="0">
              <a:ln>
                <a:noFill/>
              </a:ln>
              <a:effectLst/>
              <a:uLnTx/>
              <a:uFillTx/>
              <a:cs typeface="Segoe UI" panose="020B0502040204020203" pitchFamily="34" charset="0"/>
            </a:endParaRPr>
          </a:p>
        </p:txBody>
      </p:sp>
      <p:sp>
        <p:nvSpPr>
          <p:cNvPr id="194" name="TextBox 128">
            <a:extLst>
              <a:ext uri="{FF2B5EF4-FFF2-40B4-BE49-F238E27FC236}">
                <a16:creationId xmlns:a16="http://schemas.microsoft.com/office/drawing/2014/main" id="{2EEF9973-CC92-E50D-8FCA-B98795ED8598}"/>
              </a:ext>
            </a:extLst>
          </p:cNvPr>
          <p:cNvSpPr txBox="1"/>
          <p:nvPr/>
        </p:nvSpPr>
        <p:spPr>
          <a:xfrm>
            <a:off x="7951206" y="493687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rPr>
              <a:t>64 </a:t>
            </a:r>
            <a:r>
              <a:rPr kumimoji="0" lang="en-US" sz="1400" b="0" i="0" u="none" strike="noStrike" kern="0" cap="none" spc="0" normalizeH="0" baseline="0" noProof="0" err="1">
                <a:ln>
                  <a:noFill/>
                </a:ln>
                <a:solidFill>
                  <a:schemeClr val="tx1"/>
                </a:solidFill>
                <a:effectLst/>
                <a:uLnTx/>
                <a:uFillTx/>
                <a:latin typeface="Segoe UI"/>
                <a:cs typeface="Segoe UI" panose="020B0502040204020203" pitchFamily="34" charset="0"/>
              </a:rPr>
              <a:t>TiB</a:t>
            </a:r>
            <a:endParaRPr kumimoji="0" lang="en-US" sz="1400" b="0" i="0" u="none" strike="noStrike" kern="0" cap="none" spc="0" normalizeH="0" baseline="0" noProof="0">
              <a:ln>
                <a:noFill/>
              </a:ln>
              <a:solidFill>
                <a:schemeClr val="tx1"/>
              </a:solidFill>
              <a:effectLst/>
              <a:uLnTx/>
              <a:uFillTx/>
              <a:latin typeface="Segoe UI"/>
              <a:cs typeface="Segoe UI" panose="020B0502040204020203" pitchFamily="34" charset="0"/>
            </a:endParaRPr>
          </a:p>
        </p:txBody>
      </p:sp>
      <p:sp>
        <p:nvSpPr>
          <p:cNvPr id="195" name="TextBox 129">
            <a:extLst>
              <a:ext uri="{FF2B5EF4-FFF2-40B4-BE49-F238E27FC236}">
                <a16:creationId xmlns:a16="http://schemas.microsoft.com/office/drawing/2014/main" id="{5E40FC65-40BA-8450-1C9F-A080A459CBCD}"/>
              </a:ext>
            </a:extLst>
          </p:cNvPr>
          <p:cNvSpPr txBox="1"/>
          <p:nvPr/>
        </p:nvSpPr>
        <p:spPr>
          <a:xfrm>
            <a:off x="7951206" y="5555679"/>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dirty="0">
                <a:ln>
                  <a:noFill/>
                </a:ln>
                <a:solidFill>
                  <a:schemeClr val="tx1"/>
                </a:solidFill>
                <a:effectLst/>
                <a:uLnTx/>
                <a:uFillTx/>
                <a:latin typeface="Segoe UI"/>
                <a:cs typeface="Segoe UI" panose="020B0502040204020203" pitchFamily="34" charset="0"/>
              </a:rPr>
              <a:t>80,000</a:t>
            </a:r>
          </a:p>
        </p:txBody>
      </p:sp>
      <p:sp>
        <p:nvSpPr>
          <p:cNvPr id="196" name="TextBox 130">
            <a:extLst>
              <a:ext uri="{FF2B5EF4-FFF2-40B4-BE49-F238E27FC236}">
                <a16:creationId xmlns:a16="http://schemas.microsoft.com/office/drawing/2014/main" id="{98C4A348-694B-E678-0341-37507E483730}"/>
              </a:ext>
            </a:extLst>
          </p:cNvPr>
          <p:cNvSpPr txBox="1"/>
          <p:nvPr/>
        </p:nvSpPr>
        <p:spPr>
          <a:xfrm>
            <a:off x="7951206" y="6174484"/>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p>
            <a:pPr marL="0" marR="0" lvl="0" indent="0" algn="ctr" defTabSz="895987" eaLnBrk="1" fontAlgn="base" latinLnBrk="0" hangingPunct="1">
              <a:lnSpc>
                <a:spcPct val="100000"/>
              </a:lnSpc>
              <a:spcBef>
                <a:spcPts val="0"/>
              </a:spcBef>
              <a:spcAft>
                <a:spcPts val="288"/>
              </a:spcAft>
              <a:buClrTx/>
              <a:buSzTx/>
              <a:buFontTx/>
              <a:buNone/>
              <a:tabLst/>
              <a:defRPr/>
            </a:pPr>
            <a:r>
              <a:rPr kumimoji="0" lang="en-US" sz="1400" kern="0" dirty="0">
                <a:cs typeface="Segoe UI" panose="020B0502040204020203" pitchFamily="34" charset="0"/>
              </a:rPr>
              <a:t>1</a:t>
            </a:r>
            <a:r>
              <a:rPr kumimoji="0" lang="en-US" sz="1400" b="0" i="0" u="none" strike="noStrike" kern="0" cap="none" spc="0" normalizeH="0" baseline="0" noProof="0" dirty="0">
                <a:ln>
                  <a:noFill/>
                </a:ln>
                <a:effectLst/>
                <a:uLnTx/>
                <a:uFillTx/>
                <a:cs typeface="Segoe UI" panose="020B0502040204020203" pitchFamily="34" charset="0"/>
              </a:rPr>
              <a:t>,200 </a:t>
            </a:r>
            <a:r>
              <a:rPr kumimoji="0" lang="en-US" sz="1400" b="0" i="0" u="none" strike="noStrike" kern="0" cap="none" spc="0" normalizeH="0" baseline="0" noProof="0" dirty="0" err="1">
                <a:ln>
                  <a:noFill/>
                </a:ln>
                <a:effectLst/>
                <a:uLnTx/>
                <a:uFillTx/>
                <a:cs typeface="Segoe UI" panose="020B0502040204020203" pitchFamily="34" charset="0"/>
              </a:rPr>
              <a:t>MBps</a:t>
            </a:r>
            <a:endParaRPr kumimoji="0" lang="en-US" sz="1400" b="0" i="0" u="none" strike="noStrike" kern="0" cap="none" spc="0" normalizeH="0" baseline="0" noProof="0" dirty="0">
              <a:ln>
                <a:noFill/>
              </a:ln>
              <a:effectLst/>
              <a:uLnTx/>
              <a:uFillTx/>
              <a:cs typeface="Segoe UI" panose="020B0502040204020203" pitchFamily="34" charset="0"/>
            </a:endParaRPr>
          </a:p>
        </p:txBody>
      </p:sp>
      <p:sp>
        <p:nvSpPr>
          <p:cNvPr id="197" name="TextBox 172">
            <a:extLst>
              <a:ext uri="{FF2B5EF4-FFF2-40B4-BE49-F238E27FC236}">
                <a16:creationId xmlns:a16="http://schemas.microsoft.com/office/drawing/2014/main" id="{7EDE3B5E-FA78-DB78-63F8-E36F6F08AC0A}"/>
              </a:ext>
            </a:extLst>
          </p:cNvPr>
          <p:cNvSpPr txBox="1"/>
          <p:nvPr/>
        </p:nvSpPr>
        <p:spPr>
          <a:xfrm>
            <a:off x="8099521" y="3412122"/>
            <a:ext cx="1542090" cy="246221"/>
          </a:xfrm>
          <a:prstGeom prst="rect">
            <a:avLst/>
          </a:prstGeom>
          <a:noFill/>
        </p:spPr>
        <p:txBody>
          <a:bodyPr wrap="none" lIns="0" tIns="0" rIns="0" bIns="0" rtlCol="0" anchor="t" anchorCtr="0">
            <a:spAutoFit/>
          </a:bodyPr>
          <a:lstStyle/>
          <a:p>
            <a:pPr algn="ctr" defTabSz="895384" fontAlgn="base">
              <a:spcBef>
                <a:spcPct val="0"/>
              </a:spcBef>
              <a:spcAft>
                <a:spcPct val="0"/>
              </a:spcAft>
              <a:defRPr/>
            </a:pPr>
            <a:r>
              <a:rPr lang="en-US" altLang="ja-JP" sz="1600" kern="0" dirty="0">
                <a:latin typeface="Segoe UI Semibold" panose="020B0702040204020203" pitchFamily="34" charset="0"/>
                <a:cs typeface="Segoe UI Semibold" panose="020B0702040204020203" pitchFamily="34" charset="0"/>
              </a:rPr>
              <a:t>Premium SSD</a:t>
            </a:r>
            <a:r>
              <a:rPr lang="ja-JP" altLang="en-US" sz="1600" kern="0" dirty="0">
                <a:latin typeface="Segoe UI Semibold" panose="020B0702040204020203" pitchFamily="34" charset="0"/>
                <a:cs typeface="Segoe UI Semibold" panose="020B0702040204020203" pitchFamily="34" charset="0"/>
              </a:rPr>
              <a:t> </a:t>
            </a:r>
            <a:r>
              <a:rPr lang="en-US" altLang="ja-JP" sz="1600" kern="0" dirty="0">
                <a:latin typeface="Segoe UI Semibold" panose="020B0702040204020203" pitchFamily="34" charset="0"/>
                <a:cs typeface="Segoe UI Semibold" panose="020B0702040204020203" pitchFamily="34" charset="0"/>
              </a:rPr>
              <a:t>v2</a:t>
            </a:r>
          </a:p>
        </p:txBody>
      </p:sp>
      <p:grpSp>
        <p:nvGrpSpPr>
          <p:cNvPr id="198" name="グループ化 197">
            <a:extLst>
              <a:ext uri="{FF2B5EF4-FFF2-40B4-BE49-F238E27FC236}">
                <a16:creationId xmlns:a16="http://schemas.microsoft.com/office/drawing/2014/main" id="{E346F56B-9B2D-4F7B-53CD-D3057C15ACB6}"/>
              </a:ext>
            </a:extLst>
          </p:cNvPr>
          <p:cNvGrpSpPr/>
          <p:nvPr/>
        </p:nvGrpSpPr>
        <p:grpSpPr>
          <a:xfrm>
            <a:off x="8234769" y="2668095"/>
            <a:ext cx="1338901" cy="654537"/>
            <a:chOff x="6786856" y="2173431"/>
            <a:chExt cx="1609312" cy="654537"/>
          </a:xfrm>
        </p:grpSpPr>
        <p:grpSp>
          <p:nvGrpSpPr>
            <p:cNvPr id="199" name="Group 12">
              <a:extLst>
                <a:ext uri="{FF2B5EF4-FFF2-40B4-BE49-F238E27FC236}">
                  <a16:creationId xmlns:a16="http://schemas.microsoft.com/office/drawing/2014/main" id="{50E1C0DA-99E8-34C5-C8A7-7362AEBA9919}"/>
                </a:ext>
              </a:extLst>
            </p:cNvPr>
            <p:cNvGrpSpPr/>
            <p:nvPr/>
          </p:nvGrpSpPr>
          <p:grpSpPr>
            <a:xfrm>
              <a:off x="6786856" y="2173431"/>
              <a:ext cx="411408" cy="490261"/>
              <a:chOff x="-3187544" y="2133223"/>
              <a:chExt cx="498585" cy="594148"/>
            </a:xfrm>
          </p:grpSpPr>
          <p:sp>
            <p:nvSpPr>
              <p:cNvPr id="226" name="Freeform 5">
                <a:extLst>
                  <a:ext uri="{FF2B5EF4-FFF2-40B4-BE49-F238E27FC236}">
                    <a16:creationId xmlns:a16="http://schemas.microsoft.com/office/drawing/2014/main" id="{8B73CEE5-EBEF-1BB4-C626-932EE661B2B0}"/>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227" name="Group 40">
                <a:extLst>
                  <a:ext uri="{FF2B5EF4-FFF2-40B4-BE49-F238E27FC236}">
                    <a16:creationId xmlns:a16="http://schemas.microsoft.com/office/drawing/2014/main" id="{CFD2EA7D-9052-622E-DE73-24A1209B2693}"/>
                  </a:ext>
                </a:extLst>
              </p:cNvPr>
              <p:cNvGrpSpPr/>
              <p:nvPr/>
            </p:nvGrpSpPr>
            <p:grpSpPr>
              <a:xfrm>
                <a:off x="-3112548" y="2200457"/>
                <a:ext cx="348591" cy="386904"/>
                <a:chOff x="5513643" y="5046557"/>
                <a:chExt cx="187770" cy="208407"/>
              </a:xfrm>
              <a:solidFill>
                <a:srgbClr val="0078D3"/>
              </a:solidFill>
            </p:grpSpPr>
            <p:sp>
              <p:nvSpPr>
                <p:cNvPr id="231" name="Oval 44">
                  <a:extLst>
                    <a:ext uri="{FF2B5EF4-FFF2-40B4-BE49-F238E27FC236}">
                      <a16:creationId xmlns:a16="http://schemas.microsoft.com/office/drawing/2014/main" id="{28DCC35D-7EEE-1D28-8962-75327C4018C4}"/>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32" name="Oval 45">
                  <a:extLst>
                    <a:ext uri="{FF2B5EF4-FFF2-40B4-BE49-F238E27FC236}">
                      <a16:creationId xmlns:a16="http://schemas.microsoft.com/office/drawing/2014/main" id="{A89D6E88-7AE5-A5F7-4BB4-F1974209A690}"/>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33" name="Oval 46">
                  <a:extLst>
                    <a:ext uri="{FF2B5EF4-FFF2-40B4-BE49-F238E27FC236}">
                      <a16:creationId xmlns:a16="http://schemas.microsoft.com/office/drawing/2014/main" id="{CA46CDF0-B5CC-ADC8-E836-595C5CEE2733}"/>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34" name="Oval 47">
                  <a:extLst>
                    <a:ext uri="{FF2B5EF4-FFF2-40B4-BE49-F238E27FC236}">
                      <a16:creationId xmlns:a16="http://schemas.microsoft.com/office/drawing/2014/main" id="{CDE30725-5279-C8AB-286F-0658896872AD}"/>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228" name="Line 7">
                <a:extLst>
                  <a:ext uri="{FF2B5EF4-FFF2-40B4-BE49-F238E27FC236}">
                    <a16:creationId xmlns:a16="http://schemas.microsoft.com/office/drawing/2014/main" id="{72AF8707-130C-5D6A-C33A-C2535C0F3040}"/>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229" name="Line 8">
                <a:extLst>
                  <a:ext uri="{FF2B5EF4-FFF2-40B4-BE49-F238E27FC236}">
                    <a16:creationId xmlns:a16="http://schemas.microsoft.com/office/drawing/2014/main" id="{5F38B9BF-EF62-A80C-511D-0BF850E50A42}"/>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230" name="Line 9">
                <a:extLst>
                  <a:ext uri="{FF2B5EF4-FFF2-40B4-BE49-F238E27FC236}">
                    <a16:creationId xmlns:a16="http://schemas.microsoft.com/office/drawing/2014/main" id="{3394A0B6-1A16-66CF-F981-181C25936C7A}"/>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grpSp>
          <p:nvGrpSpPr>
            <p:cNvPr id="200" name="Group 13">
              <a:extLst>
                <a:ext uri="{FF2B5EF4-FFF2-40B4-BE49-F238E27FC236}">
                  <a16:creationId xmlns:a16="http://schemas.microsoft.com/office/drawing/2014/main" id="{9A8D7B3D-89D1-2CC2-FBF5-D7901DDDEB41}"/>
                </a:ext>
              </a:extLst>
            </p:cNvPr>
            <p:cNvGrpSpPr/>
            <p:nvPr/>
          </p:nvGrpSpPr>
          <p:grpSpPr>
            <a:xfrm>
              <a:off x="7821087" y="2173431"/>
              <a:ext cx="411408" cy="490261"/>
              <a:chOff x="-3187544" y="2133223"/>
              <a:chExt cx="498585" cy="594148"/>
            </a:xfrm>
          </p:grpSpPr>
          <p:sp>
            <p:nvSpPr>
              <p:cNvPr id="217" name="Freeform 5">
                <a:extLst>
                  <a:ext uri="{FF2B5EF4-FFF2-40B4-BE49-F238E27FC236}">
                    <a16:creationId xmlns:a16="http://schemas.microsoft.com/office/drawing/2014/main" id="{46514BE1-1871-810B-A189-4A06073D81D4}"/>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218" name="Group 31">
                <a:extLst>
                  <a:ext uri="{FF2B5EF4-FFF2-40B4-BE49-F238E27FC236}">
                    <a16:creationId xmlns:a16="http://schemas.microsoft.com/office/drawing/2014/main" id="{DA032D48-4CE3-9079-F3FB-7188B2C3DF58}"/>
                  </a:ext>
                </a:extLst>
              </p:cNvPr>
              <p:cNvGrpSpPr/>
              <p:nvPr/>
            </p:nvGrpSpPr>
            <p:grpSpPr>
              <a:xfrm>
                <a:off x="-3112548" y="2200457"/>
                <a:ext cx="348591" cy="386904"/>
                <a:chOff x="5513643" y="5046557"/>
                <a:chExt cx="187770" cy="208407"/>
              </a:xfrm>
              <a:solidFill>
                <a:srgbClr val="0078D3"/>
              </a:solidFill>
            </p:grpSpPr>
            <p:sp>
              <p:nvSpPr>
                <p:cNvPr id="222" name="Oval 35">
                  <a:extLst>
                    <a:ext uri="{FF2B5EF4-FFF2-40B4-BE49-F238E27FC236}">
                      <a16:creationId xmlns:a16="http://schemas.microsoft.com/office/drawing/2014/main" id="{568BBB87-B470-AB00-43E0-E107C583D086}"/>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23" name="Oval 36">
                  <a:extLst>
                    <a:ext uri="{FF2B5EF4-FFF2-40B4-BE49-F238E27FC236}">
                      <a16:creationId xmlns:a16="http://schemas.microsoft.com/office/drawing/2014/main" id="{2354807C-10A3-5FD5-6BB8-8EBDF5965751}"/>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24" name="Oval 37">
                  <a:extLst>
                    <a:ext uri="{FF2B5EF4-FFF2-40B4-BE49-F238E27FC236}">
                      <a16:creationId xmlns:a16="http://schemas.microsoft.com/office/drawing/2014/main" id="{5089366D-356C-8BE3-F9D1-3F647EF32563}"/>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25" name="Oval 38">
                  <a:extLst>
                    <a:ext uri="{FF2B5EF4-FFF2-40B4-BE49-F238E27FC236}">
                      <a16:creationId xmlns:a16="http://schemas.microsoft.com/office/drawing/2014/main" id="{AEB3C240-D3E6-6BD9-29F4-3FB91948BA9D}"/>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219" name="Line 7">
                <a:extLst>
                  <a:ext uri="{FF2B5EF4-FFF2-40B4-BE49-F238E27FC236}">
                    <a16:creationId xmlns:a16="http://schemas.microsoft.com/office/drawing/2014/main" id="{00EF28D8-2EBE-5C6E-2C76-F7ABC1A859D7}"/>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220" name="Line 8">
                <a:extLst>
                  <a:ext uri="{FF2B5EF4-FFF2-40B4-BE49-F238E27FC236}">
                    <a16:creationId xmlns:a16="http://schemas.microsoft.com/office/drawing/2014/main" id="{C2C6806A-52F1-214B-CB8D-8E65EA6DAFFF}"/>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221" name="Line 9">
                <a:extLst>
                  <a:ext uri="{FF2B5EF4-FFF2-40B4-BE49-F238E27FC236}">
                    <a16:creationId xmlns:a16="http://schemas.microsoft.com/office/drawing/2014/main" id="{05F65781-2CF1-24F9-BBEB-EAED79CFB1C4}"/>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grpSp>
          <p:nvGrpSpPr>
            <p:cNvPr id="201" name="Group 14">
              <a:extLst>
                <a:ext uri="{FF2B5EF4-FFF2-40B4-BE49-F238E27FC236}">
                  <a16:creationId xmlns:a16="http://schemas.microsoft.com/office/drawing/2014/main" id="{2769CF15-406D-0185-F1E5-F2784A334B5F}"/>
                </a:ext>
              </a:extLst>
            </p:cNvPr>
            <p:cNvGrpSpPr/>
            <p:nvPr/>
          </p:nvGrpSpPr>
          <p:grpSpPr>
            <a:xfrm>
              <a:off x="7303971" y="2173431"/>
              <a:ext cx="411408" cy="490261"/>
              <a:chOff x="-3187544" y="2133223"/>
              <a:chExt cx="498585" cy="594148"/>
            </a:xfrm>
          </p:grpSpPr>
          <p:sp>
            <p:nvSpPr>
              <p:cNvPr id="208" name="Freeform 5">
                <a:extLst>
                  <a:ext uri="{FF2B5EF4-FFF2-40B4-BE49-F238E27FC236}">
                    <a16:creationId xmlns:a16="http://schemas.microsoft.com/office/drawing/2014/main" id="{10EF6365-13ED-2D88-EC9A-F9BEF233A721}"/>
                  </a:ext>
                </a:extLst>
              </p:cNvPr>
              <p:cNvSpPr>
                <a:spLocks/>
              </p:cNvSpPr>
              <p:nvPr/>
            </p:nvSpPr>
            <p:spPr bwMode="auto">
              <a:xfrm>
                <a:off x="-3187544" y="2133223"/>
                <a:ext cx="498585" cy="594148"/>
              </a:xfrm>
              <a:custGeom>
                <a:avLst/>
                <a:gdLst>
                  <a:gd name="T0" fmla="*/ 234 w 254"/>
                  <a:gd name="T1" fmla="*/ 252 h 252"/>
                  <a:gd name="T2" fmla="*/ 20 w 254"/>
                  <a:gd name="T3" fmla="*/ 252 h 252"/>
                  <a:gd name="T4" fmla="*/ 0 w 254"/>
                  <a:gd name="T5" fmla="*/ 232 h 252"/>
                  <a:gd name="T6" fmla="*/ 0 w 254"/>
                  <a:gd name="T7" fmla="*/ 20 h 252"/>
                  <a:gd name="T8" fmla="*/ 20 w 254"/>
                  <a:gd name="T9" fmla="*/ 0 h 252"/>
                  <a:gd name="T10" fmla="*/ 234 w 254"/>
                  <a:gd name="T11" fmla="*/ 0 h 252"/>
                  <a:gd name="T12" fmla="*/ 254 w 254"/>
                  <a:gd name="T13" fmla="*/ 20 h 252"/>
                  <a:gd name="T14" fmla="*/ 254 w 254"/>
                  <a:gd name="T15" fmla="*/ 232 h 252"/>
                  <a:gd name="T16" fmla="*/ 234 w 254"/>
                  <a:gd name="T17" fmla="*/ 252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252">
                    <a:moveTo>
                      <a:pt x="234" y="252"/>
                    </a:moveTo>
                    <a:cubicBezTo>
                      <a:pt x="20" y="252"/>
                      <a:pt x="20" y="252"/>
                      <a:pt x="20" y="252"/>
                    </a:cubicBezTo>
                    <a:cubicBezTo>
                      <a:pt x="9" y="252"/>
                      <a:pt x="0" y="243"/>
                      <a:pt x="0" y="232"/>
                    </a:cubicBezTo>
                    <a:cubicBezTo>
                      <a:pt x="0" y="20"/>
                      <a:pt x="0" y="20"/>
                      <a:pt x="0" y="20"/>
                    </a:cubicBezTo>
                    <a:cubicBezTo>
                      <a:pt x="0" y="9"/>
                      <a:pt x="9" y="0"/>
                      <a:pt x="20" y="0"/>
                    </a:cubicBezTo>
                    <a:cubicBezTo>
                      <a:pt x="234" y="0"/>
                      <a:pt x="234" y="0"/>
                      <a:pt x="234" y="0"/>
                    </a:cubicBezTo>
                    <a:cubicBezTo>
                      <a:pt x="245" y="0"/>
                      <a:pt x="254" y="9"/>
                      <a:pt x="254" y="20"/>
                    </a:cubicBezTo>
                    <a:cubicBezTo>
                      <a:pt x="254" y="232"/>
                      <a:pt x="254" y="232"/>
                      <a:pt x="254" y="232"/>
                    </a:cubicBezTo>
                    <a:cubicBezTo>
                      <a:pt x="254" y="243"/>
                      <a:pt x="245" y="252"/>
                      <a:pt x="234" y="252"/>
                    </a:cubicBezTo>
                    <a:close/>
                  </a:path>
                </a:pathLst>
              </a:custGeom>
              <a:solidFill>
                <a:srgbClr val="50E6FF"/>
              </a:solidFill>
              <a:ln w="19050" cap="sq">
                <a:solidFill>
                  <a:srgbClr val="0078D3"/>
                </a:solidFill>
                <a:prstDash val="solid"/>
                <a:miter lim="800000"/>
                <a:headEnd/>
                <a:tailEnd/>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nvGrpSpPr>
              <p:cNvPr id="209" name="Group 22">
                <a:extLst>
                  <a:ext uri="{FF2B5EF4-FFF2-40B4-BE49-F238E27FC236}">
                    <a16:creationId xmlns:a16="http://schemas.microsoft.com/office/drawing/2014/main" id="{8854130E-4E37-63D3-77A3-804F2BCAC5CE}"/>
                  </a:ext>
                </a:extLst>
              </p:cNvPr>
              <p:cNvGrpSpPr/>
              <p:nvPr/>
            </p:nvGrpSpPr>
            <p:grpSpPr>
              <a:xfrm>
                <a:off x="-3112548" y="2200457"/>
                <a:ext cx="348591" cy="386904"/>
                <a:chOff x="5513643" y="5046557"/>
                <a:chExt cx="187770" cy="208407"/>
              </a:xfrm>
              <a:solidFill>
                <a:srgbClr val="0078D3"/>
              </a:solidFill>
            </p:grpSpPr>
            <p:sp>
              <p:nvSpPr>
                <p:cNvPr id="213" name="Oval 26">
                  <a:extLst>
                    <a:ext uri="{FF2B5EF4-FFF2-40B4-BE49-F238E27FC236}">
                      <a16:creationId xmlns:a16="http://schemas.microsoft.com/office/drawing/2014/main" id="{A8FF1F7A-5AB1-B938-9994-17AE87BA38B0}"/>
                    </a:ext>
                  </a:extLst>
                </p:cNvPr>
                <p:cNvSpPr/>
                <p:nvPr/>
              </p:nvSpPr>
              <p:spPr bwMode="auto">
                <a:xfrm>
                  <a:off x="5513643"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14" name="Oval 27">
                  <a:extLst>
                    <a:ext uri="{FF2B5EF4-FFF2-40B4-BE49-F238E27FC236}">
                      <a16:creationId xmlns:a16="http://schemas.microsoft.com/office/drawing/2014/main" id="{BEB1F22E-6E19-8277-0BE1-0D032779E88E}"/>
                    </a:ext>
                  </a:extLst>
                </p:cNvPr>
                <p:cNvSpPr/>
                <p:nvPr/>
              </p:nvSpPr>
              <p:spPr bwMode="auto">
                <a:xfrm>
                  <a:off x="5673981" y="5046557"/>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15" name="Oval 28">
                  <a:extLst>
                    <a:ext uri="{FF2B5EF4-FFF2-40B4-BE49-F238E27FC236}">
                      <a16:creationId xmlns:a16="http://schemas.microsoft.com/office/drawing/2014/main" id="{837B7F16-54CD-4459-C0AE-A86BD7F19DA5}"/>
                    </a:ext>
                  </a:extLst>
                </p:cNvPr>
                <p:cNvSpPr/>
                <p:nvPr/>
              </p:nvSpPr>
              <p:spPr bwMode="auto">
                <a:xfrm>
                  <a:off x="5513643"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16" name="Oval 29">
                  <a:extLst>
                    <a:ext uri="{FF2B5EF4-FFF2-40B4-BE49-F238E27FC236}">
                      <a16:creationId xmlns:a16="http://schemas.microsoft.com/office/drawing/2014/main" id="{53FA5E0F-0F8C-DBE3-C5C1-9BAEA97218C0}"/>
                    </a:ext>
                  </a:extLst>
                </p:cNvPr>
                <p:cNvSpPr/>
                <p:nvPr/>
              </p:nvSpPr>
              <p:spPr bwMode="auto">
                <a:xfrm>
                  <a:off x="5673981" y="5227532"/>
                  <a:ext cx="27432" cy="27432"/>
                </a:xfrm>
                <a:prstGeom prst="ellipse">
                  <a:avLst/>
                </a:prstGeom>
                <a:grpFill/>
                <a:ln w="9525" cap="flat" cmpd="sng" algn="ctr">
                  <a:no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grpSp>
          <p:sp>
            <p:nvSpPr>
              <p:cNvPr id="210" name="Line 7">
                <a:extLst>
                  <a:ext uri="{FF2B5EF4-FFF2-40B4-BE49-F238E27FC236}">
                    <a16:creationId xmlns:a16="http://schemas.microsoft.com/office/drawing/2014/main" id="{228F29F2-3050-FE70-134F-E73F38504AB1}"/>
                  </a:ext>
                </a:extLst>
              </p:cNvPr>
              <p:cNvSpPr>
                <a:spLocks noChangeShapeType="1"/>
              </p:cNvSpPr>
              <p:nvPr/>
            </p:nvSpPr>
            <p:spPr bwMode="auto">
              <a:xfrm>
                <a:off x="-301299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211" name="Line 8">
                <a:extLst>
                  <a:ext uri="{FF2B5EF4-FFF2-40B4-BE49-F238E27FC236}">
                    <a16:creationId xmlns:a16="http://schemas.microsoft.com/office/drawing/2014/main" id="{2B4D7691-D637-BE22-0618-823DF9479B90}"/>
                  </a:ext>
                </a:extLst>
              </p:cNvPr>
              <p:cNvSpPr>
                <a:spLocks noChangeShapeType="1"/>
              </p:cNvSpPr>
              <p:nvPr/>
            </p:nvSpPr>
            <p:spPr bwMode="auto">
              <a:xfrm>
                <a:off x="-2938252"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sp>
            <p:nvSpPr>
              <p:cNvPr id="212" name="Line 9">
                <a:extLst>
                  <a:ext uri="{FF2B5EF4-FFF2-40B4-BE49-F238E27FC236}">
                    <a16:creationId xmlns:a16="http://schemas.microsoft.com/office/drawing/2014/main" id="{E9ABD5A3-75D0-9ED3-AE23-5074EA4DA117}"/>
                  </a:ext>
                </a:extLst>
              </p:cNvPr>
              <p:cNvSpPr>
                <a:spLocks noChangeShapeType="1"/>
              </p:cNvSpPr>
              <p:nvPr/>
            </p:nvSpPr>
            <p:spPr bwMode="auto">
              <a:xfrm>
                <a:off x="-2863510" y="2636546"/>
                <a:ext cx="0" cy="90825"/>
              </a:xfrm>
              <a:prstGeom prst="line">
                <a:avLst/>
              </a:prstGeom>
              <a:noFill/>
              <a:ln w="19050" cap="sq">
                <a:solidFill>
                  <a:srgbClr val="0078D3"/>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2F2F2F"/>
                  </a:solidFill>
                  <a:effectLst/>
                  <a:uLnTx/>
                  <a:uFillTx/>
                </a:endParaRPr>
              </a:p>
            </p:txBody>
          </p:sp>
        </p:grpSp>
        <p:sp>
          <p:nvSpPr>
            <p:cNvPr id="202" name="Oval 15">
              <a:extLst>
                <a:ext uri="{FF2B5EF4-FFF2-40B4-BE49-F238E27FC236}">
                  <a16:creationId xmlns:a16="http://schemas.microsoft.com/office/drawing/2014/main" id="{6085FF8F-8E06-02D5-3061-9F7CBE49022B}"/>
                </a:ext>
              </a:extLst>
            </p:cNvPr>
            <p:cNvSpPr/>
            <p:nvPr/>
          </p:nvSpPr>
          <p:spPr bwMode="auto">
            <a:xfrm>
              <a:off x="8067614" y="2499414"/>
              <a:ext cx="328554" cy="328554"/>
            </a:xfrm>
            <a:prstGeom prst="ellipse">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03" name="Freeform 1018">
              <a:extLst>
                <a:ext uri="{FF2B5EF4-FFF2-40B4-BE49-F238E27FC236}">
                  <a16:creationId xmlns:a16="http://schemas.microsoft.com/office/drawing/2014/main" id="{85FB1225-AACF-6263-E9E1-AFE0E632A832}"/>
                </a:ext>
              </a:extLst>
            </p:cNvPr>
            <p:cNvSpPr>
              <a:spLocks/>
            </p:cNvSpPr>
            <p:nvPr/>
          </p:nvSpPr>
          <p:spPr bwMode="auto">
            <a:xfrm>
              <a:off x="8156675"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204" name="Oval 17">
              <a:extLst>
                <a:ext uri="{FF2B5EF4-FFF2-40B4-BE49-F238E27FC236}">
                  <a16:creationId xmlns:a16="http://schemas.microsoft.com/office/drawing/2014/main" id="{EAA7F940-4D54-4A65-27EA-97EDA1E4BA8D}"/>
                </a:ext>
              </a:extLst>
            </p:cNvPr>
            <p:cNvSpPr/>
            <p:nvPr/>
          </p:nvSpPr>
          <p:spPr bwMode="auto">
            <a:xfrm>
              <a:off x="7550498" y="2499414"/>
              <a:ext cx="328554" cy="328554"/>
            </a:xfrm>
            <a:prstGeom prst="ellipse">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05" name="Freeform 1018">
              <a:extLst>
                <a:ext uri="{FF2B5EF4-FFF2-40B4-BE49-F238E27FC236}">
                  <a16:creationId xmlns:a16="http://schemas.microsoft.com/office/drawing/2014/main" id="{6ABEAC8E-C55D-50AA-7EB6-D8F1906BCB38}"/>
                </a:ext>
              </a:extLst>
            </p:cNvPr>
            <p:cNvSpPr>
              <a:spLocks/>
            </p:cNvSpPr>
            <p:nvPr/>
          </p:nvSpPr>
          <p:spPr bwMode="auto">
            <a:xfrm>
              <a:off x="7639560"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sp>
          <p:nvSpPr>
            <p:cNvPr id="206" name="Oval 19">
              <a:extLst>
                <a:ext uri="{FF2B5EF4-FFF2-40B4-BE49-F238E27FC236}">
                  <a16:creationId xmlns:a16="http://schemas.microsoft.com/office/drawing/2014/main" id="{07E7FCC9-989A-0BC8-8935-1835661E737B}"/>
                </a:ext>
              </a:extLst>
            </p:cNvPr>
            <p:cNvSpPr/>
            <p:nvPr/>
          </p:nvSpPr>
          <p:spPr bwMode="auto">
            <a:xfrm>
              <a:off x="7033383" y="2499414"/>
              <a:ext cx="328554" cy="328554"/>
            </a:xfrm>
            <a:prstGeom prst="ellipse">
              <a:avLst/>
            </a:prstGeom>
            <a:solidFill>
              <a:srgbClr val="50E6FF"/>
            </a:solidFill>
            <a:ln w="12700" cap="flat" cmpd="sng" algn="ctr">
              <a:solidFill>
                <a:srgbClr val="0078D4"/>
              </a:solidFill>
              <a:prstDash val="solid"/>
              <a:headEnd type="none" w="med" len="med"/>
              <a:tailEnd type="none" w="med" len="med"/>
            </a:ln>
            <a:effectLst/>
          </p:spPr>
          <p:txBody>
            <a:bodyPr rot="0" spcFirstLastPara="0" vertOverflow="overflow" horzOverflow="overflow" vert="horz" wrap="square" lIns="179235" tIns="143387" rIns="179235" bIns="143387" numCol="1" spcCol="0" rtlCol="0" fromWordArt="0" anchor="t" anchorCtr="0" forceAA="0" compatLnSpc="1">
              <a:prstTxWarp prst="textNoShape">
                <a:avLst/>
              </a:prstTxWarp>
              <a:noAutofit/>
            </a:bodyPr>
            <a:lstStyle/>
            <a:p>
              <a:pPr marL="0" marR="0" lvl="0" indent="0" algn="ctr" defTabSz="913728" eaLnBrk="1" fontAlgn="base" latinLnBrk="0" hangingPunct="1">
                <a:lnSpc>
                  <a:spcPct val="100000"/>
                </a:lnSpc>
                <a:spcBef>
                  <a:spcPct val="0"/>
                </a:spcBef>
                <a:spcAft>
                  <a:spcPct val="0"/>
                </a:spcAft>
                <a:buClrTx/>
                <a:buSzTx/>
                <a:buFontTx/>
                <a:buNone/>
                <a:tabLst/>
                <a:defRPr/>
              </a:pPr>
              <a:endParaRPr kumimoji="0" lang="en-US" sz="2353" b="0" i="0" u="none" strike="noStrike" kern="0" cap="none" spc="0" normalizeH="0" baseline="0" noProof="0" err="1">
                <a:ln>
                  <a:noFill/>
                </a:ln>
                <a:gradFill>
                  <a:gsLst>
                    <a:gs pos="0">
                      <a:srgbClr val="FFFFFF"/>
                    </a:gs>
                    <a:gs pos="100000">
                      <a:srgbClr val="FFFFFF"/>
                    </a:gs>
                  </a:gsLst>
                  <a:lin ang="5400000" scaled="0"/>
                </a:gradFill>
                <a:effectLst/>
                <a:uLnTx/>
                <a:uFillTx/>
                <a:ea typeface="Segoe UI" pitchFamily="34" charset="0"/>
                <a:cs typeface="Segoe UI" pitchFamily="34" charset="0"/>
              </a:endParaRPr>
            </a:p>
          </p:txBody>
        </p:sp>
        <p:sp>
          <p:nvSpPr>
            <p:cNvPr id="207" name="Freeform 1018">
              <a:extLst>
                <a:ext uri="{FF2B5EF4-FFF2-40B4-BE49-F238E27FC236}">
                  <a16:creationId xmlns:a16="http://schemas.microsoft.com/office/drawing/2014/main" id="{0948882C-0D02-BFE1-3026-C3C1B1B482D9}"/>
                </a:ext>
              </a:extLst>
            </p:cNvPr>
            <p:cNvSpPr>
              <a:spLocks/>
            </p:cNvSpPr>
            <p:nvPr/>
          </p:nvSpPr>
          <p:spPr bwMode="auto">
            <a:xfrm>
              <a:off x="7122445" y="2570105"/>
              <a:ext cx="150432" cy="210986"/>
            </a:xfrm>
            <a:custGeom>
              <a:avLst/>
              <a:gdLst>
                <a:gd name="T0" fmla="*/ 102 w 102"/>
                <a:gd name="T1" fmla="*/ 0 h 102"/>
                <a:gd name="T2" fmla="*/ 60 w 102"/>
                <a:gd name="T3" fmla="*/ 0 h 102"/>
                <a:gd name="T4" fmla="*/ 13 w 102"/>
                <a:gd name="T5" fmla="*/ 58 h 102"/>
                <a:gd name="T6" fmla="*/ 38 w 102"/>
                <a:gd name="T7" fmla="*/ 58 h 102"/>
                <a:gd name="T8" fmla="*/ 0 w 102"/>
                <a:gd name="T9" fmla="*/ 102 h 102"/>
                <a:gd name="T10" fmla="*/ 9 w 102"/>
                <a:gd name="T11" fmla="*/ 102 h 102"/>
                <a:gd name="T12" fmla="*/ 92 w 102"/>
                <a:gd name="T13" fmla="*/ 42 h 102"/>
                <a:gd name="T14" fmla="*/ 57 w 102"/>
                <a:gd name="T15" fmla="*/ 42 h 102"/>
                <a:gd name="T16" fmla="*/ 102 w 102"/>
                <a:gd name="T17" fmla="*/ 0 h 102"/>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5588 w 12002"/>
                <a:gd name="connsiteY7" fmla="*/ 4118 h 10000"/>
                <a:gd name="connsiteX8" fmla="*/ 10000 w 12002"/>
                <a:gd name="connsiteY8" fmla="*/ 0 h 10000"/>
                <a:gd name="connsiteX0" fmla="*/ 10000 w 12002"/>
                <a:gd name="connsiteY0" fmla="*/ 0 h 10000"/>
                <a:gd name="connsiteX1" fmla="*/ 5882 w 12002"/>
                <a:gd name="connsiteY1" fmla="*/ 0 h 10000"/>
                <a:gd name="connsiteX2" fmla="*/ 1275 w 12002"/>
                <a:gd name="connsiteY2" fmla="*/ 5686 h 10000"/>
                <a:gd name="connsiteX3" fmla="*/ 3725 w 12002"/>
                <a:gd name="connsiteY3" fmla="*/ 5686 h 10000"/>
                <a:gd name="connsiteX4" fmla="*/ 0 w 12002"/>
                <a:gd name="connsiteY4" fmla="*/ 10000 h 10000"/>
                <a:gd name="connsiteX5" fmla="*/ 882 w 12002"/>
                <a:gd name="connsiteY5" fmla="*/ 10000 h 10000"/>
                <a:gd name="connsiteX6" fmla="*/ 12002 w 12002"/>
                <a:gd name="connsiteY6" fmla="*/ 3237 h 10000"/>
                <a:gd name="connsiteX7" fmla="*/ 7847 w 12002"/>
                <a:gd name="connsiteY7" fmla="*/ 2837 h 10000"/>
                <a:gd name="connsiteX8" fmla="*/ 10000 w 12002"/>
                <a:gd name="connsiteY8" fmla="*/ 0 h 10000"/>
                <a:gd name="connsiteX0" fmla="*/ 10000 w 12002"/>
                <a:gd name="connsiteY0" fmla="*/ 0 h 11041"/>
                <a:gd name="connsiteX1" fmla="*/ 5882 w 12002"/>
                <a:gd name="connsiteY1" fmla="*/ 0 h 11041"/>
                <a:gd name="connsiteX2" fmla="*/ 1275 w 12002"/>
                <a:gd name="connsiteY2" fmla="*/ 5686 h 11041"/>
                <a:gd name="connsiteX3" fmla="*/ 3725 w 12002"/>
                <a:gd name="connsiteY3" fmla="*/ 5686 h 11041"/>
                <a:gd name="connsiteX4" fmla="*/ 0 w 12002"/>
                <a:gd name="connsiteY4" fmla="*/ 10000 h 11041"/>
                <a:gd name="connsiteX5" fmla="*/ 5943 w 12002"/>
                <a:gd name="connsiteY5" fmla="*/ 11041 h 11041"/>
                <a:gd name="connsiteX6" fmla="*/ 12002 w 12002"/>
                <a:gd name="connsiteY6" fmla="*/ 3237 h 11041"/>
                <a:gd name="connsiteX7" fmla="*/ 7847 w 12002"/>
                <a:gd name="connsiteY7" fmla="*/ 2837 h 11041"/>
                <a:gd name="connsiteX8" fmla="*/ 10000 w 12002"/>
                <a:gd name="connsiteY8" fmla="*/ 0 h 11041"/>
                <a:gd name="connsiteX0" fmla="*/ 8725 w 10727"/>
                <a:gd name="connsiteY0" fmla="*/ 0 h 11041"/>
                <a:gd name="connsiteX1" fmla="*/ 4607 w 10727"/>
                <a:gd name="connsiteY1" fmla="*/ 0 h 11041"/>
                <a:gd name="connsiteX2" fmla="*/ 0 w 10727"/>
                <a:gd name="connsiteY2" fmla="*/ 5686 h 11041"/>
                <a:gd name="connsiteX3" fmla="*/ 245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725 w 10727"/>
                <a:gd name="connsiteY0" fmla="*/ 0 h 11041"/>
                <a:gd name="connsiteX1" fmla="*/ 4607 w 10727"/>
                <a:gd name="connsiteY1" fmla="*/ 0 h 11041"/>
                <a:gd name="connsiteX2" fmla="*/ 0 w 10727"/>
                <a:gd name="connsiteY2" fmla="*/ 5686 h 11041"/>
                <a:gd name="connsiteX3" fmla="*/ 4890 w 10727"/>
                <a:gd name="connsiteY3" fmla="*/ 5686 h 11041"/>
                <a:gd name="connsiteX4" fmla="*/ 4668 w 10727"/>
                <a:gd name="connsiteY4" fmla="*/ 11041 h 11041"/>
                <a:gd name="connsiteX5" fmla="*/ 10727 w 10727"/>
                <a:gd name="connsiteY5" fmla="*/ 3237 h 11041"/>
                <a:gd name="connsiteX6" fmla="*/ 6572 w 10727"/>
                <a:gd name="connsiteY6" fmla="*/ 2837 h 11041"/>
                <a:gd name="connsiteX7" fmla="*/ 8725 w 10727"/>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 name="connsiteX0" fmla="*/ 8454 w 10456"/>
                <a:gd name="connsiteY0" fmla="*/ 0 h 11041"/>
                <a:gd name="connsiteX1" fmla="*/ 4336 w 10456"/>
                <a:gd name="connsiteY1" fmla="*/ 0 h 11041"/>
                <a:gd name="connsiteX2" fmla="*/ 0 w 10456"/>
                <a:gd name="connsiteY2" fmla="*/ 5686 h 11041"/>
                <a:gd name="connsiteX3" fmla="*/ 4619 w 10456"/>
                <a:gd name="connsiteY3" fmla="*/ 5686 h 11041"/>
                <a:gd name="connsiteX4" fmla="*/ 4397 w 10456"/>
                <a:gd name="connsiteY4" fmla="*/ 11041 h 11041"/>
                <a:gd name="connsiteX5" fmla="*/ 10456 w 10456"/>
                <a:gd name="connsiteY5" fmla="*/ 3237 h 11041"/>
                <a:gd name="connsiteX6" fmla="*/ 6301 w 10456"/>
                <a:gd name="connsiteY6" fmla="*/ 2837 h 11041"/>
                <a:gd name="connsiteX7" fmla="*/ 8454 w 10456"/>
                <a:gd name="connsiteY7" fmla="*/ 0 h 11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56" h="11041">
                  <a:moveTo>
                    <a:pt x="8454" y="0"/>
                  </a:moveTo>
                  <a:lnTo>
                    <a:pt x="4336" y="0"/>
                  </a:lnTo>
                  <a:cubicBezTo>
                    <a:pt x="2891" y="1895"/>
                    <a:pt x="1716" y="3070"/>
                    <a:pt x="0" y="5686"/>
                  </a:cubicBezTo>
                  <a:lnTo>
                    <a:pt x="4619" y="5686"/>
                  </a:lnTo>
                  <a:lnTo>
                    <a:pt x="4397" y="11041"/>
                  </a:lnTo>
                  <a:lnTo>
                    <a:pt x="10456" y="3237"/>
                  </a:lnTo>
                  <a:lnTo>
                    <a:pt x="6301" y="2837"/>
                  </a:lnTo>
                  <a:lnTo>
                    <a:pt x="8454" y="0"/>
                  </a:lnTo>
                  <a:close/>
                </a:path>
              </a:pathLst>
            </a:custGeom>
            <a:solidFill>
              <a:srgbClr val="0078D3"/>
            </a:solidFill>
            <a:ln>
              <a:noFill/>
            </a:ln>
          </p:spPr>
          <p:txBody>
            <a:bodyPr vert="horz" wrap="square" lIns="89617" tIns="44808" rIns="89617" bIns="44808" numCol="1" anchor="t" anchorCtr="0" compatLnSpc="1">
              <a:prstTxWarp prst="textNoShape">
                <a:avLst/>
              </a:prstTxWarp>
            </a:bodyPr>
            <a:lstStyle/>
            <a:p>
              <a:pPr marL="0" marR="0" lvl="0" indent="0" defTabSz="913993"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3C3C41"/>
                </a:solidFill>
                <a:effectLst/>
                <a:uLnTx/>
                <a:uFillTx/>
              </a:endParaRPr>
            </a:p>
          </p:txBody>
        </p:sp>
      </p:grpSp>
      <p:sp>
        <p:nvSpPr>
          <p:cNvPr id="235" name="Rectangle 218">
            <a:extLst>
              <a:ext uri="{FF2B5EF4-FFF2-40B4-BE49-F238E27FC236}">
                <a16:creationId xmlns:a16="http://schemas.microsoft.com/office/drawing/2014/main" id="{8CCCCEBE-E7B2-C1FD-35DC-A9B8699027B6}"/>
              </a:ext>
            </a:extLst>
          </p:cNvPr>
          <p:cNvSpPr/>
          <p:nvPr/>
        </p:nvSpPr>
        <p:spPr>
          <a:xfrm>
            <a:off x="4054584" y="2460172"/>
            <a:ext cx="5797699" cy="4366906"/>
          </a:xfrm>
          <a:prstGeom prst="rect">
            <a:avLst/>
          </a:prstGeom>
          <a:noFill/>
          <a:ln w="22225" cap="flat" cmpd="sng" algn="ctr">
            <a:solidFill>
              <a:srgbClr val="EE0000"/>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377"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Segoe UI"/>
              <a:ea typeface="+mn-ea"/>
              <a:cs typeface="+mn-cs"/>
            </a:endParaRPr>
          </a:p>
        </p:txBody>
      </p:sp>
      <p:sp>
        <p:nvSpPr>
          <p:cNvPr id="236" name="テキスト プレースホルダー 1">
            <a:extLst>
              <a:ext uri="{FF2B5EF4-FFF2-40B4-BE49-F238E27FC236}">
                <a16:creationId xmlns:a16="http://schemas.microsoft.com/office/drawing/2014/main" id="{999EA0DA-DF60-C180-330A-8C078EA62583}"/>
              </a:ext>
            </a:extLst>
          </p:cNvPr>
          <p:cNvSpPr txBox="1">
            <a:spLocks/>
          </p:cNvSpPr>
          <p:nvPr/>
        </p:nvSpPr>
        <p:spPr>
          <a:xfrm>
            <a:off x="5066953" y="2040944"/>
            <a:ext cx="3962699" cy="427256"/>
          </a:xfrm>
          <a:prstGeom prst="rect">
            <a:avLst/>
          </a:prstGeom>
        </p:spPr>
        <p:txBody>
          <a:bodyPr vert="horz" wrap="square" lIns="143428" tIns="89642" rIns="143428" bIns="89642" rtlCol="0">
            <a:spAutoFit/>
          </a:bodyPr>
          <a:lstStyle>
            <a:lvl1pPr marL="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4000" kern="1200" spc="0" baseline="0">
                <a:gradFill>
                  <a:gsLst>
                    <a:gs pos="1250">
                      <a:schemeClr val="tx2"/>
                    </a:gs>
                    <a:gs pos="99000">
                      <a:schemeClr val="tx2"/>
                    </a:gs>
                  </a:gsLst>
                  <a:lin ang="5400000" scaled="0"/>
                </a:gradFill>
                <a:latin typeface="+mn-lt"/>
                <a:ea typeface="+mn-ea"/>
                <a:cs typeface="+mn-cs"/>
              </a:defRPr>
            </a:lvl1pPr>
            <a:lvl2pPr marL="0" marR="0" indent="0" algn="l" defTabSz="932742" rtl="0" eaLnBrk="1" fontAlgn="auto" latinLnBrk="0" hangingPunct="1">
              <a:lnSpc>
                <a:spcPct val="100000"/>
              </a:lnSpc>
              <a:spcBef>
                <a:spcPts val="600"/>
              </a:spcBef>
              <a:spcAft>
                <a:spcPts val="0"/>
              </a:spcAft>
              <a:buClrTx/>
              <a:buSzPct val="90000"/>
              <a:buFontTx/>
              <a:buNone/>
              <a:tabLst>
                <a:tab pos="1349375" algn="l"/>
              </a:tabLst>
              <a:defRPr kumimoji="1" sz="2800" kern="1200" spc="0" baseline="0">
                <a:gradFill>
                  <a:gsLst>
                    <a:gs pos="1250">
                      <a:schemeClr val="tx1"/>
                    </a:gs>
                    <a:gs pos="100000">
                      <a:schemeClr val="tx1"/>
                    </a:gs>
                  </a:gsLst>
                  <a:lin ang="5400000" scaled="0"/>
                </a:gradFill>
                <a:latin typeface="+mn-lt"/>
                <a:ea typeface="+mn-ea"/>
                <a:cs typeface="+mn-cs"/>
              </a:defRPr>
            </a:lvl2pPr>
            <a:lvl3pPr marL="2286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400" kern="1200" spc="0" baseline="0">
                <a:gradFill>
                  <a:gsLst>
                    <a:gs pos="1250">
                      <a:schemeClr val="tx1"/>
                    </a:gs>
                    <a:gs pos="100000">
                      <a:schemeClr val="tx1"/>
                    </a:gs>
                  </a:gsLst>
                  <a:lin ang="5400000" scaled="0"/>
                </a:gradFill>
                <a:latin typeface="+mn-lt"/>
                <a:ea typeface="+mn-ea"/>
                <a:cs typeface="+mn-cs"/>
              </a:defRPr>
            </a:lvl3pPr>
            <a:lvl4pPr marL="4572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4pPr>
            <a:lvl5pPr marL="685800" marR="0" indent="0" algn="l" defTabSz="932742" rtl="0" eaLnBrk="1" fontAlgn="auto" latinLnBrk="0" hangingPunct="1">
              <a:lnSpc>
                <a:spcPct val="100000"/>
              </a:lnSpc>
              <a:spcBef>
                <a:spcPts val="600"/>
              </a:spcBef>
              <a:spcAft>
                <a:spcPts val="0"/>
              </a:spcAft>
              <a:buClrTx/>
              <a:buSzPct val="90000"/>
              <a:buFont typeface="Arial" pitchFamily="34" charset="0"/>
              <a:buNone/>
              <a:tabLst/>
              <a:defRPr kumimoji="1"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algn="ctr" defTabSz="914367">
              <a:spcBef>
                <a:spcPts val="588"/>
              </a:spcBef>
            </a:pPr>
            <a:r>
              <a:rPr lang="ja-JP" altLang="en-US" sz="1600" dirty="0">
                <a:solidFill>
                  <a:srgbClr val="EE0000"/>
                </a:solidFill>
                <a:latin typeface="+mj-lt"/>
                <a:ea typeface="Yu Gothic UI" panose="020B0500000000000000" pitchFamily="50" charset="-128"/>
              </a:rPr>
              <a:t>通常はこの </a:t>
            </a:r>
            <a:r>
              <a:rPr lang="en-US" altLang="ja-JP" sz="1600" dirty="0">
                <a:solidFill>
                  <a:srgbClr val="EE0000"/>
                </a:solidFill>
                <a:latin typeface="+mj-lt"/>
                <a:ea typeface="Yu Gothic UI" panose="020B0500000000000000" pitchFamily="50" charset="-128"/>
              </a:rPr>
              <a:t>3 </a:t>
            </a:r>
            <a:r>
              <a:rPr lang="ja-JP" altLang="en-US" sz="1600" dirty="0">
                <a:solidFill>
                  <a:srgbClr val="EE0000"/>
                </a:solidFill>
                <a:latin typeface="+mj-lt"/>
                <a:ea typeface="Yu Gothic UI" panose="020B0500000000000000" pitchFamily="50" charset="-128"/>
              </a:rPr>
              <a:t>つを使用</a:t>
            </a:r>
            <a:endParaRPr lang="en-US" altLang="ja-JP" sz="1600" dirty="0">
              <a:solidFill>
                <a:srgbClr val="EE0000"/>
              </a:solidFill>
              <a:latin typeface="+mj-lt"/>
              <a:ea typeface="Yu Gothic UI" panose="020B0500000000000000" pitchFamily="50" charset="-128"/>
            </a:endParaRPr>
          </a:p>
        </p:txBody>
      </p:sp>
      <p:sp>
        <p:nvSpPr>
          <p:cNvPr id="237" name="Rectangle 6">
            <a:extLst>
              <a:ext uri="{FF2B5EF4-FFF2-40B4-BE49-F238E27FC236}">
                <a16:creationId xmlns:a16="http://schemas.microsoft.com/office/drawing/2014/main" id="{B2A4A38C-6E0D-11BB-A4D6-55ACB8C54AD7}"/>
              </a:ext>
            </a:extLst>
          </p:cNvPr>
          <p:cNvSpPr/>
          <p:nvPr/>
        </p:nvSpPr>
        <p:spPr>
          <a:xfrm>
            <a:off x="1014228" y="4319252"/>
            <a:ext cx="1113143" cy="565483"/>
          </a:xfrm>
          <a:prstGeom prst="rect">
            <a:avLst/>
          </a:prstGeom>
          <a:solidFill>
            <a:srgbClr val="E6E6E6">
              <a:lumMod val="90000"/>
            </a:srgbClr>
          </a:solidFill>
        </p:spPr>
        <p:txBody>
          <a:bodyPr wrap="square" lIns="91427" tIns="45713" rIns="91427" bIns="45713" anchor="ctr" anchorCtr="0">
            <a:noAutofit/>
          </a:bodyPr>
          <a:lstStyle/>
          <a:p>
            <a:pPr marL="0" marR="0" lvl="0" indent="0" algn="ctr" defTabSz="895987" eaLnBrk="1" fontAlgn="auto" latinLnBrk="0" hangingPunct="1">
              <a:lnSpc>
                <a:spcPct val="100000"/>
              </a:lnSpc>
              <a:spcBef>
                <a:spcPts val="575"/>
              </a:spcBef>
              <a:spcAft>
                <a:spcPts val="575"/>
              </a:spcAft>
              <a:buClrTx/>
              <a:buSzTx/>
              <a:buFontTx/>
              <a:buNone/>
              <a:tabLst/>
              <a:defRPr/>
            </a:pPr>
            <a:r>
              <a:rPr kumimoji="0" lang="ja-JP" altLang="en-US" sz="1400" b="0" i="0" u="none" strike="noStrike" kern="0" cap="none" spc="0" normalizeH="0" baseline="0" noProof="0" dirty="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rPr>
              <a:t>用途</a:t>
            </a:r>
            <a:endParaRPr kumimoji="0" lang="en-US" sz="1400" b="0" i="0" u="none" strike="noStrike" kern="0" cap="none" spc="0" normalizeH="0" baseline="0" noProof="0" dirty="0">
              <a:ln>
                <a:noFill/>
              </a:ln>
              <a:solidFill>
                <a:srgbClr val="000000"/>
              </a:solidFill>
              <a:effectLst/>
              <a:uLnTx/>
              <a:uFillTx/>
              <a:latin typeface="Yu Gothic UI Semibold" panose="020B0700000000000000" pitchFamily="50" charset="-128"/>
              <a:ea typeface="Yu Gothic UI Semibold" panose="020B0700000000000000" pitchFamily="50" charset="-128"/>
              <a:cs typeface="Segoe UI Semibold" panose="020B0702040204020203" pitchFamily="34" charset="0"/>
            </a:endParaRPr>
          </a:p>
        </p:txBody>
      </p:sp>
      <p:sp>
        <p:nvSpPr>
          <p:cNvPr id="238" name="TextBox 51">
            <a:extLst>
              <a:ext uri="{FF2B5EF4-FFF2-40B4-BE49-F238E27FC236}">
                <a16:creationId xmlns:a16="http://schemas.microsoft.com/office/drawing/2014/main" id="{D4CD6063-5EE1-B776-5471-8F0E2532EA2B}"/>
              </a:ext>
            </a:extLst>
          </p:cNvPr>
          <p:cNvSpPr txBox="1"/>
          <p:nvPr/>
        </p:nvSpPr>
        <p:spPr>
          <a:xfrm>
            <a:off x="6011358" y="4319252"/>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lvl="0" defTabSz="895987">
              <a:lnSpc>
                <a:spcPct val="100000"/>
              </a:lnSpc>
              <a:spcAft>
                <a:spcPts val="295"/>
              </a:spcAft>
              <a:defRPr/>
            </a:pPr>
            <a:r>
              <a:rPr lang="en-US" altLang="ja-JP" sz="1400" kern="0" dirty="0">
                <a:solidFill>
                  <a:schemeClr val="tx1"/>
                </a:solidFill>
                <a:latin typeface="Segoe UI"/>
              </a:rPr>
              <a:t>OS</a:t>
            </a:r>
            <a:r>
              <a:rPr lang="ja-JP" altLang="en-US" sz="1400" kern="0" dirty="0">
                <a:solidFill>
                  <a:schemeClr val="tx1"/>
                </a:solidFill>
                <a:latin typeface="Segoe UI"/>
              </a:rPr>
              <a:t>ディスク</a:t>
            </a:r>
            <a:endParaRPr lang="en-US" altLang="ja-JP" sz="1400" kern="0" dirty="0">
              <a:solidFill>
                <a:schemeClr val="tx1"/>
              </a:solidFill>
              <a:latin typeface="Segoe UI"/>
            </a:endParaRPr>
          </a:p>
          <a:p>
            <a:pPr lvl="0" defTabSz="895987">
              <a:lnSpc>
                <a:spcPct val="100000"/>
              </a:lnSpc>
              <a:spcAft>
                <a:spcPts val="295"/>
              </a:spcAft>
              <a:defRPr/>
            </a:pPr>
            <a:r>
              <a:rPr lang="ja-JP" altLang="en-US" sz="1400" kern="0" dirty="0">
                <a:solidFill>
                  <a:schemeClr val="tx1"/>
                </a:solidFill>
                <a:latin typeface="Segoe UI"/>
              </a:rPr>
              <a:t>データディスク</a:t>
            </a:r>
            <a:endParaRPr lang="en-US" altLang="ja-JP" sz="1400" kern="0" dirty="0">
              <a:solidFill>
                <a:schemeClr val="tx1"/>
              </a:solidFill>
              <a:latin typeface="Segoe UI"/>
            </a:endParaRPr>
          </a:p>
        </p:txBody>
      </p:sp>
      <p:sp>
        <p:nvSpPr>
          <p:cNvPr id="239" name="TextBox 56">
            <a:extLst>
              <a:ext uri="{FF2B5EF4-FFF2-40B4-BE49-F238E27FC236}">
                <a16:creationId xmlns:a16="http://schemas.microsoft.com/office/drawing/2014/main" id="{6FAAD971-E78A-538F-7615-DCD24746D263}"/>
              </a:ext>
            </a:extLst>
          </p:cNvPr>
          <p:cNvSpPr txBox="1"/>
          <p:nvPr/>
        </p:nvSpPr>
        <p:spPr>
          <a:xfrm>
            <a:off x="4104063" y="4319251"/>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lvl="0" defTabSz="895987">
              <a:lnSpc>
                <a:spcPct val="100000"/>
              </a:lnSpc>
              <a:spcAft>
                <a:spcPts val="295"/>
              </a:spcAft>
              <a:defRPr/>
            </a:pPr>
            <a:r>
              <a:rPr lang="en-US" altLang="ja-JP" sz="1400" kern="0" dirty="0">
                <a:solidFill>
                  <a:schemeClr val="tx1"/>
                </a:solidFill>
                <a:latin typeface="Segoe UI"/>
              </a:rPr>
              <a:t>OS</a:t>
            </a:r>
            <a:r>
              <a:rPr lang="ja-JP" altLang="en-US" sz="1400" kern="0" dirty="0">
                <a:solidFill>
                  <a:schemeClr val="tx1"/>
                </a:solidFill>
                <a:latin typeface="Segoe UI"/>
              </a:rPr>
              <a:t>ディスク</a:t>
            </a:r>
            <a:endParaRPr lang="en-US" altLang="ja-JP" sz="1400" kern="0" dirty="0">
              <a:solidFill>
                <a:schemeClr val="tx1"/>
              </a:solidFill>
              <a:latin typeface="Segoe UI"/>
            </a:endParaRPr>
          </a:p>
          <a:p>
            <a:pPr lvl="0" defTabSz="895987">
              <a:lnSpc>
                <a:spcPct val="100000"/>
              </a:lnSpc>
              <a:spcAft>
                <a:spcPts val="295"/>
              </a:spcAft>
              <a:defRPr/>
            </a:pPr>
            <a:r>
              <a:rPr lang="ja-JP" altLang="en-US" sz="1400" kern="0" dirty="0">
                <a:solidFill>
                  <a:schemeClr val="tx1"/>
                </a:solidFill>
                <a:latin typeface="Segoe UI"/>
              </a:rPr>
              <a:t>データディスク</a:t>
            </a:r>
            <a:endParaRPr lang="en-US" altLang="ja-JP" sz="1400" kern="0" dirty="0">
              <a:solidFill>
                <a:schemeClr val="tx1"/>
              </a:solidFill>
              <a:latin typeface="Segoe UI"/>
            </a:endParaRPr>
          </a:p>
        </p:txBody>
      </p:sp>
      <p:sp>
        <p:nvSpPr>
          <p:cNvPr id="240" name="TextBox 61">
            <a:extLst>
              <a:ext uri="{FF2B5EF4-FFF2-40B4-BE49-F238E27FC236}">
                <a16:creationId xmlns:a16="http://schemas.microsoft.com/office/drawing/2014/main" id="{4C8B484C-E4FB-5339-4B2C-4941FF8BFE2F}"/>
              </a:ext>
            </a:extLst>
          </p:cNvPr>
          <p:cNvSpPr txBox="1"/>
          <p:nvPr/>
        </p:nvSpPr>
        <p:spPr>
          <a:xfrm>
            <a:off x="2201775" y="4319251"/>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marL="0" marR="0" lvl="0" indent="0" algn="ctr" defTabSz="895987" eaLnBrk="1" fontAlgn="base" latinLnBrk="0" hangingPunct="1">
              <a:lnSpc>
                <a:spcPct val="100000"/>
              </a:lnSpc>
              <a:spcBef>
                <a:spcPts val="0"/>
              </a:spcBef>
              <a:spcAft>
                <a:spcPts val="295"/>
              </a:spcAft>
              <a:buClrTx/>
              <a:buSzTx/>
              <a:buFontTx/>
              <a:buNone/>
              <a:tabLst/>
              <a:defRPr/>
            </a:pPr>
            <a:r>
              <a:rPr kumimoji="0" lang="en-US" sz="1400" b="0" i="0" u="none" strike="noStrike" kern="0" cap="none" spc="0" normalizeH="0" baseline="0" noProof="0" dirty="0">
                <a:ln>
                  <a:noFill/>
                </a:ln>
                <a:solidFill>
                  <a:schemeClr val="tx1"/>
                </a:solidFill>
                <a:effectLst/>
                <a:uLnTx/>
                <a:uFillTx/>
                <a:latin typeface="Segoe UI"/>
                <a:cs typeface="Segoe UI" panose="020B0502040204020203" pitchFamily="34" charset="0"/>
              </a:rPr>
              <a:t>OS</a:t>
            </a:r>
            <a:r>
              <a:rPr kumimoji="0" lang="ja-JP" altLang="en-US" sz="1400" b="0" i="0" u="none" strike="noStrike" kern="0" cap="none" spc="0" normalizeH="0" baseline="0" noProof="0" dirty="0">
                <a:ln>
                  <a:noFill/>
                </a:ln>
                <a:solidFill>
                  <a:schemeClr val="tx1"/>
                </a:solidFill>
                <a:effectLst/>
                <a:uLnTx/>
                <a:uFillTx/>
                <a:latin typeface="Segoe UI"/>
                <a:cs typeface="Segoe UI" panose="020B0502040204020203" pitchFamily="34" charset="0"/>
              </a:rPr>
              <a:t>ディスク</a:t>
            </a:r>
            <a:endParaRPr kumimoji="0" lang="en-US" altLang="ja-JP" sz="1400" b="0" i="0" u="none" strike="noStrike" kern="0" cap="none" spc="0" normalizeH="0" baseline="0" noProof="0" dirty="0">
              <a:ln>
                <a:noFill/>
              </a:ln>
              <a:solidFill>
                <a:schemeClr val="tx1"/>
              </a:solidFill>
              <a:effectLst/>
              <a:uLnTx/>
              <a:uFillTx/>
              <a:latin typeface="Segoe UI"/>
              <a:cs typeface="Segoe UI" panose="020B0502040204020203" pitchFamily="34" charset="0"/>
            </a:endParaRPr>
          </a:p>
          <a:p>
            <a:pPr marL="0" marR="0" lvl="0" indent="0" algn="ctr" defTabSz="895987" eaLnBrk="1" fontAlgn="base" latinLnBrk="0" hangingPunct="1">
              <a:lnSpc>
                <a:spcPct val="100000"/>
              </a:lnSpc>
              <a:spcBef>
                <a:spcPts val="0"/>
              </a:spcBef>
              <a:spcAft>
                <a:spcPts val="295"/>
              </a:spcAft>
              <a:buClrTx/>
              <a:buSzTx/>
              <a:buFontTx/>
              <a:buNone/>
              <a:tabLst/>
              <a:defRPr/>
            </a:pPr>
            <a:r>
              <a:rPr lang="ja-JP" altLang="en-US" sz="1400" kern="0" dirty="0">
                <a:solidFill>
                  <a:schemeClr val="tx1"/>
                </a:solidFill>
                <a:latin typeface="Segoe UI"/>
              </a:rPr>
              <a:t>データディスク</a:t>
            </a:r>
            <a:endParaRPr kumimoji="0" lang="en-US" sz="1400" b="0" i="0" u="none" strike="noStrike" kern="0" cap="none" spc="0" normalizeH="0" baseline="0" noProof="0" dirty="0">
              <a:ln>
                <a:noFill/>
              </a:ln>
              <a:solidFill>
                <a:schemeClr val="tx1"/>
              </a:solidFill>
              <a:effectLst/>
              <a:uLnTx/>
              <a:uFillTx/>
              <a:latin typeface="Segoe UI"/>
              <a:cs typeface="Segoe UI" panose="020B0502040204020203" pitchFamily="34" charset="0"/>
            </a:endParaRPr>
          </a:p>
        </p:txBody>
      </p:sp>
      <p:sp>
        <p:nvSpPr>
          <p:cNvPr id="241" name="TextBox 128">
            <a:extLst>
              <a:ext uri="{FF2B5EF4-FFF2-40B4-BE49-F238E27FC236}">
                <a16:creationId xmlns:a16="http://schemas.microsoft.com/office/drawing/2014/main" id="{FE221549-EB17-3814-BF48-CEE8649B97DD}"/>
              </a:ext>
            </a:extLst>
          </p:cNvPr>
          <p:cNvSpPr txBox="1"/>
          <p:nvPr/>
        </p:nvSpPr>
        <p:spPr>
          <a:xfrm>
            <a:off x="9889925" y="4319252"/>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lvl="0" defTabSz="895987">
              <a:lnSpc>
                <a:spcPct val="100000"/>
              </a:lnSpc>
              <a:spcAft>
                <a:spcPts val="295"/>
              </a:spcAft>
              <a:defRPr/>
            </a:pPr>
            <a:r>
              <a:rPr lang="ja-JP" altLang="en-US" sz="1400" kern="0" dirty="0">
                <a:solidFill>
                  <a:schemeClr val="tx1"/>
                </a:solidFill>
                <a:latin typeface="Segoe UI"/>
              </a:rPr>
              <a:t>データディスク</a:t>
            </a:r>
            <a:endParaRPr lang="en-US" altLang="ja-JP" sz="1400" kern="0" dirty="0">
              <a:solidFill>
                <a:schemeClr val="tx1"/>
              </a:solidFill>
              <a:latin typeface="Segoe UI"/>
            </a:endParaRPr>
          </a:p>
        </p:txBody>
      </p:sp>
      <p:sp>
        <p:nvSpPr>
          <p:cNvPr id="242" name="TextBox 128">
            <a:extLst>
              <a:ext uri="{FF2B5EF4-FFF2-40B4-BE49-F238E27FC236}">
                <a16:creationId xmlns:a16="http://schemas.microsoft.com/office/drawing/2014/main" id="{3BFAD9A3-4637-F5A1-BC3B-1DF214F76E47}"/>
              </a:ext>
            </a:extLst>
          </p:cNvPr>
          <p:cNvSpPr txBox="1"/>
          <p:nvPr/>
        </p:nvSpPr>
        <p:spPr>
          <a:xfrm>
            <a:off x="7959227" y="4319252"/>
            <a:ext cx="1838715" cy="565483"/>
          </a:xfrm>
          <a:prstGeom prst="rect">
            <a:avLst/>
          </a:prstGeom>
          <a:solidFill>
            <a:srgbClr val="FFFFFF">
              <a:alpha val="40000"/>
            </a:srgbClr>
          </a:solidFill>
          <a:ln>
            <a:solidFill>
              <a:schemeClr val="tx1"/>
            </a:solidFill>
          </a:ln>
        </p:spPr>
        <p:txBody>
          <a:bodyPr wrap="square" lIns="91427" tIns="45713" rIns="91427" bIns="45713" rtlCol="0" anchor="ctr" anchorCtr="0">
            <a:noAutofit/>
          </a:bodyPr>
          <a:lstStyle>
            <a:defPPr>
              <a:defRPr lang="en-US"/>
            </a:defPPr>
            <a:lvl1pPr marR="0" lvl="0" indent="0" algn="ctr" defTabSz="914367" fontAlgn="base">
              <a:lnSpc>
                <a:spcPct val="90000"/>
              </a:lnSpc>
              <a:spcBef>
                <a:spcPts val="0"/>
              </a:spcBef>
              <a:spcAft>
                <a:spcPts val="294"/>
              </a:spcAft>
              <a:buClrTx/>
              <a:buSzTx/>
              <a:buFontTx/>
              <a:buNone/>
              <a:tabLst/>
              <a:defRPr kumimoji="0" sz="1200" b="0" i="0" u="none" strike="noStrike" cap="none" spc="0" normalizeH="0" baseline="0">
                <a:ln>
                  <a:noFill/>
                </a:ln>
                <a:gradFill>
                  <a:gsLst>
                    <a:gs pos="88021">
                      <a:srgbClr val="0078D7"/>
                    </a:gs>
                    <a:gs pos="78761">
                      <a:srgbClr val="0078D7"/>
                    </a:gs>
                  </a:gsLst>
                  <a:lin ang="5400000" scaled="0"/>
                </a:gradFill>
                <a:effectLst/>
                <a:uLnTx/>
                <a:uFillTx/>
                <a:latin typeface="+mj-lt"/>
                <a:cs typeface="Segoe UI" panose="020B0502040204020203" pitchFamily="34" charset="0"/>
              </a:defRPr>
            </a:lvl1pPr>
          </a:lstStyle>
          <a:p>
            <a:pPr lvl="0" defTabSz="895987">
              <a:lnSpc>
                <a:spcPct val="100000"/>
              </a:lnSpc>
              <a:spcAft>
                <a:spcPts val="295"/>
              </a:spcAft>
              <a:defRPr/>
            </a:pPr>
            <a:r>
              <a:rPr lang="ja-JP" altLang="en-US" sz="1400" kern="0" dirty="0">
                <a:solidFill>
                  <a:schemeClr val="tx1"/>
                </a:solidFill>
                <a:latin typeface="Segoe UI"/>
              </a:rPr>
              <a:t>データディスク</a:t>
            </a:r>
            <a:endParaRPr lang="en-US" altLang="ja-JP" sz="1400" kern="0" dirty="0">
              <a:solidFill>
                <a:schemeClr val="tx1"/>
              </a:solidFill>
              <a:latin typeface="Segoe UI"/>
            </a:endParaRPr>
          </a:p>
        </p:txBody>
      </p:sp>
    </p:spTree>
    <p:extLst>
      <p:ext uri="{BB962C8B-B14F-4D97-AF65-F5344CB8AC3E}">
        <p14:creationId xmlns:p14="http://schemas.microsoft.com/office/powerpoint/2010/main" val="13363173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正方形/長方形 17">
            <a:extLst>
              <a:ext uri="{FF2B5EF4-FFF2-40B4-BE49-F238E27FC236}">
                <a16:creationId xmlns:a16="http://schemas.microsoft.com/office/drawing/2014/main" id="{35782B5B-C10E-400A-8B9C-737F580E1094}"/>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NIC と IP アドレス</a:t>
            </a:r>
          </a:p>
        </p:txBody>
      </p:sp>
      <p:sp>
        <p:nvSpPr>
          <p:cNvPr id="2" name="正方形/長方形 1">
            <a:extLst>
              <a:ext uri="{FF2B5EF4-FFF2-40B4-BE49-F238E27FC236}">
                <a16:creationId xmlns:a16="http://schemas.microsoft.com/office/drawing/2014/main" id="{497472B0-99DD-48C1-A1BD-BA2C9CBDDA6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70F24166-CE42-4ACA-8572-52785B2F1C32}"/>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09</a:t>
            </a:r>
          </a:p>
        </p:txBody>
      </p:sp>
      <p:sp>
        <p:nvSpPr>
          <p:cNvPr id="4" name="正方形/長方形 3">
            <a:extLst>
              <a:ext uri="{FF2B5EF4-FFF2-40B4-BE49-F238E27FC236}">
                <a16:creationId xmlns:a16="http://schemas.microsoft.com/office/drawing/2014/main" id="{E56C8572-BE07-4299-865B-2F9D7E5D57AD}"/>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9967C91D-CCB8-4D7C-BDC5-712FAE077797}"/>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VM がネットワークに参加するには NIC が必要です。Private IP は VNet 内の住所、Public IP はインターネット側からアクセスするための宛先です。</a:t>
            </a:r>
          </a:p>
        </p:txBody>
      </p:sp>
      <p:sp>
        <p:nvSpPr>
          <p:cNvPr id="17" name="正方形/長方形 16">
            <a:extLst>
              <a:ext uri="{FF2B5EF4-FFF2-40B4-BE49-F238E27FC236}">
                <a16:creationId xmlns:a16="http://schemas.microsoft.com/office/drawing/2014/main" id="{0BBF42A1-95EE-43C4-A36A-C8C8E42283F9}"/>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9 / 46</a:t>
            </a:r>
          </a:p>
        </p:txBody>
      </p:sp>
      <p:sp>
        <p:nvSpPr>
          <p:cNvPr id="19" name="正方形/長方形 18">
            <a:extLst>
              <a:ext uri="{FF2B5EF4-FFF2-40B4-BE49-F238E27FC236}">
                <a16:creationId xmlns:a16="http://schemas.microsoft.com/office/drawing/2014/main" id="{ACA2B11A-FC3B-856E-F282-EC01958EE31B}"/>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20" name="角丸四角形 19">
            <a:extLst>
              <a:ext uri="{FF2B5EF4-FFF2-40B4-BE49-F238E27FC236}">
                <a16:creationId xmlns:a16="http://schemas.microsoft.com/office/drawing/2014/main" id="{134B628D-FD87-C52C-B452-BDF5EB2B4B95}"/>
              </a:ext>
            </a:extLst>
          </p:cNvPr>
          <p:cNvSpPr/>
          <p:nvPr/>
        </p:nvSpPr>
        <p:spPr>
          <a:xfrm>
            <a:off x="2781298" y="3533121"/>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6DF9E803-F8D1-ABB3-C54C-6594169C921C}"/>
              </a:ext>
            </a:extLst>
          </p:cNvPr>
          <p:cNvSpPr txBox="1"/>
          <p:nvPr/>
        </p:nvSpPr>
        <p:spPr>
          <a:xfrm>
            <a:off x="2841455" y="3626546"/>
            <a:ext cx="931729"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22" name="角丸四角形 21">
            <a:extLst>
              <a:ext uri="{FF2B5EF4-FFF2-40B4-BE49-F238E27FC236}">
                <a16:creationId xmlns:a16="http://schemas.microsoft.com/office/drawing/2014/main" id="{D8F64DAF-A9A0-FCF3-CC5E-BD72AAC51F2B}"/>
              </a:ext>
            </a:extLst>
          </p:cNvPr>
          <p:cNvSpPr/>
          <p:nvPr/>
        </p:nvSpPr>
        <p:spPr>
          <a:xfrm>
            <a:off x="5034114" y="2403987"/>
            <a:ext cx="2979175" cy="3101463"/>
          </a:xfrm>
          <a:prstGeom prst="roundRect">
            <a:avLst>
              <a:gd name="adj" fmla="val 8334"/>
            </a:avLst>
          </a:prstGeom>
          <a:noFill/>
          <a:ln w="158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角丸四角形 22">
            <a:extLst>
              <a:ext uri="{FF2B5EF4-FFF2-40B4-BE49-F238E27FC236}">
                <a16:creationId xmlns:a16="http://schemas.microsoft.com/office/drawing/2014/main" id="{7249CB37-891E-233B-3FA8-AD53EEE5E12B}"/>
              </a:ext>
            </a:extLst>
          </p:cNvPr>
          <p:cNvSpPr/>
          <p:nvPr/>
        </p:nvSpPr>
        <p:spPr>
          <a:xfrm>
            <a:off x="5653548" y="2780226"/>
            <a:ext cx="2054942" cy="2062162"/>
          </a:xfrm>
          <a:prstGeom prst="roundRect">
            <a:avLst>
              <a:gd name="adj" fmla="val 8334"/>
            </a:avLst>
          </a:prstGeom>
          <a:noFill/>
          <a:ln w="158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 name="グラフィックス 23">
            <a:extLst>
              <a:ext uri="{FF2B5EF4-FFF2-40B4-BE49-F238E27FC236}">
                <a16:creationId xmlns:a16="http://schemas.microsoft.com/office/drawing/2014/main" id="{C01738AC-3B96-5D24-782D-35A391957AF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49637" y="3579925"/>
            <a:ext cx="462764" cy="462764"/>
          </a:xfrm>
          <a:prstGeom prst="rect">
            <a:avLst/>
          </a:prstGeom>
        </p:spPr>
      </p:pic>
      <p:pic>
        <p:nvPicPr>
          <p:cNvPr id="25" name="グラフィックス 24">
            <a:extLst>
              <a:ext uri="{FF2B5EF4-FFF2-40B4-BE49-F238E27FC236}">
                <a16:creationId xmlns:a16="http://schemas.microsoft.com/office/drawing/2014/main" id="{41553434-63C6-0EF6-16EC-F8EA34F5A59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38145" y="4485871"/>
            <a:ext cx="298415" cy="298415"/>
          </a:xfrm>
          <a:prstGeom prst="rect">
            <a:avLst/>
          </a:prstGeom>
        </p:spPr>
      </p:pic>
      <p:pic>
        <p:nvPicPr>
          <p:cNvPr id="26" name="グラフィックス 25">
            <a:extLst>
              <a:ext uri="{FF2B5EF4-FFF2-40B4-BE49-F238E27FC236}">
                <a16:creationId xmlns:a16="http://schemas.microsoft.com/office/drawing/2014/main" id="{752AE959-6AE7-765E-3124-4C59A6562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68129" y="2662256"/>
            <a:ext cx="298415" cy="298415"/>
          </a:xfrm>
          <a:prstGeom prst="rect">
            <a:avLst/>
          </a:prstGeom>
        </p:spPr>
      </p:pic>
      <p:pic>
        <p:nvPicPr>
          <p:cNvPr id="27" name="グラフィックス 26">
            <a:extLst>
              <a:ext uri="{FF2B5EF4-FFF2-40B4-BE49-F238E27FC236}">
                <a16:creationId xmlns:a16="http://schemas.microsoft.com/office/drawing/2014/main" id="{BC3AD780-99A3-478C-82E5-CFFC8333A38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48765" y="3656865"/>
            <a:ext cx="308694" cy="308694"/>
          </a:xfrm>
          <a:prstGeom prst="rect">
            <a:avLst/>
          </a:prstGeom>
        </p:spPr>
      </p:pic>
      <p:pic>
        <p:nvPicPr>
          <p:cNvPr id="28" name="グラフィックス 27">
            <a:extLst>
              <a:ext uri="{FF2B5EF4-FFF2-40B4-BE49-F238E27FC236}">
                <a16:creationId xmlns:a16="http://schemas.microsoft.com/office/drawing/2014/main" id="{21012E5A-B41B-7857-1BE9-0DC9237C81C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88553" y="3531100"/>
            <a:ext cx="558201" cy="558201"/>
          </a:xfrm>
          <a:prstGeom prst="rect">
            <a:avLst/>
          </a:prstGeom>
        </p:spPr>
      </p:pic>
      <p:cxnSp>
        <p:nvCxnSpPr>
          <p:cNvPr id="29" name="直線コネクタ 28">
            <a:extLst>
              <a:ext uri="{FF2B5EF4-FFF2-40B4-BE49-F238E27FC236}">
                <a16:creationId xmlns:a16="http://schemas.microsoft.com/office/drawing/2014/main" id="{E9ADC7C1-7DDD-CDA8-B225-BF07BE48BB8B}"/>
              </a:ext>
            </a:extLst>
          </p:cNvPr>
          <p:cNvCxnSpPr>
            <a:cxnSpLocks/>
            <a:stCxn id="28" idx="3"/>
            <a:endCxn id="24" idx="1"/>
          </p:cNvCxnSpPr>
          <p:nvPr/>
        </p:nvCxnSpPr>
        <p:spPr>
          <a:xfrm>
            <a:off x="6246754" y="3810201"/>
            <a:ext cx="202883" cy="1106"/>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7B21A1A4-539C-5303-0D7F-5645326591ED}"/>
              </a:ext>
            </a:extLst>
          </p:cNvPr>
          <p:cNvCxnSpPr>
            <a:cxnSpLocks/>
            <a:stCxn id="27" idx="3"/>
            <a:endCxn id="28" idx="1"/>
          </p:cNvCxnSpPr>
          <p:nvPr/>
        </p:nvCxnSpPr>
        <p:spPr>
          <a:xfrm flipV="1">
            <a:off x="4857459" y="3810201"/>
            <a:ext cx="831094" cy="1011"/>
          </a:xfrm>
          <a:prstGeom prst="line">
            <a:avLst/>
          </a:prstGeom>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A6C13D4D-8815-03A0-B20F-75978BB1678D}"/>
              </a:ext>
            </a:extLst>
          </p:cNvPr>
          <p:cNvSpPr txBox="1"/>
          <p:nvPr/>
        </p:nvSpPr>
        <p:spPr>
          <a:xfrm>
            <a:off x="5544949" y="5135969"/>
            <a:ext cx="2054942"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Virtual Network (</a:t>
            </a:r>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32" name="グラフィックス 31">
            <a:extLst>
              <a:ext uri="{FF2B5EF4-FFF2-40B4-BE49-F238E27FC236}">
                <a16:creationId xmlns:a16="http://schemas.microsoft.com/office/drawing/2014/main" id="{414FD72B-6302-C2CB-7537-E6B7A88A8E8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205878" y="5120321"/>
            <a:ext cx="339071" cy="339071"/>
          </a:xfrm>
          <a:prstGeom prst="rect">
            <a:avLst/>
          </a:prstGeom>
        </p:spPr>
      </p:pic>
      <p:cxnSp>
        <p:nvCxnSpPr>
          <p:cNvPr id="33" name="直線コネクタ 32">
            <a:extLst>
              <a:ext uri="{FF2B5EF4-FFF2-40B4-BE49-F238E27FC236}">
                <a16:creationId xmlns:a16="http://schemas.microsoft.com/office/drawing/2014/main" id="{142441BB-6EF4-5326-5E52-C405EFCD8AFA}"/>
              </a:ext>
            </a:extLst>
          </p:cNvPr>
          <p:cNvCxnSpPr>
            <a:cxnSpLocks/>
          </p:cNvCxnSpPr>
          <p:nvPr/>
        </p:nvCxnSpPr>
        <p:spPr>
          <a:xfrm>
            <a:off x="3948266" y="3599837"/>
            <a:ext cx="1596683"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4" name="テキスト ボックス 33">
            <a:extLst>
              <a:ext uri="{FF2B5EF4-FFF2-40B4-BE49-F238E27FC236}">
                <a16:creationId xmlns:a16="http://schemas.microsoft.com/office/drawing/2014/main" id="{5A043F84-1CA0-0687-1435-259CF1946C35}"/>
              </a:ext>
            </a:extLst>
          </p:cNvPr>
          <p:cNvSpPr txBox="1"/>
          <p:nvPr/>
        </p:nvSpPr>
        <p:spPr>
          <a:xfrm>
            <a:off x="3868555" y="3100214"/>
            <a:ext cx="780530"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cxnSp>
        <p:nvCxnSpPr>
          <p:cNvPr id="35" name="直線コネクタ 34">
            <a:extLst>
              <a:ext uri="{FF2B5EF4-FFF2-40B4-BE49-F238E27FC236}">
                <a16:creationId xmlns:a16="http://schemas.microsoft.com/office/drawing/2014/main" id="{04B2CF73-9E5F-AB2D-69B1-D09CFE60B3B2}"/>
              </a:ext>
            </a:extLst>
          </p:cNvPr>
          <p:cNvCxnSpPr>
            <a:cxnSpLocks/>
          </p:cNvCxnSpPr>
          <p:nvPr/>
        </p:nvCxnSpPr>
        <p:spPr>
          <a:xfrm flipH="1">
            <a:off x="3923581" y="3995878"/>
            <a:ext cx="1621368" cy="6391"/>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DA0B493C-92D2-8051-B2D0-9DC168932D40}"/>
              </a:ext>
            </a:extLst>
          </p:cNvPr>
          <p:cNvSpPr txBox="1"/>
          <p:nvPr/>
        </p:nvSpPr>
        <p:spPr>
          <a:xfrm>
            <a:off x="4999782" y="4045308"/>
            <a:ext cx="722186"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37" name="テキスト ボックス 36">
            <a:extLst>
              <a:ext uri="{FF2B5EF4-FFF2-40B4-BE49-F238E27FC236}">
                <a16:creationId xmlns:a16="http://schemas.microsoft.com/office/drawing/2014/main" id="{EFE77C3C-AC33-A421-C8E6-1F3EF237722E}"/>
              </a:ext>
            </a:extLst>
          </p:cNvPr>
          <p:cNvSpPr txBox="1"/>
          <p:nvPr/>
        </p:nvSpPr>
        <p:spPr>
          <a:xfrm>
            <a:off x="6043766" y="4454873"/>
            <a:ext cx="868635" cy="307777"/>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サブネット</a:t>
            </a:r>
          </a:p>
        </p:txBody>
      </p:sp>
      <p:sp>
        <p:nvSpPr>
          <p:cNvPr id="38" name="テキスト ボックス 37">
            <a:extLst>
              <a:ext uri="{FF2B5EF4-FFF2-40B4-BE49-F238E27FC236}">
                <a16:creationId xmlns:a16="http://schemas.microsoft.com/office/drawing/2014/main" id="{00542C61-3D79-9F69-9C23-AB23A3D631D5}"/>
              </a:ext>
            </a:extLst>
          </p:cNvPr>
          <p:cNvSpPr txBox="1"/>
          <p:nvPr/>
        </p:nvSpPr>
        <p:spPr>
          <a:xfrm>
            <a:off x="6167564" y="4026023"/>
            <a:ext cx="1026910"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Azure VM</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9" name="テキスト ボックス 38">
            <a:extLst>
              <a:ext uri="{FF2B5EF4-FFF2-40B4-BE49-F238E27FC236}">
                <a16:creationId xmlns:a16="http://schemas.microsoft.com/office/drawing/2014/main" id="{9F6019DE-E270-6E35-D7DF-CBCD13CD1717}"/>
              </a:ext>
            </a:extLst>
          </p:cNvPr>
          <p:cNvSpPr txBox="1"/>
          <p:nvPr/>
        </p:nvSpPr>
        <p:spPr>
          <a:xfrm>
            <a:off x="5667355" y="3247721"/>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NIC</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0" name="テキスト ボックス 39">
            <a:extLst>
              <a:ext uri="{FF2B5EF4-FFF2-40B4-BE49-F238E27FC236}">
                <a16:creationId xmlns:a16="http://schemas.microsoft.com/office/drawing/2014/main" id="{C06D092D-C83D-D24F-6F00-BAC7500DCF2A}"/>
              </a:ext>
            </a:extLst>
          </p:cNvPr>
          <p:cNvSpPr txBox="1"/>
          <p:nvPr/>
        </p:nvSpPr>
        <p:spPr>
          <a:xfrm>
            <a:off x="4263742" y="4077718"/>
            <a:ext cx="914451"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Public IP</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1" name="テキスト ボックス 40">
            <a:extLst>
              <a:ext uri="{FF2B5EF4-FFF2-40B4-BE49-F238E27FC236}">
                <a16:creationId xmlns:a16="http://schemas.microsoft.com/office/drawing/2014/main" id="{4E208A8C-7F6B-AB08-74FB-DA8FF2DD4807}"/>
              </a:ext>
            </a:extLst>
          </p:cNvPr>
          <p:cNvSpPr txBox="1"/>
          <p:nvPr/>
        </p:nvSpPr>
        <p:spPr>
          <a:xfrm>
            <a:off x="5754295" y="2466473"/>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NSG</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49" name="グラフィックス 48">
            <a:extLst>
              <a:ext uri="{FF2B5EF4-FFF2-40B4-BE49-F238E27FC236}">
                <a16:creationId xmlns:a16="http://schemas.microsoft.com/office/drawing/2014/main" id="{BD5498AF-5653-15EA-03EB-616A40EC053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7764" y="3663323"/>
            <a:ext cx="295776" cy="295776"/>
          </a:xfrm>
          <a:prstGeom prst="rect">
            <a:avLst/>
          </a:prstGeom>
        </p:spPr>
      </p:pic>
      <p:cxnSp>
        <p:nvCxnSpPr>
          <p:cNvPr id="50" name="直線コネクタ 49">
            <a:extLst>
              <a:ext uri="{FF2B5EF4-FFF2-40B4-BE49-F238E27FC236}">
                <a16:creationId xmlns:a16="http://schemas.microsoft.com/office/drawing/2014/main" id="{4CB02349-439E-E5DD-1255-DB813F25371F}"/>
              </a:ext>
            </a:extLst>
          </p:cNvPr>
          <p:cNvCxnSpPr>
            <a:cxnSpLocks/>
            <a:stCxn id="24" idx="3"/>
            <a:endCxn id="49" idx="1"/>
          </p:cNvCxnSpPr>
          <p:nvPr/>
        </p:nvCxnSpPr>
        <p:spPr>
          <a:xfrm flipV="1">
            <a:off x="6912401" y="3811211"/>
            <a:ext cx="365363" cy="96"/>
          </a:xfrm>
          <a:prstGeom prst="line">
            <a:avLst/>
          </a:prstGeom>
        </p:spPr>
        <p:style>
          <a:lnRef idx="1">
            <a:schemeClr val="accent1"/>
          </a:lnRef>
          <a:fillRef idx="0">
            <a:schemeClr val="accent1"/>
          </a:fillRef>
          <a:effectRef idx="0">
            <a:schemeClr val="accent1"/>
          </a:effectRef>
          <a:fontRef idx="minor">
            <a:schemeClr val="tx1"/>
          </a:fontRef>
        </p:style>
      </p:cxnSp>
      <p:sp>
        <p:nvSpPr>
          <p:cNvPr id="51" name="テキスト ボックス 50">
            <a:extLst>
              <a:ext uri="{FF2B5EF4-FFF2-40B4-BE49-F238E27FC236}">
                <a16:creationId xmlns:a16="http://schemas.microsoft.com/office/drawing/2014/main" id="{7B191FE9-67BC-640B-2ED2-CEC070D259BE}"/>
              </a:ext>
            </a:extLst>
          </p:cNvPr>
          <p:cNvSpPr txBox="1"/>
          <p:nvPr/>
        </p:nvSpPr>
        <p:spPr>
          <a:xfrm>
            <a:off x="7121044" y="3272148"/>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Disk</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9" name="円/楕円 58">
            <a:extLst>
              <a:ext uri="{FF2B5EF4-FFF2-40B4-BE49-F238E27FC236}">
                <a16:creationId xmlns:a16="http://schemas.microsoft.com/office/drawing/2014/main" id="{B3FBC5FD-B9EB-8857-985C-991E6A52015B}"/>
              </a:ext>
            </a:extLst>
          </p:cNvPr>
          <p:cNvSpPr/>
          <p:nvPr/>
        </p:nvSpPr>
        <p:spPr>
          <a:xfrm>
            <a:off x="5531577" y="3418116"/>
            <a:ext cx="844772" cy="74317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吹き出し 59">
            <a:extLst>
              <a:ext uri="{FF2B5EF4-FFF2-40B4-BE49-F238E27FC236}">
                <a16:creationId xmlns:a16="http://schemas.microsoft.com/office/drawing/2014/main" id="{D9A96F61-1FEE-B530-0087-1A6F7FB2642D}"/>
              </a:ext>
            </a:extLst>
          </p:cNvPr>
          <p:cNvSpPr/>
          <p:nvPr/>
        </p:nvSpPr>
        <p:spPr>
          <a:xfrm>
            <a:off x="963561" y="4242812"/>
            <a:ext cx="3127792" cy="1569660"/>
          </a:xfrm>
          <a:prstGeom prst="wedgeRectCallout">
            <a:avLst>
              <a:gd name="adj1" fmla="val 95456"/>
              <a:gd name="adj2" fmla="val -58481"/>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1" name="テキスト ボックス 60">
            <a:extLst>
              <a:ext uri="{FF2B5EF4-FFF2-40B4-BE49-F238E27FC236}">
                <a16:creationId xmlns:a16="http://schemas.microsoft.com/office/drawing/2014/main" id="{1CB8F07B-F4B8-195F-B329-81BFFE907869}"/>
              </a:ext>
            </a:extLst>
          </p:cNvPr>
          <p:cNvSpPr txBox="1"/>
          <p:nvPr/>
        </p:nvSpPr>
        <p:spPr>
          <a:xfrm>
            <a:off x="972014" y="4260751"/>
            <a:ext cx="3099213" cy="1569660"/>
          </a:xfrm>
          <a:prstGeom prst="rect">
            <a:avLst/>
          </a:prstGeom>
          <a:noFill/>
        </p:spPr>
        <p:txBody>
          <a:bodyPr wrap="square" rtlCol="0">
            <a:spAutoFit/>
          </a:bodyPr>
          <a:lstStyle/>
          <a:p>
            <a:r>
              <a:rPr kumimoji="1" lang="en-US"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Azrue</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VM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は</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NIC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を介して</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en-US"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サブネットに接続し、</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IP</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通信のインターフェースをもつ。</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最低</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1</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つの</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en-US"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から割り当てられたプライベート </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IP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をもち、</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Public IP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を紐づけることもできる。</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Public IP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は</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en-US" altLang="ja-JP" sz="12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外に通信するときに</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 NAT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で利用される。</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NIC </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に直接割り当てられるわけではない。</a:t>
            </a:r>
          </a:p>
        </p:txBody>
      </p:sp>
    </p:spTree>
    <p:extLst>
      <p:ext uri="{BB962C8B-B14F-4D97-AF65-F5344CB8AC3E}">
        <p14:creationId xmlns:p14="http://schemas.microsoft.com/office/powerpoint/2010/main" val="11860771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9EECA-D5F2-009C-BF82-FEA127457DE3}"/>
            </a:ext>
          </a:extLst>
        </p:cNvPr>
        <p:cNvGrpSpPr/>
        <p:nvPr/>
      </p:nvGrpSpPr>
      <p:grpSpPr>
        <a:xfrm>
          <a:off x="0" y="0"/>
          <a:ext cx="0" cy="0"/>
          <a:chOff x="0" y="0"/>
          <a:chExt cx="0" cy="0"/>
        </a:xfrm>
      </p:grpSpPr>
      <p:sp>
        <p:nvSpPr>
          <p:cNvPr id="18" name="正方形/長方形 17">
            <a:extLst>
              <a:ext uri="{FF2B5EF4-FFF2-40B4-BE49-F238E27FC236}">
                <a16:creationId xmlns:a16="http://schemas.microsoft.com/office/drawing/2014/main" id="{75403008-C7D3-D28E-E15C-E937FAE76A9E}"/>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ja-JP" altLang="en-US" sz="2100" b="1">
                <a:solidFill>
                  <a:srgbClr val="1F2937"/>
                </a:solidFill>
                <a:latin typeface="Meiryo UI"/>
                <a:ea typeface="Meiryo UI"/>
                <a:cs typeface="Meiryo UI"/>
              </a:rPr>
              <a:t>ブラウザから</a:t>
            </a:r>
            <a:r>
              <a:rPr lang="en-US" altLang="ja-JP" sz="2100" b="1" dirty="0">
                <a:solidFill>
                  <a:srgbClr val="1F2937"/>
                </a:solidFill>
                <a:latin typeface="Meiryo UI"/>
                <a:ea typeface="Meiryo UI"/>
                <a:cs typeface="Meiryo UI"/>
              </a:rPr>
              <a:t> Azure VM </a:t>
            </a:r>
            <a:r>
              <a:rPr lang="ja-JP" altLang="en-US" sz="2100" b="1">
                <a:solidFill>
                  <a:srgbClr val="1F2937"/>
                </a:solidFill>
                <a:latin typeface="Meiryo UI"/>
                <a:ea typeface="Meiryo UI"/>
                <a:cs typeface="Meiryo UI"/>
              </a:rPr>
              <a:t>にパケットが届くまで</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4B42CE64-855E-126E-B44F-48A09B5233B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A812AE5B-7235-A70A-C9C2-FEB72961B688}"/>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09</a:t>
            </a:r>
          </a:p>
        </p:txBody>
      </p:sp>
      <p:sp>
        <p:nvSpPr>
          <p:cNvPr id="4" name="正方形/長方形 3">
            <a:extLst>
              <a:ext uri="{FF2B5EF4-FFF2-40B4-BE49-F238E27FC236}">
                <a16:creationId xmlns:a16="http://schemas.microsoft.com/office/drawing/2014/main" id="{3AA0FF8F-196F-2727-878D-3EDE62F2170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870ABC2B-F6C5-90AF-58EE-F307033A900C}"/>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dirty="0">
                <a:solidFill>
                  <a:srgbClr val="344054"/>
                </a:solidFill>
                <a:latin typeface="Yu Gothic UI"/>
                <a:ea typeface="Yu Gothic UI"/>
                <a:cs typeface="Yu Gothic UI"/>
              </a:rPr>
              <a:t>Private IP </a:t>
            </a:r>
            <a:r>
              <a:rPr sz="1163" b="0" dirty="0" err="1">
                <a:solidFill>
                  <a:srgbClr val="344054"/>
                </a:solidFill>
                <a:latin typeface="Yu Gothic UI"/>
                <a:ea typeface="Yu Gothic UI"/>
                <a:cs typeface="Yu Gothic UI"/>
              </a:rPr>
              <a:t>は</a:t>
            </a:r>
            <a:r>
              <a:rPr sz="1163" b="0" dirty="0">
                <a:solidFill>
                  <a:srgbClr val="344054"/>
                </a:solidFill>
                <a:latin typeface="Yu Gothic UI"/>
                <a:ea typeface="Yu Gothic UI"/>
                <a:cs typeface="Yu Gothic UI"/>
              </a:rPr>
              <a:t> </a:t>
            </a:r>
            <a:r>
              <a:rPr sz="1163" b="0" dirty="0" err="1">
                <a:solidFill>
                  <a:srgbClr val="344054"/>
                </a:solidFill>
                <a:latin typeface="Yu Gothic UI"/>
                <a:ea typeface="Yu Gothic UI"/>
                <a:cs typeface="Yu Gothic UI"/>
              </a:rPr>
              <a:t>VNet</a:t>
            </a:r>
            <a:r>
              <a:rPr sz="1163" b="0" dirty="0">
                <a:solidFill>
                  <a:srgbClr val="344054"/>
                </a:solidFill>
                <a:latin typeface="Yu Gothic UI"/>
                <a:ea typeface="Yu Gothic UI"/>
                <a:cs typeface="Yu Gothic UI"/>
              </a:rPr>
              <a:t> </a:t>
            </a:r>
            <a:r>
              <a:rPr sz="1163" b="0" dirty="0" err="1">
                <a:solidFill>
                  <a:srgbClr val="344054"/>
                </a:solidFill>
                <a:latin typeface="Yu Gothic UI"/>
                <a:ea typeface="Yu Gothic UI"/>
                <a:cs typeface="Yu Gothic UI"/>
              </a:rPr>
              <a:t>内の住所、Public</a:t>
            </a:r>
            <a:r>
              <a:rPr sz="1163" b="0" dirty="0">
                <a:solidFill>
                  <a:srgbClr val="344054"/>
                </a:solidFill>
                <a:latin typeface="Yu Gothic UI"/>
                <a:ea typeface="Yu Gothic UI"/>
                <a:cs typeface="Yu Gothic UI"/>
              </a:rPr>
              <a:t> IP </a:t>
            </a:r>
            <a:r>
              <a:rPr sz="1163" b="0" dirty="0" err="1">
                <a:solidFill>
                  <a:srgbClr val="344054"/>
                </a:solidFill>
                <a:latin typeface="Yu Gothic UI"/>
                <a:ea typeface="Yu Gothic UI"/>
                <a:cs typeface="Yu Gothic UI"/>
              </a:rPr>
              <a:t>はインターネット側からアクセスするための宛先です</a:t>
            </a:r>
            <a:r>
              <a:rPr sz="1163" b="0" dirty="0">
                <a:solidFill>
                  <a:srgbClr val="344054"/>
                </a:solidFill>
                <a:latin typeface="Yu Gothic UI"/>
                <a:ea typeface="Yu Gothic UI"/>
                <a:cs typeface="Yu Gothic UI"/>
              </a:rPr>
              <a:t>。</a:t>
            </a:r>
          </a:p>
        </p:txBody>
      </p:sp>
      <p:sp>
        <p:nvSpPr>
          <p:cNvPr id="17" name="正方形/長方形 16">
            <a:extLst>
              <a:ext uri="{FF2B5EF4-FFF2-40B4-BE49-F238E27FC236}">
                <a16:creationId xmlns:a16="http://schemas.microsoft.com/office/drawing/2014/main" id="{201B207D-DA86-CD1D-51C9-0D03127524E1}"/>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9 / 46</a:t>
            </a:r>
          </a:p>
        </p:txBody>
      </p:sp>
      <p:sp>
        <p:nvSpPr>
          <p:cNvPr id="19" name="角丸四角形 18">
            <a:extLst>
              <a:ext uri="{FF2B5EF4-FFF2-40B4-BE49-F238E27FC236}">
                <a16:creationId xmlns:a16="http://schemas.microsoft.com/office/drawing/2014/main" id="{A77E3520-4776-9FF7-3205-9B3CF26F84B9}"/>
              </a:ext>
            </a:extLst>
          </p:cNvPr>
          <p:cNvSpPr/>
          <p:nvPr/>
        </p:nvSpPr>
        <p:spPr>
          <a:xfrm>
            <a:off x="923001" y="2043112"/>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0" name="グラフィックス 19">
            <a:extLst>
              <a:ext uri="{FF2B5EF4-FFF2-40B4-BE49-F238E27FC236}">
                <a16:creationId xmlns:a16="http://schemas.microsoft.com/office/drawing/2014/main" id="{803383B1-C524-2079-130E-560059DE06D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81436" y="1914153"/>
            <a:ext cx="462764" cy="462764"/>
          </a:xfrm>
          <a:prstGeom prst="rect">
            <a:avLst/>
          </a:prstGeom>
        </p:spPr>
      </p:pic>
      <p:pic>
        <p:nvPicPr>
          <p:cNvPr id="21" name="グラフィックス 20">
            <a:extLst>
              <a:ext uri="{FF2B5EF4-FFF2-40B4-BE49-F238E27FC236}">
                <a16:creationId xmlns:a16="http://schemas.microsoft.com/office/drawing/2014/main" id="{CC3651F6-D97E-52A4-1A1E-8E319945763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3331" y="1974199"/>
            <a:ext cx="308694" cy="308694"/>
          </a:xfrm>
          <a:prstGeom prst="rect">
            <a:avLst/>
          </a:prstGeom>
        </p:spPr>
      </p:pic>
      <p:pic>
        <p:nvPicPr>
          <p:cNvPr id="22" name="グラフィックス 21">
            <a:extLst>
              <a:ext uri="{FF2B5EF4-FFF2-40B4-BE49-F238E27FC236}">
                <a16:creationId xmlns:a16="http://schemas.microsoft.com/office/drawing/2014/main" id="{9EF3C3DF-8D24-B3D3-3934-4AF27DCF37D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684855" y="2029831"/>
            <a:ext cx="231218" cy="231218"/>
          </a:xfrm>
          <a:prstGeom prst="rect">
            <a:avLst/>
          </a:prstGeom>
        </p:spPr>
      </p:pic>
      <p:sp>
        <p:nvSpPr>
          <p:cNvPr id="23" name="テキスト ボックス 22">
            <a:extLst>
              <a:ext uri="{FF2B5EF4-FFF2-40B4-BE49-F238E27FC236}">
                <a16:creationId xmlns:a16="http://schemas.microsoft.com/office/drawing/2014/main" id="{50D22D94-F50E-858E-6D19-B492C502CF81}"/>
              </a:ext>
            </a:extLst>
          </p:cNvPr>
          <p:cNvSpPr txBox="1"/>
          <p:nvPr/>
        </p:nvSpPr>
        <p:spPr>
          <a:xfrm>
            <a:off x="923000" y="2175686"/>
            <a:ext cx="1081549" cy="307777"/>
          </a:xfrm>
          <a:prstGeom prst="rect">
            <a:avLst/>
          </a:prstGeom>
          <a:noFill/>
        </p:spPr>
        <p:txBody>
          <a:bodyPr wrap="square" rtlCol="0">
            <a:spAutoFit/>
          </a:body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ブラウザ</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/OS</a:t>
            </a:r>
          </a:p>
        </p:txBody>
      </p:sp>
      <p:pic>
        <p:nvPicPr>
          <p:cNvPr id="24" name="グラフィックス 23">
            <a:extLst>
              <a:ext uri="{FF2B5EF4-FFF2-40B4-BE49-F238E27FC236}">
                <a16:creationId xmlns:a16="http://schemas.microsoft.com/office/drawing/2014/main" id="{0E4E51DF-24FF-3A10-6867-49DBBFBD731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347852" y="1959010"/>
            <a:ext cx="339071" cy="339071"/>
          </a:xfrm>
          <a:prstGeom prst="rect">
            <a:avLst/>
          </a:prstGeom>
        </p:spPr>
      </p:pic>
      <p:sp>
        <p:nvSpPr>
          <p:cNvPr id="25" name="テキスト ボックス 24">
            <a:extLst>
              <a:ext uri="{FF2B5EF4-FFF2-40B4-BE49-F238E27FC236}">
                <a16:creationId xmlns:a16="http://schemas.microsoft.com/office/drawing/2014/main" id="{B5031202-91F6-460A-96A3-7C3716D4232B}"/>
              </a:ext>
            </a:extLst>
          </p:cNvPr>
          <p:cNvSpPr txBox="1"/>
          <p:nvPr/>
        </p:nvSpPr>
        <p:spPr>
          <a:xfrm>
            <a:off x="6349488" y="2296872"/>
            <a:ext cx="1807292" cy="338554"/>
          </a:xfrm>
          <a:prstGeom prst="rect">
            <a:avLst/>
          </a:prstGeom>
          <a:noFill/>
        </p:spPr>
        <p:txBody>
          <a:bodyPr wrap="square" rtlCol="0">
            <a:spAutoFit/>
          </a:bodyPr>
          <a:lstStyle/>
          <a:p>
            <a:pPr algn="ctr"/>
            <a:r>
              <a:rPr kumimoji="1" lang="en-US" altLang="ja-JP" sz="1600" dirty="0">
                <a:solidFill>
                  <a:schemeClr val="tx1">
                    <a:lumMod val="75000"/>
                    <a:lumOff val="25000"/>
                  </a:schemeClr>
                </a:solidFill>
                <a:latin typeface="Yu Gothic UI" panose="020B0500000000000000" pitchFamily="34" charset="-128"/>
                <a:ea typeface="Yu Gothic UI" panose="020B0500000000000000" pitchFamily="34" charset="-128"/>
              </a:rPr>
              <a:t>Public IP/</a:t>
            </a:r>
            <a:r>
              <a:rPr kumimoji="1" lang="en-US" altLang="ja-JP" sz="1600" dirty="0" err="1">
                <a:solidFill>
                  <a:schemeClr val="tx1">
                    <a:lumMod val="75000"/>
                    <a:lumOff val="25000"/>
                  </a:schemeClr>
                </a:solidFill>
                <a:latin typeface="Yu Gothic UI" panose="020B0500000000000000" pitchFamily="34" charset="-128"/>
                <a:ea typeface="Yu Gothic UI" panose="020B0500000000000000" pitchFamily="34" charset="-128"/>
              </a:rPr>
              <a:t>VNet</a:t>
            </a:r>
            <a:endParaRPr kumimoji="1" lang="ja-JP" altLang="en-US" sz="16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6" name="テキスト ボックス 25">
            <a:extLst>
              <a:ext uri="{FF2B5EF4-FFF2-40B4-BE49-F238E27FC236}">
                <a16:creationId xmlns:a16="http://schemas.microsoft.com/office/drawing/2014/main" id="{6E1FD1EE-E2CE-0060-D1EB-938FEE383314}"/>
              </a:ext>
            </a:extLst>
          </p:cNvPr>
          <p:cNvSpPr txBox="1"/>
          <p:nvPr/>
        </p:nvSpPr>
        <p:spPr>
          <a:xfrm>
            <a:off x="9202377" y="2321202"/>
            <a:ext cx="1951091" cy="338554"/>
          </a:xfrm>
          <a:prstGeom prst="rect">
            <a:avLst/>
          </a:prstGeom>
          <a:noFill/>
        </p:spPr>
        <p:txBody>
          <a:bodyPr wrap="square" rtlCol="0">
            <a:spAutoFit/>
          </a:bodyPr>
          <a:lstStyle/>
          <a:p>
            <a:pPr algn="ctr"/>
            <a:r>
              <a:rPr kumimoji="1" lang="en-US" altLang="ja-JP" sz="1600" dirty="0">
                <a:solidFill>
                  <a:schemeClr val="tx1">
                    <a:lumMod val="75000"/>
                    <a:lumOff val="25000"/>
                  </a:schemeClr>
                </a:solidFill>
                <a:latin typeface="Yu Gothic UI" panose="020B0500000000000000" pitchFamily="34" charset="-128"/>
                <a:ea typeface="Yu Gothic UI" panose="020B0500000000000000" pitchFamily="34" charset="-128"/>
              </a:rPr>
              <a:t>NIC/Private IP/VM</a:t>
            </a:r>
            <a:endParaRPr kumimoji="1" lang="ja-JP" altLang="en-US" sz="16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7" name="角丸四角形 26">
            <a:extLst>
              <a:ext uri="{FF2B5EF4-FFF2-40B4-BE49-F238E27FC236}">
                <a16:creationId xmlns:a16="http://schemas.microsoft.com/office/drawing/2014/main" id="{2356011C-5CBB-EDB9-BB26-5F50B78EB522}"/>
              </a:ext>
            </a:extLst>
          </p:cNvPr>
          <p:cNvSpPr/>
          <p:nvPr/>
        </p:nvSpPr>
        <p:spPr>
          <a:xfrm>
            <a:off x="3764525" y="2051485"/>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9E00160D-8332-3A21-2243-C8F303A01C82}"/>
              </a:ext>
            </a:extLst>
          </p:cNvPr>
          <p:cNvSpPr txBox="1"/>
          <p:nvPr/>
        </p:nvSpPr>
        <p:spPr>
          <a:xfrm>
            <a:off x="3824682" y="2144910"/>
            <a:ext cx="931729"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DNS</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cxnSp>
        <p:nvCxnSpPr>
          <p:cNvPr id="30" name="直線コネクタ 29">
            <a:extLst>
              <a:ext uri="{FF2B5EF4-FFF2-40B4-BE49-F238E27FC236}">
                <a16:creationId xmlns:a16="http://schemas.microsoft.com/office/drawing/2014/main" id="{C68A0046-CAF9-BC54-D979-CBD1E59E8C29}"/>
              </a:ext>
            </a:extLst>
          </p:cNvPr>
          <p:cNvCxnSpPr>
            <a:stCxn id="19" idx="2"/>
          </p:cNvCxnSpPr>
          <p:nvPr/>
        </p:nvCxnSpPr>
        <p:spPr>
          <a:xfrm flipH="1">
            <a:off x="1425677" y="2599293"/>
            <a:ext cx="0" cy="3934857"/>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9E73E6AF-E4EC-E351-391D-7371CF464EF7}"/>
              </a:ext>
            </a:extLst>
          </p:cNvPr>
          <p:cNvCxnSpPr/>
          <p:nvPr/>
        </p:nvCxnSpPr>
        <p:spPr>
          <a:xfrm flipH="1">
            <a:off x="4305300" y="2599293"/>
            <a:ext cx="0" cy="3934857"/>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直線コネクタ 31">
            <a:extLst>
              <a:ext uri="{FF2B5EF4-FFF2-40B4-BE49-F238E27FC236}">
                <a16:creationId xmlns:a16="http://schemas.microsoft.com/office/drawing/2014/main" id="{3F652100-6FA9-56DF-E7FF-4A7133B2DD81}"/>
              </a:ext>
            </a:extLst>
          </p:cNvPr>
          <p:cNvCxnSpPr/>
          <p:nvPr/>
        </p:nvCxnSpPr>
        <p:spPr>
          <a:xfrm flipH="1">
            <a:off x="7269725" y="2599293"/>
            <a:ext cx="0" cy="3934857"/>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直線コネクタ 32">
            <a:extLst>
              <a:ext uri="{FF2B5EF4-FFF2-40B4-BE49-F238E27FC236}">
                <a16:creationId xmlns:a16="http://schemas.microsoft.com/office/drawing/2014/main" id="{D94BA043-BAA9-5EC1-1B2C-7AB9004E25B4}"/>
              </a:ext>
            </a:extLst>
          </p:cNvPr>
          <p:cNvCxnSpPr/>
          <p:nvPr/>
        </p:nvCxnSpPr>
        <p:spPr>
          <a:xfrm flipH="1">
            <a:off x="10411132" y="2635426"/>
            <a:ext cx="0" cy="3934857"/>
          </a:xfrm>
          <a:prstGeom prst="line">
            <a:avLst/>
          </a:prstGeom>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BB21CBC5-A905-76F0-CE86-BD039DE32073}"/>
              </a:ext>
            </a:extLst>
          </p:cNvPr>
          <p:cNvCxnSpPr/>
          <p:nvPr/>
        </p:nvCxnSpPr>
        <p:spPr>
          <a:xfrm>
            <a:off x="1504335" y="2871019"/>
            <a:ext cx="265471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67D9501F-F692-454D-F01F-AB68431A9A95}"/>
              </a:ext>
            </a:extLst>
          </p:cNvPr>
          <p:cNvSpPr txBox="1"/>
          <p:nvPr/>
        </p:nvSpPr>
        <p:spPr>
          <a:xfrm>
            <a:off x="2159407" y="2431702"/>
            <a:ext cx="1415845" cy="461665"/>
          </a:xfrm>
          <a:prstGeom prst="rect">
            <a:avLst/>
          </a:prstGeom>
          <a:noFill/>
        </p:spPr>
        <p:txBody>
          <a:bodyPr wrap="square" rtlCol="0">
            <a:spAutoFit/>
          </a:bodyPr>
          <a:lstStyle/>
          <a:p>
            <a:r>
              <a:rPr kumimoji="1" lang="en-US" altLang="ja-JP" sz="1200" dirty="0" err="1">
                <a:latin typeface="Yu Gothic UI" panose="020B0500000000000000" pitchFamily="34" charset="-128"/>
                <a:ea typeface="Yu Gothic UI" panose="020B0500000000000000" pitchFamily="34" charset="-128"/>
              </a:rPr>
              <a:t>aaa.example.com</a:t>
            </a:r>
            <a:r>
              <a:rPr kumimoji="1" lang="en-US" altLang="ja-JP" sz="1200" dirty="0">
                <a:latin typeface="Yu Gothic UI" panose="020B0500000000000000" pitchFamily="34" charset="-128"/>
                <a:ea typeface="Yu Gothic UI" panose="020B0500000000000000" pitchFamily="34" charset="-128"/>
              </a:rPr>
              <a:t> </a:t>
            </a:r>
            <a:r>
              <a:rPr kumimoji="1" lang="ja-JP" altLang="en-US" sz="1200">
                <a:latin typeface="Yu Gothic UI" panose="020B0500000000000000" pitchFamily="34" charset="-128"/>
                <a:ea typeface="Yu Gothic UI" panose="020B0500000000000000" pitchFamily="34" charset="-128"/>
              </a:rPr>
              <a:t>の</a:t>
            </a:r>
            <a:r>
              <a:rPr kumimoji="1" lang="en-US" altLang="ja-JP" sz="1200" dirty="0">
                <a:latin typeface="Yu Gothic UI" panose="020B0500000000000000" pitchFamily="34" charset="-128"/>
                <a:ea typeface="Yu Gothic UI" panose="020B0500000000000000" pitchFamily="34" charset="-128"/>
              </a:rPr>
              <a:t> IP </a:t>
            </a:r>
            <a:r>
              <a:rPr kumimoji="1" lang="ja-JP" altLang="en-US" sz="1200">
                <a:latin typeface="Yu Gothic UI" panose="020B0500000000000000" pitchFamily="34" charset="-128"/>
                <a:ea typeface="Yu Gothic UI" panose="020B0500000000000000" pitchFamily="34" charset="-128"/>
              </a:rPr>
              <a:t>アドレスは</a:t>
            </a:r>
            <a:r>
              <a:rPr kumimoji="1" lang="en-US" altLang="ja-JP" sz="1200" dirty="0">
                <a:latin typeface="Yu Gothic UI" panose="020B0500000000000000" pitchFamily="34" charset="-128"/>
                <a:ea typeface="Yu Gothic UI" panose="020B0500000000000000" pitchFamily="34" charset="-128"/>
              </a:rPr>
              <a:t> ?</a:t>
            </a:r>
            <a:endParaRPr kumimoji="1" lang="ja-JP" altLang="en-US" sz="1200">
              <a:latin typeface="Yu Gothic UI" panose="020B0500000000000000" pitchFamily="34" charset="-128"/>
              <a:ea typeface="Yu Gothic UI" panose="020B0500000000000000" pitchFamily="34" charset="-128"/>
            </a:endParaRPr>
          </a:p>
        </p:txBody>
      </p:sp>
      <p:cxnSp>
        <p:nvCxnSpPr>
          <p:cNvPr id="37" name="直線矢印コネクタ 36">
            <a:extLst>
              <a:ext uri="{FF2B5EF4-FFF2-40B4-BE49-F238E27FC236}">
                <a16:creationId xmlns:a16="http://schemas.microsoft.com/office/drawing/2014/main" id="{79050377-B4C0-5C94-1C08-FD8B32C61D16}"/>
              </a:ext>
            </a:extLst>
          </p:cNvPr>
          <p:cNvCxnSpPr>
            <a:cxnSpLocks/>
          </p:cNvCxnSpPr>
          <p:nvPr/>
        </p:nvCxnSpPr>
        <p:spPr>
          <a:xfrm flipH="1">
            <a:off x="1516011" y="3429000"/>
            <a:ext cx="26430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C63A0A39-4A40-0199-36D4-7D847A29A7EE}"/>
              </a:ext>
            </a:extLst>
          </p:cNvPr>
          <p:cNvSpPr txBox="1"/>
          <p:nvPr/>
        </p:nvSpPr>
        <p:spPr>
          <a:xfrm>
            <a:off x="2140364" y="3055685"/>
            <a:ext cx="1640754" cy="276999"/>
          </a:xfrm>
          <a:prstGeom prst="rect">
            <a:avLst/>
          </a:prstGeom>
          <a:noFill/>
        </p:spPr>
        <p:txBody>
          <a:bodyPr wrap="square" rtlCol="0">
            <a:spAutoFit/>
          </a:bodyPr>
          <a:lstStyle/>
          <a:p>
            <a:r>
              <a:rPr kumimoji="1" lang="en-US" altLang="ja-JP" sz="1200" dirty="0" err="1">
                <a:latin typeface="Yu Gothic UI" panose="020B0500000000000000" pitchFamily="34" charset="-128"/>
                <a:ea typeface="Yu Gothic UI" panose="020B0500000000000000" pitchFamily="34" charset="-128"/>
              </a:rPr>
              <a:t>a.a.a.a</a:t>
            </a:r>
            <a:r>
              <a:rPr kumimoji="1" lang="en-US" altLang="ja-JP" sz="1200" dirty="0">
                <a:latin typeface="Yu Gothic UI" panose="020B0500000000000000" pitchFamily="34" charset="-128"/>
                <a:ea typeface="Yu Gothic UI" panose="020B0500000000000000" pitchFamily="34" charset="-128"/>
              </a:rPr>
              <a:t> (Public IP) </a:t>
            </a:r>
            <a:r>
              <a:rPr kumimoji="1" lang="ja-JP" altLang="en-US" sz="1200">
                <a:latin typeface="Yu Gothic UI" panose="020B0500000000000000" pitchFamily="34" charset="-128"/>
                <a:ea typeface="Yu Gothic UI" panose="020B0500000000000000" pitchFamily="34" charset="-128"/>
              </a:rPr>
              <a:t>だよ</a:t>
            </a:r>
          </a:p>
        </p:txBody>
      </p:sp>
      <p:cxnSp>
        <p:nvCxnSpPr>
          <p:cNvPr id="41" name="直線矢印コネクタ 40">
            <a:extLst>
              <a:ext uri="{FF2B5EF4-FFF2-40B4-BE49-F238E27FC236}">
                <a16:creationId xmlns:a16="http://schemas.microsoft.com/office/drawing/2014/main" id="{C515FF45-76C5-2368-BE53-AADDF764676D}"/>
              </a:ext>
            </a:extLst>
          </p:cNvPr>
          <p:cNvCxnSpPr>
            <a:cxnSpLocks/>
          </p:cNvCxnSpPr>
          <p:nvPr/>
        </p:nvCxnSpPr>
        <p:spPr>
          <a:xfrm>
            <a:off x="1539974" y="3996812"/>
            <a:ext cx="56120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テキスト ボックス 42">
            <a:extLst>
              <a:ext uri="{FF2B5EF4-FFF2-40B4-BE49-F238E27FC236}">
                <a16:creationId xmlns:a16="http://schemas.microsoft.com/office/drawing/2014/main" id="{75D0DAFE-09D6-947A-0059-0AD8D0A7AF20}"/>
              </a:ext>
            </a:extLst>
          </p:cNvPr>
          <p:cNvSpPr txBox="1"/>
          <p:nvPr/>
        </p:nvSpPr>
        <p:spPr>
          <a:xfrm>
            <a:off x="2140363" y="3680921"/>
            <a:ext cx="1831863" cy="276999"/>
          </a:xfrm>
          <a:prstGeom prst="rect">
            <a:avLst/>
          </a:prstGeom>
          <a:noFill/>
        </p:spPr>
        <p:txBody>
          <a:bodyPr wrap="square" rtlCol="0">
            <a:spAutoFit/>
          </a:bodyPr>
          <a:lstStyle/>
          <a:p>
            <a:r>
              <a:rPr kumimoji="1" lang="en-US" altLang="ja-JP" sz="1200" dirty="0" err="1">
                <a:latin typeface="Yu Gothic UI" panose="020B0500000000000000" pitchFamily="34" charset="-128"/>
                <a:ea typeface="Yu Gothic UI" panose="020B0500000000000000" pitchFamily="34" charset="-128"/>
              </a:rPr>
              <a:t>a.a.a.a</a:t>
            </a:r>
            <a:r>
              <a:rPr kumimoji="1" lang="en-US" altLang="ja-JP" sz="1200" dirty="0">
                <a:latin typeface="Yu Gothic UI" panose="020B0500000000000000" pitchFamily="34" charset="-128"/>
                <a:ea typeface="Yu Gothic UI" panose="020B0500000000000000" pitchFamily="34" charset="-128"/>
              </a:rPr>
              <a:t> </a:t>
            </a:r>
            <a:r>
              <a:rPr kumimoji="1" lang="ja-JP" altLang="en-US" sz="1200">
                <a:latin typeface="Yu Gothic UI" panose="020B0500000000000000" pitchFamily="34" charset="-128"/>
                <a:ea typeface="Yu Gothic UI" panose="020B0500000000000000" pitchFamily="34" charset="-128"/>
              </a:rPr>
              <a:t>宛にパケットを送信</a:t>
            </a:r>
          </a:p>
        </p:txBody>
      </p:sp>
      <p:cxnSp>
        <p:nvCxnSpPr>
          <p:cNvPr id="44" name="直線矢印コネクタ 43">
            <a:extLst>
              <a:ext uri="{FF2B5EF4-FFF2-40B4-BE49-F238E27FC236}">
                <a16:creationId xmlns:a16="http://schemas.microsoft.com/office/drawing/2014/main" id="{9A81578C-BEA8-84CC-4678-271283DEC19B}"/>
              </a:ext>
            </a:extLst>
          </p:cNvPr>
          <p:cNvCxnSpPr>
            <a:cxnSpLocks/>
          </p:cNvCxnSpPr>
          <p:nvPr/>
        </p:nvCxnSpPr>
        <p:spPr>
          <a:xfrm>
            <a:off x="7354526" y="4532670"/>
            <a:ext cx="292691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E288EC6C-646D-2FF0-4B7D-DCC6BEFFB363}"/>
              </a:ext>
            </a:extLst>
          </p:cNvPr>
          <p:cNvSpPr txBox="1"/>
          <p:nvPr/>
        </p:nvSpPr>
        <p:spPr>
          <a:xfrm>
            <a:off x="7745997" y="3661335"/>
            <a:ext cx="2259258" cy="830997"/>
          </a:xfrm>
          <a:prstGeom prst="rect">
            <a:avLst/>
          </a:prstGeom>
          <a:noFill/>
        </p:spPr>
        <p:txBody>
          <a:bodyPr wrap="square" rtlCol="0">
            <a:spAutoFit/>
          </a:bodyPr>
          <a:lstStyle/>
          <a:p>
            <a:r>
              <a:rPr kumimoji="1" lang="en-US" altLang="ja-JP" sz="1200" dirty="0" err="1">
                <a:latin typeface="Yu Gothic UI" panose="020B0500000000000000" pitchFamily="34" charset="-128"/>
                <a:ea typeface="Yu Gothic UI" panose="020B0500000000000000" pitchFamily="34" charset="-128"/>
              </a:rPr>
              <a:t>a.a.a.a</a:t>
            </a:r>
            <a:r>
              <a:rPr kumimoji="1" lang="en-US" altLang="ja-JP" sz="1200" dirty="0">
                <a:latin typeface="Yu Gothic UI" panose="020B0500000000000000" pitchFamily="34" charset="-128"/>
                <a:ea typeface="Yu Gothic UI" panose="020B0500000000000000" pitchFamily="34" charset="-128"/>
              </a:rPr>
              <a:t> </a:t>
            </a:r>
            <a:r>
              <a:rPr kumimoji="1" lang="ja-JP" altLang="en-US" sz="1200">
                <a:latin typeface="Yu Gothic UI" panose="020B0500000000000000" pitchFamily="34" charset="-128"/>
                <a:ea typeface="Yu Gothic UI" panose="020B0500000000000000" pitchFamily="34" charset="-128"/>
              </a:rPr>
              <a:t>の</a:t>
            </a:r>
            <a:r>
              <a:rPr kumimoji="1" lang="en-US" altLang="ja-JP" sz="1200" dirty="0">
                <a:latin typeface="Yu Gothic UI" panose="020B0500000000000000" pitchFamily="34" charset="-128"/>
                <a:ea typeface="Yu Gothic UI" panose="020B0500000000000000" pitchFamily="34" charset="-128"/>
              </a:rPr>
              <a:t> Public IP </a:t>
            </a:r>
            <a:r>
              <a:rPr kumimoji="1" lang="ja-JP" altLang="en-US" sz="1200">
                <a:latin typeface="Yu Gothic UI" panose="020B0500000000000000" pitchFamily="34" charset="-128"/>
                <a:ea typeface="Yu Gothic UI" panose="020B0500000000000000" pitchFamily="34" charset="-128"/>
              </a:rPr>
              <a:t>が紐付けられている</a:t>
            </a:r>
            <a:r>
              <a:rPr kumimoji="1" lang="en-US" altLang="ja-JP" sz="1200" dirty="0">
                <a:latin typeface="Yu Gothic UI" panose="020B0500000000000000" pitchFamily="34" charset="-128"/>
                <a:ea typeface="Yu Gothic UI" panose="020B0500000000000000" pitchFamily="34" charset="-128"/>
              </a:rPr>
              <a:t> NIC </a:t>
            </a:r>
            <a:r>
              <a:rPr kumimoji="1" lang="ja-JP" altLang="en-US" sz="1200">
                <a:latin typeface="Yu Gothic UI" panose="020B0500000000000000" pitchFamily="34" charset="-128"/>
                <a:ea typeface="Yu Gothic UI" panose="020B0500000000000000" pitchFamily="34" charset="-128"/>
              </a:rPr>
              <a:t>のプライベート</a:t>
            </a:r>
            <a:r>
              <a:rPr kumimoji="1" lang="en-US" altLang="ja-JP" sz="1200" dirty="0">
                <a:latin typeface="Yu Gothic UI" panose="020B0500000000000000" pitchFamily="34" charset="-128"/>
                <a:ea typeface="Yu Gothic UI" panose="020B0500000000000000" pitchFamily="34" charset="-128"/>
              </a:rPr>
              <a:t> IP </a:t>
            </a:r>
            <a:r>
              <a:rPr kumimoji="1" lang="ja-JP" altLang="en-US" sz="1200">
                <a:latin typeface="Yu Gothic UI" panose="020B0500000000000000" pitchFamily="34" charset="-128"/>
                <a:ea typeface="Yu Gothic UI" panose="020B0500000000000000" pitchFamily="34" charset="-128"/>
              </a:rPr>
              <a:t>である</a:t>
            </a:r>
            <a:r>
              <a:rPr kumimoji="1" lang="en-US" altLang="ja-JP" sz="1200" dirty="0">
                <a:latin typeface="Yu Gothic UI" panose="020B0500000000000000" pitchFamily="34" charset="-128"/>
                <a:ea typeface="Yu Gothic UI" panose="020B0500000000000000" pitchFamily="34" charset="-128"/>
              </a:rPr>
              <a:t> </a:t>
            </a:r>
            <a:r>
              <a:rPr kumimoji="1" lang="en-US" altLang="ja-JP" sz="1200" dirty="0" err="1">
                <a:latin typeface="Yu Gothic UI" panose="020B0500000000000000" pitchFamily="34" charset="-128"/>
                <a:ea typeface="Yu Gothic UI" panose="020B0500000000000000" pitchFamily="34" charset="-128"/>
              </a:rPr>
              <a:t>b.b.b.b</a:t>
            </a:r>
            <a:r>
              <a:rPr kumimoji="1" lang="en-US" altLang="ja-JP" sz="1200" dirty="0">
                <a:latin typeface="Yu Gothic UI" panose="020B0500000000000000" pitchFamily="34" charset="-128"/>
                <a:ea typeface="Yu Gothic UI" panose="020B0500000000000000" pitchFamily="34" charset="-128"/>
              </a:rPr>
              <a:t> </a:t>
            </a:r>
            <a:r>
              <a:rPr kumimoji="1" lang="ja-JP" altLang="en-US" sz="1200">
                <a:latin typeface="Yu Gothic UI" panose="020B0500000000000000" pitchFamily="34" charset="-128"/>
                <a:ea typeface="Yu Gothic UI" panose="020B0500000000000000" pitchFamily="34" charset="-128"/>
              </a:rPr>
              <a:t>に宛先を変換してパケットを転送</a:t>
            </a:r>
          </a:p>
        </p:txBody>
      </p:sp>
      <p:cxnSp>
        <p:nvCxnSpPr>
          <p:cNvPr id="47" name="直線矢印コネクタ 46">
            <a:extLst>
              <a:ext uri="{FF2B5EF4-FFF2-40B4-BE49-F238E27FC236}">
                <a16:creationId xmlns:a16="http://schemas.microsoft.com/office/drawing/2014/main" id="{4E7AEE98-DA6B-F773-1F17-BBA162B2B283}"/>
              </a:ext>
            </a:extLst>
          </p:cNvPr>
          <p:cNvCxnSpPr>
            <a:cxnSpLocks/>
          </p:cNvCxnSpPr>
          <p:nvPr/>
        </p:nvCxnSpPr>
        <p:spPr>
          <a:xfrm flipH="1">
            <a:off x="7387426" y="5191432"/>
            <a:ext cx="289401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A930940-5C04-F7EC-547F-F75DC95B3634}"/>
              </a:ext>
            </a:extLst>
          </p:cNvPr>
          <p:cNvSpPr txBox="1"/>
          <p:nvPr/>
        </p:nvSpPr>
        <p:spPr>
          <a:xfrm>
            <a:off x="7745997" y="4701580"/>
            <a:ext cx="2259258" cy="461665"/>
          </a:xfrm>
          <a:prstGeom prst="rect">
            <a:avLst/>
          </a:prstGeom>
          <a:noFill/>
        </p:spPr>
        <p:txBody>
          <a:bodyPr wrap="square" rtlCol="0">
            <a:spAutoFit/>
          </a:bodyPr>
          <a:lstStyle/>
          <a:p>
            <a:r>
              <a:rPr kumimoji="1" lang="ja-JP" altLang="en-US" sz="1200">
                <a:latin typeface="Yu Gothic UI" panose="020B0500000000000000" pitchFamily="34" charset="-128"/>
                <a:ea typeface="Yu Gothic UI" panose="020B0500000000000000" pitchFamily="34" charset="-128"/>
              </a:rPr>
              <a:t>送信元を</a:t>
            </a:r>
            <a:r>
              <a:rPr kumimoji="1" lang="en-US" altLang="ja-JP" sz="1200" dirty="0">
                <a:latin typeface="Yu Gothic UI" panose="020B0500000000000000" pitchFamily="34" charset="-128"/>
                <a:ea typeface="Yu Gothic UI" panose="020B0500000000000000" pitchFamily="34" charset="-128"/>
              </a:rPr>
              <a:t> </a:t>
            </a:r>
            <a:r>
              <a:rPr kumimoji="1" lang="en-US" altLang="ja-JP" sz="1200" dirty="0" err="1">
                <a:latin typeface="Yu Gothic UI" panose="020B0500000000000000" pitchFamily="34" charset="-128"/>
                <a:ea typeface="Yu Gothic UI" panose="020B0500000000000000" pitchFamily="34" charset="-128"/>
              </a:rPr>
              <a:t>b.b.b.b</a:t>
            </a:r>
            <a:r>
              <a:rPr kumimoji="1" lang="en-US" altLang="ja-JP" sz="1200" dirty="0">
                <a:latin typeface="Yu Gothic UI" panose="020B0500000000000000" pitchFamily="34" charset="-128"/>
                <a:ea typeface="Yu Gothic UI" panose="020B0500000000000000" pitchFamily="34" charset="-128"/>
              </a:rPr>
              <a:t> </a:t>
            </a:r>
            <a:r>
              <a:rPr kumimoji="1" lang="ja-JP" altLang="en-US" sz="1200">
                <a:latin typeface="Yu Gothic UI" panose="020B0500000000000000" pitchFamily="34" charset="-128"/>
                <a:ea typeface="Yu Gothic UI" panose="020B0500000000000000" pitchFamily="34" charset="-128"/>
              </a:rPr>
              <a:t>としてブラウザの送信元</a:t>
            </a:r>
            <a:r>
              <a:rPr kumimoji="1" lang="en-US" altLang="ja-JP" sz="1200" dirty="0">
                <a:latin typeface="Yu Gothic UI" panose="020B0500000000000000" pitchFamily="34" charset="-128"/>
                <a:ea typeface="Yu Gothic UI" panose="020B0500000000000000" pitchFamily="34" charset="-128"/>
              </a:rPr>
              <a:t> IP </a:t>
            </a:r>
            <a:r>
              <a:rPr kumimoji="1" lang="ja-JP" altLang="en-US" sz="1200">
                <a:latin typeface="Yu Gothic UI" panose="020B0500000000000000" pitchFamily="34" charset="-128"/>
                <a:ea typeface="Yu Gothic UI" panose="020B0500000000000000" pitchFamily="34" charset="-128"/>
              </a:rPr>
              <a:t>を宛先にパケットを応答</a:t>
            </a:r>
          </a:p>
        </p:txBody>
      </p:sp>
      <p:cxnSp>
        <p:nvCxnSpPr>
          <p:cNvPr id="51" name="直線矢印コネクタ 50">
            <a:extLst>
              <a:ext uri="{FF2B5EF4-FFF2-40B4-BE49-F238E27FC236}">
                <a16:creationId xmlns:a16="http://schemas.microsoft.com/office/drawing/2014/main" id="{C89F95ED-FB6A-6D2A-F739-FE1FB770112B}"/>
              </a:ext>
            </a:extLst>
          </p:cNvPr>
          <p:cNvCxnSpPr>
            <a:cxnSpLocks/>
          </p:cNvCxnSpPr>
          <p:nvPr/>
        </p:nvCxnSpPr>
        <p:spPr>
          <a:xfrm flipH="1">
            <a:off x="1504335" y="5992761"/>
            <a:ext cx="564769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テキスト ボックス 52">
            <a:extLst>
              <a:ext uri="{FF2B5EF4-FFF2-40B4-BE49-F238E27FC236}">
                <a16:creationId xmlns:a16="http://schemas.microsoft.com/office/drawing/2014/main" id="{479CBCE2-590D-5D3F-4A22-B72069022752}"/>
              </a:ext>
            </a:extLst>
          </p:cNvPr>
          <p:cNvSpPr txBox="1"/>
          <p:nvPr/>
        </p:nvSpPr>
        <p:spPr>
          <a:xfrm>
            <a:off x="4638375" y="5293960"/>
            <a:ext cx="2259258" cy="646331"/>
          </a:xfrm>
          <a:prstGeom prst="rect">
            <a:avLst/>
          </a:prstGeom>
          <a:noFill/>
        </p:spPr>
        <p:txBody>
          <a:bodyPr wrap="square" rtlCol="0">
            <a:spAutoFit/>
          </a:bodyPr>
          <a:lstStyle/>
          <a:p>
            <a:r>
              <a:rPr kumimoji="1" lang="ja-JP" altLang="en-US" sz="1200">
                <a:latin typeface="Yu Gothic UI" panose="020B0500000000000000" pitchFamily="34" charset="-128"/>
                <a:ea typeface="Yu Gothic UI" panose="020B0500000000000000" pitchFamily="34" charset="-128"/>
              </a:rPr>
              <a:t>送信元を</a:t>
            </a:r>
            <a:r>
              <a:rPr kumimoji="1" lang="en-US" altLang="ja-JP" sz="1200" dirty="0">
                <a:latin typeface="Yu Gothic UI" panose="020B0500000000000000" pitchFamily="34" charset="-128"/>
                <a:ea typeface="Yu Gothic UI" panose="020B0500000000000000" pitchFamily="34" charset="-128"/>
              </a:rPr>
              <a:t> </a:t>
            </a:r>
            <a:r>
              <a:rPr kumimoji="1" lang="en-US" altLang="ja-JP" sz="1200" dirty="0" err="1">
                <a:latin typeface="Yu Gothic UI" panose="020B0500000000000000" pitchFamily="34" charset="-128"/>
                <a:ea typeface="Yu Gothic UI" panose="020B0500000000000000" pitchFamily="34" charset="-128"/>
              </a:rPr>
              <a:t>a.a.a.a</a:t>
            </a:r>
            <a:r>
              <a:rPr kumimoji="1" lang="en-US" altLang="ja-JP" sz="1200" dirty="0">
                <a:latin typeface="Yu Gothic UI" panose="020B0500000000000000" pitchFamily="34" charset="-128"/>
                <a:ea typeface="Yu Gothic UI" panose="020B0500000000000000" pitchFamily="34" charset="-128"/>
              </a:rPr>
              <a:t> </a:t>
            </a:r>
            <a:r>
              <a:rPr kumimoji="1" lang="ja-JP" altLang="en-US" sz="1200">
                <a:latin typeface="Yu Gothic UI" panose="020B0500000000000000" pitchFamily="34" charset="-128"/>
                <a:ea typeface="Yu Gothic UI" panose="020B0500000000000000" pitchFamily="34" charset="-128"/>
              </a:rPr>
              <a:t>に変換してブラウザの送信元</a:t>
            </a:r>
            <a:r>
              <a:rPr kumimoji="1" lang="en-US" altLang="ja-JP" sz="1200" dirty="0">
                <a:latin typeface="Yu Gothic UI" panose="020B0500000000000000" pitchFamily="34" charset="-128"/>
                <a:ea typeface="Yu Gothic UI" panose="020B0500000000000000" pitchFamily="34" charset="-128"/>
              </a:rPr>
              <a:t> IP </a:t>
            </a:r>
            <a:r>
              <a:rPr kumimoji="1" lang="ja-JP" altLang="en-US" sz="1200">
                <a:latin typeface="Yu Gothic UI" panose="020B0500000000000000" pitchFamily="34" charset="-128"/>
                <a:ea typeface="Yu Gothic UI" panose="020B0500000000000000" pitchFamily="34" charset="-128"/>
              </a:rPr>
              <a:t>を宛先にパケットを転送</a:t>
            </a:r>
          </a:p>
        </p:txBody>
      </p:sp>
    </p:spTree>
    <p:extLst>
      <p:ext uri="{BB962C8B-B14F-4D97-AF65-F5344CB8AC3E}">
        <p14:creationId xmlns:p14="http://schemas.microsoft.com/office/powerpoint/2010/main" val="28907070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4AC06B83-353B-41E3-A957-69E1348E224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VNet とサブネット</a:t>
            </a:r>
          </a:p>
        </p:txBody>
      </p:sp>
      <p:sp>
        <p:nvSpPr>
          <p:cNvPr id="2" name="正方形/長方形 1">
            <a:extLst>
              <a:ext uri="{FF2B5EF4-FFF2-40B4-BE49-F238E27FC236}">
                <a16:creationId xmlns:a16="http://schemas.microsoft.com/office/drawing/2014/main" id="{EB78FDDA-912F-4DE6-8A38-CFC39761223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699006A2-227D-45DF-BB26-7E29D97EBFC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3" name="コンテンツ プレースホルダー 2">
            <a:extLst>
              <a:ext uri="{FF2B5EF4-FFF2-40B4-BE49-F238E27FC236}">
                <a16:creationId xmlns:a16="http://schemas.microsoft.com/office/drawing/2014/main" id="{B8C582BD-6FCE-E913-2DDE-5FCD82C5DDF6}"/>
              </a:ext>
            </a:extLst>
          </p:cNvPr>
          <p:cNvSpPr txBox="1">
            <a:spLocks/>
          </p:cNvSpPr>
          <p:nvPr/>
        </p:nvSpPr>
        <p:spPr>
          <a:xfrm>
            <a:off x="459990" y="1362249"/>
            <a:ext cx="11558370" cy="1739167"/>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Wingdings" pitchFamily="2" charset="2"/>
              <a:buChar char="n"/>
              <a:defRPr kumimoji="1" sz="2400" kern="1200" baseline="0">
                <a:solidFill>
                  <a:schemeClr val="tx1"/>
                </a:solidFill>
                <a:latin typeface="+mn-ea"/>
                <a:ea typeface="+mn-ea"/>
                <a:cs typeface="+mn-cs"/>
              </a:defRPr>
            </a:lvl1pPr>
            <a:lvl2pPr marL="742950" indent="-285750" algn="l" defTabSz="914400" rtl="0" eaLnBrk="1" latinLnBrk="0" hangingPunct="1">
              <a:spcBef>
                <a:spcPct val="20000"/>
              </a:spcBef>
              <a:buFont typeface="Wingdings" pitchFamily="2" charset="2"/>
              <a:buChar char="Ø"/>
              <a:defRPr kumimoji="1" sz="2000" kern="1200" baseline="0">
                <a:solidFill>
                  <a:schemeClr val="tx1"/>
                </a:solidFill>
                <a:latin typeface="+mn-ea"/>
                <a:ea typeface="+mn-ea"/>
                <a:cs typeface="+mn-cs"/>
              </a:defRPr>
            </a:lvl2pPr>
            <a:lvl3pPr marL="1143000" indent="-228600" algn="l" defTabSz="914400" rtl="0" eaLnBrk="1" latinLnBrk="0" hangingPunct="1">
              <a:spcBef>
                <a:spcPct val="20000"/>
              </a:spcBef>
              <a:buFont typeface="Wingdings" pitchFamily="2" charset="2"/>
              <a:buChar char="ü"/>
              <a:defRPr kumimoji="1" sz="1800" kern="1200" baseline="0">
                <a:solidFill>
                  <a:schemeClr val="tx1"/>
                </a:solidFill>
                <a:latin typeface="+mn-ea"/>
                <a:ea typeface="+mn-ea"/>
                <a:cs typeface="+mn-cs"/>
              </a:defRPr>
            </a:lvl3pPr>
            <a:lvl4pPr marL="1600200" indent="-228600" algn="l" defTabSz="914400" rtl="0" eaLnBrk="1" latinLnBrk="0" hangingPunct="1">
              <a:spcBef>
                <a:spcPct val="20000"/>
              </a:spcBef>
              <a:buFont typeface="Arial" pitchFamily="34" charset="0"/>
              <a:buChar char="•"/>
              <a:defRPr kumimoji="1" sz="1600" kern="1200" baseline="0">
                <a:solidFill>
                  <a:schemeClr val="tx1"/>
                </a:solidFill>
                <a:latin typeface="+mn-ea"/>
                <a:ea typeface="+mn-ea"/>
                <a:cs typeface="+mn-cs"/>
              </a:defRPr>
            </a:lvl4pPr>
            <a:lvl5pPr marL="2057400" indent="-228600" algn="l" defTabSz="914400" rtl="0" eaLnBrk="1" latinLnBrk="0" hangingPunct="1">
              <a:spcBef>
                <a:spcPct val="20000"/>
              </a:spcBef>
              <a:buFont typeface="Arial" pitchFamily="34" charset="0"/>
              <a:buChar char="»"/>
              <a:defRPr kumimoji="1" sz="1400" kern="1200" baseline="0">
                <a:solidFill>
                  <a:schemeClr val="tx1"/>
                </a:solidFill>
                <a:latin typeface="+mn-ea"/>
                <a:ea typeface="+mn-ea"/>
                <a:cs typeface="+mn-cs"/>
              </a:defRPr>
            </a:lvl5pPr>
            <a:lvl6pPr marL="2514600" indent="-228600" algn="l" defTabSz="914400" rtl="0" eaLnBrk="1" latinLnBrk="0" hangingPunct="1">
              <a:spcBef>
                <a:spcPct val="20000"/>
              </a:spcBef>
              <a:buFont typeface="Arial" pitchFamily="34" charset="0"/>
              <a:buChar char="•"/>
              <a:defRPr kumimoji="1" sz="12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marL="342900" marR="0" lvl="0" indent="-342900" algn="l" defTabSz="914400" rtl="0" eaLnBrk="1" fontAlgn="auto" latinLnBrk="0" hangingPunct="1">
              <a:lnSpc>
                <a:spcPct val="100000"/>
              </a:lnSpc>
              <a:spcBef>
                <a:spcPts val="600"/>
              </a:spcBef>
              <a:spcAft>
                <a:spcPts val="0"/>
              </a:spcAft>
              <a:buClrTx/>
              <a:buSzTx/>
              <a:buFont typeface="Wingdings" pitchFamily="2" charset="2"/>
              <a:buChar char="n"/>
              <a:tabLst/>
              <a:defRPr/>
            </a:pPr>
            <a:r>
              <a:rPr kumimoji="1" lang="en-US" altLang="ja-JP" sz="2000" b="0" i="0" u="none" strike="noStrike" kern="1200" cap="none" spc="0" normalizeH="0" baseline="0" noProof="0" dirty="0">
                <a:ln>
                  <a:noFill/>
                </a:ln>
                <a:solidFill>
                  <a:sysClr val="windowText" lastClr="000000"/>
                </a:solidFill>
                <a:effectLst/>
                <a:uLnTx/>
                <a:uFillTx/>
                <a:latin typeface="Yu Gothic UI"/>
                <a:ea typeface="Yu Gothic UI"/>
                <a:cs typeface="+mn-cs"/>
              </a:rPr>
              <a:t>Microsoft Azure </a:t>
            </a:r>
            <a:r>
              <a:rPr kumimoji="1" lang="ja-JP" altLang="en-US" sz="2000" b="0" i="0" u="none" strike="noStrike" kern="1200" cap="none" spc="0" normalizeH="0" baseline="0" noProof="0">
                <a:ln>
                  <a:noFill/>
                </a:ln>
                <a:solidFill>
                  <a:sysClr val="windowText" lastClr="000000"/>
                </a:solidFill>
                <a:effectLst/>
                <a:uLnTx/>
                <a:uFillTx/>
                <a:latin typeface="Yu Gothic UI"/>
                <a:ea typeface="Yu Gothic UI"/>
                <a:cs typeface="+mn-cs"/>
              </a:rPr>
              <a:t>データセンター上にプライベートなネットワークを確保</a:t>
            </a:r>
          </a:p>
          <a:p>
            <a:pPr marL="742950" marR="0" lvl="1" indent="-285750" algn="l" defTabSz="914400" rtl="0" eaLnBrk="1" fontAlgn="auto" latinLnBrk="0" hangingPunct="1">
              <a:lnSpc>
                <a:spcPct val="100000"/>
              </a:lnSpc>
              <a:spcBef>
                <a:spcPts val="600"/>
              </a:spcBef>
              <a:spcAft>
                <a:spcPts val="0"/>
              </a:spcAft>
              <a:buClrTx/>
              <a:buSzTx/>
              <a:buFont typeface="Wingdings" pitchFamily="2" charset="2"/>
              <a:buChar char="n"/>
              <a:tabLst/>
              <a:defRPr/>
            </a:pPr>
            <a:r>
              <a:rPr kumimoji="1" lang="ja-JP" altLang="en-US" sz="1600" b="0" i="0" u="none" strike="noStrike" kern="1200" cap="none" spc="0" normalizeH="0" baseline="0" noProof="0">
                <a:ln>
                  <a:noFill/>
                </a:ln>
                <a:solidFill>
                  <a:sysClr val="windowText" lastClr="000000"/>
                </a:solidFill>
                <a:effectLst/>
                <a:uLnTx/>
                <a:uFillTx/>
                <a:latin typeface="Yu Gothic UI"/>
                <a:ea typeface="Yu Gothic UI"/>
                <a:cs typeface="+mn-cs"/>
              </a:rPr>
              <a:t>複数のプライベート アドレス空間・サブネットの定義、アクセス制御ポリシー等、様々な設定が可能</a:t>
            </a:r>
          </a:p>
          <a:p>
            <a:pPr marL="342900" marR="0" lvl="0" indent="-342900" algn="l" defTabSz="914400" rtl="0" eaLnBrk="1" fontAlgn="auto" latinLnBrk="0" hangingPunct="1">
              <a:lnSpc>
                <a:spcPct val="100000"/>
              </a:lnSpc>
              <a:spcBef>
                <a:spcPts val="600"/>
              </a:spcBef>
              <a:spcAft>
                <a:spcPts val="0"/>
              </a:spcAft>
              <a:buClrTx/>
              <a:buSzTx/>
              <a:buFont typeface="Wingdings" pitchFamily="2" charset="2"/>
              <a:buChar char="n"/>
              <a:tabLst/>
              <a:defRPr/>
            </a:pPr>
            <a:r>
              <a:rPr kumimoji="1" lang="ja-JP" altLang="en-US" sz="2000" b="0" i="0" u="none" strike="noStrike" kern="1200" cap="none" spc="0" normalizeH="0" baseline="0" noProof="0">
                <a:ln>
                  <a:noFill/>
                </a:ln>
                <a:solidFill>
                  <a:sysClr val="windowText" lastClr="000000"/>
                </a:solidFill>
                <a:effectLst/>
                <a:uLnTx/>
                <a:uFillTx/>
                <a:latin typeface="Yu Gothic UI"/>
                <a:ea typeface="Yu Gothic UI"/>
                <a:cs typeface="+mn-cs"/>
              </a:rPr>
              <a:t>仮想マシンは「仮想ネットワーク</a:t>
            </a:r>
            <a:r>
              <a:rPr kumimoji="1" lang="en-US" altLang="ja-JP" sz="2000" b="0" i="0" u="none" strike="noStrike" kern="1200" cap="none" spc="0" normalizeH="0" baseline="0" noProof="0" dirty="0">
                <a:ln>
                  <a:noFill/>
                </a:ln>
                <a:solidFill>
                  <a:sysClr val="windowText" lastClr="000000"/>
                </a:solidFill>
                <a:effectLst/>
                <a:uLnTx/>
                <a:uFillTx/>
                <a:latin typeface="Yu Gothic UI"/>
                <a:ea typeface="Yu Gothic UI"/>
                <a:cs typeface="+mn-cs"/>
              </a:rPr>
              <a:t> (</a:t>
            </a:r>
            <a:r>
              <a:rPr kumimoji="1" lang="en-US" altLang="ja-JP" sz="2000" b="0" i="0" u="none" strike="noStrike" kern="1200" cap="none" spc="0" normalizeH="0" baseline="0" noProof="0" dirty="0" err="1">
                <a:ln>
                  <a:noFill/>
                </a:ln>
                <a:solidFill>
                  <a:sysClr val="windowText" lastClr="000000"/>
                </a:solidFill>
                <a:effectLst/>
                <a:uLnTx/>
                <a:uFillTx/>
                <a:latin typeface="Yu Gothic UI"/>
                <a:ea typeface="Yu Gothic UI"/>
                <a:cs typeface="+mn-cs"/>
              </a:rPr>
              <a:t>VNet</a:t>
            </a:r>
            <a:r>
              <a:rPr lang="en-US" altLang="ja-JP" sz="2000" dirty="0">
                <a:solidFill>
                  <a:sysClr val="windowText" lastClr="000000"/>
                </a:solidFill>
                <a:latin typeface="Yu Gothic UI"/>
                <a:ea typeface="Yu Gothic UI"/>
              </a:rPr>
              <a:t>)</a:t>
            </a:r>
            <a:r>
              <a:rPr kumimoji="1" lang="ja-JP" altLang="en-US" sz="2000" b="0" i="0" u="none" strike="noStrike" kern="1200" cap="none" spc="0" normalizeH="0" baseline="0" noProof="0">
                <a:ln>
                  <a:noFill/>
                </a:ln>
                <a:solidFill>
                  <a:sysClr val="windowText" lastClr="000000"/>
                </a:solidFill>
                <a:effectLst/>
                <a:uLnTx/>
                <a:uFillTx/>
                <a:latin typeface="Yu Gothic UI"/>
                <a:ea typeface="Yu Gothic UI"/>
                <a:cs typeface="+mn-cs"/>
              </a:rPr>
              <a:t>」に配置 </a:t>
            </a:r>
            <a:r>
              <a:rPr kumimoji="1" lang="en-US" altLang="ja-JP" sz="2000" b="0" i="0" u="none" strike="noStrike" kern="1200" cap="none" spc="0" normalizeH="0" baseline="0" noProof="0" dirty="0">
                <a:ln>
                  <a:noFill/>
                </a:ln>
                <a:solidFill>
                  <a:sysClr val="windowText" lastClr="000000"/>
                </a:solidFill>
                <a:effectLst/>
                <a:uLnTx/>
                <a:uFillTx/>
                <a:latin typeface="Yu Gothic UI"/>
                <a:ea typeface="Yu Gothic UI"/>
                <a:cs typeface="+mn-cs"/>
              </a:rPr>
              <a:t>(</a:t>
            </a:r>
            <a:r>
              <a:rPr kumimoji="1" lang="ja-JP" altLang="en-US" sz="2000" b="0" i="0" u="none" strike="noStrike" kern="1200" cap="none" spc="0" normalizeH="0" baseline="0" noProof="0">
                <a:ln>
                  <a:noFill/>
                </a:ln>
                <a:solidFill>
                  <a:sysClr val="windowText" lastClr="000000"/>
                </a:solidFill>
                <a:effectLst/>
                <a:uLnTx/>
                <a:uFillTx/>
                <a:latin typeface="Yu Gothic UI"/>
                <a:ea typeface="Yu Gothic UI"/>
                <a:cs typeface="+mn-cs"/>
              </a:rPr>
              <a:t>仮想マシン作成においては仮想ネットワークは必須</a:t>
            </a:r>
            <a:r>
              <a:rPr kumimoji="1" lang="en-US" altLang="ja-JP" sz="2000" b="0" i="0" u="none" strike="noStrike" kern="1200" cap="none" spc="0" normalizeH="0" baseline="0" noProof="0" dirty="0">
                <a:ln>
                  <a:noFill/>
                </a:ln>
                <a:solidFill>
                  <a:sysClr val="windowText" lastClr="000000"/>
                </a:solidFill>
                <a:effectLst/>
                <a:uLnTx/>
                <a:uFillTx/>
                <a:latin typeface="Yu Gothic UI"/>
                <a:ea typeface="Yu Gothic UI"/>
                <a:cs typeface="+mn-cs"/>
              </a:rPr>
              <a:t>)</a:t>
            </a:r>
            <a:endParaRPr kumimoji="1" lang="ja-JP" altLang="en-US" sz="2000" b="0" i="0" u="none" strike="noStrike" kern="1200" cap="none" spc="0" normalizeH="0" baseline="0" noProof="0">
              <a:ln>
                <a:noFill/>
              </a:ln>
              <a:solidFill>
                <a:sysClr val="windowText" lastClr="000000"/>
              </a:solidFill>
              <a:effectLst/>
              <a:uLnTx/>
              <a:uFillTx/>
              <a:latin typeface="Yu Gothic UI"/>
              <a:ea typeface="Yu Gothic UI"/>
              <a:cs typeface="+mn-cs"/>
            </a:endParaRPr>
          </a:p>
          <a:p>
            <a:pPr marL="742950" marR="0" lvl="1" indent="-285750" algn="l" defTabSz="914400" rtl="0" eaLnBrk="1" fontAlgn="auto" latinLnBrk="0" hangingPunct="1">
              <a:lnSpc>
                <a:spcPct val="100000"/>
              </a:lnSpc>
              <a:spcBef>
                <a:spcPts val="600"/>
              </a:spcBef>
              <a:spcAft>
                <a:spcPts val="0"/>
              </a:spcAft>
              <a:buClrTx/>
              <a:buSzTx/>
              <a:buFont typeface="Wingdings" pitchFamily="2" charset="2"/>
              <a:buChar char="n"/>
              <a:tabLst/>
              <a:defRPr/>
            </a:pPr>
            <a:r>
              <a:rPr kumimoji="1" lang="ja-JP" altLang="en-US" sz="1600" b="0" i="0" u="none" strike="noStrike" kern="1200" cap="none" spc="0" normalizeH="0" baseline="0" noProof="0">
                <a:ln>
                  <a:noFill/>
                </a:ln>
                <a:solidFill>
                  <a:sysClr val="windowText" lastClr="000000"/>
                </a:solidFill>
                <a:effectLst/>
                <a:uLnTx/>
                <a:uFillTx/>
                <a:latin typeface="Yu Gothic UI"/>
                <a:ea typeface="Yu Gothic UI"/>
                <a:cs typeface="+mn-cs"/>
              </a:rPr>
              <a:t>仮想マシンの持つネットワークインタフェースに対し仮想ネットワーク内部の </a:t>
            </a:r>
            <a:r>
              <a:rPr kumimoji="1" lang="en-US" altLang="ja-JP" sz="1600" b="0" i="0" u="none" strike="noStrike" kern="1200" cap="none" spc="0" normalizeH="0" baseline="0" noProof="0" dirty="0">
                <a:ln>
                  <a:noFill/>
                </a:ln>
                <a:solidFill>
                  <a:sysClr val="windowText" lastClr="000000"/>
                </a:solidFill>
                <a:effectLst/>
                <a:uLnTx/>
                <a:uFillTx/>
                <a:latin typeface="Yu Gothic UI"/>
                <a:ea typeface="Yu Gothic UI"/>
                <a:cs typeface="+mn-cs"/>
              </a:rPr>
              <a:t>IP </a:t>
            </a:r>
            <a:r>
              <a:rPr kumimoji="1" lang="ja-JP" altLang="en-US" sz="1600" b="0" i="0" u="none" strike="noStrike" kern="1200" cap="none" spc="0" normalizeH="0" baseline="0" noProof="0">
                <a:ln>
                  <a:noFill/>
                </a:ln>
                <a:solidFill>
                  <a:sysClr val="windowText" lastClr="000000"/>
                </a:solidFill>
                <a:effectLst/>
                <a:uLnTx/>
                <a:uFillTx/>
                <a:latin typeface="Yu Gothic UI"/>
                <a:ea typeface="Yu Gothic UI"/>
                <a:cs typeface="+mn-cs"/>
              </a:rPr>
              <a:t>アドレスを割り当て</a:t>
            </a:r>
          </a:p>
          <a:p>
            <a:pPr marL="742950" marR="0" lvl="1" indent="-285750" algn="l" defTabSz="914400" rtl="0" eaLnBrk="1" fontAlgn="auto" latinLnBrk="0" hangingPunct="1">
              <a:lnSpc>
                <a:spcPct val="100000"/>
              </a:lnSpc>
              <a:spcBef>
                <a:spcPts val="600"/>
              </a:spcBef>
              <a:spcAft>
                <a:spcPts val="0"/>
              </a:spcAft>
              <a:buClrTx/>
              <a:buSzTx/>
              <a:buFont typeface="Wingdings" pitchFamily="2" charset="2"/>
              <a:buChar char="n"/>
              <a:tabLst/>
              <a:defRPr/>
            </a:pPr>
            <a:r>
              <a:rPr kumimoji="1" lang="ja-JP" altLang="en-US" sz="1600" b="0" i="0" u="none" strike="noStrike" kern="1200" cap="none" spc="0" normalizeH="0" baseline="0" noProof="0">
                <a:ln>
                  <a:noFill/>
                </a:ln>
                <a:solidFill>
                  <a:sysClr val="windowText" lastClr="000000"/>
                </a:solidFill>
                <a:effectLst/>
                <a:uLnTx/>
                <a:uFillTx/>
                <a:latin typeface="Yu Gothic UI"/>
                <a:ea typeface="Yu Gothic UI"/>
                <a:cs typeface="+mn-cs"/>
              </a:rPr>
              <a:t>仮想ネットワーク内部の </a:t>
            </a:r>
            <a:r>
              <a:rPr kumimoji="1" lang="en-US" altLang="ja-JP" sz="1600" b="0" i="0" u="none" strike="noStrike" kern="1200" cap="none" spc="0" normalizeH="0" baseline="0" noProof="0" dirty="0">
                <a:ln>
                  <a:noFill/>
                </a:ln>
                <a:solidFill>
                  <a:sysClr val="windowText" lastClr="000000"/>
                </a:solidFill>
                <a:effectLst/>
                <a:uLnTx/>
                <a:uFillTx/>
                <a:latin typeface="Yu Gothic UI"/>
                <a:ea typeface="Yu Gothic UI"/>
                <a:cs typeface="+mn-cs"/>
              </a:rPr>
              <a:t>IP </a:t>
            </a:r>
            <a:r>
              <a:rPr kumimoji="1" lang="ja-JP" altLang="en-US" sz="1600" b="0" i="0" u="none" strike="noStrike" kern="1200" cap="none" spc="0" normalizeH="0" baseline="0" noProof="0">
                <a:ln>
                  <a:noFill/>
                </a:ln>
                <a:solidFill>
                  <a:sysClr val="windowText" lastClr="000000"/>
                </a:solidFill>
                <a:effectLst/>
                <a:uLnTx/>
                <a:uFillTx/>
                <a:latin typeface="Yu Gothic UI"/>
                <a:ea typeface="Yu Gothic UI"/>
                <a:cs typeface="+mn-cs"/>
              </a:rPr>
              <a:t>を利用し、仮想マシン同士でプライベートな通信を行うことが可能</a:t>
            </a:r>
          </a:p>
          <a:p>
            <a:pPr marL="342900" marR="0" lvl="0" indent="-342900" algn="l" defTabSz="914400" rtl="0" eaLnBrk="1" fontAlgn="auto" latinLnBrk="0" hangingPunct="1">
              <a:lnSpc>
                <a:spcPct val="100000"/>
              </a:lnSpc>
              <a:spcBef>
                <a:spcPts val="600"/>
              </a:spcBef>
              <a:spcAft>
                <a:spcPts val="0"/>
              </a:spcAft>
              <a:buClrTx/>
              <a:buSzTx/>
              <a:buFont typeface="Wingdings" pitchFamily="2" charset="2"/>
              <a:buChar char="n"/>
              <a:tabLst/>
              <a:defRPr/>
            </a:pPr>
            <a:endParaRPr kumimoji="1" lang="ja-JP" altLang="en-US" sz="2000" b="0" i="0" u="none" strike="noStrike" kern="1200" cap="none" spc="0" normalizeH="0" baseline="0" noProof="0" dirty="0">
              <a:ln>
                <a:noFill/>
              </a:ln>
              <a:solidFill>
                <a:sysClr val="windowText" lastClr="000000"/>
              </a:solidFill>
              <a:effectLst/>
              <a:uLnTx/>
              <a:uFillTx/>
              <a:latin typeface="Yu Gothic UI"/>
              <a:ea typeface="Yu Gothic UI"/>
              <a:cs typeface="+mn-cs"/>
            </a:endParaRPr>
          </a:p>
        </p:txBody>
      </p:sp>
      <p:sp>
        <p:nvSpPr>
          <p:cNvPr id="34" name="正方形/長方形 33">
            <a:extLst>
              <a:ext uri="{FF2B5EF4-FFF2-40B4-BE49-F238E27FC236}">
                <a16:creationId xmlns:a16="http://schemas.microsoft.com/office/drawing/2014/main" id="{1251132C-B80D-A1C4-830A-83FCED7E8E28}"/>
              </a:ext>
            </a:extLst>
          </p:cNvPr>
          <p:cNvSpPr/>
          <p:nvPr/>
        </p:nvSpPr>
        <p:spPr>
          <a:xfrm>
            <a:off x="1297702" y="3568315"/>
            <a:ext cx="9882946" cy="2842730"/>
          </a:xfrm>
          <a:prstGeom prst="rect">
            <a:avLst/>
          </a:prstGeom>
          <a:noFill/>
          <a:ln w="38100">
            <a:solidFill>
              <a:srgbClr val="0179D6"/>
            </a:solidFill>
          </a:ln>
        </p:spPr>
        <p:txBody>
          <a:bodyPr wrap="square" rtlCol="0" anchor="ctr">
            <a:noAutofit/>
          </a:bodyPr>
          <a:lstStyle/>
          <a:p>
            <a:pPr algn="ctr" rtl="0">
              <a:defRPr/>
            </a:pPr>
            <a:endParaRPr kumimoji="1" lang="ja-JP" altLang="en-US" sz="1400">
              <a:solidFill>
                <a:prstClr val="black"/>
              </a:solidFill>
              <a:latin typeface="Yu Gothic UI"/>
              <a:ea typeface="Yu Gothic UI"/>
            </a:endParaRPr>
          </a:p>
        </p:txBody>
      </p:sp>
      <p:sp>
        <p:nvSpPr>
          <p:cNvPr id="35" name="正方形/長方形 34">
            <a:extLst>
              <a:ext uri="{FF2B5EF4-FFF2-40B4-BE49-F238E27FC236}">
                <a16:creationId xmlns:a16="http://schemas.microsoft.com/office/drawing/2014/main" id="{3782456B-D806-FB9C-C15D-F21EE0D89AE7}"/>
              </a:ext>
            </a:extLst>
          </p:cNvPr>
          <p:cNvSpPr/>
          <p:nvPr/>
        </p:nvSpPr>
        <p:spPr>
          <a:xfrm>
            <a:off x="1994022" y="4444627"/>
            <a:ext cx="3002365" cy="1704705"/>
          </a:xfrm>
          <a:prstGeom prst="rect">
            <a:avLst/>
          </a:prstGeom>
          <a:noFill/>
          <a:ln w="38100">
            <a:solidFill>
              <a:srgbClr val="0179D6"/>
            </a:solidFill>
          </a:ln>
        </p:spPr>
        <p:txBody>
          <a:bodyPr wrap="square" rtlCol="0" anchor="ctr">
            <a:noAutofit/>
          </a:bodyPr>
          <a:lstStyle/>
          <a:p>
            <a:pPr algn="ctr" rtl="0">
              <a:defRPr/>
            </a:pPr>
            <a:endParaRPr kumimoji="1" lang="ja-JP" altLang="en-US" sz="1400">
              <a:solidFill>
                <a:prstClr val="black"/>
              </a:solidFill>
              <a:latin typeface="Yu Gothic UI"/>
              <a:ea typeface="Yu Gothic UI"/>
            </a:endParaRPr>
          </a:p>
        </p:txBody>
      </p:sp>
      <p:sp>
        <p:nvSpPr>
          <p:cNvPr id="36" name="テキスト ボックス 35">
            <a:extLst>
              <a:ext uri="{FF2B5EF4-FFF2-40B4-BE49-F238E27FC236}">
                <a16:creationId xmlns:a16="http://schemas.microsoft.com/office/drawing/2014/main" id="{995F0F6A-C186-4C4E-A102-558889A0B0D5}"/>
              </a:ext>
            </a:extLst>
          </p:cNvPr>
          <p:cNvSpPr txBox="1"/>
          <p:nvPr/>
        </p:nvSpPr>
        <p:spPr>
          <a:xfrm>
            <a:off x="5220162" y="3655818"/>
            <a:ext cx="2757321" cy="336740"/>
          </a:xfrm>
          <a:prstGeom prst="rect">
            <a:avLst/>
          </a:prstGeom>
          <a:noFill/>
        </p:spPr>
        <p:txBody>
          <a:bodyPr wrap="square" rtlCol="0">
            <a:spAutoFit/>
          </a:bodyPr>
          <a:lstStyle/>
          <a:p>
            <a:pPr algn="ctr" rtl="0">
              <a:defRPr/>
            </a:pPr>
            <a:r>
              <a:rPr kumimoji="1" lang="ja-JP" altLang="en-US" sz="1600" b="1">
                <a:solidFill>
                  <a:srgbClr val="2A2A2A"/>
                </a:solidFill>
                <a:latin typeface="Yu Gothic UI"/>
                <a:ea typeface="Yu Gothic UI"/>
              </a:rPr>
              <a:t>仮想ネットワーク </a:t>
            </a:r>
            <a:r>
              <a:rPr kumimoji="1" lang="en-US" altLang="ja-JP" sz="1600" b="1">
                <a:solidFill>
                  <a:srgbClr val="2A2A2A"/>
                </a:solidFill>
                <a:latin typeface="Yu Gothic UI"/>
                <a:ea typeface="Yu Gothic UI"/>
              </a:rPr>
              <a:t>(VNet)</a:t>
            </a:r>
            <a:endParaRPr kumimoji="1" lang="ja-JP" altLang="en-US" sz="1600" b="1">
              <a:solidFill>
                <a:srgbClr val="2A2A2A"/>
              </a:solidFill>
              <a:latin typeface="Yu Gothic UI"/>
              <a:ea typeface="Yu Gothic UI"/>
            </a:endParaRPr>
          </a:p>
        </p:txBody>
      </p:sp>
      <p:sp>
        <p:nvSpPr>
          <p:cNvPr id="37" name="テキスト ボックス 36">
            <a:extLst>
              <a:ext uri="{FF2B5EF4-FFF2-40B4-BE49-F238E27FC236}">
                <a16:creationId xmlns:a16="http://schemas.microsoft.com/office/drawing/2014/main" id="{78512585-5B80-2557-7D1F-CEFCDFA51394}"/>
              </a:ext>
            </a:extLst>
          </p:cNvPr>
          <p:cNvSpPr txBox="1"/>
          <p:nvPr/>
        </p:nvSpPr>
        <p:spPr>
          <a:xfrm>
            <a:off x="1994022" y="4475407"/>
            <a:ext cx="3002365" cy="336740"/>
          </a:xfrm>
          <a:prstGeom prst="rect">
            <a:avLst/>
          </a:prstGeom>
          <a:noFill/>
        </p:spPr>
        <p:txBody>
          <a:bodyPr wrap="square" rtlCol="0">
            <a:spAutoFit/>
          </a:bodyPr>
          <a:lstStyle/>
          <a:p>
            <a:pPr algn="ctr" rtl="0">
              <a:defRPr/>
            </a:pPr>
            <a:r>
              <a:rPr kumimoji="1" lang="ja-JP" altLang="en-US" sz="1600">
                <a:solidFill>
                  <a:srgbClr val="2A2A2A"/>
                </a:solidFill>
                <a:latin typeface="Yu Gothic UI"/>
                <a:ea typeface="Yu Gothic UI"/>
              </a:rPr>
              <a:t>サブネット</a:t>
            </a:r>
          </a:p>
        </p:txBody>
      </p:sp>
      <p:sp>
        <p:nvSpPr>
          <p:cNvPr id="38" name="正方形/長方形 37">
            <a:extLst>
              <a:ext uri="{FF2B5EF4-FFF2-40B4-BE49-F238E27FC236}">
                <a16:creationId xmlns:a16="http://schemas.microsoft.com/office/drawing/2014/main" id="{69AF3AE2-043B-73CB-48C4-1919D25256BA}"/>
              </a:ext>
            </a:extLst>
          </p:cNvPr>
          <p:cNvSpPr/>
          <p:nvPr/>
        </p:nvSpPr>
        <p:spPr>
          <a:xfrm>
            <a:off x="7454846" y="4444627"/>
            <a:ext cx="3002365" cy="1704705"/>
          </a:xfrm>
          <a:prstGeom prst="rect">
            <a:avLst/>
          </a:prstGeom>
          <a:noFill/>
          <a:ln w="38100">
            <a:solidFill>
              <a:srgbClr val="0179D6"/>
            </a:solidFill>
          </a:ln>
        </p:spPr>
        <p:txBody>
          <a:bodyPr wrap="square" rtlCol="0" anchor="ctr">
            <a:noAutofit/>
          </a:bodyPr>
          <a:lstStyle/>
          <a:p>
            <a:pPr algn="ctr" rtl="0">
              <a:defRPr/>
            </a:pPr>
            <a:endParaRPr kumimoji="1" lang="ja-JP" altLang="en-US" sz="1400">
              <a:solidFill>
                <a:prstClr val="black"/>
              </a:solidFill>
              <a:latin typeface="Yu Gothic UI"/>
              <a:ea typeface="Yu Gothic UI"/>
            </a:endParaRPr>
          </a:p>
        </p:txBody>
      </p:sp>
      <p:sp>
        <p:nvSpPr>
          <p:cNvPr id="39" name="テキスト ボックス 38">
            <a:extLst>
              <a:ext uri="{FF2B5EF4-FFF2-40B4-BE49-F238E27FC236}">
                <a16:creationId xmlns:a16="http://schemas.microsoft.com/office/drawing/2014/main" id="{44F1C2BA-EDEC-DC99-3F4C-0CC45CED616E}"/>
              </a:ext>
            </a:extLst>
          </p:cNvPr>
          <p:cNvSpPr txBox="1"/>
          <p:nvPr/>
        </p:nvSpPr>
        <p:spPr>
          <a:xfrm>
            <a:off x="7454846" y="4475407"/>
            <a:ext cx="3002365" cy="336740"/>
          </a:xfrm>
          <a:prstGeom prst="rect">
            <a:avLst/>
          </a:prstGeom>
          <a:noFill/>
        </p:spPr>
        <p:txBody>
          <a:bodyPr wrap="square" rtlCol="0">
            <a:spAutoFit/>
          </a:bodyPr>
          <a:lstStyle/>
          <a:p>
            <a:pPr algn="ctr" rtl="0">
              <a:defRPr/>
            </a:pPr>
            <a:r>
              <a:rPr kumimoji="1" lang="ja-JP" altLang="en-US" sz="1600">
                <a:solidFill>
                  <a:srgbClr val="2A2A2A"/>
                </a:solidFill>
                <a:latin typeface="Yu Gothic UI"/>
                <a:ea typeface="Yu Gothic UI"/>
              </a:rPr>
              <a:t>サブネット</a:t>
            </a:r>
          </a:p>
        </p:txBody>
      </p:sp>
      <p:sp>
        <p:nvSpPr>
          <p:cNvPr id="40" name="矢印: 左右 15">
            <a:extLst>
              <a:ext uri="{FF2B5EF4-FFF2-40B4-BE49-F238E27FC236}">
                <a16:creationId xmlns:a16="http://schemas.microsoft.com/office/drawing/2014/main" id="{7671A67D-64EB-C10E-50A0-3FA513117A10}"/>
              </a:ext>
            </a:extLst>
          </p:cNvPr>
          <p:cNvSpPr/>
          <p:nvPr/>
        </p:nvSpPr>
        <p:spPr bwMode="auto">
          <a:xfrm>
            <a:off x="4989302" y="4928753"/>
            <a:ext cx="2465543" cy="938359"/>
          </a:xfrm>
          <a:prstGeom prst="leftRightArrow">
            <a:avLst/>
          </a:prstGeom>
          <a:solidFill>
            <a:srgbClr val="4472C4"/>
          </a:solidFill>
          <a:ln w="9525" cap="flat" cmpd="sng" algn="ctr">
            <a:noFill/>
            <a:prstDash val="solid"/>
            <a:headEnd type="none" w="med" len="med"/>
            <a:tailEnd type="none" w="med" len="med"/>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marL="0" marR="0" lvl="0" indent="0" algn="ctr" defTabSz="914102" rtl="0" eaLnBrk="1" fontAlgn="base" latinLnBrk="0" hangingPunct="1">
              <a:lnSpc>
                <a:spcPct val="90000"/>
              </a:lnSpc>
              <a:spcBef>
                <a:spcPct val="0"/>
              </a:spcBef>
              <a:spcAft>
                <a:spcPct val="0"/>
              </a:spcAft>
              <a:buClrTx/>
              <a:buSzTx/>
              <a:buFontTx/>
              <a:buNone/>
              <a:tabLst/>
              <a:defRPr/>
            </a:pPr>
            <a:endParaRPr kumimoji="1" lang="ja-JP" altLang="en-US" sz="2353" b="0" i="0" u="none" strike="noStrike" kern="0" cap="none" spc="0" normalizeH="0" baseline="0" noProof="0" err="1">
              <a:ln>
                <a:noFill/>
              </a:ln>
              <a:gradFill>
                <a:gsLst>
                  <a:gs pos="0">
                    <a:srgbClr val="FFFFFF"/>
                  </a:gs>
                  <a:gs pos="100000">
                    <a:srgbClr val="FFFFFF"/>
                  </a:gs>
                </a:gsLst>
                <a:lin ang="5400000" scaled="0"/>
              </a:gradFill>
              <a:effectLst/>
              <a:uLnTx/>
              <a:uFillTx/>
              <a:latin typeface="Yu Gothic UI"/>
              <a:ea typeface="Yu Gothic UI"/>
              <a:cs typeface="Segoe UI" pitchFamily="34" charset="0"/>
            </a:endParaRPr>
          </a:p>
        </p:txBody>
      </p:sp>
      <p:sp>
        <p:nvSpPr>
          <p:cNvPr id="41" name="テキスト ボックス 40">
            <a:extLst>
              <a:ext uri="{FF2B5EF4-FFF2-40B4-BE49-F238E27FC236}">
                <a16:creationId xmlns:a16="http://schemas.microsoft.com/office/drawing/2014/main" id="{ED21016B-B4AF-4525-DA02-AC5C35BD9E46}"/>
              </a:ext>
            </a:extLst>
          </p:cNvPr>
          <p:cNvSpPr txBox="1"/>
          <p:nvPr/>
        </p:nvSpPr>
        <p:spPr>
          <a:xfrm>
            <a:off x="5266795" y="5229562"/>
            <a:ext cx="1944763" cy="338554"/>
          </a:xfrm>
          <a:prstGeom prst="rect">
            <a:avLst/>
          </a:prstGeom>
          <a:noFill/>
        </p:spPr>
        <p:txBody>
          <a:bodyPr wrap="none" rtlCol="0">
            <a:spAutoFit/>
          </a:bodyPr>
          <a:lstStyle/>
          <a:p>
            <a:pPr algn="ctr" rtl="0">
              <a:defRPr/>
            </a:pPr>
            <a:r>
              <a:rPr kumimoji="1" lang="ja-JP" altLang="en-US" sz="1600" b="1">
                <a:solidFill>
                  <a:prstClr val="white"/>
                </a:solidFill>
                <a:latin typeface="Yu Gothic UI"/>
                <a:ea typeface="Yu Gothic UI"/>
              </a:rPr>
              <a:t>デフォルトで通信許可</a:t>
            </a:r>
          </a:p>
        </p:txBody>
      </p:sp>
      <p:sp>
        <p:nvSpPr>
          <p:cNvPr id="42" name="テキスト ボックス 41">
            <a:extLst>
              <a:ext uri="{FF2B5EF4-FFF2-40B4-BE49-F238E27FC236}">
                <a16:creationId xmlns:a16="http://schemas.microsoft.com/office/drawing/2014/main" id="{D98B3B89-23A4-7729-0313-288F6E85F862}"/>
              </a:ext>
            </a:extLst>
          </p:cNvPr>
          <p:cNvSpPr txBox="1"/>
          <p:nvPr/>
        </p:nvSpPr>
        <p:spPr>
          <a:xfrm>
            <a:off x="1252983" y="3584996"/>
            <a:ext cx="1452114" cy="534083"/>
          </a:xfrm>
          <a:prstGeom prst="rect">
            <a:avLst/>
          </a:prstGeom>
          <a:noFill/>
        </p:spPr>
        <p:txBody>
          <a:bodyPr wrap="none" lIns="179285" tIns="143428" rIns="179285" bIns="143428" rtlCol="0">
            <a:spAutoFit/>
          </a:bodyPr>
          <a:lstStyle/>
          <a:p>
            <a:pPr rtl="0">
              <a:lnSpc>
                <a:spcPct val="90000"/>
              </a:lnSpc>
              <a:spcAft>
                <a:spcPts val="588"/>
              </a:spcAft>
              <a:defRPr/>
            </a:pPr>
            <a:r>
              <a:rPr kumimoji="1" lang="en-US" altLang="ja-JP" sz="1765">
                <a:gradFill>
                  <a:gsLst>
                    <a:gs pos="2917">
                      <a:prstClr val="black"/>
                    </a:gs>
                    <a:gs pos="30000">
                      <a:prstClr val="black"/>
                    </a:gs>
                  </a:gsLst>
                  <a:lin ang="5400000" scaled="0"/>
                </a:gradFill>
                <a:latin typeface="Yu Gothic UI"/>
                <a:ea typeface="Yu Gothic UI"/>
              </a:rPr>
              <a:t>10.0.0.0/16</a:t>
            </a:r>
            <a:endParaRPr kumimoji="1" lang="ja-JP" altLang="en-US" sz="1765" err="1">
              <a:gradFill>
                <a:gsLst>
                  <a:gs pos="2917">
                    <a:prstClr val="black"/>
                  </a:gs>
                  <a:gs pos="30000">
                    <a:prstClr val="black"/>
                  </a:gs>
                </a:gsLst>
                <a:lin ang="5400000" scaled="0"/>
              </a:gradFill>
              <a:latin typeface="Yu Gothic UI"/>
              <a:ea typeface="Yu Gothic UI"/>
            </a:endParaRPr>
          </a:p>
        </p:txBody>
      </p:sp>
      <p:sp>
        <p:nvSpPr>
          <p:cNvPr id="43" name="テキスト ボックス 42">
            <a:extLst>
              <a:ext uri="{FF2B5EF4-FFF2-40B4-BE49-F238E27FC236}">
                <a16:creationId xmlns:a16="http://schemas.microsoft.com/office/drawing/2014/main" id="{048760BE-2654-4F87-0EAC-F1620D3947FD}"/>
              </a:ext>
            </a:extLst>
          </p:cNvPr>
          <p:cNvSpPr txBox="1"/>
          <p:nvPr/>
        </p:nvSpPr>
        <p:spPr>
          <a:xfrm>
            <a:off x="2784471" y="4695479"/>
            <a:ext cx="1452114" cy="534083"/>
          </a:xfrm>
          <a:prstGeom prst="rect">
            <a:avLst/>
          </a:prstGeom>
          <a:noFill/>
        </p:spPr>
        <p:txBody>
          <a:bodyPr wrap="none" lIns="179285" tIns="143428" rIns="179285" bIns="143428" rtlCol="0">
            <a:spAutoFit/>
          </a:bodyPr>
          <a:lstStyle/>
          <a:p>
            <a:pPr rtl="0">
              <a:lnSpc>
                <a:spcPct val="90000"/>
              </a:lnSpc>
              <a:spcAft>
                <a:spcPts val="588"/>
              </a:spcAft>
              <a:defRPr/>
            </a:pPr>
            <a:r>
              <a:rPr kumimoji="1" lang="en-US" altLang="ja-JP" sz="1765">
                <a:gradFill>
                  <a:gsLst>
                    <a:gs pos="2917">
                      <a:prstClr val="black"/>
                    </a:gs>
                    <a:gs pos="30000">
                      <a:prstClr val="black"/>
                    </a:gs>
                  </a:gsLst>
                  <a:lin ang="5400000" scaled="0"/>
                </a:gradFill>
                <a:latin typeface="Yu Gothic UI"/>
                <a:ea typeface="Yu Gothic UI"/>
              </a:rPr>
              <a:t>10.0.1.0/24</a:t>
            </a:r>
            <a:endParaRPr kumimoji="1" lang="ja-JP" altLang="en-US" sz="1765" err="1">
              <a:gradFill>
                <a:gsLst>
                  <a:gs pos="2917">
                    <a:prstClr val="black"/>
                  </a:gs>
                  <a:gs pos="30000">
                    <a:prstClr val="black"/>
                  </a:gs>
                </a:gsLst>
                <a:lin ang="5400000" scaled="0"/>
              </a:gradFill>
              <a:latin typeface="Yu Gothic UI"/>
              <a:ea typeface="Yu Gothic UI"/>
            </a:endParaRPr>
          </a:p>
        </p:txBody>
      </p:sp>
      <p:sp>
        <p:nvSpPr>
          <p:cNvPr id="44" name="テキスト ボックス 43">
            <a:extLst>
              <a:ext uri="{FF2B5EF4-FFF2-40B4-BE49-F238E27FC236}">
                <a16:creationId xmlns:a16="http://schemas.microsoft.com/office/drawing/2014/main" id="{403584FF-7B8F-0C84-332C-5C66E2E6D33C}"/>
              </a:ext>
            </a:extLst>
          </p:cNvPr>
          <p:cNvSpPr txBox="1"/>
          <p:nvPr/>
        </p:nvSpPr>
        <p:spPr>
          <a:xfrm>
            <a:off x="8241596" y="4698123"/>
            <a:ext cx="1452114" cy="534083"/>
          </a:xfrm>
          <a:prstGeom prst="rect">
            <a:avLst/>
          </a:prstGeom>
          <a:noFill/>
        </p:spPr>
        <p:txBody>
          <a:bodyPr wrap="none" lIns="179285" tIns="143428" rIns="179285" bIns="143428" rtlCol="0">
            <a:spAutoFit/>
          </a:bodyPr>
          <a:lstStyle/>
          <a:p>
            <a:pPr rtl="0">
              <a:lnSpc>
                <a:spcPct val="90000"/>
              </a:lnSpc>
              <a:spcAft>
                <a:spcPts val="588"/>
              </a:spcAft>
              <a:defRPr/>
            </a:pPr>
            <a:r>
              <a:rPr kumimoji="1" lang="en-US" altLang="ja-JP" sz="1765">
                <a:gradFill>
                  <a:gsLst>
                    <a:gs pos="2917">
                      <a:prstClr val="black"/>
                    </a:gs>
                    <a:gs pos="30000">
                      <a:prstClr val="black"/>
                    </a:gs>
                  </a:gsLst>
                  <a:lin ang="5400000" scaled="0"/>
                </a:gradFill>
                <a:latin typeface="Yu Gothic UI"/>
                <a:ea typeface="Yu Gothic UI"/>
              </a:rPr>
              <a:t>10.0.2.0/24</a:t>
            </a:r>
            <a:endParaRPr kumimoji="1" lang="ja-JP" altLang="en-US" sz="1765" err="1">
              <a:gradFill>
                <a:gsLst>
                  <a:gs pos="2917">
                    <a:prstClr val="black"/>
                  </a:gs>
                  <a:gs pos="30000">
                    <a:prstClr val="black"/>
                  </a:gs>
                </a:gsLst>
                <a:lin ang="5400000" scaled="0"/>
              </a:gradFill>
              <a:latin typeface="Yu Gothic UI"/>
              <a:ea typeface="Yu Gothic UI"/>
            </a:endParaRPr>
          </a:p>
        </p:txBody>
      </p:sp>
      <p:pic>
        <p:nvPicPr>
          <p:cNvPr id="45" name="グラフィックス 44">
            <a:extLst>
              <a:ext uri="{FF2B5EF4-FFF2-40B4-BE49-F238E27FC236}">
                <a16:creationId xmlns:a16="http://schemas.microsoft.com/office/drawing/2014/main" id="{C49A4A4B-34C2-5B77-EB90-9A50EA941D9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10289" y="5282829"/>
            <a:ext cx="752717" cy="752717"/>
          </a:xfrm>
          <a:prstGeom prst="rect">
            <a:avLst/>
          </a:prstGeom>
        </p:spPr>
      </p:pic>
      <p:pic>
        <p:nvPicPr>
          <p:cNvPr id="46" name="グラフィックス 45">
            <a:extLst>
              <a:ext uri="{FF2B5EF4-FFF2-40B4-BE49-F238E27FC236}">
                <a16:creationId xmlns:a16="http://schemas.microsoft.com/office/drawing/2014/main" id="{6421E291-9AB0-5019-CE3B-CF1999E57D7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93866" y="5282829"/>
            <a:ext cx="752717" cy="752717"/>
          </a:xfrm>
          <a:prstGeom prst="rect">
            <a:avLst/>
          </a:prstGeom>
        </p:spPr>
      </p:pic>
      <p:pic>
        <p:nvPicPr>
          <p:cNvPr id="47" name="グラフィックス 46">
            <a:extLst>
              <a:ext uri="{FF2B5EF4-FFF2-40B4-BE49-F238E27FC236}">
                <a16:creationId xmlns:a16="http://schemas.microsoft.com/office/drawing/2014/main" id="{295828F8-FBAF-E46B-06BC-966A29BCE7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59407" y="5282829"/>
            <a:ext cx="752717" cy="752717"/>
          </a:xfrm>
          <a:prstGeom prst="rect">
            <a:avLst/>
          </a:prstGeom>
        </p:spPr>
      </p:pic>
      <p:pic>
        <p:nvPicPr>
          <p:cNvPr id="48" name="グラフィックス 47">
            <a:extLst>
              <a:ext uri="{FF2B5EF4-FFF2-40B4-BE49-F238E27FC236}">
                <a16:creationId xmlns:a16="http://schemas.microsoft.com/office/drawing/2014/main" id="{5C2255FA-FBF9-A027-DD79-55B31F2545C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2984" y="5282829"/>
            <a:ext cx="752717" cy="752717"/>
          </a:xfrm>
          <a:prstGeom prst="rect">
            <a:avLst/>
          </a:prstGeom>
        </p:spPr>
      </p:pic>
      <p:pic>
        <p:nvPicPr>
          <p:cNvPr id="49" name="グラフィックス 48">
            <a:extLst>
              <a:ext uri="{FF2B5EF4-FFF2-40B4-BE49-F238E27FC236}">
                <a16:creationId xmlns:a16="http://schemas.microsoft.com/office/drawing/2014/main" id="{627C9FE7-9AA7-BC26-77FC-7923A3C29FF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96387" y="3555048"/>
            <a:ext cx="529456" cy="529456"/>
          </a:xfrm>
          <a:prstGeom prst="rect">
            <a:avLst/>
          </a:prstGeom>
        </p:spPr>
      </p:pic>
    </p:spTree>
    <p:extLst>
      <p:ext uri="{BB962C8B-B14F-4D97-AF65-F5344CB8AC3E}">
        <p14:creationId xmlns:p14="http://schemas.microsoft.com/office/powerpoint/2010/main" val="11860771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88F7A-1728-CC15-FC86-3D8B6A274C5E}"/>
            </a:ext>
          </a:extLst>
        </p:cNvPr>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3E5836AC-C856-5A5D-7218-4416C6D53A1B}"/>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VNet とサブネット</a:t>
            </a:r>
          </a:p>
        </p:txBody>
      </p:sp>
      <p:sp>
        <p:nvSpPr>
          <p:cNvPr id="2" name="正方形/長方形 1">
            <a:extLst>
              <a:ext uri="{FF2B5EF4-FFF2-40B4-BE49-F238E27FC236}">
                <a16:creationId xmlns:a16="http://schemas.microsoft.com/office/drawing/2014/main" id="{BEE5D110-273D-41BE-AF46-F3F62099EA5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8D015C3D-5788-0D3D-7B64-15CEF9052E96}"/>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字幕 2">
            <a:extLst>
              <a:ext uri="{FF2B5EF4-FFF2-40B4-BE49-F238E27FC236}">
                <a16:creationId xmlns:a16="http://schemas.microsoft.com/office/drawing/2014/main" id="{17921937-3C7A-75A2-7ECB-558A9800E4C3}"/>
              </a:ext>
            </a:extLst>
          </p:cNvPr>
          <p:cNvSpPr txBox="1">
            <a:spLocks/>
          </p:cNvSpPr>
          <p:nvPr/>
        </p:nvSpPr>
        <p:spPr>
          <a:xfrm>
            <a:off x="627240" y="1272661"/>
            <a:ext cx="11117649" cy="2412968"/>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ja-JP" altLang="en-US" sz="2000">
                <a:solidFill>
                  <a:schemeClr val="tx1"/>
                </a:solidFill>
                <a:latin typeface="Yu Gothic UI" panose="020B0500000000000000" pitchFamily="34" charset="-128"/>
                <a:ea typeface="Yu Gothic UI" panose="020B0500000000000000" pitchFamily="34" charset="-128"/>
              </a:rPr>
              <a:t>複数のアドレス空間やサブネットを持つことが可能</a:t>
            </a:r>
            <a:endParaRPr lang="en-US" altLang="ja-JP" sz="2000" dirty="0">
              <a:solidFill>
                <a:schemeClr val="tx1"/>
              </a:solidFill>
              <a:latin typeface="Yu Gothic UI" panose="020B0500000000000000" pitchFamily="34" charset="-128"/>
              <a:ea typeface="Yu Gothic UI" panose="020B0500000000000000" pitchFamily="34" charset="-128"/>
            </a:endParaRPr>
          </a:p>
          <a:p>
            <a:r>
              <a:rPr lang="en-US" altLang="ja-JP" sz="2000" dirty="0" err="1">
                <a:solidFill>
                  <a:schemeClr val="tx1"/>
                </a:solidFill>
                <a:latin typeface="Yu Gothic UI" panose="020B0500000000000000" pitchFamily="34" charset="-128"/>
                <a:ea typeface="Yu Gothic UI" panose="020B0500000000000000" pitchFamily="34" charset="-128"/>
              </a:rPr>
              <a:t>VNet</a:t>
            </a:r>
            <a:r>
              <a:rPr lang="ja-JP" altLang="en-US" sz="2000">
                <a:solidFill>
                  <a:schemeClr val="tx1"/>
                </a:solidFill>
                <a:latin typeface="Yu Gothic UI" panose="020B0500000000000000" pitchFamily="34" charset="-128"/>
                <a:ea typeface="Yu Gothic UI" panose="020B0500000000000000" pitchFamily="34" charset="-128"/>
              </a:rPr>
              <a:t>やサブネットはリージョンに属する</a:t>
            </a:r>
            <a:endParaRPr lang="en-US" altLang="ja-JP" sz="2000" dirty="0">
              <a:solidFill>
                <a:schemeClr val="tx1"/>
              </a:solidFill>
              <a:latin typeface="Yu Gothic UI" panose="020B0500000000000000" pitchFamily="34" charset="-128"/>
              <a:ea typeface="Yu Gothic UI" panose="020B0500000000000000" pitchFamily="34" charset="-128"/>
            </a:endParaRPr>
          </a:p>
          <a:p>
            <a:r>
              <a:rPr lang="ja-JP" altLang="en-US" sz="2000">
                <a:solidFill>
                  <a:schemeClr val="tx1"/>
                </a:solidFill>
                <a:latin typeface="Yu Gothic UI" panose="020B0500000000000000" pitchFamily="34" charset="-128"/>
                <a:ea typeface="Yu Gothic UI" panose="020B0500000000000000" pitchFamily="34" charset="-128"/>
              </a:rPr>
              <a:t>可用性ゾーン</a:t>
            </a:r>
            <a:r>
              <a:rPr lang="en-US" altLang="ja-JP" sz="2000" dirty="0">
                <a:solidFill>
                  <a:schemeClr val="tx1"/>
                </a:solidFill>
                <a:latin typeface="Yu Gothic UI" panose="020B0500000000000000" pitchFamily="34" charset="-128"/>
                <a:ea typeface="Yu Gothic UI" panose="020B0500000000000000" pitchFamily="34" charset="-128"/>
              </a:rPr>
              <a:t> (Availability Zone, AZ) </a:t>
            </a:r>
            <a:r>
              <a:rPr lang="ja-JP" altLang="en-US" sz="2000">
                <a:solidFill>
                  <a:schemeClr val="tx1"/>
                </a:solidFill>
                <a:latin typeface="Yu Gothic UI" panose="020B0500000000000000" pitchFamily="34" charset="-128"/>
                <a:ea typeface="Yu Gothic UI" panose="020B0500000000000000" pitchFamily="34" charset="-128"/>
              </a:rPr>
              <a:t>が利用できるリージョンでは</a:t>
            </a:r>
            <a:r>
              <a:rPr lang="en-US" altLang="ja-JP" sz="2000" dirty="0">
                <a:solidFill>
                  <a:schemeClr val="tx1"/>
                </a:solidFill>
                <a:latin typeface="Yu Gothic UI" panose="020B0500000000000000" pitchFamily="34" charset="-128"/>
                <a:ea typeface="Yu Gothic UI" panose="020B0500000000000000" pitchFamily="34" charset="-128"/>
              </a:rPr>
              <a:t> AZ </a:t>
            </a:r>
            <a:r>
              <a:rPr lang="ja-JP" altLang="en-US" sz="2000">
                <a:solidFill>
                  <a:schemeClr val="tx1"/>
                </a:solidFill>
                <a:latin typeface="Yu Gothic UI" panose="020B0500000000000000" pitchFamily="34" charset="-128"/>
                <a:ea typeface="Yu Gothic UI" panose="020B0500000000000000" pitchFamily="34" charset="-128"/>
              </a:rPr>
              <a:t>をまたいだ利用が可能</a:t>
            </a:r>
            <a:endParaRPr lang="en-US" altLang="ja-JP" sz="2000" dirty="0">
              <a:solidFill>
                <a:schemeClr val="tx1"/>
              </a:solidFill>
              <a:latin typeface="Yu Gothic UI" panose="020B0500000000000000" pitchFamily="34" charset="-128"/>
              <a:ea typeface="Yu Gothic UI" panose="020B0500000000000000" pitchFamily="34" charset="-128"/>
            </a:endParaRPr>
          </a:p>
          <a:p>
            <a:endParaRPr lang="en-US" altLang="ja-JP" sz="2000" dirty="0">
              <a:solidFill>
                <a:schemeClr val="tx1"/>
              </a:solidFill>
              <a:latin typeface="Yu Gothic UI" panose="020B0500000000000000" pitchFamily="34" charset="-128"/>
              <a:ea typeface="Yu Gothic UI" panose="020B0500000000000000" pitchFamily="34" charset="-128"/>
            </a:endParaRPr>
          </a:p>
          <a:p>
            <a:endParaRPr lang="ja-JP" altLang="en-US" sz="2000">
              <a:solidFill>
                <a:schemeClr val="tx1"/>
              </a:solidFill>
              <a:latin typeface="Yu Gothic UI" panose="020B0500000000000000" pitchFamily="34" charset="-128"/>
              <a:ea typeface="Yu Gothic UI" panose="020B0500000000000000" pitchFamily="34" charset="-128"/>
            </a:endParaRPr>
          </a:p>
        </p:txBody>
      </p:sp>
      <p:sp>
        <p:nvSpPr>
          <p:cNvPr id="6" name="正方形/長方形 5">
            <a:extLst>
              <a:ext uri="{FF2B5EF4-FFF2-40B4-BE49-F238E27FC236}">
                <a16:creationId xmlns:a16="http://schemas.microsoft.com/office/drawing/2014/main" id="{589EBFBA-2577-F1AD-B683-FFC6057F01F9}"/>
              </a:ext>
            </a:extLst>
          </p:cNvPr>
          <p:cNvSpPr/>
          <p:nvPr/>
        </p:nvSpPr>
        <p:spPr>
          <a:xfrm>
            <a:off x="767408" y="3297647"/>
            <a:ext cx="2682726" cy="2980869"/>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7" name="正方形/長方形 6">
            <a:extLst>
              <a:ext uri="{FF2B5EF4-FFF2-40B4-BE49-F238E27FC236}">
                <a16:creationId xmlns:a16="http://schemas.microsoft.com/office/drawing/2014/main" id="{FE8D0243-722A-86A7-0E48-D215CED45672}"/>
              </a:ext>
            </a:extLst>
          </p:cNvPr>
          <p:cNvSpPr/>
          <p:nvPr/>
        </p:nvSpPr>
        <p:spPr>
          <a:xfrm>
            <a:off x="4720301" y="3204498"/>
            <a:ext cx="2682726" cy="2980869"/>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8" name="正方形/長方形 7">
            <a:extLst>
              <a:ext uri="{FF2B5EF4-FFF2-40B4-BE49-F238E27FC236}">
                <a16:creationId xmlns:a16="http://schemas.microsoft.com/office/drawing/2014/main" id="{174544A2-257C-3C6D-6A90-FDCE03D2FE01}"/>
              </a:ext>
            </a:extLst>
          </p:cNvPr>
          <p:cNvSpPr/>
          <p:nvPr/>
        </p:nvSpPr>
        <p:spPr>
          <a:xfrm>
            <a:off x="8737075" y="3319531"/>
            <a:ext cx="2682726" cy="2980869"/>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9" name="テキスト ボックス 8">
            <a:extLst>
              <a:ext uri="{FF2B5EF4-FFF2-40B4-BE49-F238E27FC236}">
                <a16:creationId xmlns:a16="http://schemas.microsoft.com/office/drawing/2014/main" id="{7D52A2D4-5A8D-C1EA-BFB2-B84F1534EF78}"/>
              </a:ext>
            </a:extLst>
          </p:cNvPr>
          <p:cNvSpPr txBox="1"/>
          <p:nvPr/>
        </p:nvSpPr>
        <p:spPr>
          <a:xfrm>
            <a:off x="842239" y="2557534"/>
            <a:ext cx="2533066" cy="64633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a:t>
            </a: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a:t>
            </a:r>
            <a:r>
              <a:rPr kumimoji="1" lang="ja-JP" altLang="en-US" sz="18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つの</a:t>
            </a: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アドレス空間、</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a:t>
            </a: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a:t>
            </a:r>
            <a:r>
              <a:rPr kumimoji="1" lang="ja-JP" altLang="en-US" sz="18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つの</a:t>
            </a: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サブネット（既定）</a:t>
            </a:r>
          </a:p>
        </p:txBody>
      </p:sp>
      <p:sp>
        <p:nvSpPr>
          <p:cNvPr id="10" name="テキスト ボックス 9">
            <a:extLst>
              <a:ext uri="{FF2B5EF4-FFF2-40B4-BE49-F238E27FC236}">
                <a16:creationId xmlns:a16="http://schemas.microsoft.com/office/drawing/2014/main" id="{7CAB65A4-C52E-F800-6BDB-E3E75D86744C}"/>
              </a:ext>
            </a:extLst>
          </p:cNvPr>
          <p:cNvSpPr txBox="1"/>
          <p:nvPr/>
        </p:nvSpPr>
        <p:spPr>
          <a:xfrm>
            <a:off x="5078735" y="2557533"/>
            <a:ext cx="2034531" cy="64633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a:t>
            </a: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a:t>
            </a:r>
            <a:r>
              <a:rPr kumimoji="1" lang="ja-JP" altLang="en-US" sz="18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つの</a:t>
            </a: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アドレス空間、</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複数のサブネット</a:t>
            </a:r>
          </a:p>
        </p:txBody>
      </p:sp>
      <p:sp>
        <p:nvSpPr>
          <p:cNvPr id="11" name="テキスト ボックス 10">
            <a:extLst>
              <a:ext uri="{FF2B5EF4-FFF2-40B4-BE49-F238E27FC236}">
                <a16:creationId xmlns:a16="http://schemas.microsoft.com/office/drawing/2014/main" id="{6544AA2A-0DC0-9E8B-CFCB-EB9FD3B74422}"/>
              </a:ext>
            </a:extLst>
          </p:cNvPr>
          <p:cNvSpPr txBox="1"/>
          <p:nvPr/>
        </p:nvSpPr>
        <p:spPr>
          <a:xfrm>
            <a:off x="9006653" y="2557532"/>
            <a:ext cx="2153154" cy="64633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複数のアドレス空間、</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複数のサブネット</a:t>
            </a:r>
          </a:p>
        </p:txBody>
      </p:sp>
      <p:sp>
        <p:nvSpPr>
          <p:cNvPr id="12" name="テキスト ボックス 11">
            <a:extLst>
              <a:ext uri="{FF2B5EF4-FFF2-40B4-BE49-F238E27FC236}">
                <a16:creationId xmlns:a16="http://schemas.microsoft.com/office/drawing/2014/main" id="{B7390E5C-3965-77E1-9F53-A34F959142F2}"/>
              </a:ext>
            </a:extLst>
          </p:cNvPr>
          <p:cNvSpPr txBox="1"/>
          <p:nvPr/>
        </p:nvSpPr>
        <p:spPr>
          <a:xfrm>
            <a:off x="985706" y="3484458"/>
            <a:ext cx="2246129"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アドレス空間 </a:t>
            </a:r>
            <a:r>
              <a:rPr kumimoji="1" lang="en-US" altLang="ja-JP"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10.0.0.0/16</a:t>
            </a:r>
            <a:endPar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3" name="正方形/長方形 12">
            <a:extLst>
              <a:ext uri="{FF2B5EF4-FFF2-40B4-BE49-F238E27FC236}">
                <a16:creationId xmlns:a16="http://schemas.microsoft.com/office/drawing/2014/main" id="{7C5B9814-3490-FB33-E6AA-FB727964CA40}"/>
              </a:ext>
            </a:extLst>
          </p:cNvPr>
          <p:cNvSpPr/>
          <p:nvPr/>
        </p:nvSpPr>
        <p:spPr>
          <a:xfrm>
            <a:off x="4910400" y="5025142"/>
            <a:ext cx="2371199" cy="934687"/>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192.168.2.0/24</a:t>
            </a: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4" name="正方形/長方形 13">
            <a:extLst>
              <a:ext uri="{FF2B5EF4-FFF2-40B4-BE49-F238E27FC236}">
                <a16:creationId xmlns:a16="http://schemas.microsoft.com/office/drawing/2014/main" id="{A16984F9-F99F-F8DE-BD79-ED0939A3722E}"/>
              </a:ext>
            </a:extLst>
          </p:cNvPr>
          <p:cNvSpPr/>
          <p:nvPr/>
        </p:nvSpPr>
        <p:spPr>
          <a:xfrm>
            <a:off x="4910400" y="3833857"/>
            <a:ext cx="2371199" cy="948285"/>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192.168.1.0/24</a:t>
            </a: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6" name="正方形/長方形 15">
            <a:extLst>
              <a:ext uri="{FF2B5EF4-FFF2-40B4-BE49-F238E27FC236}">
                <a16:creationId xmlns:a16="http://schemas.microsoft.com/office/drawing/2014/main" id="{D707BD51-C4D3-A674-6A2A-0959452CAEF2}"/>
              </a:ext>
            </a:extLst>
          </p:cNvPr>
          <p:cNvSpPr/>
          <p:nvPr/>
        </p:nvSpPr>
        <p:spPr>
          <a:xfrm>
            <a:off x="8737075" y="4772180"/>
            <a:ext cx="2682726" cy="1528220"/>
          </a:xfrm>
          <a:prstGeom prst="rect">
            <a:avLst/>
          </a:prstGeom>
          <a:solidFill>
            <a:schemeClr val="tx1">
              <a:lumMod val="50000"/>
              <a:lumOff val="50000"/>
              <a:alpha val="50196"/>
            </a:schemeClr>
          </a:solidFill>
          <a:ln w="38100">
            <a:solidFill>
              <a:srgbClr val="0179D6"/>
            </a:solidFill>
          </a:ln>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7" name="正方形/長方形 16">
            <a:extLst>
              <a:ext uri="{FF2B5EF4-FFF2-40B4-BE49-F238E27FC236}">
                <a16:creationId xmlns:a16="http://schemas.microsoft.com/office/drawing/2014/main" id="{F041A323-B042-CB83-B652-5C9DD8C19F79}"/>
              </a:ext>
            </a:extLst>
          </p:cNvPr>
          <p:cNvSpPr/>
          <p:nvPr/>
        </p:nvSpPr>
        <p:spPr>
          <a:xfrm>
            <a:off x="8892838" y="5200098"/>
            <a:ext cx="2371199" cy="934687"/>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192.168.1.0/24</a:t>
            </a: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8" name="正方形/長方形 17">
            <a:extLst>
              <a:ext uri="{FF2B5EF4-FFF2-40B4-BE49-F238E27FC236}">
                <a16:creationId xmlns:a16="http://schemas.microsoft.com/office/drawing/2014/main" id="{661352D4-5286-C334-637D-975D02D0295C}"/>
              </a:ext>
            </a:extLst>
          </p:cNvPr>
          <p:cNvSpPr/>
          <p:nvPr/>
        </p:nvSpPr>
        <p:spPr>
          <a:xfrm>
            <a:off x="8890842" y="3695055"/>
            <a:ext cx="2371199" cy="934687"/>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10.0.0.0/24</a:t>
            </a: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9" name="正方形/長方形 18">
            <a:extLst>
              <a:ext uri="{FF2B5EF4-FFF2-40B4-BE49-F238E27FC236}">
                <a16:creationId xmlns:a16="http://schemas.microsoft.com/office/drawing/2014/main" id="{70587A3A-33F9-EFF0-8020-7D03F9A2D3CE}"/>
              </a:ext>
            </a:extLst>
          </p:cNvPr>
          <p:cNvSpPr/>
          <p:nvPr/>
        </p:nvSpPr>
        <p:spPr>
          <a:xfrm>
            <a:off x="925567" y="4384199"/>
            <a:ext cx="2371199" cy="935723"/>
          </a:xfrm>
          <a:prstGeom prst="rect">
            <a:avLst/>
          </a:prstGeom>
          <a:solidFill>
            <a:schemeClr val="bg1">
              <a:alpha val="50196"/>
            </a:schemeClr>
          </a:solidFill>
          <a:ln w="38100">
            <a:solidFill>
              <a:srgbClr val="0179D6"/>
            </a:solidFill>
          </a:ln>
        </p:spPr>
        <p:txBody>
          <a:bodyPr wrap="square" rtlCol="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10.0.0.0/24</a:t>
            </a:r>
            <a:endParaRPr kumimoji="1" lang="ja-JP" altLang="en-US" sz="14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20" name="テキスト ボックス 19">
            <a:extLst>
              <a:ext uri="{FF2B5EF4-FFF2-40B4-BE49-F238E27FC236}">
                <a16:creationId xmlns:a16="http://schemas.microsoft.com/office/drawing/2014/main" id="{C8A3F481-FCE6-6058-4B42-B6366AC03DCD}"/>
              </a:ext>
            </a:extLst>
          </p:cNvPr>
          <p:cNvSpPr txBox="1"/>
          <p:nvPr/>
        </p:nvSpPr>
        <p:spPr>
          <a:xfrm>
            <a:off x="8794254" y="4836372"/>
            <a:ext cx="2577950"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アドレス空間 </a:t>
            </a:r>
            <a:r>
              <a:rPr kumimoji="1" lang="en-US" altLang="ja-JP"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192.168.1.0/16</a:t>
            </a:r>
            <a:endPar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21" name="テキスト ボックス 20">
            <a:extLst>
              <a:ext uri="{FF2B5EF4-FFF2-40B4-BE49-F238E27FC236}">
                <a16:creationId xmlns:a16="http://schemas.microsoft.com/office/drawing/2014/main" id="{BA42E592-BCED-F420-E067-BC724E842272}"/>
              </a:ext>
            </a:extLst>
          </p:cNvPr>
          <p:cNvSpPr txBox="1"/>
          <p:nvPr/>
        </p:nvSpPr>
        <p:spPr>
          <a:xfrm>
            <a:off x="2203187" y="4916834"/>
            <a:ext cx="856324"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10.0.0.4</a:t>
            </a:r>
            <a:r>
              <a:rPr kumimoji="1" lang="ja-JP" altLang="en-US"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a:t>
            </a:r>
          </a:p>
        </p:txBody>
      </p:sp>
      <p:sp>
        <p:nvSpPr>
          <p:cNvPr id="22" name="テキスト ボックス 21">
            <a:extLst>
              <a:ext uri="{FF2B5EF4-FFF2-40B4-BE49-F238E27FC236}">
                <a16:creationId xmlns:a16="http://schemas.microsoft.com/office/drawing/2014/main" id="{38BA7C01-6B28-9B7E-6CE9-3BCB0B2332F8}"/>
              </a:ext>
            </a:extLst>
          </p:cNvPr>
          <p:cNvSpPr txBox="1"/>
          <p:nvPr/>
        </p:nvSpPr>
        <p:spPr>
          <a:xfrm>
            <a:off x="6107420" y="4385235"/>
            <a:ext cx="1106393"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192.168.1.4</a:t>
            </a:r>
            <a:r>
              <a:rPr kumimoji="1" lang="ja-JP" altLang="en-US"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a:t>
            </a:r>
          </a:p>
        </p:txBody>
      </p:sp>
      <p:sp>
        <p:nvSpPr>
          <p:cNvPr id="23" name="テキスト ボックス 22">
            <a:extLst>
              <a:ext uri="{FF2B5EF4-FFF2-40B4-BE49-F238E27FC236}">
                <a16:creationId xmlns:a16="http://schemas.microsoft.com/office/drawing/2014/main" id="{9477AABF-6AF7-051F-FF50-80BFF636F265}"/>
              </a:ext>
            </a:extLst>
          </p:cNvPr>
          <p:cNvSpPr txBox="1"/>
          <p:nvPr/>
        </p:nvSpPr>
        <p:spPr>
          <a:xfrm>
            <a:off x="6134129" y="5579900"/>
            <a:ext cx="1106393"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192.168.2.4</a:t>
            </a:r>
            <a:r>
              <a:rPr kumimoji="1" lang="ja-JP" altLang="en-US"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a:t>
            </a:r>
          </a:p>
        </p:txBody>
      </p:sp>
      <p:sp>
        <p:nvSpPr>
          <p:cNvPr id="24" name="テキスト ボックス 23">
            <a:extLst>
              <a:ext uri="{FF2B5EF4-FFF2-40B4-BE49-F238E27FC236}">
                <a16:creationId xmlns:a16="http://schemas.microsoft.com/office/drawing/2014/main" id="{16C69849-3B48-97DD-7805-5670A1EAFDF1}"/>
              </a:ext>
            </a:extLst>
          </p:cNvPr>
          <p:cNvSpPr txBox="1"/>
          <p:nvPr/>
        </p:nvSpPr>
        <p:spPr>
          <a:xfrm>
            <a:off x="10211732" y="4277090"/>
            <a:ext cx="856324"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10.0.0.4</a:t>
            </a:r>
            <a:r>
              <a:rPr kumimoji="1" lang="ja-JP" altLang="en-US"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a:t>
            </a:r>
          </a:p>
        </p:txBody>
      </p:sp>
      <p:sp>
        <p:nvSpPr>
          <p:cNvPr id="25" name="テキスト ボックス 24">
            <a:extLst>
              <a:ext uri="{FF2B5EF4-FFF2-40B4-BE49-F238E27FC236}">
                <a16:creationId xmlns:a16="http://schemas.microsoft.com/office/drawing/2014/main" id="{1B88B4B0-6642-5B2D-A710-102680778153}"/>
              </a:ext>
            </a:extLst>
          </p:cNvPr>
          <p:cNvSpPr txBox="1"/>
          <p:nvPr/>
        </p:nvSpPr>
        <p:spPr>
          <a:xfrm>
            <a:off x="10105172" y="5732093"/>
            <a:ext cx="1106393"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192.168.1.4</a:t>
            </a:r>
            <a:r>
              <a:rPr kumimoji="1" lang="ja-JP" altLang="en-US" sz="12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a:t>
            </a:r>
          </a:p>
        </p:txBody>
      </p:sp>
      <p:pic>
        <p:nvPicPr>
          <p:cNvPr id="26" name="Picture 4">
            <a:extLst>
              <a:ext uri="{FF2B5EF4-FFF2-40B4-BE49-F238E27FC236}">
                <a16:creationId xmlns:a16="http://schemas.microsoft.com/office/drawing/2014/main" id="{D2595D1C-51F1-DCDE-9051-D3AE11EDB3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7733" y="4395068"/>
            <a:ext cx="646498" cy="61058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4">
            <a:extLst>
              <a:ext uri="{FF2B5EF4-FFF2-40B4-BE49-F238E27FC236}">
                <a16:creationId xmlns:a16="http://schemas.microsoft.com/office/drawing/2014/main" id="{0CBAC7F7-CE4B-10CE-AF48-BBD86FB47E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7368" y="3866627"/>
            <a:ext cx="646498" cy="61058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4">
            <a:extLst>
              <a:ext uri="{FF2B5EF4-FFF2-40B4-BE49-F238E27FC236}">
                <a16:creationId xmlns:a16="http://schemas.microsoft.com/office/drawing/2014/main" id="{D07DFBD0-F99A-D066-758B-9086D119A4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37368" y="5081262"/>
            <a:ext cx="646498" cy="610581"/>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4">
            <a:extLst>
              <a:ext uri="{FF2B5EF4-FFF2-40B4-BE49-F238E27FC236}">
                <a16:creationId xmlns:a16="http://schemas.microsoft.com/office/drawing/2014/main" id="{F76AB599-1BF1-3FED-ECA0-F7F7789E42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56007" y="3771091"/>
            <a:ext cx="646498" cy="610581"/>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4">
            <a:extLst>
              <a:ext uri="{FF2B5EF4-FFF2-40B4-BE49-F238E27FC236}">
                <a16:creationId xmlns:a16="http://schemas.microsoft.com/office/drawing/2014/main" id="{1F41E3F6-C734-818D-F065-9CC4231684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256007" y="5204094"/>
            <a:ext cx="646498" cy="610581"/>
          </a:xfrm>
          <a:prstGeom prst="rect">
            <a:avLst/>
          </a:prstGeom>
          <a:noFill/>
          <a:extLst>
            <a:ext uri="{909E8E84-426E-40DD-AFC4-6F175D3DCCD1}">
              <a14:hiddenFill xmlns:a14="http://schemas.microsoft.com/office/drawing/2010/main">
                <a:solidFill>
                  <a:srgbClr val="FFFFFF"/>
                </a:solidFill>
              </a14:hiddenFill>
            </a:ext>
          </a:extLst>
        </p:spPr>
      </p:pic>
      <p:sp>
        <p:nvSpPr>
          <p:cNvPr id="31" name="角丸四角形 30">
            <a:extLst>
              <a:ext uri="{FF2B5EF4-FFF2-40B4-BE49-F238E27FC236}">
                <a16:creationId xmlns:a16="http://schemas.microsoft.com/office/drawing/2014/main" id="{0DCC8800-CE77-51D6-39B7-5FD7E8E6864C}"/>
              </a:ext>
            </a:extLst>
          </p:cNvPr>
          <p:cNvSpPr/>
          <p:nvPr/>
        </p:nvSpPr>
        <p:spPr bwMode="auto">
          <a:xfrm>
            <a:off x="4910400" y="3297647"/>
            <a:ext cx="701128" cy="3347377"/>
          </a:xfrm>
          <a:prstGeom prst="roundRect">
            <a:avLst/>
          </a:prstGeom>
          <a:noFill/>
          <a:ln w="2222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32" name="角丸四角形 31">
            <a:extLst>
              <a:ext uri="{FF2B5EF4-FFF2-40B4-BE49-F238E27FC236}">
                <a16:creationId xmlns:a16="http://schemas.microsoft.com/office/drawing/2014/main" id="{E0A0C7CE-2289-1574-7B5C-8052CA770A12}"/>
              </a:ext>
            </a:extLst>
          </p:cNvPr>
          <p:cNvSpPr/>
          <p:nvPr/>
        </p:nvSpPr>
        <p:spPr bwMode="auto">
          <a:xfrm>
            <a:off x="5746228" y="3302888"/>
            <a:ext cx="701128" cy="3347377"/>
          </a:xfrm>
          <a:prstGeom prst="roundRect">
            <a:avLst/>
          </a:prstGeom>
          <a:noFill/>
          <a:ln w="2222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50" name="角丸四角形 49">
            <a:extLst>
              <a:ext uri="{FF2B5EF4-FFF2-40B4-BE49-F238E27FC236}">
                <a16:creationId xmlns:a16="http://schemas.microsoft.com/office/drawing/2014/main" id="{BD8C57F9-54B7-384E-D93A-CA54208F05DF}"/>
              </a:ext>
            </a:extLst>
          </p:cNvPr>
          <p:cNvSpPr/>
          <p:nvPr/>
        </p:nvSpPr>
        <p:spPr bwMode="auto">
          <a:xfrm>
            <a:off x="6573003" y="3297647"/>
            <a:ext cx="701128" cy="3347377"/>
          </a:xfrm>
          <a:prstGeom prst="roundRect">
            <a:avLst/>
          </a:prstGeom>
          <a:noFill/>
          <a:ln w="2222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51" name="角丸四角形 50">
            <a:extLst>
              <a:ext uri="{FF2B5EF4-FFF2-40B4-BE49-F238E27FC236}">
                <a16:creationId xmlns:a16="http://schemas.microsoft.com/office/drawing/2014/main" id="{7CDDDA82-D892-D02B-31A5-DC2047D7F740}"/>
              </a:ext>
            </a:extLst>
          </p:cNvPr>
          <p:cNvSpPr/>
          <p:nvPr/>
        </p:nvSpPr>
        <p:spPr bwMode="auto">
          <a:xfrm>
            <a:off x="8892029" y="3376210"/>
            <a:ext cx="701128" cy="3347377"/>
          </a:xfrm>
          <a:prstGeom prst="roundRect">
            <a:avLst/>
          </a:prstGeom>
          <a:noFill/>
          <a:ln w="2222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52" name="角丸四角形 51">
            <a:extLst>
              <a:ext uri="{FF2B5EF4-FFF2-40B4-BE49-F238E27FC236}">
                <a16:creationId xmlns:a16="http://schemas.microsoft.com/office/drawing/2014/main" id="{79E512AF-1CE9-6ED7-5BE2-CBEA8404EF16}"/>
              </a:ext>
            </a:extLst>
          </p:cNvPr>
          <p:cNvSpPr/>
          <p:nvPr/>
        </p:nvSpPr>
        <p:spPr bwMode="auto">
          <a:xfrm>
            <a:off x="9727857" y="3381451"/>
            <a:ext cx="701128" cy="3347377"/>
          </a:xfrm>
          <a:prstGeom prst="roundRect">
            <a:avLst/>
          </a:prstGeom>
          <a:noFill/>
          <a:ln w="2222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53" name="角丸四角形 52">
            <a:extLst>
              <a:ext uri="{FF2B5EF4-FFF2-40B4-BE49-F238E27FC236}">
                <a16:creationId xmlns:a16="http://schemas.microsoft.com/office/drawing/2014/main" id="{1A9D3021-0E29-D1DA-5BF9-DDCFB27339EF}"/>
              </a:ext>
            </a:extLst>
          </p:cNvPr>
          <p:cNvSpPr/>
          <p:nvPr/>
        </p:nvSpPr>
        <p:spPr bwMode="auto">
          <a:xfrm>
            <a:off x="10554632" y="3376210"/>
            <a:ext cx="701128" cy="3347377"/>
          </a:xfrm>
          <a:prstGeom prst="roundRect">
            <a:avLst/>
          </a:prstGeom>
          <a:noFill/>
          <a:ln w="2222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54" name="テキスト ボックス 53">
            <a:extLst>
              <a:ext uri="{FF2B5EF4-FFF2-40B4-BE49-F238E27FC236}">
                <a16:creationId xmlns:a16="http://schemas.microsoft.com/office/drawing/2014/main" id="{45513E52-8377-9D55-F00F-A89CB759DCC5}"/>
              </a:ext>
            </a:extLst>
          </p:cNvPr>
          <p:cNvSpPr txBox="1"/>
          <p:nvPr/>
        </p:nvSpPr>
        <p:spPr>
          <a:xfrm>
            <a:off x="4807025" y="3383429"/>
            <a:ext cx="2577950"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アドレス空間 </a:t>
            </a:r>
            <a:r>
              <a:rPr kumimoji="1" lang="en-US" altLang="ja-JP"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192.168.1.0/16</a:t>
            </a:r>
            <a:endPar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55" name="テキスト ボックス 54">
            <a:extLst>
              <a:ext uri="{FF2B5EF4-FFF2-40B4-BE49-F238E27FC236}">
                <a16:creationId xmlns:a16="http://schemas.microsoft.com/office/drawing/2014/main" id="{9BC25619-EFE9-00E1-8F87-722B3AA1DA87}"/>
              </a:ext>
            </a:extLst>
          </p:cNvPr>
          <p:cNvSpPr txBox="1"/>
          <p:nvPr/>
        </p:nvSpPr>
        <p:spPr>
          <a:xfrm>
            <a:off x="5058692" y="6310399"/>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AZ1</a:t>
            </a:r>
            <a:endParaRPr kumimoji="1" lang="ja-JP" altLang="en-US" sz="1400">
              <a:latin typeface="Yu Gothic UI" panose="020B0500000000000000" pitchFamily="34" charset="-128"/>
              <a:ea typeface="Yu Gothic UI" panose="020B0500000000000000" pitchFamily="34" charset="-128"/>
            </a:endParaRPr>
          </a:p>
        </p:txBody>
      </p:sp>
      <p:sp>
        <p:nvSpPr>
          <p:cNvPr id="56" name="テキスト ボックス 55">
            <a:extLst>
              <a:ext uri="{FF2B5EF4-FFF2-40B4-BE49-F238E27FC236}">
                <a16:creationId xmlns:a16="http://schemas.microsoft.com/office/drawing/2014/main" id="{ECFC2AE1-D0E5-CD7F-6387-4D107D3A2487}"/>
              </a:ext>
            </a:extLst>
          </p:cNvPr>
          <p:cNvSpPr txBox="1"/>
          <p:nvPr/>
        </p:nvSpPr>
        <p:spPr>
          <a:xfrm>
            <a:off x="5894156" y="6310399"/>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AZ2</a:t>
            </a:r>
            <a:endParaRPr kumimoji="1" lang="ja-JP" altLang="en-US" sz="1400">
              <a:latin typeface="Yu Gothic UI" panose="020B0500000000000000" pitchFamily="34" charset="-128"/>
              <a:ea typeface="Yu Gothic UI" panose="020B0500000000000000" pitchFamily="34" charset="-128"/>
            </a:endParaRPr>
          </a:p>
        </p:txBody>
      </p:sp>
      <p:sp>
        <p:nvSpPr>
          <p:cNvPr id="57" name="テキスト ボックス 56">
            <a:extLst>
              <a:ext uri="{FF2B5EF4-FFF2-40B4-BE49-F238E27FC236}">
                <a16:creationId xmlns:a16="http://schemas.microsoft.com/office/drawing/2014/main" id="{A217E50A-7AFB-119F-0FD3-76FCB850AB37}"/>
              </a:ext>
            </a:extLst>
          </p:cNvPr>
          <p:cNvSpPr txBox="1"/>
          <p:nvPr/>
        </p:nvSpPr>
        <p:spPr>
          <a:xfrm>
            <a:off x="6719734" y="6309370"/>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AZ3</a:t>
            </a:r>
            <a:endParaRPr kumimoji="1" lang="ja-JP" altLang="en-US" sz="1400">
              <a:latin typeface="Yu Gothic UI" panose="020B0500000000000000" pitchFamily="34" charset="-128"/>
              <a:ea typeface="Yu Gothic UI" panose="020B0500000000000000" pitchFamily="34" charset="-128"/>
            </a:endParaRPr>
          </a:p>
        </p:txBody>
      </p:sp>
      <p:sp>
        <p:nvSpPr>
          <p:cNvPr id="58" name="テキスト ボックス 57">
            <a:extLst>
              <a:ext uri="{FF2B5EF4-FFF2-40B4-BE49-F238E27FC236}">
                <a16:creationId xmlns:a16="http://schemas.microsoft.com/office/drawing/2014/main" id="{4D6FACCC-DD40-A0B7-FEE9-1597A7143239}"/>
              </a:ext>
            </a:extLst>
          </p:cNvPr>
          <p:cNvSpPr txBox="1"/>
          <p:nvPr/>
        </p:nvSpPr>
        <p:spPr>
          <a:xfrm>
            <a:off x="9050641" y="6403757"/>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AZ1</a:t>
            </a:r>
            <a:endParaRPr kumimoji="1" lang="ja-JP" altLang="en-US" sz="1400">
              <a:latin typeface="Yu Gothic UI" panose="020B0500000000000000" pitchFamily="34" charset="-128"/>
              <a:ea typeface="Yu Gothic UI" panose="020B0500000000000000" pitchFamily="34" charset="-128"/>
            </a:endParaRPr>
          </a:p>
        </p:txBody>
      </p:sp>
      <p:sp>
        <p:nvSpPr>
          <p:cNvPr id="59" name="テキスト ボックス 58">
            <a:extLst>
              <a:ext uri="{FF2B5EF4-FFF2-40B4-BE49-F238E27FC236}">
                <a16:creationId xmlns:a16="http://schemas.microsoft.com/office/drawing/2014/main" id="{F1D5EEA9-CE97-28A3-48A9-C8C6DCE990FC}"/>
              </a:ext>
            </a:extLst>
          </p:cNvPr>
          <p:cNvSpPr txBox="1"/>
          <p:nvPr/>
        </p:nvSpPr>
        <p:spPr>
          <a:xfrm>
            <a:off x="9886105" y="6403757"/>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AZ2</a:t>
            </a:r>
            <a:endParaRPr kumimoji="1" lang="ja-JP" altLang="en-US" sz="1400">
              <a:latin typeface="Yu Gothic UI" panose="020B0500000000000000" pitchFamily="34" charset="-128"/>
              <a:ea typeface="Yu Gothic UI" panose="020B0500000000000000" pitchFamily="34" charset="-128"/>
            </a:endParaRPr>
          </a:p>
        </p:txBody>
      </p:sp>
      <p:sp>
        <p:nvSpPr>
          <p:cNvPr id="60" name="テキスト ボックス 59">
            <a:extLst>
              <a:ext uri="{FF2B5EF4-FFF2-40B4-BE49-F238E27FC236}">
                <a16:creationId xmlns:a16="http://schemas.microsoft.com/office/drawing/2014/main" id="{7E276187-1BB7-2E6C-7B7E-ECDFA85FD40F}"/>
              </a:ext>
            </a:extLst>
          </p:cNvPr>
          <p:cNvSpPr txBox="1"/>
          <p:nvPr/>
        </p:nvSpPr>
        <p:spPr>
          <a:xfrm>
            <a:off x="10711683" y="6402728"/>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AZ3</a:t>
            </a:r>
            <a:endParaRPr kumimoji="1" lang="ja-JP" altLang="en-US" sz="1400">
              <a:latin typeface="Yu Gothic UI" panose="020B0500000000000000" pitchFamily="34" charset="-128"/>
              <a:ea typeface="Yu Gothic UI" panose="020B0500000000000000" pitchFamily="34" charset="-128"/>
            </a:endParaRPr>
          </a:p>
        </p:txBody>
      </p:sp>
      <p:sp>
        <p:nvSpPr>
          <p:cNvPr id="61" name="テキスト ボックス 60">
            <a:extLst>
              <a:ext uri="{FF2B5EF4-FFF2-40B4-BE49-F238E27FC236}">
                <a16:creationId xmlns:a16="http://schemas.microsoft.com/office/drawing/2014/main" id="{8CDA5289-9CF3-3CF8-BA42-EFA6DBDF6898}"/>
              </a:ext>
            </a:extLst>
          </p:cNvPr>
          <p:cNvSpPr txBox="1"/>
          <p:nvPr/>
        </p:nvSpPr>
        <p:spPr>
          <a:xfrm>
            <a:off x="8951086" y="3348554"/>
            <a:ext cx="2246129" cy="338554"/>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アドレス空間 </a:t>
            </a:r>
            <a:r>
              <a:rPr kumimoji="1" lang="en-US" altLang="ja-JP"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10.0.0.0/16</a:t>
            </a:r>
            <a:endParaRPr kumimoji="1" lang="ja-JP" altLang="en-US" sz="16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62" name="角丸四角形 61">
            <a:extLst>
              <a:ext uri="{FF2B5EF4-FFF2-40B4-BE49-F238E27FC236}">
                <a16:creationId xmlns:a16="http://schemas.microsoft.com/office/drawing/2014/main" id="{CE209186-44B7-6FCF-39CC-BEFA185DDF25}"/>
              </a:ext>
            </a:extLst>
          </p:cNvPr>
          <p:cNvSpPr/>
          <p:nvPr/>
        </p:nvSpPr>
        <p:spPr bwMode="auto">
          <a:xfrm>
            <a:off x="911796" y="3331960"/>
            <a:ext cx="701128" cy="3347377"/>
          </a:xfrm>
          <a:prstGeom prst="roundRect">
            <a:avLst/>
          </a:prstGeom>
          <a:noFill/>
          <a:ln w="1587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63" name="角丸四角形 62">
            <a:extLst>
              <a:ext uri="{FF2B5EF4-FFF2-40B4-BE49-F238E27FC236}">
                <a16:creationId xmlns:a16="http://schemas.microsoft.com/office/drawing/2014/main" id="{2A865B1A-17D9-2DDB-BADE-17CEF5F1130E}"/>
              </a:ext>
            </a:extLst>
          </p:cNvPr>
          <p:cNvSpPr/>
          <p:nvPr/>
        </p:nvSpPr>
        <p:spPr bwMode="auto">
          <a:xfrm>
            <a:off x="1747624" y="3337201"/>
            <a:ext cx="701128" cy="3347377"/>
          </a:xfrm>
          <a:prstGeom prst="roundRect">
            <a:avLst/>
          </a:prstGeom>
          <a:noFill/>
          <a:ln w="1587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64" name="角丸四角形 63">
            <a:extLst>
              <a:ext uri="{FF2B5EF4-FFF2-40B4-BE49-F238E27FC236}">
                <a16:creationId xmlns:a16="http://schemas.microsoft.com/office/drawing/2014/main" id="{2304C9AD-2FF4-CCCF-9D20-C63CF7B5082E}"/>
              </a:ext>
            </a:extLst>
          </p:cNvPr>
          <p:cNvSpPr/>
          <p:nvPr/>
        </p:nvSpPr>
        <p:spPr bwMode="auto">
          <a:xfrm>
            <a:off x="2574399" y="3331960"/>
            <a:ext cx="701128" cy="3347377"/>
          </a:xfrm>
          <a:prstGeom prst="roundRect">
            <a:avLst/>
          </a:prstGeom>
          <a:noFill/>
          <a:ln w="15875">
            <a:solidFill>
              <a:schemeClr val="accent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0000" tIns="46800" rIns="90000" bIns="46800" numCol="1" spcCol="0" rtlCol="0" fromWordArt="0" anchor="ctr" anchorCtr="0" forceAA="0" compatLnSpc="1">
            <a:prstTxWarp prst="textNoShape">
              <a:avLst/>
            </a:prstTxWarp>
            <a:noAutofit/>
          </a:bodyPr>
          <a:lstStyle/>
          <a:p>
            <a:pPr algn="ctr" defTabSz="932472" fontAlgn="base">
              <a:spcBef>
                <a:spcPct val="0"/>
              </a:spcBef>
              <a:spcAft>
                <a:spcPct val="0"/>
              </a:spcAft>
            </a:pPr>
            <a:endParaRPr kumimoji="1" lang="ja-JP" altLang="en-US" sz="1100">
              <a:solidFill>
                <a:schemeClr val="tx1"/>
              </a:solidFill>
              <a:latin typeface="Yu Gothic UI" panose="020B0500000000000000" pitchFamily="34" charset="-128"/>
              <a:ea typeface="Yu Gothic UI" panose="020B0500000000000000" pitchFamily="34" charset="-128"/>
              <a:cs typeface="Segoe UI" pitchFamily="34" charset="0"/>
            </a:endParaRPr>
          </a:p>
        </p:txBody>
      </p:sp>
      <p:sp>
        <p:nvSpPr>
          <p:cNvPr id="65" name="テキスト ボックス 64">
            <a:extLst>
              <a:ext uri="{FF2B5EF4-FFF2-40B4-BE49-F238E27FC236}">
                <a16:creationId xmlns:a16="http://schemas.microsoft.com/office/drawing/2014/main" id="{F6DF3D58-4786-B321-E6D9-955779A007FC}"/>
              </a:ext>
            </a:extLst>
          </p:cNvPr>
          <p:cNvSpPr txBox="1"/>
          <p:nvPr/>
        </p:nvSpPr>
        <p:spPr>
          <a:xfrm>
            <a:off x="1060088" y="6344712"/>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AZ1</a:t>
            </a:r>
            <a:endParaRPr kumimoji="1" lang="ja-JP" altLang="en-US" sz="1400">
              <a:latin typeface="Yu Gothic UI" panose="020B0500000000000000" pitchFamily="34" charset="-128"/>
              <a:ea typeface="Yu Gothic UI" panose="020B0500000000000000" pitchFamily="34" charset="-128"/>
            </a:endParaRPr>
          </a:p>
        </p:txBody>
      </p:sp>
      <p:sp>
        <p:nvSpPr>
          <p:cNvPr id="66" name="テキスト ボックス 65">
            <a:extLst>
              <a:ext uri="{FF2B5EF4-FFF2-40B4-BE49-F238E27FC236}">
                <a16:creationId xmlns:a16="http://schemas.microsoft.com/office/drawing/2014/main" id="{4A086E96-08CC-6966-4E5E-A0F43F00596C}"/>
              </a:ext>
            </a:extLst>
          </p:cNvPr>
          <p:cNvSpPr txBox="1"/>
          <p:nvPr/>
        </p:nvSpPr>
        <p:spPr>
          <a:xfrm>
            <a:off x="1895552" y="6344712"/>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AZ2</a:t>
            </a:r>
            <a:endParaRPr kumimoji="1" lang="ja-JP" altLang="en-US" sz="1400">
              <a:latin typeface="Yu Gothic UI" panose="020B0500000000000000" pitchFamily="34" charset="-128"/>
              <a:ea typeface="Yu Gothic UI" panose="020B0500000000000000" pitchFamily="34" charset="-128"/>
            </a:endParaRPr>
          </a:p>
        </p:txBody>
      </p:sp>
      <p:sp>
        <p:nvSpPr>
          <p:cNvPr id="67" name="テキスト ボックス 66">
            <a:extLst>
              <a:ext uri="{FF2B5EF4-FFF2-40B4-BE49-F238E27FC236}">
                <a16:creationId xmlns:a16="http://schemas.microsoft.com/office/drawing/2014/main" id="{6386F7EC-6D1E-DD55-D69B-D597C2560B0A}"/>
              </a:ext>
            </a:extLst>
          </p:cNvPr>
          <p:cNvSpPr txBox="1"/>
          <p:nvPr/>
        </p:nvSpPr>
        <p:spPr>
          <a:xfrm>
            <a:off x="2721130" y="6343683"/>
            <a:ext cx="407665" cy="215444"/>
          </a:xfrm>
          <a:prstGeom prst="rect">
            <a:avLst/>
          </a:prstGeom>
          <a:noFill/>
        </p:spPr>
        <p:txBody>
          <a:bodyPr wrap="square" lIns="0" tIns="0" rIns="0" bIns="0" rtlCol="0">
            <a:spAutoFit/>
          </a:bodyPr>
          <a:lstStyle/>
          <a:p>
            <a:pPr algn="ctr"/>
            <a:r>
              <a:rPr kumimoji="1" lang="en-US" altLang="ja-JP" sz="1400">
                <a:latin typeface="Yu Gothic UI" panose="020B0500000000000000" pitchFamily="34" charset="-128"/>
                <a:ea typeface="Yu Gothic UI" panose="020B0500000000000000" pitchFamily="34" charset="-128"/>
              </a:rPr>
              <a:t>AZ3</a:t>
            </a:r>
            <a:endParaRPr kumimoji="1" lang="ja-JP" altLang="en-US" sz="1400">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8976351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8B3A2-AD3B-21C3-8166-06BF6F7B4B54}"/>
            </a:ext>
          </a:extLst>
        </p:cNvPr>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22FD8558-DCF5-34E1-42F2-AFACE7502CD5}"/>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VNet とサブネット</a:t>
            </a:r>
          </a:p>
        </p:txBody>
      </p:sp>
      <p:sp>
        <p:nvSpPr>
          <p:cNvPr id="2" name="正方形/長方形 1">
            <a:extLst>
              <a:ext uri="{FF2B5EF4-FFF2-40B4-BE49-F238E27FC236}">
                <a16:creationId xmlns:a16="http://schemas.microsoft.com/office/drawing/2014/main" id="{2AA5BD3C-C227-D807-4CE6-7D373443061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E84083D-820F-145F-9F15-A05AFF5EAB2B}"/>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2" name="Rounded Rectangle 75">
            <a:extLst>
              <a:ext uri="{FF2B5EF4-FFF2-40B4-BE49-F238E27FC236}">
                <a16:creationId xmlns:a16="http://schemas.microsoft.com/office/drawing/2014/main" id="{08E32EA9-8336-D38B-A31B-EBB2021A70CB}"/>
              </a:ext>
            </a:extLst>
          </p:cNvPr>
          <p:cNvSpPr/>
          <p:nvPr/>
        </p:nvSpPr>
        <p:spPr bwMode="auto">
          <a:xfrm>
            <a:off x="3147289" y="3195428"/>
            <a:ext cx="2857500" cy="1731562"/>
          </a:xfrm>
          <a:prstGeom prst="roundRect">
            <a:avLst>
              <a:gd name="adj" fmla="val 10259"/>
            </a:avLst>
          </a:prstGeom>
          <a:noFill/>
          <a:ln w="28575">
            <a:solidFill>
              <a:schemeClr val="accent1">
                <a:lumMod val="20000"/>
                <a:lumOff val="80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79277" tIns="143422" rIns="179277" bIns="143422" numCol="1" spcCol="0" rtlCol="0" fromWordArt="0" anchor="t" anchorCtr="0" forceAA="0" compatLnSpc="1">
            <a:prstTxWarp prst="textNoShape">
              <a:avLst/>
            </a:prstTxWarp>
            <a:noAutofit/>
          </a:bodyPr>
          <a:lstStyle/>
          <a:p>
            <a:pPr marL="0" marR="0" lvl="0" indent="0" algn="ctr" defTabSz="896091" rtl="0" eaLnBrk="1" fontAlgn="base" latinLnBrk="0" hangingPunct="1">
              <a:lnSpc>
                <a:spcPct val="90000"/>
              </a:lnSpc>
              <a:spcBef>
                <a:spcPct val="0"/>
              </a:spcBef>
              <a:spcAft>
                <a:spcPct val="0"/>
              </a:spcAft>
              <a:buClrTx/>
              <a:buSzTx/>
              <a:buFontTx/>
              <a:buNone/>
              <a:tabLst/>
              <a:defRPr/>
            </a:pPr>
            <a:endParaRPr kumimoji="0" lang="en-US" sz="1800" b="0" i="0" u="none" strike="noStrike" kern="1200" cap="none" spc="-49" normalizeH="0" baseline="0" noProof="0">
              <a:ln>
                <a:noFill/>
              </a:ln>
              <a:solidFill>
                <a:schemeClr val="tx1"/>
              </a:solidFill>
              <a:effectLst/>
              <a:uLnTx/>
              <a:uFillTx/>
              <a:latin typeface="Yu Gothic UI" panose="020B0500000000000000" pitchFamily="34" charset="-128"/>
              <a:ea typeface="Yu Gothic UI" panose="020B0500000000000000" pitchFamily="34" charset="-128"/>
            </a:endParaRPr>
          </a:p>
        </p:txBody>
      </p:sp>
      <p:sp>
        <p:nvSpPr>
          <p:cNvPr id="53" name="Freeform 24">
            <a:extLst>
              <a:ext uri="{FF2B5EF4-FFF2-40B4-BE49-F238E27FC236}">
                <a16:creationId xmlns:a16="http://schemas.microsoft.com/office/drawing/2014/main" id="{3AFA60F4-4479-77D7-F71E-8BA835DA8FAF}"/>
              </a:ext>
            </a:extLst>
          </p:cNvPr>
          <p:cNvSpPr>
            <a:spLocks noEditPoints="1"/>
          </p:cNvSpPr>
          <p:nvPr/>
        </p:nvSpPr>
        <p:spPr bwMode="black">
          <a:xfrm>
            <a:off x="3543924" y="4237601"/>
            <a:ext cx="777169" cy="386005"/>
          </a:xfrm>
          <a:custGeom>
            <a:avLst/>
            <a:gdLst>
              <a:gd name="T0" fmla="*/ 524 w 1369"/>
              <a:gd name="T1" fmla="*/ 115 h 1057"/>
              <a:gd name="T2" fmla="*/ 373 w 1369"/>
              <a:gd name="T3" fmla="*/ 228 h 1057"/>
              <a:gd name="T4" fmla="*/ 455 w 1369"/>
              <a:gd name="T5" fmla="*/ 153 h 1057"/>
              <a:gd name="T6" fmla="*/ 5 w 1369"/>
              <a:gd name="T7" fmla="*/ 634 h 1057"/>
              <a:gd name="T8" fmla="*/ 149 w 1369"/>
              <a:gd name="T9" fmla="*/ 320 h 1057"/>
              <a:gd name="T10" fmla="*/ 26 w 1369"/>
              <a:gd name="T11" fmla="*/ 509 h 1057"/>
              <a:gd name="T12" fmla="*/ 652 w 1369"/>
              <a:gd name="T13" fmla="*/ 75 h 1057"/>
              <a:gd name="T14" fmla="*/ 36 w 1369"/>
              <a:gd name="T15" fmla="*/ 435 h 1057"/>
              <a:gd name="T16" fmla="*/ 28 w 1369"/>
              <a:gd name="T17" fmla="*/ 478 h 1057"/>
              <a:gd name="T18" fmla="*/ 9 w 1369"/>
              <a:gd name="T19" fmla="*/ 353 h 1057"/>
              <a:gd name="T20" fmla="*/ 1045 w 1369"/>
              <a:gd name="T21" fmla="*/ 157 h 1057"/>
              <a:gd name="T22" fmla="*/ 1251 w 1369"/>
              <a:gd name="T23" fmla="*/ 278 h 1057"/>
              <a:gd name="T24" fmla="*/ 1184 w 1369"/>
              <a:gd name="T25" fmla="*/ 236 h 1057"/>
              <a:gd name="T26" fmla="*/ 1369 w 1369"/>
              <a:gd name="T27" fmla="*/ 439 h 1057"/>
              <a:gd name="T28" fmla="*/ 1349 w 1369"/>
              <a:gd name="T29" fmla="*/ 356 h 1057"/>
              <a:gd name="T30" fmla="*/ 1150 w 1369"/>
              <a:gd name="T31" fmla="*/ 216 h 1057"/>
              <a:gd name="T32" fmla="*/ 859 w 1369"/>
              <a:gd name="T33" fmla="*/ 52 h 1057"/>
              <a:gd name="T34" fmla="*/ 781 w 1369"/>
              <a:gd name="T35" fmla="*/ 39 h 1057"/>
              <a:gd name="T36" fmla="*/ 746 w 1369"/>
              <a:gd name="T37" fmla="*/ 26 h 1057"/>
              <a:gd name="T38" fmla="*/ 682 w 1369"/>
              <a:gd name="T39" fmla="*/ 56 h 1057"/>
              <a:gd name="T40" fmla="*/ 67 w 1369"/>
              <a:gd name="T41" fmla="*/ 682 h 1057"/>
              <a:gd name="T42" fmla="*/ 963 w 1369"/>
              <a:gd name="T43" fmla="*/ 142 h 1057"/>
              <a:gd name="T44" fmla="*/ 906 w 1369"/>
              <a:gd name="T45" fmla="*/ 82 h 1057"/>
              <a:gd name="T46" fmla="*/ 247 w 1369"/>
              <a:gd name="T47" fmla="*/ 268 h 1057"/>
              <a:gd name="T48" fmla="*/ 1073 w 1369"/>
              <a:gd name="T49" fmla="*/ 766 h 1057"/>
              <a:gd name="T50" fmla="*/ 974 w 1369"/>
              <a:gd name="T51" fmla="*/ 824 h 1057"/>
              <a:gd name="T52" fmla="*/ 1048 w 1369"/>
              <a:gd name="T53" fmla="*/ 780 h 1057"/>
              <a:gd name="T54" fmla="*/ 834 w 1369"/>
              <a:gd name="T55" fmla="*/ 948 h 1057"/>
              <a:gd name="T56" fmla="*/ 882 w 1369"/>
              <a:gd name="T57" fmla="*/ 910 h 1057"/>
              <a:gd name="T58" fmla="*/ 1199 w 1369"/>
              <a:gd name="T59" fmla="*/ 723 h 1057"/>
              <a:gd name="T60" fmla="*/ 61 w 1369"/>
              <a:gd name="T61" fmla="*/ 327 h 1057"/>
              <a:gd name="T62" fmla="*/ 1353 w 1369"/>
              <a:gd name="T63" fmla="*/ 606 h 1057"/>
              <a:gd name="T64" fmla="*/ 1342 w 1369"/>
              <a:gd name="T65" fmla="*/ 518 h 1057"/>
              <a:gd name="T66" fmla="*/ 789 w 1369"/>
              <a:gd name="T67" fmla="*/ 977 h 1057"/>
              <a:gd name="T68" fmla="*/ 791 w 1369"/>
              <a:gd name="T69" fmla="*/ 972 h 1057"/>
              <a:gd name="T70" fmla="*/ 1249 w 1369"/>
              <a:gd name="T71" fmla="*/ 662 h 1057"/>
              <a:gd name="T72" fmla="*/ 1318 w 1369"/>
              <a:gd name="T73" fmla="*/ 616 h 1057"/>
              <a:gd name="T74" fmla="*/ 357 w 1369"/>
              <a:gd name="T75" fmla="*/ 821 h 1057"/>
              <a:gd name="T76" fmla="*/ 249 w 1369"/>
              <a:gd name="T77" fmla="*/ 759 h 1057"/>
              <a:gd name="T78" fmla="*/ 179 w 1369"/>
              <a:gd name="T79" fmla="*/ 721 h 1057"/>
              <a:gd name="T80" fmla="*/ 133 w 1369"/>
              <a:gd name="T81" fmla="*/ 704 h 1057"/>
              <a:gd name="T82" fmla="*/ 139 w 1369"/>
              <a:gd name="T83" fmla="*/ 731 h 1057"/>
              <a:gd name="T84" fmla="*/ 711 w 1369"/>
              <a:gd name="T85" fmla="*/ 1056 h 1057"/>
              <a:gd name="T86" fmla="*/ 606 w 1369"/>
              <a:gd name="T87" fmla="*/ 984 h 1057"/>
              <a:gd name="T88" fmla="*/ 614 w 1369"/>
              <a:gd name="T89" fmla="*/ 998 h 1057"/>
              <a:gd name="T90" fmla="*/ 555 w 1369"/>
              <a:gd name="T91" fmla="*/ 933 h 1057"/>
              <a:gd name="T92" fmla="*/ 676 w 1369"/>
              <a:gd name="T93" fmla="*/ 1024 h 1057"/>
              <a:gd name="T94" fmla="*/ 489 w 1369"/>
              <a:gd name="T95" fmla="*/ 898 h 1057"/>
              <a:gd name="T96" fmla="*/ 1274 w 1369"/>
              <a:gd name="T97" fmla="*/ 378 h 1057"/>
              <a:gd name="T98" fmla="*/ 749 w 1369"/>
              <a:gd name="T99" fmla="*/ 729 h 1057"/>
              <a:gd name="T100" fmla="*/ 146 w 1369"/>
              <a:gd name="T101" fmla="*/ 631 h 1057"/>
              <a:gd name="T102" fmla="*/ 600 w 1369"/>
              <a:gd name="T103" fmla="*/ 889 h 1057"/>
              <a:gd name="T104" fmla="*/ 780 w 1369"/>
              <a:gd name="T105" fmla="*/ 741 h 1057"/>
              <a:gd name="T106" fmla="*/ 486 w 1369"/>
              <a:gd name="T107" fmla="*/ 685 h 1057"/>
              <a:gd name="T108" fmla="*/ 587 w 1369"/>
              <a:gd name="T109" fmla="*/ 850 h 1057"/>
              <a:gd name="T110" fmla="*/ 560 w 1369"/>
              <a:gd name="T111" fmla="*/ 881 h 1057"/>
              <a:gd name="T112" fmla="*/ 232 w 1369"/>
              <a:gd name="T113" fmla="*/ 509 h 1057"/>
              <a:gd name="T114" fmla="*/ 233 w 1369"/>
              <a:gd name="T115" fmla="*/ 619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69" h="1057">
                <a:moveTo>
                  <a:pt x="234" y="304"/>
                </a:moveTo>
                <a:cubicBezTo>
                  <a:pt x="234" y="304"/>
                  <a:pt x="234" y="304"/>
                  <a:pt x="234" y="304"/>
                </a:cubicBezTo>
                <a:cubicBezTo>
                  <a:pt x="190" y="329"/>
                  <a:pt x="190" y="329"/>
                  <a:pt x="190" y="329"/>
                </a:cubicBezTo>
                <a:cubicBezTo>
                  <a:pt x="178" y="305"/>
                  <a:pt x="178" y="305"/>
                  <a:pt x="178" y="305"/>
                </a:cubicBezTo>
                <a:cubicBezTo>
                  <a:pt x="222" y="280"/>
                  <a:pt x="222" y="280"/>
                  <a:pt x="222" y="280"/>
                </a:cubicBezTo>
                <a:cubicBezTo>
                  <a:pt x="234" y="304"/>
                  <a:pt x="234" y="304"/>
                  <a:pt x="234" y="304"/>
                </a:cubicBezTo>
                <a:close/>
                <a:moveTo>
                  <a:pt x="581" y="113"/>
                </a:moveTo>
                <a:cubicBezTo>
                  <a:pt x="569" y="91"/>
                  <a:pt x="569" y="91"/>
                  <a:pt x="569" y="91"/>
                </a:cubicBezTo>
                <a:cubicBezTo>
                  <a:pt x="524" y="115"/>
                  <a:pt x="524" y="115"/>
                  <a:pt x="524" y="115"/>
                </a:cubicBezTo>
                <a:cubicBezTo>
                  <a:pt x="537" y="138"/>
                  <a:pt x="537" y="138"/>
                  <a:pt x="537" y="138"/>
                </a:cubicBezTo>
                <a:cubicBezTo>
                  <a:pt x="581" y="113"/>
                  <a:pt x="581" y="113"/>
                  <a:pt x="581" y="113"/>
                </a:cubicBezTo>
                <a:cubicBezTo>
                  <a:pt x="581" y="113"/>
                  <a:pt x="581" y="113"/>
                  <a:pt x="581" y="113"/>
                </a:cubicBezTo>
                <a:close/>
                <a:moveTo>
                  <a:pt x="373" y="228"/>
                </a:moveTo>
                <a:cubicBezTo>
                  <a:pt x="360" y="205"/>
                  <a:pt x="360" y="205"/>
                  <a:pt x="360" y="205"/>
                </a:cubicBezTo>
                <a:cubicBezTo>
                  <a:pt x="316" y="230"/>
                  <a:pt x="316" y="230"/>
                  <a:pt x="316" y="230"/>
                </a:cubicBezTo>
                <a:cubicBezTo>
                  <a:pt x="329" y="252"/>
                  <a:pt x="329" y="252"/>
                  <a:pt x="329" y="252"/>
                </a:cubicBezTo>
                <a:cubicBezTo>
                  <a:pt x="373" y="228"/>
                  <a:pt x="373" y="228"/>
                  <a:pt x="373" y="228"/>
                </a:cubicBezTo>
                <a:cubicBezTo>
                  <a:pt x="373" y="228"/>
                  <a:pt x="373" y="228"/>
                  <a:pt x="373" y="228"/>
                </a:cubicBezTo>
                <a:close/>
                <a:moveTo>
                  <a:pt x="443" y="190"/>
                </a:moveTo>
                <a:cubicBezTo>
                  <a:pt x="430" y="167"/>
                  <a:pt x="430" y="167"/>
                  <a:pt x="430" y="167"/>
                </a:cubicBezTo>
                <a:cubicBezTo>
                  <a:pt x="385" y="190"/>
                  <a:pt x="385" y="190"/>
                  <a:pt x="385" y="190"/>
                </a:cubicBezTo>
                <a:cubicBezTo>
                  <a:pt x="398" y="214"/>
                  <a:pt x="398" y="214"/>
                  <a:pt x="398" y="214"/>
                </a:cubicBezTo>
                <a:cubicBezTo>
                  <a:pt x="443" y="190"/>
                  <a:pt x="443" y="190"/>
                  <a:pt x="443" y="190"/>
                </a:cubicBezTo>
                <a:cubicBezTo>
                  <a:pt x="443" y="190"/>
                  <a:pt x="443" y="190"/>
                  <a:pt x="443" y="190"/>
                </a:cubicBezTo>
                <a:close/>
                <a:moveTo>
                  <a:pt x="513" y="151"/>
                </a:moveTo>
                <a:cubicBezTo>
                  <a:pt x="501" y="129"/>
                  <a:pt x="501" y="129"/>
                  <a:pt x="501" y="129"/>
                </a:cubicBezTo>
                <a:cubicBezTo>
                  <a:pt x="455" y="153"/>
                  <a:pt x="455" y="153"/>
                  <a:pt x="455" y="153"/>
                </a:cubicBezTo>
                <a:cubicBezTo>
                  <a:pt x="468" y="176"/>
                  <a:pt x="468" y="176"/>
                  <a:pt x="468" y="176"/>
                </a:cubicBezTo>
                <a:cubicBezTo>
                  <a:pt x="513" y="151"/>
                  <a:pt x="513" y="151"/>
                  <a:pt x="513" y="151"/>
                </a:cubicBezTo>
                <a:cubicBezTo>
                  <a:pt x="513" y="151"/>
                  <a:pt x="513" y="151"/>
                  <a:pt x="513" y="151"/>
                </a:cubicBezTo>
                <a:close/>
                <a:moveTo>
                  <a:pt x="32" y="631"/>
                </a:moveTo>
                <a:cubicBezTo>
                  <a:pt x="30" y="620"/>
                  <a:pt x="30" y="607"/>
                  <a:pt x="29" y="592"/>
                </a:cubicBezTo>
                <a:cubicBezTo>
                  <a:pt x="28" y="587"/>
                  <a:pt x="28" y="587"/>
                  <a:pt x="28" y="587"/>
                </a:cubicBezTo>
                <a:cubicBezTo>
                  <a:pt x="1" y="589"/>
                  <a:pt x="1" y="589"/>
                  <a:pt x="1" y="589"/>
                </a:cubicBezTo>
                <a:cubicBezTo>
                  <a:pt x="1" y="595"/>
                  <a:pt x="1" y="595"/>
                  <a:pt x="1" y="595"/>
                </a:cubicBezTo>
                <a:cubicBezTo>
                  <a:pt x="3" y="608"/>
                  <a:pt x="3" y="622"/>
                  <a:pt x="5" y="634"/>
                </a:cubicBezTo>
                <a:cubicBezTo>
                  <a:pt x="6" y="639"/>
                  <a:pt x="6" y="639"/>
                  <a:pt x="6" y="639"/>
                </a:cubicBezTo>
                <a:cubicBezTo>
                  <a:pt x="33" y="636"/>
                  <a:pt x="33" y="636"/>
                  <a:pt x="33" y="636"/>
                </a:cubicBezTo>
                <a:cubicBezTo>
                  <a:pt x="32" y="631"/>
                  <a:pt x="32" y="631"/>
                  <a:pt x="32" y="631"/>
                </a:cubicBezTo>
                <a:cubicBezTo>
                  <a:pt x="32" y="631"/>
                  <a:pt x="32" y="631"/>
                  <a:pt x="32" y="631"/>
                </a:cubicBezTo>
                <a:close/>
                <a:moveTo>
                  <a:pt x="143" y="346"/>
                </a:moveTo>
                <a:cubicBezTo>
                  <a:pt x="148" y="346"/>
                  <a:pt x="152" y="346"/>
                  <a:pt x="157" y="344"/>
                </a:cubicBezTo>
                <a:cubicBezTo>
                  <a:pt x="162" y="343"/>
                  <a:pt x="162" y="343"/>
                  <a:pt x="162" y="343"/>
                </a:cubicBezTo>
                <a:cubicBezTo>
                  <a:pt x="154" y="318"/>
                  <a:pt x="154" y="318"/>
                  <a:pt x="154" y="318"/>
                </a:cubicBezTo>
                <a:cubicBezTo>
                  <a:pt x="149" y="320"/>
                  <a:pt x="149" y="320"/>
                  <a:pt x="149" y="320"/>
                </a:cubicBezTo>
                <a:cubicBezTo>
                  <a:pt x="143" y="322"/>
                  <a:pt x="133" y="320"/>
                  <a:pt x="118" y="316"/>
                </a:cubicBezTo>
                <a:cubicBezTo>
                  <a:pt x="113" y="315"/>
                  <a:pt x="113" y="315"/>
                  <a:pt x="113" y="315"/>
                </a:cubicBezTo>
                <a:cubicBezTo>
                  <a:pt x="105" y="338"/>
                  <a:pt x="105" y="338"/>
                  <a:pt x="105" y="338"/>
                </a:cubicBezTo>
                <a:cubicBezTo>
                  <a:pt x="110" y="341"/>
                  <a:pt x="110" y="341"/>
                  <a:pt x="110" y="341"/>
                </a:cubicBezTo>
                <a:cubicBezTo>
                  <a:pt x="124" y="344"/>
                  <a:pt x="134" y="346"/>
                  <a:pt x="143" y="346"/>
                </a:cubicBezTo>
                <a:close/>
                <a:moveTo>
                  <a:pt x="26" y="554"/>
                </a:moveTo>
                <a:cubicBezTo>
                  <a:pt x="26" y="543"/>
                  <a:pt x="26" y="534"/>
                  <a:pt x="26" y="525"/>
                </a:cubicBezTo>
                <a:cubicBezTo>
                  <a:pt x="26" y="521"/>
                  <a:pt x="26" y="518"/>
                  <a:pt x="26" y="514"/>
                </a:cubicBezTo>
                <a:cubicBezTo>
                  <a:pt x="26" y="509"/>
                  <a:pt x="26" y="509"/>
                  <a:pt x="26" y="509"/>
                </a:cubicBezTo>
                <a:cubicBezTo>
                  <a:pt x="0" y="509"/>
                  <a:pt x="0" y="509"/>
                  <a:pt x="0" y="509"/>
                </a:cubicBezTo>
                <a:cubicBezTo>
                  <a:pt x="0" y="514"/>
                  <a:pt x="0" y="514"/>
                  <a:pt x="0" y="514"/>
                </a:cubicBezTo>
                <a:cubicBezTo>
                  <a:pt x="0" y="517"/>
                  <a:pt x="0" y="521"/>
                  <a:pt x="0" y="525"/>
                </a:cubicBezTo>
                <a:cubicBezTo>
                  <a:pt x="0" y="534"/>
                  <a:pt x="0" y="544"/>
                  <a:pt x="0" y="554"/>
                </a:cubicBezTo>
                <a:cubicBezTo>
                  <a:pt x="0" y="560"/>
                  <a:pt x="0" y="560"/>
                  <a:pt x="0" y="560"/>
                </a:cubicBezTo>
                <a:cubicBezTo>
                  <a:pt x="26" y="559"/>
                  <a:pt x="26" y="559"/>
                  <a:pt x="26" y="559"/>
                </a:cubicBezTo>
                <a:cubicBezTo>
                  <a:pt x="26" y="554"/>
                  <a:pt x="26" y="554"/>
                  <a:pt x="26" y="554"/>
                </a:cubicBezTo>
                <a:cubicBezTo>
                  <a:pt x="26" y="554"/>
                  <a:pt x="26" y="554"/>
                  <a:pt x="26" y="554"/>
                </a:cubicBezTo>
                <a:close/>
                <a:moveTo>
                  <a:pt x="652" y="75"/>
                </a:moveTo>
                <a:cubicBezTo>
                  <a:pt x="639" y="54"/>
                  <a:pt x="639" y="54"/>
                  <a:pt x="639" y="54"/>
                </a:cubicBezTo>
                <a:cubicBezTo>
                  <a:pt x="594" y="77"/>
                  <a:pt x="594" y="77"/>
                  <a:pt x="594" y="77"/>
                </a:cubicBezTo>
                <a:cubicBezTo>
                  <a:pt x="606" y="101"/>
                  <a:pt x="606" y="101"/>
                  <a:pt x="606" y="101"/>
                </a:cubicBezTo>
                <a:cubicBezTo>
                  <a:pt x="652" y="75"/>
                  <a:pt x="652" y="75"/>
                  <a:pt x="652" y="75"/>
                </a:cubicBezTo>
                <a:cubicBezTo>
                  <a:pt x="652" y="75"/>
                  <a:pt x="652" y="75"/>
                  <a:pt x="652" y="75"/>
                </a:cubicBezTo>
                <a:close/>
                <a:moveTo>
                  <a:pt x="28" y="478"/>
                </a:moveTo>
                <a:cubicBezTo>
                  <a:pt x="29" y="476"/>
                  <a:pt x="29" y="475"/>
                  <a:pt x="29" y="475"/>
                </a:cubicBezTo>
                <a:cubicBezTo>
                  <a:pt x="34" y="468"/>
                  <a:pt x="36" y="458"/>
                  <a:pt x="36" y="446"/>
                </a:cubicBezTo>
                <a:cubicBezTo>
                  <a:pt x="36" y="443"/>
                  <a:pt x="36" y="439"/>
                  <a:pt x="36" y="435"/>
                </a:cubicBezTo>
                <a:cubicBezTo>
                  <a:pt x="35" y="430"/>
                  <a:pt x="35" y="430"/>
                  <a:pt x="35" y="430"/>
                </a:cubicBezTo>
                <a:cubicBezTo>
                  <a:pt x="9" y="431"/>
                  <a:pt x="9" y="431"/>
                  <a:pt x="9" y="431"/>
                </a:cubicBezTo>
                <a:cubicBezTo>
                  <a:pt x="9" y="437"/>
                  <a:pt x="9" y="437"/>
                  <a:pt x="9" y="437"/>
                </a:cubicBezTo>
                <a:cubicBezTo>
                  <a:pt x="9" y="440"/>
                  <a:pt x="9" y="443"/>
                  <a:pt x="9" y="446"/>
                </a:cubicBezTo>
                <a:cubicBezTo>
                  <a:pt x="9" y="456"/>
                  <a:pt x="8" y="460"/>
                  <a:pt x="7" y="461"/>
                </a:cubicBezTo>
                <a:cubicBezTo>
                  <a:pt x="5" y="464"/>
                  <a:pt x="3" y="467"/>
                  <a:pt x="2" y="472"/>
                </a:cubicBezTo>
                <a:cubicBezTo>
                  <a:pt x="1" y="477"/>
                  <a:pt x="1" y="477"/>
                  <a:pt x="1" y="477"/>
                </a:cubicBezTo>
                <a:cubicBezTo>
                  <a:pt x="27" y="484"/>
                  <a:pt x="27" y="484"/>
                  <a:pt x="27" y="484"/>
                </a:cubicBezTo>
                <a:cubicBezTo>
                  <a:pt x="28" y="478"/>
                  <a:pt x="28" y="478"/>
                  <a:pt x="28" y="478"/>
                </a:cubicBezTo>
                <a:cubicBezTo>
                  <a:pt x="28" y="478"/>
                  <a:pt x="28" y="478"/>
                  <a:pt x="28" y="478"/>
                </a:cubicBezTo>
                <a:close/>
                <a:moveTo>
                  <a:pt x="5" y="404"/>
                </a:moveTo>
                <a:cubicBezTo>
                  <a:pt x="31" y="400"/>
                  <a:pt x="31" y="400"/>
                  <a:pt x="31" y="400"/>
                </a:cubicBezTo>
                <a:cubicBezTo>
                  <a:pt x="30" y="395"/>
                  <a:pt x="30" y="395"/>
                  <a:pt x="30" y="395"/>
                </a:cubicBezTo>
                <a:cubicBezTo>
                  <a:pt x="29" y="391"/>
                  <a:pt x="28" y="384"/>
                  <a:pt x="28" y="382"/>
                </a:cubicBezTo>
                <a:cubicBezTo>
                  <a:pt x="28" y="380"/>
                  <a:pt x="29" y="374"/>
                  <a:pt x="34" y="363"/>
                </a:cubicBezTo>
                <a:cubicBezTo>
                  <a:pt x="36" y="358"/>
                  <a:pt x="36" y="358"/>
                  <a:pt x="36" y="358"/>
                </a:cubicBezTo>
                <a:cubicBezTo>
                  <a:pt x="11" y="348"/>
                  <a:pt x="11" y="348"/>
                  <a:pt x="11" y="348"/>
                </a:cubicBezTo>
                <a:cubicBezTo>
                  <a:pt x="9" y="353"/>
                  <a:pt x="9" y="353"/>
                  <a:pt x="9" y="353"/>
                </a:cubicBezTo>
                <a:cubicBezTo>
                  <a:pt x="6" y="361"/>
                  <a:pt x="1" y="373"/>
                  <a:pt x="1" y="382"/>
                </a:cubicBezTo>
                <a:cubicBezTo>
                  <a:pt x="1" y="386"/>
                  <a:pt x="2" y="391"/>
                  <a:pt x="3" y="399"/>
                </a:cubicBezTo>
                <a:cubicBezTo>
                  <a:pt x="5" y="404"/>
                  <a:pt x="5" y="404"/>
                  <a:pt x="5" y="404"/>
                </a:cubicBezTo>
                <a:cubicBezTo>
                  <a:pt x="5" y="404"/>
                  <a:pt x="5" y="404"/>
                  <a:pt x="5" y="404"/>
                </a:cubicBezTo>
                <a:close/>
                <a:moveTo>
                  <a:pt x="1067" y="199"/>
                </a:moveTo>
                <a:cubicBezTo>
                  <a:pt x="1072" y="201"/>
                  <a:pt x="1072" y="201"/>
                  <a:pt x="1072" y="201"/>
                </a:cubicBezTo>
                <a:cubicBezTo>
                  <a:pt x="1085" y="179"/>
                  <a:pt x="1085" y="179"/>
                  <a:pt x="1085" y="179"/>
                </a:cubicBezTo>
                <a:cubicBezTo>
                  <a:pt x="1080" y="176"/>
                  <a:pt x="1080" y="176"/>
                  <a:pt x="1080" y="176"/>
                </a:cubicBezTo>
                <a:cubicBezTo>
                  <a:pt x="1068" y="170"/>
                  <a:pt x="1057" y="163"/>
                  <a:pt x="1045" y="157"/>
                </a:cubicBezTo>
                <a:cubicBezTo>
                  <a:pt x="1040" y="154"/>
                  <a:pt x="1040" y="154"/>
                  <a:pt x="1040" y="154"/>
                </a:cubicBezTo>
                <a:cubicBezTo>
                  <a:pt x="1027" y="177"/>
                  <a:pt x="1027" y="177"/>
                  <a:pt x="1027" y="177"/>
                </a:cubicBezTo>
                <a:cubicBezTo>
                  <a:pt x="1032" y="180"/>
                  <a:pt x="1032" y="180"/>
                  <a:pt x="1032" y="180"/>
                </a:cubicBezTo>
                <a:cubicBezTo>
                  <a:pt x="1045" y="187"/>
                  <a:pt x="1057" y="193"/>
                  <a:pt x="1067" y="199"/>
                </a:cubicBezTo>
                <a:close/>
                <a:moveTo>
                  <a:pt x="1270" y="323"/>
                </a:moveTo>
                <a:cubicBezTo>
                  <a:pt x="1275" y="326"/>
                  <a:pt x="1275" y="326"/>
                  <a:pt x="1275" y="326"/>
                </a:cubicBezTo>
                <a:cubicBezTo>
                  <a:pt x="1290" y="304"/>
                  <a:pt x="1290" y="304"/>
                  <a:pt x="1290" y="304"/>
                </a:cubicBezTo>
                <a:cubicBezTo>
                  <a:pt x="1286" y="301"/>
                  <a:pt x="1286" y="301"/>
                  <a:pt x="1286" y="301"/>
                </a:cubicBezTo>
                <a:cubicBezTo>
                  <a:pt x="1276" y="294"/>
                  <a:pt x="1264" y="287"/>
                  <a:pt x="1251" y="278"/>
                </a:cubicBezTo>
                <a:cubicBezTo>
                  <a:pt x="1246" y="275"/>
                  <a:pt x="1246" y="275"/>
                  <a:pt x="1246" y="275"/>
                </a:cubicBezTo>
                <a:cubicBezTo>
                  <a:pt x="1232" y="297"/>
                  <a:pt x="1232" y="297"/>
                  <a:pt x="1232" y="297"/>
                </a:cubicBezTo>
                <a:cubicBezTo>
                  <a:pt x="1237" y="300"/>
                  <a:pt x="1237" y="300"/>
                  <a:pt x="1237" y="300"/>
                </a:cubicBezTo>
                <a:cubicBezTo>
                  <a:pt x="1249" y="308"/>
                  <a:pt x="1261" y="316"/>
                  <a:pt x="1270" y="323"/>
                </a:cubicBezTo>
                <a:close/>
                <a:moveTo>
                  <a:pt x="1204" y="279"/>
                </a:moveTo>
                <a:cubicBezTo>
                  <a:pt x="1209" y="282"/>
                  <a:pt x="1209" y="282"/>
                  <a:pt x="1209" y="282"/>
                </a:cubicBezTo>
                <a:cubicBezTo>
                  <a:pt x="1223" y="259"/>
                  <a:pt x="1223" y="259"/>
                  <a:pt x="1223" y="259"/>
                </a:cubicBezTo>
                <a:cubicBezTo>
                  <a:pt x="1217" y="257"/>
                  <a:pt x="1217" y="257"/>
                  <a:pt x="1217" y="257"/>
                </a:cubicBezTo>
                <a:cubicBezTo>
                  <a:pt x="1207" y="250"/>
                  <a:pt x="1196" y="243"/>
                  <a:pt x="1184" y="236"/>
                </a:cubicBezTo>
                <a:cubicBezTo>
                  <a:pt x="1179" y="233"/>
                  <a:pt x="1179" y="233"/>
                  <a:pt x="1179" y="233"/>
                </a:cubicBezTo>
                <a:cubicBezTo>
                  <a:pt x="1166" y="256"/>
                  <a:pt x="1166" y="256"/>
                  <a:pt x="1166" y="256"/>
                </a:cubicBezTo>
                <a:cubicBezTo>
                  <a:pt x="1170" y="259"/>
                  <a:pt x="1170" y="259"/>
                  <a:pt x="1170" y="259"/>
                </a:cubicBezTo>
                <a:cubicBezTo>
                  <a:pt x="1183" y="265"/>
                  <a:pt x="1194" y="272"/>
                  <a:pt x="1204" y="279"/>
                </a:cubicBezTo>
                <a:close/>
                <a:moveTo>
                  <a:pt x="1337" y="403"/>
                </a:moveTo>
                <a:cubicBezTo>
                  <a:pt x="1340" y="414"/>
                  <a:pt x="1341" y="427"/>
                  <a:pt x="1343" y="441"/>
                </a:cubicBezTo>
                <a:cubicBezTo>
                  <a:pt x="1343" y="447"/>
                  <a:pt x="1343" y="447"/>
                  <a:pt x="1343" y="447"/>
                </a:cubicBezTo>
                <a:cubicBezTo>
                  <a:pt x="1369" y="445"/>
                  <a:pt x="1369" y="445"/>
                  <a:pt x="1369" y="445"/>
                </a:cubicBezTo>
                <a:cubicBezTo>
                  <a:pt x="1369" y="439"/>
                  <a:pt x="1369" y="439"/>
                  <a:pt x="1369" y="439"/>
                </a:cubicBezTo>
                <a:cubicBezTo>
                  <a:pt x="1367" y="424"/>
                  <a:pt x="1365" y="410"/>
                  <a:pt x="1363" y="397"/>
                </a:cubicBezTo>
                <a:cubicBezTo>
                  <a:pt x="1362" y="392"/>
                  <a:pt x="1362" y="392"/>
                  <a:pt x="1362" y="392"/>
                </a:cubicBezTo>
                <a:cubicBezTo>
                  <a:pt x="1336" y="397"/>
                  <a:pt x="1336" y="397"/>
                  <a:pt x="1336" y="397"/>
                </a:cubicBezTo>
                <a:cubicBezTo>
                  <a:pt x="1337" y="403"/>
                  <a:pt x="1337" y="403"/>
                  <a:pt x="1337" y="403"/>
                </a:cubicBezTo>
                <a:cubicBezTo>
                  <a:pt x="1337" y="403"/>
                  <a:pt x="1337" y="403"/>
                  <a:pt x="1337" y="403"/>
                </a:cubicBezTo>
                <a:close/>
                <a:moveTo>
                  <a:pt x="1325" y="369"/>
                </a:moveTo>
                <a:cubicBezTo>
                  <a:pt x="1328" y="373"/>
                  <a:pt x="1328" y="373"/>
                  <a:pt x="1328" y="373"/>
                </a:cubicBezTo>
                <a:cubicBezTo>
                  <a:pt x="1352" y="362"/>
                  <a:pt x="1352" y="362"/>
                  <a:pt x="1352" y="362"/>
                </a:cubicBezTo>
                <a:cubicBezTo>
                  <a:pt x="1349" y="356"/>
                  <a:pt x="1349" y="356"/>
                  <a:pt x="1349" y="356"/>
                </a:cubicBezTo>
                <a:cubicBezTo>
                  <a:pt x="1344" y="348"/>
                  <a:pt x="1334" y="338"/>
                  <a:pt x="1318" y="325"/>
                </a:cubicBezTo>
                <a:cubicBezTo>
                  <a:pt x="1313" y="321"/>
                  <a:pt x="1313" y="321"/>
                  <a:pt x="1313" y="321"/>
                </a:cubicBezTo>
                <a:cubicBezTo>
                  <a:pt x="1296" y="342"/>
                  <a:pt x="1296" y="342"/>
                  <a:pt x="1296" y="342"/>
                </a:cubicBezTo>
                <a:cubicBezTo>
                  <a:pt x="1301" y="345"/>
                  <a:pt x="1301" y="345"/>
                  <a:pt x="1301" y="345"/>
                </a:cubicBezTo>
                <a:cubicBezTo>
                  <a:pt x="1319" y="359"/>
                  <a:pt x="1324" y="367"/>
                  <a:pt x="1325" y="369"/>
                </a:cubicBezTo>
                <a:close/>
                <a:moveTo>
                  <a:pt x="1136" y="238"/>
                </a:moveTo>
                <a:cubicBezTo>
                  <a:pt x="1141" y="241"/>
                  <a:pt x="1141" y="241"/>
                  <a:pt x="1141" y="241"/>
                </a:cubicBezTo>
                <a:cubicBezTo>
                  <a:pt x="1155" y="219"/>
                  <a:pt x="1155" y="219"/>
                  <a:pt x="1155" y="219"/>
                </a:cubicBezTo>
                <a:cubicBezTo>
                  <a:pt x="1150" y="216"/>
                  <a:pt x="1150" y="216"/>
                  <a:pt x="1150" y="216"/>
                </a:cubicBezTo>
                <a:cubicBezTo>
                  <a:pt x="1138" y="210"/>
                  <a:pt x="1127" y="203"/>
                  <a:pt x="1115" y="196"/>
                </a:cubicBezTo>
                <a:cubicBezTo>
                  <a:pt x="1109" y="194"/>
                  <a:pt x="1109" y="194"/>
                  <a:pt x="1109" y="194"/>
                </a:cubicBezTo>
                <a:cubicBezTo>
                  <a:pt x="1096" y="216"/>
                  <a:pt x="1096" y="216"/>
                  <a:pt x="1096" y="216"/>
                </a:cubicBezTo>
                <a:cubicBezTo>
                  <a:pt x="1101" y="219"/>
                  <a:pt x="1101" y="219"/>
                  <a:pt x="1101" y="219"/>
                </a:cubicBezTo>
                <a:cubicBezTo>
                  <a:pt x="1113" y="225"/>
                  <a:pt x="1125" y="232"/>
                  <a:pt x="1136" y="238"/>
                </a:cubicBezTo>
                <a:close/>
                <a:moveTo>
                  <a:pt x="844" y="74"/>
                </a:moveTo>
                <a:cubicBezTo>
                  <a:pt x="849" y="77"/>
                  <a:pt x="849" y="77"/>
                  <a:pt x="849" y="77"/>
                </a:cubicBezTo>
                <a:cubicBezTo>
                  <a:pt x="863" y="55"/>
                  <a:pt x="863" y="55"/>
                  <a:pt x="863" y="55"/>
                </a:cubicBezTo>
                <a:cubicBezTo>
                  <a:pt x="859" y="52"/>
                  <a:pt x="859" y="52"/>
                  <a:pt x="859" y="52"/>
                </a:cubicBezTo>
                <a:cubicBezTo>
                  <a:pt x="846" y="44"/>
                  <a:pt x="834" y="37"/>
                  <a:pt x="823" y="31"/>
                </a:cubicBezTo>
                <a:cubicBezTo>
                  <a:pt x="819" y="28"/>
                  <a:pt x="819" y="28"/>
                  <a:pt x="819" y="28"/>
                </a:cubicBezTo>
                <a:cubicBezTo>
                  <a:pt x="805" y="51"/>
                  <a:pt x="805" y="51"/>
                  <a:pt x="805" y="51"/>
                </a:cubicBezTo>
                <a:cubicBezTo>
                  <a:pt x="810" y="54"/>
                  <a:pt x="810" y="54"/>
                  <a:pt x="810" y="54"/>
                </a:cubicBezTo>
                <a:cubicBezTo>
                  <a:pt x="821" y="59"/>
                  <a:pt x="832" y="66"/>
                  <a:pt x="844" y="74"/>
                </a:cubicBezTo>
                <a:close/>
                <a:moveTo>
                  <a:pt x="746" y="26"/>
                </a:moveTo>
                <a:cubicBezTo>
                  <a:pt x="747" y="26"/>
                  <a:pt x="748" y="26"/>
                  <a:pt x="750" y="26"/>
                </a:cubicBezTo>
                <a:cubicBezTo>
                  <a:pt x="753" y="27"/>
                  <a:pt x="761" y="29"/>
                  <a:pt x="776" y="36"/>
                </a:cubicBezTo>
                <a:cubicBezTo>
                  <a:pt x="781" y="39"/>
                  <a:pt x="781" y="39"/>
                  <a:pt x="781" y="39"/>
                </a:cubicBezTo>
                <a:cubicBezTo>
                  <a:pt x="792" y="15"/>
                  <a:pt x="792" y="15"/>
                  <a:pt x="792" y="15"/>
                </a:cubicBezTo>
                <a:cubicBezTo>
                  <a:pt x="787" y="13"/>
                  <a:pt x="787" y="13"/>
                  <a:pt x="787" y="13"/>
                </a:cubicBezTo>
                <a:cubicBezTo>
                  <a:pt x="772" y="5"/>
                  <a:pt x="761" y="1"/>
                  <a:pt x="753" y="0"/>
                </a:cubicBezTo>
                <a:cubicBezTo>
                  <a:pt x="750" y="0"/>
                  <a:pt x="748" y="0"/>
                  <a:pt x="746" y="0"/>
                </a:cubicBezTo>
                <a:cubicBezTo>
                  <a:pt x="746" y="0"/>
                  <a:pt x="746" y="0"/>
                  <a:pt x="746" y="0"/>
                </a:cubicBezTo>
                <a:cubicBezTo>
                  <a:pt x="739" y="0"/>
                  <a:pt x="739" y="0"/>
                  <a:pt x="739" y="0"/>
                </a:cubicBezTo>
                <a:cubicBezTo>
                  <a:pt x="739" y="26"/>
                  <a:pt x="739" y="26"/>
                  <a:pt x="739" y="26"/>
                </a:cubicBezTo>
                <a:cubicBezTo>
                  <a:pt x="746" y="26"/>
                  <a:pt x="746" y="26"/>
                  <a:pt x="746" y="26"/>
                </a:cubicBezTo>
                <a:cubicBezTo>
                  <a:pt x="746" y="26"/>
                  <a:pt x="746" y="26"/>
                  <a:pt x="746" y="26"/>
                </a:cubicBezTo>
                <a:close/>
                <a:moveTo>
                  <a:pt x="682" y="56"/>
                </a:moveTo>
                <a:cubicBezTo>
                  <a:pt x="689" y="51"/>
                  <a:pt x="700" y="43"/>
                  <a:pt x="713" y="37"/>
                </a:cubicBezTo>
                <a:cubicBezTo>
                  <a:pt x="718" y="34"/>
                  <a:pt x="718" y="34"/>
                  <a:pt x="718" y="34"/>
                </a:cubicBezTo>
                <a:cubicBezTo>
                  <a:pt x="706" y="11"/>
                  <a:pt x="706" y="11"/>
                  <a:pt x="706" y="11"/>
                </a:cubicBezTo>
                <a:cubicBezTo>
                  <a:pt x="701" y="13"/>
                  <a:pt x="701" y="13"/>
                  <a:pt x="701" y="13"/>
                </a:cubicBezTo>
                <a:cubicBezTo>
                  <a:pt x="687" y="20"/>
                  <a:pt x="674" y="29"/>
                  <a:pt x="666" y="35"/>
                </a:cubicBezTo>
                <a:cubicBezTo>
                  <a:pt x="661" y="39"/>
                  <a:pt x="661" y="39"/>
                  <a:pt x="661" y="39"/>
                </a:cubicBezTo>
                <a:cubicBezTo>
                  <a:pt x="677" y="60"/>
                  <a:pt x="677" y="60"/>
                  <a:pt x="677" y="60"/>
                </a:cubicBezTo>
                <a:cubicBezTo>
                  <a:pt x="682" y="56"/>
                  <a:pt x="682" y="56"/>
                  <a:pt x="682" y="56"/>
                </a:cubicBezTo>
                <a:cubicBezTo>
                  <a:pt x="682" y="56"/>
                  <a:pt x="682" y="56"/>
                  <a:pt x="682" y="56"/>
                </a:cubicBezTo>
                <a:close/>
                <a:moveTo>
                  <a:pt x="38" y="662"/>
                </a:moveTo>
                <a:cubicBezTo>
                  <a:pt x="35" y="658"/>
                  <a:pt x="35" y="658"/>
                  <a:pt x="35" y="658"/>
                </a:cubicBezTo>
                <a:cubicBezTo>
                  <a:pt x="15" y="675"/>
                  <a:pt x="15" y="675"/>
                  <a:pt x="15" y="675"/>
                </a:cubicBezTo>
                <a:cubicBezTo>
                  <a:pt x="19" y="680"/>
                  <a:pt x="19" y="680"/>
                  <a:pt x="19" y="680"/>
                </a:cubicBezTo>
                <a:cubicBezTo>
                  <a:pt x="29" y="690"/>
                  <a:pt x="44" y="699"/>
                  <a:pt x="55" y="705"/>
                </a:cubicBezTo>
                <a:cubicBezTo>
                  <a:pt x="59" y="707"/>
                  <a:pt x="59" y="707"/>
                  <a:pt x="59" y="707"/>
                </a:cubicBezTo>
                <a:cubicBezTo>
                  <a:pt x="72" y="685"/>
                  <a:pt x="72" y="685"/>
                  <a:pt x="72" y="685"/>
                </a:cubicBezTo>
                <a:cubicBezTo>
                  <a:pt x="67" y="682"/>
                  <a:pt x="67" y="682"/>
                  <a:pt x="67" y="682"/>
                </a:cubicBezTo>
                <a:cubicBezTo>
                  <a:pt x="54" y="675"/>
                  <a:pt x="44" y="669"/>
                  <a:pt x="38" y="662"/>
                </a:cubicBezTo>
                <a:close/>
                <a:moveTo>
                  <a:pt x="997" y="161"/>
                </a:moveTo>
                <a:cubicBezTo>
                  <a:pt x="1002" y="163"/>
                  <a:pt x="1002" y="163"/>
                  <a:pt x="1002" y="163"/>
                </a:cubicBezTo>
                <a:cubicBezTo>
                  <a:pt x="1014" y="141"/>
                  <a:pt x="1014" y="141"/>
                  <a:pt x="1014" y="141"/>
                </a:cubicBezTo>
                <a:cubicBezTo>
                  <a:pt x="1010" y="138"/>
                  <a:pt x="1010" y="138"/>
                  <a:pt x="1010" y="138"/>
                </a:cubicBezTo>
                <a:cubicBezTo>
                  <a:pt x="997" y="131"/>
                  <a:pt x="986" y="125"/>
                  <a:pt x="975" y="119"/>
                </a:cubicBezTo>
                <a:cubicBezTo>
                  <a:pt x="970" y="116"/>
                  <a:pt x="970" y="116"/>
                  <a:pt x="970" y="116"/>
                </a:cubicBezTo>
                <a:cubicBezTo>
                  <a:pt x="958" y="139"/>
                  <a:pt x="958" y="139"/>
                  <a:pt x="958" y="139"/>
                </a:cubicBezTo>
                <a:cubicBezTo>
                  <a:pt x="963" y="142"/>
                  <a:pt x="963" y="142"/>
                  <a:pt x="963" y="142"/>
                </a:cubicBezTo>
                <a:cubicBezTo>
                  <a:pt x="973" y="148"/>
                  <a:pt x="985" y="154"/>
                  <a:pt x="997" y="161"/>
                </a:cubicBezTo>
                <a:close/>
                <a:moveTo>
                  <a:pt x="888" y="102"/>
                </a:moveTo>
                <a:cubicBezTo>
                  <a:pt x="891" y="103"/>
                  <a:pt x="892" y="104"/>
                  <a:pt x="892" y="104"/>
                </a:cubicBezTo>
                <a:cubicBezTo>
                  <a:pt x="893" y="105"/>
                  <a:pt x="893" y="105"/>
                  <a:pt x="893" y="105"/>
                </a:cubicBezTo>
                <a:cubicBezTo>
                  <a:pt x="894" y="106"/>
                  <a:pt x="907" y="112"/>
                  <a:pt x="928" y="124"/>
                </a:cubicBezTo>
                <a:cubicBezTo>
                  <a:pt x="932" y="126"/>
                  <a:pt x="932" y="126"/>
                  <a:pt x="932" y="126"/>
                </a:cubicBezTo>
                <a:cubicBezTo>
                  <a:pt x="945" y="103"/>
                  <a:pt x="945" y="103"/>
                  <a:pt x="945" y="103"/>
                </a:cubicBezTo>
                <a:cubicBezTo>
                  <a:pt x="940" y="100"/>
                  <a:pt x="940" y="100"/>
                  <a:pt x="940" y="100"/>
                </a:cubicBezTo>
                <a:cubicBezTo>
                  <a:pt x="917" y="88"/>
                  <a:pt x="909" y="84"/>
                  <a:pt x="906" y="82"/>
                </a:cubicBezTo>
                <a:cubicBezTo>
                  <a:pt x="906" y="82"/>
                  <a:pt x="906" y="82"/>
                  <a:pt x="906" y="82"/>
                </a:cubicBezTo>
                <a:cubicBezTo>
                  <a:pt x="906" y="82"/>
                  <a:pt x="900" y="78"/>
                  <a:pt x="891" y="73"/>
                </a:cubicBezTo>
                <a:cubicBezTo>
                  <a:pt x="887" y="69"/>
                  <a:pt x="887" y="69"/>
                  <a:pt x="887" y="69"/>
                </a:cubicBezTo>
                <a:cubicBezTo>
                  <a:pt x="873" y="91"/>
                  <a:pt x="873" y="91"/>
                  <a:pt x="873" y="91"/>
                </a:cubicBezTo>
                <a:cubicBezTo>
                  <a:pt x="877" y="94"/>
                  <a:pt x="877" y="94"/>
                  <a:pt x="877" y="94"/>
                </a:cubicBezTo>
                <a:cubicBezTo>
                  <a:pt x="882" y="97"/>
                  <a:pt x="886" y="100"/>
                  <a:pt x="888" y="102"/>
                </a:cubicBezTo>
                <a:close/>
                <a:moveTo>
                  <a:pt x="304" y="266"/>
                </a:moveTo>
                <a:cubicBezTo>
                  <a:pt x="291" y="242"/>
                  <a:pt x="291" y="242"/>
                  <a:pt x="291" y="242"/>
                </a:cubicBezTo>
                <a:cubicBezTo>
                  <a:pt x="247" y="268"/>
                  <a:pt x="247" y="268"/>
                  <a:pt x="247" y="268"/>
                </a:cubicBezTo>
                <a:cubicBezTo>
                  <a:pt x="260" y="290"/>
                  <a:pt x="260" y="290"/>
                  <a:pt x="260" y="290"/>
                </a:cubicBezTo>
                <a:cubicBezTo>
                  <a:pt x="304" y="266"/>
                  <a:pt x="304" y="266"/>
                  <a:pt x="304" y="266"/>
                </a:cubicBezTo>
                <a:cubicBezTo>
                  <a:pt x="304" y="266"/>
                  <a:pt x="304" y="266"/>
                  <a:pt x="304" y="266"/>
                </a:cubicBezTo>
                <a:close/>
                <a:moveTo>
                  <a:pt x="1073" y="766"/>
                </a:moveTo>
                <a:cubicBezTo>
                  <a:pt x="1085" y="787"/>
                  <a:pt x="1085" y="787"/>
                  <a:pt x="1085" y="787"/>
                </a:cubicBezTo>
                <a:cubicBezTo>
                  <a:pt x="1129" y="762"/>
                  <a:pt x="1129" y="762"/>
                  <a:pt x="1129" y="762"/>
                </a:cubicBezTo>
                <a:cubicBezTo>
                  <a:pt x="1117" y="740"/>
                  <a:pt x="1117" y="740"/>
                  <a:pt x="1117" y="740"/>
                </a:cubicBezTo>
                <a:cubicBezTo>
                  <a:pt x="1073" y="766"/>
                  <a:pt x="1073" y="766"/>
                  <a:pt x="1073" y="766"/>
                </a:cubicBezTo>
                <a:cubicBezTo>
                  <a:pt x="1073" y="766"/>
                  <a:pt x="1073" y="766"/>
                  <a:pt x="1073" y="766"/>
                </a:cubicBezTo>
                <a:close/>
                <a:moveTo>
                  <a:pt x="974" y="824"/>
                </a:moveTo>
                <a:cubicBezTo>
                  <a:pt x="961" y="831"/>
                  <a:pt x="950" y="838"/>
                  <a:pt x="940" y="844"/>
                </a:cubicBezTo>
                <a:cubicBezTo>
                  <a:pt x="936" y="847"/>
                  <a:pt x="936" y="847"/>
                  <a:pt x="936" y="847"/>
                </a:cubicBezTo>
                <a:cubicBezTo>
                  <a:pt x="949" y="870"/>
                  <a:pt x="949" y="870"/>
                  <a:pt x="949" y="870"/>
                </a:cubicBezTo>
                <a:cubicBezTo>
                  <a:pt x="953" y="867"/>
                  <a:pt x="953" y="867"/>
                  <a:pt x="953" y="867"/>
                </a:cubicBezTo>
                <a:cubicBezTo>
                  <a:pt x="964" y="860"/>
                  <a:pt x="975" y="853"/>
                  <a:pt x="987" y="846"/>
                </a:cubicBezTo>
                <a:cubicBezTo>
                  <a:pt x="992" y="844"/>
                  <a:pt x="992" y="844"/>
                  <a:pt x="992" y="844"/>
                </a:cubicBezTo>
                <a:cubicBezTo>
                  <a:pt x="979" y="821"/>
                  <a:pt x="979" y="821"/>
                  <a:pt x="979" y="821"/>
                </a:cubicBezTo>
                <a:cubicBezTo>
                  <a:pt x="974" y="824"/>
                  <a:pt x="974" y="824"/>
                  <a:pt x="974" y="824"/>
                </a:cubicBezTo>
                <a:cubicBezTo>
                  <a:pt x="974" y="824"/>
                  <a:pt x="974" y="824"/>
                  <a:pt x="974" y="824"/>
                </a:cubicBezTo>
                <a:close/>
                <a:moveTo>
                  <a:pt x="1043" y="783"/>
                </a:moveTo>
                <a:cubicBezTo>
                  <a:pt x="1031" y="789"/>
                  <a:pt x="1019" y="796"/>
                  <a:pt x="1008" y="803"/>
                </a:cubicBezTo>
                <a:cubicBezTo>
                  <a:pt x="1003" y="806"/>
                  <a:pt x="1003" y="806"/>
                  <a:pt x="1003" y="806"/>
                </a:cubicBezTo>
                <a:cubicBezTo>
                  <a:pt x="1016" y="828"/>
                  <a:pt x="1016" y="828"/>
                  <a:pt x="1016" y="828"/>
                </a:cubicBezTo>
                <a:cubicBezTo>
                  <a:pt x="1021" y="825"/>
                  <a:pt x="1021" y="825"/>
                  <a:pt x="1021" y="825"/>
                </a:cubicBezTo>
                <a:cubicBezTo>
                  <a:pt x="1033" y="819"/>
                  <a:pt x="1045" y="813"/>
                  <a:pt x="1056" y="805"/>
                </a:cubicBezTo>
                <a:cubicBezTo>
                  <a:pt x="1062" y="803"/>
                  <a:pt x="1062" y="803"/>
                  <a:pt x="1062" y="803"/>
                </a:cubicBezTo>
                <a:cubicBezTo>
                  <a:pt x="1048" y="780"/>
                  <a:pt x="1048" y="780"/>
                  <a:pt x="1048" y="780"/>
                </a:cubicBezTo>
                <a:cubicBezTo>
                  <a:pt x="1043" y="783"/>
                  <a:pt x="1043" y="783"/>
                  <a:pt x="1043" y="783"/>
                </a:cubicBezTo>
                <a:cubicBezTo>
                  <a:pt x="1043" y="783"/>
                  <a:pt x="1043" y="783"/>
                  <a:pt x="1043" y="783"/>
                </a:cubicBezTo>
                <a:close/>
                <a:moveTo>
                  <a:pt x="838" y="909"/>
                </a:moveTo>
                <a:cubicBezTo>
                  <a:pt x="824" y="920"/>
                  <a:pt x="816" y="927"/>
                  <a:pt x="812" y="934"/>
                </a:cubicBezTo>
                <a:cubicBezTo>
                  <a:pt x="811" y="936"/>
                  <a:pt x="809" y="938"/>
                  <a:pt x="808" y="941"/>
                </a:cubicBezTo>
                <a:cubicBezTo>
                  <a:pt x="805" y="946"/>
                  <a:pt x="805" y="946"/>
                  <a:pt x="805" y="946"/>
                </a:cubicBezTo>
                <a:cubicBezTo>
                  <a:pt x="827" y="959"/>
                  <a:pt x="827" y="959"/>
                  <a:pt x="827" y="959"/>
                </a:cubicBezTo>
                <a:cubicBezTo>
                  <a:pt x="830" y="955"/>
                  <a:pt x="830" y="955"/>
                  <a:pt x="830" y="955"/>
                </a:cubicBezTo>
                <a:cubicBezTo>
                  <a:pt x="832" y="953"/>
                  <a:pt x="832" y="950"/>
                  <a:pt x="834" y="948"/>
                </a:cubicBezTo>
                <a:cubicBezTo>
                  <a:pt x="835" y="947"/>
                  <a:pt x="838" y="942"/>
                  <a:pt x="854" y="930"/>
                </a:cubicBezTo>
                <a:cubicBezTo>
                  <a:pt x="858" y="926"/>
                  <a:pt x="858" y="926"/>
                  <a:pt x="858" y="926"/>
                </a:cubicBezTo>
                <a:cubicBezTo>
                  <a:pt x="843" y="906"/>
                  <a:pt x="843" y="906"/>
                  <a:pt x="843" y="906"/>
                </a:cubicBezTo>
                <a:cubicBezTo>
                  <a:pt x="838" y="909"/>
                  <a:pt x="838" y="909"/>
                  <a:pt x="838" y="909"/>
                </a:cubicBezTo>
                <a:cubicBezTo>
                  <a:pt x="838" y="909"/>
                  <a:pt x="838" y="909"/>
                  <a:pt x="838" y="909"/>
                </a:cubicBezTo>
                <a:close/>
                <a:moveTo>
                  <a:pt x="905" y="864"/>
                </a:moveTo>
                <a:cubicBezTo>
                  <a:pt x="894" y="872"/>
                  <a:pt x="882" y="879"/>
                  <a:pt x="872" y="886"/>
                </a:cubicBezTo>
                <a:cubicBezTo>
                  <a:pt x="868" y="889"/>
                  <a:pt x="868" y="889"/>
                  <a:pt x="868" y="889"/>
                </a:cubicBezTo>
                <a:cubicBezTo>
                  <a:pt x="882" y="910"/>
                  <a:pt x="882" y="910"/>
                  <a:pt x="882" y="910"/>
                </a:cubicBezTo>
                <a:cubicBezTo>
                  <a:pt x="886" y="907"/>
                  <a:pt x="886" y="907"/>
                  <a:pt x="886" y="907"/>
                </a:cubicBezTo>
                <a:cubicBezTo>
                  <a:pt x="897" y="901"/>
                  <a:pt x="908" y="894"/>
                  <a:pt x="919" y="887"/>
                </a:cubicBezTo>
                <a:cubicBezTo>
                  <a:pt x="924" y="884"/>
                  <a:pt x="924" y="884"/>
                  <a:pt x="924" y="884"/>
                </a:cubicBezTo>
                <a:cubicBezTo>
                  <a:pt x="911" y="861"/>
                  <a:pt x="911" y="861"/>
                  <a:pt x="911" y="861"/>
                </a:cubicBezTo>
                <a:cubicBezTo>
                  <a:pt x="905" y="864"/>
                  <a:pt x="905" y="864"/>
                  <a:pt x="905" y="864"/>
                </a:cubicBezTo>
                <a:cubicBezTo>
                  <a:pt x="905" y="864"/>
                  <a:pt x="905" y="864"/>
                  <a:pt x="905" y="864"/>
                </a:cubicBezTo>
                <a:close/>
                <a:moveTo>
                  <a:pt x="1140" y="726"/>
                </a:moveTo>
                <a:cubicBezTo>
                  <a:pt x="1155" y="748"/>
                  <a:pt x="1155" y="748"/>
                  <a:pt x="1155" y="748"/>
                </a:cubicBezTo>
                <a:cubicBezTo>
                  <a:pt x="1199" y="723"/>
                  <a:pt x="1199" y="723"/>
                  <a:pt x="1199" y="723"/>
                </a:cubicBezTo>
                <a:cubicBezTo>
                  <a:pt x="1184" y="701"/>
                  <a:pt x="1184" y="701"/>
                  <a:pt x="1184" y="701"/>
                </a:cubicBezTo>
                <a:cubicBezTo>
                  <a:pt x="1140" y="726"/>
                  <a:pt x="1140" y="726"/>
                  <a:pt x="1140" y="726"/>
                </a:cubicBezTo>
                <a:cubicBezTo>
                  <a:pt x="1140" y="726"/>
                  <a:pt x="1140" y="726"/>
                  <a:pt x="1140" y="726"/>
                </a:cubicBezTo>
                <a:close/>
                <a:moveTo>
                  <a:pt x="48" y="303"/>
                </a:moveTo>
                <a:cubicBezTo>
                  <a:pt x="43" y="306"/>
                  <a:pt x="37" y="310"/>
                  <a:pt x="32" y="317"/>
                </a:cubicBezTo>
                <a:cubicBezTo>
                  <a:pt x="28" y="322"/>
                  <a:pt x="28" y="322"/>
                  <a:pt x="28" y="322"/>
                </a:cubicBezTo>
                <a:cubicBezTo>
                  <a:pt x="48" y="339"/>
                  <a:pt x="48" y="339"/>
                  <a:pt x="48" y="339"/>
                </a:cubicBezTo>
                <a:cubicBezTo>
                  <a:pt x="51" y="334"/>
                  <a:pt x="51" y="334"/>
                  <a:pt x="51" y="334"/>
                </a:cubicBezTo>
                <a:cubicBezTo>
                  <a:pt x="54" y="330"/>
                  <a:pt x="58" y="328"/>
                  <a:pt x="61" y="327"/>
                </a:cubicBezTo>
                <a:cubicBezTo>
                  <a:pt x="61" y="327"/>
                  <a:pt x="63" y="325"/>
                  <a:pt x="74" y="328"/>
                </a:cubicBezTo>
                <a:cubicBezTo>
                  <a:pt x="80" y="330"/>
                  <a:pt x="80" y="330"/>
                  <a:pt x="80" y="330"/>
                </a:cubicBezTo>
                <a:cubicBezTo>
                  <a:pt x="86" y="305"/>
                  <a:pt x="86" y="305"/>
                  <a:pt x="86" y="305"/>
                </a:cubicBezTo>
                <a:cubicBezTo>
                  <a:pt x="81" y="304"/>
                  <a:pt x="81" y="304"/>
                  <a:pt x="81" y="304"/>
                </a:cubicBezTo>
                <a:cubicBezTo>
                  <a:pt x="67" y="299"/>
                  <a:pt x="57" y="299"/>
                  <a:pt x="48" y="303"/>
                </a:cubicBezTo>
                <a:close/>
                <a:moveTo>
                  <a:pt x="1338" y="556"/>
                </a:moveTo>
                <a:cubicBezTo>
                  <a:pt x="1336" y="570"/>
                  <a:pt x="1333" y="583"/>
                  <a:pt x="1330" y="593"/>
                </a:cubicBezTo>
                <a:cubicBezTo>
                  <a:pt x="1328" y="598"/>
                  <a:pt x="1328" y="598"/>
                  <a:pt x="1328" y="598"/>
                </a:cubicBezTo>
                <a:cubicBezTo>
                  <a:pt x="1353" y="606"/>
                  <a:pt x="1353" y="606"/>
                  <a:pt x="1353" y="606"/>
                </a:cubicBezTo>
                <a:cubicBezTo>
                  <a:pt x="1355" y="601"/>
                  <a:pt x="1355" y="601"/>
                  <a:pt x="1355" y="601"/>
                </a:cubicBezTo>
                <a:cubicBezTo>
                  <a:pt x="1358" y="590"/>
                  <a:pt x="1361" y="576"/>
                  <a:pt x="1363" y="561"/>
                </a:cubicBezTo>
                <a:cubicBezTo>
                  <a:pt x="1364" y="555"/>
                  <a:pt x="1364" y="555"/>
                  <a:pt x="1364" y="555"/>
                </a:cubicBezTo>
                <a:cubicBezTo>
                  <a:pt x="1339" y="551"/>
                  <a:pt x="1339" y="551"/>
                  <a:pt x="1339" y="551"/>
                </a:cubicBezTo>
                <a:cubicBezTo>
                  <a:pt x="1338" y="556"/>
                  <a:pt x="1338" y="556"/>
                  <a:pt x="1338" y="556"/>
                </a:cubicBezTo>
                <a:cubicBezTo>
                  <a:pt x="1338" y="556"/>
                  <a:pt x="1338" y="556"/>
                  <a:pt x="1338" y="556"/>
                </a:cubicBezTo>
                <a:close/>
                <a:moveTo>
                  <a:pt x="1344" y="474"/>
                </a:moveTo>
                <a:cubicBezTo>
                  <a:pt x="1344" y="480"/>
                  <a:pt x="1344" y="480"/>
                  <a:pt x="1344" y="480"/>
                </a:cubicBezTo>
                <a:cubicBezTo>
                  <a:pt x="1344" y="493"/>
                  <a:pt x="1344" y="506"/>
                  <a:pt x="1342" y="518"/>
                </a:cubicBezTo>
                <a:cubicBezTo>
                  <a:pt x="1342" y="524"/>
                  <a:pt x="1342" y="524"/>
                  <a:pt x="1342" y="524"/>
                </a:cubicBezTo>
                <a:cubicBezTo>
                  <a:pt x="1367" y="526"/>
                  <a:pt x="1367" y="526"/>
                  <a:pt x="1367" y="526"/>
                </a:cubicBezTo>
                <a:cubicBezTo>
                  <a:pt x="1367" y="520"/>
                  <a:pt x="1367" y="520"/>
                  <a:pt x="1367" y="520"/>
                </a:cubicBezTo>
                <a:cubicBezTo>
                  <a:pt x="1368" y="507"/>
                  <a:pt x="1369" y="493"/>
                  <a:pt x="1369" y="480"/>
                </a:cubicBezTo>
                <a:cubicBezTo>
                  <a:pt x="1369" y="474"/>
                  <a:pt x="1369" y="474"/>
                  <a:pt x="1369" y="474"/>
                </a:cubicBezTo>
                <a:cubicBezTo>
                  <a:pt x="1344" y="474"/>
                  <a:pt x="1344" y="474"/>
                  <a:pt x="1344" y="474"/>
                </a:cubicBezTo>
                <a:cubicBezTo>
                  <a:pt x="1344" y="474"/>
                  <a:pt x="1344" y="474"/>
                  <a:pt x="1344" y="474"/>
                </a:cubicBezTo>
                <a:close/>
                <a:moveTo>
                  <a:pt x="791" y="972"/>
                </a:moveTo>
                <a:cubicBezTo>
                  <a:pt x="789" y="977"/>
                  <a:pt x="789" y="977"/>
                  <a:pt x="789" y="977"/>
                </a:cubicBezTo>
                <a:cubicBezTo>
                  <a:pt x="782" y="989"/>
                  <a:pt x="777" y="1000"/>
                  <a:pt x="771" y="1009"/>
                </a:cubicBezTo>
                <a:cubicBezTo>
                  <a:pt x="767" y="1014"/>
                  <a:pt x="767" y="1014"/>
                  <a:pt x="767" y="1014"/>
                </a:cubicBezTo>
                <a:cubicBezTo>
                  <a:pt x="789" y="1028"/>
                  <a:pt x="789" y="1028"/>
                  <a:pt x="789" y="1028"/>
                </a:cubicBezTo>
                <a:cubicBezTo>
                  <a:pt x="792" y="1024"/>
                  <a:pt x="792" y="1024"/>
                  <a:pt x="792" y="1024"/>
                </a:cubicBezTo>
                <a:cubicBezTo>
                  <a:pt x="799" y="1014"/>
                  <a:pt x="805" y="1002"/>
                  <a:pt x="812" y="988"/>
                </a:cubicBezTo>
                <a:cubicBezTo>
                  <a:pt x="814" y="984"/>
                  <a:pt x="814" y="984"/>
                  <a:pt x="814" y="984"/>
                </a:cubicBezTo>
                <a:cubicBezTo>
                  <a:pt x="804" y="977"/>
                  <a:pt x="804" y="977"/>
                  <a:pt x="804" y="977"/>
                </a:cubicBezTo>
                <a:cubicBezTo>
                  <a:pt x="791" y="972"/>
                  <a:pt x="791" y="972"/>
                  <a:pt x="791" y="972"/>
                </a:cubicBezTo>
                <a:cubicBezTo>
                  <a:pt x="791" y="972"/>
                  <a:pt x="791" y="972"/>
                  <a:pt x="791" y="972"/>
                </a:cubicBezTo>
                <a:close/>
                <a:moveTo>
                  <a:pt x="1249" y="662"/>
                </a:moveTo>
                <a:cubicBezTo>
                  <a:pt x="1238" y="669"/>
                  <a:pt x="1226" y="676"/>
                  <a:pt x="1214" y="683"/>
                </a:cubicBezTo>
                <a:cubicBezTo>
                  <a:pt x="1210" y="686"/>
                  <a:pt x="1210" y="686"/>
                  <a:pt x="1210" y="686"/>
                </a:cubicBezTo>
                <a:cubicBezTo>
                  <a:pt x="1222" y="709"/>
                  <a:pt x="1222" y="709"/>
                  <a:pt x="1222" y="709"/>
                </a:cubicBezTo>
                <a:cubicBezTo>
                  <a:pt x="1228" y="706"/>
                  <a:pt x="1228" y="706"/>
                  <a:pt x="1228" y="706"/>
                </a:cubicBezTo>
                <a:cubicBezTo>
                  <a:pt x="1240" y="698"/>
                  <a:pt x="1252" y="691"/>
                  <a:pt x="1262" y="685"/>
                </a:cubicBezTo>
                <a:cubicBezTo>
                  <a:pt x="1267" y="682"/>
                  <a:pt x="1267" y="682"/>
                  <a:pt x="1267" y="682"/>
                </a:cubicBezTo>
                <a:cubicBezTo>
                  <a:pt x="1253" y="660"/>
                  <a:pt x="1253" y="660"/>
                  <a:pt x="1253" y="660"/>
                </a:cubicBezTo>
                <a:cubicBezTo>
                  <a:pt x="1249" y="662"/>
                  <a:pt x="1249" y="662"/>
                  <a:pt x="1249" y="662"/>
                </a:cubicBezTo>
                <a:cubicBezTo>
                  <a:pt x="1249" y="662"/>
                  <a:pt x="1249" y="662"/>
                  <a:pt x="1249" y="662"/>
                </a:cubicBezTo>
                <a:close/>
                <a:moveTo>
                  <a:pt x="1314" y="619"/>
                </a:moveTo>
                <a:cubicBezTo>
                  <a:pt x="1307" y="625"/>
                  <a:pt x="1297" y="632"/>
                  <a:pt x="1283" y="641"/>
                </a:cubicBezTo>
                <a:cubicBezTo>
                  <a:pt x="1278" y="645"/>
                  <a:pt x="1278" y="645"/>
                  <a:pt x="1278" y="645"/>
                </a:cubicBezTo>
                <a:cubicBezTo>
                  <a:pt x="1292" y="666"/>
                  <a:pt x="1292" y="666"/>
                  <a:pt x="1292" y="666"/>
                </a:cubicBezTo>
                <a:cubicBezTo>
                  <a:pt x="1297" y="663"/>
                  <a:pt x="1297" y="663"/>
                  <a:pt x="1297" y="663"/>
                </a:cubicBezTo>
                <a:cubicBezTo>
                  <a:pt x="1312" y="653"/>
                  <a:pt x="1323" y="646"/>
                  <a:pt x="1330" y="640"/>
                </a:cubicBezTo>
                <a:cubicBezTo>
                  <a:pt x="1334" y="636"/>
                  <a:pt x="1334" y="636"/>
                  <a:pt x="1334" y="636"/>
                </a:cubicBezTo>
                <a:cubicBezTo>
                  <a:pt x="1318" y="616"/>
                  <a:pt x="1318" y="616"/>
                  <a:pt x="1318" y="616"/>
                </a:cubicBezTo>
                <a:cubicBezTo>
                  <a:pt x="1314" y="619"/>
                  <a:pt x="1314" y="619"/>
                  <a:pt x="1314" y="619"/>
                </a:cubicBezTo>
                <a:cubicBezTo>
                  <a:pt x="1314" y="619"/>
                  <a:pt x="1314" y="619"/>
                  <a:pt x="1314" y="619"/>
                </a:cubicBezTo>
                <a:close/>
                <a:moveTo>
                  <a:pt x="318" y="798"/>
                </a:moveTo>
                <a:cubicBezTo>
                  <a:pt x="314" y="795"/>
                  <a:pt x="314" y="795"/>
                  <a:pt x="314" y="795"/>
                </a:cubicBezTo>
                <a:cubicBezTo>
                  <a:pt x="300" y="818"/>
                  <a:pt x="300" y="818"/>
                  <a:pt x="300" y="818"/>
                </a:cubicBezTo>
                <a:cubicBezTo>
                  <a:pt x="306" y="821"/>
                  <a:pt x="306" y="821"/>
                  <a:pt x="306" y="821"/>
                </a:cubicBezTo>
                <a:cubicBezTo>
                  <a:pt x="317" y="828"/>
                  <a:pt x="328" y="834"/>
                  <a:pt x="339" y="841"/>
                </a:cubicBezTo>
                <a:cubicBezTo>
                  <a:pt x="344" y="844"/>
                  <a:pt x="344" y="844"/>
                  <a:pt x="344" y="844"/>
                </a:cubicBezTo>
                <a:cubicBezTo>
                  <a:pt x="357" y="821"/>
                  <a:pt x="357" y="821"/>
                  <a:pt x="357" y="821"/>
                </a:cubicBezTo>
                <a:cubicBezTo>
                  <a:pt x="353" y="818"/>
                  <a:pt x="353" y="818"/>
                  <a:pt x="353" y="818"/>
                </a:cubicBezTo>
                <a:cubicBezTo>
                  <a:pt x="341" y="812"/>
                  <a:pt x="330" y="805"/>
                  <a:pt x="318" y="798"/>
                </a:cubicBezTo>
                <a:close/>
                <a:moveTo>
                  <a:pt x="368" y="858"/>
                </a:moveTo>
                <a:cubicBezTo>
                  <a:pt x="413" y="883"/>
                  <a:pt x="413" y="883"/>
                  <a:pt x="413" y="883"/>
                </a:cubicBezTo>
                <a:cubicBezTo>
                  <a:pt x="425" y="861"/>
                  <a:pt x="425" y="861"/>
                  <a:pt x="425" y="861"/>
                </a:cubicBezTo>
                <a:cubicBezTo>
                  <a:pt x="381" y="834"/>
                  <a:pt x="381" y="834"/>
                  <a:pt x="381" y="834"/>
                </a:cubicBezTo>
                <a:cubicBezTo>
                  <a:pt x="368" y="858"/>
                  <a:pt x="368" y="858"/>
                  <a:pt x="368" y="858"/>
                </a:cubicBezTo>
                <a:cubicBezTo>
                  <a:pt x="368" y="858"/>
                  <a:pt x="368" y="858"/>
                  <a:pt x="368" y="858"/>
                </a:cubicBezTo>
                <a:close/>
                <a:moveTo>
                  <a:pt x="249" y="759"/>
                </a:moveTo>
                <a:cubicBezTo>
                  <a:pt x="244" y="756"/>
                  <a:pt x="244" y="756"/>
                  <a:pt x="244" y="756"/>
                </a:cubicBezTo>
                <a:cubicBezTo>
                  <a:pt x="231" y="779"/>
                  <a:pt x="231" y="779"/>
                  <a:pt x="231" y="779"/>
                </a:cubicBezTo>
                <a:cubicBezTo>
                  <a:pt x="236" y="781"/>
                  <a:pt x="236" y="781"/>
                  <a:pt x="236" y="781"/>
                </a:cubicBezTo>
                <a:cubicBezTo>
                  <a:pt x="247" y="787"/>
                  <a:pt x="259" y="794"/>
                  <a:pt x="271" y="801"/>
                </a:cubicBezTo>
                <a:cubicBezTo>
                  <a:pt x="276" y="803"/>
                  <a:pt x="276" y="803"/>
                  <a:pt x="276" y="803"/>
                </a:cubicBezTo>
                <a:cubicBezTo>
                  <a:pt x="289" y="781"/>
                  <a:pt x="289" y="781"/>
                  <a:pt x="289" y="781"/>
                </a:cubicBezTo>
                <a:cubicBezTo>
                  <a:pt x="284" y="778"/>
                  <a:pt x="284" y="778"/>
                  <a:pt x="284" y="778"/>
                </a:cubicBezTo>
                <a:cubicBezTo>
                  <a:pt x="271" y="771"/>
                  <a:pt x="260" y="765"/>
                  <a:pt x="249" y="759"/>
                </a:cubicBezTo>
                <a:close/>
                <a:moveTo>
                  <a:pt x="179" y="721"/>
                </a:moveTo>
                <a:cubicBezTo>
                  <a:pt x="174" y="718"/>
                  <a:pt x="174" y="718"/>
                  <a:pt x="174" y="718"/>
                </a:cubicBezTo>
                <a:cubicBezTo>
                  <a:pt x="162" y="741"/>
                  <a:pt x="162" y="741"/>
                  <a:pt x="162" y="741"/>
                </a:cubicBezTo>
                <a:cubicBezTo>
                  <a:pt x="167" y="744"/>
                  <a:pt x="167" y="744"/>
                  <a:pt x="167" y="744"/>
                </a:cubicBezTo>
                <a:cubicBezTo>
                  <a:pt x="177" y="749"/>
                  <a:pt x="188" y="756"/>
                  <a:pt x="202" y="762"/>
                </a:cubicBezTo>
                <a:cubicBezTo>
                  <a:pt x="206" y="765"/>
                  <a:pt x="206" y="765"/>
                  <a:pt x="206" y="765"/>
                </a:cubicBezTo>
                <a:cubicBezTo>
                  <a:pt x="219" y="742"/>
                  <a:pt x="219" y="742"/>
                  <a:pt x="219" y="742"/>
                </a:cubicBezTo>
                <a:cubicBezTo>
                  <a:pt x="214" y="740"/>
                  <a:pt x="214" y="740"/>
                  <a:pt x="214" y="740"/>
                </a:cubicBezTo>
                <a:cubicBezTo>
                  <a:pt x="200" y="732"/>
                  <a:pt x="188" y="726"/>
                  <a:pt x="179" y="721"/>
                </a:cubicBezTo>
                <a:close/>
                <a:moveTo>
                  <a:pt x="133" y="704"/>
                </a:moveTo>
                <a:cubicBezTo>
                  <a:pt x="131" y="704"/>
                  <a:pt x="131" y="704"/>
                  <a:pt x="131" y="704"/>
                </a:cubicBezTo>
                <a:cubicBezTo>
                  <a:pt x="124" y="704"/>
                  <a:pt x="114" y="702"/>
                  <a:pt x="101" y="698"/>
                </a:cubicBezTo>
                <a:cubicBezTo>
                  <a:pt x="96" y="696"/>
                  <a:pt x="96" y="696"/>
                  <a:pt x="96" y="696"/>
                </a:cubicBezTo>
                <a:cubicBezTo>
                  <a:pt x="88" y="721"/>
                  <a:pt x="88" y="721"/>
                  <a:pt x="88" y="721"/>
                </a:cubicBezTo>
                <a:cubicBezTo>
                  <a:pt x="93" y="722"/>
                  <a:pt x="93" y="722"/>
                  <a:pt x="93" y="722"/>
                </a:cubicBezTo>
                <a:cubicBezTo>
                  <a:pt x="103" y="726"/>
                  <a:pt x="117" y="729"/>
                  <a:pt x="129" y="729"/>
                </a:cubicBezTo>
                <a:cubicBezTo>
                  <a:pt x="130" y="729"/>
                  <a:pt x="132" y="729"/>
                  <a:pt x="133" y="729"/>
                </a:cubicBezTo>
                <a:cubicBezTo>
                  <a:pt x="133" y="729"/>
                  <a:pt x="133" y="729"/>
                  <a:pt x="133" y="729"/>
                </a:cubicBezTo>
                <a:cubicBezTo>
                  <a:pt x="139" y="731"/>
                  <a:pt x="139" y="731"/>
                  <a:pt x="139" y="731"/>
                </a:cubicBezTo>
                <a:cubicBezTo>
                  <a:pt x="144" y="706"/>
                  <a:pt x="144" y="706"/>
                  <a:pt x="144" y="706"/>
                </a:cubicBezTo>
                <a:cubicBezTo>
                  <a:pt x="139" y="704"/>
                  <a:pt x="139" y="704"/>
                  <a:pt x="139" y="704"/>
                </a:cubicBezTo>
                <a:cubicBezTo>
                  <a:pt x="137" y="704"/>
                  <a:pt x="135" y="704"/>
                  <a:pt x="133" y="704"/>
                </a:cubicBezTo>
                <a:close/>
                <a:moveTo>
                  <a:pt x="748" y="1029"/>
                </a:moveTo>
                <a:cubicBezTo>
                  <a:pt x="747" y="1029"/>
                  <a:pt x="747" y="1029"/>
                  <a:pt x="745" y="1030"/>
                </a:cubicBezTo>
                <a:cubicBezTo>
                  <a:pt x="738" y="1031"/>
                  <a:pt x="726" y="1031"/>
                  <a:pt x="714" y="1030"/>
                </a:cubicBezTo>
                <a:cubicBezTo>
                  <a:pt x="708" y="1029"/>
                  <a:pt x="708" y="1029"/>
                  <a:pt x="708" y="1029"/>
                </a:cubicBezTo>
                <a:cubicBezTo>
                  <a:pt x="706" y="1055"/>
                  <a:pt x="706" y="1055"/>
                  <a:pt x="706" y="1055"/>
                </a:cubicBezTo>
                <a:cubicBezTo>
                  <a:pt x="711" y="1056"/>
                  <a:pt x="711" y="1056"/>
                  <a:pt x="711" y="1056"/>
                </a:cubicBezTo>
                <a:cubicBezTo>
                  <a:pt x="718" y="1057"/>
                  <a:pt x="724" y="1057"/>
                  <a:pt x="729" y="1057"/>
                </a:cubicBezTo>
                <a:cubicBezTo>
                  <a:pt x="738" y="1057"/>
                  <a:pt x="744" y="1057"/>
                  <a:pt x="750" y="1055"/>
                </a:cubicBezTo>
                <a:cubicBezTo>
                  <a:pt x="752" y="1055"/>
                  <a:pt x="754" y="1055"/>
                  <a:pt x="756" y="1054"/>
                </a:cubicBezTo>
                <a:cubicBezTo>
                  <a:pt x="761" y="1052"/>
                  <a:pt x="761" y="1052"/>
                  <a:pt x="761" y="1052"/>
                </a:cubicBezTo>
                <a:cubicBezTo>
                  <a:pt x="753" y="1027"/>
                  <a:pt x="753" y="1027"/>
                  <a:pt x="753" y="1027"/>
                </a:cubicBezTo>
                <a:cubicBezTo>
                  <a:pt x="748" y="1029"/>
                  <a:pt x="748" y="1029"/>
                  <a:pt x="748" y="1029"/>
                </a:cubicBezTo>
                <a:cubicBezTo>
                  <a:pt x="748" y="1029"/>
                  <a:pt x="748" y="1029"/>
                  <a:pt x="748" y="1029"/>
                </a:cubicBezTo>
                <a:close/>
                <a:moveTo>
                  <a:pt x="606" y="985"/>
                </a:moveTo>
                <a:cubicBezTo>
                  <a:pt x="606" y="984"/>
                  <a:pt x="606" y="984"/>
                  <a:pt x="606" y="984"/>
                </a:cubicBezTo>
                <a:cubicBezTo>
                  <a:pt x="602" y="978"/>
                  <a:pt x="598" y="970"/>
                  <a:pt x="594" y="964"/>
                </a:cubicBezTo>
                <a:cubicBezTo>
                  <a:pt x="591" y="959"/>
                  <a:pt x="591" y="959"/>
                  <a:pt x="591" y="959"/>
                </a:cubicBezTo>
                <a:cubicBezTo>
                  <a:pt x="568" y="973"/>
                  <a:pt x="568" y="973"/>
                  <a:pt x="568" y="973"/>
                </a:cubicBezTo>
                <a:cubicBezTo>
                  <a:pt x="571" y="979"/>
                  <a:pt x="571" y="979"/>
                  <a:pt x="571" y="979"/>
                </a:cubicBezTo>
                <a:cubicBezTo>
                  <a:pt x="575" y="985"/>
                  <a:pt x="579" y="991"/>
                  <a:pt x="582" y="997"/>
                </a:cubicBezTo>
                <a:cubicBezTo>
                  <a:pt x="585" y="1002"/>
                  <a:pt x="589" y="1008"/>
                  <a:pt x="592" y="1013"/>
                </a:cubicBezTo>
                <a:cubicBezTo>
                  <a:pt x="595" y="1017"/>
                  <a:pt x="595" y="1017"/>
                  <a:pt x="595" y="1017"/>
                </a:cubicBezTo>
                <a:cubicBezTo>
                  <a:pt x="617" y="1003"/>
                  <a:pt x="617" y="1003"/>
                  <a:pt x="617" y="1003"/>
                </a:cubicBezTo>
                <a:cubicBezTo>
                  <a:pt x="614" y="998"/>
                  <a:pt x="614" y="998"/>
                  <a:pt x="614" y="998"/>
                </a:cubicBezTo>
                <a:cubicBezTo>
                  <a:pt x="612" y="994"/>
                  <a:pt x="609" y="990"/>
                  <a:pt x="606" y="985"/>
                </a:cubicBezTo>
                <a:close/>
                <a:moveTo>
                  <a:pt x="524" y="917"/>
                </a:moveTo>
                <a:cubicBezTo>
                  <a:pt x="519" y="914"/>
                  <a:pt x="519" y="914"/>
                  <a:pt x="519" y="914"/>
                </a:cubicBezTo>
                <a:cubicBezTo>
                  <a:pt x="507" y="937"/>
                  <a:pt x="507" y="937"/>
                  <a:pt x="507" y="937"/>
                </a:cubicBezTo>
                <a:cubicBezTo>
                  <a:pt x="511" y="940"/>
                  <a:pt x="511" y="940"/>
                  <a:pt x="511" y="940"/>
                </a:cubicBezTo>
                <a:cubicBezTo>
                  <a:pt x="538" y="955"/>
                  <a:pt x="545" y="958"/>
                  <a:pt x="549" y="958"/>
                </a:cubicBezTo>
                <a:cubicBezTo>
                  <a:pt x="555" y="961"/>
                  <a:pt x="555" y="961"/>
                  <a:pt x="555" y="961"/>
                </a:cubicBezTo>
                <a:cubicBezTo>
                  <a:pt x="562" y="935"/>
                  <a:pt x="562" y="935"/>
                  <a:pt x="562" y="935"/>
                </a:cubicBezTo>
                <a:cubicBezTo>
                  <a:pt x="555" y="933"/>
                  <a:pt x="555" y="933"/>
                  <a:pt x="555" y="933"/>
                </a:cubicBezTo>
                <a:cubicBezTo>
                  <a:pt x="555" y="933"/>
                  <a:pt x="550" y="931"/>
                  <a:pt x="524" y="917"/>
                </a:cubicBezTo>
                <a:close/>
                <a:moveTo>
                  <a:pt x="639" y="1015"/>
                </a:moveTo>
                <a:cubicBezTo>
                  <a:pt x="634" y="1013"/>
                  <a:pt x="634" y="1013"/>
                  <a:pt x="634" y="1013"/>
                </a:cubicBezTo>
                <a:cubicBezTo>
                  <a:pt x="625" y="1037"/>
                  <a:pt x="625" y="1037"/>
                  <a:pt x="625" y="1037"/>
                </a:cubicBezTo>
                <a:cubicBezTo>
                  <a:pt x="630" y="1039"/>
                  <a:pt x="630" y="1039"/>
                  <a:pt x="630" y="1039"/>
                </a:cubicBezTo>
                <a:cubicBezTo>
                  <a:pt x="642" y="1042"/>
                  <a:pt x="656" y="1046"/>
                  <a:pt x="671" y="1050"/>
                </a:cubicBezTo>
                <a:cubicBezTo>
                  <a:pt x="676" y="1050"/>
                  <a:pt x="676" y="1050"/>
                  <a:pt x="676" y="1050"/>
                </a:cubicBezTo>
                <a:cubicBezTo>
                  <a:pt x="682" y="1026"/>
                  <a:pt x="682" y="1026"/>
                  <a:pt x="682" y="1026"/>
                </a:cubicBezTo>
                <a:cubicBezTo>
                  <a:pt x="676" y="1024"/>
                  <a:pt x="676" y="1024"/>
                  <a:pt x="676" y="1024"/>
                </a:cubicBezTo>
                <a:cubicBezTo>
                  <a:pt x="663" y="1021"/>
                  <a:pt x="650" y="1018"/>
                  <a:pt x="639" y="1015"/>
                </a:cubicBezTo>
                <a:close/>
                <a:moveTo>
                  <a:pt x="455" y="878"/>
                </a:moveTo>
                <a:cubicBezTo>
                  <a:pt x="450" y="876"/>
                  <a:pt x="450" y="876"/>
                  <a:pt x="450" y="876"/>
                </a:cubicBezTo>
                <a:cubicBezTo>
                  <a:pt x="438" y="898"/>
                  <a:pt x="438" y="898"/>
                  <a:pt x="438" y="898"/>
                </a:cubicBezTo>
                <a:cubicBezTo>
                  <a:pt x="442" y="901"/>
                  <a:pt x="442" y="901"/>
                  <a:pt x="442" y="901"/>
                </a:cubicBezTo>
                <a:cubicBezTo>
                  <a:pt x="455" y="907"/>
                  <a:pt x="466" y="914"/>
                  <a:pt x="477" y="921"/>
                </a:cubicBezTo>
                <a:cubicBezTo>
                  <a:pt x="481" y="923"/>
                  <a:pt x="481" y="923"/>
                  <a:pt x="481" y="923"/>
                </a:cubicBezTo>
                <a:cubicBezTo>
                  <a:pt x="494" y="901"/>
                  <a:pt x="494" y="901"/>
                  <a:pt x="494" y="901"/>
                </a:cubicBezTo>
                <a:cubicBezTo>
                  <a:pt x="489" y="898"/>
                  <a:pt x="489" y="898"/>
                  <a:pt x="489" y="898"/>
                </a:cubicBezTo>
                <a:cubicBezTo>
                  <a:pt x="479" y="892"/>
                  <a:pt x="468" y="885"/>
                  <a:pt x="455" y="878"/>
                </a:cubicBezTo>
                <a:close/>
                <a:moveTo>
                  <a:pt x="737" y="694"/>
                </a:moveTo>
                <a:cubicBezTo>
                  <a:pt x="737" y="694"/>
                  <a:pt x="737" y="694"/>
                  <a:pt x="737" y="694"/>
                </a:cubicBezTo>
                <a:cubicBezTo>
                  <a:pt x="194" y="387"/>
                  <a:pt x="194" y="387"/>
                  <a:pt x="194" y="387"/>
                </a:cubicBezTo>
                <a:cubicBezTo>
                  <a:pt x="194" y="387"/>
                  <a:pt x="194" y="387"/>
                  <a:pt x="722" y="78"/>
                </a:cubicBezTo>
                <a:cubicBezTo>
                  <a:pt x="727" y="75"/>
                  <a:pt x="734" y="74"/>
                  <a:pt x="741" y="74"/>
                </a:cubicBezTo>
                <a:cubicBezTo>
                  <a:pt x="748" y="74"/>
                  <a:pt x="754" y="75"/>
                  <a:pt x="759" y="78"/>
                </a:cubicBezTo>
                <a:cubicBezTo>
                  <a:pt x="759" y="78"/>
                  <a:pt x="759" y="78"/>
                  <a:pt x="1268" y="374"/>
                </a:cubicBezTo>
                <a:cubicBezTo>
                  <a:pt x="1271" y="376"/>
                  <a:pt x="1272" y="376"/>
                  <a:pt x="1274" y="378"/>
                </a:cubicBezTo>
                <a:cubicBezTo>
                  <a:pt x="1274" y="378"/>
                  <a:pt x="1274" y="378"/>
                  <a:pt x="737" y="694"/>
                </a:cubicBezTo>
                <a:close/>
                <a:moveTo>
                  <a:pt x="246" y="640"/>
                </a:moveTo>
                <a:cubicBezTo>
                  <a:pt x="244" y="644"/>
                  <a:pt x="240" y="647"/>
                  <a:pt x="237" y="648"/>
                </a:cubicBezTo>
                <a:cubicBezTo>
                  <a:pt x="237" y="648"/>
                  <a:pt x="237" y="648"/>
                  <a:pt x="207" y="666"/>
                </a:cubicBezTo>
                <a:cubicBezTo>
                  <a:pt x="207" y="666"/>
                  <a:pt x="207" y="666"/>
                  <a:pt x="540" y="855"/>
                </a:cubicBezTo>
                <a:cubicBezTo>
                  <a:pt x="540" y="855"/>
                  <a:pt x="540" y="855"/>
                  <a:pt x="540" y="808"/>
                </a:cubicBezTo>
                <a:cubicBezTo>
                  <a:pt x="540" y="808"/>
                  <a:pt x="540" y="808"/>
                  <a:pt x="246" y="640"/>
                </a:cubicBezTo>
                <a:close/>
                <a:moveTo>
                  <a:pt x="756" y="741"/>
                </a:moveTo>
                <a:cubicBezTo>
                  <a:pt x="756" y="737"/>
                  <a:pt x="752" y="730"/>
                  <a:pt x="749" y="729"/>
                </a:cubicBezTo>
                <a:cubicBezTo>
                  <a:pt x="749" y="729"/>
                  <a:pt x="749" y="729"/>
                  <a:pt x="170" y="402"/>
                </a:cubicBezTo>
                <a:cubicBezTo>
                  <a:pt x="170" y="402"/>
                  <a:pt x="170" y="402"/>
                  <a:pt x="169" y="402"/>
                </a:cubicBezTo>
                <a:cubicBezTo>
                  <a:pt x="169" y="402"/>
                  <a:pt x="169" y="402"/>
                  <a:pt x="137" y="384"/>
                </a:cubicBezTo>
                <a:cubicBezTo>
                  <a:pt x="128" y="379"/>
                  <a:pt x="118" y="379"/>
                  <a:pt x="110" y="383"/>
                </a:cubicBezTo>
                <a:cubicBezTo>
                  <a:pt x="102" y="388"/>
                  <a:pt x="97" y="396"/>
                  <a:pt x="97" y="407"/>
                </a:cubicBezTo>
                <a:cubicBezTo>
                  <a:pt x="97" y="407"/>
                  <a:pt x="97" y="407"/>
                  <a:pt x="97" y="588"/>
                </a:cubicBezTo>
                <a:cubicBezTo>
                  <a:pt x="97" y="588"/>
                  <a:pt x="97" y="588"/>
                  <a:pt x="100" y="602"/>
                </a:cubicBezTo>
                <a:cubicBezTo>
                  <a:pt x="100" y="602"/>
                  <a:pt x="100" y="602"/>
                  <a:pt x="118" y="615"/>
                </a:cubicBezTo>
                <a:cubicBezTo>
                  <a:pt x="118" y="615"/>
                  <a:pt x="118" y="615"/>
                  <a:pt x="146" y="631"/>
                </a:cubicBezTo>
                <a:cubicBezTo>
                  <a:pt x="146" y="631"/>
                  <a:pt x="146" y="631"/>
                  <a:pt x="146" y="585"/>
                </a:cubicBezTo>
                <a:cubicBezTo>
                  <a:pt x="146" y="585"/>
                  <a:pt x="146" y="585"/>
                  <a:pt x="140" y="580"/>
                </a:cubicBezTo>
                <a:cubicBezTo>
                  <a:pt x="140" y="580"/>
                  <a:pt x="140" y="580"/>
                  <a:pt x="139" y="579"/>
                </a:cubicBezTo>
                <a:cubicBezTo>
                  <a:pt x="139" y="579"/>
                  <a:pt x="139" y="579"/>
                  <a:pt x="139" y="433"/>
                </a:cubicBezTo>
                <a:cubicBezTo>
                  <a:pt x="139" y="433"/>
                  <a:pt x="139" y="433"/>
                  <a:pt x="715" y="762"/>
                </a:cubicBezTo>
                <a:cubicBezTo>
                  <a:pt x="715" y="762"/>
                  <a:pt x="715" y="762"/>
                  <a:pt x="715" y="907"/>
                </a:cubicBezTo>
                <a:cubicBezTo>
                  <a:pt x="715" y="907"/>
                  <a:pt x="715" y="907"/>
                  <a:pt x="640" y="863"/>
                </a:cubicBezTo>
                <a:cubicBezTo>
                  <a:pt x="638" y="867"/>
                  <a:pt x="635" y="870"/>
                  <a:pt x="631" y="872"/>
                </a:cubicBezTo>
                <a:cubicBezTo>
                  <a:pt x="631" y="872"/>
                  <a:pt x="631" y="872"/>
                  <a:pt x="600" y="889"/>
                </a:cubicBezTo>
                <a:cubicBezTo>
                  <a:pt x="600" y="889"/>
                  <a:pt x="600" y="889"/>
                  <a:pt x="717" y="956"/>
                </a:cubicBezTo>
                <a:cubicBezTo>
                  <a:pt x="722" y="959"/>
                  <a:pt x="727" y="959"/>
                  <a:pt x="731" y="959"/>
                </a:cubicBezTo>
                <a:cubicBezTo>
                  <a:pt x="736" y="959"/>
                  <a:pt x="740" y="959"/>
                  <a:pt x="744" y="956"/>
                </a:cubicBezTo>
                <a:cubicBezTo>
                  <a:pt x="750" y="953"/>
                  <a:pt x="754" y="946"/>
                  <a:pt x="756" y="938"/>
                </a:cubicBezTo>
                <a:cubicBezTo>
                  <a:pt x="756" y="938"/>
                  <a:pt x="756" y="938"/>
                  <a:pt x="756" y="741"/>
                </a:cubicBezTo>
                <a:close/>
                <a:moveTo>
                  <a:pt x="1286" y="399"/>
                </a:moveTo>
                <a:cubicBezTo>
                  <a:pt x="1286" y="399"/>
                  <a:pt x="1286" y="399"/>
                  <a:pt x="1286" y="399"/>
                </a:cubicBezTo>
                <a:cubicBezTo>
                  <a:pt x="762" y="708"/>
                  <a:pt x="762" y="708"/>
                  <a:pt x="762" y="708"/>
                </a:cubicBezTo>
                <a:cubicBezTo>
                  <a:pt x="773" y="715"/>
                  <a:pt x="780" y="728"/>
                  <a:pt x="780" y="741"/>
                </a:cubicBezTo>
                <a:cubicBezTo>
                  <a:pt x="780" y="741"/>
                  <a:pt x="780" y="741"/>
                  <a:pt x="780" y="882"/>
                </a:cubicBezTo>
                <a:cubicBezTo>
                  <a:pt x="780" y="882"/>
                  <a:pt x="780" y="882"/>
                  <a:pt x="1268" y="603"/>
                </a:cubicBezTo>
                <a:cubicBezTo>
                  <a:pt x="1279" y="597"/>
                  <a:pt x="1287" y="584"/>
                  <a:pt x="1287" y="571"/>
                </a:cubicBezTo>
                <a:cubicBezTo>
                  <a:pt x="1287" y="571"/>
                  <a:pt x="1287" y="571"/>
                  <a:pt x="1287" y="407"/>
                </a:cubicBezTo>
                <a:cubicBezTo>
                  <a:pt x="1287" y="404"/>
                  <a:pt x="1287" y="402"/>
                  <a:pt x="1286" y="399"/>
                </a:cubicBezTo>
                <a:close/>
                <a:moveTo>
                  <a:pt x="487" y="733"/>
                </a:moveTo>
                <a:cubicBezTo>
                  <a:pt x="493" y="733"/>
                  <a:pt x="498" y="728"/>
                  <a:pt x="498" y="721"/>
                </a:cubicBezTo>
                <a:cubicBezTo>
                  <a:pt x="498" y="721"/>
                  <a:pt x="498" y="721"/>
                  <a:pt x="498" y="705"/>
                </a:cubicBezTo>
                <a:cubicBezTo>
                  <a:pt x="498" y="698"/>
                  <a:pt x="493" y="689"/>
                  <a:pt x="486" y="685"/>
                </a:cubicBezTo>
                <a:cubicBezTo>
                  <a:pt x="486" y="685"/>
                  <a:pt x="486" y="685"/>
                  <a:pt x="337" y="600"/>
                </a:cubicBezTo>
                <a:cubicBezTo>
                  <a:pt x="328" y="595"/>
                  <a:pt x="320" y="600"/>
                  <a:pt x="320" y="610"/>
                </a:cubicBezTo>
                <a:cubicBezTo>
                  <a:pt x="320" y="610"/>
                  <a:pt x="320" y="610"/>
                  <a:pt x="320" y="625"/>
                </a:cubicBezTo>
                <a:cubicBezTo>
                  <a:pt x="320" y="634"/>
                  <a:pt x="326" y="643"/>
                  <a:pt x="332" y="646"/>
                </a:cubicBezTo>
                <a:cubicBezTo>
                  <a:pt x="332" y="646"/>
                  <a:pt x="332" y="646"/>
                  <a:pt x="481" y="731"/>
                </a:cubicBezTo>
                <a:cubicBezTo>
                  <a:pt x="483" y="732"/>
                  <a:pt x="485" y="733"/>
                  <a:pt x="487" y="733"/>
                </a:cubicBezTo>
                <a:close/>
                <a:moveTo>
                  <a:pt x="626" y="842"/>
                </a:moveTo>
                <a:cubicBezTo>
                  <a:pt x="622" y="836"/>
                  <a:pt x="612" y="835"/>
                  <a:pt x="606" y="839"/>
                </a:cubicBezTo>
                <a:cubicBezTo>
                  <a:pt x="606" y="839"/>
                  <a:pt x="606" y="839"/>
                  <a:pt x="587" y="850"/>
                </a:cubicBezTo>
                <a:cubicBezTo>
                  <a:pt x="587" y="850"/>
                  <a:pt x="587" y="850"/>
                  <a:pt x="587" y="770"/>
                </a:cubicBezTo>
                <a:cubicBezTo>
                  <a:pt x="587" y="770"/>
                  <a:pt x="587" y="770"/>
                  <a:pt x="623" y="750"/>
                </a:cubicBezTo>
                <a:cubicBezTo>
                  <a:pt x="629" y="746"/>
                  <a:pt x="630" y="738"/>
                  <a:pt x="626" y="732"/>
                </a:cubicBezTo>
                <a:cubicBezTo>
                  <a:pt x="626" y="732"/>
                  <a:pt x="626" y="732"/>
                  <a:pt x="626" y="732"/>
                </a:cubicBezTo>
                <a:cubicBezTo>
                  <a:pt x="622" y="727"/>
                  <a:pt x="612" y="724"/>
                  <a:pt x="606" y="728"/>
                </a:cubicBezTo>
                <a:cubicBezTo>
                  <a:pt x="606" y="728"/>
                  <a:pt x="606" y="728"/>
                  <a:pt x="562" y="753"/>
                </a:cubicBezTo>
                <a:cubicBezTo>
                  <a:pt x="557" y="756"/>
                  <a:pt x="556" y="767"/>
                  <a:pt x="556" y="767"/>
                </a:cubicBezTo>
                <a:cubicBezTo>
                  <a:pt x="556" y="767"/>
                  <a:pt x="556" y="767"/>
                  <a:pt x="556" y="869"/>
                </a:cubicBezTo>
                <a:cubicBezTo>
                  <a:pt x="556" y="869"/>
                  <a:pt x="557" y="878"/>
                  <a:pt x="560" y="881"/>
                </a:cubicBezTo>
                <a:cubicBezTo>
                  <a:pt x="563" y="884"/>
                  <a:pt x="573" y="889"/>
                  <a:pt x="579" y="885"/>
                </a:cubicBezTo>
                <a:cubicBezTo>
                  <a:pt x="579" y="885"/>
                  <a:pt x="579" y="885"/>
                  <a:pt x="623" y="859"/>
                </a:cubicBezTo>
                <a:cubicBezTo>
                  <a:pt x="629" y="855"/>
                  <a:pt x="631" y="847"/>
                  <a:pt x="626" y="842"/>
                </a:cubicBezTo>
                <a:close/>
                <a:moveTo>
                  <a:pt x="233" y="619"/>
                </a:moveTo>
                <a:cubicBezTo>
                  <a:pt x="228" y="613"/>
                  <a:pt x="219" y="612"/>
                  <a:pt x="212" y="616"/>
                </a:cubicBezTo>
                <a:cubicBezTo>
                  <a:pt x="212" y="616"/>
                  <a:pt x="212" y="616"/>
                  <a:pt x="193" y="627"/>
                </a:cubicBezTo>
                <a:cubicBezTo>
                  <a:pt x="193" y="627"/>
                  <a:pt x="193" y="627"/>
                  <a:pt x="193" y="547"/>
                </a:cubicBezTo>
                <a:cubicBezTo>
                  <a:pt x="193" y="547"/>
                  <a:pt x="193" y="547"/>
                  <a:pt x="229" y="527"/>
                </a:cubicBezTo>
                <a:cubicBezTo>
                  <a:pt x="236" y="523"/>
                  <a:pt x="236" y="515"/>
                  <a:pt x="232" y="509"/>
                </a:cubicBezTo>
                <a:cubicBezTo>
                  <a:pt x="232" y="509"/>
                  <a:pt x="232" y="509"/>
                  <a:pt x="232" y="509"/>
                </a:cubicBezTo>
                <a:cubicBezTo>
                  <a:pt x="228" y="503"/>
                  <a:pt x="219" y="501"/>
                  <a:pt x="212" y="505"/>
                </a:cubicBezTo>
                <a:cubicBezTo>
                  <a:pt x="212" y="505"/>
                  <a:pt x="212" y="505"/>
                  <a:pt x="168" y="530"/>
                </a:cubicBezTo>
                <a:cubicBezTo>
                  <a:pt x="163" y="533"/>
                  <a:pt x="161" y="544"/>
                  <a:pt x="161" y="544"/>
                </a:cubicBezTo>
                <a:cubicBezTo>
                  <a:pt x="161" y="544"/>
                  <a:pt x="161" y="544"/>
                  <a:pt x="161" y="646"/>
                </a:cubicBezTo>
                <a:cubicBezTo>
                  <a:pt x="161" y="646"/>
                  <a:pt x="163" y="655"/>
                  <a:pt x="166" y="658"/>
                </a:cubicBezTo>
                <a:cubicBezTo>
                  <a:pt x="169" y="661"/>
                  <a:pt x="178" y="666"/>
                  <a:pt x="185" y="662"/>
                </a:cubicBezTo>
                <a:cubicBezTo>
                  <a:pt x="185" y="662"/>
                  <a:pt x="185" y="662"/>
                  <a:pt x="229" y="636"/>
                </a:cubicBezTo>
                <a:cubicBezTo>
                  <a:pt x="236" y="632"/>
                  <a:pt x="237" y="624"/>
                  <a:pt x="233" y="619"/>
                </a:cubicBezTo>
                <a:close/>
              </a:path>
            </a:pathLst>
          </a:custGeom>
          <a:solidFill>
            <a:schemeClr val="tx2"/>
          </a:solidFill>
          <a:ln>
            <a:noFill/>
          </a:ln>
        </p:spPr>
        <p:txBody>
          <a:bodyPr vert="horz" wrap="square" lIns="89635" tIns="44817" rIns="89635" bIns="44817" numCol="1" anchor="t" anchorCtr="0" compatLnSpc="1">
            <a:prstTxWarp prst="textNoShape">
              <a:avLst/>
            </a:prstTxWarp>
          </a:bodyPr>
          <a:lstStyle/>
          <a:p>
            <a:pPr marL="0" marR="0" lvl="0" indent="0" algn="l" defTabSz="91343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54" name="Picture 4" descr="C:\Users\roslyn.ADI\Desktop\DVD_ART36\Artwork_Imagery\Icons - Illustrations\_ WINDOWS SERVER ICONS\Hardware\Virtual Servers 2.png">
            <a:extLst>
              <a:ext uri="{FF2B5EF4-FFF2-40B4-BE49-F238E27FC236}">
                <a16:creationId xmlns:a16="http://schemas.microsoft.com/office/drawing/2014/main" id="{E328CE4A-38B0-CEAF-300E-7A23DABAF1DC}"/>
              </a:ext>
            </a:extLst>
          </p:cNvPr>
          <p:cNvPicPr>
            <a:picLocks noChangeAspect="1" noChangeArrowheads="1"/>
          </p:cNvPicPr>
          <p:nvPr/>
        </p:nvPicPr>
        <p:blipFill>
          <a:blip r:embed="rId3" cstate="print"/>
          <a:srcRect/>
          <a:stretch>
            <a:fillRect/>
          </a:stretch>
        </p:blipFill>
        <p:spPr bwMode="auto">
          <a:xfrm>
            <a:off x="3686500" y="3819730"/>
            <a:ext cx="492017" cy="613536"/>
          </a:xfrm>
          <a:prstGeom prst="rect">
            <a:avLst/>
          </a:prstGeom>
          <a:noFill/>
        </p:spPr>
      </p:pic>
      <p:sp>
        <p:nvSpPr>
          <p:cNvPr id="55" name="テキスト ボックス 54">
            <a:extLst>
              <a:ext uri="{FF2B5EF4-FFF2-40B4-BE49-F238E27FC236}">
                <a16:creationId xmlns:a16="http://schemas.microsoft.com/office/drawing/2014/main" id="{0BAF89AD-E8CC-D068-E105-65B086F74185}"/>
              </a:ext>
            </a:extLst>
          </p:cNvPr>
          <p:cNvSpPr txBox="1"/>
          <p:nvPr/>
        </p:nvSpPr>
        <p:spPr>
          <a:xfrm>
            <a:off x="3490240" y="3512531"/>
            <a:ext cx="884537" cy="215444"/>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仮想マシン </a:t>
            </a:r>
            <a:r>
              <a:rPr kumimoji="1" lang="en-US" altLang="ja-JP"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1</a:t>
            </a:r>
            <a:endPar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56" name="テキスト ボックス 55">
            <a:extLst>
              <a:ext uri="{FF2B5EF4-FFF2-40B4-BE49-F238E27FC236}">
                <a16:creationId xmlns:a16="http://schemas.microsoft.com/office/drawing/2014/main" id="{16C218C1-8C0F-C083-4101-ACDCBE2040F7}"/>
              </a:ext>
            </a:extLst>
          </p:cNvPr>
          <p:cNvSpPr txBox="1"/>
          <p:nvPr/>
        </p:nvSpPr>
        <p:spPr>
          <a:xfrm>
            <a:off x="3562695" y="3923219"/>
            <a:ext cx="648254" cy="49244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内部 </a:t>
            </a:r>
            <a:r>
              <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IP</a:t>
            </a: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 </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アドレス</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cxnSp>
        <p:nvCxnSpPr>
          <p:cNvPr id="57" name="直線コネクタ 56">
            <a:extLst>
              <a:ext uri="{FF2B5EF4-FFF2-40B4-BE49-F238E27FC236}">
                <a16:creationId xmlns:a16="http://schemas.microsoft.com/office/drawing/2014/main" id="{A3452ED1-C598-EEFA-DDD2-C18CCC5367E2}"/>
              </a:ext>
            </a:extLst>
          </p:cNvPr>
          <p:cNvCxnSpPr/>
          <p:nvPr/>
        </p:nvCxnSpPr>
        <p:spPr>
          <a:xfrm flipV="1">
            <a:off x="2814780" y="5197481"/>
            <a:ext cx="6733309" cy="3273"/>
          </a:xfrm>
          <a:prstGeom prst="line">
            <a:avLst/>
          </a:prstGeom>
          <a:ln w="38100">
            <a:solidFill>
              <a:schemeClr val="accent1">
                <a:lumMod val="20000"/>
                <a:lumOff val="80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58" name="直線矢印コネクタ 57">
            <a:extLst>
              <a:ext uri="{FF2B5EF4-FFF2-40B4-BE49-F238E27FC236}">
                <a16:creationId xmlns:a16="http://schemas.microsoft.com/office/drawing/2014/main" id="{38F138FD-C0AF-B129-527F-E39B476CC453}"/>
              </a:ext>
            </a:extLst>
          </p:cNvPr>
          <p:cNvCxnSpPr/>
          <p:nvPr/>
        </p:nvCxnSpPr>
        <p:spPr>
          <a:xfrm flipV="1">
            <a:off x="3932508" y="4695901"/>
            <a:ext cx="0" cy="501580"/>
          </a:xfrm>
          <a:prstGeom prst="straightConnector1">
            <a:avLst/>
          </a:prstGeom>
          <a:ln w="38100">
            <a:solidFill>
              <a:schemeClr val="accent1">
                <a:lumMod val="20000"/>
                <a:lumOff val="80000"/>
              </a:schemeClr>
            </a:solidFill>
            <a:headEnd type="oval"/>
            <a:tailEnd type="oval"/>
          </a:ln>
        </p:spPr>
        <p:style>
          <a:lnRef idx="1">
            <a:schemeClr val="accent1"/>
          </a:lnRef>
          <a:fillRef idx="0">
            <a:schemeClr val="accent1"/>
          </a:fillRef>
          <a:effectRef idx="0">
            <a:schemeClr val="accent1"/>
          </a:effectRef>
          <a:fontRef idx="minor">
            <a:schemeClr val="tx1"/>
          </a:fontRef>
        </p:style>
      </p:cxnSp>
      <p:cxnSp>
        <p:nvCxnSpPr>
          <p:cNvPr id="59" name="直線矢印コネクタ 58">
            <a:extLst>
              <a:ext uri="{FF2B5EF4-FFF2-40B4-BE49-F238E27FC236}">
                <a16:creationId xmlns:a16="http://schemas.microsoft.com/office/drawing/2014/main" id="{F3A42150-2F40-7D39-AF87-D7F7DC3866FA}"/>
              </a:ext>
            </a:extLst>
          </p:cNvPr>
          <p:cNvCxnSpPr/>
          <p:nvPr/>
        </p:nvCxnSpPr>
        <p:spPr>
          <a:xfrm flipV="1">
            <a:off x="5296478" y="4721011"/>
            <a:ext cx="0" cy="476470"/>
          </a:xfrm>
          <a:prstGeom prst="straightConnector1">
            <a:avLst/>
          </a:prstGeom>
          <a:ln w="38100">
            <a:solidFill>
              <a:schemeClr val="accent1">
                <a:lumMod val="20000"/>
                <a:lumOff val="8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60" name="テキスト ボックス 59">
            <a:extLst>
              <a:ext uri="{FF2B5EF4-FFF2-40B4-BE49-F238E27FC236}">
                <a16:creationId xmlns:a16="http://schemas.microsoft.com/office/drawing/2014/main" id="{2466CD80-3912-F213-410D-6E080CD6C7C8}"/>
              </a:ext>
            </a:extLst>
          </p:cNvPr>
          <p:cNvSpPr txBox="1"/>
          <p:nvPr/>
        </p:nvSpPr>
        <p:spPr>
          <a:xfrm>
            <a:off x="4854210" y="3512531"/>
            <a:ext cx="884537" cy="215444"/>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仮想マシン </a:t>
            </a:r>
            <a:r>
              <a:rPr kumimoji="1" lang="en-US" altLang="ja-JP"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2</a:t>
            </a:r>
            <a:endPar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61" name="Rounded Rectangle 75">
            <a:extLst>
              <a:ext uri="{FF2B5EF4-FFF2-40B4-BE49-F238E27FC236}">
                <a16:creationId xmlns:a16="http://schemas.microsoft.com/office/drawing/2014/main" id="{276C4FCE-51D9-8D41-03BB-AF84EAD4279C}"/>
              </a:ext>
            </a:extLst>
          </p:cNvPr>
          <p:cNvSpPr/>
          <p:nvPr/>
        </p:nvSpPr>
        <p:spPr bwMode="auto">
          <a:xfrm>
            <a:off x="7106226" y="3200648"/>
            <a:ext cx="1620982" cy="1726342"/>
          </a:xfrm>
          <a:prstGeom prst="roundRect">
            <a:avLst>
              <a:gd name="adj" fmla="val 10259"/>
            </a:avLst>
          </a:prstGeom>
          <a:noFill/>
          <a:ln w="28575">
            <a:solidFill>
              <a:schemeClr val="accent1">
                <a:lumMod val="20000"/>
                <a:lumOff val="80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79277" tIns="143422" rIns="179277" bIns="143422" numCol="1" spcCol="0" rtlCol="0" fromWordArt="0" anchor="t" anchorCtr="0" forceAA="0" compatLnSpc="1">
            <a:prstTxWarp prst="textNoShape">
              <a:avLst/>
            </a:prstTxWarp>
            <a:noAutofit/>
          </a:bodyPr>
          <a:lstStyle/>
          <a:p>
            <a:pPr marL="0" marR="0" lvl="0" indent="0" algn="ctr" defTabSz="896091" rtl="0" eaLnBrk="1" fontAlgn="base" latinLnBrk="0" hangingPunct="1">
              <a:lnSpc>
                <a:spcPct val="90000"/>
              </a:lnSpc>
              <a:spcBef>
                <a:spcPct val="0"/>
              </a:spcBef>
              <a:spcAft>
                <a:spcPct val="0"/>
              </a:spcAft>
              <a:buClrTx/>
              <a:buSzTx/>
              <a:buFontTx/>
              <a:buNone/>
              <a:tabLst/>
              <a:defRPr/>
            </a:pPr>
            <a:endParaRPr kumimoji="0" lang="en-US" sz="1800" b="0" i="0" u="none" strike="noStrike" kern="1200" cap="none" spc="-49" normalizeH="0" baseline="0" noProof="0">
              <a:ln>
                <a:noFill/>
              </a:ln>
              <a:solidFill>
                <a:schemeClr val="tx1"/>
              </a:solidFill>
              <a:effectLst/>
              <a:uLnTx/>
              <a:uFillTx/>
              <a:latin typeface="Yu Gothic UI" panose="020B0500000000000000" pitchFamily="34" charset="-128"/>
              <a:ea typeface="Yu Gothic UI" panose="020B0500000000000000" pitchFamily="34" charset="-128"/>
            </a:endParaRPr>
          </a:p>
        </p:txBody>
      </p:sp>
      <p:cxnSp>
        <p:nvCxnSpPr>
          <p:cNvPr id="62" name="直線矢印コネクタ 61">
            <a:extLst>
              <a:ext uri="{FF2B5EF4-FFF2-40B4-BE49-F238E27FC236}">
                <a16:creationId xmlns:a16="http://schemas.microsoft.com/office/drawing/2014/main" id="{EA4B872B-5D9A-2D2D-87E8-C0CC9D27D456}"/>
              </a:ext>
            </a:extLst>
          </p:cNvPr>
          <p:cNvCxnSpPr/>
          <p:nvPr/>
        </p:nvCxnSpPr>
        <p:spPr>
          <a:xfrm flipV="1">
            <a:off x="7802421" y="4676575"/>
            <a:ext cx="6766" cy="524179"/>
          </a:xfrm>
          <a:prstGeom prst="straightConnector1">
            <a:avLst/>
          </a:prstGeom>
          <a:ln w="38100">
            <a:solidFill>
              <a:schemeClr val="accent1">
                <a:lumMod val="20000"/>
                <a:lumOff val="8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63" name="テキスト ボックス 62">
            <a:extLst>
              <a:ext uri="{FF2B5EF4-FFF2-40B4-BE49-F238E27FC236}">
                <a16:creationId xmlns:a16="http://schemas.microsoft.com/office/drawing/2014/main" id="{5CEDDA26-59AE-8713-0273-EE33892B86BF}"/>
              </a:ext>
            </a:extLst>
          </p:cNvPr>
          <p:cNvSpPr txBox="1"/>
          <p:nvPr/>
        </p:nvSpPr>
        <p:spPr>
          <a:xfrm>
            <a:off x="7363535" y="3512531"/>
            <a:ext cx="884538" cy="215444"/>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仮想マシン </a:t>
            </a:r>
            <a:r>
              <a:rPr kumimoji="1" lang="en-US" altLang="ja-JP"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3</a:t>
            </a:r>
            <a:endPar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64" name="Freeform 24">
            <a:extLst>
              <a:ext uri="{FF2B5EF4-FFF2-40B4-BE49-F238E27FC236}">
                <a16:creationId xmlns:a16="http://schemas.microsoft.com/office/drawing/2014/main" id="{E69A0C99-B28E-6AEE-6F1A-E14D0AB1367F}"/>
              </a:ext>
            </a:extLst>
          </p:cNvPr>
          <p:cNvSpPr>
            <a:spLocks noEditPoints="1"/>
          </p:cNvSpPr>
          <p:nvPr/>
        </p:nvSpPr>
        <p:spPr bwMode="black">
          <a:xfrm>
            <a:off x="4907894" y="4237601"/>
            <a:ext cx="777169" cy="386005"/>
          </a:xfrm>
          <a:custGeom>
            <a:avLst/>
            <a:gdLst>
              <a:gd name="T0" fmla="*/ 524 w 1369"/>
              <a:gd name="T1" fmla="*/ 115 h 1057"/>
              <a:gd name="T2" fmla="*/ 373 w 1369"/>
              <a:gd name="T3" fmla="*/ 228 h 1057"/>
              <a:gd name="T4" fmla="*/ 455 w 1369"/>
              <a:gd name="T5" fmla="*/ 153 h 1057"/>
              <a:gd name="T6" fmla="*/ 5 w 1369"/>
              <a:gd name="T7" fmla="*/ 634 h 1057"/>
              <a:gd name="T8" fmla="*/ 149 w 1369"/>
              <a:gd name="T9" fmla="*/ 320 h 1057"/>
              <a:gd name="T10" fmla="*/ 26 w 1369"/>
              <a:gd name="T11" fmla="*/ 509 h 1057"/>
              <a:gd name="T12" fmla="*/ 652 w 1369"/>
              <a:gd name="T13" fmla="*/ 75 h 1057"/>
              <a:gd name="T14" fmla="*/ 36 w 1369"/>
              <a:gd name="T15" fmla="*/ 435 h 1057"/>
              <a:gd name="T16" fmla="*/ 28 w 1369"/>
              <a:gd name="T17" fmla="*/ 478 h 1057"/>
              <a:gd name="T18" fmla="*/ 9 w 1369"/>
              <a:gd name="T19" fmla="*/ 353 h 1057"/>
              <a:gd name="T20" fmla="*/ 1045 w 1369"/>
              <a:gd name="T21" fmla="*/ 157 h 1057"/>
              <a:gd name="T22" fmla="*/ 1251 w 1369"/>
              <a:gd name="T23" fmla="*/ 278 h 1057"/>
              <a:gd name="T24" fmla="*/ 1184 w 1369"/>
              <a:gd name="T25" fmla="*/ 236 h 1057"/>
              <a:gd name="T26" fmla="*/ 1369 w 1369"/>
              <a:gd name="T27" fmla="*/ 439 h 1057"/>
              <a:gd name="T28" fmla="*/ 1349 w 1369"/>
              <a:gd name="T29" fmla="*/ 356 h 1057"/>
              <a:gd name="T30" fmla="*/ 1150 w 1369"/>
              <a:gd name="T31" fmla="*/ 216 h 1057"/>
              <a:gd name="T32" fmla="*/ 859 w 1369"/>
              <a:gd name="T33" fmla="*/ 52 h 1057"/>
              <a:gd name="T34" fmla="*/ 781 w 1369"/>
              <a:gd name="T35" fmla="*/ 39 h 1057"/>
              <a:gd name="T36" fmla="*/ 746 w 1369"/>
              <a:gd name="T37" fmla="*/ 26 h 1057"/>
              <a:gd name="T38" fmla="*/ 682 w 1369"/>
              <a:gd name="T39" fmla="*/ 56 h 1057"/>
              <a:gd name="T40" fmla="*/ 67 w 1369"/>
              <a:gd name="T41" fmla="*/ 682 h 1057"/>
              <a:gd name="T42" fmla="*/ 963 w 1369"/>
              <a:gd name="T43" fmla="*/ 142 h 1057"/>
              <a:gd name="T44" fmla="*/ 906 w 1369"/>
              <a:gd name="T45" fmla="*/ 82 h 1057"/>
              <a:gd name="T46" fmla="*/ 247 w 1369"/>
              <a:gd name="T47" fmla="*/ 268 h 1057"/>
              <a:gd name="T48" fmla="*/ 1073 w 1369"/>
              <a:gd name="T49" fmla="*/ 766 h 1057"/>
              <a:gd name="T50" fmla="*/ 974 w 1369"/>
              <a:gd name="T51" fmla="*/ 824 h 1057"/>
              <a:gd name="T52" fmla="*/ 1048 w 1369"/>
              <a:gd name="T53" fmla="*/ 780 h 1057"/>
              <a:gd name="T54" fmla="*/ 834 w 1369"/>
              <a:gd name="T55" fmla="*/ 948 h 1057"/>
              <a:gd name="T56" fmla="*/ 882 w 1369"/>
              <a:gd name="T57" fmla="*/ 910 h 1057"/>
              <a:gd name="T58" fmla="*/ 1199 w 1369"/>
              <a:gd name="T59" fmla="*/ 723 h 1057"/>
              <a:gd name="T60" fmla="*/ 61 w 1369"/>
              <a:gd name="T61" fmla="*/ 327 h 1057"/>
              <a:gd name="T62" fmla="*/ 1353 w 1369"/>
              <a:gd name="T63" fmla="*/ 606 h 1057"/>
              <a:gd name="T64" fmla="*/ 1342 w 1369"/>
              <a:gd name="T65" fmla="*/ 518 h 1057"/>
              <a:gd name="T66" fmla="*/ 789 w 1369"/>
              <a:gd name="T67" fmla="*/ 977 h 1057"/>
              <a:gd name="T68" fmla="*/ 791 w 1369"/>
              <a:gd name="T69" fmla="*/ 972 h 1057"/>
              <a:gd name="T70" fmla="*/ 1249 w 1369"/>
              <a:gd name="T71" fmla="*/ 662 h 1057"/>
              <a:gd name="T72" fmla="*/ 1318 w 1369"/>
              <a:gd name="T73" fmla="*/ 616 h 1057"/>
              <a:gd name="T74" fmla="*/ 357 w 1369"/>
              <a:gd name="T75" fmla="*/ 821 h 1057"/>
              <a:gd name="T76" fmla="*/ 249 w 1369"/>
              <a:gd name="T77" fmla="*/ 759 h 1057"/>
              <a:gd name="T78" fmla="*/ 179 w 1369"/>
              <a:gd name="T79" fmla="*/ 721 h 1057"/>
              <a:gd name="T80" fmla="*/ 133 w 1369"/>
              <a:gd name="T81" fmla="*/ 704 h 1057"/>
              <a:gd name="T82" fmla="*/ 139 w 1369"/>
              <a:gd name="T83" fmla="*/ 731 h 1057"/>
              <a:gd name="T84" fmla="*/ 711 w 1369"/>
              <a:gd name="T85" fmla="*/ 1056 h 1057"/>
              <a:gd name="T86" fmla="*/ 606 w 1369"/>
              <a:gd name="T87" fmla="*/ 984 h 1057"/>
              <a:gd name="T88" fmla="*/ 614 w 1369"/>
              <a:gd name="T89" fmla="*/ 998 h 1057"/>
              <a:gd name="T90" fmla="*/ 555 w 1369"/>
              <a:gd name="T91" fmla="*/ 933 h 1057"/>
              <a:gd name="T92" fmla="*/ 676 w 1369"/>
              <a:gd name="T93" fmla="*/ 1024 h 1057"/>
              <a:gd name="T94" fmla="*/ 489 w 1369"/>
              <a:gd name="T95" fmla="*/ 898 h 1057"/>
              <a:gd name="T96" fmla="*/ 1274 w 1369"/>
              <a:gd name="T97" fmla="*/ 378 h 1057"/>
              <a:gd name="T98" fmla="*/ 749 w 1369"/>
              <a:gd name="T99" fmla="*/ 729 h 1057"/>
              <a:gd name="T100" fmla="*/ 146 w 1369"/>
              <a:gd name="T101" fmla="*/ 631 h 1057"/>
              <a:gd name="T102" fmla="*/ 600 w 1369"/>
              <a:gd name="T103" fmla="*/ 889 h 1057"/>
              <a:gd name="T104" fmla="*/ 780 w 1369"/>
              <a:gd name="T105" fmla="*/ 741 h 1057"/>
              <a:gd name="T106" fmla="*/ 486 w 1369"/>
              <a:gd name="T107" fmla="*/ 685 h 1057"/>
              <a:gd name="T108" fmla="*/ 587 w 1369"/>
              <a:gd name="T109" fmla="*/ 850 h 1057"/>
              <a:gd name="T110" fmla="*/ 560 w 1369"/>
              <a:gd name="T111" fmla="*/ 881 h 1057"/>
              <a:gd name="T112" fmla="*/ 232 w 1369"/>
              <a:gd name="T113" fmla="*/ 509 h 1057"/>
              <a:gd name="T114" fmla="*/ 233 w 1369"/>
              <a:gd name="T115" fmla="*/ 619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69" h="1057">
                <a:moveTo>
                  <a:pt x="234" y="304"/>
                </a:moveTo>
                <a:cubicBezTo>
                  <a:pt x="234" y="304"/>
                  <a:pt x="234" y="304"/>
                  <a:pt x="234" y="304"/>
                </a:cubicBezTo>
                <a:cubicBezTo>
                  <a:pt x="190" y="329"/>
                  <a:pt x="190" y="329"/>
                  <a:pt x="190" y="329"/>
                </a:cubicBezTo>
                <a:cubicBezTo>
                  <a:pt x="178" y="305"/>
                  <a:pt x="178" y="305"/>
                  <a:pt x="178" y="305"/>
                </a:cubicBezTo>
                <a:cubicBezTo>
                  <a:pt x="222" y="280"/>
                  <a:pt x="222" y="280"/>
                  <a:pt x="222" y="280"/>
                </a:cubicBezTo>
                <a:cubicBezTo>
                  <a:pt x="234" y="304"/>
                  <a:pt x="234" y="304"/>
                  <a:pt x="234" y="304"/>
                </a:cubicBezTo>
                <a:close/>
                <a:moveTo>
                  <a:pt x="581" y="113"/>
                </a:moveTo>
                <a:cubicBezTo>
                  <a:pt x="569" y="91"/>
                  <a:pt x="569" y="91"/>
                  <a:pt x="569" y="91"/>
                </a:cubicBezTo>
                <a:cubicBezTo>
                  <a:pt x="524" y="115"/>
                  <a:pt x="524" y="115"/>
                  <a:pt x="524" y="115"/>
                </a:cubicBezTo>
                <a:cubicBezTo>
                  <a:pt x="537" y="138"/>
                  <a:pt x="537" y="138"/>
                  <a:pt x="537" y="138"/>
                </a:cubicBezTo>
                <a:cubicBezTo>
                  <a:pt x="581" y="113"/>
                  <a:pt x="581" y="113"/>
                  <a:pt x="581" y="113"/>
                </a:cubicBezTo>
                <a:cubicBezTo>
                  <a:pt x="581" y="113"/>
                  <a:pt x="581" y="113"/>
                  <a:pt x="581" y="113"/>
                </a:cubicBezTo>
                <a:close/>
                <a:moveTo>
                  <a:pt x="373" y="228"/>
                </a:moveTo>
                <a:cubicBezTo>
                  <a:pt x="360" y="205"/>
                  <a:pt x="360" y="205"/>
                  <a:pt x="360" y="205"/>
                </a:cubicBezTo>
                <a:cubicBezTo>
                  <a:pt x="316" y="230"/>
                  <a:pt x="316" y="230"/>
                  <a:pt x="316" y="230"/>
                </a:cubicBezTo>
                <a:cubicBezTo>
                  <a:pt x="329" y="252"/>
                  <a:pt x="329" y="252"/>
                  <a:pt x="329" y="252"/>
                </a:cubicBezTo>
                <a:cubicBezTo>
                  <a:pt x="373" y="228"/>
                  <a:pt x="373" y="228"/>
                  <a:pt x="373" y="228"/>
                </a:cubicBezTo>
                <a:cubicBezTo>
                  <a:pt x="373" y="228"/>
                  <a:pt x="373" y="228"/>
                  <a:pt x="373" y="228"/>
                </a:cubicBezTo>
                <a:close/>
                <a:moveTo>
                  <a:pt x="443" y="190"/>
                </a:moveTo>
                <a:cubicBezTo>
                  <a:pt x="430" y="167"/>
                  <a:pt x="430" y="167"/>
                  <a:pt x="430" y="167"/>
                </a:cubicBezTo>
                <a:cubicBezTo>
                  <a:pt x="385" y="190"/>
                  <a:pt x="385" y="190"/>
                  <a:pt x="385" y="190"/>
                </a:cubicBezTo>
                <a:cubicBezTo>
                  <a:pt x="398" y="214"/>
                  <a:pt x="398" y="214"/>
                  <a:pt x="398" y="214"/>
                </a:cubicBezTo>
                <a:cubicBezTo>
                  <a:pt x="443" y="190"/>
                  <a:pt x="443" y="190"/>
                  <a:pt x="443" y="190"/>
                </a:cubicBezTo>
                <a:cubicBezTo>
                  <a:pt x="443" y="190"/>
                  <a:pt x="443" y="190"/>
                  <a:pt x="443" y="190"/>
                </a:cubicBezTo>
                <a:close/>
                <a:moveTo>
                  <a:pt x="513" y="151"/>
                </a:moveTo>
                <a:cubicBezTo>
                  <a:pt x="501" y="129"/>
                  <a:pt x="501" y="129"/>
                  <a:pt x="501" y="129"/>
                </a:cubicBezTo>
                <a:cubicBezTo>
                  <a:pt x="455" y="153"/>
                  <a:pt x="455" y="153"/>
                  <a:pt x="455" y="153"/>
                </a:cubicBezTo>
                <a:cubicBezTo>
                  <a:pt x="468" y="176"/>
                  <a:pt x="468" y="176"/>
                  <a:pt x="468" y="176"/>
                </a:cubicBezTo>
                <a:cubicBezTo>
                  <a:pt x="513" y="151"/>
                  <a:pt x="513" y="151"/>
                  <a:pt x="513" y="151"/>
                </a:cubicBezTo>
                <a:cubicBezTo>
                  <a:pt x="513" y="151"/>
                  <a:pt x="513" y="151"/>
                  <a:pt x="513" y="151"/>
                </a:cubicBezTo>
                <a:close/>
                <a:moveTo>
                  <a:pt x="32" y="631"/>
                </a:moveTo>
                <a:cubicBezTo>
                  <a:pt x="30" y="620"/>
                  <a:pt x="30" y="607"/>
                  <a:pt x="29" y="592"/>
                </a:cubicBezTo>
                <a:cubicBezTo>
                  <a:pt x="28" y="587"/>
                  <a:pt x="28" y="587"/>
                  <a:pt x="28" y="587"/>
                </a:cubicBezTo>
                <a:cubicBezTo>
                  <a:pt x="1" y="589"/>
                  <a:pt x="1" y="589"/>
                  <a:pt x="1" y="589"/>
                </a:cubicBezTo>
                <a:cubicBezTo>
                  <a:pt x="1" y="595"/>
                  <a:pt x="1" y="595"/>
                  <a:pt x="1" y="595"/>
                </a:cubicBezTo>
                <a:cubicBezTo>
                  <a:pt x="3" y="608"/>
                  <a:pt x="3" y="622"/>
                  <a:pt x="5" y="634"/>
                </a:cubicBezTo>
                <a:cubicBezTo>
                  <a:pt x="6" y="639"/>
                  <a:pt x="6" y="639"/>
                  <a:pt x="6" y="639"/>
                </a:cubicBezTo>
                <a:cubicBezTo>
                  <a:pt x="33" y="636"/>
                  <a:pt x="33" y="636"/>
                  <a:pt x="33" y="636"/>
                </a:cubicBezTo>
                <a:cubicBezTo>
                  <a:pt x="32" y="631"/>
                  <a:pt x="32" y="631"/>
                  <a:pt x="32" y="631"/>
                </a:cubicBezTo>
                <a:cubicBezTo>
                  <a:pt x="32" y="631"/>
                  <a:pt x="32" y="631"/>
                  <a:pt x="32" y="631"/>
                </a:cubicBezTo>
                <a:close/>
                <a:moveTo>
                  <a:pt x="143" y="346"/>
                </a:moveTo>
                <a:cubicBezTo>
                  <a:pt x="148" y="346"/>
                  <a:pt x="152" y="346"/>
                  <a:pt x="157" y="344"/>
                </a:cubicBezTo>
                <a:cubicBezTo>
                  <a:pt x="162" y="343"/>
                  <a:pt x="162" y="343"/>
                  <a:pt x="162" y="343"/>
                </a:cubicBezTo>
                <a:cubicBezTo>
                  <a:pt x="154" y="318"/>
                  <a:pt x="154" y="318"/>
                  <a:pt x="154" y="318"/>
                </a:cubicBezTo>
                <a:cubicBezTo>
                  <a:pt x="149" y="320"/>
                  <a:pt x="149" y="320"/>
                  <a:pt x="149" y="320"/>
                </a:cubicBezTo>
                <a:cubicBezTo>
                  <a:pt x="143" y="322"/>
                  <a:pt x="133" y="320"/>
                  <a:pt x="118" y="316"/>
                </a:cubicBezTo>
                <a:cubicBezTo>
                  <a:pt x="113" y="315"/>
                  <a:pt x="113" y="315"/>
                  <a:pt x="113" y="315"/>
                </a:cubicBezTo>
                <a:cubicBezTo>
                  <a:pt x="105" y="338"/>
                  <a:pt x="105" y="338"/>
                  <a:pt x="105" y="338"/>
                </a:cubicBezTo>
                <a:cubicBezTo>
                  <a:pt x="110" y="341"/>
                  <a:pt x="110" y="341"/>
                  <a:pt x="110" y="341"/>
                </a:cubicBezTo>
                <a:cubicBezTo>
                  <a:pt x="124" y="344"/>
                  <a:pt x="134" y="346"/>
                  <a:pt x="143" y="346"/>
                </a:cubicBezTo>
                <a:close/>
                <a:moveTo>
                  <a:pt x="26" y="554"/>
                </a:moveTo>
                <a:cubicBezTo>
                  <a:pt x="26" y="543"/>
                  <a:pt x="26" y="534"/>
                  <a:pt x="26" y="525"/>
                </a:cubicBezTo>
                <a:cubicBezTo>
                  <a:pt x="26" y="521"/>
                  <a:pt x="26" y="518"/>
                  <a:pt x="26" y="514"/>
                </a:cubicBezTo>
                <a:cubicBezTo>
                  <a:pt x="26" y="509"/>
                  <a:pt x="26" y="509"/>
                  <a:pt x="26" y="509"/>
                </a:cubicBezTo>
                <a:cubicBezTo>
                  <a:pt x="0" y="509"/>
                  <a:pt x="0" y="509"/>
                  <a:pt x="0" y="509"/>
                </a:cubicBezTo>
                <a:cubicBezTo>
                  <a:pt x="0" y="514"/>
                  <a:pt x="0" y="514"/>
                  <a:pt x="0" y="514"/>
                </a:cubicBezTo>
                <a:cubicBezTo>
                  <a:pt x="0" y="517"/>
                  <a:pt x="0" y="521"/>
                  <a:pt x="0" y="525"/>
                </a:cubicBezTo>
                <a:cubicBezTo>
                  <a:pt x="0" y="534"/>
                  <a:pt x="0" y="544"/>
                  <a:pt x="0" y="554"/>
                </a:cubicBezTo>
                <a:cubicBezTo>
                  <a:pt x="0" y="560"/>
                  <a:pt x="0" y="560"/>
                  <a:pt x="0" y="560"/>
                </a:cubicBezTo>
                <a:cubicBezTo>
                  <a:pt x="26" y="559"/>
                  <a:pt x="26" y="559"/>
                  <a:pt x="26" y="559"/>
                </a:cubicBezTo>
                <a:cubicBezTo>
                  <a:pt x="26" y="554"/>
                  <a:pt x="26" y="554"/>
                  <a:pt x="26" y="554"/>
                </a:cubicBezTo>
                <a:cubicBezTo>
                  <a:pt x="26" y="554"/>
                  <a:pt x="26" y="554"/>
                  <a:pt x="26" y="554"/>
                </a:cubicBezTo>
                <a:close/>
                <a:moveTo>
                  <a:pt x="652" y="75"/>
                </a:moveTo>
                <a:cubicBezTo>
                  <a:pt x="639" y="54"/>
                  <a:pt x="639" y="54"/>
                  <a:pt x="639" y="54"/>
                </a:cubicBezTo>
                <a:cubicBezTo>
                  <a:pt x="594" y="77"/>
                  <a:pt x="594" y="77"/>
                  <a:pt x="594" y="77"/>
                </a:cubicBezTo>
                <a:cubicBezTo>
                  <a:pt x="606" y="101"/>
                  <a:pt x="606" y="101"/>
                  <a:pt x="606" y="101"/>
                </a:cubicBezTo>
                <a:cubicBezTo>
                  <a:pt x="652" y="75"/>
                  <a:pt x="652" y="75"/>
                  <a:pt x="652" y="75"/>
                </a:cubicBezTo>
                <a:cubicBezTo>
                  <a:pt x="652" y="75"/>
                  <a:pt x="652" y="75"/>
                  <a:pt x="652" y="75"/>
                </a:cubicBezTo>
                <a:close/>
                <a:moveTo>
                  <a:pt x="28" y="478"/>
                </a:moveTo>
                <a:cubicBezTo>
                  <a:pt x="29" y="476"/>
                  <a:pt x="29" y="475"/>
                  <a:pt x="29" y="475"/>
                </a:cubicBezTo>
                <a:cubicBezTo>
                  <a:pt x="34" y="468"/>
                  <a:pt x="36" y="458"/>
                  <a:pt x="36" y="446"/>
                </a:cubicBezTo>
                <a:cubicBezTo>
                  <a:pt x="36" y="443"/>
                  <a:pt x="36" y="439"/>
                  <a:pt x="36" y="435"/>
                </a:cubicBezTo>
                <a:cubicBezTo>
                  <a:pt x="35" y="430"/>
                  <a:pt x="35" y="430"/>
                  <a:pt x="35" y="430"/>
                </a:cubicBezTo>
                <a:cubicBezTo>
                  <a:pt x="9" y="431"/>
                  <a:pt x="9" y="431"/>
                  <a:pt x="9" y="431"/>
                </a:cubicBezTo>
                <a:cubicBezTo>
                  <a:pt x="9" y="437"/>
                  <a:pt x="9" y="437"/>
                  <a:pt x="9" y="437"/>
                </a:cubicBezTo>
                <a:cubicBezTo>
                  <a:pt x="9" y="440"/>
                  <a:pt x="9" y="443"/>
                  <a:pt x="9" y="446"/>
                </a:cubicBezTo>
                <a:cubicBezTo>
                  <a:pt x="9" y="456"/>
                  <a:pt x="8" y="460"/>
                  <a:pt x="7" y="461"/>
                </a:cubicBezTo>
                <a:cubicBezTo>
                  <a:pt x="5" y="464"/>
                  <a:pt x="3" y="467"/>
                  <a:pt x="2" y="472"/>
                </a:cubicBezTo>
                <a:cubicBezTo>
                  <a:pt x="1" y="477"/>
                  <a:pt x="1" y="477"/>
                  <a:pt x="1" y="477"/>
                </a:cubicBezTo>
                <a:cubicBezTo>
                  <a:pt x="27" y="484"/>
                  <a:pt x="27" y="484"/>
                  <a:pt x="27" y="484"/>
                </a:cubicBezTo>
                <a:cubicBezTo>
                  <a:pt x="28" y="478"/>
                  <a:pt x="28" y="478"/>
                  <a:pt x="28" y="478"/>
                </a:cubicBezTo>
                <a:cubicBezTo>
                  <a:pt x="28" y="478"/>
                  <a:pt x="28" y="478"/>
                  <a:pt x="28" y="478"/>
                </a:cubicBezTo>
                <a:close/>
                <a:moveTo>
                  <a:pt x="5" y="404"/>
                </a:moveTo>
                <a:cubicBezTo>
                  <a:pt x="31" y="400"/>
                  <a:pt x="31" y="400"/>
                  <a:pt x="31" y="400"/>
                </a:cubicBezTo>
                <a:cubicBezTo>
                  <a:pt x="30" y="395"/>
                  <a:pt x="30" y="395"/>
                  <a:pt x="30" y="395"/>
                </a:cubicBezTo>
                <a:cubicBezTo>
                  <a:pt x="29" y="391"/>
                  <a:pt x="28" y="384"/>
                  <a:pt x="28" y="382"/>
                </a:cubicBezTo>
                <a:cubicBezTo>
                  <a:pt x="28" y="380"/>
                  <a:pt x="29" y="374"/>
                  <a:pt x="34" y="363"/>
                </a:cubicBezTo>
                <a:cubicBezTo>
                  <a:pt x="36" y="358"/>
                  <a:pt x="36" y="358"/>
                  <a:pt x="36" y="358"/>
                </a:cubicBezTo>
                <a:cubicBezTo>
                  <a:pt x="11" y="348"/>
                  <a:pt x="11" y="348"/>
                  <a:pt x="11" y="348"/>
                </a:cubicBezTo>
                <a:cubicBezTo>
                  <a:pt x="9" y="353"/>
                  <a:pt x="9" y="353"/>
                  <a:pt x="9" y="353"/>
                </a:cubicBezTo>
                <a:cubicBezTo>
                  <a:pt x="6" y="361"/>
                  <a:pt x="1" y="373"/>
                  <a:pt x="1" y="382"/>
                </a:cubicBezTo>
                <a:cubicBezTo>
                  <a:pt x="1" y="386"/>
                  <a:pt x="2" y="391"/>
                  <a:pt x="3" y="399"/>
                </a:cubicBezTo>
                <a:cubicBezTo>
                  <a:pt x="5" y="404"/>
                  <a:pt x="5" y="404"/>
                  <a:pt x="5" y="404"/>
                </a:cubicBezTo>
                <a:cubicBezTo>
                  <a:pt x="5" y="404"/>
                  <a:pt x="5" y="404"/>
                  <a:pt x="5" y="404"/>
                </a:cubicBezTo>
                <a:close/>
                <a:moveTo>
                  <a:pt x="1067" y="199"/>
                </a:moveTo>
                <a:cubicBezTo>
                  <a:pt x="1072" y="201"/>
                  <a:pt x="1072" y="201"/>
                  <a:pt x="1072" y="201"/>
                </a:cubicBezTo>
                <a:cubicBezTo>
                  <a:pt x="1085" y="179"/>
                  <a:pt x="1085" y="179"/>
                  <a:pt x="1085" y="179"/>
                </a:cubicBezTo>
                <a:cubicBezTo>
                  <a:pt x="1080" y="176"/>
                  <a:pt x="1080" y="176"/>
                  <a:pt x="1080" y="176"/>
                </a:cubicBezTo>
                <a:cubicBezTo>
                  <a:pt x="1068" y="170"/>
                  <a:pt x="1057" y="163"/>
                  <a:pt x="1045" y="157"/>
                </a:cubicBezTo>
                <a:cubicBezTo>
                  <a:pt x="1040" y="154"/>
                  <a:pt x="1040" y="154"/>
                  <a:pt x="1040" y="154"/>
                </a:cubicBezTo>
                <a:cubicBezTo>
                  <a:pt x="1027" y="177"/>
                  <a:pt x="1027" y="177"/>
                  <a:pt x="1027" y="177"/>
                </a:cubicBezTo>
                <a:cubicBezTo>
                  <a:pt x="1032" y="180"/>
                  <a:pt x="1032" y="180"/>
                  <a:pt x="1032" y="180"/>
                </a:cubicBezTo>
                <a:cubicBezTo>
                  <a:pt x="1045" y="187"/>
                  <a:pt x="1057" y="193"/>
                  <a:pt x="1067" y="199"/>
                </a:cubicBezTo>
                <a:close/>
                <a:moveTo>
                  <a:pt x="1270" y="323"/>
                </a:moveTo>
                <a:cubicBezTo>
                  <a:pt x="1275" y="326"/>
                  <a:pt x="1275" y="326"/>
                  <a:pt x="1275" y="326"/>
                </a:cubicBezTo>
                <a:cubicBezTo>
                  <a:pt x="1290" y="304"/>
                  <a:pt x="1290" y="304"/>
                  <a:pt x="1290" y="304"/>
                </a:cubicBezTo>
                <a:cubicBezTo>
                  <a:pt x="1286" y="301"/>
                  <a:pt x="1286" y="301"/>
                  <a:pt x="1286" y="301"/>
                </a:cubicBezTo>
                <a:cubicBezTo>
                  <a:pt x="1276" y="294"/>
                  <a:pt x="1264" y="287"/>
                  <a:pt x="1251" y="278"/>
                </a:cubicBezTo>
                <a:cubicBezTo>
                  <a:pt x="1246" y="275"/>
                  <a:pt x="1246" y="275"/>
                  <a:pt x="1246" y="275"/>
                </a:cubicBezTo>
                <a:cubicBezTo>
                  <a:pt x="1232" y="297"/>
                  <a:pt x="1232" y="297"/>
                  <a:pt x="1232" y="297"/>
                </a:cubicBezTo>
                <a:cubicBezTo>
                  <a:pt x="1237" y="300"/>
                  <a:pt x="1237" y="300"/>
                  <a:pt x="1237" y="300"/>
                </a:cubicBezTo>
                <a:cubicBezTo>
                  <a:pt x="1249" y="308"/>
                  <a:pt x="1261" y="316"/>
                  <a:pt x="1270" y="323"/>
                </a:cubicBezTo>
                <a:close/>
                <a:moveTo>
                  <a:pt x="1204" y="279"/>
                </a:moveTo>
                <a:cubicBezTo>
                  <a:pt x="1209" y="282"/>
                  <a:pt x="1209" y="282"/>
                  <a:pt x="1209" y="282"/>
                </a:cubicBezTo>
                <a:cubicBezTo>
                  <a:pt x="1223" y="259"/>
                  <a:pt x="1223" y="259"/>
                  <a:pt x="1223" y="259"/>
                </a:cubicBezTo>
                <a:cubicBezTo>
                  <a:pt x="1217" y="257"/>
                  <a:pt x="1217" y="257"/>
                  <a:pt x="1217" y="257"/>
                </a:cubicBezTo>
                <a:cubicBezTo>
                  <a:pt x="1207" y="250"/>
                  <a:pt x="1196" y="243"/>
                  <a:pt x="1184" y="236"/>
                </a:cubicBezTo>
                <a:cubicBezTo>
                  <a:pt x="1179" y="233"/>
                  <a:pt x="1179" y="233"/>
                  <a:pt x="1179" y="233"/>
                </a:cubicBezTo>
                <a:cubicBezTo>
                  <a:pt x="1166" y="256"/>
                  <a:pt x="1166" y="256"/>
                  <a:pt x="1166" y="256"/>
                </a:cubicBezTo>
                <a:cubicBezTo>
                  <a:pt x="1170" y="259"/>
                  <a:pt x="1170" y="259"/>
                  <a:pt x="1170" y="259"/>
                </a:cubicBezTo>
                <a:cubicBezTo>
                  <a:pt x="1183" y="265"/>
                  <a:pt x="1194" y="272"/>
                  <a:pt x="1204" y="279"/>
                </a:cubicBezTo>
                <a:close/>
                <a:moveTo>
                  <a:pt x="1337" y="403"/>
                </a:moveTo>
                <a:cubicBezTo>
                  <a:pt x="1340" y="414"/>
                  <a:pt x="1341" y="427"/>
                  <a:pt x="1343" y="441"/>
                </a:cubicBezTo>
                <a:cubicBezTo>
                  <a:pt x="1343" y="447"/>
                  <a:pt x="1343" y="447"/>
                  <a:pt x="1343" y="447"/>
                </a:cubicBezTo>
                <a:cubicBezTo>
                  <a:pt x="1369" y="445"/>
                  <a:pt x="1369" y="445"/>
                  <a:pt x="1369" y="445"/>
                </a:cubicBezTo>
                <a:cubicBezTo>
                  <a:pt x="1369" y="439"/>
                  <a:pt x="1369" y="439"/>
                  <a:pt x="1369" y="439"/>
                </a:cubicBezTo>
                <a:cubicBezTo>
                  <a:pt x="1367" y="424"/>
                  <a:pt x="1365" y="410"/>
                  <a:pt x="1363" y="397"/>
                </a:cubicBezTo>
                <a:cubicBezTo>
                  <a:pt x="1362" y="392"/>
                  <a:pt x="1362" y="392"/>
                  <a:pt x="1362" y="392"/>
                </a:cubicBezTo>
                <a:cubicBezTo>
                  <a:pt x="1336" y="397"/>
                  <a:pt x="1336" y="397"/>
                  <a:pt x="1336" y="397"/>
                </a:cubicBezTo>
                <a:cubicBezTo>
                  <a:pt x="1337" y="403"/>
                  <a:pt x="1337" y="403"/>
                  <a:pt x="1337" y="403"/>
                </a:cubicBezTo>
                <a:cubicBezTo>
                  <a:pt x="1337" y="403"/>
                  <a:pt x="1337" y="403"/>
                  <a:pt x="1337" y="403"/>
                </a:cubicBezTo>
                <a:close/>
                <a:moveTo>
                  <a:pt x="1325" y="369"/>
                </a:moveTo>
                <a:cubicBezTo>
                  <a:pt x="1328" y="373"/>
                  <a:pt x="1328" y="373"/>
                  <a:pt x="1328" y="373"/>
                </a:cubicBezTo>
                <a:cubicBezTo>
                  <a:pt x="1352" y="362"/>
                  <a:pt x="1352" y="362"/>
                  <a:pt x="1352" y="362"/>
                </a:cubicBezTo>
                <a:cubicBezTo>
                  <a:pt x="1349" y="356"/>
                  <a:pt x="1349" y="356"/>
                  <a:pt x="1349" y="356"/>
                </a:cubicBezTo>
                <a:cubicBezTo>
                  <a:pt x="1344" y="348"/>
                  <a:pt x="1334" y="338"/>
                  <a:pt x="1318" y="325"/>
                </a:cubicBezTo>
                <a:cubicBezTo>
                  <a:pt x="1313" y="321"/>
                  <a:pt x="1313" y="321"/>
                  <a:pt x="1313" y="321"/>
                </a:cubicBezTo>
                <a:cubicBezTo>
                  <a:pt x="1296" y="342"/>
                  <a:pt x="1296" y="342"/>
                  <a:pt x="1296" y="342"/>
                </a:cubicBezTo>
                <a:cubicBezTo>
                  <a:pt x="1301" y="345"/>
                  <a:pt x="1301" y="345"/>
                  <a:pt x="1301" y="345"/>
                </a:cubicBezTo>
                <a:cubicBezTo>
                  <a:pt x="1319" y="359"/>
                  <a:pt x="1324" y="367"/>
                  <a:pt x="1325" y="369"/>
                </a:cubicBezTo>
                <a:close/>
                <a:moveTo>
                  <a:pt x="1136" y="238"/>
                </a:moveTo>
                <a:cubicBezTo>
                  <a:pt x="1141" y="241"/>
                  <a:pt x="1141" y="241"/>
                  <a:pt x="1141" y="241"/>
                </a:cubicBezTo>
                <a:cubicBezTo>
                  <a:pt x="1155" y="219"/>
                  <a:pt x="1155" y="219"/>
                  <a:pt x="1155" y="219"/>
                </a:cubicBezTo>
                <a:cubicBezTo>
                  <a:pt x="1150" y="216"/>
                  <a:pt x="1150" y="216"/>
                  <a:pt x="1150" y="216"/>
                </a:cubicBezTo>
                <a:cubicBezTo>
                  <a:pt x="1138" y="210"/>
                  <a:pt x="1127" y="203"/>
                  <a:pt x="1115" y="196"/>
                </a:cubicBezTo>
                <a:cubicBezTo>
                  <a:pt x="1109" y="194"/>
                  <a:pt x="1109" y="194"/>
                  <a:pt x="1109" y="194"/>
                </a:cubicBezTo>
                <a:cubicBezTo>
                  <a:pt x="1096" y="216"/>
                  <a:pt x="1096" y="216"/>
                  <a:pt x="1096" y="216"/>
                </a:cubicBezTo>
                <a:cubicBezTo>
                  <a:pt x="1101" y="219"/>
                  <a:pt x="1101" y="219"/>
                  <a:pt x="1101" y="219"/>
                </a:cubicBezTo>
                <a:cubicBezTo>
                  <a:pt x="1113" y="225"/>
                  <a:pt x="1125" y="232"/>
                  <a:pt x="1136" y="238"/>
                </a:cubicBezTo>
                <a:close/>
                <a:moveTo>
                  <a:pt x="844" y="74"/>
                </a:moveTo>
                <a:cubicBezTo>
                  <a:pt x="849" y="77"/>
                  <a:pt x="849" y="77"/>
                  <a:pt x="849" y="77"/>
                </a:cubicBezTo>
                <a:cubicBezTo>
                  <a:pt x="863" y="55"/>
                  <a:pt x="863" y="55"/>
                  <a:pt x="863" y="55"/>
                </a:cubicBezTo>
                <a:cubicBezTo>
                  <a:pt x="859" y="52"/>
                  <a:pt x="859" y="52"/>
                  <a:pt x="859" y="52"/>
                </a:cubicBezTo>
                <a:cubicBezTo>
                  <a:pt x="846" y="44"/>
                  <a:pt x="834" y="37"/>
                  <a:pt x="823" y="31"/>
                </a:cubicBezTo>
                <a:cubicBezTo>
                  <a:pt x="819" y="28"/>
                  <a:pt x="819" y="28"/>
                  <a:pt x="819" y="28"/>
                </a:cubicBezTo>
                <a:cubicBezTo>
                  <a:pt x="805" y="51"/>
                  <a:pt x="805" y="51"/>
                  <a:pt x="805" y="51"/>
                </a:cubicBezTo>
                <a:cubicBezTo>
                  <a:pt x="810" y="54"/>
                  <a:pt x="810" y="54"/>
                  <a:pt x="810" y="54"/>
                </a:cubicBezTo>
                <a:cubicBezTo>
                  <a:pt x="821" y="59"/>
                  <a:pt x="832" y="66"/>
                  <a:pt x="844" y="74"/>
                </a:cubicBezTo>
                <a:close/>
                <a:moveTo>
                  <a:pt x="746" y="26"/>
                </a:moveTo>
                <a:cubicBezTo>
                  <a:pt x="747" y="26"/>
                  <a:pt x="748" y="26"/>
                  <a:pt x="750" y="26"/>
                </a:cubicBezTo>
                <a:cubicBezTo>
                  <a:pt x="753" y="27"/>
                  <a:pt x="761" y="29"/>
                  <a:pt x="776" y="36"/>
                </a:cubicBezTo>
                <a:cubicBezTo>
                  <a:pt x="781" y="39"/>
                  <a:pt x="781" y="39"/>
                  <a:pt x="781" y="39"/>
                </a:cubicBezTo>
                <a:cubicBezTo>
                  <a:pt x="792" y="15"/>
                  <a:pt x="792" y="15"/>
                  <a:pt x="792" y="15"/>
                </a:cubicBezTo>
                <a:cubicBezTo>
                  <a:pt x="787" y="13"/>
                  <a:pt x="787" y="13"/>
                  <a:pt x="787" y="13"/>
                </a:cubicBezTo>
                <a:cubicBezTo>
                  <a:pt x="772" y="5"/>
                  <a:pt x="761" y="1"/>
                  <a:pt x="753" y="0"/>
                </a:cubicBezTo>
                <a:cubicBezTo>
                  <a:pt x="750" y="0"/>
                  <a:pt x="748" y="0"/>
                  <a:pt x="746" y="0"/>
                </a:cubicBezTo>
                <a:cubicBezTo>
                  <a:pt x="746" y="0"/>
                  <a:pt x="746" y="0"/>
                  <a:pt x="746" y="0"/>
                </a:cubicBezTo>
                <a:cubicBezTo>
                  <a:pt x="739" y="0"/>
                  <a:pt x="739" y="0"/>
                  <a:pt x="739" y="0"/>
                </a:cubicBezTo>
                <a:cubicBezTo>
                  <a:pt x="739" y="26"/>
                  <a:pt x="739" y="26"/>
                  <a:pt x="739" y="26"/>
                </a:cubicBezTo>
                <a:cubicBezTo>
                  <a:pt x="746" y="26"/>
                  <a:pt x="746" y="26"/>
                  <a:pt x="746" y="26"/>
                </a:cubicBezTo>
                <a:cubicBezTo>
                  <a:pt x="746" y="26"/>
                  <a:pt x="746" y="26"/>
                  <a:pt x="746" y="26"/>
                </a:cubicBezTo>
                <a:close/>
                <a:moveTo>
                  <a:pt x="682" y="56"/>
                </a:moveTo>
                <a:cubicBezTo>
                  <a:pt x="689" y="51"/>
                  <a:pt x="700" y="43"/>
                  <a:pt x="713" y="37"/>
                </a:cubicBezTo>
                <a:cubicBezTo>
                  <a:pt x="718" y="34"/>
                  <a:pt x="718" y="34"/>
                  <a:pt x="718" y="34"/>
                </a:cubicBezTo>
                <a:cubicBezTo>
                  <a:pt x="706" y="11"/>
                  <a:pt x="706" y="11"/>
                  <a:pt x="706" y="11"/>
                </a:cubicBezTo>
                <a:cubicBezTo>
                  <a:pt x="701" y="13"/>
                  <a:pt x="701" y="13"/>
                  <a:pt x="701" y="13"/>
                </a:cubicBezTo>
                <a:cubicBezTo>
                  <a:pt x="687" y="20"/>
                  <a:pt x="674" y="29"/>
                  <a:pt x="666" y="35"/>
                </a:cubicBezTo>
                <a:cubicBezTo>
                  <a:pt x="661" y="39"/>
                  <a:pt x="661" y="39"/>
                  <a:pt x="661" y="39"/>
                </a:cubicBezTo>
                <a:cubicBezTo>
                  <a:pt x="677" y="60"/>
                  <a:pt x="677" y="60"/>
                  <a:pt x="677" y="60"/>
                </a:cubicBezTo>
                <a:cubicBezTo>
                  <a:pt x="682" y="56"/>
                  <a:pt x="682" y="56"/>
                  <a:pt x="682" y="56"/>
                </a:cubicBezTo>
                <a:cubicBezTo>
                  <a:pt x="682" y="56"/>
                  <a:pt x="682" y="56"/>
                  <a:pt x="682" y="56"/>
                </a:cubicBezTo>
                <a:close/>
                <a:moveTo>
                  <a:pt x="38" y="662"/>
                </a:moveTo>
                <a:cubicBezTo>
                  <a:pt x="35" y="658"/>
                  <a:pt x="35" y="658"/>
                  <a:pt x="35" y="658"/>
                </a:cubicBezTo>
                <a:cubicBezTo>
                  <a:pt x="15" y="675"/>
                  <a:pt x="15" y="675"/>
                  <a:pt x="15" y="675"/>
                </a:cubicBezTo>
                <a:cubicBezTo>
                  <a:pt x="19" y="680"/>
                  <a:pt x="19" y="680"/>
                  <a:pt x="19" y="680"/>
                </a:cubicBezTo>
                <a:cubicBezTo>
                  <a:pt x="29" y="690"/>
                  <a:pt x="44" y="699"/>
                  <a:pt x="55" y="705"/>
                </a:cubicBezTo>
                <a:cubicBezTo>
                  <a:pt x="59" y="707"/>
                  <a:pt x="59" y="707"/>
                  <a:pt x="59" y="707"/>
                </a:cubicBezTo>
                <a:cubicBezTo>
                  <a:pt x="72" y="685"/>
                  <a:pt x="72" y="685"/>
                  <a:pt x="72" y="685"/>
                </a:cubicBezTo>
                <a:cubicBezTo>
                  <a:pt x="67" y="682"/>
                  <a:pt x="67" y="682"/>
                  <a:pt x="67" y="682"/>
                </a:cubicBezTo>
                <a:cubicBezTo>
                  <a:pt x="54" y="675"/>
                  <a:pt x="44" y="669"/>
                  <a:pt x="38" y="662"/>
                </a:cubicBezTo>
                <a:close/>
                <a:moveTo>
                  <a:pt x="997" y="161"/>
                </a:moveTo>
                <a:cubicBezTo>
                  <a:pt x="1002" y="163"/>
                  <a:pt x="1002" y="163"/>
                  <a:pt x="1002" y="163"/>
                </a:cubicBezTo>
                <a:cubicBezTo>
                  <a:pt x="1014" y="141"/>
                  <a:pt x="1014" y="141"/>
                  <a:pt x="1014" y="141"/>
                </a:cubicBezTo>
                <a:cubicBezTo>
                  <a:pt x="1010" y="138"/>
                  <a:pt x="1010" y="138"/>
                  <a:pt x="1010" y="138"/>
                </a:cubicBezTo>
                <a:cubicBezTo>
                  <a:pt x="997" y="131"/>
                  <a:pt x="986" y="125"/>
                  <a:pt x="975" y="119"/>
                </a:cubicBezTo>
                <a:cubicBezTo>
                  <a:pt x="970" y="116"/>
                  <a:pt x="970" y="116"/>
                  <a:pt x="970" y="116"/>
                </a:cubicBezTo>
                <a:cubicBezTo>
                  <a:pt x="958" y="139"/>
                  <a:pt x="958" y="139"/>
                  <a:pt x="958" y="139"/>
                </a:cubicBezTo>
                <a:cubicBezTo>
                  <a:pt x="963" y="142"/>
                  <a:pt x="963" y="142"/>
                  <a:pt x="963" y="142"/>
                </a:cubicBezTo>
                <a:cubicBezTo>
                  <a:pt x="973" y="148"/>
                  <a:pt x="985" y="154"/>
                  <a:pt x="997" y="161"/>
                </a:cubicBezTo>
                <a:close/>
                <a:moveTo>
                  <a:pt x="888" y="102"/>
                </a:moveTo>
                <a:cubicBezTo>
                  <a:pt x="891" y="103"/>
                  <a:pt x="892" y="104"/>
                  <a:pt x="892" y="104"/>
                </a:cubicBezTo>
                <a:cubicBezTo>
                  <a:pt x="893" y="105"/>
                  <a:pt x="893" y="105"/>
                  <a:pt x="893" y="105"/>
                </a:cubicBezTo>
                <a:cubicBezTo>
                  <a:pt x="894" y="106"/>
                  <a:pt x="907" y="112"/>
                  <a:pt x="928" y="124"/>
                </a:cubicBezTo>
                <a:cubicBezTo>
                  <a:pt x="932" y="126"/>
                  <a:pt x="932" y="126"/>
                  <a:pt x="932" y="126"/>
                </a:cubicBezTo>
                <a:cubicBezTo>
                  <a:pt x="945" y="103"/>
                  <a:pt x="945" y="103"/>
                  <a:pt x="945" y="103"/>
                </a:cubicBezTo>
                <a:cubicBezTo>
                  <a:pt x="940" y="100"/>
                  <a:pt x="940" y="100"/>
                  <a:pt x="940" y="100"/>
                </a:cubicBezTo>
                <a:cubicBezTo>
                  <a:pt x="917" y="88"/>
                  <a:pt x="909" y="84"/>
                  <a:pt x="906" y="82"/>
                </a:cubicBezTo>
                <a:cubicBezTo>
                  <a:pt x="906" y="82"/>
                  <a:pt x="906" y="82"/>
                  <a:pt x="906" y="82"/>
                </a:cubicBezTo>
                <a:cubicBezTo>
                  <a:pt x="906" y="82"/>
                  <a:pt x="900" y="78"/>
                  <a:pt x="891" y="73"/>
                </a:cubicBezTo>
                <a:cubicBezTo>
                  <a:pt x="887" y="69"/>
                  <a:pt x="887" y="69"/>
                  <a:pt x="887" y="69"/>
                </a:cubicBezTo>
                <a:cubicBezTo>
                  <a:pt x="873" y="91"/>
                  <a:pt x="873" y="91"/>
                  <a:pt x="873" y="91"/>
                </a:cubicBezTo>
                <a:cubicBezTo>
                  <a:pt x="877" y="94"/>
                  <a:pt x="877" y="94"/>
                  <a:pt x="877" y="94"/>
                </a:cubicBezTo>
                <a:cubicBezTo>
                  <a:pt x="882" y="97"/>
                  <a:pt x="886" y="100"/>
                  <a:pt x="888" y="102"/>
                </a:cubicBezTo>
                <a:close/>
                <a:moveTo>
                  <a:pt x="304" y="266"/>
                </a:moveTo>
                <a:cubicBezTo>
                  <a:pt x="291" y="242"/>
                  <a:pt x="291" y="242"/>
                  <a:pt x="291" y="242"/>
                </a:cubicBezTo>
                <a:cubicBezTo>
                  <a:pt x="247" y="268"/>
                  <a:pt x="247" y="268"/>
                  <a:pt x="247" y="268"/>
                </a:cubicBezTo>
                <a:cubicBezTo>
                  <a:pt x="260" y="290"/>
                  <a:pt x="260" y="290"/>
                  <a:pt x="260" y="290"/>
                </a:cubicBezTo>
                <a:cubicBezTo>
                  <a:pt x="304" y="266"/>
                  <a:pt x="304" y="266"/>
                  <a:pt x="304" y="266"/>
                </a:cubicBezTo>
                <a:cubicBezTo>
                  <a:pt x="304" y="266"/>
                  <a:pt x="304" y="266"/>
                  <a:pt x="304" y="266"/>
                </a:cubicBezTo>
                <a:close/>
                <a:moveTo>
                  <a:pt x="1073" y="766"/>
                </a:moveTo>
                <a:cubicBezTo>
                  <a:pt x="1085" y="787"/>
                  <a:pt x="1085" y="787"/>
                  <a:pt x="1085" y="787"/>
                </a:cubicBezTo>
                <a:cubicBezTo>
                  <a:pt x="1129" y="762"/>
                  <a:pt x="1129" y="762"/>
                  <a:pt x="1129" y="762"/>
                </a:cubicBezTo>
                <a:cubicBezTo>
                  <a:pt x="1117" y="740"/>
                  <a:pt x="1117" y="740"/>
                  <a:pt x="1117" y="740"/>
                </a:cubicBezTo>
                <a:cubicBezTo>
                  <a:pt x="1073" y="766"/>
                  <a:pt x="1073" y="766"/>
                  <a:pt x="1073" y="766"/>
                </a:cubicBezTo>
                <a:cubicBezTo>
                  <a:pt x="1073" y="766"/>
                  <a:pt x="1073" y="766"/>
                  <a:pt x="1073" y="766"/>
                </a:cubicBezTo>
                <a:close/>
                <a:moveTo>
                  <a:pt x="974" y="824"/>
                </a:moveTo>
                <a:cubicBezTo>
                  <a:pt x="961" y="831"/>
                  <a:pt x="950" y="838"/>
                  <a:pt x="940" y="844"/>
                </a:cubicBezTo>
                <a:cubicBezTo>
                  <a:pt x="936" y="847"/>
                  <a:pt x="936" y="847"/>
                  <a:pt x="936" y="847"/>
                </a:cubicBezTo>
                <a:cubicBezTo>
                  <a:pt x="949" y="870"/>
                  <a:pt x="949" y="870"/>
                  <a:pt x="949" y="870"/>
                </a:cubicBezTo>
                <a:cubicBezTo>
                  <a:pt x="953" y="867"/>
                  <a:pt x="953" y="867"/>
                  <a:pt x="953" y="867"/>
                </a:cubicBezTo>
                <a:cubicBezTo>
                  <a:pt x="964" y="860"/>
                  <a:pt x="975" y="853"/>
                  <a:pt x="987" y="846"/>
                </a:cubicBezTo>
                <a:cubicBezTo>
                  <a:pt x="992" y="844"/>
                  <a:pt x="992" y="844"/>
                  <a:pt x="992" y="844"/>
                </a:cubicBezTo>
                <a:cubicBezTo>
                  <a:pt x="979" y="821"/>
                  <a:pt x="979" y="821"/>
                  <a:pt x="979" y="821"/>
                </a:cubicBezTo>
                <a:cubicBezTo>
                  <a:pt x="974" y="824"/>
                  <a:pt x="974" y="824"/>
                  <a:pt x="974" y="824"/>
                </a:cubicBezTo>
                <a:cubicBezTo>
                  <a:pt x="974" y="824"/>
                  <a:pt x="974" y="824"/>
                  <a:pt x="974" y="824"/>
                </a:cubicBezTo>
                <a:close/>
                <a:moveTo>
                  <a:pt x="1043" y="783"/>
                </a:moveTo>
                <a:cubicBezTo>
                  <a:pt x="1031" y="789"/>
                  <a:pt x="1019" y="796"/>
                  <a:pt x="1008" y="803"/>
                </a:cubicBezTo>
                <a:cubicBezTo>
                  <a:pt x="1003" y="806"/>
                  <a:pt x="1003" y="806"/>
                  <a:pt x="1003" y="806"/>
                </a:cubicBezTo>
                <a:cubicBezTo>
                  <a:pt x="1016" y="828"/>
                  <a:pt x="1016" y="828"/>
                  <a:pt x="1016" y="828"/>
                </a:cubicBezTo>
                <a:cubicBezTo>
                  <a:pt x="1021" y="825"/>
                  <a:pt x="1021" y="825"/>
                  <a:pt x="1021" y="825"/>
                </a:cubicBezTo>
                <a:cubicBezTo>
                  <a:pt x="1033" y="819"/>
                  <a:pt x="1045" y="813"/>
                  <a:pt x="1056" y="805"/>
                </a:cubicBezTo>
                <a:cubicBezTo>
                  <a:pt x="1062" y="803"/>
                  <a:pt x="1062" y="803"/>
                  <a:pt x="1062" y="803"/>
                </a:cubicBezTo>
                <a:cubicBezTo>
                  <a:pt x="1048" y="780"/>
                  <a:pt x="1048" y="780"/>
                  <a:pt x="1048" y="780"/>
                </a:cubicBezTo>
                <a:cubicBezTo>
                  <a:pt x="1043" y="783"/>
                  <a:pt x="1043" y="783"/>
                  <a:pt x="1043" y="783"/>
                </a:cubicBezTo>
                <a:cubicBezTo>
                  <a:pt x="1043" y="783"/>
                  <a:pt x="1043" y="783"/>
                  <a:pt x="1043" y="783"/>
                </a:cubicBezTo>
                <a:close/>
                <a:moveTo>
                  <a:pt x="838" y="909"/>
                </a:moveTo>
                <a:cubicBezTo>
                  <a:pt x="824" y="920"/>
                  <a:pt x="816" y="927"/>
                  <a:pt x="812" y="934"/>
                </a:cubicBezTo>
                <a:cubicBezTo>
                  <a:pt x="811" y="936"/>
                  <a:pt x="809" y="938"/>
                  <a:pt x="808" y="941"/>
                </a:cubicBezTo>
                <a:cubicBezTo>
                  <a:pt x="805" y="946"/>
                  <a:pt x="805" y="946"/>
                  <a:pt x="805" y="946"/>
                </a:cubicBezTo>
                <a:cubicBezTo>
                  <a:pt x="827" y="959"/>
                  <a:pt x="827" y="959"/>
                  <a:pt x="827" y="959"/>
                </a:cubicBezTo>
                <a:cubicBezTo>
                  <a:pt x="830" y="955"/>
                  <a:pt x="830" y="955"/>
                  <a:pt x="830" y="955"/>
                </a:cubicBezTo>
                <a:cubicBezTo>
                  <a:pt x="832" y="953"/>
                  <a:pt x="832" y="950"/>
                  <a:pt x="834" y="948"/>
                </a:cubicBezTo>
                <a:cubicBezTo>
                  <a:pt x="835" y="947"/>
                  <a:pt x="838" y="942"/>
                  <a:pt x="854" y="930"/>
                </a:cubicBezTo>
                <a:cubicBezTo>
                  <a:pt x="858" y="926"/>
                  <a:pt x="858" y="926"/>
                  <a:pt x="858" y="926"/>
                </a:cubicBezTo>
                <a:cubicBezTo>
                  <a:pt x="843" y="906"/>
                  <a:pt x="843" y="906"/>
                  <a:pt x="843" y="906"/>
                </a:cubicBezTo>
                <a:cubicBezTo>
                  <a:pt x="838" y="909"/>
                  <a:pt x="838" y="909"/>
                  <a:pt x="838" y="909"/>
                </a:cubicBezTo>
                <a:cubicBezTo>
                  <a:pt x="838" y="909"/>
                  <a:pt x="838" y="909"/>
                  <a:pt x="838" y="909"/>
                </a:cubicBezTo>
                <a:close/>
                <a:moveTo>
                  <a:pt x="905" y="864"/>
                </a:moveTo>
                <a:cubicBezTo>
                  <a:pt x="894" y="872"/>
                  <a:pt x="882" y="879"/>
                  <a:pt x="872" y="886"/>
                </a:cubicBezTo>
                <a:cubicBezTo>
                  <a:pt x="868" y="889"/>
                  <a:pt x="868" y="889"/>
                  <a:pt x="868" y="889"/>
                </a:cubicBezTo>
                <a:cubicBezTo>
                  <a:pt x="882" y="910"/>
                  <a:pt x="882" y="910"/>
                  <a:pt x="882" y="910"/>
                </a:cubicBezTo>
                <a:cubicBezTo>
                  <a:pt x="886" y="907"/>
                  <a:pt x="886" y="907"/>
                  <a:pt x="886" y="907"/>
                </a:cubicBezTo>
                <a:cubicBezTo>
                  <a:pt x="897" y="901"/>
                  <a:pt x="908" y="894"/>
                  <a:pt x="919" y="887"/>
                </a:cubicBezTo>
                <a:cubicBezTo>
                  <a:pt x="924" y="884"/>
                  <a:pt x="924" y="884"/>
                  <a:pt x="924" y="884"/>
                </a:cubicBezTo>
                <a:cubicBezTo>
                  <a:pt x="911" y="861"/>
                  <a:pt x="911" y="861"/>
                  <a:pt x="911" y="861"/>
                </a:cubicBezTo>
                <a:cubicBezTo>
                  <a:pt x="905" y="864"/>
                  <a:pt x="905" y="864"/>
                  <a:pt x="905" y="864"/>
                </a:cubicBezTo>
                <a:cubicBezTo>
                  <a:pt x="905" y="864"/>
                  <a:pt x="905" y="864"/>
                  <a:pt x="905" y="864"/>
                </a:cubicBezTo>
                <a:close/>
                <a:moveTo>
                  <a:pt x="1140" y="726"/>
                </a:moveTo>
                <a:cubicBezTo>
                  <a:pt x="1155" y="748"/>
                  <a:pt x="1155" y="748"/>
                  <a:pt x="1155" y="748"/>
                </a:cubicBezTo>
                <a:cubicBezTo>
                  <a:pt x="1199" y="723"/>
                  <a:pt x="1199" y="723"/>
                  <a:pt x="1199" y="723"/>
                </a:cubicBezTo>
                <a:cubicBezTo>
                  <a:pt x="1184" y="701"/>
                  <a:pt x="1184" y="701"/>
                  <a:pt x="1184" y="701"/>
                </a:cubicBezTo>
                <a:cubicBezTo>
                  <a:pt x="1140" y="726"/>
                  <a:pt x="1140" y="726"/>
                  <a:pt x="1140" y="726"/>
                </a:cubicBezTo>
                <a:cubicBezTo>
                  <a:pt x="1140" y="726"/>
                  <a:pt x="1140" y="726"/>
                  <a:pt x="1140" y="726"/>
                </a:cubicBezTo>
                <a:close/>
                <a:moveTo>
                  <a:pt x="48" y="303"/>
                </a:moveTo>
                <a:cubicBezTo>
                  <a:pt x="43" y="306"/>
                  <a:pt x="37" y="310"/>
                  <a:pt x="32" y="317"/>
                </a:cubicBezTo>
                <a:cubicBezTo>
                  <a:pt x="28" y="322"/>
                  <a:pt x="28" y="322"/>
                  <a:pt x="28" y="322"/>
                </a:cubicBezTo>
                <a:cubicBezTo>
                  <a:pt x="48" y="339"/>
                  <a:pt x="48" y="339"/>
                  <a:pt x="48" y="339"/>
                </a:cubicBezTo>
                <a:cubicBezTo>
                  <a:pt x="51" y="334"/>
                  <a:pt x="51" y="334"/>
                  <a:pt x="51" y="334"/>
                </a:cubicBezTo>
                <a:cubicBezTo>
                  <a:pt x="54" y="330"/>
                  <a:pt x="58" y="328"/>
                  <a:pt x="61" y="327"/>
                </a:cubicBezTo>
                <a:cubicBezTo>
                  <a:pt x="61" y="327"/>
                  <a:pt x="63" y="325"/>
                  <a:pt x="74" y="328"/>
                </a:cubicBezTo>
                <a:cubicBezTo>
                  <a:pt x="80" y="330"/>
                  <a:pt x="80" y="330"/>
                  <a:pt x="80" y="330"/>
                </a:cubicBezTo>
                <a:cubicBezTo>
                  <a:pt x="86" y="305"/>
                  <a:pt x="86" y="305"/>
                  <a:pt x="86" y="305"/>
                </a:cubicBezTo>
                <a:cubicBezTo>
                  <a:pt x="81" y="304"/>
                  <a:pt x="81" y="304"/>
                  <a:pt x="81" y="304"/>
                </a:cubicBezTo>
                <a:cubicBezTo>
                  <a:pt x="67" y="299"/>
                  <a:pt x="57" y="299"/>
                  <a:pt x="48" y="303"/>
                </a:cubicBezTo>
                <a:close/>
                <a:moveTo>
                  <a:pt x="1338" y="556"/>
                </a:moveTo>
                <a:cubicBezTo>
                  <a:pt x="1336" y="570"/>
                  <a:pt x="1333" y="583"/>
                  <a:pt x="1330" y="593"/>
                </a:cubicBezTo>
                <a:cubicBezTo>
                  <a:pt x="1328" y="598"/>
                  <a:pt x="1328" y="598"/>
                  <a:pt x="1328" y="598"/>
                </a:cubicBezTo>
                <a:cubicBezTo>
                  <a:pt x="1353" y="606"/>
                  <a:pt x="1353" y="606"/>
                  <a:pt x="1353" y="606"/>
                </a:cubicBezTo>
                <a:cubicBezTo>
                  <a:pt x="1355" y="601"/>
                  <a:pt x="1355" y="601"/>
                  <a:pt x="1355" y="601"/>
                </a:cubicBezTo>
                <a:cubicBezTo>
                  <a:pt x="1358" y="590"/>
                  <a:pt x="1361" y="576"/>
                  <a:pt x="1363" y="561"/>
                </a:cubicBezTo>
                <a:cubicBezTo>
                  <a:pt x="1364" y="555"/>
                  <a:pt x="1364" y="555"/>
                  <a:pt x="1364" y="555"/>
                </a:cubicBezTo>
                <a:cubicBezTo>
                  <a:pt x="1339" y="551"/>
                  <a:pt x="1339" y="551"/>
                  <a:pt x="1339" y="551"/>
                </a:cubicBezTo>
                <a:cubicBezTo>
                  <a:pt x="1338" y="556"/>
                  <a:pt x="1338" y="556"/>
                  <a:pt x="1338" y="556"/>
                </a:cubicBezTo>
                <a:cubicBezTo>
                  <a:pt x="1338" y="556"/>
                  <a:pt x="1338" y="556"/>
                  <a:pt x="1338" y="556"/>
                </a:cubicBezTo>
                <a:close/>
                <a:moveTo>
                  <a:pt x="1344" y="474"/>
                </a:moveTo>
                <a:cubicBezTo>
                  <a:pt x="1344" y="480"/>
                  <a:pt x="1344" y="480"/>
                  <a:pt x="1344" y="480"/>
                </a:cubicBezTo>
                <a:cubicBezTo>
                  <a:pt x="1344" y="493"/>
                  <a:pt x="1344" y="506"/>
                  <a:pt x="1342" y="518"/>
                </a:cubicBezTo>
                <a:cubicBezTo>
                  <a:pt x="1342" y="524"/>
                  <a:pt x="1342" y="524"/>
                  <a:pt x="1342" y="524"/>
                </a:cubicBezTo>
                <a:cubicBezTo>
                  <a:pt x="1367" y="526"/>
                  <a:pt x="1367" y="526"/>
                  <a:pt x="1367" y="526"/>
                </a:cubicBezTo>
                <a:cubicBezTo>
                  <a:pt x="1367" y="520"/>
                  <a:pt x="1367" y="520"/>
                  <a:pt x="1367" y="520"/>
                </a:cubicBezTo>
                <a:cubicBezTo>
                  <a:pt x="1368" y="507"/>
                  <a:pt x="1369" y="493"/>
                  <a:pt x="1369" y="480"/>
                </a:cubicBezTo>
                <a:cubicBezTo>
                  <a:pt x="1369" y="474"/>
                  <a:pt x="1369" y="474"/>
                  <a:pt x="1369" y="474"/>
                </a:cubicBezTo>
                <a:cubicBezTo>
                  <a:pt x="1344" y="474"/>
                  <a:pt x="1344" y="474"/>
                  <a:pt x="1344" y="474"/>
                </a:cubicBezTo>
                <a:cubicBezTo>
                  <a:pt x="1344" y="474"/>
                  <a:pt x="1344" y="474"/>
                  <a:pt x="1344" y="474"/>
                </a:cubicBezTo>
                <a:close/>
                <a:moveTo>
                  <a:pt x="791" y="972"/>
                </a:moveTo>
                <a:cubicBezTo>
                  <a:pt x="789" y="977"/>
                  <a:pt x="789" y="977"/>
                  <a:pt x="789" y="977"/>
                </a:cubicBezTo>
                <a:cubicBezTo>
                  <a:pt x="782" y="989"/>
                  <a:pt x="777" y="1000"/>
                  <a:pt x="771" y="1009"/>
                </a:cubicBezTo>
                <a:cubicBezTo>
                  <a:pt x="767" y="1014"/>
                  <a:pt x="767" y="1014"/>
                  <a:pt x="767" y="1014"/>
                </a:cubicBezTo>
                <a:cubicBezTo>
                  <a:pt x="789" y="1028"/>
                  <a:pt x="789" y="1028"/>
                  <a:pt x="789" y="1028"/>
                </a:cubicBezTo>
                <a:cubicBezTo>
                  <a:pt x="792" y="1024"/>
                  <a:pt x="792" y="1024"/>
                  <a:pt x="792" y="1024"/>
                </a:cubicBezTo>
                <a:cubicBezTo>
                  <a:pt x="799" y="1014"/>
                  <a:pt x="805" y="1002"/>
                  <a:pt x="812" y="988"/>
                </a:cubicBezTo>
                <a:cubicBezTo>
                  <a:pt x="814" y="984"/>
                  <a:pt x="814" y="984"/>
                  <a:pt x="814" y="984"/>
                </a:cubicBezTo>
                <a:cubicBezTo>
                  <a:pt x="804" y="977"/>
                  <a:pt x="804" y="977"/>
                  <a:pt x="804" y="977"/>
                </a:cubicBezTo>
                <a:cubicBezTo>
                  <a:pt x="791" y="972"/>
                  <a:pt x="791" y="972"/>
                  <a:pt x="791" y="972"/>
                </a:cubicBezTo>
                <a:cubicBezTo>
                  <a:pt x="791" y="972"/>
                  <a:pt x="791" y="972"/>
                  <a:pt x="791" y="972"/>
                </a:cubicBezTo>
                <a:close/>
                <a:moveTo>
                  <a:pt x="1249" y="662"/>
                </a:moveTo>
                <a:cubicBezTo>
                  <a:pt x="1238" y="669"/>
                  <a:pt x="1226" y="676"/>
                  <a:pt x="1214" y="683"/>
                </a:cubicBezTo>
                <a:cubicBezTo>
                  <a:pt x="1210" y="686"/>
                  <a:pt x="1210" y="686"/>
                  <a:pt x="1210" y="686"/>
                </a:cubicBezTo>
                <a:cubicBezTo>
                  <a:pt x="1222" y="709"/>
                  <a:pt x="1222" y="709"/>
                  <a:pt x="1222" y="709"/>
                </a:cubicBezTo>
                <a:cubicBezTo>
                  <a:pt x="1228" y="706"/>
                  <a:pt x="1228" y="706"/>
                  <a:pt x="1228" y="706"/>
                </a:cubicBezTo>
                <a:cubicBezTo>
                  <a:pt x="1240" y="698"/>
                  <a:pt x="1252" y="691"/>
                  <a:pt x="1262" y="685"/>
                </a:cubicBezTo>
                <a:cubicBezTo>
                  <a:pt x="1267" y="682"/>
                  <a:pt x="1267" y="682"/>
                  <a:pt x="1267" y="682"/>
                </a:cubicBezTo>
                <a:cubicBezTo>
                  <a:pt x="1253" y="660"/>
                  <a:pt x="1253" y="660"/>
                  <a:pt x="1253" y="660"/>
                </a:cubicBezTo>
                <a:cubicBezTo>
                  <a:pt x="1249" y="662"/>
                  <a:pt x="1249" y="662"/>
                  <a:pt x="1249" y="662"/>
                </a:cubicBezTo>
                <a:cubicBezTo>
                  <a:pt x="1249" y="662"/>
                  <a:pt x="1249" y="662"/>
                  <a:pt x="1249" y="662"/>
                </a:cubicBezTo>
                <a:close/>
                <a:moveTo>
                  <a:pt x="1314" y="619"/>
                </a:moveTo>
                <a:cubicBezTo>
                  <a:pt x="1307" y="625"/>
                  <a:pt x="1297" y="632"/>
                  <a:pt x="1283" y="641"/>
                </a:cubicBezTo>
                <a:cubicBezTo>
                  <a:pt x="1278" y="645"/>
                  <a:pt x="1278" y="645"/>
                  <a:pt x="1278" y="645"/>
                </a:cubicBezTo>
                <a:cubicBezTo>
                  <a:pt x="1292" y="666"/>
                  <a:pt x="1292" y="666"/>
                  <a:pt x="1292" y="666"/>
                </a:cubicBezTo>
                <a:cubicBezTo>
                  <a:pt x="1297" y="663"/>
                  <a:pt x="1297" y="663"/>
                  <a:pt x="1297" y="663"/>
                </a:cubicBezTo>
                <a:cubicBezTo>
                  <a:pt x="1312" y="653"/>
                  <a:pt x="1323" y="646"/>
                  <a:pt x="1330" y="640"/>
                </a:cubicBezTo>
                <a:cubicBezTo>
                  <a:pt x="1334" y="636"/>
                  <a:pt x="1334" y="636"/>
                  <a:pt x="1334" y="636"/>
                </a:cubicBezTo>
                <a:cubicBezTo>
                  <a:pt x="1318" y="616"/>
                  <a:pt x="1318" y="616"/>
                  <a:pt x="1318" y="616"/>
                </a:cubicBezTo>
                <a:cubicBezTo>
                  <a:pt x="1314" y="619"/>
                  <a:pt x="1314" y="619"/>
                  <a:pt x="1314" y="619"/>
                </a:cubicBezTo>
                <a:cubicBezTo>
                  <a:pt x="1314" y="619"/>
                  <a:pt x="1314" y="619"/>
                  <a:pt x="1314" y="619"/>
                </a:cubicBezTo>
                <a:close/>
                <a:moveTo>
                  <a:pt x="318" y="798"/>
                </a:moveTo>
                <a:cubicBezTo>
                  <a:pt x="314" y="795"/>
                  <a:pt x="314" y="795"/>
                  <a:pt x="314" y="795"/>
                </a:cubicBezTo>
                <a:cubicBezTo>
                  <a:pt x="300" y="818"/>
                  <a:pt x="300" y="818"/>
                  <a:pt x="300" y="818"/>
                </a:cubicBezTo>
                <a:cubicBezTo>
                  <a:pt x="306" y="821"/>
                  <a:pt x="306" y="821"/>
                  <a:pt x="306" y="821"/>
                </a:cubicBezTo>
                <a:cubicBezTo>
                  <a:pt x="317" y="828"/>
                  <a:pt x="328" y="834"/>
                  <a:pt x="339" y="841"/>
                </a:cubicBezTo>
                <a:cubicBezTo>
                  <a:pt x="344" y="844"/>
                  <a:pt x="344" y="844"/>
                  <a:pt x="344" y="844"/>
                </a:cubicBezTo>
                <a:cubicBezTo>
                  <a:pt x="357" y="821"/>
                  <a:pt x="357" y="821"/>
                  <a:pt x="357" y="821"/>
                </a:cubicBezTo>
                <a:cubicBezTo>
                  <a:pt x="353" y="818"/>
                  <a:pt x="353" y="818"/>
                  <a:pt x="353" y="818"/>
                </a:cubicBezTo>
                <a:cubicBezTo>
                  <a:pt x="341" y="812"/>
                  <a:pt x="330" y="805"/>
                  <a:pt x="318" y="798"/>
                </a:cubicBezTo>
                <a:close/>
                <a:moveTo>
                  <a:pt x="368" y="858"/>
                </a:moveTo>
                <a:cubicBezTo>
                  <a:pt x="413" y="883"/>
                  <a:pt x="413" y="883"/>
                  <a:pt x="413" y="883"/>
                </a:cubicBezTo>
                <a:cubicBezTo>
                  <a:pt x="425" y="861"/>
                  <a:pt x="425" y="861"/>
                  <a:pt x="425" y="861"/>
                </a:cubicBezTo>
                <a:cubicBezTo>
                  <a:pt x="381" y="834"/>
                  <a:pt x="381" y="834"/>
                  <a:pt x="381" y="834"/>
                </a:cubicBezTo>
                <a:cubicBezTo>
                  <a:pt x="368" y="858"/>
                  <a:pt x="368" y="858"/>
                  <a:pt x="368" y="858"/>
                </a:cubicBezTo>
                <a:cubicBezTo>
                  <a:pt x="368" y="858"/>
                  <a:pt x="368" y="858"/>
                  <a:pt x="368" y="858"/>
                </a:cubicBezTo>
                <a:close/>
                <a:moveTo>
                  <a:pt x="249" y="759"/>
                </a:moveTo>
                <a:cubicBezTo>
                  <a:pt x="244" y="756"/>
                  <a:pt x="244" y="756"/>
                  <a:pt x="244" y="756"/>
                </a:cubicBezTo>
                <a:cubicBezTo>
                  <a:pt x="231" y="779"/>
                  <a:pt x="231" y="779"/>
                  <a:pt x="231" y="779"/>
                </a:cubicBezTo>
                <a:cubicBezTo>
                  <a:pt x="236" y="781"/>
                  <a:pt x="236" y="781"/>
                  <a:pt x="236" y="781"/>
                </a:cubicBezTo>
                <a:cubicBezTo>
                  <a:pt x="247" y="787"/>
                  <a:pt x="259" y="794"/>
                  <a:pt x="271" y="801"/>
                </a:cubicBezTo>
                <a:cubicBezTo>
                  <a:pt x="276" y="803"/>
                  <a:pt x="276" y="803"/>
                  <a:pt x="276" y="803"/>
                </a:cubicBezTo>
                <a:cubicBezTo>
                  <a:pt x="289" y="781"/>
                  <a:pt x="289" y="781"/>
                  <a:pt x="289" y="781"/>
                </a:cubicBezTo>
                <a:cubicBezTo>
                  <a:pt x="284" y="778"/>
                  <a:pt x="284" y="778"/>
                  <a:pt x="284" y="778"/>
                </a:cubicBezTo>
                <a:cubicBezTo>
                  <a:pt x="271" y="771"/>
                  <a:pt x="260" y="765"/>
                  <a:pt x="249" y="759"/>
                </a:cubicBezTo>
                <a:close/>
                <a:moveTo>
                  <a:pt x="179" y="721"/>
                </a:moveTo>
                <a:cubicBezTo>
                  <a:pt x="174" y="718"/>
                  <a:pt x="174" y="718"/>
                  <a:pt x="174" y="718"/>
                </a:cubicBezTo>
                <a:cubicBezTo>
                  <a:pt x="162" y="741"/>
                  <a:pt x="162" y="741"/>
                  <a:pt x="162" y="741"/>
                </a:cubicBezTo>
                <a:cubicBezTo>
                  <a:pt x="167" y="744"/>
                  <a:pt x="167" y="744"/>
                  <a:pt x="167" y="744"/>
                </a:cubicBezTo>
                <a:cubicBezTo>
                  <a:pt x="177" y="749"/>
                  <a:pt x="188" y="756"/>
                  <a:pt x="202" y="762"/>
                </a:cubicBezTo>
                <a:cubicBezTo>
                  <a:pt x="206" y="765"/>
                  <a:pt x="206" y="765"/>
                  <a:pt x="206" y="765"/>
                </a:cubicBezTo>
                <a:cubicBezTo>
                  <a:pt x="219" y="742"/>
                  <a:pt x="219" y="742"/>
                  <a:pt x="219" y="742"/>
                </a:cubicBezTo>
                <a:cubicBezTo>
                  <a:pt x="214" y="740"/>
                  <a:pt x="214" y="740"/>
                  <a:pt x="214" y="740"/>
                </a:cubicBezTo>
                <a:cubicBezTo>
                  <a:pt x="200" y="732"/>
                  <a:pt x="188" y="726"/>
                  <a:pt x="179" y="721"/>
                </a:cubicBezTo>
                <a:close/>
                <a:moveTo>
                  <a:pt x="133" y="704"/>
                </a:moveTo>
                <a:cubicBezTo>
                  <a:pt x="131" y="704"/>
                  <a:pt x="131" y="704"/>
                  <a:pt x="131" y="704"/>
                </a:cubicBezTo>
                <a:cubicBezTo>
                  <a:pt x="124" y="704"/>
                  <a:pt x="114" y="702"/>
                  <a:pt x="101" y="698"/>
                </a:cubicBezTo>
                <a:cubicBezTo>
                  <a:pt x="96" y="696"/>
                  <a:pt x="96" y="696"/>
                  <a:pt x="96" y="696"/>
                </a:cubicBezTo>
                <a:cubicBezTo>
                  <a:pt x="88" y="721"/>
                  <a:pt x="88" y="721"/>
                  <a:pt x="88" y="721"/>
                </a:cubicBezTo>
                <a:cubicBezTo>
                  <a:pt x="93" y="722"/>
                  <a:pt x="93" y="722"/>
                  <a:pt x="93" y="722"/>
                </a:cubicBezTo>
                <a:cubicBezTo>
                  <a:pt x="103" y="726"/>
                  <a:pt x="117" y="729"/>
                  <a:pt x="129" y="729"/>
                </a:cubicBezTo>
                <a:cubicBezTo>
                  <a:pt x="130" y="729"/>
                  <a:pt x="132" y="729"/>
                  <a:pt x="133" y="729"/>
                </a:cubicBezTo>
                <a:cubicBezTo>
                  <a:pt x="133" y="729"/>
                  <a:pt x="133" y="729"/>
                  <a:pt x="133" y="729"/>
                </a:cubicBezTo>
                <a:cubicBezTo>
                  <a:pt x="139" y="731"/>
                  <a:pt x="139" y="731"/>
                  <a:pt x="139" y="731"/>
                </a:cubicBezTo>
                <a:cubicBezTo>
                  <a:pt x="144" y="706"/>
                  <a:pt x="144" y="706"/>
                  <a:pt x="144" y="706"/>
                </a:cubicBezTo>
                <a:cubicBezTo>
                  <a:pt x="139" y="704"/>
                  <a:pt x="139" y="704"/>
                  <a:pt x="139" y="704"/>
                </a:cubicBezTo>
                <a:cubicBezTo>
                  <a:pt x="137" y="704"/>
                  <a:pt x="135" y="704"/>
                  <a:pt x="133" y="704"/>
                </a:cubicBezTo>
                <a:close/>
                <a:moveTo>
                  <a:pt x="748" y="1029"/>
                </a:moveTo>
                <a:cubicBezTo>
                  <a:pt x="747" y="1029"/>
                  <a:pt x="747" y="1029"/>
                  <a:pt x="745" y="1030"/>
                </a:cubicBezTo>
                <a:cubicBezTo>
                  <a:pt x="738" y="1031"/>
                  <a:pt x="726" y="1031"/>
                  <a:pt x="714" y="1030"/>
                </a:cubicBezTo>
                <a:cubicBezTo>
                  <a:pt x="708" y="1029"/>
                  <a:pt x="708" y="1029"/>
                  <a:pt x="708" y="1029"/>
                </a:cubicBezTo>
                <a:cubicBezTo>
                  <a:pt x="706" y="1055"/>
                  <a:pt x="706" y="1055"/>
                  <a:pt x="706" y="1055"/>
                </a:cubicBezTo>
                <a:cubicBezTo>
                  <a:pt x="711" y="1056"/>
                  <a:pt x="711" y="1056"/>
                  <a:pt x="711" y="1056"/>
                </a:cubicBezTo>
                <a:cubicBezTo>
                  <a:pt x="718" y="1057"/>
                  <a:pt x="724" y="1057"/>
                  <a:pt x="729" y="1057"/>
                </a:cubicBezTo>
                <a:cubicBezTo>
                  <a:pt x="738" y="1057"/>
                  <a:pt x="744" y="1057"/>
                  <a:pt x="750" y="1055"/>
                </a:cubicBezTo>
                <a:cubicBezTo>
                  <a:pt x="752" y="1055"/>
                  <a:pt x="754" y="1055"/>
                  <a:pt x="756" y="1054"/>
                </a:cubicBezTo>
                <a:cubicBezTo>
                  <a:pt x="761" y="1052"/>
                  <a:pt x="761" y="1052"/>
                  <a:pt x="761" y="1052"/>
                </a:cubicBezTo>
                <a:cubicBezTo>
                  <a:pt x="753" y="1027"/>
                  <a:pt x="753" y="1027"/>
                  <a:pt x="753" y="1027"/>
                </a:cubicBezTo>
                <a:cubicBezTo>
                  <a:pt x="748" y="1029"/>
                  <a:pt x="748" y="1029"/>
                  <a:pt x="748" y="1029"/>
                </a:cubicBezTo>
                <a:cubicBezTo>
                  <a:pt x="748" y="1029"/>
                  <a:pt x="748" y="1029"/>
                  <a:pt x="748" y="1029"/>
                </a:cubicBezTo>
                <a:close/>
                <a:moveTo>
                  <a:pt x="606" y="985"/>
                </a:moveTo>
                <a:cubicBezTo>
                  <a:pt x="606" y="984"/>
                  <a:pt x="606" y="984"/>
                  <a:pt x="606" y="984"/>
                </a:cubicBezTo>
                <a:cubicBezTo>
                  <a:pt x="602" y="978"/>
                  <a:pt x="598" y="970"/>
                  <a:pt x="594" y="964"/>
                </a:cubicBezTo>
                <a:cubicBezTo>
                  <a:pt x="591" y="959"/>
                  <a:pt x="591" y="959"/>
                  <a:pt x="591" y="959"/>
                </a:cubicBezTo>
                <a:cubicBezTo>
                  <a:pt x="568" y="973"/>
                  <a:pt x="568" y="973"/>
                  <a:pt x="568" y="973"/>
                </a:cubicBezTo>
                <a:cubicBezTo>
                  <a:pt x="571" y="979"/>
                  <a:pt x="571" y="979"/>
                  <a:pt x="571" y="979"/>
                </a:cubicBezTo>
                <a:cubicBezTo>
                  <a:pt x="575" y="985"/>
                  <a:pt x="579" y="991"/>
                  <a:pt x="582" y="997"/>
                </a:cubicBezTo>
                <a:cubicBezTo>
                  <a:pt x="585" y="1002"/>
                  <a:pt x="589" y="1008"/>
                  <a:pt x="592" y="1013"/>
                </a:cubicBezTo>
                <a:cubicBezTo>
                  <a:pt x="595" y="1017"/>
                  <a:pt x="595" y="1017"/>
                  <a:pt x="595" y="1017"/>
                </a:cubicBezTo>
                <a:cubicBezTo>
                  <a:pt x="617" y="1003"/>
                  <a:pt x="617" y="1003"/>
                  <a:pt x="617" y="1003"/>
                </a:cubicBezTo>
                <a:cubicBezTo>
                  <a:pt x="614" y="998"/>
                  <a:pt x="614" y="998"/>
                  <a:pt x="614" y="998"/>
                </a:cubicBezTo>
                <a:cubicBezTo>
                  <a:pt x="612" y="994"/>
                  <a:pt x="609" y="990"/>
                  <a:pt x="606" y="985"/>
                </a:cubicBezTo>
                <a:close/>
                <a:moveTo>
                  <a:pt x="524" y="917"/>
                </a:moveTo>
                <a:cubicBezTo>
                  <a:pt x="519" y="914"/>
                  <a:pt x="519" y="914"/>
                  <a:pt x="519" y="914"/>
                </a:cubicBezTo>
                <a:cubicBezTo>
                  <a:pt x="507" y="937"/>
                  <a:pt x="507" y="937"/>
                  <a:pt x="507" y="937"/>
                </a:cubicBezTo>
                <a:cubicBezTo>
                  <a:pt x="511" y="940"/>
                  <a:pt x="511" y="940"/>
                  <a:pt x="511" y="940"/>
                </a:cubicBezTo>
                <a:cubicBezTo>
                  <a:pt x="538" y="955"/>
                  <a:pt x="545" y="958"/>
                  <a:pt x="549" y="958"/>
                </a:cubicBezTo>
                <a:cubicBezTo>
                  <a:pt x="555" y="961"/>
                  <a:pt x="555" y="961"/>
                  <a:pt x="555" y="961"/>
                </a:cubicBezTo>
                <a:cubicBezTo>
                  <a:pt x="562" y="935"/>
                  <a:pt x="562" y="935"/>
                  <a:pt x="562" y="935"/>
                </a:cubicBezTo>
                <a:cubicBezTo>
                  <a:pt x="555" y="933"/>
                  <a:pt x="555" y="933"/>
                  <a:pt x="555" y="933"/>
                </a:cubicBezTo>
                <a:cubicBezTo>
                  <a:pt x="555" y="933"/>
                  <a:pt x="550" y="931"/>
                  <a:pt x="524" y="917"/>
                </a:cubicBezTo>
                <a:close/>
                <a:moveTo>
                  <a:pt x="639" y="1015"/>
                </a:moveTo>
                <a:cubicBezTo>
                  <a:pt x="634" y="1013"/>
                  <a:pt x="634" y="1013"/>
                  <a:pt x="634" y="1013"/>
                </a:cubicBezTo>
                <a:cubicBezTo>
                  <a:pt x="625" y="1037"/>
                  <a:pt x="625" y="1037"/>
                  <a:pt x="625" y="1037"/>
                </a:cubicBezTo>
                <a:cubicBezTo>
                  <a:pt x="630" y="1039"/>
                  <a:pt x="630" y="1039"/>
                  <a:pt x="630" y="1039"/>
                </a:cubicBezTo>
                <a:cubicBezTo>
                  <a:pt x="642" y="1042"/>
                  <a:pt x="656" y="1046"/>
                  <a:pt x="671" y="1050"/>
                </a:cubicBezTo>
                <a:cubicBezTo>
                  <a:pt x="676" y="1050"/>
                  <a:pt x="676" y="1050"/>
                  <a:pt x="676" y="1050"/>
                </a:cubicBezTo>
                <a:cubicBezTo>
                  <a:pt x="682" y="1026"/>
                  <a:pt x="682" y="1026"/>
                  <a:pt x="682" y="1026"/>
                </a:cubicBezTo>
                <a:cubicBezTo>
                  <a:pt x="676" y="1024"/>
                  <a:pt x="676" y="1024"/>
                  <a:pt x="676" y="1024"/>
                </a:cubicBezTo>
                <a:cubicBezTo>
                  <a:pt x="663" y="1021"/>
                  <a:pt x="650" y="1018"/>
                  <a:pt x="639" y="1015"/>
                </a:cubicBezTo>
                <a:close/>
                <a:moveTo>
                  <a:pt x="455" y="878"/>
                </a:moveTo>
                <a:cubicBezTo>
                  <a:pt x="450" y="876"/>
                  <a:pt x="450" y="876"/>
                  <a:pt x="450" y="876"/>
                </a:cubicBezTo>
                <a:cubicBezTo>
                  <a:pt x="438" y="898"/>
                  <a:pt x="438" y="898"/>
                  <a:pt x="438" y="898"/>
                </a:cubicBezTo>
                <a:cubicBezTo>
                  <a:pt x="442" y="901"/>
                  <a:pt x="442" y="901"/>
                  <a:pt x="442" y="901"/>
                </a:cubicBezTo>
                <a:cubicBezTo>
                  <a:pt x="455" y="907"/>
                  <a:pt x="466" y="914"/>
                  <a:pt x="477" y="921"/>
                </a:cubicBezTo>
                <a:cubicBezTo>
                  <a:pt x="481" y="923"/>
                  <a:pt x="481" y="923"/>
                  <a:pt x="481" y="923"/>
                </a:cubicBezTo>
                <a:cubicBezTo>
                  <a:pt x="494" y="901"/>
                  <a:pt x="494" y="901"/>
                  <a:pt x="494" y="901"/>
                </a:cubicBezTo>
                <a:cubicBezTo>
                  <a:pt x="489" y="898"/>
                  <a:pt x="489" y="898"/>
                  <a:pt x="489" y="898"/>
                </a:cubicBezTo>
                <a:cubicBezTo>
                  <a:pt x="479" y="892"/>
                  <a:pt x="468" y="885"/>
                  <a:pt x="455" y="878"/>
                </a:cubicBezTo>
                <a:close/>
                <a:moveTo>
                  <a:pt x="737" y="694"/>
                </a:moveTo>
                <a:cubicBezTo>
                  <a:pt x="737" y="694"/>
                  <a:pt x="737" y="694"/>
                  <a:pt x="737" y="694"/>
                </a:cubicBezTo>
                <a:cubicBezTo>
                  <a:pt x="194" y="387"/>
                  <a:pt x="194" y="387"/>
                  <a:pt x="194" y="387"/>
                </a:cubicBezTo>
                <a:cubicBezTo>
                  <a:pt x="194" y="387"/>
                  <a:pt x="194" y="387"/>
                  <a:pt x="722" y="78"/>
                </a:cubicBezTo>
                <a:cubicBezTo>
                  <a:pt x="727" y="75"/>
                  <a:pt x="734" y="74"/>
                  <a:pt x="741" y="74"/>
                </a:cubicBezTo>
                <a:cubicBezTo>
                  <a:pt x="748" y="74"/>
                  <a:pt x="754" y="75"/>
                  <a:pt x="759" y="78"/>
                </a:cubicBezTo>
                <a:cubicBezTo>
                  <a:pt x="759" y="78"/>
                  <a:pt x="759" y="78"/>
                  <a:pt x="1268" y="374"/>
                </a:cubicBezTo>
                <a:cubicBezTo>
                  <a:pt x="1271" y="376"/>
                  <a:pt x="1272" y="376"/>
                  <a:pt x="1274" y="378"/>
                </a:cubicBezTo>
                <a:cubicBezTo>
                  <a:pt x="1274" y="378"/>
                  <a:pt x="1274" y="378"/>
                  <a:pt x="737" y="694"/>
                </a:cubicBezTo>
                <a:close/>
                <a:moveTo>
                  <a:pt x="246" y="640"/>
                </a:moveTo>
                <a:cubicBezTo>
                  <a:pt x="244" y="644"/>
                  <a:pt x="240" y="647"/>
                  <a:pt x="237" y="648"/>
                </a:cubicBezTo>
                <a:cubicBezTo>
                  <a:pt x="237" y="648"/>
                  <a:pt x="237" y="648"/>
                  <a:pt x="207" y="666"/>
                </a:cubicBezTo>
                <a:cubicBezTo>
                  <a:pt x="207" y="666"/>
                  <a:pt x="207" y="666"/>
                  <a:pt x="540" y="855"/>
                </a:cubicBezTo>
                <a:cubicBezTo>
                  <a:pt x="540" y="855"/>
                  <a:pt x="540" y="855"/>
                  <a:pt x="540" y="808"/>
                </a:cubicBezTo>
                <a:cubicBezTo>
                  <a:pt x="540" y="808"/>
                  <a:pt x="540" y="808"/>
                  <a:pt x="246" y="640"/>
                </a:cubicBezTo>
                <a:close/>
                <a:moveTo>
                  <a:pt x="756" y="741"/>
                </a:moveTo>
                <a:cubicBezTo>
                  <a:pt x="756" y="737"/>
                  <a:pt x="752" y="730"/>
                  <a:pt x="749" y="729"/>
                </a:cubicBezTo>
                <a:cubicBezTo>
                  <a:pt x="749" y="729"/>
                  <a:pt x="749" y="729"/>
                  <a:pt x="170" y="402"/>
                </a:cubicBezTo>
                <a:cubicBezTo>
                  <a:pt x="170" y="402"/>
                  <a:pt x="170" y="402"/>
                  <a:pt x="169" y="402"/>
                </a:cubicBezTo>
                <a:cubicBezTo>
                  <a:pt x="169" y="402"/>
                  <a:pt x="169" y="402"/>
                  <a:pt x="137" y="384"/>
                </a:cubicBezTo>
                <a:cubicBezTo>
                  <a:pt x="128" y="379"/>
                  <a:pt x="118" y="379"/>
                  <a:pt x="110" y="383"/>
                </a:cubicBezTo>
                <a:cubicBezTo>
                  <a:pt x="102" y="388"/>
                  <a:pt x="97" y="396"/>
                  <a:pt x="97" y="407"/>
                </a:cubicBezTo>
                <a:cubicBezTo>
                  <a:pt x="97" y="407"/>
                  <a:pt x="97" y="407"/>
                  <a:pt x="97" y="588"/>
                </a:cubicBezTo>
                <a:cubicBezTo>
                  <a:pt x="97" y="588"/>
                  <a:pt x="97" y="588"/>
                  <a:pt x="100" y="602"/>
                </a:cubicBezTo>
                <a:cubicBezTo>
                  <a:pt x="100" y="602"/>
                  <a:pt x="100" y="602"/>
                  <a:pt x="118" y="615"/>
                </a:cubicBezTo>
                <a:cubicBezTo>
                  <a:pt x="118" y="615"/>
                  <a:pt x="118" y="615"/>
                  <a:pt x="146" y="631"/>
                </a:cubicBezTo>
                <a:cubicBezTo>
                  <a:pt x="146" y="631"/>
                  <a:pt x="146" y="631"/>
                  <a:pt x="146" y="585"/>
                </a:cubicBezTo>
                <a:cubicBezTo>
                  <a:pt x="146" y="585"/>
                  <a:pt x="146" y="585"/>
                  <a:pt x="140" y="580"/>
                </a:cubicBezTo>
                <a:cubicBezTo>
                  <a:pt x="140" y="580"/>
                  <a:pt x="140" y="580"/>
                  <a:pt x="139" y="579"/>
                </a:cubicBezTo>
                <a:cubicBezTo>
                  <a:pt x="139" y="579"/>
                  <a:pt x="139" y="579"/>
                  <a:pt x="139" y="433"/>
                </a:cubicBezTo>
                <a:cubicBezTo>
                  <a:pt x="139" y="433"/>
                  <a:pt x="139" y="433"/>
                  <a:pt x="715" y="762"/>
                </a:cubicBezTo>
                <a:cubicBezTo>
                  <a:pt x="715" y="762"/>
                  <a:pt x="715" y="762"/>
                  <a:pt x="715" y="907"/>
                </a:cubicBezTo>
                <a:cubicBezTo>
                  <a:pt x="715" y="907"/>
                  <a:pt x="715" y="907"/>
                  <a:pt x="640" y="863"/>
                </a:cubicBezTo>
                <a:cubicBezTo>
                  <a:pt x="638" y="867"/>
                  <a:pt x="635" y="870"/>
                  <a:pt x="631" y="872"/>
                </a:cubicBezTo>
                <a:cubicBezTo>
                  <a:pt x="631" y="872"/>
                  <a:pt x="631" y="872"/>
                  <a:pt x="600" y="889"/>
                </a:cubicBezTo>
                <a:cubicBezTo>
                  <a:pt x="600" y="889"/>
                  <a:pt x="600" y="889"/>
                  <a:pt x="717" y="956"/>
                </a:cubicBezTo>
                <a:cubicBezTo>
                  <a:pt x="722" y="959"/>
                  <a:pt x="727" y="959"/>
                  <a:pt x="731" y="959"/>
                </a:cubicBezTo>
                <a:cubicBezTo>
                  <a:pt x="736" y="959"/>
                  <a:pt x="740" y="959"/>
                  <a:pt x="744" y="956"/>
                </a:cubicBezTo>
                <a:cubicBezTo>
                  <a:pt x="750" y="953"/>
                  <a:pt x="754" y="946"/>
                  <a:pt x="756" y="938"/>
                </a:cubicBezTo>
                <a:cubicBezTo>
                  <a:pt x="756" y="938"/>
                  <a:pt x="756" y="938"/>
                  <a:pt x="756" y="741"/>
                </a:cubicBezTo>
                <a:close/>
                <a:moveTo>
                  <a:pt x="1286" y="399"/>
                </a:moveTo>
                <a:cubicBezTo>
                  <a:pt x="1286" y="399"/>
                  <a:pt x="1286" y="399"/>
                  <a:pt x="1286" y="399"/>
                </a:cubicBezTo>
                <a:cubicBezTo>
                  <a:pt x="762" y="708"/>
                  <a:pt x="762" y="708"/>
                  <a:pt x="762" y="708"/>
                </a:cubicBezTo>
                <a:cubicBezTo>
                  <a:pt x="773" y="715"/>
                  <a:pt x="780" y="728"/>
                  <a:pt x="780" y="741"/>
                </a:cubicBezTo>
                <a:cubicBezTo>
                  <a:pt x="780" y="741"/>
                  <a:pt x="780" y="741"/>
                  <a:pt x="780" y="882"/>
                </a:cubicBezTo>
                <a:cubicBezTo>
                  <a:pt x="780" y="882"/>
                  <a:pt x="780" y="882"/>
                  <a:pt x="1268" y="603"/>
                </a:cubicBezTo>
                <a:cubicBezTo>
                  <a:pt x="1279" y="597"/>
                  <a:pt x="1287" y="584"/>
                  <a:pt x="1287" y="571"/>
                </a:cubicBezTo>
                <a:cubicBezTo>
                  <a:pt x="1287" y="571"/>
                  <a:pt x="1287" y="571"/>
                  <a:pt x="1287" y="407"/>
                </a:cubicBezTo>
                <a:cubicBezTo>
                  <a:pt x="1287" y="404"/>
                  <a:pt x="1287" y="402"/>
                  <a:pt x="1286" y="399"/>
                </a:cubicBezTo>
                <a:close/>
                <a:moveTo>
                  <a:pt x="487" y="733"/>
                </a:moveTo>
                <a:cubicBezTo>
                  <a:pt x="493" y="733"/>
                  <a:pt x="498" y="728"/>
                  <a:pt x="498" y="721"/>
                </a:cubicBezTo>
                <a:cubicBezTo>
                  <a:pt x="498" y="721"/>
                  <a:pt x="498" y="721"/>
                  <a:pt x="498" y="705"/>
                </a:cubicBezTo>
                <a:cubicBezTo>
                  <a:pt x="498" y="698"/>
                  <a:pt x="493" y="689"/>
                  <a:pt x="486" y="685"/>
                </a:cubicBezTo>
                <a:cubicBezTo>
                  <a:pt x="486" y="685"/>
                  <a:pt x="486" y="685"/>
                  <a:pt x="337" y="600"/>
                </a:cubicBezTo>
                <a:cubicBezTo>
                  <a:pt x="328" y="595"/>
                  <a:pt x="320" y="600"/>
                  <a:pt x="320" y="610"/>
                </a:cubicBezTo>
                <a:cubicBezTo>
                  <a:pt x="320" y="610"/>
                  <a:pt x="320" y="610"/>
                  <a:pt x="320" y="625"/>
                </a:cubicBezTo>
                <a:cubicBezTo>
                  <a:pt x="320" y="634"/>
                  <a:pt x="326" y="643"/>
                  <a:pt x="332" y="646"/>
                </a:cubicBezTo>
                <a:cubicBezTo>
                  <a:pt x="332" y="646"/>
                  <a:pt x="332" y="646"/>
                  <a:pt x="481" y="731"/>
                </a:cubicBezTo>
                <a:cubicBezTo>
                  <a:pt x="483" y="732"/>
                  <a:pt x="485" y="733"/>
                  <a:pt x="487" y="733"/>
                </a:cubicBezTo>
                <a:close/>
                <a:moveTo>
                  <a:pt x="626" y="842"/>
                </a:moveTo>
                <a:cubicBezTo>
                  <a:pt x="622" y="836"/>
                  <a:pt x="612" y="835"/>
                  <a:pt x="606" y="839"/>
                </a:cubicBezTo>
                <a:cubicBezTo>
                  <a:pt x="606" y="839"/>
                  <a:pt x="606" y="839"/>
                  <a:pt x="587" y="850"/>
                </a:cubicBezTo>
                <a:cubicBezTo>
                  <a:pt x="587" y="850"/>
                  <a:pt x="587" y="850"/>
                  <a:pt x="587" y="770"/>
                </a:cubicBezTo>
                <a:cubicBezTo>
                  <a:pt x="587" y="770"/>
                  <a:pt x="587" y="770"/>
                  <a:pt x="623" y="750"/>
                </a:cubicBezTo>
                <a:cubicBezTo>
                  <a:pt x="629" y="746"/>
                  <a:pt x="630" y="738"/>
                  <a:pt x="626" y="732"/>
                </a:cubicBezTo>
                <a:cubicBezTo>
                  <a:pt x="626" y="732"/>
                  <a:pt x="626" y="732"/>
                  <a:pt x="626" y="732"/>
                </a:cubicBezTo>
                <a:cubicBezTo>
                  <a:pt x="622" y="727"/>
                  <a:pt x="612" y="724"/>
                  <a:pt x="606" y="728"/>
                </a:cubicBezTo>
                <a:cubicBezTo>
                  <a:pt x="606" y="728"/>
                  <a:pt x="606" y="728"/>
                  <a:pt x="562" y="753"/>
                </a:cubicBezTo>
                <a:cubicBezTo>
                  <a:pt x="557" y="756"/>
                  <a:pt x="556" y="767"/>
                  <a:pt x="556" y="767"/>
                </a:cubicBezTo>
                <a:cubicBezTo>
                  <a:pt x="556" y="767"/>
                  <a:pt x="556" y="767"/>
                  <a:pt x="556" y="869"/>
                </a:cubicBezTo>
                <a:cubicBezTo>
                  <a:pt x="556" y="869"/>
                  <a:pt x="557" y="878"/>
                  <a:pt x="560" y="881"/>
                </a:cubicBezTo>
                <a:cubicBezTo>
                  <a:pt x="563" y="884"/>
                  <a:pt x="573" y="889"/>
                  <a:pt x="579" y="885"/>
                </a:cubicBezTo>
                <a:cubicBezTo>
                  <a:pt x="579" y="885"/>
                  <a:pt x="579" y="885"/>
                  <a:pt x="623" y="859"/>
                </a:cubicBezTo>
                <a:cubicBezTo>
                  <a:pt x="629" y="855"/>
                  <a:pt x="631" y="847"/>
                  <a:pt x="626" y="842"/>
                </a:cubicBezTo>
                <a:close/>
                <a:moveTo>
                  <a:pt x="233" y="619"/>
                </a:moveTo>
                <a:cubicBezTo>
                  <a:pt x="228" y="613"/>
                  <a:pt x="219" y="612"/>
                  <a:pt x="212" y="616"/>
                </a:cubicBezTo>
                <a:cubicBezTo>
                  <a:pt x="212" y="616"/>
                  <a:pt x="212" y="616"/>
                  <a:pt x="193" y="627"/>
                </a:cubicBezTo>
                <a:cubicBezTo>
                  <a:pt x="193" y="627"/>
                  <a:pt x="193" y="627"/>
                  <a:pt x="193" y="547"/>
                </a:cubicBezTo>
                <a:cubicBezTo>
                  <a:pt x="193" y="547"/>
                  <a:pt x="193" y="547"/>
                  <a:pt x="229" y="527"/>
                </a:cubicBezTo>
                <a:cubicBezTo>
                  <a:pt x="236" y="523"/>
                  <a:pt x="236" y="515"/>
                  <a:pt x="232" y="509"/>
                </a:cubicBezTo>
                <a:cubicBezTo>
                  <a:pt x="232" y="509"/>
                  <a:pt x="232" y="509"/>
                  <a:pt x="232" y="509"/>
                </a:cubicBezTo>
                <a:cubicBezTo>
                  <a:pt x="228" y="503"/>
                  <a:pt x="219" y="501"/>
                  <a:pt x="212" y="505"/>
                </a:cubicBezTo>
                <a:cubicBezTo>
                  <a:pt x="212" y="505"/>
                  <a:pt x="212" y="505"/>
                  <a:pt x="168" y="530"/>
                </a:cubicBezTo>
                <a:cubicBezTo>
                  <a:pt x="163" y="533"/>
                  <a:pt x="161" y="544"/>
                  <a:pt x="161" y="544"/>
                </a:cubicBezTo>
                <a:cubicBezTo>
                  <a:pt x="161" y="544"/>
                  <a:pt x="161" y="544"/>
                  <a:pt x="161" y="646"/>
                </a:cubicBezTo>
                <a:cubicBezTo>
                  <a:pt x="161" y="646"/>
                  <a:pt x="163" y="655"/>
                  <a:pt x="166" y="658"/>
                </a:cubicBezTo>
                <a:cubicBezTo>
                  <a:pt x="169" y="661"/>
                  <a:pt x="178" y="666"/>
                  <a:pt x="185" y="662"/>
                </a:cubicBezTo>
                <a:cubicBezTo>
                  <a:pt x="185" y="662"/>
                  <a:pt x="185" y="662"/>
                  <a:pt x="229" y="636"/>
                </a:cubicBezTo>
                <a:cubicBezTo>
                  <a:pt x="236" y="632"/>
                  <a:pt x="237" y="624"/>
                  <a:pt x="233" y="619"/>
                </a:cubicBezTo>
                <a:close/>
              </a:path>
            </a:pathLst>
          </a:custGeom>
          <a:solidFill>
            <a:schemeClr val="tx2"/>
          </a:solidFill>
          <a:ln>
            <a:noFill/>
          </a:ln>
        </p:spPr>
        <p:txBody>
          <a:bodyPr vert="horz" wrap="square" lIns="89635" tIns="44817" rIns="89635" bIns="44817" numCol="1" anchor="t" anchorCtr="0" compatLnSpc="1">
            <a:prstTxWarp prst="textNoShape">
              <a:avLst/>
            </a:prstTxWarp>
          </a:bodyPr>
          <a:lstStyle/>
          <a:p>
            <a:pPr marL="0" marR="0" lvl="0" indent="0" algn="l" defTabSz="91343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65" name="Picture 4" descr="C:\Users\roslyn.ADI\Desktop\DVD_ART36\Artwork_Imagery\Icons - Illustrations\_ WINDOWS SERVER ICONS\Hardware\Virtual Servers 2.png">
            <a:extLst>
              <a:ext uri="{FF2B5EF4-FFF2-40B4-BE49-F238E27FC236}">
                <a16:creationId xmlns:a16="http://schemas.microsoft.com/office/drawing/2014/main" id="{A32162C4-DA61-3EB0-6A56-188536D2464B}"/>
              </a:ext>
            </a:extLst>
          </p:cNvPr>
          <p:cNvPicPr>
            <a:picLocks noChangeAspect="1" noChangeArrowheads="1"/>
          </p:cNvPicPr>
          <p:nvPr/>
        </p:nvPicPr>
        <p:blipFill>
          <a:blip r:embed="rId3" cstate="print"/>
          <a:srcRect/>
          <a:stretch>
            <a:fillRect/>
          </a:stretch>
        </p:blipFill>
        <p:spPr bwMode="auto">
          <a:xfrm>
            <a:off x="5050470" y="3819730"/>
            <a:ext cx="492017" cy="613536"/>
          </a:xfrm>
          <a:prstGeom prst="rect">
            <a:avLst/>
          </a:prstGeom>
          <a:noFill/>
        </p:spPr>
      </p:pic>
      <p:sp>
        <p:nvSpPr>
          <p:cNvPr id="66" name="Freeform 24">
            <a:extLst>
              <a:ext uri="{FF2B5EF4-FFF2-40B4-BE49-F238E27FC236}">
                <a16:creationId xmlns:a16="http://schemas.microsoft.com/office/drawing/2014/main" id="{61625906-112E-0AB3-FB40-08CBD14A0AC6}"/>
              </a:ext>
            </a:extLst>
          </p:cNvPr>
          <p:cNvSpPr>
            <a:spLocks noEditPoints="1"/>
          </p:cNvSpPr>
          <p:nvPr/>
        </p:nvSpPr>
        <p:spPr bwMode="black">
          <a:xfrm>
            <a:off x="7417220" y="4237601"/>
            <a:ext cx="777169" cy="386005"/>
          </a:xfrm>
          <a:custGeom>
            <a:avLst/>
            <a:gdLst>
              <a:gd name="T0" fmla="*/ 524 w 1369"/>
              <a:gd name="T1" fmla="*/ 115 h 1057"/>
              <a:gd name="T2" fmla="*/ 373 w 1369"/>
              <a:gd name="T3" fmla="*/ 228 h 1057"/>
              <a:gd name="T4" fmla="*/ 455 w 1369"/>
              <a:gd name="T5" fmla="*/ 153 h 1057"/>
              <a:gd name="T6" fmla="*/ 5 w 1369"/>
              <a:gd name="T7" fmla="*/ 634 h 1057"/>
              <a:gd name="T8" fmla="*/ 149 w 1369"/>
              <a:gd name="T9" fmla="*/ 320 h 1057"/>
              <a:gd name="T10" fmla="*/ 26 w 1369"/>
              <a:gd name="T11" fmla="*/ 509 h 1057"/>
              <a:gd name="T12" fmla="*/ 652 w 1369"/>
              <a:gd name="T13" fmla="*/ 75 h 1057"/>
              <a:gd name="T14" fmla="*/ 36 w 1369"/>
              <a:gd name="T15" fmla="*/ 435 h 1057"/>
              <a:gd name="T16" fmla="*/ 28 w 1369"/>
              <a:gd name="T17" fmla="*/ 478 h 1057"/>
              <a:gd name="T18" fmla="*/ 9 w 1369"/>
              <a:gd name="T19" fmla="*/ 353 h 1057"/>
              <a:gd name="T20" fmla="*/ 1045 w 1369"/>
              <a:gd name="T21" fmla="*/ 157 h 1057"/>
              <a:gd name="T22" fmla="*/ 1251 w 1369"/>
              <a:gd name="T23" fmla="*/ 278 h 1057"/>
              <a:gd name="T24" fmla="*/ 1184 w 1369"/>
              <a:gd name="T25" fmla="*/ 236 h 1057"/>
              <a:gd name="T26" fmla="*/ 1369 w 1369"/>
              <a:gd name="T27" fmla="*/ 439 h 1057"/>
              <a:gd name="T28" fmla="*/ 1349 w 1369"/>
              <a:gd name="T29" fmla="*/ 356 h 1057"/>
              <a:gd name="T30" fmla="*/ 1150 w 1369"/>
              <a:gd name="T31" fmla="*/ 216 h 1057"/>
              <a:gd name="T32" fmla="*/ 859 w 1369"/>
              <a:gd name="T33" fmla="*/ 52 h 1057"/>
              <a:gd name="T34" fmla="*/ 781 w 1369"/>
              <a:gd name="T35" fmla="*/ 39 h 1057"/>
              <a:gd name="T36" fmla="*/ 746 w 1369"/>
              <a:gd name="T37" fmla="*/ 26 h 1057"/>
              <a:gd name="T38" fmla="*/ 682 w 1369"/>
              <a:gd name="T39" fmla="*/ 56 h 1057"/>
              <a:gd name="T40" fmla="*/ 67 w 1369"/>
              <a:gd name="T41" fmla="*/ 682 h 1057"/>
              <a:gd name="T42" fmla="*/ 963 w 1369"/>
              <a:gd name="T43" fmla="*/ 142 h 1057"/>
              <a:gd name="T44" fmla="*/ 906 w 1369"/>
              <a:gd name="T45" fmla="*/ 82 h 1057"/>
              <a:gd name="T46" fmla="*/ 247 w 1369"/>
              <a:gd name="T47" fmla="*/ 268 h 1057"/>
              <a:gd name="T48" fmla="*/ 1073 w 1369"/>
              <a:gd name="T49" fmla="*/ 766 h 1057"/>
              <a:gd name="T50" fmla="*/ 974 w 1369"/>
              <a:gd name="T51" fmla="*/ 824 h 1057"/>
              <a:gd name="T52" fmla="*/ 1048 w 1369"/>
              <a:gd name="T53" fmla="*/ 780 h 1057"/>
              <a:gd name="T54" fmla="*/ 834 w 1369"/>
              <a:gd name="T55" fmla="*/ 948 h 1057"/>
              <a:gd name="T56" fmla="*/ 882 w 1369"/>
              <a:gd name="T57" fmla="*/ 910 h 1057"/>
              <a:gd name="T58" fmla="*/ 1199 w 1369"/>
              <a:gd name="T59" fmla="*/ 723 h 1057"/>
              <a:gd name="T60" fmla="*/ 61 w 1369"/>
              <a:gd name="T61" fmla="*/ 327 h 1057"/>
              <a:gd name="T62" fmla="*/ 1353 w 1369"/>
              <a:gd name="T63" fmla="*/ 606 h 1057"/>
              <a:gd name="T64" fmla="*/ 1342 w 1369"/>
              <a:gd name="T65" fmla="*/ 518 h 1057"/>
              <a:gd name="T66" fmla="*/ 789 w 1369"/>
              <a:gd name="T67" fmla="*/ 977 h 1057"/>
              <a:gd name="T68" fmla="*/ 791 w 1369"/>
              <a:gd name="T69" fmla="*/ 972 h 1057"/>
              <a:gd name="T70" fmla="*/ 1249 w 1369"/>
              <a:gd name="T71" fmla="*/ 662 h 1057"/>
              <a:gd name="T72" fmla="*/ 1318 w 1369"/>
              <a:gd name="T73" fmla="*/ 616 h 1057"/>
              <a:gd name="T74" fmla="*/ 357 w 1369"/>
              <a:gd name="T75" fmla="*/ 821 h 1057"/>
              <a:gd name="T76" fmla="*/ 249 w 1369"/>
              <a:gd name="T77" fmla="*/ 759 h 1057"/>
              <a:gd name="T78" fmla="*/ 179 w 1369"/>
              <a:gd name="T79" fmla="*/ 721 h 1057"/>
              <a:gd name="T80" fmla="*/ 133 w 1369"/>
              <a:gd name="T81" fmla="*/ 704 h 1057"/>
              <a:gd name="T82" fmla="*/ 139 w 1369"/>
              <a:gd name="T83" fmla="*/ 731 h 1057"/>
              <a:gd name="T84" fmla="*/ 711 w 1369"/>
              <a:gd name="T85" fmla="*/ 1056 h 1057"/>
              <a:gd name="T86" fmla="*/ 606 w 1369"/>
              <a:gd name="T87" fmla="*/ 984 h 1057"/>
              <a:gd name="T88" fmla="*/ 614 w 1369"/>
              <a:gd name="T89" fmla="*/ 998 h 1057"/>
              <a:gd name="T90" fmla="*/ 555 w 1369"/>
              <a:gd name="T91" fmla="*/ 933 h 1057"/>
              <a:gd name="T92" fmla="*/ 676 w 1369"/>
              <a:gd name="T93" fmla="*/ 1024 h 1057"/>
              <a:gd name="T94" fmla="*/ 489 w 1369"/>
              <a:gd name="T95" fmla="*/ 898 h 1057"/>
              <a:gd name="T96" fmla="*/ 1274 w 1369"/>
              <a:gd name="T97" fmla="*/ 378 h 1057"/>
              <a:gd name="T98" fmla="*/ 749 w 1369"/>
              <a:gd name="T99" fmla="*/ 729 h 1057"/>
              <a:gd name="T100" fmla="*/ 146 w 1369"/>
              <a:gd name="T101" fmla="*/ 631 h 1057"/>
              <a:gd name="T102" fmla="*/ 600 w 1369"/>
              <a:gd name="T103" fmla="*/ 889 h 1057"/>
              <a:gd name="T104" fmla="*/ 780 w 1369"/>
              <a:gd name="T105" fmla="*/ 741 h 1057"/>
              <a:gd name="T106" fmla="*/ 486 w 1369"/>
              <a:gd name="T107" fmla="*/ 685 h 1057"/>
              <a:gd name="T108" fmla="*/ 587 w 1369"/>
              <a:gd name="T109" fmla="*/ 850 h 1057"/>
              <a:gd name="T110" fmla="*/ 560 w 1369"/>
              <a:gd name="T111" fmla="*/ 881 h 1057"/>
              <a:gd name="T112" fmla="*/ 232 w 1369"/>
              <a:gd name="T113" fmla="*/ 509 h 1057"/>
              <a:gd name="T114" fmla="*/ 233 w 1369"/>
              <a:gd name="T115" fmla="*/ 619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69" h="1057">
                <a:moveTo>
                  <a:pt x="234" y="304"/>
                </a:moveTo>
                <a:cubicBezTo>
                  <a:pt x="234" y="304"/>
                  <a:pt x="234" y="304"/>
                  <a:pt x="234" y="304"/>
                </a:cubicBezTo>
                <a:cubicBezTo>
                  <a:pt x="190" y="329"/>
                  <a:pt x="190" y="329"/>
                  <a:pt x="190" y="329"/>
                </a:cubicBezTo>
                <a:cubicBezTo>
                  <a:pt x="178" y="305"/>
                  <a:pt x="178" y="305"/>
                  <a:pt x="178" y="305"/>
                </a:cubicBezTo>
                <a:cubicBezTo>
                  <a:pt x="222" y="280"/>
                  <a:pt x="222" y="280"/>
                  <a:pt x="222" y="280"/>
                </a:cubicBezTo>
                <a:cubicBezTo>
                  <a:pt x="234" y="304"/>
                  <a:pt x="234" y="304"/>
                  <a:pt x="234" y="304"/>
                </a:cubicBezTo>
                <a:close/>
                <a:moveTo>
                  <a:pt x="581" y="113"/>
                </a:moveTo>
                <a:cubicBezTo>
                  <a:pt x="569" y="91"/>
                  <a:pt x="569" y="91"/>
                  <a:pt x="569" y="91"/>
                </a:cubicBezTo>
                <a:cubicBezTo>
                  <a:pt x="524" y="115"/>
                  <a:pt x="524" y="115"/>
                  <a:pt x="524" y="115"/>
                </a:cubicBezTo>
                <a:cubicBezTo>
                  <a:pt x="537" y="138"/>
                  <a:pt x="537" y="138"/>
                  <a:pt x="537" y="138"/>
                </a:cubicBezTo>
                <a:cubicBezTo>
                  <a:pt x="581" y="113"/>
                  <a:pt x="581" y="113"/>
                  <a:pt x="581" y="113"/>
                </a:cubicBezTo>
                <a:cubicBezTo>
                  <a:pt x="581" y="113"/>
                  <a:pt x="581" y="113"/>
                  <a:pt x="581" y="113"/>
                </a:cubicBezTo>
                <a:close/>
                <a:moveTo>
                  <a:pt x="373" y="228"/>
                </a:moveTo>
                <a:cubicBezTo>
                  <a:pt x="360" y="205"/>
                  <a:pt x="360" y="205"/>
                  <a:pt x="360" y="205"/>
                </a:cubicBezTo>
                <a:cubicBezTo>
                  <a:pt x="316" y="230"/>
                  <a:pt x="316" y="230"/>
                  <a:pt x="316" y="230"/>
                </a:cubicBezTo>
                <a:cubicBezTo>
                  <a:pt x="329" y="252"/>
                  <a:pt x="329" y="252"/>
                  <a:pt x="329" y="252"/>
                </a:cubicBezTo>
                <a:cubicBezTo>
                  <a:pt x="373" y="228"/>
                  <a:pt x="373" y="228"/>
                  <a:pt x="373" y="228"/>
                </a:cubicBezTo>
                <a:cubicBezTo>
                  <a:pt x="373" y="228"/>
                  <a:pt x="373" y="228"/>
                  <a:pt x="373" y="228"/>
                </a:cubicBezTo>
                <a:close/>
                <a:moveTo>
                  <a:pt x="443" y="190"/>
                </a:moveTo>
                <a:cubicBezTo>
                  <a:pt x="430" y="167"/>
                  <a:pt x="430" y="167"/>
                  <a:pt x="430" y="167"/>
                </a:cubicBezTo>
                <a:cubicBezTo>
                  <a:pt x="385" y="190"/>
                  <a:pt x="385" y="190"/>
                  <a:pt x="385" y="190"/>
                </a:cubicBezTo>
                <a:cubicBezTo>
                  <a:pt x="398" y="214"/>
                  <a:pt x="398" y="214"/>
                  <a:pt x="398" y="214"/>
                </a:cubicBezTo>
                <a:cubicBezTo>
                  <a:pt x="443" y="190"/>
                  <a:pt x="443" y="190"/>
                  <a:pt x="443" y="190"/>
                </a:cubicBezTo>
                <a:cubicBezTo>
                  <a:pt x="443" y="190"/>
                  <a:pt x="443" y="190"/>
                  <a:pt x="443" y="190"/>
                </a:cubicBezTo>
                <a:close/>
                <a:moveTo>
                  <a:pt x="513" y="151"/>
                </a:moveTo>
                <a:cubicBezTo>
                  <a:pt x="501" y="129"/>
                  <a:pt x="501" y="129"/>
                  <a:pt x="501" y="129"/>
                </a:cubicBezTo>
                <a:cubicBezTo>
                  <a:pt x="455" y="153"/>
                  <a:pt x="455" y="153"/>
                  <a:pt x="455" y="153"/>
                </a:cubicBezTo>
                <a:cubicBezTo>
                  <a:pt x="468" y="176"/>
                  <a:pt x="468" y="176"/>
                  <a:pt x="468" y="176"/>
                </a:cubicBezTo>
                <a:cubicBezTo>
                  <a:pt x="513" y="151"/>
                  <a:pt x="513" y="151"/>
                  <a:pt x="513" y="151"/>
                </a:cubicBezTo>
                <a:cubicBezTo>
                  <a:pt x="513" y="151"/>
                  <a:pt x="513" y="151"/>
                  <a:pt x="513" y="151"/>
                </a:cubicBezTo>
                <a:close/>
                <a:moveTo>
                  <a:pt x="32" y="631"/>
                </a:moveTo>
                <a:cubicBezTo>
                  <a:pt x="30" y="620"/>
                  <a:pt x="30" y="607"/>
                  <a:pt x="29" y="592"/>
                </a:cubicBezTo>
                <a:cubicBezTo>
                  <a:pt x="28" y="587"/>
                  <a:pt x="28" y="587"/>
                  <a:pt x="28" y="587"/>
                </a:cubicBezTo>
                <a:cubicBezTo>
                  <a:pt x="1" y="589"/>
                  <a:pt x="1" y="589"/>
                  <a:pt x="1" y="589"/>
                </a:cubicBezTo>
                <a:cubicBezTo>
                  <a:pt x="1" y="595"/>
                  <a:pt x="1" y="595"/>
                  <a:pt x="1" y="595"/>
                </a:cubicBezTo>
                <a:cubicBezTo>
                  <a:pt x="3" y="608"/>
                  <a:pt x="3" y="622"/>
                  <a:pt x="5" y="634"/>
                </a:cubicBezTo>
                <a:cubicBezTo>
                  <a:pt x="6" y="639"/>
                  <a:pt x="6" y="639"/>
                  <a:pt x="6" y="639"/>
                </a:cubicBezTo>
                <a:cubicBezTo>
                  <a:pt x="33" y="636"/>
                  <a:pt x="33" y="636"/>
                  <a:pt x="33" y="636"/>
                </a:cubicBezTo>
                <a:cubicBezTo>
                  <a:pt x="32" y="631"/>
                  <a:pt x="32" y="631"/>
                  <a:pt x="32" y="631"/>
                </a:cubicBezTo>
                <a:cubicBezTo>
                  <a:pt x="32" y="631"/>
                  <a:pt x="32" y="631"/>
                  <a:pt x="32" y="631"/>
                </a:cubicBezTo>
                <a:close/>
                <a:moveTo>
                  <a:pt x="143" y="346"/>
                </a:moveTo>
                <a:cubicBezTo>
                  <a:pt x="148" y="346"/>
                  <a:pt x="152" y="346"/>
                  <a:pt x="157" y="344"/>
                </a:cubicBezTo>
                <a:cubicBezTo>
                  <a:pt x="162" y="343"/>
                  <a:pt x="162" y="343"/>
                  <a:pt x="162" y="343"/>
                </a:cubicBezTo>
                <a:cubicBezTo>
                  <a:pt x="154" y="318"/>
                  <a:pt x="154" y="318"/>
                  <a:pt x="154" y="318"/>
                </a:cubicBezTo>
                <a:cubicBezTo>
                  <a:pt x="149" y="320"/>
                  <a:pt x="149" y="320"/>
                  <a:pt x="149" y="320"/>
                </a:cubicBezTo>
                <a:cubicBezTo>
                  <a:pt x="143" y="322"/>
                  <a:pt x="133" y="320"/>
                  <a:pt x="118" y="316"/>
                </a:cubicBezTo>
                <a:cubicBezTo>
                  <a:pt x="113" y="315"/>
                  <a:pt x="113" y="315"/>
                  <a:pt x="113" y="315"/>
                </a:cubicBezTo>
                <a:cubicBezTo>
                  <a:pt x="105" y="338"/>
                  <a:pt x="105" y="338"/>
                  <a:pt x="105" y="338"/>
                </a:cubicBezTo>
                <a:cubicBezTo>
                  <a:pt x="110" y="341"/>
                  <a:pt x="110" y="341"/>
                  <a:pt x="110" y="341"/>
                </a:cubicBezTo>
                <a:cubicBezTo>
                  <a:pt x="124" y="344"/>
                  <a:pt x="134" y="346"/>
                  <a:pt x="143" y="346"/>
                </a:cubicBezTo>
                <a:close/>
                <a:moveTo>
                  <a:pt x="26" y="554"/>
                </a:moveTo>
                <a:cubicBezTo>
                  <a:pt x="26" y="543"/>
                  <a:pt x="26" y="534"/>
                  <a:pt x="26" y="525"/>
                </a:cubicBezTo>
                <a:cubicBezTo>
                  <a:pt x="26" y="521"/>
                  <a:pt x="26" y="518"/>
                  <a:pt x="26" y="514"/>
                </a:cubicBezTo>
                <a:cubicBezTo>
                  <a:pt x="26" y="509"/>
                  <a:pt x="26" y="509"/>
                  <a:pt x="26" y="509"/>
                </a:cubicBezTo>
                <a:cubicBezTo>
                  <a:pt x="0" y="509"/>
                  <a:pt x="0" y="509"/>
                  <a:pt x="0" y="509"/>
                </a:cubicBezTo>
                <a:cubicBezTo>
                  <a:pt x="0" y="514"/>
                  <a:pt x="0" y="514"/>
                  <a:pt x="0" y="514"/>
                </a:cubicBezTo>
                <a:cubicBezTo>
                  <a:pt x="0" y="517"/>
                  <a:pt x="0" y="521"/>
                  <a:pt x="0" y="525"/>
                </a:cubicBezTo>
                <a:cubicBezTo>
                  <a:pt x="0" y="534"/>
                  <a:pt x="0" y="544"/>
                  <a:pt x="0" y="554"/>
                </a:cubicBezTo>
                <a:cubicBezTo>
                  <a:pt x="0" y="560"/>
                  <a:pt x="0" y="560"/>
                  <a:pt x="0" y="560"/>
                </a:cubicBezTo>
                <a:cubicBezTo>
                  <a:pt x="26" y="559"/>
                  <a:pt x="26" y="559"/>
                  <a:pt x="26" y="559"/>
                </a:cubicBezTo>
                <a:cubicBezTo>
                  <a:pt x="26" y="554"/>
                  <a:pt x="26" y="554"/>
                  <a:pt x="26" y="554"/>
                </a:cubicBezTo>
                <a:cubicBezTo>
                  <a:pt x="26" y="554"/>
                  <a:pt x="26" y="554"/>
                  <a:pt x="26" y="554"/>
                </a:cubicBezTo>
                <a:close/>
                <a:moveTo>
                  <a:pt x="652" y="75"/>
                </a:moveTo>
                <a:cubicBezTo>
                  <a:pt x="639" y="54"/>
                  <a:pt x="639" y="54"/>
                  <a:pt x="639" y="54"/>
                </a:cubicBezTo>
                <a:cubicBezTo>
                  <a:pt x="594" y="77"/>
                  <a:pt x="594" y="77"/>
                  <a:pt x="594" y="77"/>
                </a:cubicBezTo>
                <a:cubicBezTo>
                  <a:pt x="606" y="101"/>
                  <a:pt x="606" y="101"/>
                  <a:pt x="606" y="101"/>
                </a:cubicBezTo>
                <a:cubicBezTo>
                  <a:pt x="652" y="75"/>
                  <a:pt x="652" y="75"/>
                  <a:pt x="652" y="75"/>
                </a:cubicBezTo>
                <a:cubicBezTo>
                  <a:pt x="652" y="75"/>
                  <a:pt x="652" y="75"/>
                  <a:pt x="652" y="75"/>
                </a:cubicBezTo>
                <a:close/>
                <a:moveTo>
                  <a:pt x="28" y="478"/>
                </a:moveTo>
                <a:cubicBezTo>
                  <a:pt x="29" y="476"/>
                  <a:pt x="29" y="475"/>
                  <a:pt x="29" y="475"/>
                </a:cubicBezTo>
                <a:cubicBezTo>
                  <a:pt x="34" y="468"/>
                  <a:pt x="36" y="458"/>
                  <a:pt x="36" y="446"/>
                </a:cubicBezTo>
                <a:cubicBezTo>
                  <a:pt x="36" y="443"/>
                  <a:pt x="36" y="439"/>
                  <a:pt x="36" y="435"/>
                </a:cubicBezTo>
                <a:cubicBezTo>
                  <a:pt x="35" y="430"/>
                  <a:pt x="35" y="430"/>
                  <a:pt x="35" y="430"/>
                </a:cubicBezTo>
                <a:cubicBezTo>
                  <a:pt x="9" y="431"/>
                  <a:pt x="9" y="431"/>
                  <a:pt x="9" y="431"/>
                </a:cubicBezTo>
                <a:cubicBezTo>
                  <a:pt x="9" y="437"/>
                  <a:pt x="9" y="437"/>
                  <a:pt x="9" y="437"/>
                </a:cubicBezTo>
                <a:cubicBezTo>
                  <a:pt x="9" y="440"/>
                  <a:pt x="9" y="443"/>
                  <a:pt x="9" y="446"/>
                </a:cubicBezTo>
                <a:cubicBezTo>
                  <a:pt x="9" y="456"/>
                  <a:pt x="8" y="460"/>
                  <a:pt x="7" y="461"/>
                </a:cubicBezTo>
                <a:cubicBezTo>
                  <a:pt x="5" y="464"/>
                  <a:pt x="3" y="467"/>
                  <a:pt x="2" y="472"/>
                </a:cubicBezTo>
                <a:cubicBezTo>
                  <a:pt x="1" y="477"/>
                  <a:pt x="1" y="477"/>
                  <a:pt x="1" y="477"/>
                </a:cubicBezTo>
                <a:cubicBezTo>
                  <a:pt x="27" y="484"/>
                  <a:pt x="27" y="484"/>
                  <a:pt x="27" y="484"/>
                </a:cubicBezTo>
                <a:cubicBezTo>
                  <a:pt x="28" y="478"/>
                  <a:pt x="28" y="478"/>
                  <a:pt x="28" y="478"/>
                </a:cubicBezTo>
                <a:cubicBezTo>
                  <a:pt x="28" y="478"/>
                  <a:pt x="28" y="478"/>
                  <a:pt x="28" y="478"/>
                </a:cubicBezTo>
                <a:close/>
                <a:moveTo>
                  <a:pt x="5" y="404"/>
                </a:moveTo>
                <a:cubicBezTo>
                  <a:pt x="31" y="400"/>
                  <a:pt x="31" y="400"/>
                  <a:pt x="31" y="400"/>
                </a:cubicBezTo>
                <a:cubicBezTo>
                  <a:pt x="30" y="395"/>
                  <a:pt x="30" y="395"/>
                  <a:pt x="30" y="395"/>
                </a:cubicBezTo>
                <a:cubicBezTo>
                  <a:pt x="29" y="391"/>
                  <a:pt x="28" y="384"/>
                  <a:pt x="28" y="382"/>
                </a:cubicBezTo>
                <a:cubicBezTo>
                  <a:pt x="28" y="380"/>
                  <a:pt x="29" y="374"/>
                  <a:pt x="34" y="363"/>
                </a:cubicBezTo>
                <a:cubicBezTo>
                  <a:pt x="36" y="358"/>
                  <a:pt x="36" y="358"/>
                  <a:pt x="36" y="358"/>
                </a:cubicBezTo>
                <a:cubicBezTo>
                  <a:pt x="11" y="348"/>
                  <a:pt x="11" y="348"/>
                  <a:pt x="11" y="348"/>
                </a:cubicBezTo>
                <a:cubicBezTo>
                  <a:pt x="9" y="353"/>
                  <a:pt x="9" y="353"/>
                  <a:pt x="9" y="353"/>
                </a:cubicBezTo>
                <a:cubicBezTo>
                  <a:pt x="6" y="361"/>
                  <a:pt x="1" y="373"/>
                  <a:pt x="1" y="382"/>
                </a:cubicBezTo>
                <a:cubicBezTo>
                  <a:pt x="1" y="386"/>
                  <a:pt x="2" y="391"/>
                  <a:pt x="3" y="399"/>
                </a:cubicBezTo>
                <a:cubicBezTo>
                  <a:pt x="5" y="404"/>
                  <a:pt x="5" y="404"/>
                  <a:pt x="5" y="404"/>
                </a:cubicBezTo>
                <a:cubicBezTo>
                  <a:pt x="5" y="404"/>
                  <a:pt x="5" y="404"/>
                  <a:pt x="5" y="404"/>
                </a:cubicBezTo>
                <a:close/>
                <a:moveTo>
                  <a:pt x="1067" y="199"/>
                </a:moveTo>
                <a:cubicBezTo>
                  <a:pt x="1072" y="201"/>
                  <a:pt x="1072" y="201"/>
                  <a:pt x="1072" y="201"/>
                </a:cubicBezTo>
                <a:cubicBezTo>
                  <a:pt x="1085" y="179"/>
                  <a:pt x="1085" y="179"/>
                  <a:pt x="1085" y="179"/>
                </a:cubicBezTo>
                <a:cubicBezTo>
                  <a:pt x="1080" y="176"/>
                  <a:pt x="1080" y="176"/>
                  <a:pt x="1080" y="176"/>
                </a:cubicBezTo>
                <a:cubicBezTo>
                  <a:pt x="1068" y="170"/>
                  <a:pt x="1057" y="163"/>
                  <a:pt x="1045" y="157"/>
                </a:cubicBezTo>
                <a:cubicBezTo>
                  <a:pt x="1040" y="154"/>
                  <a:pt x="1040" y="154"/>
                  <a:pt x="1040" y="154"/>
                </a:cubicBezTo>
                <a:cubicBezTo>
                  <a:pt x="1027" y="177"/>
                  <a:pt x="1027" y="177"/>
                  <a:pt x="1027" y="177"/>
                </a:cubicBezTo>
                <a:cubicBezTo>
                  <a:pt x="1032" y="180"/>
                  <a:pt x="1032" y="180"/>
                  <a:pt x="1032" y="180"/>
                </a:cubicBezTo>
                <a:cubicBezTo>
                  <a:pt x="1045" y="187"/>
                  <a:pt x="1057" y="193"/>
                  <a:pt x="1067" y="199"/>
                </a:cubicBezTo>
                <a:close/>
                <a:moveTo>
                  <a:pt x="1270" y="323"/>
                </a:moveTo>
                <a:cubicBezTo>
                  <a:pt x="1275" y="326"/>
                  <a:pt x="1275" y="326"/>
                  <a:pt x="1275" y="326"/>
                </a:cubicBezTo>
                <a:cubicBezTo>
                  <a:pt x="1290" y="304"/>
                  <a:pt x="1290" y="304"/>
                  <a:pt x="1290" y="304"/>
                </a:cubicBezTo>
                <a:cubicBezTo>
                  <a:pt x="1286" y="301"/>
                  <a:pt x="1286" y="301"/>
                  <a:pt x="1286" y="301"/>
                </a:cubicBezTo>
                <a:cubicBezTo>
                  <a:pt x="1276" y="294"/>
                  <a:pt x="1264" y="287"/>
                  <a:pt x="1251" y="278"/>
                </a:cubicBezTo>
                <a:cubicBezTo>
                  <a:pt x="1246" y="275"/>
                  <a:pt x="1246" y="275"/>
                  <a:pt x="1246" y="275"/>
                </a:cubicBezTo>
                <a:cubicBezTo>
                  <a:pt x="1232" y="297"/>
                  <a:pt x="1232" y="297"/>
                  <a:pt x="1232" y="297"/>
                </a:cubicBezTo>
                <a:cubicBezTo>
                  <a:pt x="1237" y="300"/>
                  <a:pt x="1237" y="300"/>
                  <a:pt x="1237" y="300"/>
                </a:cubicBezTo>
                <a:cubicBezTo>
                  <a:pt x="1249" y="308"/>
                  <a:pt x="1261" y="316"/>
                  <a:pt x="1270" y="323"/>
                </a:cubicBezTo>
                <a:close/>
                <a:moveTo>
                  <a:pt x="1204" y="279"/>
                </a:moveTo>
                <a:cubicBezTo>
                  <a:pt x="1209" y="282"/>
                  <a:pt x="1209" y="282"/>
                  <a:pt x="1209" y="282"/>
                </a:cubicBezTo>
                <a:cubicBezTo>
                  <a:pt x="1223" y="259"/>
                  <a:pt x="1223" y="259"/>
                  <a:pt x="1223" y="259"/>
                </a:cubicBezTo>
                <a:cubicBezTo>
                  <a:pt x="1217" y="257"/>
                  <a:pt x="1217" y="257"/>
                  <a:pt x="1217" y="257"/>
                </a:cubicBezTo>
                <a:cubicBezTo>
                  <a:pt x="1207" y="250"/>
                  <a:pt x="1196" y="243"/>
                  <a:pt x="1184" y="236"/>
                </a:cubicBezTo>
                <a:cubicBezTo>
                  <a:pt x="1179" y="233"/>
                  <a:pt x="1179" y="233"/>
                  <a:pt x="1179" y="233"/>
                </a:cubicBezTo>
                <a:cubicBezTo>
                  <a:pt x="1166" y="256"/>
                  <a:pt x="1166" y="256"/>
                  <a:pt x="1166" y="256"/>
                </a:cubicBezTo>
                <a:cubicBezTo>
                  <a:pt x="1170" y="259"/>
                  <a:pt x="1170" y="259"/>
                  <a:pt x="1170" y="259"/>
                </a:cubicBezTo>
                <a:cubicBezTo>
                  <a:pt x="1183" y="265"/>
                  <a:pt x="1194" y="272"/>
                  <a:pt x="1204" y="279"/>
                </a:cubicBezTo>
                <a:close/>
                <a:moveTo>
                  <a:pt x="1337" y="403"/>
                </a:moveTo>
                <a:cubicBezTo>
                  <a:pt x="1340" y="414"/>
                  <a:pt x="1341" y="427"/>
                  <a:pt x="1343" y="441"/>
                </a:cubicBezTo>
                <a:cubicBezTo>
                  <a:pt x="1343" y="447"/>
                  <a:pt x="1343" y="447"/>
                  <a:pt x="1343" y="447"/>
                </a:cubicBezTo>
                <a:cubicBezTo>
                  <a:pt x="1369" y="445"/>
                  <a:pt x="1369" y="445"/>
                  <a:pt x="1369" y="445"/>
                </a:cubicBezTo>
                <a:cubicBezTo>
                  <a:pt x="1369" y="439"/>
                  <a:pt x="1369" y="439"/>
                  <a:pt x="1369" y="439"/>
                </a:cubicBezTo>
                <a:cubicBezTo>
                  <a:pt x="1367" y="424"/>
                  <a:pt x="1365" y="410"/>
                  <a:pt x="1363" y="397"/>
                </a:cubicBezTo>
                <a:cubicBezTo>
                  <a:pt x="1362" y="392"/>
                  <a:pt x="1362" y="392"/>
                  <a:pt x="1362" y="392"/>
                </a:cubicBezTo>
                <a:cubicBezTo>
                  <a:pt x="1336" y="397"/>
                  <a:pt x="1336" y="397"/>
                  <a:pt x="1336" y="397"/>
                </a:cubicBezTo>
                <a:cubicBezTo>
                  <a:pt x="1337" y="403"/>
                  <a:pt x="1337" y="403"/>
                  <a:pt x="1337" y="403"/>
                </a:cubicBezTo>
                <a:cubicBezTo>
                  <a:pt x="1337" y="403"/>
                  <a:pt x="1337" y="403"/>
                  <a:pt x="1337" y="403"/>
                </a:cubicBezTo>
                <a:close/>
                <a:moveTo>
                  <a:pt x="1325" y="369"/>
                </a:moveTo>
                <a:cubicBezTo>
                  <a:pt x="1328" y="373"/>
                  <a:pt x="1328" y="373"/>
                  <a:pt x="1328" y="373"/>
                </a:cubicBezTo>
                <a:cubicBezTo>
                  <a:pt x="1352" y="362"/>
                  <a:pt x="1352" y="362"/>
                  <a:pt x="1352" y="362"/>
                </a:cubicBezTo>
                <a:cubicBezTo>
                  <a:pt x="1349" y="356"/>
                  <a:pt x="1349" y="356"/>
                  <a:pt x="1349" y="356"/>
                </a:cubicBezTo>
                <a:cubicBezTo>
                  <a:pt x="1344" y="348"/>
                  <a:pt x="1334" y="338"/>
                  <a:pt x="1318" y="325"/>
                </a:cubicBezTo>
                <a:cubicBezTo>
                  <a:pt x="1313" y="321"/>
                  <a:pt x="1313" y="321"/>
                  <a:pt x="1313" y="321"/>
                </a:cubicBezTo>
                <a:cubicBezTo>
                  <a:pt x="1296" y="342"/>
                  <a:pt x="1296" y="342"/>
                  <a:pt x="1296" y="342"/>
                </a:cubicBezTo>
                <a:cubicBezTo>
                  <a:pt x="1301" y="345"/>
                  <a:pt x="1301" y="345"/>
                  <a:pt x="1301" y="345"/>
                </a:cubicBezTo>
                <a:cubicBezTo>
                  <a:pt x="1319" y="359"/>
                  <a:pt x="1324" y="367"/>
                  <a:pt x="1325" y="369"/>
                </a:cubicBezTo>
                <a:close/>
                <a:moveTo>
                  <a:pt x="1136" y="238"/>
                </a:moveTo>
                <a:cubicBezTo>
                  <a:pt x="1141" y="241"/>
                  <a:pt x="1141" y="241"/>
                  <a:pt x="1141" y="241"/>
                </a:cubicBezTo>
                <a:cubicBezTo>
                  <a:pt x="1155" y="219"/>
                  <a:pt x="1155" y="219"/>
                  <a:pt x="1155" y="219"/>
                </a:cubicBezTo>
                <a:cubicBezTo>
                  <a:pt x="1150" y="216"/>
                  <a:pt x="1150" y="216"/>
                  <a:pt x="1150" y="216"/>
                </a:cubicBezTo>
                <a:cubicBezTo>
                  <a:pt x="1138" y="210"/>
                  <a:pt x="1127" y="203"/>
                  <a:pt x="1115" y="196"/>
                </a:cubicBezTo>
                <a:cubicBezTo>
                  <a:pt x="1109" y="194"/>
                  <a:pt x="1109" y="194"/>
                  <a:pt x="1109" y="194"/>
                </a:cubicBezTo>
                <a:cubicBezTo>
                  <a:pt x="1096" y="216"/>
                  <a:pt x="1096" y="216"/>
                  <a:pt x="1096" y="216"/>
                </a:cubicBezTo>
                <a:cubicBezTo>
                  <a:pt x="1101" y="219"/>
                  <a:pt x="1101" y="219"/>
                  <a:pt x="1101" y="219"/>
                </a:cubicBezTo>
                <a:cubicBezTo>
                  <a:pt x="1113" y="225"/>
                  <a:pt x="1125" y="232"/>
                  <a:pt x="1136" y="238"/>
                </a:cubicBezTo>
                <a:close/>
                <a:moveTo>
                  <a:pt x="844" y="74"/>
                </a:moveTo>
                <a:cubicBezTo>
                  <a:pt x="849" y="77"/>
                  <a:pt x="849" y="77"/>
                  <a:pt x="849" y="77"/>
                </a:cubicBezTo>
                <a:cubicBezTo>
                  <a:pt x="863" y="55"/>
                  <a:pt x="863" y="55"/>
                  <a:pt x="863" y="55"/>
                </a:cubicBezTo>
                <a:cubicBezTo>
                  <a:pt x="859" y="52"/>
                  <a:pt x="859" y="52"/>
                  <a:pt x="859" y="52"/>
                </a:cubicBezTo>
                <a:cubicBezTo>
                  <a:pt x="846" y="44"/>
                  <a:pt x="834" y="37"/>
                  <a:pt x="823" y="31"/>
                </a:cubicBezTo>
                <a:cubicBezTo>
                  <a:pt x="819" y="28"/>
                  <a:pt x="819" y="28"/>
                  <a:pt x="819" y="28"/>
                </a:cubicBezTo>
                <a:cubicBezTo>
                  <a:pt x="805" y="51"/>
                  <a:pt x="805" y="51"/>
                  <a:pt x="805" y="51"/>
                </a:cubicBezTo>
                <a:cubicBezTo>
                  <a:pt x="810" y="54"/>
                  <a:pt x="810" y="54"/>
                  <a:pt x="810" y="54"/>
                </a:cubicBezTo>
                <a:cubicBezTo>
                  <a:pt x="821" y="59"/>
                  <a:pt x="832" y="66"/>
                  <a:pt x="844" y="74"/>
                </a:cubicBezTo>
                <a:close/>
                <a:moveTo>
                  <a:pt x="746" y="26"/>
                </a:moveTo>
                <a:cubicBezTo>
                  <a:pt x="747" y="26"/>
                  <a:pt x="748" y="26"/>
                  <a:pt x="750" y="26"/>
                </a:cubicBezTo>
                <a:cubicBezTo>
                  <a:pt x="753" y="27"/>
                  <a:pt x="761" y="29"/>
                  <a:pt x="776" y="36"/>
                </a:cubicBezTo>
                <a:cubicBezTo>
                  <a:pt x="781" y="39"/>
                  <a:pt x="781" y="39"/>
                  <a:pt x="781" y="39"/>
                </a:cubicBezTo>
                <a:cubicBezTo>
                  <a:pt x="792" y="15"/>
                  <a:pt x="792" y="15"/>
                  <a:pt x="792" y="15"/>
                </a:cubicBezTo>
                <a:cubicBezTo>
                  <a:pt x="787" y="13"/>
                  <a:pt x="787" y="13"/>
                  <a:pt x="787" y="13"/>
                </a:cubicBezTo>
                <a:cubicBezTo>
                  <a:pt x="772" y="5"/>
                  <a:pt x="761" y="1"/>
                  <a:pt x="753" y="0"/>
                </a:cubicBezTo>
                <a:cubicBezTo>
                  <a:pt x="750" y="0"/>
                  <a:pt x="748" y="0"/>
                  <a:pt x="746" y="0"/>
                </a:cubicBezTo>
                <a:cubicBezTo>
                  <a:pt x="746" y="0"/>
                  <a:pt x="746" y="0"/>
                  <a:pt x="746" y="0"/>
                </a:cubicBezTo>
                <a:cubicBezTo>
                  <a:pt x="739" y="0"/>
                  <a:pt x="739" y="0"/>
                  <a:pt x="739" y="0"/>
                </a:cubicBezTo>
                <a:cubicBezTo>
                  <a:pt x="739" y="26"/>
                  <a:pt x="739" y="26"/>
                  <a:pt x="739" y="26"/>
                </a:cubicBezTo>
                <a:cubicBezTo>
                  <a:pt x="746" y="26"/>
                  <a:pt x="746" y="26"/>
                  <a:pt x="746" y="26"/>
                </a:cubicBezTo>
                <a:cubicBezTo>
                  <a:pt x="746" y="26"/>
                  <a:pt x="746" y="26"/>
                  <a:pt x="746" y="26"/>
                </a:cubicBezTo>
                <a:close/>
                <a:moveTo>
                  <a:pt x="682" y="56"/>
                </a:moveTo>
                <a:cubicBezTo>
                  <a:pt x="689" y="51"/>
                  <a:pt x="700" y="43"/>
                  <a:pt x="713" y="37"/>
                </a:cubicBezTo>
                <a:cubicBezTo>
                  <a:pt x="718" y="34"/>
                  <a:pt x="718" y="34"/>
                  <a:pt x="718" y="34"/>
                </a:cubicBezTo>
                <a:cubicBezTo>
                  <a:pt x="706" y="11"/>
                  <a:pt x="706" y="11"/>
                  <a:pt x="706" y="11"/>
                </a:cubicBezTo>
                <a:cubicBezTo>
                  <a:pt x="701" y="13"/>
                  <a:pt x="701" y="13"/>
                  <a:pt x="701" y="13"/>
                </a:cubicBezTo>
                <a:cubicBezTo>
                  <a:pt x="687" y="20"/>
                  <a:pt x="674" y="29"/>
                  <a:pt x="666" y="35"/>
                </a:cubicBezTo>
                <a:cubicBezTo>
                  <a:pt x="661" y="39"/>
                  <a:pt x="661" y="39"/>
                  <a:pt x="661" y="39"/>
                </a:cubicBezTo>
                <a:cubicBezTo>
                  <a:pt x="677" y="60"/>
                  <a:pt x="677" y="60"/>
                  <a:pt x="677" y="60"/>
                </a:cubicBezTo>
                <a:cubicBezTo>
                  <a:pt x="682" y="56"/>
                  <a:pt x="682" y="56"/>
                  <a:pt x="682" y="56"/>
                </a:cubicBezTo>
                <a:cubicBezTo>
                  <a:pt x="682" y="56"/>
                  <a:pt x="682" y="56"/>
                  <a:pt x="682" y="56"/>
                </a:cubicBezTo>
                <a:close/>
                <a:moveTo>
                  <a:pt x="38" y="662"/>
                </a:moveTo>
                <a:cubicBezTo>
                  <a:pt x="35" y="658"/>
                  <a:pt x="35" y="658"/>
                  <a:pt x="35" y="658"/>
                </a:cubicBezTo>
                <a:cubicBezTo>
                  <a:pt x="15" y="675"/>
                  <a:pt x="15" y="675"/>
                  <a:pt x="15" y="675"/>
                </a:cubicBezTo>
                <a:cubicBezTo>
                  <a:pt x="19" y="680"/>
                  <a:pt x="19" y="680"/>
                  <a:pt x="19" y="680"/>
                </a:cubicBezTo>
                <a:cubicBezTo>
                  <a:pt x="29" y="690"/>
                  <a:pt x="44" y="699"/>
                  <a:pt x="55" y="705"/>
                </a:cubicBezTo>
                <a:cubicBezTo>
                  <a:pt x="59" y="707"/>
                  <a:pt x="59" y="707"/>
                  <a:pt x="59" y="707"/>
                </a:cubicBezTo>
                <a:cubicBezTo>
                  <a:pt x="72" y="685"/>
                  <a:pt x="72" y="685"/>
                  <a:pt x="72" y="685"/>
                </a:cubicBezTo>
                <a:cubicBezTo>
                  <a:pt x="67" y="682"/>
                  <a:pt x="67" y="682"/>
                  <a:pt x="67" y="682"/>
                </a:cubicBezTo>
                <a:cubicBezTo>
                  <a:pt x="54" y="675"/>
                  <a:pt x="44" y="669"/>
                  <a:pt x="38" y="662"/>
                </a:cubicBezTo>
                <a:close/>
                <a:moveTo>
                  <a:pt x="997" y="161"/>
                </a:moveTo>
                <a:cubicBezTo>
                  <a:pt x="1002" y="163"/>
                  <a:pt x="1002" y="163"/>
                  <a:pt x="1002" y="163"/>
                </a:cubicBezTo>
                <a:cubicBezTo>
                  <a:pt x="1014" y="141"/>
                  <a:pt x="1014" y="141"/>
                  <a:pt x="1014" y="141"/>
                </a:cubicBezTo>
                <a:cubicBezTo>
                  <a:pt x="1010" y="138"/>
                  <a:pt x="1010" y="138"/>
                  <a:pt x="1010" y="138"/>
                </a:cubicBezTo>
                <a:cubicBezTo>
                  <a:pt x="997" y="131"/>
                  <a:pt x="986" y="125"/>
                  <a:pt x="975" y="119"/>
                </a:cubicBezTo>
                <a:cubicBezTo>
                  <a:pt x="970" y="116"/>
                  <a:pt x="970" y="116"/>
                  <a:pt x="970" y="116"/>
                </a:cubicBezTo>
                <a:cubicBezTo>
                  <a:pt x="958" y="139"/>
                  <a:pt x="958" y="139"/>
                  <a:pt x="958" y="139"/>
                </a:cubicBezTo>
                <a:cubicBezTo>
                  <a:pt x="963" y="142"/>
                  <a:pt x="963" y="142"/>
                  <a:pt x="963" y="142"/>
                </a:cubicBezTo>
                <a:cubicBezTo>
                  <a:pt x="973" y="148"/>
                  <a:pt x="985" y="154"/>
                  <a:pt x="997" y="161"/>
                </a:cubicBezTo>
                <a:close/>
                <a:moveTo>
                  <a:pt x="888" y="102"/>
                </a:moveTo>
                <a:cubicBezTo>
                  <a:pt x="891" y="103"/>
                  <a:pt x="892" y="104"/>
                  <a:pt x="892" y="104"/>
                </a:cubicBezTo>
                <a:cubicBezTo>
                  <a:pt x="893" y="105"/>
                  <a:pt x="893" y="105"/>
                  <a:pt x="893" y="105"/>
                </a:cubicBezTo>
                <a:cubicBezTo>
                  <a:pt x="894" y="106"/>
                  <a:pt x="907" y="112"/>
                  <a:pt x="928" y="124"/>
                </a:cubicBezTo>
                <a:cubicBezTo>
                  <a:pt x="932" y="126"/>
                  <a:pt x="932" y="126"/>
                  <a:pt x="932" y="126"/>
                </a:cubicBezTo>
                <a:cubicBezTo>
                  <a:pt x="945" y="103"/>
                  <a:pt x="945" y="103"/>
                  <a:pt x="945" y="103"/>
                </a:cubicBezTo>
                <a:cubicBezTo>
                  <a:pt x="940" y="100"/>
                  <a:pt x="940" y="100"/>
                  <a:pt x="940" y="100"/>
                </a:cubicBezTo>
                <a:cubicBezTo>
                  <a:pt x="917" y="88"/>
                  <a:pt x="909" y="84"/>
                  <a:pt x="906" y="82"/>
                </a:cubicBezTo>
                <a:cubicBezTo>
                  <a:pt x="906" y="82"/>
                  <a:pt x="906" y="82"/>
                  <a:pt x="906" y="82"/>
                </a:cubicBezTo>
                <a:cubicBezTo>
                  <a:pt x="906" y="82"/>
                  <a:pt x="900" y="78"/>
                  <a:pt x="891" y="73"/>
                </a:cubicBezTo>
                <a:cubicBezTo>
                  <a:pt x="887" y="69"/>
                  <a:pt x="887" y="69"/>
                  <a:pt x="887" y="69"/>
                </a:cubicBezTo>
                <a:cubicBezTo>
                  <a:pt x="873" y="91"/>
                  <a:pt x="873" y="91"/>
                  <a:pt x="873" y="91"/>
                </a:cubicBezTo>
                <a:cubicBezTo>
                  <a:pt x="877" y="94"/>
                  <a:pt x="877" y="94"/>
                  <a:pt x="877" y="94"/>
                </a:cubicBezTo>
                <a:cubicBezTo>
                  <a:pt x="882" y="97"/>
                  <a:pt x="886" y="100"/>
                  <a:pt x="888" y="102"/>
                </a:cubicBezTo>
                <a:close/>
                <a:moveTo>
                  <a:pt x="304" y="266"/>
                </a:moveTo>
                <a:cubicBezTo>
                  <a:pt x="291" y="242"/>
                  <a:pt x="291" y="242"/>
                  <a:pt x="291" y="242"/>
                </a:cubicBezTo>
                <a:cubicBezTo>
                  <a:pt x="247" y="268"/>
                  <a:pt x="247" y="268"/>
                  <a:pt x="247" y="268"/>
                </a:cubicBezTo>
                <a:cubicBezTo>
                  <a:pt x="260" y="290"/>
                  <a:pt x="260" y="290"/>
                  <a:pt x="260" y="290"/>
                </a:cubicBezTo>
                <a:cubicBezTo>
                  <a:pt x="304" y="266"/>
                  <a:pt x="304" y="266"/>
                  <a:pt x="304" y="266"/>
                </a:cubicBezTo>
                <a:cubicBezTo>
                  <a:pt x="304" y="266"/>
                  <a:pt x="304" y="266"/>
                  <a:pt x="304" y="266"/>
                </a:cubicBezTo>
                <a:close/>
                <a:moveTo>
                  <a:pt x="1073" y="766"/>
                </a:moveTo>
                <a:cubicBezTo>
                  <a:pt x="1085" y="787"/>
                  <a:pt x="1085" y="787"/>
                  <a:pt x="1085" y="787"/>
                </a:cubicBezTo>
                <a:cubicBezTo>
                  <a:pt x="1129" y="762"/>
                  <a:pt x="1129" y="762"/>
                  <a:pt x="1129" y="762"/>
                </a:cubicBezTo>
                <a:cubicBezTo>
                  <a:pt x="1117" y="740"/>
                  <a:pt x="1117" y="740"/>
                  <a:pt x="1117" y="740"/>
                </a:cubicBezTo>
                <a:cubicBezTo>
                  <a:pt x="1073" y="766"/>
                  <a:pt x="1073" y="766"/>
                  <a:pt x="1073" y="766"/>
                </a:cubicBezTo>
                <a:cubicBezTo>
                  <a:pt x="1073" y="766"/>
                  <a:pt x="1073" y="766"/>
                  <a:pt x="1073" y="766"/>
                </a:cubicBezTo>
                <a:close/>
                <a:moveTo>
                  <a:pt x="974" y="824"/>
                </a:moveTo>
                <a:cubicBezTo>
                  <a:pt x="961" y="831"/>
                  <a:pt x="950" y="838"/>
                  <a:pt x="940" y="844"/>
                </a:cubicBezTo>
                <a:cubicBezTo>
                  <a:pt x="936" y="847"/>
                  <a:pt x="936" y="847"/>
                  <a:pt x="936" y="847"/>
                </a:cubicBezTo>
                <a:cubicBezTo>
                  <a:pt x="949" y="870"/>
                  <a:pt x="949" y="870"/>
                  <a:pt x="949" y="870"/>
                </a:cubicBezTo>
                <a:cubicBezTo>
                  <a:pt x="953" y="867"/>
                  <a:pt x="953" y="867"/>
                  <a:pt x="953" y="867"/>
                </a:cubicBezTo>
                <a:cubicBezTo>
                  <a:pt x="964" y="860"/>
                  <a:pt x="975" y="853"/>
                  <a:pt x="987" y="846"/>
                </a:cubicBezTo>
                <a:cubicBezTo>
                  <a:pt x="992" y="844"/>
                  <a:pt x="992" y="844"/>
                  <a:pt x="992" y="844"/>
                </a:cubicBezTo>
                <a:cubicBezTo>
                  <a:pt x="979" y="821"/>
                  <a:pt x="979" y="821"/>
                  <a:pt x="979" y="821"/>
                </a:cubicBezTo>
                <a:cubicBezTo>
                  <a:pt x="974" y="824"/>
                  <a:pt x="974" y="824"/>
                  <a:pt x="974" y="824"/>
                </a:cubicBezTo>
                <a:cubicBezTo>
                  <a:pt x="974" y="824"/>
                  <a:pt x="974" y="824"/>
                  <a:pt x="974" y="824"/>
                </a:cubicBezTo>
                <a:close/>
                <a:moveTo>
                  <a:pt x="1043" y="783"/>
                </a:moveTo>
                <a:cubicBezTo>
                  <a:pt x="1031" y="789"/>
                  <a:pt x="1019" y="796"/>
                  <a:pt x="1008" y="803"/>
                </a:cubicBezTo>
                <a:cubicBezTo>
                  <a:pt x="1003" y="806"/>
                  <a:pt x="1003" y="806"/>
                  <a:pt x="1003" y="806"/>
                </a:cubicBezTo>
                <a:cubicBezTo>
                  <a:pt x="1016" y="828"/>
                  <a:pt x="1016" y="828"/>
                  <a:pt x="1016" y="828"/>
                </a:cubicBezTo>
                <a:cubicBezTo>
                  <a:pt x="1021" y="825"/>
                  <a:pt x="1021" y="825"/>
                  <a:pt x="1021" y="825"/>
                </a:cubicBezTo>
                <a:cubicBezTo>
                  <a:pt x="1033" y="819"/>
                  <a:pt x="1045" y="813"/>
                  <a:pt x="1056" y="805"/>
                </a:cubicBezTo>
                <a:cubicBezTo>
                  <a:pt x="1062" y="803"/>
                  <a:pt x="1062" y="803"/>
                  <a:pt x="1062" y="803"/>
                </a:cubicBezTo>
                <a:cubicBezTo>
                  <a:pt x="1048" y="780"/>
                  <a:pt x="1048" y="780"/>
                  <a:pt x="1048" y="780"/>
                </a:cubicBezTo>
                <a:cubicBezTo>
                  <a:pt x="1043" y="783"/>
                  <a:pt x="1043" y="783"/>
                  <a:pt x="1043" y="783"/>
                </a:cubicBezTo>
                <a:cubicBezTo>
                  <a:pt x="1043" y="783"/>
                  <a:pt x="1043" y="783"/>
                  <a:pt x="1043" y="783"/>
                </a:cubicBezTo>
                <a:close/>
                <a:moveTo>
                  <a:pt x="838" y="909"/>
                </a:moveTo>
                <a:cubicBezTo>
                  <a:pt x="824" y="920"/>
                  <a:pt x="816" y="927"/>
                  <a:pt x="812" y="934"/>
                </a:cubicBezTo>
                <a:cubicBezTo>
                  <a:pt x="811" y="936"/>
                  <a:pt x="809" y="938"/>
                  <a:pt x="808" y="941"/>
                </a:cubicBezTo>
                <a:cubicBezTo>
                  <a:pt x="805" y="946"/>
                  <a:pt x="805" y="946"/>
                  <a:pt x="805" y="946"/>
                </a:cubicBezTo>
                <a:cubicBezTo>
                  <a:pt x="827" y="959"/>
                  <a:pt x="827" y="959"/>
                  <a:pt x="827" y="959"/>
                </a:cubicBezTo>
                <a:cubicBezTo>
                  <a:pt x="830" y="955"/>
                  <a:pt x="830" y="955"/>
                  <a:pt x="830" y="955"/>
                </a:cubicBezTo>
                <a:cubicBezTo>
                  <a:pt x="832" y="953"/>
                  <a:pt x="832" y="950"/>
                  <a:pt x="834" y="948"/>
                </a:cubicBezTo>
                <a:cubicBezTo>
                  <a:pt x="835" y="947"/>
                  <a:pt x="838" y="942"/>
                  <a:pt x="854" y="930"/>
                </a:cubicBezTo>
                <a:cubicBezTo>
                  <a:pt x="858" y="926"/>
                  <a:pt x="858" y="926"/>
                  <a:pt x="858" y="926"/>
                </a:cubicBezTo>
                <a:cubicBezTo>
                  <a:pt x="843" y="906"/>
                  <a:pt x="843" y="906"/>
                  <a:pt x="843" y="906"/>
                </a:cubicBezTo>
                <a:cubicBezTo>
                  <a:pt x="838" y="909"/>
                  <a:pt x="838" y="909"/>
                  <a:pt x="838" y="909"/>
                </a:cubicBezTo>
                <a:cubicBezTo>
                  <a:pt x="838" y="909"/>
                  <a:pt x="838" y="909"/>
                  <a:pt x="838" y="909"/>
                </a:cubicBezTo>
                <a:close/>
                <a:moveTo>
                  <a:pt x="905" y="864"/>
                </a:moveTo>
                <a:cubicBezTo>
                  <a:pt x="894" y="872"/>
                  <a:pt x="882" y="879"/>
                  <a:pt x="872" y="886"/>
                </a:cubicBezTo>
                <a:cubicBezTo>
                  <a:pt x="868" y="889"/>
                  <a:pt x="868" y="889"/>
                  <a:pt x="868" y="889"/>
                </a:cubicBezTo>
                <a:cubicBezTo>
                  <a:pt x="882" y="910"/>
                  <a:pt x="882" y="910"/>
                  <a:pt x="882" y="910"/>
                </a:cubicBezTo>
                <a:cubicBezTo>
                  <a:pt x="886" y="907"/>
                  <a:pt x="886" y="907"/>
                  <a:pt x="886" y="907"/>
                </a:cubicBezTo>
                <a:cubicBezTo>
                  <a:pt x="897" y="901"/>
                  <a:pt x="908" y="894"/>
                  <a:pt x="919" y="887"/>
                </a:cubicBezTo>
                <a:cubicBezTo>
                  <a:pt x="924" y="884"/>
                  <a:pt x="924" y="884"/>
                  <a:pt x="924" y="884"/>
                </a:cubicBezTo>
                <a:cubicBezTo>
                  <a:pt x="911" y="861"/>
                  <a:pt x="911" y="861"/>
                  <a:pt x="911" y="861"/>
                </a:cubicBezTo>
                <a:cubicBezTo>
                  <a:pt x="905" y="864"/>
                  <a:pt x="905" y="864"/>
                  <a:pt x="905" y="864"/>
                </a:cubicBezTo>
                <a:cubicBezTo>
                  <a:pt x="905" y="864"/>
                  <a:pt x="905" y="864"/>
                  <a:pt x="905" y="864"/>
                </a:cubicBezTo>
                <a:close/>
                <a:moveTo>
                  <a:pt x="1140" y="726"/>
                </a:moveTo>
                <a:cubicBezTo>
                  <a:pt x="1155" y="748"/>
                  <a:pt x="1155" y="748"/>
                  <a:pt x="1155" y="748"/>
                </a:cubicBezTo>
                <a:cubicBezTo>
                  <a:pt x="1199" y="723"/>
                  <a:pt x="1199" y="723"/>
                  <a:pt x="1199" y="723"/>
                </a:cubicBezTo>
                <a:cubicBezTo>
                  <a:pt x="1184" y="701"/>
                  <a:pt x="1184" y="701"/>
                  <a:pt x="1184" y="701"/>
                </a:cubicBezTo>
                <a:cubicBezTo>
                  <a:pt x="1140" y="726"/>
                  <a:pt x="1140" y="726"/>
                  <a:pt x="1140" y="726"/>
                </a:cubicBezTo>
                <a:cubicBezTo>
                  <a:pt x="1140" y="726"/>
                  <a:pt x="1140" y="726"/>
                  <a:pt x="1140" y="726"/>
                </a:cubicBezTo>
                <a:close/>
                <a:moveTo>
                  <a:pt x="48" y="303"/>
                </a:moveTo>
                <a:cubicBezTo>
                  <a:pt x="43" y="306"/>
                  <a:pt x="37" y="310"/>
                  <a:pt x="32" y="317"/>
                </a:cubicBezTo>
                <a:cubicBezTo>
                  <a:pt x="28" y="322"/>
                  <a:pt x="28" y="322"/>
                  <a:pt x="28" y="322"/>
                </a:cubicBezTo>
                <a:cubicBezTo>
                  <a:pt x="48" y="339"/>
                  <a:pt x="48" y="339"/>
                  <a:pt x="48" y="339"/>
                </a:cubicBezTo>
                <a:cubicBezTo>
                  <a:pt x="51" y="334"/>
                  <a:pt x="51" y="334"/>
                  <a:pt x="51" y="334"/>
                </a:cubicBezTo>
                <a:cubicBezTo>
                  <a:pt x="54" y="330"/>
                  <a:pt x="58" y="328"/>
                  <a:pt x="61" y="327"/>
                </a:cubicBezTo>
                <a:cubicBezTo>
                  <a:pt x="61" y="327"/>
                  <a:pt x="63" y="325"/>
                  <a:pt x="74" y="328"/>
                </a:cubicBezTo>
                <a:cubicBezTo>
                  <a:pt x="80" y="330"/>
                  <a:pt x="80" y="330"/>
                  <a:pt x="80" y="330"/>
                </a:cubicBezTo>
                <a:cubicBezTo>
                  <a:pt x="86" y="305"/>
                  <a:pt x="86" y="305"/>
                  <a:pt x="86" y="305"/>
                </a:cubicBezTo>
                <a:cubicBezTo>
                  <a:pt x="81" y="304"/>
                  <a:pt x="81" y="304"/>
                  <a:pt x="81" y="304"/>
                </a:cubicBezTo>
                <a:cubicBezTo>
                  <a:pt x="67" y="299"/>
                  <a:pt x="57" y="299"/>
                  <a:pt x="48" y="303"/>
                </a:cubicBezTo>
                <a:close/>
                <a:moveTo>
                  <a:pt x="1338" y="556"/>
                </a:moveTo>
                <a:cubicBezTo>
                  <a:pt x="1336" y="570"/>
                  <a:pt x="1333" y="583"/>
                  <a:pt x="1330" y="593"/>
                </a:cubicBezTo>
                <a:cubicBezTo>
                  <a:pt x="1328" y="598"/>
                  <a:pt x="1328" y="598"/>
                  <a:pt x="1328" y="598"/>
                </a:cubicBezTo>
                <a:cubicBezTo>
                  <a:pt x="1353" y="606"/>
                  <a:pt x="1353" y="606"/>
                  <a:pt x="1353" y="606"/>
                </a:cubicBezTo>
                <a:cubicBezTo>
                  <a:pt x="1355" y="601"/>
                  <a:pt x="1355" y="601"/>
                  <a:pt x="1355" y="601"/>
                </a:cubicBezTo>
                <a:cubicBezTo>
                  <a:pt x="1358" y="590"/>
                  <a:pt x="1361" y="576"/>
                  <a:pt x="1363" y="561"/>
                </a:cubicBezTo>
                <a:cubicBezTo>
                  <a:pt x="1364" y="555"/>
                  <a:pt x="1364" y="555"/>
                  <a:pt x="1364" y="555"/>
                </a:cubicBezTo>
                <a:cubicBezTo>
                  <a:pt x="1339" y="551"/>
                  <a:pt x="1339" y="551"/>
                  <a:pt x="1339" y="551"/>
                </a:cubicBezTo>
                <a:cubicBezTo>
                  <a:pt x="1338" y="556"/>
                  <a:pt x="1338" y="556"/>
                  <a:pt x="1338" y="556"/>
                </a:cubicBezTo>
                <a:cubicBezTo>
                  <a:pt x="1338" y="556"/>
                  <a:pt x="1338" y="556"/>
                  <a:pt x="1338" y="556"/>
                </a:cubicBezTo>
                <a:close/>
                <a:moveTo>
                  <a:pt x="1344" y="474"/>
                </a:moveTo>
                <a:cubicBezTo>
                  <a:pt x="1344" y="480"/>
                  <a:pt x="1344" y="480"/>
                  <a:pt x="1344" y="480"/>
                </a:cubicBezTo>
                <a:cubicBezTo>
                  <a:pt x="1344" y="493"/>
                  <a:pt x="1344" y="506"/>
                  <a:pt x="1342" y="518"/>
                </a:cubicBezTo>
                <a:cubicBezTo>
                  <a:pt x="1342" y="524"/>
                  <a:pt x="1342" y="524"/>
                  <a:pt x="1342" y="524"/>
                </a:cubicBezTo>
                <a:cubicBezTo>
                  <a:pt x="1367" y="526"/>
                  <a:pt x="1367" y="526"/>
                  <a:pt x="1367" y="526"/>
                </a:cubicBezTo>
                <a:cubicBezTo>
                  <a:pt x="1367" y="520"/>
                  <a:pt x="1367" y="520"/>
                  <a:pt x="1367" y="520"/>
                </a:cubicBezTo>
                <a:cubicBezTo>
                  <a:pt x="1368" y="507"/>
                  <a:pt x="1369" y="493"/>
                  <a:pt x="1369" y="480"/>
                </a:cubicBezTo>
                <a:cubicBezTo>
                  <a:pt x="1369" y="474"/>
                  <a:pt x="1369" y="474"/>
                  <a:pt x="1369" y="474"/>
                </a:cubicBezTo>
                <a:cubicBezTo>
                  <a:pt x="1344" y="474"/>
                  <a:pt x="1344" y="474"/>
                  <a:pt x="1344" y="474"/>
                </a:cubicBezTo>
                <a:cubicBezTo>
                  <a:pt x="1344" y="474"/>
                  <a:pt x="1344" y="474"/>
                  <a:pt x="1344" y="474"/>
                </a:cubicBezTo>
                <a:close/>
                <a:moveTo>
                  <a:pt x="791" y="972"/>
                </a:moveTo>
                <a:cubicBezTo>
                  <a:pt x="789" y="977"/>
                  <a:pt x="789" y="977"/>
                  <a:pt x="789" y="977"/>
                </a:cubicBezTo>
                <a:cubicBezTo>
                  <a:pt x="782" y="989"/>
                  <a:pt x="777" y="1000"/>
                  <a:pt x="771" y="1009"/>
                </a:cubicBezTo>
                <a:cubicBezTo>
                  <a:pt x="767" y="1014"/>
                  <a:pt x="767" y="1014"/>
                  <a:pt x="767" y="1014"/>
                </a:cubicBezTo>
                <a:cubicBezTo>
                  <a:pt x="789" y="1028"/>
                  <a:pt x="789" y="1028"/>
                  <a:pt x="789" y="1028"/>
                </a:cubicBezTo>
                <a:cubicBezTo>
                  <a:pt x="792" y="1024"/>
                  <a:pt x="792" y="1024"/>
                  <a:pt x="792" y="1024"/>
                </a:cubicBezTo>
                <a:cubicBezTo>
                  <a:pt x="799" y="1014"/>
                  <a:pt x="805" y="1002"/>
                  <a:pt x="812" y="988"/>
                </a:cubicBezTo>
                <a:cubicBezTo>
                  <a:pt x="814" y="984"/>
                  <a:pt x="814" y="984"/>
                  <a:pt x="814" y="984"/>
                </a:cubicBezTo>
                <a:cubicBezTo>
                  <a:pt x="804" y="977"/>
                  <a:pt x="804" y="977"/>
                  <a:pt x="804" y="977"/>
                </a:cubicBezTo>
                <a:cubicBezTo>
                  <a:pt x="791" y="972"/>
                  <a:pt x="791" y="972"/>
                  <a:pt x="791" y="972"/>
                </a:cubicBezTo>
                <a:cubicBezTo>
                  <a:pt x="791" y="972"/>
                  <a:pt x="791" y="972"/>
                  <a:pt x="791" y="972"/>
                </a:cubicBezTo>
                <a:close/>
                <a:moveTo>
                  <a:pt x="1249" y="662"/>
                </a:moveTo>
                <a:cubicBezTo>
                  <a:pt x="1238" y="669"/>
                  <a:pt x="1226" y="676"/>
                  <a:pt x="1214" y="683"/>
                </a:cubicBezTo>
                <a:cubicBezTo>
                  <a:pt x="1210" y="686"/>
                  <a:pt x="1210" y="686"/>
                  <a:pt x="1210" y="686"/>
                </a:cubicBezTo>
                <a:cubicBezTo>
                  <a:pt x="1222" y="709"/>
                  <a:pt x="1222" y="709"/>
                  <a:pt x="1222" y="709"/>
                </a:cubicBezTo>
                <a:cubicBezTo>
                  <a:pt x="1228" y="706"/>
                  <a:pt x="1228" y="706"/>
                  <a:pt x="1228" y="706"/>
                </a:cubicBezTo>
                <a:cubicBezTo>
                  <a:pt x="1240" y="698"/>
                  <a:pt x="1252" y="691"/>
                  <a:pt x="1262" y="685"/>
                </a:cubicBezTo>
                <a:cubicBezTo>
                  <a:pt x="1267" y="682"/>
                  <a:pt x="1267" y="682"/>
                  <a:pt x="1267" y="682"/>
                </a:cubicBezTo>
                <a:cubicBezTo>
                  <a:pt x="1253" y="660"/>
                  <a:pt x="1253" y="660"/>
                  <a:pt x="1253" y="660"/>
                </a:cubicBezTo>
                <a:cubicBezTo>
                  <a:pt x="1249" y="662"/>
                  <a:pt x="1249" y="662"/>
                  <a:pt x="1249" y="662"/>
                </a:cubicBezTo>
                <a:cubicBezTo>
                  <a:pt x="1249" y="662"/>
                  <a:pt x="1249" y="662"/>
                  <a:pt x="1249" y="662"/>
                </a:cubicBezTo>
                <a:close/>
                <a:moveTo>
                  <a:pt x="1314" y="619"/>
                </a:moveTo>
                <a:cubicBezTo>
                  <a:pt x="1307" y="625"/>
                  <a:pt x="1297" y="632"/>
                  <a:pt x="1283" y="641"/>
                </a:cubicBezTo>
                <a:cubicBezTo>
                  <a:pt x="1278" y="645"/>
                  <a:pt x="1278" y="645"/>
                  <a:pt x="1278" y="645"/>
                </a:cubicBezTo>
                <a:cubicBezTo>
                  <a:pt x="1292" y="666"/>
                  <a:pt x="1292" y="666"/>
                  <a:pt x="1292" y="666"/>
                </a:cubicBezTo>
                <a:cubicBezTo>
                  <a:pt x="1297" y="663"/>
                  <a:pt x="1297" y="663"/>
                  <a:pt x="1297" y="663"/>
                </a:cubicBezTo>
                <a:cubicBezTo>
                  <a:pt x="1312" y="653"/>
                  <a:pt x="1323" y="646"/>
                  <a:pt x="1330" y="640"/>
                </a:cubicBezTo>
                <a:cubicBezTo>
                  <a:pt x="1334" y="636"/>
                  <a:pt x="1334" y="636"/>
                  <a:pt x="1334" y="636"/>
                </a:cubicBezTo>
                <a:cubicBezTo>
                  <a:pt x="1318" y="616"/>
                  <a:pt x="1318" y="616"/>
                  <a:pt x="1318" y="616"/>
                </a:cubicBezTo>
                <a:cubicBezTo>
                  <a:pt x="1314" y="619"/>
                  <a:pt x="1314" y="619"/>
                  <a:pt x="1314" y="619"/>
                </a:cubicBezTo>
                <a:cubicBezTo>
                  <a:pt x="1314" y="619"/>
                  <a:pt x="1314" y="619"/>
                  <a:pt x="1314" y="619"/>
                </a:cubicBezTo>
                <a:close/>
                <a:moveTo>
                  <a:pt x="318" y="798"/>
                </a:moveTo>
                <a:cubicBezTo>
                  <a:pt x="314" y="795"/>
                  <a:pt x="314" y="795"/>
                  <a:pt x="314" y="795"/>
                </a:cubicBezTo>
                <a:cubicBezTo>
                  <a:pt x="300" y="818"/>
                  <a:pt x="300" y="818"/>
                  <a:pt x="300" y="818"/>
                </a:cubicBezTo>
                <a:cubicBezTo>
                  <a:pt x="306" y="821"/>
                  <a:pt x="306" y="821"/>
                  <a:pt x="306" y="821"/>
                </a:cubicBezTo>
                <a:cubicBezTo>
                  <a:pt x="317" y="828"/>
                  <a:pt x="328" y="834"/>
                  <a:pt x="339" y="841"/>
                </a:cubicBezTo>
                <a:cubicBezTo>
                  <a:pt x="344" y="844"/>
                  <a:pt x="344" y="844"/>
                  <a:pt x="344" y="844"/>
                </a:cubicBezTo>
                <a:cubicBezTo>
                  <a:pt x="357" y="821"/>
                  <a:pt x="357" y="821"/>
                  <a:pt x="357" y="821"/>
                </a:cubicBezTo>
                <a:cubicBezTo>
                  <a:pt x="353" y="818"/>
                  <a:pt x="353" y="818"/>
                  <a:pt x="353" y="818"/>
                </a:cubicBezTo>
                <a:cubicBezTo>
                  <a:pt x="341" y="812"/>
                  <a:pt x="330" y="805"/>
                  <a:pt x="318" y="798"/>
                </a:cubicBezTo>
                <a:close/>
                <a:moveTo>
                  <a:pt x="368" y="858"/>
                </a:moveTo>
                <a:cubicBezTo>
                  <a:pt x="413" y="883"/>
                  <a:pt x="413" y="883"/>
                  <a:pt x="413" y="883"/>
                </a:cubicBezTo>
                <a:cubicBezTo>
                  <a:pt x="425" y="861"/>
                  <a:pt x="425" y="861"/>
                  <a:pt x="425" y="861"/>
                </a:cubicBezTo>
                <a:cubicBezTo>
                  <a:pt x="381" y="834"/>
                  <a:pt x="381" y="834"/>
                  <a:pt x="381" y="834"/>
                </a:cubicBezTo>
                <a:cubicBezTo>
                  <a:pt x="368" y="858"/>
                  <a:pt x="368" y="858"/>
                  <a:pt x="368" y="858"/>
                </a:cubicBezTo>
                <a:cubicBezTo>
                  <a:pt x="368" y="858"/>
                  <a:pt x="368" y="858"/>
                  <a:pt x="368" y="858"/>
                </a:cubicBezTo>
                <a:close/>
                <a:moveTo>
                  <a:pt x="249" y="759"/>
                </a:moveTo>
                <a:cubicBezTo>
                  <a:pt x="244" y="756"/>
                  <a:pt x="244" y="756"/>
                  <a:pt x="244" y="756"/>
                </a:cubicBezTo>
                <a:cubicBezTo>
                  <a:pt x="231" y="779"/>
                  <a:pt x="231" y="779"/>
                  <a:pt x="231" y="779"/>
                </a:cubicBezTo>
                <a:cubicBezTo>
                  <a:pt x="236" y="781"/>
                  <a:pt x="236" y="781"/>
                  <a:pt x="236" y="781"/>
                </a:cubicBezTo>
                <a:cubicBezTo>
                  <a:pt x="247" y="787"/>
                  <a:pt x="259" y="794"/>
                  <a:pt x="271" y="801"/>
                </a:cubicBezTo>
                <a:cubicBezTo>
                  <a:pt x="276" y="803"/>
                  <a:pt x="276" y="803"/>
                  <a:pt x="276" y="803"/>
                </a:cubicBezTo>
                <a:cubicBezTo>
                  <a:pt x="289" y="781"/>
                  <a:pt x="289" y="781"/>
                  <a:pt x="289" y="781"/>
                </a:cubicBezTo>
                <a:cubicBezTo>
                  <a:pt x="284" y="778"/>
                  <a:pt x="284" y="778"/>
                  <a:pt x="284" y="778"/>
                </a:cubicBezTo>
                <a:cubicBezTo>
                  <a:pt x="271" y="771"/>
                  <a:pt x="260" y="765"/>
                  <a:pt x="249" y="759"/>
                </a:cubicBezTo>
                <a:close/>
                <a:moveTo>
                  <a:pt x="179" y="721"/>
                </a:moveTo>
                <a:cubicBezTo>
                  <a:pt x="174" y="718"/>
                  <a:pt x="174" y="718"/>
                  <a:pt x="174" y="718"/>
                </a:cubicBezTo>
                <a:cubicBezTo>
                  <a:pt x="162" y="741"/>
                  <a:pt x="162" y="741"/>
                  <a:pt x="162" y="741"/>
                </a:cubicBezTo>
                <a:cubicBezTo>
                  <a:pt x="167" y="744"/>
                  <a:pt x="167" y="744"/>
                  <a:pt x="167" y="744"/>
                </a:cubicBezTo>
                <a:cubicBezTo>
                  <a:pt x="177" y="749"/>
                  <a:pt x="188" y="756"/>
                  <a:pt x="202" y="762"/>
                </a:cubicBezTo>
                <a:cubicBezTo>
                  <a:pt x="206" y="765"/>
                  <a:pt x="206" y="765"/>
                  <a:pt x="206" y="765"/>
                </a:cubicBezTo>
                <a:cubicBezTo>
                  <a:pt x="219" y="742"/>
                  <a:pt x="219" y="742"/>
                  <a:pt x="219" y="742"/>
                </a:cubicBezTo>
                <a:cubicBezTo>
                  <a:pt x="214" y="740"/>
                  <a:pt x="214" y="740"/>
                  <a:pt x="214" y="740"/>
                </a:cubicBezTo>
                <a:cubicBezTo>
                  <a:pt x="200" y="732"/>
                  <a:pt x="188" y="726"/>
                  <a:pt x="179" y="721"/>
                </a:cubicBezTo>
                <a:close/>
                <a:moveTo>
                  <a:pt x="133" y="704"/>
                </a:moveTo>
                <a:cubicBezTo>
                  <a:pt x="131" y="704"/>
                  <a:pt x="131" y="704"/>
                  <a:pt x="131" y="704"/>
                </a:cubicBezTo>
                <a:cubicBezTo>
                  <a:pt x="124" y="704"/>
                  <a:pt x="114" y="702"/>
                  <a:pt x="101" y="698"/>
                </a:cubicBezTo>
                <a:cubicBezTo>
                  <a:pt x="96" y="696"/>
                  <a:pt x="96" y="696"/>
                  <a:pt x="96" y="696"/>
                </a:cubicBezTo>
                <a:cubicBezTo>
                  <a:pt x="88" y="721"/>
                  <a:pt x="88" y="721"/>
                  <a:pt x="88" y="721"/>
                </a:cubicBezTo>
                <a:cubicBezTo>
                  <a:pt x="93" y="722"/>
                  <a:pt x="93" y="722"/>
                  <a:pt x="93" y="722"/>
                </a:cubicBezTo>
                <a:cubicBezTo>
                  <a:pt x="103" y="726"/>
                  <a:pt x="117" y="729"/>
                  <a:pt x="129" y="729"/>
                </a:cubicBezTo>
                <a:cubicBezTo>
                  <a:pt x="130" y="729"/>
                  <a:pt x="132" y="729"/>
                  <a:pt x="133" y="729"/>
                </a:cubicBezTo>
                <a:cubicBezTo>
                  <a:pt x="133" y="729"/>
                  <a:pt x="133" y="729"/>
                  <a:pt x="133" y="729"/>
                </a:cubicBezTo>
                <a:cubicBezTo>
                  <a:pt x="139" y="731"/>
                  <a:pt x="139" y="731"/>
                  <a:pt x="139" y="731"/>
                </a:cubicBezTo>
                <a:cubicBezTo>
                  <a:pt x="144" y="706"/>
                  <a:pt x="144" y="706"/>
                  <a:pt x="144" y="706"/>
                </a:cubicBezTo>
                <a:cubicBezTo>
                  <a:pt x="139" y="704"/>
                  <a:pt x="139" y="704"/>
                  <a:pt x="139" y="704"/>
                </a:cubicBezTo>
                <a:cubicBezTo>
                  <a:pt x="137" y="704"/>
                  <a:pt x="135" y="704"/>
                  <a:pt x="133" y="704"/>
                </a:cubicBezTo>
                <a:close/>
                <a:moveTo>
                  <a:pt x="748" y="1029"/>
                </a:moveTo>
                <a:cubicBezTo>
                  <a:pt x="747" y="1029"/>
                  <a:pt x="747" y="1029"/>
                  <a:pt x="745" y="1030"/>
                </a:cubicBezTo>
                <a:cubicBezTo>
                  <a:pt x="738" y="1031"/>
                  <a:pt x="726" y="1031"/>
                  <a:pt x="714" y="1030"/>
                </a:cubicBezTo>
                <a:cubicBezTo>
                  <a:pt x="708" y="1029"/>
                  <a:pt x="708" y="1029"/>
                  <a:pt x="708" y="1029"/>
                </a:cubicBezTo>
                <a:cubicBezTo>
                  <a:pt x="706" y="1055"/>
                  <a:pt x="706" y="1055"/>
                  <a:pt x="706" y="1055"/>
                </a:cubicBezTo>
                <a:cubicBezTo>
                  <a:pt x="711" y="1056"/>
                  <a:pt x="711" y="1056"/>
                  <a:pt x="711" y="1056"/>
                </a:cubicBezTo>
                <a:cubicBezTo>
                  <a:pt x="718" y="1057"/>
                  <a:pt x="724" y="1057"/>
                  <a:pt x="729" y="1057"/>
                </a:cubicBezTo>
                <a:cubicBezTo>
                  <a:pt x="738" y="1057"/>
                  <a:pt x="744" y="1057"/>
                  <a:pt x="750" y="1055"/>
                </a:cubicBezTo>
                <a:cubicBezTo>
                  <a:pt x="752" y="1055"/>
                  <a:pt x="754" y="1055"/>
                  <a:pt x="756" y="1054"/>
                </a:cubicBezTo>
                <a:cubicBezTo>
                  <a:pt x="761" y="1052"/>
                  <a:pt x="761" y="1052"/>
                  <a:pt x="761" y="1052"/>
                </a:cubicBezTo>
                <a:cubicBezTo>
                  <a:pt x="753" y="1027"/>
                  <a:pt x="753" y="1027"/>
                  <a:pt x="753" y="1027"/>
                </a:cubicBezTo>
                <a:cubicBezTo>
                  <a:pt x="748" y="1029"/>
                  <a:pt x="748" y="1029"/>
                  <a:pt x="748" y="1029"/>
                </a:cubicBezTo>
                <a:cubicBezTo>
                  <a:pt x="748" y="1029"/>
                  <a:pt x="748" y="1029"/>
                  <a:pt x="748" y="1029"/>
                </a:cubicBezTo>
                <a:close/>
                <a:moveTo>
                  <a:pt x="606" y="985"/>
                </a:moveTo>
                <a:cubicBezTo>
                  <a:pt x="606" y="984"/>
                  <a:pt x="606" y="984"/>
                  <a:pt x="606" y="984"/>
                </a:cubicBezTo>
                <a:cubicBezTo>
                  <a:pt x="602" y="978"/>
                  <a:pt x="598" y="970"/>
                  <a:pt x="594" y="964"/>
                </a:cubicBezTo>
                <a:cubicBezTo>
                  <a:pt x="591" y="959"/>
                  <a:pt x="591" y="959"/>
                  <a:pt x="591" y="959"/>
                </a:cubicBezTo>
                <a:cubicBezTo>
                  <a:pt x="568" y="973"/>
                  <a:pt x="568" y="973"/>
                  <a:pt x="568" y="973"/>
                </a:cubicBezTo>
                <a:cubicBezTo>
                  <a:pt x="571" y="979"/>
                  <a:pt x="571" y="979"/>
                  <a:pt x="571" y="979"/>
                </a:cubicBezTo>
                <a:cubicBezTo>
                  <a:pt x="575" y="985"/>
                  <a:pt x="579" y="991"/>
                  <a:pt x="582" y="997"/>
                </a:cubicBezTo>
                <a:cubicBezTo>
                  <a:pt x="585" y="1002"/>
                  <a:pt x="589" y="1008"/>
                  <a:pt x="592" y="1013"/>
                </a:cubicBezTo>
                <a:cubicBezTo>
                  <a:pt x="595" y="1017"/>
                  <a:pt x="595" y="1017"/>
                  <a:pt x="595" y="1017"/>
                </a:cubicBezTo>
                <a:cubicBezTo>
                  <a:pt x="617" y="1003"/>
                  <a:pt x="617" y="1003"/>
                  <a:pt x="617" y="1003"/>
                </a:cubicBezTo>
                <a:cubicBezTo>
                  <a:pt x="614" y="998"/>
                  <a:pt x="614" y="998"/>
                  <a:pt x="614" y="998"/>
                </a:cubicBezTo>
                <a:cubicBezTo>
                  <a:pt x="612" y="994"/>
                  <a:pt x="609" y="990"/>
                  <a:pt x="606" y="985"/>
                </a:cubicBezTo>
                <a:close/>
                <a:moveTo>
                  <a:pt x="524" y="917"/>
                </a:moveTo>
                <a:cubicBezTo>
                  <a:pt x="519" y="914"/>
                  <a:pt x="519" y="914"/>
                  <a:pt x="519" y="914"/>
                </a:cubicBezTo>
                <a:cubicBezTo>
                  <a:pt x="507" y="937"/>
                  <a:pt x="507" y="937"/>
                  <a:pt x="507" y="937"/>
                </a:cubicBezTo>
                <a:cubicBezTo>
                  <a:pt x="511" y="940"/>
                  <a:pt x="511" y="940"/>
                  <a:pt x="511" y="940"/>
                </a:cubicBezTo>
                <a:cubicBezTo>
                  <a:pt x="538" y="955"/>
                  <a:pt x="545" y="958"/>
                  <a:pt x="549" y="958"/>
                </a:cubicBezTo>
                <a:cubicBezTo>
                  <a:pt x="555" y="961"/>
                  <a:pt x="555" y="961"/>
                  <a:pt x="555" y="961"/>
                </a:cubicBezTo>
                <a:cubicBezTo>
                  <a:pt x="562" y="935"/>
                  <a:pt x="562" y="935"/>
                  <a:pt x="562" y="935"/>
                </a:cubicBezTo>
                <a:cubicBezTo>
                  <a:pt x="555" y="933"/>
                  <a:pt x="555" y="933"/>
                  <a:pt x="555" y="933"/>
                </a:cubicBezTo>
                <a:cubicBezTo>
                  <a:pt x="555" y="933"/>
                  <a:pt x="550" y="931"/>
                  <a:pt x="524" y="917"/>
                </a:cubicBezTo>
                <a:close/>
                <a:moveTo>
                  <a:pt x="639" y="1015"/>
                </a:moveTo>
                <a:cubicBezTo>
                  <a:pt x="634" y="1013"/>
                  <a:pt x="634" y="1013"/>
                  <a:pt x="634" y="1013"/>
                </a:cubicBezTo>
                <a:cubicBezTo>
                  <a:pt x="625" y="1037"/>
                  <a:pt x="625" y="1037"/>
                  <a:pt x="625" y="1037"/>
                </a:cubicBezTo>
                <a:cubicBezTo>
                  <a:pt x="630" y="1039"/>
                  <a:pt x="630" y="1039"/>
                  <a:pt x="630" y="1039"/>
                </a:cubicBezTo>
                <a:cubicBezTo>
                  <a:pt x="642" y="1042"/>
                  <a:pt x="656" y="1046"/>
                  <a:pt x="671" y="1050"/>
                </a:cubicBezTo>
                <a:cubicBezTo>
                  <a:pt x="676" y="1050"/>
                  <a:pt x="676" y="1050"/>
                  <a:pt x="676" y="1050"/>
                </a:cubicBezTo>
                <a:cubicBezTo>
                  <a:pt x="682" y="1026"/>
                  <a:pt x="682" y="1026"/>
                  <a:pt x="682" y="1026"/>
                </a:cubicBezTo>
                <a:cubicBezTo>
                  <a:pt x="676" y="1024"/>
                  <a:pt x="676" y="1024"/>
                  <a:pt x="676" y="1024"/>
                </a:cubicBezTo>
                <a:cubicBezTo>
                  <a:pt x="663" y="1021"/>
                  <a:pt x="650" y="1018"/>
                  <a:pt x="639" y="1015"/>
                </a:cubicBezTo>
                <a:close/>
                <a:moveTo>
                  <a:pt x="455" y="878"/>
                </a:moveTo>
                <a:cubicBezTo>
                  <a:pt x="450" y="876"/>
                  <a:pt x="450" y="876"/>
                  <a:pt x="450" y="876"/>
                </a:cubicBezTo>
                <a:cubicBezTo>
                  <a:pt x="438" y="898"/>
                  <a:pt x="438" y="898"/>
                  <a:pt x="438" y="898"/>
                </a:cubicBezTo>
                <a:cubicBezTo>
                  <a:pt x="442" y="901"/>
                  <a:pt x="442" y="901"/>
                  <a:pt x="442" y="901"/>
                </a:cubicBezTo>
                <a:cubicBezTo>
                  <a:pt x="455" y="907"/>
                  <a:pt x="466" y="914"/>
                  <a:pt x="477" y="921"/>
                </a:cubicBezTo>
                <a:cubicBezTo>
                  <a:pt x="481" y="923"/>
                  <a:pt x="481" y="923"/>
                  <a:pt x="481" y="923"/>
                </a:cubicBezTo>
                <a:cubicBezTo>
                  <a:pt x="494" y="901"/>
                  <a:pt x="494" y="901"/>
                  <a:pt x="494" y="901"/>
                </a:cubicBezTo>
                <a:cubicBezTo>
                  <a:pt x="489" y="898"/>
                  <a:pt x="489" y="898"/>
                  <a:pt x="489" y="898"/>
                </a:cubicBezTo>
                <a:cubicBezTo>
                  <a:pt x="479" y="892"/>
                  <a:pt x="468" y="885"/>
                  <a:pt x="455" y="878"/>
                </a:cubicBezTo>
                <a:close/>
                <a:moveTo>
                  <a:pt x="737" y="694"/>
                </a:moveTo>
                <a:cubicBezTo>
                  <a:pt x="737" y="694"/>
                  <a:pt x="737" y="694"/>
                  <a:pt x="737" y="694"/>
                </a:cubicBezTo>
                <a:cubicBezTo>
                  <a:pt x="194" y="387"/>
                  <a:pt x="194" y="387"/>
                  <a:pt x="194" y="387"/>
                </a:cubicBezTo>
                <a:cubicBezTo>
                  <a:pt x="194" y="387"/>
                  <a:pt x="194" y="387"/>
                  <a:pt x="722" y="78"/>
                </a:cubicBezTo>
                <a:cubicBezTo>
                  <a:pt x="727" y="75"/>
                  <a:pt x="734" y="74"/>
                  <a:pt x="741" y="74"/>
                </a:cubicBezTo>
                <a:cubicBezTo>
                  <a:pt x="748" y="74"/>
                  <a:pt x="754" y="75"/>
                  <a:pt x="759" y="78"/>
                </a:cubicBezTo>
                <a:cubicBezTo>
                  <a:pt x="759" y="78"/>
                  <a:pt x="759" y="78"/>
                  <a:pt x="1268" y="374"/>
                </a:cubicBezTo>
                <a:cubicBezTo>
                  <a:pt x="1271" y="376"/>
                  <a:pt x="1272" y="376"/>
                  <a:pt x="1274" y="378"/>
                </a:cubicBezTo>
                <a:cubicBezTo>
                  <a:pt x="1274" y="378"/>
                  <a:pt x="1274" y="378"/>
                  <a:pt x="737" y="694"/>
                </a:cubicBezTo>
                <a:close/>
                <a:moveTo>
                  <a:pt x="246" y="640"/>
                </a:moveTo>
                <a:cubicBezTo>
                  <a:pt x="244" y="644"/>
                  <a:pt x="240" y="647"/>
                  <a:pt x="237" y="648"/>
                </a:cubicBezTo>
                <a:cubicBezTo>
                  <a:pt x="237" y="648"/>
                  <a:pt x="237" y="648"/>
                  <a:pt x="207" y="666"/>
                </a:cubicBezTo>
                <a:cubicBezTo>
                  <a:pt x="207" y="666"/>
                  <a:pt x="207" y="666"/>
                  <a:pt x="540" y="855"/>
                </a:cubicBezTo>
                <a:cubicBezTo>
                  <a:pt x="540" y="855"/>
                  <a:pt x="540" y="855"/>
                  <a:pt x="540" y="808"/>
                </a:cubicBezTo>
                <a:cubicBezTo>
                  <a:pt x="540" y="808"/>
                  <a:pt x="540" y="808"/>
                  <a:pt x="246" y="640"/>
                </a:cubicBezTo>
                <a:close/>
                <a:moveTo>
                  <a:pt x="756" y="741"/>
                </a:moveTo>
                <a:cubicBezTo>
                  <a:pt x="756" y="737"/>
                  <a:pt x="752" y="730"/>
                  <a:pt x="749" y="729"/>
                </a:cubicBezTo>
                <a:cubicBezTo>
                  <a:pt x="749" y="729"/>
                  <a:pt x="749" y="729"/>
                  <a:pt x="170" y="402"/>
                </a:cubicBezTo>
                <a:cubicBezTo>
                  <a:pt x="170" y="402"/>
                  <a:pt x="170" y="402"/>
                  <a:pt x="169" y="402"/>
                </a:cubicBezTo>
                <a:cubicBezTo>
                  <a:pt x="169" y="402"/>
                  <a:pt x="169" y="402"/>
                  <a:pt x="137" y="384"/>
                </a:cubicBezTo>
                <a:cubicBezTo>
                  <a:pt x="128" y="379"/>
                  <a:pt x="118" y="379"/>
                  <a:pt x="110" y="383"/>
                </a:cubicBezTo>
                <a:cubicBezTo>
                  <a:pt x="102" y="388"/>
                  <a:pt x="97" y="396"/>
                  <a:pt x="97" y="407"/>
                </a:cubicBezTo>
                <a:cubicBezTo>
                  <a:pt x="97" y="407"/>
                  <a:pt x="97" y="407"/>
                  <a:pt x="97" y="588"/>
                </a:cubicBezTo>
                <a:cubicBezTo>
                  <a:pt x="97" y="588"/>
                  <a:pt x="97" y="588"/>
                  <a:pt x="100" y="602"/>
                </a:cubicBezTo>
                <a:cubicBezTo>
                  <a:pt x="100" y="602"/>
                  <a:pt x="100" y="602"/>
                  <a:pt x="118" y="615"/>
                </a:cubicBezTo>
                <a:cubicBezTo>
                  <a:pt x="118" y="615"/>
                  <a:pt x="118" y="615"/>
                  <a:pt x="146" y="631"/>
                </a:cubicBezTo>
                <a:cubicBezTo>
                  <a:pt x="146" y="631"/>
                  <a:pt x="146" y="631"/>
                  <a:pt x="146" y="585"/>
                </a:cubicBezTo>
                <a:cubicBezTo>
                  <a:pt x="146" y="585"/>
                  <a:pt x="146" y="585"/>
                  <a:pt x="140" y="580"/>
                </a:cubicBezTo>
                <a:cubicBezTo>
                  <a:pt x="140" y="580"/>
                  <a:pt x="140" y="580"/>
                  <a:pt x="139" y="579"/>
                </a:cubicBezTo>
                <a:cubicBezTo>
                  <a:pt x="139" y="579"/>
                  <a:pt x="139" y="579"/>
                  <a:pt x="139" y="433"/>
                </a:cubicBezTo>
                <a:cubicBezTo>
                  <a:pt x="139" y="433"/>
                  <a:pt x="139" y="433"/>
                  <a:pt x="715" y="762"/>
                </a:cubicBezTo>
                <a:cubicBezTo>
                  <a:pt x="715" y="762"/>
                  <a:pt x="715" y="762"/>
                  <a:pt x="715" y="907"/>
                </a:cubicBezTo>
                <a:cubicBezTo>
                  <a:pt x="715" y="907"/>
                  <a:pt x="715" y="907"/>
                  <a:pt x="640" y="863"/>
                </a:cubicBezTo>
                <a:cubicBezTo>
                  <a:pt x="638" y="867"/>
                  <a:pt x="635" y="870"/>
                  <a:pt x="631" y="872"/>
                </a:cubicBezTo>
                <a:cubicBezTo>
                  <a:pt x="631" y="872"/>
                  <a:pt x="631" y="872"/>
                  <a:pt x="600" y="889"/>
                </a:cubicBezTo>
                <a:cubicBezTo>
                  <a:pt x="600" y="889"/>
                  <a:pt x="600" y="889"/>
                  <a:pt x="717" y="956"/>
                </a:cubicBezTo>
                <a:cubicBezTo>
                  <a:pt x="722" y="959"/>
                  <a:pt x="727" y="959"/>
                  <a:pt x="731" y="959"/>
                </a:cubicBezTo>
                <a:cubicBezTo>
                  <a:pt x="736" y="959"/>
                  <a:pt x="740" y="959"/>
                  <a:pt x="744" y="956"/>
                </a:cubicBezTo>
                <a:cubicBezTo>
                  <a:pt x="750" y="953"/>
                  <a:pt x="754" y="946"/>
                  <a:pt x="756" y="938"/>
                </a:cubicBezTo>
                <a:cubicBezTo>
                  <a:pt x="756" y="938"/>
                  <a:pt x="756" y="938"/>
                  <a:pt x="756" y="741"/>
                </a:cubicBezTo>
                <a:close/>
                <a:moveTo>
                  <a:pt x="1286" y="399"/>
                </a:moveTo>
                <a:cubicBezTo>
                  <a:pt x="1286" y="399"/>
                  <a:pt x="1286" y="399"/>
                  <a:pt x="1286" y="399"/>
                </a:cubicBezTo>
                <a:cubicBezTo>
                  <a:pt x="762" y="708"/>
                  <a:pt x="762" y="708"/>
                  <a:pt x="762" y="708"/>
                </a:cubicBezTo>
                <a:cubicBezTo>
                  <a:pt x="773" y="715"/>
                  <a:pt x="780" y="728"/>
                  <a:pt x="780" y="741"/>
                </a:cubicBezTo>
                <a:cubicBezTo>
                  <a:pt x="780" y="741"/>
                  <a:pt x="780" y="741"/>
                  <a:pt x="780" y="882"/>
                </a:cubicBezTo>
                <a:cubicBezTo>
                  <a:pt x="780" y="882"/>
                  <a:pt x="780" y="882"/>
                  <a:pt x="1268" y="603"/>
                </a:cubicBezTo>
                <a:cubicBezTo>
                  <a:pt x="1279" y="597"/>
                  <a:pt x="1287" y="584"/>
                  <a:pt x="1287" y="571"/>
                </a:cubicBezTo>
                <a:cubicBezTo>
                  <a:pt x="1287" y="571"/>
                  <a:pt x="1287" y="571"/>
                  <a:pt x="1287" y="407"/>
                </a:cubicBezTo>
                <a:cubicBezTo>
                  <a:pt x="1287" y="404"/>
                  <a:pt x="1287" y="402"/>
                  <a:pt x="1286" y="399"/>
                </a:cubicBezTo>
                <a:close/>
                <a:moveTo>
                  <a:pt x="487" y="733"/>
                </a:moveTo>
                <a:cubicBezTo>
                  <a:pt x="493" y="733"/>
                  <a:pt x="498" y="728"/>
                  <a:pt x="498" y="721"/>
                </a:cubicBezTo>
                <a:cubicBezTo>
                  <a:pt x="498" y="721"/>
                  <a:pt x="498" y="721"/>
                  <a:pt x="498" y="705"/>
                </a:cubicBezTo>
                <a:cubicBezTo>
                  <a:pt x="498" y="698"/>
                  <a:pt x="493" y="689"/>
                  <a:pt x="486" y="685"/>
                </a:cubicBezTo>
                <a:cubicBezTo>
                  <a:pt x="486" y="685"/>
                  <a:pt x="486" y="685"/>
                  <a:pt x="337" y="600"/>
                </a:cubicBezTo>
                <a:cubicBezTo>
                  <a:pt x="328" y="595"/>
                  <a:pt x="320" y="600"/>
                  <a:pt x="320" y="610"/>
                </a:cubicBezTo>
                <a:cubicBezTo>
                  <a:pt x="320" y="610"/>
                  <a:pt x="320" y="610"/>
                  <a:pt x="320" y="625"/>
                </a:cubicBezTo>
                <a:cubicBezTo>
                  <a:pt x="320" y="634"/>
                  <a:pt x="326" y="643"/>
                  <a:pt x="332" y="646"/>
                </a:cubicBezTo>
                <a:cubicBezTo>
                  <a:pt x="332" y="646"/>
                  <a:pt x="332" y="646"/>
                  <a:pt x="481" y="731"/>
                </a:cubicBezTo>
                <a:cubicBezTo>
                  <a:pt x="483" y="732"/>
                  <a:pt x="485" y="733"/>
                  <a:pt x="487" y="733"/>
                </a:cubicBezTo>
                <a:close/>
                <a:moveTo>
                  <a:pt x="626" y="842"/>
                </a:moveTo>
                <a:cubicBezTo>
                  <a:pt x="622" y="836"/>
                  <a:pt x="612" y="835"/>
                  <a:pt x="606" y="839"/>
                </a:cubicBezTo>
                <a:cubicBezTo>
                  <a:pt x="606" y="839"/>
                  <a:pt x="606" y="839"/>
                  <a:pt x="587" y="850"/>
                </a:cubicBezTo>
                <a:cubicBezTo>
                  <a:pt x="587" y="850"/>
                  <a:pt x="587" y="850"/>
                  <a:pt x="587" y="770"/>
                </a:cubicBezTo>
                <a:cubicBezTo>
                  <a:pt x="587" y="770"/>
                  <a:pt x="587" y="770"/>
                  <a:pt x="623" y="750"/>
                </a:cubicBezTo>
                <a:cubicBezTo>
                  <a:pt x="629" y="746"/>
                  <a:pt x="630" y="738"/>
                  <a:pt x="626" y="732"/>
                </a:cubicBezTo>
                <a:cubicBezTo>
                  <a:pt x="626" y="732"/>
                  <a:pt x="626" y="732"/>
                  <a:pt x="626" y="732"/>
                </a:cubicBezTo>
                <a:cubicBezTo>
                  <a:pt x="622" y="727"/>
                  <a:pt x="612" y="724"/>
                  <a:pt x="606" y="728"/>
                </a:cubicBezTo>
                <a:cubicBezTo>
                  <a:pt x="606" y="728"/>
                  <a:pt x="606" y="728"/>
                  <a:pt x="562" y="753"/>
                </a:cubicBezTo>
                <a:cubicBezTo>
                  <a:pt x="557" y="756"/>
                  <a:pt x="556" y="767"/>
                  <a:pt x="556" y="767"/>
                </a:cubicBezTo>
                <a:cubicBezTo>
                  <a:pt x="556" y="767"/>
                  <a:pt x="556" y="767"/>
                  <a:pt x="556" y="869"/>
                </a:cubicBezTo>
                <a:cubicBezTo>
                  <a:pt x="556" y="869"/>
                  <a:pt x="557" y="878"/>
                  <a:pt x="560" y="881"/>
                </a:cubicBezTo>
                <a:cubicBezTo>
                  <a:pt x="563" y="884"/>
                  <a:pt x="573" y="889"/>
                  <a:pt x="579" y="885"/>
                </a:cubicBezTo>
                <a:cubicBezTo>
                  <a:pt x="579" y="885"/>
                  <a:pt x="579" y="885"/>
                  <a:pt x="623" y="859"/>
                </a:cubicBezTo>
                <a:cubicBezTo>
                  <a:pt x="629" y="855"/>
                  <a:pt x="631" y="847"/>
                  <a:pt x="626" y="842"/>
                </a:cubicBezTo>
                <a:close/>
                <a:moveTo>
                  <a:pt x="233" y="619"/>
                </a:moveTo>
                <a:cubicBezTo>
                  <a:pt x="228" y="613"/>
                  <a:pt x="219" y="612"/>
                  <a:pt x="212" y="616"/>
                </a:cubicBezTo>
                <a:cubicBezTo>
                  <a:pt x="212" y="616"/>
                  <a:pt x="212" y="616"/>
                  <a:pt x="193" y="627"/>
                </a:cubicBezTo>
                <a:cubicBezTo>
                  <a:pt x="193" y="627"/>
                  <a:pt x="193" y="627"/>
                  <a:pt x="193" y="547"/>
                </a:cubicBezTo>
                <a:cubicBezTo>
                  <a:pt x="193" y="547"/>
                  <a:pt x="193" y="547"/>
                  <a:pt x="229" y="527"/>
                </a:cubicBezTo>
                <a:cubicBezTo>
                  <a:pt x="236" y="523"/>
                  <a:pt x="236" y="515"/>
                  <a:pt x="232" y="509"/>
                </a:cubicBezTo>
                <a:cubicBezTo>
                  <a:pt x="232" y="509"/>
                  <a:pt x="232" y="509"/>
                  <a:pt x="232" y="509"/>
                </a:cubicBezTo>
                <a:cubicBezTo>
                  <a:pt x="228" y="503"/>
                  <a:pt x="219" y="501"/>
                  <a:pt x="212" y="505"/>
                </a:cubicBezTo>
                <a:cubicBezTo>
                  <a:pt x="212" y="505"/>
                  <a:pt x="212" y="505"/>
                  <a:pt x="168" y="530"/>
                </a:cubicBezTo>
                <a:cubicBezTo>
                  <a:pt x="163" y="533"/>
                  <a:pt x="161" y="544"/>
                  <a:pt x="161" y="544"/>
                </a:cubicBezTo>
                <a:cubicBezTo>
                  <a:pt x="161" y="544"/>
                  <a:pt x="161" y="544"/>
                  <a:pt x="161" y="646"/>
                </a:cubicBezTo>
                <a:cubicBezTo>
                  <a:pt x="161" y="646"/>
                  <a:pt x="163" y="655"/>
                  <a:pt x="166" y="658"/>
                </a:cubicBezTo>
                <a:cubicBezTo>
                  <a:pt x="169" y="661"/>
                  <a:pt x="178" y="666"/>
                  <a:pt x="185" y="662"/>
                </a:cubicBezTo>
                <a:cubicBezTo>
                  <a:pt x="185" y="662"/>
                  <a:pt x="185" y="662"/>
                  <a:pt x="229" y="636"/>
                </a:cubicBezTo>
                <a:cubicBezTo>
                  <a:pt x="236" y="632"/>
                  <a:pt x="237" y="624"/>
                  <a:pt x="233" y="619"/>
                </a:cubicBezTo>
                <a:close/>
              </a:path>
            </a:pathLst>
          </a:custGeom>
          <a:solidFill>
            <a:schemeClr val="tx2"/>
          </a:solidFill>
          <a:ln>
            <a:noFill/>
          </a:ln>
        </p:spPr>
        <p:txBody>
          <a:bodyPr vert="horz" wrap="square" lIns="89635" tIns="44817" rIns="89635" bIns="44817" numCol="1" anchor="t" anchorCtr="0" compatLnSpc="1">
            <a:prstTxWarp prst="textNoShape">
              <a:avLst/>
            </a:prstTxWarp>
          </a:bodyPr>
          <a:lstStyle/>
          <a:p>
            <a:pPr marL="0" marR="0" lvl="0" indent="0" algn="l" defTabSz="91343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67" name="Picture 4" descr="C:\Users\roslyn.ADI\Desktop\DVD_ART36\Artwork_Imagery\Icons - Illustrations\_ WINDOWS SERVER ICONS\Hardware\Virtual Servers 2.png">
            <a:extLst>
              <a:ext uri="{FF2B5EF4-FFF2-40B4-BE49-F238E27FC236}">
                <a16:creationId xmlns:a16="http://schemas.microsoft.com/office/drawing/2014/main" id="{54FE088F-A5D1-05D1-930E-AD2573BAD4F8}"/>
              </a:ext>
            </a:extLst>
          </p:cNvPr>
          <p:cNvPicPr>
            <a:picLocks noChangeAspect="1" noChangeArrowheads="1"/>
          </p:cNvPicPr>
          <p:nvPr/>
        </p:nvPicPr>
        <p:blipFill>
          <a:blip r:embed="rId3" cstate="print"/>
          <a:srcRect/>
          <a:stretch>
            <a:fillRect/>
          </a:stretch>
        </p:blipFill>
        <p:spPr bwMode="auto">
          <a:xfrm>
            <a:off x="7559796" y="3819730"/>
            <a:ext cx="492017" cy="613536"/>
          </a:xfrm>
          <a:prstGeom prst="rect">
            <a:avLst/>
          </a:prstGeom>
          <a:noFill/>
        </p:spPr>
      </p:pic>
      <p:sp>
        <p:nvSpPr>
          <p:cNvPr id="68" name="円/楕円 67">
            <a:extLst>
              <a:ext uri="{FF2B5EF4-FFF2-40B4-BE49-F238E27FC236}">
                <a16:creationId xmlns:a16="http://schemas.microsoft.com/office/drawing/2014/main" id="{F5418C93-66D7-5EED-B6BD-1AD1F863868B}"/>
              </a:ext>
            </a:extLst>
          </p:cNvPr>
          <p:cNvSpPr/>
          <p:nvPr/>
        </p:nvSpPr>
        <p:spPr bwMode="auto">
          <a:xfrm>
            <a:off x="5170478" y="4443901"/>
            <a:ext cx="252000" cy="252000"/>
          </a:xfrm>
          <a:prstGeom prst="ellipse">
            <a:avLst/>
          </a:prstGeom>
          <a:solidFill>
            <a:srgbClr val="FF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1" lang="ja-JP" altLang="en-US" sz="22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69" name="円/楕円 68">
            <a:extLst>
              <a:ext uri="{FF2B5EF4-FFF2-40B4-BE49-F238E27FC236}">
                <a16:creationId xmlns:a16="http://schemas.microsoft.com/office/drawing/2014/main" id="{6C5CF83B-4984-70AE-6675-D91920B28A85}"/>
              </a:ext>
            </a:extLst>
          </p:cNvPr>
          <p:cNvSpPr/>
          <p:nvPr/>
        </p:nvSpPr>
        <p:spPr bwMode="auto">
          <a:xfrm>
            <a:off x="3806508" y="4424575"/>
            <a:ext cx="252000" cy="252000"/>
          </a:xfrm>
          <a:prstGeom prst="ellipse">
            <a:avLst/>
          </a:prstGeom>
          <a:solidFill>
            <a:srgbClr val="FF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1" lang="ja-JP" altLang="en-US" sz="22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70" name="円/楕円 69">
            <a:extLst>
              <a:ext uri="{FF2B5EF4-FFF2-40B4-BE49-F238E27FC236}">
                <a16:creationId xmlns:a16="http://schemas.microsoft.com/office/drawing/2014/main" id="{063D43F8-00DE-E194-9E51-E62D3394556A}"/>
              </a:ext>
            </a:extLst>
          </p:cNvPr>
          <p:cNvSpPr/>
          <p:nvPr/>
        </p:nvSpPr>
        <p:spPr bwMode="auto">
          <a:xfrm>
            <a:off x="7679804" y="4424575"/>
            <a:ext cx="252000" cy="252000"/>
          </a:xfrm>
          <a:prstGeom prst="ellipse">
            <a:avLst/>
          </a:prstGeom>
          <a:solidFill>
            <a:srgbClr val="FF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1" lang="ja-JP" altLang="en-US" sz="22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71" name="フリーフォーム 70">
            <a:extLst>
              <a:ext uri="{FF2B5EF4-FFF2-40B4-BE49-F238E27FC236}">
                <a16:creationId xmlns:a16="http://schemas.microsoft.com/office/drawing/2014/main" id="{32169355-B8E9-3A16-12B1-4228E386C188}"/>
              </a:ext>
            </a:extLst>
          </p:cNvPr>
          <p:cNvSpPr/>
          <p:nvPr/>
        </p:nvSpPr>
        <p:spPr bwMode="auto">
          <a:xfrm>
            <a:off x="4104599" y="4694391"/>
            <a:ext cx="3497272" cy="342301"/>
          </a:xfrm>
          <a:custGeom>
            <a:avLst/>
            <a:gdLst>
              <a:gd name="connsiteX0" fmla="*/ 0 w 1704975"/>
              <a:gd name="connsiteY0" fmla="*/ 0 h 818580"/>
              <a:gd name="connsiteX1" fmla="*/ 342900 w 1704975"/>
              <a:gd name="connsiteY1" fmla="*/ 704850 h 818580"/>
              <a:gd name="connsiteX2" fmla="*/ 1304925 w 1704975"/>
              <a:gd name="connsiteY2" fmla="*/ 752475 h 818580"/>
              <a:gd name="connsiteX3" fmla="*/ 1704975 w 1704975"/>
              <a:gd name="connsiteY3" fmla="*/ 57150 h 818580"/>
            </a:gdLst>
            <a:ahLst/>
            <a:cxnLst>
              <a:cxn ang="0">
                <a:pos x="connsiteX0" y="connsiteY0"/>
              </a:cxn>
              <a:cxn ang="0">
                <a:pos x="connsiteX1" y="connsiteY1"/>
              </a:cxn>
              <a:cxn ang="0">
                <a:pos x="connsiteX2" y="connsiteY2"/>
              </a:cxn>
              <a:cxn ang="0">
                <a:pos x="connsiteX3" y="connsiteY3"/>
              </a:cxn>
            </a:cxnLst>
            <a:rect l="l" t="t" r="r" b="b"/>
            <a:pathLst>
              <a:path w="1704975" h="818580">
                <a:moveTo>
                  <a:pt x="0" y="0"/>
                </a:moveTo>
                <a:cubicBezTo>
                  <a:pt x="62706" y="289719"/>
                  <a:pt x="125413" y="579438"/>
                  <a:pt x="342900" y="704850"/>
                </a:cubicBezTo>
                <a:cubicBezTo>
                  <a:pt x="560388" y="830263"/>
                  <a:pt x="1077912" y="860425"/>
                  <a:pt x="1304925" y="752475"/>
                </a:cubicBezTo>
                <a:cubicBezTo>
                  <a:pt x="1531938" y="644525"/>
                  <a:pt x="1618456" y="350837"/>
                  <a:pt x="1704975" y="57150"/>
                </a:cubicBezTo>
              </a:path>
            </a:pathLst>
          </a:custGeom>
          <a:noFill/>
          <a:ln w="38100">
            <a:solidFill>
              <a:srgbClr val="FFC000"/>
            </a:solidFill>
            <a:headEnd type="triangle" w="med" len="med"/>
            <a:tailEnd type="triangle" w="med" len="med"/>
          </a:ln>
          <a:effectLst>
            <a:outerShdw blurRad="50800" dist="38100" dir="13500000" algn="br"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lIns="89639" tIns="44819" rIns="89639" bIns="44819"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endParaRPr>
          </a:p>
        </p:txBody>
      </p:sp>
      <p:pic>
        <p:nvPicPr>
          <p:cNvPr id="72" name="Picture 2" descr="C:\Users\Administrator\AppData\Local\Microsoft\Windows\Temporary Internet Files\Content.IE5\I11C6EYZ\MC900223368[1].wmf">
            <a:extLst>
              <a:ext uri="{FF2B5EF4-FFF2-40B4-BE49-F238E27FC236}">
                <a16:creationId xmlns:a16="http://schemas.microsoft.com/office/drawing/2014/main" id="{C697835D-EC89-7A47-DB9C-0545CE3881A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80260" y="5035718"/>
            <a:ext cx="1331642" cy="423641"/>
          </a:xfrm>
          <a:prstGeom prst="rect">
            <a:avLst/>
          </a:prstGeom>
          <a:noFill/>
          <a:ln>
            <a:solidFill>
              <a:schemeClr val="accent1">
                <a:lumMod val="20000"/>
                <a:lumOff val="80000"/>
              </a:schemeClr>
            </a:solidFill>
          </a:ln>
          <a:extLst>
            <a:ext uri="{909E8E84-426E-40DD-AFC4-6F175D3DCCD1}">
              <a14:hiddenFill xmlns:a14="http://schemas.microsoft.com/office/drawing/2010/main">
                <a:solidFill>
                  <a:srgbClr val="FFFFFF"/>
                </a:solidFill>
              </a14:hiddenFill>
            </a:ext>
          </a:extLst>
        </p:spPr>
      </p:pic>
      <p:sp>
        <p:nvSpPr>
          <p:cNvPr id="73" name="フリーフォーム 72">
            <a:extLst>
              <a:ext uri="{FF2B5EF4-FFF2-40B4-BE49-F238E27FC236}">
                <a16:creationId xmlns:a16="http://schemas.microsoft.com/office/drawing/2014/main" id="{83C2966F-2410-836F-7BA9-066343A96426}"/>
              </a:ext>
            </a:extLst>
          </p:cNvPr>
          <p:cNvSpPr/>
          <p:nvPr/>
        </p:nvSpPr>
        <p:spPr bwMode="auto">
          <a:xfrm>
            <a:off x="5463567" y="4561962"/>
            <a:ext cx="2012557" cy="294775"/>
          </a:xfrm>
          <a:custGeom>
            <a:avLst/>
            <a:gdLst>
              <a:gd name="connsiteX0" fmla="*/ 0 w 1704975"/>
              <a:gd name="connsiteY0" fmla="*/ 0 h 818580"/>
              <a:gd name="connsiteX1" fmla="*/ 342900 w 1704975"/>
              <a:gd name="connsiteY1" fmla="*/ 704850 h 818580"/>
              <a:gd name="connsiteX2" fmla="*/ 1304925 w 1704975"/>
              <a:gd name="connsiteY2" fmla="*/ 752475 h 818580"/>
              <a:gd name="connsiteX3" fmla="*/ 1704975 w 1704975"/>
              <a:gd name="connsiteY3" fmla="*/ 57150 h 818580"/>
            </a:gdLst>
            <a:ahLst/>
            <a:cxnLst>
              <a:cxn ang="0">
                <a:pos x="connsiteX0" y="connsiteY0"/>
              </a:cxn>
              <a:cxn ang="0">
                <a:pos x="connsiteX1" y="connsiteY1"/>
              </a:cxn>
              <a:cxn ang="0">
                <a:pos x="connsiteX2" y="connsiteY2"/>
              </a:cxn>
              <a:cxn ang="0">
                <a:pos x="connsiteX3" y="connsiteY3"/>
              </a:cxn>
            </a:cxnLst>
            <a:rect l="l" t="t" r="r" b="b"/>
            <a:pathLst>
              <a:path w="1704975" h="818580">
                <a:moveTo>
                  <a:pt x="0" y="0"/>
                </a:moveTo>
                <a:cubicBezTo>
                  <a:pt x="62706" y="289719"/>
                  <a:pt x="125413" y="579438"/>
                  <a:pt x="342900" y="704850"/>
                </a:cubicBezTo>
                <a:cubicBezTo>
                  <a:pt x="560388" y="830263"/>
                  <a:pt x="1077912" y="860425"/>
                  <a:pt x="1304925" y="752475"/>
                </a:cubicBezTo>
                <a:cubicBezTo>
                  <a:pt x="1531938" y="644525"/>
                  <a:pt x="1618456" y="350837"/>
                  <a:pt x="1704975" y="57150"/>
                </a:cubicBezTo>
              </a:path>
            </a:pathLst>
          </a:custGeom>
          <a:noFill/>
          <a:ln w="38100">
            <a:solidFill>
              <a:srgbClr val="FFC000"/>
            </a:solidFill>
            <a:headEnd type="triangle" w="med" len="med"/>
            <a:tailEnd type="triangle" w="med" len="med"/>
          </a:ln>
          <a:effectLst>
            <a:outerShdw blurRad="50800" dist="38100" dir="13500000" algn="br"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lIns="89639" tIns="44819" rIns="89639" bIns="44819"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endParaRPr>
          </a:p>
        </p:txBody>
      </p:sp>
      <p:sp>
        <p:nvSpPr>
          <p:cNvPr id="74" name="正方形/長方形 73">
            <a:extLst>
              <a:ext uri="{FF2B5EF4-FFF2-40B4-BE49-F238E27FC236}">
                <a16:creationId xmlns:a16="http://schemas.microsoft.com/office/drawing/2014/main" id="{C8834084-8F48-AF25-A700-DADFD3D95EA0}"/>
              </a:ext>
            </a:extLst>
          </p:cNvPr>
          <p:cNvSpPr/>
          <p:nvPr/>
        </p:nvSpPr>
        <p:spPr bwMode="auto">
          <a:xfrm>
            <a:off x="2241826" y="2760727"/>
            <a:ext cx="7799308" cy="2908676"/>
          </a:xfrm>
          <a:prstGeom prst="rect">
            <a:avLst/>
          </a:prstGeom>
          <a:noFill/>
          <a:ln w="57150" cap="flat" cmpd="sng" algn="ctr">
            <a:solidFill>
              <a:srgbClr val="0079D6"/>
            </a:solidFill>
            <a:prstDash val="solid"/>
            <a:headEnd type="none" w="med" len="med"/>
            <a:tailEnd type="none" w="med" len="med"/>
          </a:ln>
          <a:effectLst/>
        </p:spPr>
        <p:txBody>
          <a:bodyPr vert="horz" wrap="square" lIns="0" tIns="38858" rIns="0" bIns="38858" numCol="1" rtlCol="0" anchor="ctr" anchorCtr="0" compatLnSpc="1">
            <a:prstTxWarp prst="textNoShape">
              <a:avLst/>
            </a:prstTxWarp>
          </a:bodyPr>
          <a:lstStyle/>
          <a:p>
            <a:pPr marL="0" marR="0" lvl="0" indent="0" algn="ctr" defTabSz="776936" rtl="0" eaLnBrk="1" fontAlgn="base" latinLnBrk="0" hangingPunct="1">
              <a:lnSpc>
                <a:spcPct val="100000"/>
              </a:lnSpc>
              <a:spcBef>
                <a:spcPct val="0"/>
              </a:spcBef>
              <a:spcAft>
                <a:spcPct val="0"/>
              </a:spcAft>
              <a:buClrTx/>
              <a:buSzTx/>
              <a:buFontTx/>
              <a:buNone/>
              <a:tabLst/>
              <a:defRPr/>
            </a:pPr>
            <a:endParaRPr kumimoji="0" lang="ja-JP" altLang="en-US" sz="2400" b="0" i="0" u="none" strike="noStrike" kern="0" cap="none" spc="0" normalizeH="0" baseline="0" noProof="0">
              <a:ln>
                <a:solidFill>
                  <a:srgbClr val="FFFFFF"/>
                </a:solidFill>
              </a:ln>
              <a:effectLst/>
              <a:uLnTx/>
              <a:uFillTx/>
              <a:latin typeface="Yu Gothic UI" panose="020B0500000000000000" pitchFamily="34" charset="-128"/>
              <a:ea typeface="Yu Gothic UI" panose="020B0500000000000000" pitchFamily="34" charset="-128"/>
            </a:endParaRPr>
          </a:p>
        </p:txBody>
      </p:sp>
      <p:sp>
        <p:nvSpPr>
          <p:cNvPr id="75" name="テキスト ボックス 74">
            <a:extLst>
              <a:ext uri="{FF2B5EF4-FFF2-40B4-BE49-F238E27FC236}">
                <a16:creationId xmlns:a16="http://schemas.microsoft.com/office/drawing/2014/main" id="{8273000F-F511-5E2C-3B73-5BB7054034C4}"/>
              </a:ext>
            </a:extLst>
          </p:cNvPr>
          <p:cNvSpPr txBox="1"/>
          <p:nvPr/>
        </p:nvSpPr>
        <p:spPr>
          <a:xfrm>
            <a:off x="4926665" y="3923219"/>
            <a:ext cx="648254" cy="49244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内部 </a:t>
            </a:r>
            <a:r>
              <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IP</a:t>
            </a: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 </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アドレス</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76" name="テキスト ボックス 75">
            <a:extLst>
              <a:ext uri="{FF2B5EF4-FFF2-40B4-BE49-F238E27FC236}">
                <a16:creationId xmlns:a16="http://schemas.microsoft.com/office/drawing/2014/main" id="{11F44977-D903-9638-52D7-3C6ADDBF661B}"/>
              </a:ext>
            </a:extLst>
          </p:cNvPr>
          <p:cNvSpPr txBox="1"/>
          <p:nvPr/>
        </p:nvSpPr>
        <p:spPr>
          <a:xfrm>
            <a:off x="7435991" y="3923219"/>
            <a:ext cx="648254" cy="49244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内部 </a:t>
            </a:r>
            <a:r>
              <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IP</a:t>
            </a: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 </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アドレス</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77" name="Picture 2">
            <a:extLst>
              <a:ext uri="{FF2B5EF4-FFF2-40B4-BE49-F238E27FC236}">
                <a16:creationId xmlns:a16="http://schemas.microsoft.com/office/drawing/2014/main" id="{0B5589D8-621D-C5EB-8E3A-FFCA2A50460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02690" y="5334953"/>
            <a:ext cx="838200" cy="581025"/>
          </a:xfrm>
          <a:prstGeom prst="rect">
            <a:avLst/>
          </a:prstGeom>
          <a:noFill/>
          <a:extLst>
            <a:ext uri="{909E8E84-426E-40DD-AFC4-6F175D3DCCD1}">
              <a14:hiddenFill xmlns:a14="http://schemas.microsoft.com/office/drawing/2010/main">
                <a:solidFill>
                  <a:srgbClr val="FFFFFF"/>
                </a:solidFill>
              </a14:hiddenFill>
            </a:ext>
          </a:extLst>
        </p:spPr>
      </p:pic>
      <p:sp>
        <p:nvSpPr>
          <p:cNvPr id="78" name="四角形吹き出し 49">
            <a:extLst>
              <a:ext uri="{FF2B5EF4-FFF2-40B4-BE49-F238E27FC236}">
                <a16:creationId xmlns:a16="http://schemas.microsoft.com/office/drawing/2014/main" id="{D96EF105-ED59-8175-3AF4-CED8071074F6}"/>
              </a:ext>
            </a:extLst>
          </p:cNvPr>
          <p:cNvSpPr/>
          <p:nvPr/>
        </p:nvSpPr>
        <p:spPr>
          <a:xfrm>
            <a:off x="5843424" y="5769971"/>
            <a:ext cx="2891590" cy="925671"/>
          </a:xfrm>
          <a:prstGeom prst="wedgeRectCallout">
            <a:avLst>
              <a:gd name="adj1" fmla="val -20428"/>
              <a:gd name="adj2" fmla="val -90339"/>
            </a:avLst>
          </a:prstGeom>
          <a:solidFill>
            <a:srgbClr val="B1D6F2"/>
          </a:solidFill>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a:latin typeface="Yu Gothic UI" panose="020B0500000000000000" pitchFamily="34" charset="-128"/>
                <a:ea typeface="Yu Gothic UI" panose="020B0500000000000000" pitchFamily="34" charset="-128"/>
              </a:rPr>
              <a:t>既定で自動的にルーティング</a:t>
            </a:r>
            <a:endPar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79" name="テキスト ボックス 78">
            <a:extLst>
              <a:ext uri="{FF2B5EF4-FFF2-40B4-BE49-F238E27FC236}">
                <a16:creationId xmlns:a16="http://schemas.microsoft.com/office/drawing/2014/main" id="{C32491D9-B396-F05E-BC8D-143BB59981D3}"/>
              </a:ext>
            </a:extLst>
          </p:cNvPr>
          <p:cNvSpPr txBox="1"/>
          <p:nvPr/>
        </p:nvSpPr>
        <p:spPr>
          <a:xfrm>
            <a:off x="1872097" y="5739839"/>
            <a:ext cx="756938"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VNet</a:t>
            </a:r>
            <a:endPar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80" name="テキスト ボックス 79">
            <a:extLst>
              <a:ext uri="{FF2B5EF4-FFF2-40B4-BE49-F238E27FC236}">
                <a16:creationId xmlns:a16="http://schemas.microsoft.com/office/drawing/2014/main" id="{14C87AF8-79D3-8793-0189-5F3EF19B20BB}"/>
              </a:ext>
            </a:extLst>
          </p:cNvPr>
          <p:cNvSpPr txBox="1"/>
          <p:nvPr/>
        </p:nvSpPr>
        <p:spPr>
          <a:xfrm>
            <a:off x="2492577" y="2793918"/>
            <a:ext cx="140134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サブネット１</a:t>
            </a:r>
          </a:p>
        </p:txBody>
      </p:sp>
      <p:sp>
        <p:nvSpPr>
          <p:cNvPr id="81" name="テキスト ボックス 80">
            <a:extLst>
              <a:ext uri="{FF2B5EF4-FFF2-40B4-BE49-F238E27FC236}">
                <a16:creationId xmlns:a16="http://schemas.microsoft.com/office/drawing/2014/main" id="{59E78E2B-3107-9F67-B3EA-C09E27D7E94A}"/>
              </a:ext>
            </a:extLst>
          </p:cNvPr>
          <p:cNvSpPr txBox="1"/>
          <p:nvPr/>
        </p:nvSpPr>
        <p:spPr>
          <a:xfrm>
            <a:off x="6469845" y="2793918"/>
            <a:ext cx="140134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サブネット２</a:t>
            </a:r>
          </a:p>
        </p:txBody>
      </p:sp>
      <p:sp>
        <p:nvSpPr>
          <p:cNvPr id="82" name="テキスト プレースホルダー 11">
            <a:extLst>
              <a:ext uri="{FF2B5EF4-FFF2-40B4-BE49-F238E27FC236}">
                <a16:creationId xmlns:a16="http://schemas.microsoft.com/office/drawing/2014/main" id="{4712515A-6632-7995-428A-A0CD89C7F0C2}"/>
              </a:ext>
            </a:extLst>
          </p:cNvPr>
          <p:cNvSpPr txBox="1">
            <a:spLocks/>
          </p:cNvSpPr>
          <p:nvPr/>
        </p:nvSpPr>
        <p:spPr>
          <a:xfrm>
            <a:off x="319664" y="1611320"/>
            <a:ext cx="11277600" cy="947952"/>
          </a:xfrm>
          <a:prstGeom prst="rect">
            <a:avLst/>
          </a:prstGeom>
        </p:spPr>
        <p:txBody>
          <a:bodyPr vert="horz" wrap="square" lIns="0" tIns="0" rIns="0" bIns="0" rtlCol="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lvl="1"/>
            <a:r>
              <a:rPr lang="en-US" altLang="ja-JP" sz="2800" err="1">
                <a:solidFill>
                  <a:schemeClr val="tx1"/>
                </a:solidFill>
                <a:latin typeface="Yu Gothic UI" panose="020B0500000000000000" pitchFamily="34" charset="-128"/>
                <a:ea typeface="Yu Gothic UI" panose="020B0500000000000000" pitchFamily="34" charset="-128"/>
              </a:rPr>
              <a:t>VNet</a:t>
            </a:r>
            <a:r>
              <a:rPr lang="ja-JP" altLang="en-US" sz="2800">
                <a:solidFill>
                  <a:schemeClr val="tx1"/>
                </a:solidFill>
                <a:latin typeface="Yu Gothic UI" panose="020B0500000000000000" pitchFamily="34" charset="-128"/>
                <a:ea typeface="Yu Gothic UI" panose="020B0500000000000000" pitchFamily="34" charset="-128"/>
              </a:rPr>
              <a:t>内は自動的にルーティングされる</a:t>
            </a:r>
          </a:p>
          <a:p>
            <a:pPr lvl="1"/>
            <a:r>
              <a:rPr lang="ja-JP" altLang="en-US" sz="2800">
                <a:solidFill>
                  <a:schemeClr val="tx1"/>
                </a:solidFill>
                <a:latin typeface="Yu Gothic UI" panose="020B0500000000000000" pitchFamily="34" charset="-128"/>
                <a:ea typeface="Yu Gothic UI" panose="020B0500000000000000" pitchFamily="34" charset="-128"/>
              </a:rPr>
              <a:t>ルートテーブルにより既定のルーティングを変更することも可能</a:t>
            </a:r>
          </a:p>
        </p:txBody>
      </p:sp>
    </p:spTree>
    <p:extLst>
      <p:ext uri="{BB962C8B-B14F-4D97-AF65-F5344CB8AC3E}">
        <p14:creationId xmlns:p14="http://schemas.microsoft.com/office/powerpoint/2010/main" val="6190824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正方形/長方形 21">
            <a:extLst>
              <a:ext uri="{FF2B5EF4-FFF2-40B4-BE49-F238E27FC236}">
                <a16:creationId xmlns:a16="http://schemas.microsoft.com/office/drawing/2014/main" id="{13FCCB82-901B-4A79-B643-4760DF8CC772}"/>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altLang="ja-JP" sz="2100" b="1" dirty="0">
                <a:solidFill>
                  <a:srgbClr val="1F2937"/>
                </a:solidFill>
                <a:latin typeface="Meiryo UI"/>
                <a:ea typeface="Meiryo UI"/>
                <a:cs typeface="Meiryo UI"/>
              </a:rPr>
              <a:t>Network Security Group (</a:t>
            </a:r>
            <a:r>
              <a:rPr sz="2100" b="1" dirty="0">
                <a:solidFill>
                  <a:srgbClr val="1F2937"/>
                </a:solidFill>
                <a:latin typeface="Meiryo UI"/>
                <a:ea typeface="Meiryo UI"/>
                <a:cs typeface="Meiryo UI"/>
              </a:rPr>
              <a:t>NSG</a:t>
            </a:r>
            <a:r>
              <a:rPr lang="en-US" sz="2100" b="1" dirty="0">
                <a:solidFill>
                  <a:srgbClr val="1F2937"/>
                </a:solidFill>
                <a:latin typeface="Meiryo UI"/>
                <a:ea typeface="Meiryo UI"/>
                <a:cs typeface="Meiryo UI"/>
              </a:rPr>
              <a:t>)</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BAF035C1-2215-4758-9D4D-BE572DAE656B}"/>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14A34E4A-2AA9-4A77-9EDB-B47392E361C6}"/>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11</a:t>
            </a:r>
          </a:p>
        </p:txBody>
      </p:sp>
      <p:sp>
        <p:nvSpPr>
          <p:cNvPr id="4" name="正方形/長方形 3">
            <a:extLst>
              <a:ext uri="{FF2B5EF4-FFF2-40B4-BE49-F238E27FC236}">
                <a16:creationId xmlns:a16="http://schemas.microsoft.com/office/drawing/2014/main" id="{407197A0-4A3B-4EAA-A254-16A3BCB8A6F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21" name="正方形/長方形 20">
            <a:extLst>
              <a:ext uri="{FF2B5EF4-FFF2-40B4-BE49-F238E27FC236}">
                <a16:creationId xmlns:a16="http://schemas.microsoft.com/office/drawing/2014/main" id="{56AA11C8-A728-4C50-9975-F909EBCDEC66}"/>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11 / 46</a:t>
            </a:r>
          </a:p>
        </p:txBody>
      </p:sp>
      <p:sp>
        <p:nvSpPr>
          <p:cNvPr id="23" name="テキスト プレースホルダー 12">
            <a:extLst>
              <a:ext uri="{FF2B5EF4-FFF2-40B4-BE49-F238E27FC236}">
                <a16:creationId xmlns:a16="http://schemas.microsoft.com/office/drawing/2014/main" id="{B5C740BD-B050-02F6-EC1D-FE93AA5F9A90}"/>
              </a:ext>
            </a:extLst>
          </p:cNvPr>
          <p:cNvSpPr txBox="1">
            <a:spLocks/>
          </p:cNvSpPr>
          <p:nvPr/>
        </p:nvSpPr>
        <p:spPr>
          <a:xfrm>
            <a:off x="586581" y="1254812"/>
            <a:ext cx="11018838" cy="94795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lvl="2"/>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サブネット</a:t>
            </a:r>
            <a:r>
              <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rPr>
              <a:t>/NIC</a:t>
            </a:r>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に</a:t>
            </a:r>
            <a:r>
              <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rPr>
              <a:t>L4</a:t>
            </a:r>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フィルタを提供</a:t>
            </a:r>
            <a:endPar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endParaRPr>
          </a:p>
          <a:p>
            <a:pPr lvl="2"/>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送信元</a:t>
            </a:r>
            <a:r>
              <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rPr>
              <a:t>/</a:t>
            </a:r>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先の</a:t>
            </a:r>
            <a:r>
              <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rPr>
              <a:t>IP</a:t>
            </a:r>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アドレス</a:t>
            </a:r>
            <a:r>
              <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rPr>
              <a:t>/</a:t>
            </a:r>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ポート番号とプロトコルに応じて接続可否を設定</a:t>
            </a:r>
            <a:endParaRPr lang="en-US" altLang="ja-JP" sz="2400" dirty="0">
              <a:solidFill>
                <a:schemeClr val="tx1">
                  <a:lumMod val="75000"/>
                  <a:lumOff val="25000"/>
                </a:schemeClr>
              </a:solidFill>
              <a:latin typeface="Yu Gothic UI" panose="020B0500000000000000" pitchFamily="34" charset="-128"/>
              <a:ea typeface="Yu Gothic UI" panose="020B0500000000000000" pitchFamily="34" charset="-128"/>
            </a:endParaRPr>
          </a:p>
          <a:p>
            <a:pPr lvl="2"/>
            <a:r>
              <a:rPr lang="ja-JP" altLang="en-US" sz="2400">
                <a:solidFill>
                  <a:schemeClr val="tx1">
                    <a:lumMod val="75000"/>
                    <a:lumOff val="25000"/>
                  </a:schemeClr>
                </a:solidFill>
                <a:latin typeface="Yu Gothic UI" panose="020B0500000000000000" pitchFamily="34" charset="-128"/>
                <a:ea typeface="Yu Gothic UI" panose="020B0500000000000000" pitchFamily="34" charset="-128"/>
              </a:rPr>
              <a:t>ステートフルに機能する</a:t>
            </a:r>
            <a:endParaRPr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4" name="テキスト ボックス 23">
            <a:extLst>
              <a:ext uri="{FF2B5EF4-FFF2-40B4-BE49-F238E27FC236}">
                <a16:creationId xmlns:a16="http://schemas.microsoft.com/office/drawing/2014/main" id="{550756C1-23DE-480A-19DF-22557FCFD6DD}"/>
              </a:ext>
            </a:extLst>
          </p:cNvPr>
          <p:cNvSpPr txBox="1"/>
          <p:nvPr/>
        </p:nvSpPr>
        <p:spPr>
          <a:xfrm>
            <a:off x="2202304" y="2722108"/>
            <a:ext cx="1776448"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b="1" i="0" u="none" strike="noStrike" kern="1200" cap="none" spc="0" normalizeH="0" baseline="0" noProof="0">
                <a:ln>
                  <a:solidFill>
                    <a:sysClr val="windowText" lastClr="000000"/>
                  </a:solid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受信トラフィック</a:t>
            </a:r>
          </a:p>
        </p:txBody>
      </p:sp>
      <p:sp>
        <p:nvSpPr>
          <p:cNvPr id="25" name="テキスト ボックス 24">
            <a:extLst>
              <a:ext uri="{FF2B5EF4-FFF2-40B4-BE49-F238E27FC236}">
                <a16:creationId xmlns:a16="http://schemas.microsoft.com/office/drawing/2014/main" id="{1EC8804D-E2FA-6D5C-8A54-18A7BBD23A00}"/>
              </a:ext>
            </a:extLst>
          </p:cNvPr>
          <p:cNvSpPr txBox="1"/>
          <p:nvPr/>
        </p:nvSpPr>
        <p:spPr>
          <a:xfrm>
            <a:off x="8309414" y="2747017"/>
            <a:ext cx="1776448"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b="1" i="0" u="none" strike="noStrike" kern="1200" cap="none" spc="0" normalizeH="0" baseline="0" noProof="0">
                <a:ln>
                  <a:solidFill>
                    <a:sysClr val="windowText" lastClr="000000"/>
                  </a:solid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送信トラフィック</a:t>
            </a:r>
          </a:p>
        </p:txBody>
      </p:sp>
      <p:pic>
        <p:nvPicPr>
          <p:cNvPr id="26" name="図 25">
            <a:extLst>
              <a:ext uri="{FF2B5EF4-FFF2-40B4-BE49-F238E27FC236}">
                <a16:creationId xmlns:a16="http://schemas.microsoft.com/office/drawing/2014/main" id="{D59D8250-DED4-9F57-1C56-E3ED9FA4BD7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96319" y="4325552"/>
            <a:ext cx="811524" cy="811524"/>
          </a:xfrm>
          <a:prstGeom prst="rect">
            <a:avLst/>
          </a:prstGeom>
        </p:spPr>
      </p:pic>
      <p:pic>
        <p:nvPicPr>
          <p:cNvPr id="27" name="図 26">
            <a:extLst>
              <a:ext uri="{FF2B5EF4-FFF2-40B4-BE49-F238E27FC236}">
                <a16:creationId xmlns:a16="http://schemas.microsoft.com/office/drawing/2014/main" id="{6DF99A25-638E-CF56-E06C-9E305E95B3F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96308" y="4328448"/>
            <a:ext cx="780180" cy="780180"/>
          </a:xfrm>
          <a:prstGeom prst="rect">
            <a:avLst/>
          </a:prstGeom>
        </p:spPr>
      </p:pic>
      <p:pic>
        <p:nvPicPr>
          <p:cNvPr id="28" name="図 27">
            <a:extLst>
              <a:ext uri="{FF2B5EF4-FFF2-40B4-BE49-F238E27FC236}">
                <a16:creationId xmlns:a16="http://schemas.microsoft.com/office/drawing/2014/main" id="{FF4A4FF8-1FCD-41EF-2FEF-A5EDCF8B122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047348" y="4332377"/>
            <a:ext cx="780180" cy="780180"/>
          </a:xfrm>
          <a:prstGeom prst="rect">
            <a:avLst/>
          </a:prstGeom>
        </p:spPr>
      </p:pic>
      <p:cxnSp>
        <p:nvCxnSpPr>
          <p:cNvPr id="29" name="直線矢印コネクタ 28">
            <a:extLst>
              <a:ext uri="{FF2B5EF4-FFF2-40B4-BE49-F238E27FC236}">
                <a16:creationId xmlns:a16="http://schemas.microsoft.com/office/drawing/2014/main" id="{10239697-0EE4-9B7D-4459-B06208720F2F}"/>
              </a:ext>
            </a:extLst>
          </p:cNvPr>
          <p:cNvCxnSpPr>
            <a:cxnSpLocks/>
          </p:cNvCxnSpPr>
          <p:nvPr/>
        </p:nvCxnSpPr>
        <p:spPr bwMode="auto">
          <a:xfrm>
            <a:off x="1378569" y="4731314"/>
            <a:ext cx="668781" cy="0"/>
          </a:xfrm>
          <a:prstGeom prst="straightConnector1">
            <a:avLst/>
          </a:prstGeom>
          <a:solidFill>
            <a:schemeClr val="accent1"/>
          </a:solidFill>
          <a:ln w="38100" cap="flat" cmpd="sng" algn="ctr">
            <a:solidFill>
              <a:srgbClr val="FF0000"/>
            </a:solidFill>
            <a:prstDash val="sysDot"/>
            <a:round/>
            <a:headEnd type="none" w="med" len="med"/>
            <a:tailEnd type="triangle"/>
          </a:ln>
          <a:effectLst/>
        </p:spPr>
      </p:cxnSp>
      <p:pic>
        <p:nvPicPr>
          <p:cNvPr id="30" name="図 29">
            <a:extLst>
              <a:ext uri="{FF2B5EF4-FFF2-40B4-BE49-F238E27FC236}">
                <a16:creationId xmlns:a16="http://schemas.microsoft.com/office/drawing/2014/main" id="{19493326-A5D1-E729-8B3B-0EBC28A0D249}"/>
              </a:ext>
            </a:extLst>
          </p:cNvPr>
          <p:cNvPicPr>
            <a:picLocks noChangeAspect="1"/>
          </p:cNvPicPr>
          <p:nvPr/>
        </p:nvPicPr>
        <p:blipFill>
          <a:blip r:embed="rId5"/>
          <a:stretch>
            <a:fillRect/>
          </a:stretch>
        </p:blipFill>
        <p:spPr>
          <a:xfrm>
            <a:off x="300629" y="4222666"/>
            <a:ext cx="999603" cy="999603"/>
          </a:xfrm>
          <a:prstGeom prst="rect">
            <a:avLst/>
          </a:prstGeom>
        </p:spPr>
      </p:pic>
      <p:cxnSp>
        <p:nvCxnSpPr>
          <p:cNvPr id="31" name="直線矢印コネクタ 30">
            <a:extLst>
              <a:ext uri="{FF2B5EF4-FFF2-40B4-BE49-F238E27FC236}">
                <a16:creationId xmlns:a16="http://schemas.microsoft.com/office/drawing/2014/main" id="{2AFD1A96-8A66-26AA-3997-03F0BA38F555}"/>
              </a:ext>
            </a:extLst>
          </p:cNvPr>
          <p:cNvCxnSpPr>
            <a:cxnSpLocks/>
            <a:stCxn id="28" idx="3"/>
            <a:endCxn id="27" idx="1"/>
          </p:cNvCxnSpPr>
          <p:nvPr/>
        </p:nvCxnSpPr>
        <p:spPr bwMode="auto">
          <a:xfrm flipV="1">
            <a:off x="2827528" y="4718538"/>
            <a:ext cx="668780" cy="3929"/>
          </a:xfrm>
          <a:prstGeom prst="straightConnector1">
            <a:avLst/>
          </a:prstGeom>
          <a:solidFill>
            <a:schemeClr val="accent1"/>
          </a:solidFill>
          <a:ln w="38100" cap="flat" cmpd="sng" algn="ctr">
            <a:solidFill>
              <a:srgbClr val="FF0000"/>
            </a:solidFill>
            <a:prstDash val="sysDot"/>
            <a:round/>
            <a:headEnd type="none" w="med" len="med"/>
            <a:tailEnd type="triangle"/>
          </a:ln>
          <a:effectLst/>
        </p:spPr>
      </p:cxnSp>
      <p:cxnSp>
        <p:nvCxnSpPr>
          <p:cNvPr id="32" name="直線矢印コネクタ 31">
            <a:extLst>
              <a:ext uri="{FF2B5EF4-FFF2-40B4-BE49-F238E27FC236}">
                <a16:creationId xmlns:a16="http://schemas.microsoft.com/office/drawing/2014/main" id="{CA95E73A-9002-7CCF-52B7-9B9F33ABFF69}"/>
              </a:ext>
            </a:extLst>
          </p:cNvPr>
          <p:cNvCxnSpPr>
            <a:cxnSpLocks/>
          </p:cNvCxnSpPr>
          <p:nvPr/>
        </p:nvCxnSpPr>
        <p:spPr bwMode="auto">
          <a:xfrm flipV="1">
            <a:off x="4276489" y="4725914"/>
            <a:ext cx="707177" cy="5400"/>
          </a:xfrm>
          <a:prstGeom prst="straightConnector1">
            <a:avLst/>
          </a:prstGeom>
          <a:solidFill>
            <a:schemeClr val="accent1"/>
          </a:solidFill>
          <a:ln w="38100" cap="flat" cmpd="sng" algn="ctr">
            <a:solidFill>
              <a:srgbClr val="FF0000"/>
            </a:solidFill>
            <a:prstDash val="sysDot"/>
            <a:round/>
            <a:headEnd type="none" w="med" len="med"/>
            <a:tailEnd type="triangle"/>
          </a:ln>
          <a:effectLst/>
        </p:spPr>
      </p:cxnSp>
      <p:sp>
        <p:nvSpPr>
          <p:cNvPr id="33" name="テキスト ボックス 32">
            <a:extLst>
              <a:ext uri="{FF2B5EF4-FFF2-40B4-BE49-F238E27FC236}">
                <a16:creationId xmlns:a16="http://schemas.microsoft.com/office/drawing/2014/main" id="{FC399B62-4310-4C6A-6FB2-27339761D7F7}"/>
              </a:ext>
            </a:extLst>
          </p:cNvPr>
          <p:cNvSpPr txBox="1"/>
          <p:nvPr/>
        </p:nvSpPr>
        <p:spPr>
          <a:xfrm>
            <a:off x="1797818" y="3363624"/>
            <a:ext cx="1245854" cy="90717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サブネットの</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受信セキュ</a:t>
            </a:r>
            <a:endParaRPr kumimoji="1" lang="en-US" altLang="ja-JP"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リティ規則</a:t>
            </a:r>
          </a:p>
        </p:txBody>
      </p:sp>
      <p:sp>
        <p:nvSpPr>
          <p:cNvPr id="34" name="テキスト ボックス 33">
            <a:extLst>
              <a:ext uri="{FF2B5EF4-FFF2-40B4-BE49-F238E27FC236}">
                <a16:creationId xmlns:a16="http://schemas.microsoft.com/office/drawing/2014/main" id="{0A8D01DE-AC29-F6C1-FA7F-58F5143F6B6F}"/>
              </a:ext>
            </a:extLst>
          </p:cNvPr>
          <p:cNvSpPr txBox="1"/>
          <p:nvPr/>
        </p:nvSpPr>
        <p:spPr>
          <a:xfrm>
            <a:off x="3309156" y="3358309"/>
            <a:ext cx="1154483" cy="90717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NIC </a:t>
            </a: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の</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受信セキュ</a:t>
            </a:r>
            <a:endParaRPr kumimoji="1" lang="en-US" altLang="ja-JP"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リティ規則</a:t>
            </a:r>
          </a:p>
        </p:txBody>
      </p:sp>
      <p:sp>
        <p:nvSpPr>
          <p:cNvPr id="35" name="テキスト ボックス 34">
            <a:extLst>
              <a:ext uri="{FF2B5EF4-FFF2-40B4-BE49-F238E27FC236}">
                <a16:creationId xmlns:a16="http://schemas.microsoft.com/office/drawing/2014/main" id="{A53D2270-983B-65C2-56C9-5D2D7575AAE5}"/>
              </a:ext>
            </a:extLst>
          </p:cNvPr>
          <p:cNvSpPr txBox="1"/>
          <p:nvPr/>
        </p:nvSpPr>
        <p:spPr>
          <a:xfrm>
            <a:off x="7702892" y="3339774"/>
            <a:ext cx="1154483" cy="90717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NIC </a:t>
            </a: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の</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送信セキュ</a:t>
            </a:r>
            <a:endParaRPr kumimoji="1" lang="en-US" altLang="ja-JP"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リティ規則</a:t>
            </a:r>
          </a:p>
        </p:txBody>
      </p:sp>
      <p:sp>
        <p:nvSpPr>
          <p:cNvPr id="36" name="テキスト ボックス 35">
            <a:extLst>
              <a:ext uri="{FF2B5EF4-FFF2-40B4-BE49-F238E27FC236}">
                <a16:creationId xmlns:a16="http://schemas.microsoft.com/office/drawing/2014/main" id="{9DCDA33E-8D44-2138-50A7-30ED36E7FD71}"/>
              </a:ext>
            </a:extLst>
          </p:cNvPr>
          <p:cNvSpPr txBox="1"/>
          <p:nvPr/>
        </p:nvSpPr>
        <p:spPr>
          <a:xfrm>
            <a:off x="9143577" y="3282533"/>
            <a:ext cx="1245854" cy="907171"/>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サブネットの</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送信セキュ</a:t>
            </a:r>
            <a:endParaRPr kumimoji="1" lang="en-US" altLang="ja-JP"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リティ規則</a:t>
            </a:r>
          </a:p>
        </p:txBody>
      </p:sp>
      <p:sp>
        <p:nvSpPr>
          <p:cNvPr id="37" name="テキスト ボックス 36">
            <a:extLst>
              <a:ext uri="{FF2B5EF4-FFF2-40B4-BE49-F238E27FC236}">
                <a16:creationId xmlns:a16="http://schemas.microsoft.com/office/drawing/2014/main" id="{DD22BF65-C232-AAE8-5796-79BD02383373}"/>
              </a:ext>
            </a:extLst>
          </p:cNvPr>
          <p:cNvSpPr txBox="1"/>
          <p:nvPr/>
        </p:nvSpPr>
        <p:spPr>
          <a:xfrm>
            <a:off x="2867147" y="4241868"/>
            <a:ext cx="636713" cy="363946"/>
          </a:xfrm>
          <a:prstGeom prst="rect">
            <a:avLst/>
          </a:prstGeom>
          <a:solidFill>
            <a:srgbClr val="FFC000">
              <a:alpha val="50196"/>
            </a:srgbClr>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許可</a:t>
            </a:r>
          </a:p>
        </p:txBody>
      </p:sp>
      <p:sp>
        <p:nvSpPr>
          <p:cNvPr id="38" name="テキスト ボックス 37">
            <a:extLst>
              <a:ext uri="{FF2B5EF4-FFF2-40B4-BE49-F238E27FC236}">
                <a16:creationId xmlns:a16="http://schemas.microsoft.com/office/drawing/2014/main" id="{6AE28DBB-4972-3646-114F-9905E40F492D}"/>
              </a:ext>
            </a:extLst>
          </p:cNvPr>
          <p:cNvSpPr txBox="1"/>
          <p:nvPr/>
        </p:nvSpPr>
        <p:spPr>
          <a:xfrm>
            <a:off x="4266748" y="4245948"/>
            <a:ext cx="636713" cy="363946"/>
          </a:xfrm>
          <a:prstGeom prst="rect">
            <a:avLst/>
          </a:prstGeom>
          <a:solidFill>
            <a:srgbClr val="FFC000">
              <a:alpha val="50196"/>
            </a:srgbClr>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許可</a:t>
            </a:r>
          </a:p>
        </p:txBody>
      </p:sp>
      <p:pic>
        <p:nvPicPr>
          <p:cNvPr id="39" name="図 38">
            <a:extLst>
              <a:ext uri="{FF2B5EF4-FFF2-40B4-BE49-F238E27FC236}">
                <a16:creationId xmlns:a16="http://schemas.microsoft.com/office/drawing/2014/main" id="{FB00DAAF-A3DE-06B7-11EC-362184A0B50D}"/>
              </a:ext>
            </a:extLst>
          </p:cNvPr>
          <p:cNvPicPr>
            <a:picLocks noChangeAspect="1"/>
          </p:cNvPicPr>
          <p:nvPr/>
        </p:nvPicPr>
        <p:blipFill>
          <a:blip r:embed="rId6"/>
          <a:stretch>
            <a:fillRect/>
          </a:stretch>
        </p:blipFill>
        <p:spPr>
          <a:xfrm>
            <a:off x="4956141" y="5754731"/>
            <a:ext cx="789778" cy="789778"/>
          </a:xfrm>
          <a:prstGeom prst="rect">
            <a:avLst/>
          </a:prstGeom>
        </p:spPr>
      </p:pic>
      <p:sp>
        <p:nvSpPr>
          <p:cNvPr id="40" name="テキスト ボックス 39">
            <a:extLst>
              <a:ext uri="{FF2B5EF4-FFF2-40B4-BE49-F238E27FC236}">
                <a16:creationId xmlns:a16="http://schemas.microsoft.com/office/drawing/2014/main" id="{BC16090E-3D14-B25A-DDB5-1C10F75490A9}"/>
              </a:ext>
            </a:extLst>
          </p:cNvPr>
          <p:cNvSpPr txBox="1"/>
          <p:nvPr/>
        </p:nvSpPr>
        <p:spPr>
          <a:xfrm>
            <a:off x="5041687" y="5278350"/>
            <a:ext cx="636713" cy="363946"/>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破棄</a:t>
            </a:r>
          </a:p>
        </p:txBody>
      </p:sp>
      <p:cxnSp>
        <p:nvCxnSpPr>
          <p:cNvPr id="41" name="コネクタ: カギ線 62">
            <a:extLst>
              <a:ext uri="{FF2B5EF4-FFF2-40B4-BE49-F238E27FC236}">
                <a16:creationId xmlns:a16="http://schemas.microsoft.com/office/drawing/2014/main" id="{36A19BD6-F45F-2A80-891E-993035F18A82}"/>
              </a:ext>
            </a:extLst>
          </p:cNvPr>
          <p:cNvCxnSpPr>
            <a:cxnSpLocks/>
            <a:stCxn id="28" idx="2"/>
            <a:endCxn id="39" idx="1"/>
          </p:cNvCxnSpPr>
          <p:nvPr/>
        </p:nvCxnSpPr>
        <p:spPr bwMode="auto">
          <a:xfrm rot="16200000" flipH="1">
            <a:off x="3178258" y="4371736"/>
            <a:ext cx="1037063" cy="2518703"/>
          </a:xfrm>
          <a:prstGeom prst="bentConnector2">
            <a:avLst/>
          </a:prstGeom>
          <a:solidFill>
            <a:schemeClr val="accent1"/>
          </a:solidFill>
          <a:ln w="28575" cap="flat" cmpd="sng" algn="ctr">
            <a:solidFill>
              <a:srgbClr val="FF0000"/>
            </a:solidFill>
            <a:prstDash val="sysDot"/>
            <a:round/>
            <a:headEnd type="none" w="med" len="med"/>
            <a:tailEnd type="triangle"/>
          </a:ln>
          <a:effectLst/>
        </p:spPr>
      </p:cxnSp>
      <p:cxnSp>
        <p:nvCxnSpPr>
          <p:cNvPr id="42" name="直線コネクタ 41">
            <a:extLst>
              <a:ext uri="{FF2B5EF4-FFF2-40B4-BE49-F238E27FC236}">
                <a16:creationId xmlns:a16="http://schemas.microsoft.com/office/drawing/2014/main" id="{C6880F9F-8047-3483-CBC8-B794B78D6255}"/>
              </a:ext>
            </a:extLst>
          </p:cNvPr>
          <p:cNvCxnSpPr>
            <a:cxnSpLocks/>
            <a:stCxn id="27" idx="2"/>
          </p:cNvCxnSpPr>
          <p:nvPr/>
        </p:nvCxnSpPr>
        <p:spPr bwMode="auto">
          <a:xfrm>
            <a:off x="3886398" y="5108628"/>
            <a:ext cx="0" cy="1040992"/>
          </a:xfrm>
          <a:prstGeom prst="line">
            <a:avLst/>
          </a:prstGeom>
          <a:solidFill>
            <a:schemeClr val="accent1"/>
          </a:solidFill>
          <a:ln w="28575" cap="flat" cmpd="sng" algn="ctr">
            <a:solidFill>
              <a:srgbClr val="FF0000"/>
            </a:solidFill>
            <a:prstDash val="sysDot"/>
            <a:round/>
            <a:headEnd type="none" w="med" len="med"/>
            <a:tailEnd type="none" w="med" len="med"/>
          </a:ln>
          <a:effectLst/>
        </p:spPr>
      </p:cxnSp>
      <p:sp>
        <p:nvSpPr>
          <p:cNvPr id="43" name="テキスト ボックス 42">
            <a:extLst>
              <a:ext uri="{FF2B5EF4-FFF2-40B4-BE49-F238E27FC236}">
                <a16:creationId xmlns:a16="http://schemas.microsoft.com/office/drawing/2014/main" id="{009A39EF-4B04-35FA-604A-7BC1DA8E2B49}"/>
              </a:ext>
            </a:extLst>
          </p:cNvPr>
          <p:cNvSpPr txBox="1"/>
          <p:nvPr/>
        </p:nvSpPr>
        <p:spPr>
          <a:xfrm>
            <a:off x="2573233" y="5219052"/>
            <a:ext cx="636713" cy="363946"/>
          </a:xfrm>
          <a:prstGeom prst="rect">
            <a:avLst/>
          </a:prstGeom>
          <a:solidFill>
            <a:srgbClr val="FF0000"/>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拒否</a:t>
            </a:r>
          </a:p>
        </p:txBody>
      </p:sp>
      <p:sp>
        <p:nvSpPr>
          <p:cNvPr id="44" name="テキスト ボックス 43">
            <a:extLst>
              <a:ext uri="{FF2B5EF4-FFF2-40B4-BE49-F238E27FC236}">
                <a16:creationId xmlns:a16="http://schemas.microsoft.com/office/drawing/2014/main" id="{299CA70D-0B4B-19A4-BF83-753C6D21D9DC}"/>
              </a:ext>
            </a:extLst>
          </p:cNvPr>
          <p:cNvSpPr txBox="1"/>
          <p:nvPr/>
        </p:nvSpPr>
        <p:spPr>
          <a:xfrm>
            <a:off x="3971946" y="5211514"/>
            <a:ext cx="636713" cy="363946"/>
          </a:xfrm>
          <a:prstGeom prst="rect">
            <a:avLst/>
          </a:prstGeom>
          <a:solidFill>
            <a:srgbClr val="FF0000"/>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拒否</a:t>
            </a:r>
          </a:p>
        </p:txBody>
      </p:sp>
      <p:pic>
        <p:nvPicPr>
          <p:cNvPr id="45" name="図 44">
            <a:extLst>
              <a:ext uri="{FF2B5EF4-FFF2-40B4-BE49-F238E27FC236}">
                <a16:creationId xmlns:a16="http://schemas.microsoft.com/office/drawing/2014/main" id="{D5391CFC-69B5-CE9C-6428-1E07D952E3E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361647" y="4328449"/>
            <a:ext cx="811524" cy="811524"/>
          </a:xfrm>
          <a:prstGeom prst="rect">
            <a:avLst/>
          </a:prstGeom>
        </p:spPr>
      </p:pic>
      <p:pic>
        <p:nvPicPr>
          <p:cNvPr id="46" name="図 45">
            <a:extLst>
              <a:ext uri="{FF2B5EF4-FFF2-40B4-BE49-F238E27FC236}">
                <a16:creationId xmlns:a16="http://schemas.microsoft.com/office/drawing/2014/main" id="{130C0B82-312D-7591-3747-498A8C5FE77D}"/>
              </a:ext>
            </a:extLst>
          </p:cNvPr>
          <p:cNvPicPr>
            <a:picLocks noChangeAspect="1"/>
          </p:cNvPicPr>
          <p:nvPr/>
        </p:nvPicPr>
        <p:blipFill>
          <a:blip r:embed="rId5"/>
          <a:stretch>
            <a:fillRect/>
          </a:stretch>
        </p:blipFill>
        <p:spPr>
          <a:xfrm>
            <a:off x="10894960" y="4276592"/>
            <a:ext cx="999603" cy="999603"/>
          </a:xfrm>
          <a:prstGeom prst="rect">
            <a:avLst/>
          </a:prstGeom>
        </p:spPr>
      </p:pic>
      <p:pic>
        <p:nvPicPr>
          <p:cNvPr id="47" name="図 46">
            <a:extLst>
              <a:ext uri="{FF2B5EF4-FFF2-40B4-BE49-F238E27FC236}">
                <a16:creationId xmlns:a16="http://schemas.microsoft.com/office/drawing/2014/main" id="{05EBC1EF-D551-32FB-11BE-946E0017AF4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339003" y="4272661"/>
            <a:ext cx="780180" cy="780180"/>
          </a:xfrm>
          <a:prstGeom prst="rect">
            <a:avLst/>
          </a:prstGeom>
        </p:spPr>
      </p:pic>
      <p:pic>
        <p:nvPicPr>
          <p:cNvPr id="48" name="図 47">
            <a:extLst>
              <a:ext uri="{FF2B5EF4-FFF2-40B4-BE49-F238E27FC236}">
                <a16:creationId xmlns:a16="http://schemas.microsoft.com/office/drawing/2014/main" id="{10DE8774-E4CB-EC0E-883B-3EFF00589D9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890044" y="4276591"/>
            <a:ext cx="780180" cy="780180"/>
          </a:xfrm>
          <a:prstGeom prst="rect">
            <a:avLst/>
          </a:prstGeom>
        </p:spPr>
      </p:pic>
      <p:cxnSp>
        <p:nvCxnSpPr>
          <p:cNvPr id="49" name="直線矢印コネクタ 48">
            <a:extLst>
              <a:ext uri="{FF2B5EF4-FFF2-40B4-BE49-F238E27FC236}">
                <a16:creationId xmlns:a16="http://schemas.microsoft.com/office/drawing/2014/main" id="{06D18593-D880-3A01-1D3D-71E774ED892F}"/>
              </a:ext>
            </a:extLst>
          </p:cNvPr>
          <p:cNvCxnSpPr>
            <a:cxnSpLocks/>
          </p:cNvCxnSpPr>
          <p:nvPr/>
        </p:nvCxnSpPr>
        <p:spPr bwMode="auto">
          <a:xfrm>
            <a:off x="7221265" y="4675527"/>
            <a:ext cx="668781" cy="0"/>
          </a:xfrm>
          <a:prstGeom prst="straightConnector1">
            <a:avLst/>
          </a:prstGeom>
          <a:solidFill>
            <a:schemeClr val="accent1"/>
          </a:solidFill>
          <a:ln w="38100" cap="flat" cmpd="sng" algn="ctr">
            <a:solidFill>
              <a:srgbClr val="FF0000"/>
            </a:solidFill>
            <a:prstDash val="sysDot"/>
            <a:round/>
            <a:headEnd type="none" w="med" len="med"/>
            <a:tailEnd type="triangle"/>
          </a:ln>
          <a:effectLst/>
        </p:spPr>
      </p:cxnSp>
      <p:cxnSp>
        <p:nvCxnSpPr>
          <p:cNvPr id="50" name="直線矢印コネクタ 49">
            <a:extLst>
              <a:ext uri="{FF2B5EF4-FFF2-40B4-BE49-F238E27FC236}">
                <a16:creationId xmlns:a16="http://schemas.microsoft.com/office/drawing/2014/main" id="{DEF9FF67-8223-79F9-0B37-2F2E5FE02629}"/>
              </a:ext>
            </a:extLst>
          </p:cNvPr>
          <p:cNvCxnSpPr>
            <a:cxnSpLocks/>
            <a:stCxn id="48" idx="3"/>
            <a:endCxn id="47" idx="1"/>
          </p:cNvCxnSpPr>
          <p:nvPr/>
        </p:nvCxnSpPr>
        <p:spPr bwMode="auto">
          <a:xfrm flipV="1">
            <a:off x="8670224" y="4662751"/>
            <a:ext cx="668779" cy="3930"/>
          </a:xfrm>
          <a:prstGeom prst="straightConnector1">
            <a:avLst/>
          </a:prstGeom>
          <a:solidFill>
            <a:schemeClr val="accent1"/>
          </a:solidFill>
          <a:ln w="38100" cap="flat" cmpd="sng" algn="ctr">
            <a:solidFill>
              <a:srgbClr val="FF0000"/>
            </a:solidFill>
            <a:prstDash val="sysDot"/>
            <a:round/>
            <a:headEnd type="none" w="med" len="med"/>
            <a:tailEnd type="triangle"/>
          </a:ln>
          <a:effectLst/>
        </p:spPr>
      </p:cxnSp>
      <p:cxnSp>
        <p:nvCxnSpPr>
          <p:cNvPr id="51" name="直線矢印コネクタ 50">
            <a:extLst>
              <a:ext uri="{FF2B5EF4-FFF2-40B4-BE49-F238E27FC236}">
                <a16:creationId xmlns:a16="http://schemas.microsoft.com/office/drawing/2014/main" id="{5A6EA480-B953-30B9-C2A2-4627C3C73116}"/>
              </a:ext>
            </a:extLst>
          </p:cNvPr>
          <p:cNvCxnSpPr>
            <a:cxnSpLocks/>
          </p:cNvCxnSpPr>
          <p:nvPr/>
        </p:nvCxnSpPr>
        <p:spPr bwMode="auto">
          <a:xfrm flipV="1">
            <a:off x="10119184" y="4670127"/>
            <a:ext cx="707177" cy="5400"/>
          </a:xfrm>
          <a:prstGeom prst="straightConnector1">
            <a:avLst/>
          </a:prstGeom>
          <a:solidFill>
            <a:schemeClr val="accent1"/>
          </a:solidFill>
          <a:ln w="38100" cap="flat" cmpd="sng" algn="ctr">
            <a:solidFill>
              <a:srgbClr val="FF0000"/>
            </a:solidFill>
            <a:prstDash val="sysDot"/>
            <a:round/>
            <a:headEnd type="none" w="med" len="med"/>
            <a:tailEnd type="triangle"/>
          </a:ln>
          <a:effectLst/>
        </p:spPr>
      </p:cxnSp>
      <p:sp>
        <p:nvSpPr>
          <p:cNvPr id="52" name="テキスト ボックス 51">
            <a:extLst>
              <a:ext uri="{FF2B5EF4-FFF2-40B4-BE49-F238E27FC236}">
                <a16:creationId xmlns:a16="http://schemas.microsoft.com/office/drawing/2014/main" id="{49DA4053-5087-0CB8-49C1-1ECCF4761AB6}"/>
              </a:ext>
            </a:extLst>
          </p:cNvPr>
          <p:cNvSpPr txBox="1"/>
          <p:nvPr/>
        </p:nvSpPr>
        <p:spPr>
          <a:xfrm>
            <a:off x="8709842" y="4186082"/>
            <a:ext cx="636713" cy="363946"/>
          </a:xfrm>
          <a:prstGeom prst="rect">
            <a:avLst/>
          </a:prstGeom>
          <a:solidFill>
            <a:srgbClr val="FFC000">
              <a:alpha val="50196"/>
            </a:srgbClr>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許可</a:t>
            </a:r>
          </a:p>
        </p:txBody>
      </p:sp>
      <p:sp>
        <p:nvSpPr>
          <p:cNvPr id="53" name="テキスト ボックス 52">
            <a:extLst>
              <a:ext uri="{FF2B5EF4-FFF2-40B4-BE49-F238E27FC236}">
                <a16:creationId xmlns:a16="http://schemas.microsoft.com/office/drawing/2014/main" id="{2435BF48-9F65-03A3-335E-22A05729B0FF}"/>
              </a:ext>
            </a:extLst>
          </p:cNvPr>
          <p:cNvSpPr txBox="1"/>
          <p:nvPr/>
        </p:nvSpPr>
        <p:spPr>
          <a:xfrm>
            <a:off x="10109443" y="4190163"/>
            <a:ext cx="636713" cy="363946"/>
          </a:xfrm>
          <a:prstGeom prst="rect">
            <a:avLst/>
          </a:prstGeom>
          <a:solidFill>
            <a:srgbClr val="FFC000">
              <a:alpha val="50196"/>
            </a:srgbClr>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許可</a:t>
            </a:r>
          </a:p>
        </p:txBody>
      </p:sp>
      <p:pic>
        <p:nvPicPr>
          <p:cNvPr id="54" name="図 53">
            <a:extLst>
              <a:ext uri="{FF2B5EF4-FFF2-40B4-BE49-F238E27FC236}">
                <a16:creationId xmlns:a16="http://schemas.microsoft.com/office/drawing/2014/main" id="{169F4D3B-8A30-D174-D4A4-72C64D2B5F4A}"/>
              </a:ext>
            </a:extLst>
          </p:cNvPr>
          <p:cNvPicPr>
            <a:picLocks noChangeAspect="1"/>
          </p:cNvPicPr>
          <p:nvPr/>
        </p:nvPicPr>
        <p:blipFill>
          <a:blip r:embed="rId6"/>
          <a:stretch>
            <a:fillRect/>
          </a:stretch>
        </p:blipFill>
        <p:spPr>
          <a:xfrm>
            <a:off x="10806560" y="5790844"/>
            <a:ext cx="789778" cy="789778"/>
          </a:xfrm>
          <a:prstGeom prst="rect">
            <a:avLst/>
          </a:prstGeom>
        </p:spPr>
      </p:pic>
      <p:sp>
        <p:nvSpPr>
          <p:cNvPr id="55" name="テキスト ボックス 54">
            <a:extLst>
              <a:ext uri="{FF2B5EF4-FFF2-40B4-BE49-F238E27FC236}">
                <a16:creationId xmlns:a16="http://schemas.microsoft.com/office/drawing/2014/main" id="{86057E71-6CC4-8725-EB7D-069BCCF73365}"/>
              </a:ext>
            </a:extLst>
          </p:cNvPr>
          <p:cNvSpPr txBox="1"/>
          <p:nvPr/>
        </p:nvSpPr>
        <p:spPr>
          <a:xfrm>
            <a:off x="10892106" y="5314464"/>
            <a:ext cx="636713" cy="363946"/>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破棄</a:t>
            </a:r>
          </a:p>
        </p:txBody>
      </p:sp>
      <p:cxnSp>
        <p:nvCxnSpPr>
          <p:cNvPr id="56" name="コネクタ: カギ線 11278">
            <a:extLst>
              <a:ext uri="{FF2B5EF4-FFF2-40B4-BE49-F238E27FC236}">
                <a16:creationId xmlns:a16="http://schemas.microsoft.com/office/drawing/2014/main" id="{1C469B0D-500E-A2FC-1A5C-7FB2B6FA94B5}"/>
              </a:ext>
            </a:extLst>
          </p:cNvPr>
          <p:cNvCxnSpPr>
            <a:cxnSpLocks/>
            <a:endCxn id="54" idx="1"/>
          </p:cNvCxnSpPr>
          <p:nvPr/>
        </p:nvCxnSpPr>
        <p:spPr bwMode="auto">
          <a:xfrm>
            <a:off x="8287856" y="5148670"/>
            <a:ext cx="2518704" cy="1037063"/>
          </a:xfrm>
          <a:prstGeom prst="bentConnector3">
            <a:avLst>
              <a:gd name="adj1" fmla="val 50000"/>
            </a:avLst>
          </a:prstGeom>
          <a:solidFill>
            <a:schemeClr val="accent1"/>
          </a:solidFill>
          <a:ln w="28575" cap="flat" cmpd="sng" algn="ctr">
            <a:solidFill>
              <a:srgbClr val="FF0000"/>
            </a:solidFill>
            <a:prstDash val="sysDot"/>
            <a:round/>
            <a:headEnd type="none" w="med" len="med"/>
            <a:tailEnd type="triangle"/>
          </a:ln>
          <a:effectLst/>
        </p:spPr>
      </p:cxnSp>
      <p:cxnSp>
        <p:nvCxnSpPr>
          <p:cNvPr id="57" name="直線コネクタ 56">
            <a:extLst>
              <a:ext uri="{FF2B5EF4-FFF2-40B4-BE49-F238E27FC236}">
                <a16:creationId xmlns:a16="http://schemas.microsoft.com/office/drawing/2014/main" id="{DED68B21-9DDD-24F6-F9FC-5B651AF7FF8F}"/>
              </a:ext>
            </a:extLst>
          </p:cNvPr>
          <p:cNvCxnSpPr>
            <a:cxnSpLocks/>
          </p:cNvCxnSpPr>
          <p:nvPr/>
        </p:nvCxnSpPr>
        <p:spPr bwMode="auto">
          <a:xfrm>
            <a:off x="9736817" y="5144741"/>
            <a:ext cx="0" cy="1040992"/>
          </a:xfrm>
          <a:prstGeom prst="line">
            <a:avLst/>
          </a:prstGeom>
          <a:solidFill>
            <a:schemeClr val="accent1"/>
          </a:solidFill>
          <a:ln w="28575" cap="flat" cmpd="sng" algn="ctr">
            <a:solidFill>
              <a:srgbClr val="FF0000"/>
            </a:solidFill>
            <a:prstDash val="sysDot"/>
            <a:round/>
            <a:headEnd type="none" w="med" len="med"/>
            <a:tailEnd type="none" w="med" len="med"/>
          </a:ln>
          <a:effectLst/>
        </p:spPr>
      </p:cxnSp>
      <p:sp>
        <p:nvSpPr>
          <p:cNvPr id="58" name="テキスト ボックス 57">
            <a:extLst>
              <a:ext uri="{FF2B5EF4-FFF2-40B4-BE49-F238E27FC236}">
                <a16:creationId xmlns:a16="http://schemas.microsoft.com/office/drawing/2014/main" id="{48B0BB8E-3984-C55A-FDE3-C80B458F1218}"/>
              </a:ext>
            </a:extLst>
          </p:cNvPr>
          <p:cNvSpPr txBox="1"/>
          <p:nvPr/>
        </p:nvSpPr>
        <p:spPr>
          <a:xfrm>
            <a:off x="8423652" y="5255166"/>
            <a:ext cx="636713" cy="363946"/>
          </a:xfrm>
          <a:prstGeom prst="rect">
            <a:avLst/>
          </a:prstGeom>
          <a:solidFill>
            <a:srgbClr val="FF0000"/>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拒否</a:t>
            </a:r>
          </a:p>
        </p:txBody>
      </p:sp>
      <p:sp>
        <p:nvSpPr>
          <p:cNvPr id="59" name="テキスト ボックス 58">
            <a:extLst>
              <a:ext uri="{FF2B5EF4-FFF2-40B4-BE49-F238E27FC236}">
                <a16:creationId xmlns:a16="http://schemas.microsoft.com/office/drawing/2014/main" id="{4014A2BA-8C37-BF87-F875-AD1A73AA9F96}"/>
              </a:ext>
            </a:extLst>
          </p:cNvPr>
          <p:cNvSpPr txBox="1"/>
          <p:nvPr/>
        </p:nvSpPr>
        <p:spPr>
          <a:xfrm>
            <a:off x="9822365" y="5247628"/>
            <a:ext cx="636713" cy="363946"/>
          </a:xfrm>
          <a:prstGeom prst="rect">
            <a:avLst/>
          </a:prstGeom>
          <a:solidFill>
            <a:srgbClr val="FF0000"/>
          </a:solid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765" b="1"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rPr>
              <a:t>拒否</a:t>
            </a:r>
          </a:p>
        </p:txBody>
      </p:sp>
      <p:sp>
        <p:nvSpPr>
          <p:cNvPr id="60" name="四角形吹き出し 49">
            <a:extLst>
              <a:ext uri="{FF2B5EF4-FFF2-40B4-BE49-F238E27FC236}">
                <a16:creationId xmlns:a16="http://schemas.microsoft.com/office/drawing/2014/main" id="{3DE90F9C-686D-174D-C897-8EAA8F954F48}"/>
              </a:ext>
            </a:extLst>
          </p:cNvPr>
          <p:cNvSpPr/>
          <p:nvPr/>
        </p:nvSpPr>
        <p:spPr>
          <a:xfrm>
            <a:off x="6053783" y="5739302"/>
            <a:ext cx="2585392" cy="1040992"/>
          </a:xfrm>
          <a:prstGeom prst="wedgeRectCallout">
            <a:avLst>
              <a:gd name="adj1" fmla="val -64153"/>
              <a:gd name="adj2" fmla="val -71632"/>
            </a:avLst>
          </a:prstGeom>
          <a:solidFill>
            <a:srgbClr val="B1D6F2"/>
          </a:solidFill>
        </p:spPr>
        <p:txBody>
          <a:bodyPr wrap="square" rtlCol="0" anchor="ctr">
            <a:no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ja-JP">
                <a:solidFill>
                  <a:schemeClr val="tx1">
                    <a:lumMod val="75000"/>
                    <a:lumOff val="25000"/>
                  </a:schemeClr>
                </a:solidFill>
                <a:latin typeface="Yu Gothic UI" panose="020B0500000000000000" pitchFamily="34" charset="-128"/>
                <a:ea typeface="Yu Gothic UI" panose="020B0500000000000000" pitchFamily="34" charset="-128"/>
              </a:rPr>
              <a:t>NSG</a:t>
            </a: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が全く設定されていない場合は全トラフィックが許可される</a:t>
            </a:r>
            <a:endParaRPr kumimoji="1" lang="ja-JP" altLang="en-US" sz="1800" b="0" i="0" u="none" strike="noStrike" kern="120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612F7-36DA-EC30-63B5-ADBF98EEF5ED}"/>
            </a:ext>
          </a:extLst>
        </p:cNvPr>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ACB9A2DA-9B78-E595-9734-BFA21D2F2789}"/>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en-US" sz="2100" b="1" dirty="0" err="1">
                <a:solidFill>
                  <a:srgbClr val="1F2937"/>
                </a:solidFill>
                <a:latin typeface="Meiryo UI"/>
                <a:ea typeface="Meiryo UI"/>
                <a:cs typeface="Meiryo UI"/>
              </a:rPr>
              <a:t>VNet</a:t>
            </a:r>
            <a:r>
              <a:rPr lang="en-US" sz="2100" b="1" dirty="0">
                <a:solidFill>
                  <a:srgbClr val="1F2937"/>
                </a:solidFill>
                <a:latin typeface="Meiryo UI"/>
                <a:ea typeface="Meiryo UI"/>
                <a:cs typeface="Meiryo UI"/>
              </a:rPr>
              <a:t> </a:t>
            </a:r>
            <a:r>
              <a:rPr lang="en-US" sz="2100" b="1" dirty="0" err="1">
                <a:solidFill>
                  <a:srgbClr val="1F2937"/>
                </a:solidFill>
                <a:latin typeface="Meiryo UI"/>
                <a:ea typeface="Meiryo UI"/>
                <a:cs typeface="Meiryo UI"/>
              </a:rPr>
              <a:t>のルーティングのルール</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719471B1-B719-7D65-A814-CFAF7AB9BB0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197B16E-915E-FD1D-AA39-28EBE9C066C7}"/>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テキスト プレースホルダー 11">
            <a:extLst>
              <a:ext uri="{FF2B5EF4-FFF2-40B4-BE49-F238E27FC236}">
                <a16:creationId xmlns:a16="http://schemas.microsoft.com/office/drawing/2014/main" id="{B519CEE6-8908-B575-30A9-DE1D722F2434}"/>
              </a:ext>
            </a:extLst>
          </p:cNvPr>
          <p:cNvSpPr txBox="1">
            <a:spLocks/>
          </p:cNvSpPr>
          <p:nvPr/>
        </p:nvSpPr>
        <p:spPr>
          <a:xfrm>
            <a:off x="320567" y="1396596"/>
            <a:ext cx="11277600" cy="1292662"/>
          </a:xfrm>
          <a:prstGeom prst="rect">
            <a:avLst/>
          </a:prstGeom>
        </p:spPr>
        <p:txBody>
          <a:bodyPr vert="horz" wrap="square" lIns="0" tIns="0" rIns="0" bIns="0" rtlCol="0">
            <a:spAutoFit/>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pPr lvl="1"/>
            <a:r>
              <a:rPr lang="en-US" altLang="ja-JP" err="1">
                <a:solidFill>
                  <a:schemeClr val="tx1"/>
                </a:solidFill>
                <a:latin typeface="Yu Gothic UI" panose="020B0500000000000000" pitchFamily="34" charset="-128"/>
                <a:ea typeface="Yu Gothic UI" panose="020B0500000000000000" pitchFamily="34" charset="-128"/>
              </a:rPr>
              <a:t>VNet</a:t>
            </a:r>
            <a:r>
              <a:rPr lang="en-US" altLang="ja-JP">
                <a:solidFill>
                  <a:schemeClr val="tx1"/>
                </a:solidFill>
                <a:latin typeface="Yu Gothic UI" panose="020B0500000000000000" pitchFamily="34" charset="-128"/>
                <a:ea typeface="Yu Gothic UI" panose="020B0500000000000000" pitchFamily="34" charset="-128"/>
              </a:rPr>
              <a:t> Peering </a:t>
            </a:r>
            <a:r>
              <a:rPr lang="ja-JP" altLang="en-US">
                <a:solidFill>
                  <a:schemeClr val="tx1"/>
                </a:solidFill>
                <a:latin typeface="Yu Gothic UI" panose="020B0500000000000000" pitchFamily="34" charset="-128"/>
                <a:ea typeface="Yu Gothic UI" panose="020B0500000000000000" pitchFamily="34" charset="-128"/>
              </a:rPr>
              <a:t>は直接ピアリングした</a:t>
            </a:r>
            <a:r>
              <a:rPr lang="en-US" altLang="ja-JP">
                <a:solidFill>
                  <a:schemeClr val="tx1"/>
                </a:solidFill>
                <a:latin typeface="Yu Gothic UI" panose="020B0500000000000000" pitchFamily="34" charset="-128"/>
                <a:ea typeface="Yu Gothic UI" panose="020B0500000000000000" pitchFamily="34" charset="-128"/>
              </a:rPr>
              <a:t> </a:t>
            </a:r>
            <a:r>
              <a:rPr lang="en-US" altLang="ja-JP" err="1">
                <a:solidFill>
                  <a:schemeClr val="tx1"/>
                </a:solidFill>
                <a:latin typeface="Yu Gothic UI" panose="020B0500000000000000" pitchFamily="34" charset="-128"/>
                <a:ea typeface="Yu Gothic UI" panose="020B0500000000000000" pitchFamily="34" charset="-128"/>
              </a:rPr>
              <a:t>VNet</a:t>
            </a:r>
            <a:r>
              <a:rPr lang="en-US" altLang="ja-JP">
                <a:solidFill>
                  <a:schemeClr val="tx1"/>
                </a:solidFill>
                <a:latin typeface="Yu Gothic UI" panose="020B0500000000000000" pitchFamily="34" charset="-128"/>
                <a:ea typeface="Yu Gothic UI" panose="020B0500000000000000" pitchFamily="34" charset="-128"/>
              </a:rPr>
              <a:t> </a:t>
            </a:r>
            <a:r>
              <a:rPr lang="ja-JP" altLang="en-US">
                <a:solidFill>
                  <a:schemeClr val="tx1"/>
                </a:solidFill>
                <a:latin typeface="Yu Gothic UI" panose="020B0500000000000000" pitchFamily="34" charset="-128"/>
                <a:ea typeface="Yu Gothic UI" panose="020B0500000000000000" pitchFamily="34" charset="-128"/>
              </a:rPr>
              <a:t>同士のルーティングは可能。</a:t>
            </a:r>
            <a:endParaRPr lang="en-US" altLang="ja-JP">
              <a:solidFill>
                <a:schemeClr val="tx1"/>
              </a:solidFill>
              <a:latin typeface="Yu Gothic UI" panose="020B0500000000000000" pitchFamily="34" charset="-128"/>
              <a:ea typeface="Yu Gothic UI" panose="020B0500000000000000" pitchFamily="34" charset="-128"/>
            </a:endParaRPr>
          </a:p>
          <a:p>
            <a:pPr lvl="1"/>
            <a:r>
              <a:rPr lang="ja-JP" altLang="en-US">
                <a:solidFill>
                  <a:schemeClr val="tx1"/>
                </a:solidFill>
                <a:latin typeface="Yu Gothic UI" panose="020B0500000000000000" pitchFamily="34" charset="-128"/>
                <a:ea typeface="Yu Gothic UI" panose="020B0500000000000000" pitchFamily="34" charset="-128"/>
              </a:rPr>
              <a:t>直接接続していない</a:t>
            </a:r>
            <a:r>
              <a:rPr lang="en-US" altLang="ja-JP">
                <a:solidFill>
                  <a:schemeClr val="tx1"/>
                </a:solidFill>
                <a:latin typeface="Yu Gothic UI" panose="020B0500000000000000" pitchFamily="34" charset="-128"/>
                <a:ea typeface="Yu Gothic UI" panose="020B0500000000000000" pitchFamily="34" charset="-128"/>
              </a:rPr>
              <a:t> </a:t>
            </a:r>
            <a:r>
              <a:rPr lang="en-US" altLang="ja-JP" err="1">
                <a:solidFill>
                  <a:schemeClr val="tx1"/>
                </a:solidFill>
                <a:latin typeface="Yu Gothic UI" panose="020B0500000000000000" pitchFamily="34" charset="-128"/>
                <a:ea typeface="Yu Gothic UI" panose="020B0500000000000000" pitchFamily="34" charset="-128"/>
              </a:rPr>
              <a:t>VNet</a:t>
            </a:r>
            <a:r>
              <a:rPr lang="en-US" altLang="ja-JP">
                <a:solidFill>
                  <a:schemeClr val="tx1"/>
                </a:solidFill>
                <a:latin typeface="Yu Gothic UI" panose="020B0500000000000000" pitchFamily="34" charset="-128"/>
                <a:ea typeface="Yu Gothic UI" panose="020B0500000000000000" pitchFamily="34" charset="-128"/>
              </a:rPr>
              <a:t> </a:t>
            </a:r>
            <a:r>
              <a:rPr lang="ja-JP" altLang="en-US">
                <a:solidFill>
                  <a:schemeClr val="tx1"/>
                </a:solidFill>
                <a:latin typeface="Yu Gothic UI" panose="020B0500000000000000" pitchFamily="34" charset="-128"/>
                <a:ea typeface="Yu Gothic UI" panose="020B0500000000000000" pitchFamily="34" charset="-128"/>
              </a:rPr>
              <a:t>同士の非推移的なルーティングはできない。下記の</a:t>
            </a:r>
            <a:r>
              <a:rPr lang="en-US" altLang="ja-JP" err="1">
                <a:solidFill>
                  <a:schemeClr val="tx1"/>
                </a:solidFill>
                <a:latin typeface="Yu Gothic UI" panose="020B0500000000000000" pitchFamily="34" charset="-128"/>
                <a:ea typeface="Yu Gothic UI" panose="020B0500000000000000" pitchFamily="34" charset="-128"/>
              </a:rPr>
              <a:t>VNet</a:t>
            </a:r>
            <a:r>
              <a:rPr lang="en-US" altLang="ja-JP">
                <a:solidFill>
                  <a:schemeClr val="tx1"/>
                </a:solidFill>
                <a:latin typeface="Yu Gothic UI" panose="020B0500000000000000" pitchFamily="34" charset="-128"/>
                <a:ea typeface="Yu Gothic UI" panose="020B0500000000000000" pitchFamily="34" charset="-128"/>
              </a:rPr>
              <a:t> 1 </a:t>
            </a:r>
            <a:r>
              <a:rPr lang="ja-JP" altLang="en-US">
                <a:solidFill>
                  <a:schemeClr val="tx1"/>
                </a:solidFill>
                <a:latin typeface="Yu Gothic UI" panose="020B0500000000000000" pitchFamily="34" charset="-128"/>
                <a:ea typeface="Yu Gothic UI" panose="020B0500000000000000" pitchFamily="34" charset="-128"/>
              </a:rPr>
              <a:t>と</a:t>
            </a:r>
            <a:r>
              <a:rPr lang="en-US" altLang="ja-JP">
                <a:solidFill>
                  <a:schemeClr val="tx1"/>
                </a:solidFill>
                <a:latin typeface="Yu Gothic UI" panose="020B0500000000000000" pitchFamily="34" charset="-128"/>
                <a:ea typeface="Yu Gothic UI" panose="020B0500000000000000" pitchFamily="34" charset="-128"/>
              </a:rPr>
              <a:t> 3 </a:t>
            </a:r>
            <a:r>
              <a:rPr lang="ja-JP" altLang="en-US">
                <a:solidFill>
                  <a:schemeClr val="tx1"/>
                </a:solidFill>
                <a:latin typeface="Yu Gothic UI" panose="020B0500000000000000" pitchFamily="34" charset="-128"/>
                <a:ea typeface="Yu Gothic UI" panose="020B0500000000000000" pitchFamily="34" charset="-128"/>
              </a:rPr>
              <a:t>の間で通信を行いたい場合は</a:t>
            </a:r>
            <a:r>
              <a:rPr lang="en-US" altLang="ja-JP">
                <a:solidFill>
                  <a:schemeClr val="tx1"/>
                </a:solidFill>
                <a:latin typeface="Yu Gothic UI" panose="020B0500000000000000" pitchFamily="34" charset="-128"/>
                <a:ea typeface="Yu Gothic UI" panose="020B0500000000000000" pitchFamily="34" charset="-128"/>
              </a:rPr>
              <a:t> </a:t>
            </a:r>
            <a:r>
              <a:rPr lang="en-US" altLang="ja-JP" err="1">
                <a:solidFill>
                  <a:schemeClr val="tx1"/>
                </a:solidFill>
                <a:latin typeface="Yu Gothic UI" panose="020B0500000000000000" pitchFamily="34" charset="-128"/>
                <a:ea typeface="Yu Gothic UI" panose="020B0500000000000000" pitchFamily="34" charset="-128"/>
              </a:rPr>
              <a:t>VNet</a:t>
            </a:r>
            <a:r>
              <a:rPr lang="en-US" altLang="ja-JP">
                <a:solidFill>
                  <a:schemeClr val="tx1"/>
                </a:solidFill>
                <a:latin typeface="Yu Gothic UI" panose="020B0500000000000000" pitchFamily="34" charset="-128"/>
                <a:ea typeface="Yu Gothic UI" panose="020B0500000000000000" pitchFamily="34" charset="-128"/>
              </a:rPr>
              <a:t> 2 </a:t>
            </a:r>
            <a:r>
              <a:rPr lang="ja-JP" altLang="en-US">
                <a:solidFill>
                  <a:schemeClr val="tx1"/>
                </a:solidFill>
                <a:latin typeface="Yu Gothic UI" panose="020B0500000000000000" pitchFamily="34" charset="-128"/>
                <a:ea typeface="Yu Gothic UI" panose="020B0500000000000000" pitchFamily="34" charset="-128"/>
              </a:rPr>
              <a:t>でパケット転送できるインスタンスを用意し、</a:t>
            </a:r>
            <a:r>
              <a:rPr lang="en-US" altLang="ja-JP" err="1">
                <a:solidFill>
                  <a:schemeClr val="tx1"/>
                </a:solidFill>
                <a:latin typeface="Yu Gothic UI" panose="020B0500000000000000" pitchFamily="34" charset="-128"/>
                <a:ea typeface="Yu Gothic UI" panose="020B0500000000000000" pitchFamily="34" charset="-128"/>
              </a:rPr>
              <a:t>VNet</a:t>
            </a:r>
            <a:r>
              <a:rPr lang="en-US" altLang="ja-JP">
                <a:solidFill>
                  <a:schemeClr val="tx1"/>
                </a:solidFill>
                <a:latin typeface="Yu Gothic UI" panose="020B0500000000000000" pitchFamily="34" charset="-128"/>
                <a:ea typeface="Yu Gothic UI" panose="020B0500000000000000" pitchFamily="34" charset="-128"/>
              </a:rPr>
              <a:t> 1</a:t>
            </a:r>
            <a:r>
              <a:rPr lang="ja-JP" altLang="en-US">
                <a:solidFill>
                  <a:schemeClr val="tx1"/>
                </a:solidFill>
                <a:latin typeface="Yu Gothic UI" panose="020B0500000000000000" pitchFamily="34" charset="-128"/>
                <a:ea typeface="Yu Gothic UI" panose="020B0500000000000000" pitchFamily="34" charset="-128"/>
              </a:rPr>
              <a:t>、</a:t>
            </a:r>
            <a:r>
              <a:rPr lang="en-US" altLang="ja-JP">
                <a:solidFill>
                  <a:schemeClr val="tx1"/>
                </a:solidFill>
                <a:latin typeface="Yu Gothic UI" panose="020B0500000000000000" pitchFamily="34" charset="-128"/>
                <a:ea typeface="Yu Gothic UI" panose="020B0500000000000000" pitchFamily="34" charset="-128"/>
              </a:rPr>
              <a:t>3 </a:t>
            </a:r>
            <a:r>
              <a:rPr lang="ja-JP" altLang="en-US">
                <a:solidFill>
                  <a:schemeClr val="tx1"/>
                </a:solidFill>
                <a:latin typeface="Yu Gothic UI" panose="020B0500000000000000" pitchFamily="34" charset="-128"/>
                <a:ea typeface="Yu Gothic UI" panose="020B0500000000000000" pitchFamily="34" charset="-128"/>
              </a:rPr>
              <a:t>それぞれで</a:t>
            </a:r>
            <a:r>
              <a:rPr lang="en-US" altLang="ja-JP">
                <a:solidFill>
                  <a:schemeClr val="tx1"/>
                </a:solidFill>
                <a:latin typeface="Yu Gothic UI" panose="020B0500000000000000" pitchFamily="34" charset="-128"/>
                <a:ea typeface="Yu Gothic UI" panose="020B0500000000000000" pitchFamily="34" charset="-128"/>
              </a:rPr>
              <a:t> Route Table </a:t>
            </a:r>
            <a:r>
              <a:rPr lang="ja-JP" altLang="en-US">
                <a:solidFill>
                  <a:schemeClr val="tx1"/>
                </a:solidFill>
                <a:latin typeface="Yu Gothic UI" panose="020B0500000000000000" pitchFamily="34" charset="-128"/>
                <a:ea typeface="Yu Gothic UI" panose="020B0500000000000000" pitchFamily="34" charset="-128"/>
              </a:rPr>
              <a:t>を用意し補助する必要がある。</a:t>
            </a:r>
          </a:p>
        </p:txBody>
      </p:sp>
      <p:sp>
        <p:nvSpPr>
          <p:cNvPr id="5" name="Rounded Rectangle 75">
            <a:extLst>
              <a:ext uri="{FF2B5EF4-FFF2-40B4-BE49-F238E27FC236}">
                <a16:creationId xmlns:a16="http://schemas.microsoft.com/office/drawing/2014/main" id="{F80BBD33-CF5E-C15B-D9BA-43B9FE4C3883}"/>
              </a:ext>
            </a:extLst>
          </p:cNvPr>
          <p:cNvSpPr/>
          <p:nvPr/>
        </p:nvSpPr>
        <p:spPr bwMode="auto">
          <a:xfrm>
            <a:off x="1828746" y="3513429"/>
            <a:ext cx="2857500" cy="1731562"/>
          </a:xfrm>
          <a:prstGeom prst="roundRect">
            <a:avLst>
              <a:gd name="adj" fmla="val 10259"/>
            </a:avLst>
          </a:prstGeom>
          <a:noFill/>
          <a:ln w="28575">
            <a:solidFill>
              <a:schemeClr val="accent1">
                <a:lumMod val="20000"/>
                <a:lumOff val="80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79277" tIns="143422" rIns="179277" bIns="143422" numCol="1" spcCol="0" rtlCol="0" fromWordArt="0" anchor="t" anchorCtr="0" forceAA="0" compatLnSpc="1">
            <a:prstTxWarp prst="textNoShape">
              <a:avLst/>
            </a:prstTxWarp>
            <a:noAutofit/>
          </a:bodyPr>
          <a:lstStyle/>
          <a:p>
            <a:pPr marL="0" marR="0" lvl="0" indent="0" algn="ctr" defTabSz="896091" rtl="0" eaLnBrk="1" fontAlgn="base" latinLnBrk="0" hangingPunct="1">
              <a:lnSpc>
                <a:spcPct val="90000"/>
              </a:lnSpc>
              <a:spcBef>
                <a:spcPct val="0"/>
              </a:spcBef>
              <a:spcAft>
                <a:spcPct val="0"/>
              </a:spcAft>
              <a:buClrTx/>
              <a:buSzTx/>
              <a:buFontTx/>
              <a:buNone/>
              <a:tabLst/>
              <a:defRPr/>
            </a:pPr>
            <a:endParaRPr kumimoji="0" lang="en-US" sz="1800" b="0" i="0" u="none" strike="noStrike" kern="1200" cap="none" spc="-49" normalizeH="0" baseline="0" noProof="0">
              <a:ln>
                <a:noFill/>
              </a:ln>
              <a:solidFill>
                <a:schemeClr val="tx1"/>
              </a:solidFill>
              <a:effectLst/>
              <a:uLnTx/>
              <a:uFillTx/>
              <a:latin typeface="Yu Gothic UI" panose="020B0500000000000000" pitchFamily="34" charset="-128"/>
              <a:ea typeface="Yu Gothic UI" panose="020B0500000000000000" pitchFamily="34" charset="-128"/>
            </a:endParaRPr>
          </a:p>
        </p:txBody>
      </p:sp>
      <p:sp>
        <p:nvSpPr>
          <p:cNvPr id="6" name="Freeform 24">
            <a:extLst>
              <a:ext uri="{FF2B5EF4-FFF2-40B4-BE49-F238E27FC236}">
                <a16:creationId xmlns:a16="http://schemas.microsoft.com/office/drawing/2014/main" id="{97FCD701-CC28-1BF9-02C0-E931BC0C3A3B}"/>
              </a:ext>
            </a:extLst>
          </p:cNvPr>
          <p:cNvSpPr>
            <a:spLocks noEditPoints="1"/>
          </p:cNvSpPr>
          <p:nvPr/>
        </p:nvSpPr>
        <p:spPr bwMode="black">
          <a:xfrm>
            <a:off x="2225381" y="4555602"/>
            <a:ext cx="777169" cy="386005"/>
          </a:xfrm>
          <a:custGeom>
            <a:avLst/>
            <a:gdLst>
              <a:gd name="T0" fmla="*/ 524 w 1369"/>
              <a:gd name="T1" fmla="*/ 115 h 1057"/>
              <a:gd name="T2" fmla="*/ 373 w 1369"/>
              <a:gd name="T3" fmla="*/ 228 h 1057"/>
              <a:gd name="T4" fmla="*/ 455 w 1369"/>
              <a:gd name="T5" fmla="*/ 153 h 1057"/>
              <a:gd name="T6" fmla="*/ 5 w 1369"/>
              <a:gd name="T7" fmla="*/ 634 h 1057"/>
              <a:gd name="T8" fmla="*/ 149 w 1369"/>
              <a:gd name="T9" fmla="*/ 320 h 1057"/>
              <a:gd name="T10" fmla="*/ 26 w 1369"/>
              <a:gd name="T11" fmla="*/ 509 h 1057"/>
              <a:gd name="T12" fmla="*/ 652 w 1369"/>
              <a:gd name="T13" fmla="*/ 75 h 1057"/>
              <a:gd name="T14" fmla="*/ 36 w 1369"/>
              <a:gd name="T15" fmla="*/ 435 h 1057"/>
              <a:gd name="T16" fmla="*/ 28 w 1369"/>
              <a:gd name="T17" fmla="*/ 478 h 1057"/>
              <a:gd name="T18" fmla="*/ 9 w 1369"/>
              <a:gd name="T19" fmla="*/ 353 h 1057"/>
              <a:gd name="T20" fmla="*/ 1045 w 1369"/>
              <a:gd name="T21" fmla="*/ 157 h 1057"/>
              <a:gd name="T22" fmla="*/ 1251 w 1369"/>
              <a:gd name="T23" fmla="*/ 278 h 1057"/>
              <a:gd name="T24" fmla="*/ 1184 w 1369"/>
              <a:gd name="T25" fmla="*/ 236 h 1057"/>
              <a:gd name="T26" fmla="*/ 1369 w 1369"/>
              <a:gd name="T27" fmla="*/ 439 h 1057"/>
              <a:gd name="T28" fmla="*/ 1349 w 1369"/>
              <a:gd name="T29" fmla="*/ 356 h 1057"/>
              <a:gd name="T30" fmla="*/ 1150 w 1369"/>
              <a:gd name="T31" fmla="*/ 216 h 1057"/>
              <a:gd name="T32" fmla="*/ 859 w 1369"/>
              <a:gd name="T33" fmla="*/ 52 h 1057"/>
              <a:gd name="T34" fmla="*/ 781 w 1369"/>
              <a:gd name="T35" fmla="*/ 39 h 1057"/>
              <a:gd name="T36" fmla="*/ 746 w 1369"/>
              <a:gd name="T37" fmla="*/ 26 h 1057"/>
              <a:gd name="T38" fmla="*/ 682 w 1369"/>
              <a:gd name="T39" fmla="*/ 56 h 1057"/>
              <a:gd name="T40" fmla="*/ 67 w 1369"/>
              <a:gd name="T41" fmla="*/ 682 h 1057"/>
              <a:gd name="T42" fmla="*/ 963 w 1369"/>
              <a:gd name="T43" fmla="*/ 142 h 1057"/>
              <a:gd name="T44" fmla="*/ 906 w 1369"/>
              <a:gd name="T45" fmla="*/ 82 h 1057"/>
              <a:gd name="T46" fmla="*/ 247 w 1369"/>
              <a:gd name="T47" fmla="*/ 268 h 1057"/>
              <a:gd name="T48" fmla="*/ 1073 w 1369"/>
              <a:gd name="T49" fmla="*/ 766 h 1057"/>
              <a:gd name="T50" fmla="*/ 974 w 1369"/>
              <a:gd name="T51" fmla="*/ 824 h 1057"/>
              <a:gd name="T52" fmla="*/ 1048 w 1369"/>
              <a:gd name="T53" fmla="*/ 780 h 1057"/>
              <a:gd name="T54" fmla="*/ 834 w 1369"/>
              <a:gd name="T55" fmla="*/ 948 h 1057"/>
              <a:gd name="T56" fmla="*/ 882 w 1369"/>
              <a:gd name="T57" fmla="*/ 910 h 1057"/>
              <a:gd name="T58" fmla="*/ 1199 w 1369"/>
              <a:gd name="T59" fmla="*/ 723 h 1057"/>
              <a:gd name="T60" fmla="*/ 61 w 1369"/>
              <a:gd name="T61" fmla="*/ 327 h 1057"/>
              <a:gd name="T62" fmla="*/ 1353 w 1369"/>
              <a:gd name="T63" fmla="*/ 606 h 1057"/>
              <a:gd name="T64" fmla="*/ 1342 w 1369"/>
              <a:gd name="T65" fmla="*/ 518 h 1057"/>
              <a:gd name="T66" fmla="*/ 789 w 1369"/>
              <a:gd name="T67" fmla="*/ 977 h 1057"/>
              <a:gd name="T68" fmla="*/ 791 w 1369"/>
              <a:gd name="T69" fmla="*/ 972 h 1057"/>
              <a:gd name="T70" fmla="*/ 1249 w 1369"/>
              <a:gd name="T71" fmla="*/ 662 h 1057"/>
              <a:gd name="T72" fmla="*/ 1318 w 1369"/>
              <a:gd name="T73" fmla="*/ 616 h 1057"/>
              <a:gd name="T74" fmla="*/ 357 w 1369"/>
              <a:gd name="T75" fmla="*/ 821 h 1057"/>
              <a:gd name="T76" fmla="*/ 249 w 1369"/>
              <a:gd name="T77" fmla="*/ 759 h 1057"/>
              <a:gd name="T78" fmla="*/ 179 w 1369"/>
              <a:gd name="T79" fmla="*/ 721 h 1057"/>
              <a:gd name="T80" fmla="*/ 133 w 1369"/>
              <a:gd name="T81" fmla="*/ 704 h 1057"/>
              <a:gd name="T82" fmla="*/ 139 w 1369"/>
              <a:gd name="T83" fmla="*/ 731 h 1057"/>
              <a:gd name="T84" fmla="*/ 711 w 1369"/>
              <a:gd name="T85" fmla="*/ 1056 h 1057"/>
              <a:gd name="T86" fmla="*/ 606 w 1369"/>
              <a:gd name="T87" fmla="*/ 984 h 1057"/>
              <a:gd name="T88" fmla="*/ 614 w 1369"/>
              <a:gd name="T89" fmla="*/ 998 h 1057"/>
              <a:gd name="T90" fmla="*/ 555 w 1369"/>
              <a:gd name="T91" fmla="*/ 933 h 1057"/>
              <a:gd name="T92" fmla="*/ 676 w 1369"/>
              <a:gd name="T93" fmla="*/ 1024 h 1057"/>
              <a:gd name="T94" fmla="*/ 489 w 1369"/>
              <a:gd name="T95" fmla="*/ 898 h 1057"/>
              <a:gd name="T96" fmla="*/ 1274 w 1369"/>
              <a:gd name="T97" fmla="*/ 378 h 1057"/>
              <a:gd name="T98" fmla="*/ 749 w 1369"/>
              <a:gd name="T99" fmla="*/ 729 h 1057"/>
              <a:gd name="T100" fmla="*/ 146 w 1369"/>
              <a:gd name="T101" fmla="*/ 631 h 1057"/>
              <a:gd name="T102" fmla="*/ 600 w 1369"/>
              <a:gd name="T103" fmla="*/ 889 h 1057"/>
              <a:gd name="T104" fmla="*/ 780 w 1369"/>
              <a:gd name="T105" fmla="*/ 741 h 1057"/>
              <a:gd name="T106" fmla="*/ 486 w 1369"/>
              <a:gd name="T107" fmla="*/ 685 h 1057"/>
              <a:gd name="T108" fmla="*/ 587 w 1369"/>
              <a:gd name="T109" fmla="*/ 850 h 1057"/>
              <a:gd name="T110" fmla="*/ 560 w 1369"/>
              <a:gd name="T111" fmla="*/ 881 h 1057"/>
              <a:gd name="T112" fmla="*/ 232 w 1369"/>
              <a:gd name="T113" fmla="*/ 509 h 1057"/>
              <a:gd name="T114" fmla="*/ 233 w 1369"/>
              <a:gd name="T115" fmla="*/ 619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69" h="1057">
                <a:moveTo>
                  <a:pt x="234" y="304"/>
                </a:moveTo>
                <a:cubicBezTo>
                  <a:pt x="234" y="304"/>
                  <a:pt x="234" y="304"/>
                  <a:pt x="234" y="304"/>
                </a:cubicBezTo>
                <a:cubicBezTo>
                  <a:pt x="190" y="329"/>
                  <a:pt x="190" y="329"/>
                  <a:pt x="190" y="329"/>
                </a:cubicBezTo>
                <a:cubicBezTo>
                  <a:pt x="178" y="305"/>
                  <a:pt x="178" y="305"/>
                  <a:pt x="178" y="305"/>
                </a:cubicBezTo>
                <a:cubicBezTo>
                  <a:pt x="222" y="280"/>
                  <a:pt x="222" y="280"/>
                  <a:pt x="222" y="280"/>
                </a:cubicBezTo>
                <a:cubicBezTo>
                  <a:pt x="234" y="304"/>
                  <a:pt x="234" y="304"/>
                  <a:pt x="234" y="304"/>
                </a:cubicBezTo>
                <a:close/>
                <a:moveTo>
                  <a:pt x="581" y="113"/>
                </a:moveTo>
                <a:cubicBezTo>
                  <a:pt x="569" y="91"/>
                  <a:pt x="569" y="91"/>
                  <a:pt x="569" y="91"/>
                </a:cubicBezTo>
                <a:cubicBezTo>
                  <a:pt x="524" y="115"/>
                  <a:pt x="524" y="115"/>
                  <a:pt x="524" y="115"/>
                </a:cubicBezTo>
                <a:cubicBezTo>
                  <a:pt x="537" y="138"/>
                  <a:pt x="537" y="138"/>
                  <a:pt x="537" y="138"/>
                </a:cubicBezTo>
                <a:cubicBezTo>
                  <a:pt x="581" y="113"/>
                  <a:pt x="581" y="113"/>
                  <a:pt x="581" y="113"/>
                </a:cubicBezTo>
                <a:cubicBezTo>
                  <a:pt x="581" y="113"/>
                  <a:pt x="581" y="113"/>
                  <a:pt x="581" y="113"/>
                </a:cubicBezTo>
                <a:close/>
                <a:moveTo>
                  <a:pt x="373" y="228"/>
                </a:moveTo>
                <a:cubicBezTo>
                  <a:pt x="360" y="205"/>
                  <a:pt x="360" y="205"/>
                  <a:pt x="360" y="205"/>
                </a:cubicBezTo>
                <a:cubicBezTo>
                  <a:pt x="316" y="230"/>
                  <a:pt x="316" y="230"/>
                  <a:pt x="316" y="230"/>
                </a:cubicBezTo>
                <a:cubicBezTo>
                  <a:pt x="329" y="252"/>
                  <a:pt x="329" y="252"/>
                  <a:pt x="329" y="252"/>
                </a:cubicBezTo>
                <a:cubicBezTo>
                  <a:pt x="373" y="228"/>
                  <a:pt x="373" y="228"/>
                  <a:pt x="373" y="228"/>
                </a:cubicBezTo>
                <a:cubicBezTo>
                  <a:pt x="373" y="228"/>
                  <a:pt x="373" y="228"/>
                  <a:pt x="373" y="228"/>
                </a:cubicBezTo>
                <a:close/>
                <a:moveTo>
                  <a:pt x="443" y="190"/>
                </a:moveTo>
                <a:cubicBezTo>
                  <a:pt x="430" y="167"/>
                  <a:pt x="430" y="167"/>
                  <a:pt x="430" y="167"/>
                </a:cubicBezTo>
                <a:cubicBezTo>
                  <a:pt x="385" y="190"/>
                  <a:pt x="385" y="190"/>
                  <a:pt x="385" y="190"/>
                </a:cubicBezTo>
                <a:cubicBezTo>
                  <a:pt x="398" y="214"/>
                  <a:pt x="398" y="214"/>
                  <a:pt x="398" y="214"/>
                </a:cubicBezTo>
                <a:cubicBezTo>
                  <a:pt x="443" y="190"/>
                  <a:pt x="443" y="190"/>
                  <a:pt x="443" y="190"/>
                </a:cubicBezTo>
                <a:cubicBezTo>
                  <a:pt x="443" y="190"/>
                  <a:pt x="443" y="190"/>
                  <a:pt x="443" y="190"/>
                </a:cubicBezTo>
                <a:close/>
                <a:moveTo>
                  <a:pt x="513" y="151"/>
                </a:moveTo>
                <a:cubicBezTo>
                  <a:pt x="501" y="129"/>
                  <a:pt x="501" y="129"/>
                  <a:pt x="501" y="129"/>
                </a:cubicBezTo>
                <a:cubicBezTo>
                  <a:pt x="455" y="153"/>
                  <a:pt x="455" y="153"/>
                  <a:pt x="455" y="153"/>
                </a:cubicBezTo>
                <a:cubicBezTo>
                  <a:pt x="468" y="176"/>
                  <a:pt x="468" y="176"/>
                  <a:pt x="468" y="176"/>
                </a:cubicBezTo>
                <a:cubicBezTo>
                  <a:pt x="513" y="151"/>
                  <a:pt x="513" y="151"/>
                  <a:pt x="513" y="151"/>
                </a:cubicBezTo>
                <a:cubicBezTo>
                  <a:pt x="513" y="151"/>
                  <a:pt x="513" y="151"/>
                  <a:pt x="513" y="151"/>
                </a:cubicBezTo>
                <a:close/>
                <a:moveTo>
                  <a:pt x="32" y="631"/>
                </a:moveTo>
                <a:cubicBezTo>
                  <a:pt x="30" y="620"/>
                  <a:pt x="30" y="607"/>
                  <a:pt x="29" y="592"/>
                </a:cubicBezTo>
                <a:cubicBezTo>
                  <a:pt x="28" y="587"/>
                  <a:pt x="28" y="587"/>
                  <a:pt x="28" y="587"/>
                </a:cubicBezTo>
                <a:cubicBezTo>
                  <a:pt x="1" y="589"/>
                  <a:pt x="1" y="589"/>
                  <a:pt x="1" y="589"/>
                </a:cubicBezTo>
                <a:cubicBezTo>
                  <a:pt x="1" y="595"/>
                  <a:pt x="1" y="595"/>
                  <a:pt x="1" y="595"/>
                </a:cubicBezTo>
                <a:cubicBezTo>
                  <a:pt x="3" y="608"/>
                  <a:pt x="3" y="622"/>
                  <a:pt x="5" y="634"/>
                </a:cubicBezTo>
                <a:cubicBezTo>
                  <a:pt x="6" y="639"/>
                  <a:pt x="6" y="639"/>
                  <a:pt x="6" y="639"/>
                </a:cubicBezTo>
                <a:cubicBezTo>
                  <a:pt x="33" y="636"/>
                  <a:pt x="33" y="636"/>
                  <a:pt x="33" y="636"/>
                </a:cubicBezTo>
                <a:cubicBezTo>
                  <a:pt x="32" y="631"/>
                  <a:pt x="32" y="631"/>
                  <a:pt x="32" y="631"/>
                </a:cubicBezTo>
                <a:cubicBezTo>
                  <a:pt x="32" y="631"/>
                  <a:pt x="32" y="631"/>
                  <a:pt x="32" y="631"/>
                </a:cubicBezTo>
                <a:close/>
                <a:moveTo>
                  <a:pt x="143" y="346"/>
                </a:moveTo>
                <a:cubicBezTo>
                  <a:pt x="148" y="346"/>
                  <a:pt x="152" y="346"/>
                  <a:pt x="157" y="344"/>
                </a:cubicBezTo>
                <a:cubicBezTo>
                  <a:pt x="162" y="343"/>
                  <a:pt x="162" y="343"/>
                  <a:pt x="162" y="343"/>
                </a:cubicBezTo>
                <a:cubicBezTo>
                  <a:pt x="154" y="318"/>
                  <a:pt x="154" y="318"/>
                  <a:pt x="154" y="318"/>
                </a:cubicBezTo>
                <a:cubicBezTo>
                  <a:pt x="149" y="320"/>
                  <a:pt x="149" y="320"/>
                  <a:pt x="149" y="320"/>
                </a:cubicBezTo>
                <a:cubicBezTo>
                  <a:pt x="143" y="322"/>
                  <a:pt x="133" y="320"/>
                  <a:pt x="118" y="316"/>
                </a:cubicBezTo>
                <a:cubicBezTo>
                  <a:pt x="113" y="315"/>
                  <a:pt x="113" y="315"/>
                  <a:pt x="113" y="315"/>
                </a:cubicBezTo>
                <a:cubicBezTo>
                  <a:pt x="105" y="338"/>
                  <a:pt x="105" y="338"/>
                  <a:pt x="105" y="338"/>
                </a:cubicBezTo>
                <a:cubicBezTo>
                  <a:pt x="110" y="341"/>
                  <a:pt x="110" y="341"/>
                  <a:pt x="110" y="341"/>
                </a:cubicBezTo>
                <a:cubicBezTo>
                  <a:pt x="124" y="344"/>
                  <a:pt x="134" y="346"/>
                  <a:pt x="143" y="346"/>
                </a:cubicBezTo>
                <a:close/>
                <a:moveTo>
                  <a:pt x="26" y="554"/>
                </a:moveTo>
                <a:cubicBezTo>
                  <a:pt x="26" y="543"/>
                  <a:pt x="26" y="534"/>
                  <a:pt x="26" y="525"/>
                </a:cubicBezTo>
                <a:cubicBezTo>
                  <a:pt x="26" y="521"/>
                  <a:pt x="26" y="518"/>
                  <a:pt x="26" y="514"/>
                </a:cubicBezTo>
                <a:cubicBezTo>
                  <a:pt x="26" y="509"/>
                  <a:pt x="26" y="509"/>
                  <a:pt x="26" y="509"/>
                </a:cubicBezTo>
                <a:cubicBezTo>
                  <a:pt x="0" y="509"/>
                  <a:pt x="0" y="509"/>
                  <a:pt x="0" y="509"/>
                </a:cubicBezTo>
                <a:cubicBezTo>
                  <a:pt x="0" y="514"/>
                  <a:pt x="0" y="514"/>
                  <a:pt x="0" y="514"/>
                </a:cubicBezTo>
                <a:cubicBezTo>
                  <a:pt x="0" y="517"/>
                  <a:pt x="0" y="521"/>
                  <a:pt x="0" y="525"/>
                </a:cubicBezTo>
                <a:cubicBezTo>
                  <a:pt x="0" y="534"/>
                  <a:pt x="0" y="544"/>
                  <a:pt x="0" y="554"/>
                </a:cubicBezTo>
                <a:cubicBezTo>
                  <a:pt x="0" y="560"/>
                  <a:pt x="0" y="560"/>
                  <a:pt x="0" y="560"/>
                </a:cubicBezTo>
                <a:cubicBezTo>
                  <a:pt x="26" y="559"/>
                  <a:pt x="26" y="559"/>
                  <a:pt x="26" y="559"/>
                </a:cubicBezTo>
                <a:cubicBezTo>
                  <a:pt x="26" y="554"/>
                  <a:pt x="26" y="554"/>
                  <a:pt x="26" y="554"/>
                </a:cubicBezTo>
                <a:cubicBezTo>
                  <a:pt x="26" y="554"/>
                  <a:pt x="26" y="554"/>
                  <a:pt x="26" y="554"/>
                </a:cubicBezTo>
                <a:close/>
                <a:moveTo>
                  <a:pt x="652" y="75"/>
                </a:moveTo>
                <a:cubicBezTo>
                  <a:pt x="639" y="54"/>
                  <a:pt x="639" y="54"/>
                  <a:pt x="639" y="54"/>
                </a:cubicBezTo>
                <a:cubicBezTo>
                  <a:pt x="594" y="77"/>
                  <a:pt x="594" y="77"/>
                  <a:pt x="594" y="77"/>
                </a:cubicBezTo>
                <a:cubicBezTo>
                  <a:pt x="606" y="101"/>
                  <a:pt x="606" y="101"/>
                  <a:pt x="606" y="101"/>
                </a:cubicBezTo>
                <a:cubicBezTo>
                  <a:pt x="652" y="75"/>
                  <a:pt x="652" y="75"/>
                  <a:pt x="652" y="75"/>
                </a:cubicBezTo>
                <a:cubicBezTo>
                  <a:pt x="652" y="75"/>
                  <a:pt x="652" y="75"/>
                  <a:pt x="652" y="75"/>
                </a:cubicBezTo>
                <a:close/>
                <a:moveTo>
                  <a:pt x="28" y="478"/>
                </a:moveTo>
                <a:cubicBezTo>
                  <a:pt x="29" y="476"/>
                  <a:pt x="29" y="475"/>
                  <a:pt x="29" y="475"/>
                </a:cubicBezTo>
                <a:cubicBezTo>
                  <a:pt x="34" y="468"/>
                  <a:pt x="36" y="458"/>
                  <a:pt x="36" y="446"/>
                </a:cubicBezTo>
                <a:cubicBezTo>
                  <a:pt x="36" y="443"/>
                  <a:pt x="36" y="439"/>
                  <a:pt x="36" y="435"/>
                </a:cubicBezTo>
                <a:cubicBezTo>
                  <a:pt x="35" y="430"/>
                  <a:pt x="35" y="430"/>
                  <a:pt x="35" y="430"/>
                </a:cubicBezTo>
                <a:cubicBezTo>
                  <a:pt x="9" y="431"/>
                  <a:pt x="9" y="431"/>
                  <a:pt x="9" y="431"/>
                </a:cubicBezTo>
                <a:cubicBezTo>
                  <a:pt x="9" y="437"/>
                  <a:pt x="9" y="437"/>
                  <a:pt x="9" y="437"/>
                </a:cubicBezTo>
                <a:cubicBezTo>
                  <a:pt x="9" y="440"/>
                  <a:pt x="9" y="443"/>
                  <a:pt x="9" y="446"/>
                </a:cubicBezTo>
                <a:cubicBezTo>
                  <a:pt x="9" y="456"/>
                  <a:pt x="8" y="460"/>
                  <a:pt x="7" y="461"/>
                </a:cubicBezTo>
                <a:cubicBezTo>
                  <a:pt x="5" y="464"/>
                  <a:pt x="3" y="467"/>
                  <a:pt x="2" y="472"/>
                </a:cubicBezTo>
                <a:cubicBezTo>
                  <a:pt x="1" y="477"/>
                  <a:pt x="1" y="477"/>
                  <a:pt x="1" y="477"/>
                </a:cubicBezTo>
                <a:cubicBezTo>
                  <a:pt x="27" y="484"/>
                  <a:pt x="27" y="484"/>
                  <a:pt x="27" y="484"/>
                </a:cubicBezTo>
                <a:cubicBezTo>
                  <a:pt x="28" y="478"/>
                  <a:pt x="28" y="478"/>
                  <a:pt x="28" y="478"/>
                </a:cubicBezTo>
                <a:cubicBezTo>
                  <a:pt x="28" y="478"/>
                  <a:pt x="28" y="478"/>
                  <a:pt x="28" y="478"/>
                </a:cubicBezTo>
                <a:close/>
                <a:moveTo>
                  <a:pt x="5" y="404"/>
                </a:moveTo>
                <a:cubicBezTo>
                  <a:pt x="31" y="400"/>
                  <a:pt x="31" y="400"/>
                  <a:pt x="31" y="400"/>
                </a:cubicBezTo>
                <a:cubicBezTo>
                  <a:pt x="30" y="395"/>
                  <a:pt x="30" y="395"/>
                  <a:pt x="30" y="395"/>
                </a:cubicBezTo>
                <a:cubicBezTo>
                  <a:pt x="29" y="391"/>
                  <a:pt x="28" y="384"/>
                  <a:pt x="28" y="382"/>
                </a:cubicBezTo>
                <a:cubicBezTo>
                  <a:pt x="28" y="380"/>
                  <a:pt x="29" y="374"/>
                  <a:pt x="34" y="363"/>
                </a:cubicBezTo>
                <a:cubicBezTo>
                  <a:pt x="36" y="358"/>
                  <a:pt x="36" y="358"/>
                  <a:pt x="36" y="358"/>
                </a:cubicBezTo>
                <a:cubicBezTo>
                  <a:pt x="11" y="348"/>
                  <a:pt x="11" y="348"/>
                  <a:pt x="11" y="348"/>
                </a:cubicBezTo>
                <a:cubicBezTo>
                  <a:pt x="9" y="353"/>
                  <a:pt x="9" y="353"/>
                  <a:pt x="9" y="353"/>
                </a:cubicBezTo>
                <a:cubicBezTo>
                  <a:pt x="6" y="361"/>
                  <a:pt x="1" y="373"/>
                  <a:pt x="1" y="382"/>
                </a:cubicBezTo>
                <a:cubicBezTo>
                  <a:pt x="1" y="386"/>
                  <a:pt x="2" y="391"/>
                  <a:pt x="3" y="399"/>
                </a:cubicBezTo>
                <a:cubicBezTo>
                  <a:pt x="5" y="404"/>
                  <a:pt x="5" y="404"/>
                  <a:pt x="5" y="404"/>
                </a:cubicBezTo>
                <a:cubicBezTo>
                  <a:pt x="5" y="404"/>
                  <a:pt x="5" y="404"/>
                  <a:pt x="5" y="404"/>
                </a:cubicBezTo>
                <a:close/>
                <a:moveTo>
                  <a:pt x="1067" y="199"/>
                </a:moveTo>
                <a:cubicBezTo>
                  <a:pt x="1072" y="201"/>
                  <a:pt x="1072" y="201"/>
                  <a:pt x="1072" y="201"/>
                </a:cubicBezTo>
                <a:cubicBezTo>
                  <a:pt x="1085" y="179"/>
                  <a:pt x="1085" y="179"/>
                  <a:pt x="1085" y="179"/>
                </a:cubicBezTo>
                <a:cubicBezTo>
                  <a:pt x="1080" y="176"/>
                  <a:pt x="1080" y="176"/>
                  <a:pt x="1080" y="176"/>
                </a:cubicBezTo>
                <a:cubicBezTo>
                  <a:pt x="1068" y="170"/>
                  <a:pt x="1057" y="163"/>
                  <a:pt x="1045" y="157"/>
                </a:cubicBezTo>
                <a:cubicBezTo>
                  <a:pt x="1040" y="154"/>
                  <a:pt x="1040" y="154"/>
                  <a:pt x="1040" y="154"/>
                </a:cubicBezTo>
                <a:cubicBezTo>
                  <a:pt x="1027" y="177"/>
                  <a:pt x="1027" y="177"/>
                  <a:pt x="1027" y="177"/>
                </a:cubicBezTo>
                <a:cubicBezTo>
                  <a:pt x="1032" y="180"/>
                  <a:pt x="1032" y="180"/>
                  <a:pt x="1032" y="180"/>
                </a:cubicBezTo>
                <a:cubicBezTo>
                  <a:pt x="1045" y="187"/>
                  <a:pt x="1057" y="193"/>
                  <a:pt x="1067" y="199"/>
                </a:cubicBezTo>
                <a:close/>
                <a:moveTo>
                  <a:pt x="1270" y="323"/>
                </a:moveTo>
                <a:cubicBezTo>
                  <a:pt x="1275" y="326"/>
                  <a:pt x="1275" y="326"/>
                  <a:pt x="1275" y="326"/>
                </a:cubicBezTo>
                <a:cubicBezTo>
                  <a:pt x="1290" y="304"/>
                  <a:pt x="1290" y="304"/>
                  <a:pt x="1290" y="304"/>
                </a:cubicBezTo>
                <a:cubicBezTo>
                  <a:pt x="1286" y="301"/>
                  <a:pt x="1286" y="301"/>
                  <a:pt x="1286" y="301"/>
                </a:cubicBezTo>
                <a:cubicBezTo>
                  <a:pt x="1276" y="294"/>
                  <a:pt x="1264" y="287"/>
                  <a:pt x="1251" y="278"/>
                </a:cubicBezTo>
                <a:cubicBezTo>
                  <a:pt x="1246" y="275"/>
                  <a:pt x="1246" y="275"/>
                  <a:pt x="1246" y="275"/>
                </a:cubicBezTo>
                <a:cubicBezTo>
                  <a:pt x="1232" y="297"/>
                  <a:pt x="1232" y="297"/>
                  <a:pt x="1232" y="297"/>
                </a:cubicBezTo>
                <a:cubicBezTo>
                  <a:pt x="1237" y="300"/>
                  <a:pt x="1237" y="300"/>
                  <a:pt x="1237" y="300"/>
                </a:cubicBezTo>
                <a:cubicBezTo>
                  <a:pt x="1249" y="308"/>
                  <a:pt x="1261" y="316"/>
                  <a:pt x="1270" y="323"/>
                </a:cubicBezTo>
                <a:close/>
                <a:moveTo>
                  <a:pt x="1204" y="279"/>
                </a:moveTo>
                <a:cubicBezTo>
                  <a:pt x="1209" y="282"/>
                  <a:pt x="1209" y="282"/>
                  <a:pt x="1209" y="282"/>
                </a:cubicBezTo>
                <a:cubicBezTo>
                  <a:pt x="1223" y="259"/>
                  <a:pt x="1223" y="259"/>
                  <a:pt x="1223" y="259"/>
                </a:cubicBezTo>
                <a:cubicBezTo>
                  <a:pt x="1217" y="257"/>
                  <a:pt x="1217" y="257"/>
                  <a:pt x="1217" y="257"/>
                </a:cubicBezTo>
                <a:cubicBezTo>
                  <a:pt x="1207" y="250"/>
                  <a:pt x="1196" y="243"/>
                  <a:pt x="1184" y="236"/>
                </a:cubicBezTo>
                <a:cubicBezTo>
                  <a:pt x="1179" y="233"/>
                  <a:pt x="1179" y="233"/>
                  <a:pt x="1179" y="233"/>
                </a:cubicBezTo>
                <a:cubicBezTo>
                  <a:pt x="1166" y="256"/>
                  <a:pt x="1166" y="256"/>
                  <a:pt x="1166" y="256"/>
                </a:cubicBezTo>
                <a:cubicBezTo>
                  <a:pt x="1170" y="259"/>
                  <a:pt x="1170" y="259"/>
                  <a:pt x="1170" y="259"/>
                </a:cubicBezTo>
                <a:cubicBezTo>
                  <a:pt x="1183" y="265"/>
                  <a:pt x="1194" y="272"/>
                  <a:pt x="1204" y="279"/>
                </a:cubicBezTo>
                <a:close/>
                <a:moveTo>
                  <a:pt x="1337" y="403"/>
                </a:moveTo>
                <a:cubicBezTo>
                  <a:pt x="1340" y="414"/>
                  <a:pt x="1341" y="427"/>
                  <a:pt x="1343" y="441"/>
                </a:cubicBezTo>
                <a:cubicBezTo>
                  <a:pt x="1343" y="447"/>
                  <a:pt x="1343" y="447"/>
                  <a:pt x="1343" y="447"/>
                </a:cubicBezTo>
                <a:cubicBezTo>
                  <a:pt x="1369" y="445"/>
                  <a:pt x="1369" y="445"/>
                  <a:pt x="1369" y="445"/>
                </a:cubicBezTo>
                <a:cubicBezTo>
                  <a:pt x="1369" y="439"/>
                  <a:pt x="1369" y="439"/>
                  <a:pt x="1369" y="439"/>
                </a:cubicBezTo>
                <a:cubicBezTo>
                  <a:pt x="1367" y="424"/>
                  <a:pt x="1365" y="410"/>
                  <a:pt x="1363" y="397"/>
                </a:cubicBezTo>
                <a:cubicBezTo>
                  <a:pt x="1362" y="392"/>
                  <a:pt x="1362" y="392"/>
                  <a:pt x="1362" y="392"/>
                </a:cubicBezTo>
                <a:cubicBezTo>
                  <a:pt x="1336" y="397"/>
                  <a:pt x="1336" y="397"/>
                  <a:pt x="1336" y="397"/>
                </a:cubicBezTo>
                <a:cubicBezTo>
                  <a:pt x="1337" y="403"/>
                  <a:pt x="1337" y="403"/>
                  <a:pt x="1337" y="403"/>
                </a:cubicBezTo>
                <a:cubicBezTo>
                  <a:pt x="1337" y="403"/>
                  <a:pt x="1337" y="403"/>
                  <a:pt x="1337" y="403"/>
                </a:cubicBezTo>
                <a:close/>
                <a:moveTo>
                  <a:pt x="1325" y="369"/>
                </a:moveTo>
                <a:cubicBezTo>
                  <a:pt x="1328" y="373"/>
                  <a:pt x="1328" y="373"/>
                  <a:pt x="1328" y="373"/>
                </a:cubicBezTo>
                <a:cubicBezTo>
                  <a:pt x="1352" y="362"/>
                  <a:pt x="1352" y="362"/>
                  <a:pt x="1352" y="362"/>
                </a:cubicBezTo>
                <a:cubicBezTo>
                  <a:pt x="1349" y="356"/>
                  <a:pt x="1349" y="356"/>
                  <a:pt x="1349" y="356"/>
                </a:cubicBezTo>
                <a:cubicBezTo>
                  <a:pt x="1344" y="348"/>
                  <a:pt x="1334" y="338"/>
                  <a:pt x="1318" y="325"/>
                </a:cubicBezTo>
                <a:cubicBezTo>
                  <a:pt x="1313" y="321"/>
                  <a:pt x="1313" y="321"/>
                  <a:pt x="1313" y="321"/>
                </a:cubicBezTo>
                <a:cubicBezTo>
                  <a:pt x="1296" y="342"/>
                  <a:pt x="1296" y="342"/>
                  <a:pt x="1296" y="342"/>
                </a:cubicBezTo>
                <a:cubicBezTo>
                  <a:pt x="1301" y="345"/>
                  <a:pt x="1301" y="345"/>
                  <a:pt x="1301" y="345"/>
                </a:cubicBezTo>
                <a:cubicBezTo>
                  <a:pt x="1319" y="359"/>
                  <a:pt x="1324" y="367"/>
                  <a:pt x="1325" y="369"/>
                </a:cubicBezTo>
                <a:close/>
                <a:moveTo>
                  <a:pt x="1136" y="238"/>
                </a:moveTo>
                <a:cubicBezTo>
                  <a:pt x="1141" y="241"/>
                  <a:pt x="1141" y="241"/>
                  <a:pt x="1141" y="241"/>
                </a:cubicBezTo>
                <a:cubicBezTo>
                  <a:pt x="1155" y="219"/>
                  <a:pt x="1155" y="219"/>
                  <a:pt x="1155" y="219"/>
                </a:cubicBezTo>
                <a:cubicBezTo>
                  <a:pt x="1150" y="216"/>
                  <a:pt x="1150" y="216"/>
                  <a:pt x="1150" y="216"/>
                </a:cubicBezTo>
                <a:cubicBezTo>
                  <a:pt x="1138" y="210"/>
                  <a:pt x="1127" y="203"/>
                  <a:pt x="1115" y="196"/>
                </a:cubicBezTo>
                <a:cubicBezTo>
                  <a:pt x="1109" y="194"/>
                  <a:pt x="1109" y="194"/>
                  <a:pt x="1109" y="194"/>
                </a:cubicBezTo>
                <a:cubicBezTo>
                  <a:pt x="1096" y="216"/>
                  <a:pt x="1096" y="216"/>
                  <a:pt x="1096" y="216"/>
                </a:cubicBezTo>
                <a:cubicBezTo>
                  <a:pt x="1101" y="219"/>
                  <a:pt x="1101" y="219"/>
                  <a:pt x="1101" y="219"/>
                </a:cubicBezTo>
                <a:cubicBezTo>
                  <a:pt x="1113" y="225"/>
                  <a:pt x="1125" y="232"/>
                  <a:pt x="1136" y="238"/>
                </a:cubicBezTo>
                <a:close/>
                <a:moveTo>
                  <a:pt x="844" y="74"/>
                </a:moveTo>
                <a:cubicBezTo>
                  <a:pt x="849" y="77"/>
                  <a:pt x="849" y="77"/>
                  <a:pt x="849" y="77"/>
                </a:cubicBezTo>
                <a:cubicBezTo>
                  <a:pt x="863" y="55"/>
                  <a:pt x="863" y="55"/>
                  <a:pt x="863" y="55"/>
                </a:cubicBezTo>
                <a:cubicBezTo>
                  <a:pt x="859" y="52"/>
                  <a:pt x="859" y="52"/>
                  <a:pt x="859" y="52"/>
                </a:cubicBezTo>
                <a:cubicBezTo>
                  <a:pt x="846" y="44"/>
                  <a:pt x="834" y="37"/>
                  <a:pt x="823" y="31"/>
                </a:cubicBezTo>
                <a:cubicBezTo>
                  <a:pt x="819" y="28"/>
                  <a:pt x="819" y="28"/>
                  <a:pt x="819" y="28"/>
                </a:cubicBezTo>
                <a:cubicBezTo>
                  <a:pt x="805" y="51"/>
                  <a:pt x="805" y="51"/>
                  <a:pt x="805" y="51"/>
                </a:cubicBezTo>
                <a:cubicBezTo>
                  <a:pt x="810" y="54"/>
                  <a:pt x="810" y="54"/>
                  <a:pt x="810" y="54"/>
                </a:cubicBezTo>
                <a:cubicBezTo>
                  <a:pt x="821" y="59"/>
                  <a:pt x="832" y="66"/>
                  <a:pt x="844" y="74"/>
                </a:cubicBezTo>
                <a:close/>
                <a:moveTo>
                  <a:pt x="746" y="26"/>
                </a:moveTo>
                <a:cubicBezTo>
                  <a:pt x="747" y="26"/>
                  <a:pt x="748" y="26"/>
                  <a:pt x="750" y="26"/>
                </a:cubicBezTo>
                <a:cubicBezTo>
                  <a:pt x="753" y="27"/>
                  <a:pt x="761" y="29"/>
                  <a:pt x="776" y="36"/>
                </a:cubicBezTo>
                <a:cubicBezTo>
                  <a:pt x="781" y="39"/>
                  <a:pt x="781" y="39"/>
                  <a:pt x="781" y="39"/>
                </a:cubicBezTo>
                <a:cubicBezTo>
                  <a:pt x="792" y="15"/>
                  <a:pt x="792" y="15"/>
                  <a:pt x="792" y="15"/>
                </a:cubicBezTo>
                <a:cubicBezTo>
                  <a:pt x="787" y="13"/>
                  <a:pt x="787" y="13"/>
                  <a:pt x="787" y="13"/>
                </a:cubicBezTo>
                <a:cubicBezTo>
                  <a:pt x="772" y="5"/>
                  <a:pt x="761" y="1"/>
                  <a:pt x="753" y="0"/>
                </a:cubicBezTo>
                <a:cubicBezTo>
                  <a:pt x="750" y="0"/>
                  <a:pt x="748" y="0"/>
                  <a:pt x="746" y="0"/>
                </a:cubicBezTo>
                <a:cubicBezTo>
                  <a:pt x="746" y="0"/>
                  <a:pt x="746" y="0"/>
                  <a:pt x="746" y="0"/>
                </a:cubicBezTo>
                <a:cubicBezTo>
                  <a:pt x="739" y="0"/>
                  <a:pt x="739" y="0"/>
                  <a:pt x="739" y="0"/>
                </a:cubicBezTo>
                <a:cubicBezTo>
                  <a:pt x="739" y="26"/>
                  <a:pt x="739" y="26"/>
                  <a:pt x="739" y="26"/>
                </a:cubicBezTo>
                <a:cubicBezTo>
                  <a:pt x="746" y="26"/>
                  <a:pt x="746" y="26"/>
                  <a:pt x="746" y="26"/>
                </a:cubicBezTo>
                <a:cubicBezTo>
                  <a:pt x="746" y="26"/>
                  <a:pt x="746" y="26"/>
                  <a:pt x="746" y="26"/>
                </a:cubicBezTo>
                <a:close/>
                <a:moveTo>
                  <a:pt x="682" y="56"/>
                </a:moveTo>
                <a:cubicBezTo>
                  <a:pt x="689" y="51"/>
                  <a:pt x="700" y="43"/>
                  <a:pt x="713" y="37"/>
                </a:cubicBezTo>
                <a:cubicBezTo>
                  <a:pt x="718" y="34"/>
                  <a:pt x="718" y="34"/>
                  <a:pt x="718" y="34"/>
                </a:cubicBezTo>
                <a:cubicBezTo>
                  <a:pt x="706" y="11"/>
                  <a:pt x="706" y="11"/>
                  <a:pt x="706" y="11"/>
                </a:cubicBezTo>
                <a:cubicBezTo>
                  <a:pt x="701" y="13"/>
                  <a:pt x="701" y="13"/>
                  <a:pt x="701" y="13"/>
                </a:cubicBezTo>
                <a:cubicBezTo>
                  <a:pt x="687" y="20"/>
                  <a:pt x="674" y="29"/>
                  <a:pt x="666" y="35"/>
                </a:cubicBezTo>
                <a:cubicBezTo>
                  <a:pt x="661" y="39"/>
                  <a:pt x="661" y="39"/>
                  <a:pt x="661" y="39"/>
                </a:cubicBezTo>
                <a:cubicBezTo>
                  <a:pt x="677" y="60"/>
                  <a:pt x="677" y="60"/>
                  <a:pt x="677" y="60"/>
                </a:cubicBezTo>
                <a:cubicBezTo>
                  <a:pt x="682" y="56"/>
                  <a:pt x="682" y="56"/>
                  <a:pt x="682" y="56"/>
                </a:cubicBezTo>
                <a:cubicBezTo>
                  <a:pt x="682" y="56"/>
                  <a:pt x="682" y="56"/>
                  <a:pt x="682" y="56"/>
                </a:cubicBezTo>
                <a:close/>
                <a:moveTo>
                  <a:pt x="38" y="662"/>
                </a:moveTo>
                <a:cubicBezTo>
                  <a:pt x="35" y="658"/>
                  <a:pt x="35" y="658"/>
                  <a:pt x="35" y="658"/>
                </a:cubicBezTo>
                <a:cubicBezTo>
                  <a:pt x="15" y="675"/>
                  <a:pt x="15" y="675"/>
                  <a:pt x="15" y="675"/>
                </a:cubicBezTo>
                <a:cubicBezTo>
                  <a:pt x="19" y="680"/>
                  <a:pt x="19" y="680"/>
                  <a:pt x="19" y="680"/>
                </a:cubicBezTo>
                <a:cubicBezTo>
                  <a:pt x="29" y="690"/>
                  <a:pt x="44" y="699"/>
                  <a:pt x="55" y="705"/>
                </a:cubicBezTo>
                <a:cubicBezTo>
                  <a:pt x="59" y="707"/>
                  <a:pt x="59" y="707"/>
                  <a:pt x="59" y="707"/>
                </a:cubicBezTo>
                <a:cubicBezTo>
                  <a:pt x="72" y="685"/>
                  <a:pt x="72" y="685"/>
                  <a:pt x="72" y="685"/>
                </a:cubicBezTo>
                <a:cubicBezTo>
                  <a:pt x="67" y="682"/>
                  <a:pt x="67" y="682"/>
                  <a:pt x="67" y="682"/>
                </a:cubicBezTo>
                <a:cubicBezTo>
                  <a:pt x="54" y="675"/>
                  <a:pt x="44" y="669"/>
                  <a:pt x="38" y="662"/>
                </a:cubicBezTo>
                <a:close/>
                <a:moveTo>
                  <a:pt x="997" y="161"/>
                </a:moveTo>
                <a:cubicBezTo>
                  <a:pt x="1002" y="163"/>
                  <a:pt x="1002" y="163"/>
                  <a:pt x="1002" y="163"/>
                </a:cubicBezTo>
                <a:cubicBezTo>
                  <a:pt x="1014" y="141"/>
                  <a:pt x="1014" y="141"/>
                  <a:pt x="1014" y="141"/>
                </a:cubicBezTo>
                <a:cubicBezTo>
                  <a:pt x="1010" y="138"/>
                  <a:pt x="1010" y="138"/>
                  <a:pt x="1010" y="138"/>
                </a:cubicBezTo>
                <a:cubicBezTo>
                  <a:pt x="997" y="131"/>
                  <a:pt x="986" y="125"/>
                  <a:pt x="975" y="119"/>
                </a:cubicBezTo>
                <a:cubicBezTo>
                  <a:pt x="970" y="116"/>
                  <a:pt x="970" y="116"/>
                  <a:pt x="970" y="116"/>
                </a:cubicBezTo>
                <a:cubicBezTo>
                  <a:pt x="958" y="139"/>
                  <a:pt x="958" y="139"/>
                  <a:pt x="958" y="139"/>
                </a:cubicBezTo>
                <a:cubicBezTo>
                  <a:pt x="963" y="142"/>
                  <a:pt x="963" y="142"/>
                  <a:pt x="963" y="142"/>
                </a:cubicBezTo>
                <a:cubicBezTo>
                  <a:pt x="973" y="148"/>
                  <a:pt x="985" y="154"/>
                  <a:pt x="997" y="161"/>
                </a:cubicBezTo>
                <a:close/>
                <a:moveTo>
                  <a:pt x="888" y="102"/>
                </a:moveTo>
                <a:cubicBezTo>
                  <a:pt x="891" y="103"/>
                  <a:pt x="892" y="104"/>
                  <a:pt x="892" y="104"/>
                </a:cubicBezTo>
                <a:cubicBezTo>
                  <a:pt x="893" y="105"/>
                  <a:pt x="893" y="105"/>
                  <a:pt x="893" y="105"/>
                </a:cubicBezTo>
                <a:cubicBezTo>
                  <a:pt x="894" y="106"/>
                  <a:pt x="907" y="112"/>
                  <a:pt x="928" y="124"/>
                </a:cubicBezTo>
                <a:cubicBezTo>
                  <a:pt x="932" y="126"/>
                  <a:pt x="932" y="126"/>
                  <a:pt x="932" y="126"/>
                </a:cubicBezTo>
                <a:cubicBezTo>
                  <a:pt x="945" y="103"/>
                  <a:pt x="945" y="103"/>
                  <a:pt x="945" y="103"/>
                </a:cubicBezTo>
                <a:cubicBezTo>
                  <a:pt x="940" y="100"/>
                  <a:pt x="940" y="100"/>
                  <a:pt x="940" y="100"/>
                </a:cubicBezTo>
                <a:cubicBezTo>
                  <a:pt x="917" y="88"/>
                  <a:pt x="909" y="84"/>
                  <a:pt x="906" y="82"/>
                </a:cubicBezTo>
                <a:cubicBezTo>
                  <a:pt x="906" y="82"/>
                  <a:pt x="906" y="82"/>
                  <a:pt x="906" y="82"/>
                </a:cubicBezTo>
                <a:cubicBezTo>
                  <a:pt x="906" y="82"/>
                  <a:pt x="900" y="78"/>
                  <a:pt x="891" y="73"/>
                </a:cubicBezTo>
                <a:cubicBezTo>
                  <a:pt x="887" y="69"/>
                  <a:pt x="887" y="69"/>
                  <a:pt x="887" y="69"/>
                </a:cubicBezTo>
                <a:cubicBezTo>
                  <a:pt x="873" y="91"/>
                  <a:pt x="873" y="91"/>
                  <a:pt x="873" y="91"/>
                </a:cubicBezTo>
                <a:cubicBezTo>
                  <a:pt x="877" y="94"/>
                  <a:pt x="877" y="94"/>
                  <a:pt x="877" y="94"/>
                </a:cubicBezTo>
                <a:cubicBezTo>
                  <a:pt x="882" y="97"/>
                  <a:pt x="886" y="100"/>
                  <a:pt x="888" y="102"/>
                </a:cubicBezTo>
                <a:close/>
                <a:moveTo>
                  <a:pt x="304" y="266"/>
                </a:moveTo>
                <a:cubicBezTo>
                  <a:pt x="291" y="242"/>
                  <a:pt x="291" y="242"/>
                  <a:pt x="291" y="242"/>
                </a:cubicBezTo>
                <a:cubicBezTo>
                  <a:pt x="247" y="268"/>
                  <a:pt x="247" y="268"/>
                  <a:pt x="247" y="268"/>
                </a:cubicBezTo>
                <a:cubicBezTo>
                  <a:pt x="260" y="290"/>
                  <a:pt x="260" y="290"/>
                  <a:pt x="260" y="290"/>
                </a:cubicBezTo>
                <a:cubicBezTo>
                  <a:pt x="304" y="266"/>
                  <a:pt x="304" y="266"/>
                  <a:pt x="304" y="266"/>
                </a:cubicBezTo>
                <a:cubicBezTo>
                  <a:pt x="304" y="266"/>
                  <a:pt x="304" y="266"/>
                  <a:pt x="304" y="266"/>
                </a:cubicBezTo>
                <a:close/>
                <a:moveTo>
                  <a:pt x="1073" y="766"/>
                </a:moveTo>
                <a:cubicBezTo>
                  <a:pt x="1085" y="787"/>
                  <a:pt x="1085" y="787"/>
                  <a:pt x="1085" y="787"/>
                </a:cubicBezTo>
                <a:cubicBezTo>
                  <a:pt x="1129" y="762"/>
                  <a:pt x="1129" y="762"/>
                  <a:pt x="1129" y="762"/>
                </a:cubicBezTo>
                <a:cubicBezTo>
                  <a:pt x="1117" y="740"/>
                  <a:pt x="1117" y="740"/>
                  <a:pt x="1117" y="740"/>
                </a:cubicBezTo>
                <a:cubicBezTo>
                  <a:pt x="1073" y="766"/>
                  <a:pt x="1073" y="766"/>
                  <a:pt x="1073" y="766"/>
                </a:cubicBezTo>
                <a:cubicBezTo>
                  <a:pt x="1073" y="766"/>
                  <a:pt x="1073" y="766"/>
                  <a:pt x="1073" y="766"/>
                </a:cubicBezTo>
                <a:close/>
                <a:moveTo>
                  <a:pt x="974" y="824"/>
                </a:moveTo>
                <a:cubicBezTo>
                  <a:pt x="961" y="831"/>
                  <a:pt x="950" y="838"/>
                  <a:pt x="940" y="844"/>
                </a:cubicBezTo>
                <a:cubicBezTo>
                  <a:pt x="936" y="847"/>
                  <a:pt x="936" y="847"/>
                  <a:pt x="936" y="847"/>
                </a:cubicBezTo>
                <a:cubicBezTo>
                  <a:pt x="949" y="870"/>
                  <a:pt x="949" y="870"/>
                  <a:pt x="949" y="870"/>
                </a:cubicBezTo>
                <a:cubicBezTo>
                  <a:pt x="953" y="867"/>
                  <a:pt x="953" y="867"/>
                  <a:pt x="953" y="867"/>
                </a:cubicBezTo>
                <a:cubicBezTo>
                  <a:pt x="964" y="860"/>
                  <a:pt x="975" y="853"/>
                  <a:pt x="987" y="846"/>
                </a:cubicBezTo>
                <a:cubicBezTo>
                  <a:pt x="992" y="844"/>
                  <a:pt x="992" y="844"/>
                  <a:pt x="992" y="844"/>
                </a:cubicBezTo>
                <a:cubicBezTo>
                  <a:pt x="979" y="821"/>
                  <a:pt x="979" y="821"/>
                  <a:pt x="979" y="821"/>
                </a:cubicBezTo>
                <a:cubicBezTo>
                  <a:pt x="974" y="824"/>
                  <a:pt x="974" y="824"/>
                  <a:pt x="974" y="824"/>
                </a:cubicBezTo>
                <a:cubicBezTo>
                  <a:pt x="974" y="824"/>
                  <a:pt x="974" y="824"/>
                  <a:pt x="974" y="824"/>
                </a:cubicBezTo>
                <a:close/>
                <a:moveTo>
                  <a:pt x="1043" y="783"/>
                </a:moveTo>
                <a:cubicBezTo>
                  <a:pt x="1031" y="789"/>
                  <a:pt x="1019" y="796"/>
                  <a:pt x="1008" y="803"/>
                </a:cubicBezTo>
                <a:cubicBezTo>
                  <a:pt x="1003" y="806"/>
                  <a:pt x="1003" y="806"/>
                  <a:pt x="1003" y="806"/>
                </a:cubicBezTo>
                <a:cubicBezTo>
                  <a:pt x="1016" y="828"/>
                  <a:pt x="1016" y="828"/>
                  <a:pt x="1016" y="828"/>
                </a:cubicBezTo>
                <a:cubicBezTo>
                  <a:pt x="1021" y="825"/>
                  <a:pt x="1021" y="825"/>
                  <a:pt x="1021" y="825"/>
                </a:cubicBezTo>
                <a:cubicBezTo>
                  <a:pt x="1033" y="819"/>
                  <a:pt x="1045" y="813"/>
                  <a:pt x="1056" y="805"/>
                </a:cubicBezTo>
                <a:cubicBezTo>
                  <a:pt x="1062" y="803"/>
                  <a:pt x="1062" y="803"/>
                  <a:pt x="1062" y="803"/>
                </a:cubicBezTo>
                <a:cubicBezTo>
                  <a:pt x="1048" y="780"/>
                  <a:pt x="1048" y="780"/>
                  <a:pt x="1048" y="780"/>
                </a:cubicBezTo>
                <a:cubicBezTo>
                  <a:pt x="1043" y="783"/>
                  <a:pt x="1043" y="783"/>
                  <a:pt x="1043" y="783"/>
                </a:cubicBezTo>
                <a:cubicBezTo>
                  <a:pt x="1043" y="783"/>
                  <a:pt x="1043" y="783"/>
                  <a:pt x="1043" y="783"/>
                </a:cubicBezTo>
                <a:close/>
                <a:moveTo>
                  <a:pt x="838" y="909"/>
                </a:moveTo>
                <a:cubicBezTo>
                  <a:pt x="824" y="920"/>
                  <a:pt x="816" y="927"/>
                  <a:pt x="812" y="934"/>
                </a:cubicBezTo>
                <a:cubicBezTo>
                  <a:pt x="811" y="936"/>
                  <a:pt x="809" y="938"/>
                  <a:pt x="808" y="941"/>
                </a:cubicBezTo>
                <a:cubicBezTo>
                  <a:pt x="805" y="946"/>
                  <a:pt x="805" y="946"/>
                  <a:pt x="805" y="946"/>
                </a:cubicBezTo>
                <a:cubicBezTo>
                  <a:pt x="827" y="959"/>
                  <a:pt x="827" y="959"/>
                  <a:pt x="827" y="959"/>
                </a:cubicBezTo>
                <a:cubicBezTo>
                  <a:pt x="830" y="955"/>
                  <a:pt x="830" y="955"/>
                  <a:pt x="830" y="955"/>
                </a:cubicBezTo>
                <a:cubicBezTo>
                  <a:pt x="832" y="953"/>
                  <a:pt x="832" y="950"/>
                  <a:pt x="834" y="948"/>
                </a:cubicBezTo>
                <a:cubicBezTo>
                  <a:pt x="835" y="947"/>
                  <a:pt x="838" y="942"/>
                  <a:pt x="854" y="930"/>
                </a:cubicBezTo>
                <a:cubicBezTo>
                  <a:pt x="858" y="926"/>
                  <a:pt x="858" y="926"/>
                  <a:pt x="858" y="926"/>
                </a:cubicBezTo>
                <a:cubicBezTo>
                  <a:pt x="843" y="906"/>
                  <a:pt x="843" y="906"/>
                  <a:pt x="843" y="906"/>
                </a:cubicBezTo>
                <a:cubicBezTo>
                  <a:pt x="838" y="909"/>
                  <a:pt x="838" y="909"/>
                  <a:pt x="838" y="909"/>
                </a:cubicBezTo>
                <a:cubicBezTo>
                  <a:pt x="838" y="909"/>
                  <a:pt x="838" y="909"/>
                  <a:pt x="838" y="909"/>
                </a:cubicBezTo>
                <a:close/>
                <a:moveTo>
                  <a:pt x="905" y="864"/>
                </a:moveTo>
                <a:cubicBezTo>
                  <a:pt x="894" y="872"/>
                  <a:pt x="882" y="879"/>
                  <a:pt x="872" y="886"/>
                </a:cubicBezTo>
                <a:cubicBezTo>
                  <a:pt x="868" y="889"/>
                  <a:pt x="868" y="889"/>
                  <a:pt x="868" y="889"/>
                </a:cubicBezTo>
                <a:cubicBezTo>
                  <a:pt x="882" y="910"/>
                  <a:pt x="882" y="910"/>
                  <a:pt x="882" y="910"/>
                </a:cubicBezTo>
                <a:cubicBezTo>
                  <a:pt x="886" y="907"/>
                  <a:pt x="886" y="907"/>
                  <a:pt x="886" y="907"/>
                </a:cubicBezTo>
                <a:cubicBezTo>
                  <a:pt x="897" y="901"/>
                  <a:pt x="908" y="894"/>
                  <a:pt x="919" y="887"/>
                </a:cubicBezTo>
                <a:cubicBezTo>
                  <a:pt x="924" y="884"/>
                  <a:pt x="924" y="884"/>
                  <a:pt x="924" y="884"/>
                </a:cubicBezTo>
                <a:cubicBezTo>
                  <a:pt x="911" y="861"/>
                  <a:pt x="911" y="861"/>
                  <a:pt x="911" y="861"/>
                </a:cubicBezTo>
                <a:cubicBezTo>
                  <a:pt x="905" y="864"/>
                  <a:pt x="905" y="864"/>
                  <a:pt x="905" y="864"/>
                </a:cubicBezTo>
                <a:cubicBezTo>
                  <a:pt x="905" y="864"/>
                  <a:pt x="905" y="864"/>
                  <a:pt x="905" y="864"/>
                </a:cubicBezTo>
                <a:close/>
                <a:moveTo>
                  <a:pt x="1140" y="726"/>
                </a:moveTo>
                <a:cubicBezTo>
                  <a:pt x="1155" y="748"/>
                  <a:pt x="1155" y="748"/>
                  <a:pt x="1155" y="748"/>
                </a:cubicBezTo>
                <a:cubicBezTo>
                  <a:pt x="1199" y="723"/>
                  <a:pt x="1199" y="723"/>
                  <a:pt x="1199" y="723"/>
                </a:cubicBezTo>
                <a:cubicBezTo>
                  <a:pt x="1184" y="701"/>
                  <a:pt x="1184" y="701"/>
                  <a:pt x="1184" y="701"/>
                </a:cubicBezTo>
                <a:cubicBezTo>
                  <a:pt x="1140" y="726"/>
                  <a:pt x="1140" y="726"/>
                  <a:pt x="1140" y="726"/>
                </a:cubicBezTo>
                <a:cubicBezTo>
                  <a:pt x="1140" y="726"/>
                  <a:pt x="1140" y="726"/>
                  <a:pt x="1140" y="726"/>
                </a:cubicBezTo>
                <a:close/>
                <a:moveTo>
                  <a:pt x="48" y="303"/>
                </a:moveTo>
                <a:cubicBezTo>
                  <a:pt x="43" y="306"/>
                  <a:pt x="37" y="310"/>
                  <a:pt x="32" y="317"/>
                </a:cubicBezTo>
                <a:cubicBezTo>
                  <a:pt x="28" y="322"/>
                  <a:pt x="28" y="322"/>
                  <a:pt x="28" y="322"/>
                </a:cubicBezTo>
                <a:cubicBezTo>
                  <a:pt x="48" y="339"/>
                  <a:pt x="48" y="339"/>
                  <a:pt x="48" y="339"/>
                </a:cubicBezTo>
                <a:cubicBezTo>
                  <a:pt x="51" y="334"/>
                  <a:pt x="51" y="334"/>
                  <a:pt x="51" y="334"/>
                </a:cubicBezTo>
                <a:cubicBezTo>
                  <a:pt x="54" y="330"/>
                  <a:pt x="58" y="328"/>
                  <a:pt x="61" y="327"/>
                </a:cubicBezTo>
                <a:cubicBezTo>
                  <a:pt x="61" y="327"/>
                  <a:pt x="63" y="325"/>
                  <a:pt x="74" y="328"/>
                </a:cubicBezTo>
                <a:cubicBezTo>
                  <a:pt x="80" y="330"/>
                  <a:pt x="80" y="330"/>
                  <a:pt x="80" y="330"/>
                </a:cubicBezTo>
                <a:cubicBezTo>
                  <a:pt x="86" y="305"/>
                  <a:pt x="86" y="305"/>
                  <a:pt x="86" y="305"/>
                </a:cubicBezTo>
                <a:cubicBezTo>
                  <a:pt x="81" y="304"/>
                  <a:pt x="81" y="304"/>
                  <a:pt x="81" y="304"/>
                </a:cubicBezTo>
                <a:cubicBezTo>
                  <a:pt x="67" y="299"/>
                  <a:pt x="57" y="299"/>
                  <a:pt x="48" y="303"/>
                </a:cubicBezTo>
                <a:close/>
                <a:moveTo>
                  <a:pt x="1338" y="556"/>
                </a:moveTo>
                <a:cubicBezTo>
                  <a:pt x="1336" y="570"/>
                  <a:pt x="1333" y="583"/>
                  <a:pt x="1330" y="593"/>
                </a:cubicBezTo>
                <a:cubicBezTo>
                  <a:pt x="1328" y="598"/>
                  <a:pt x="1328" y="598"/>
                  <a:pt x="1328" y="598"/>
                </a:cubicBezTo>
                <a:cubicBezTo>
                  <a:pt x="1353" y="606"/>
                  <a:pt x="1353" y="606"/>
                  <a:pt x="1353" y="606"/>
                </a:cubicBezTo>
                <a:cubicBezTo>
                  <a:pt x="1355" y="601"/>
                  <a:pt x="1355" y="601"/>
                  <a:pt x="1355" y="601"/>
                </a:cubicBezTo>
                <a:cubicBezTo>
                  <a:pt x="1358" y="590"/>
                  <a:pt x="1361" y="576"/>
                  <a:pt x="1363" y="561"/>
                </a:cubicBezTo>
                <a:cubicBezTo>
                  <a:pt x="1364" y="555"/>
                  <a:pt x="1364" y="555"/>
                  <a:pt x="1364" y="555"/>
                </a:cubicBezTo>
                <a:cubicBezTo>
                  <a:pt x="1339" y="551"/>
                  <a:pt x="1339" y="551"/>
                  <a:pt x="1339" y="551"/>
                </a:cubicBezTo>
                <a:cubicBezTo>
                  <a:pt x="1338" y="556"/>
                  <a:pt x="1338" y="556"/>
                  <a:pt x="1338" y="556"/>
                </a:cubicBezTo>
                <a:cubicBezTo>
                  <a:pt x="1338" y="556"/>
                  <a:pt x="1338" y="556"/>
                  <a:pt x="1338" y="556"/>
                </a:cubicBezTo>
                <a:close/>
                <a:moveTo>
                  <a:pt x="1344" y="474"/>
                </a:moveTo>
                <a:cubicBezTo>
                  <a:pt x="1344" y="480"/>
                  <a:pt x="1344" y="480"/>
                  <a:pt x="1344" y="480"/>
                </a:cubicBezTo>
                <a:cubicBezTo>
                  <a:pt x="1344" y="493"/>
                  <a:pt x="1344" y="506"/>
                  <a:pt x="1342" y="518"/>
                </a:cubicBezTo>
                <a:cubicBezTo>
                  <a:pt x="1342" y="524"/>
                  <a:pt x="1342" y="524"/>
                  <a:pt x="1342" y="524"/>
                </a:cubicBezTo>
                <a:cubicBezTo>
                  <a:pt x="1367" y="526"/>
                  <a:pt x="1367" y="526"/>
                  <a:pt x="1367" y="526"/>
                </a:cubicBezTo>
                <a:cubicBezTo>
                  <a:pt x="1367" y="520"/>
                  <a:pt x="1367" y="520"/>
                  <a:pt x="1367" y="520"/>
                </a:cubicBezTo>
                <a:cubicBezTo>
                  <a:pt x="1368" y="507"/>
                  <a:pt x="1369" y="493"/>
                  <a:pt x="1369" y="480"/>
                </a:cubicBezTo>
                <a:cubicBezTo>
                  <a:pt x="1369" y="474"/>
                  <a:pt x="1369" y="474"/>
                  <a:pt x="1369" y="474"/>
                </a:cubicBezTo>
                <a:cubicBezTo>
                  <a:pt x="1344" y="474"/>
                  <a:pt x="1344" y="474"/>
                  <a:pt x="1344" y="474"/>
                </a:cubicBezTo>
                <a:cubicBezTo>
                  <a:pt x="1344" y="474"/>
                  <a:pt x="1344" y="474"/>
                  <a:pt x="1344" y="474"/>
                </a:cubicBezTo>
                <a:close/>
                <a:moveTo>
                  <a:pt x="791" y="972"/>
                </a:moveTo>
                <a:cubicBezTo>
                  <a:pt x="789" y="977"/>
                  <a:pt x="789" y="977"/>
                  <a:pt x="789" y="977"/>
                </a:cubicBezTo>
                <a:cubicBezTo>
                  <a:pt x="782" y="989"/>
                  <a:pt x="777" y="1000"/>
                  <a:pt x="771" y="1009"/>
                </a:cubicBezTo>
                <a:cubicBezTo>
                  <a:pt x="767" y="1014"/>
                  <a:pt x="767" y="1014"/>
                  <a:pt x="767" y="1014"/>
                </a:cubicBezTo>
                <a:cubicBezTo>
                  <a:pt x="789" y="1028"/>
                  <a:pt x="789" y="1028"/>
                  <a:pt x="789" y="1028"/>
                </a:cubicBezTo>
                <a:cubicBezTo>
                  <a:pt x="792" y="1024"/>
                  <a:pt x="792" y="1024"/>
                  <a:pt x="792" y="1024"/>
                </a:cubicBezTo>
                <a:cubicBezTo>
                  <a:pt x="799" y="1014"/>
                  <a:pt x="805" y="1002"/>
                  <a:pt x="812" y="988"/>
                </a:cubicBezTo>
                <a:cubicBezTo>
                  <a:pt x="814" y="984"/>
                  <a:pt x="814" y="984"/>
                  <a:pt x="814" y="984"/>
                </a:cubicBezTo>
                <a:cubicBezTo>
                  <a:pt x="804" y="977"/>
                  <a:pt x="804" y="977"/>
                  <a:pt x="804" y="977"/>
                </a:cubicBezTo>
                <a:cubicBezTo>
                  <a:pt x="791" y="972"/>
                  <a:pt x="791" y="972"/>
                  <a:pt x="791" y="972"/>
                </a:cubicBezTo>
                <a:cubicBezTo>
                  <a:pt x="791" y="972"/>
                  <a:pt x="791" y="972"/>
                  <a:pt x="791" y="972"/>
                </a:cubicBezTo>
                <a:close/>
                <a:moveTo>
                  <a:pt x="1249" y="662"/>
                </a:moveTo>
                <a:cubicBezTo>
                  <a:pt x="1238" y="669"/>
                  <a:pt x="1226" y="676"/>
                  <a:pt x="1214" y="683"/>
                </a:cubicBezTo>
                <a:cubicBezTo>
                  <a:pt x="1210" y="686"/>
                  <a:pt x="1210" y="686"/>
                  <a:pt x="1210" y="686"/>
                </a:cubicBezTo>
                <a:cubicBezTo>
                  <a:pt x="1222" y="709"/>
                  <a:pt x="1222" y="709"/>
                  <a:pt x="1222" y="709"/>
                </a:cubicBezTo>
                <a:cubicBezTo>
                  <a:pt x="1228" y="706"/>
                  <a:pt x="1228" y="706"/>
                  <a:pt x="1228" y="706"/>
                </a:cubicBezTo>
                <a:cubicBezTo>
                  <a:pt x="1240" y="698"/>
                  <a:pt x="1252" y="691"/>
                  <a:pt x="1262" y="685"/>
                </a:cubicBezTo>
                <a:cubicBezTo>
                  <a:pt x="1267" y="682"/>
                  <a:pt x="1267" y="682"/>
                  <a:pt x="1267" y="682"/>
                </a:cubicBezTo>
                <a:cubicBezTo>
                  <a:pt x="1253" y="660"/>
                  <a:pt x="1253" y="660"/>
                  <a:pt x="1253" y="660"/>
                </a:cubicBezTo>
                <a:cubicBezTo>
                  <a:pt x="1249" y="662"/>
                  <a:pt x="1249" y="662"/>
                  <a:pt x="1249" y="662"/>
                </a:cubicBezTo>
                <a:cubicBezTo>
                  <a:pt x="1249" y="662"/>
                  <a:pt x="1249" y="662"/>
                  <a:pt x="1249" y="662"/>
                </a:cubicBezTo>
                <a:close/>
                <a:moveTo>
                  <a:pt x="1314" y="619"/>
                </a:moveTo>
                <a:cubicBezTo>
                  <a:pt x="1307" y="625"/>
                  <a:pt x="1297" y="632"/>
                  <a:pt x="1283" y="641"/>
                </a:cubicBezTo>
                <a:cubicBezTo>
                  <a:pt x="1278" y="645"/>
                  <a:pt x="1278" y="645"/>
                  <a:pt x="1278" y="645"/>
                </a:cubicBezTo>
                <a:cubicBezTo>
                  <a:pt x="1292" y="666"/>
                  <a:pt x="1292" y="666"/>
                  <a:pt x="1292" y="666"/>
                </a:cubicBezTo>
                <a:cubicBezTo>
                  <a:pt x="1297" y="663"/>
                  <a:pt x="1297" y="663"/>
                  <a:pt x="1297" y="663"/>
                </a:cubicBezTo>
                <a:cubicBezTo>
                  <a:pt x="1312" y="653"/>
                  <a:pt x="1323" y="646"/>
                  <a:pt x="1330" y="640"/>
                </a:cubicBezTo>
                <a:cubicBezTo>
                  <a:pt x="1334" y="636"/>
                  <a:pt x="1334" y="636"/>
                  <a:pt x="1334" y="636"/>
                </a:cubicBezTo>
                <a:cubicBezTo>
                  <a:pt x="1318" y="616"/>
                  <a:pt x="1318" y="616"/>
                  <a:pt x="1318" y="616"/>
                </a:cubicBezTo>
                <a:cubicBezTo>
                  <a:pt x="1314" y="619"/>
                  <a:pt x="1314" y="619"/>
                  <a:pt x="1314" y="619"/>
                </a:cubicBezTo>
                <a:cubicBezTo>
                  <a:pt x="1314" y="619"/>
                  <a:pt x="1314" y="619"/>
                  <a:pt x="1314" y="619"/>
                </a:cubicBezTo>
                <a:close/>
                <a:moveTo>
                  <a:pt x="318" y="798"/>
                </a:moveTo>
                <a:cubicBezTo>
                  <a:pt x="314" y="795"/>
                  <a:pt x="314" y="795"/>
                  <a:pt x="314" y="795"/>
                </a:cubicBezTo>
                <a:cubicBezTo>
                  <a:pt x="300" y="818"/>
                  <a:pt x="300" y="818"/>
                  <a:pt x="300" y="818"/>
                </a:cubicBezTo>
                <a:cubicBezTo>
                  <a:pt x="306" y="821"/>
                  <a:pt x="306" y="821"/>
                  <a:pt x="306" y="821"/>
                </a:cubicBezTo>
                <a:cubicBezTo>
                  <a:pt x="317" y="828"/>
                  <a:pt x="328" y="834"/>
                  <a:pt x="339" y="841"/>
                </a:cubicBezTo>
                <a:cubicBezTo>
                  <a:pt x="344" y="844"/>
                  <a:pt x="344" y="844"/>
                  <a:pt x="344" y="844"/>
                </a:cubicBezTo>
                <a:cubicBezTo>
                  <a:pt x="357" y="821"/>
                  <a:pt x="357" y="821"/>
                  <a:pt x="357" y="821"/>
                </a:cubicBezTo>
                <a:cubicBezTo>
                  <a:pt x="353" y="818"/>
                  <a:pt x="353" y="818"/>
                  <a:pt x="353" y="818"/>
                </a:cubicBezTo>
                <a:cubicBezTo>
                  <a:pt x="341" y="812"/>
                  <a:pt x="330" y="805"/>
                  <a:pt x="318" y="798"/>
                </a:cubicBezTo>
                <a:close/>
                <a:moveTo>
                  <a:pt x="368" y="858"/>
                </a:moveTo>
                <a:cubicBezTo>
                  <a:pt x="413" y="883"/>
                  <a:pt x="413" y="883"/>
                  <a:pt x="413" y="883"/>
                </a:cubicBezTo>
                <a:cubicBezTo>
                  <a:pt x="425" y="861"/>
                  <a:pt x="425" y="861"/>
                  <a:pt x="425" y="861"/>
                </a:cubicBezTo>
                <a:cubicBezTo>
                  <a:pt x="381" y="834"/>
                  <a:pt x="381" y="834"/>
                  <a:pt x="381" y="834"/>
                </a:cubicBezTo>
                <a:cubicBezTo>
                  <a:pt x="368" y="858"/>
                  <a:pt x="368" y="858"/>
                  <a:pt x="368" y="858"/>
                </a:cubicBezTo>
                <a:cubicBezTo>
                  <a:pt x="368" y="858"/>
                  <a:pt x="368" y="858"/>
                  <a:pt x="368" y="858"/>
                </a:cubicBezTo>
                <a:close/>
                <a:moveTo>
                  <a:pt x="249" y="759"/>
                </a:moveTo>
                <a:cubicBezTo>
                  <a:pt x="244" y="756"/>
                  <a:pt x="244" y="756"/>
                  <a:pt x="244" y="756"/>
                </a:cubicBezTo>
                <a:cubicBezTo>
                  <a:pt x="231" y="779"/>
                  <a:pt x="231" y="779"/>
                  <a:pt x="231" y="779"/>
                </a:cubicBezTo>
                <a:cubicBezTo>
                  <a:pt x="236" y="781"/>
                  <a:pt x="236" y="781"/>
                  <a:pt x="236" y="781"/>
                </a:cubicBezTo>
                <a:cubicBezTo>
                  <a:pt x="247" y="787"/>
                  <a:pt x="259" y="794"/>
                  <a:pt x="271" y="801"/>
                </a:cubicBezTo>
                <a:cubicBezTo>
                  <a:pt x="276" y="803"/>
                  <a:pt x="276" y="803"/>
                  <a:pt x="276" y="803"/>
                </a:cubicBezTo>
                <a:cubicBezTo>
                  <a:pt x="289" y="781"/>
                  <a:pt x="289" y="781"/>
                  <a:pt x="289" y="781"/>
                </a:cubicBezTo>
                <a:cubicBezTo>
                  <a:pt x="284" y="778"/>
                  <a:pt x="284" y="778"/>
                  <a:pt x="284" y="778"/>
                </a:cubicBezTo>
                <a:cubicBezTo>
                  <a:pt x="271" y="771"/>
                  <a:pt x="260" y="765"/>
                  <a:pt x="249" y="759"/>
                </a:cubicBezTo>
                <a:close/>
                <a:moveTo>
                  <a:pt x="179" y="721"/>
                </a:moveTo>
                <a:cubicBezTo>
                  <a:pt x="174" y="718"/>
                  <a:pt x="174" y="718"/>
                  <a:pt x="174" y="718"/>
                </a:cubicBezTo>
                <a:cubicBezTo>
                  <a:pt x="162" y="741"/>
                  <a:pt x="162" y="741"/>
                  <a:pt x="162" y="741"/>
                </a:cubicBezTo>
                <a:cubicBezTo>
                  <a:pt x="167" y="744"/>
                  <a:pt x="167" y="744"/>
                  <a:pt x="167" y="744"/>
                </a:cubicBezTo>
                <a:cubicBezTo>
                  <a:pt x="177" y="749"/>
                  <a:pt x="188" y="756"/>
                  <a:pt x="202" y="762"/>
                </a:cubicBezTo>
                <a:cubicBezTo>
                  <a:pt x="206" y="765"/>
                  <a:pt x="206" y="765"/>
                  <a:pt x="206" y="765"/>
                </a:cubicBezTo>
                <a:cubicBezTo>
                  <a:pt x="219" y="742"/>
                  <a:pt x="219" y="742"/>
                  <a:pt x="219" y="742"/>
                </a:cubicBezTo>
                <a:cubicBezTo>
                  <a:pt x="214" y="740"/>
                  <a:pt x="214" y="740"/>
                  <a:pt x="214" y="740"/>
                </a:cubicBezTo>
                <a:cubicBezTo>
                  <a:pt x="200" y="732"/>
                  <a:pt x="188" y="726"/>
                  <a:pt x="179" y="721"/>
                </a:cubicBezTo>
                <a:close/>
                <a:moveTo>
                  <a:pt x="133" y="704"/>
                </a:moveTo>
                <a:cubicBezTo>
                  <a:pt x="131" y="704"/>
                  <a:pt x="131" y="704"/>
                  <a:pt x="131" y="704"/>
                </a:cubicBezTo>
                <a:cubicBezTo>
                  <a:pt x="124" y="704"/>
                  <a:pt x="114" y="702"/>
                  <a:pt x="101" y="698"/>
                </a:cubicBezTo>
                <a:cubicBezTo>
                  <a:pt x="96" y="696"/>
                  <a:pt x="96" y="696"/>
                  <a:pt x="96" y="696"/>
                </a:cubicBezTo>
                <a:cubicBezTo>
                  <a:pt x="88" y="721"/>
                  <a:pt x="88" y="721"/>
                  <a:pt x="88" y="721"/>
                </a:cubicBezTo>
                <a:cubicBezTo>
                  <a:pt x="93" y="722"/>
                  <a:pt x="93" y="722"/>
                  <a:pt x="93" y="722"/>
                </a:cubicBezTo>
                <a:cubicBezTo>
                  <a:pt x="103" y="726"/>
                  <a:pt x="117" y="729"/>
                  <a:pt x="129" y="729"/>
                </a:cubicBezTo>
                <a:cubicBezTo>
                  <a:pt x="130" y="729"/>
                  <a:pt x="132" y="729"/>
                  <a:pt x="133" y="729"/>
                </a:cubicBezTo>
                <a:cubicBezTo>
                  <a:pt x="133" y="729"/>
                  <a:pt x="133" y="729"/>
                  <a:pt x="133" y="729"/>
                </a:cubicBezTo>
                <a:cubicBezTo>
                  <a:pt x="139" y="731"/>
                  <a:pt x="139" y="731"/>
                  <a:pt x="139" y="731"/>
                </a:cubicBezTo>
                <a:cubicBezTo>
                  <a:pt x="144" y="706"/>
                  <a:pt x="144" y="706"/>
                  <a:pt x="144" y="706"/>
                </a:cubicBezTo>
                <a:cubicBezTo>
                  <a:pt x="139" y="704"/>
                  <a:pt x="139" y="704"/>
                  <a:pt x="139" y="704"/>
                </a:cubicBezTo>
                <a:cubicBezTo>
                  <a:pt x="137" y="704"/>
                  <a:pt x="135" y="704"/>
                  <a:pt x="133" y="704"/>
                </a:cubicBezTo>
                <a:close/>
                <a:moveTo>
                  <a:pt x="748" y="1029"/>
                </a:moveTo>
                <a:cubicBezTo>
                  <a:pt x="747" y="1029"/>
                  <a:pt x="747" y="1029"/>
                  <a:pt x="745" y="1030"/>
                </a:cubicBezTo>
                <a:cubicBezTo>
                  <a:pt x="738" y="1031"/>
                  <a:pt x="726" y="1031"/>
                  <a:pt x="714" y="1030"/>
                </a:cubicBezTo>
                <a:cubicBezTo>
                  <a:pt x="708" y="1029"/>
                  <a:pt x="708" y="1029"/>
                  <a:pt x="708" y="1029"/>
                </a:cubicBezTo>
                <a:cubicBezTo>
                  <a:pt x="706" y="1055"/>
                  <a:pt x="706" y="1055"/>
                  <a:pt x="706" y="1055"/>
                </a:cubicBezTo>
                <a:cubicBezTo>
                  <a:pt x="711" y="1056"/>
                  <a:pt x="711" y="1056"/>
                  <a:pt x="711" y="1056"/>
                </a:cubicBezTo>
                <a:cubicBezTo>
                  <a:pt x="718" y="1057"/>
                  <a:pt x="724" y="1057"/>
                  <a:pt x="729" y="1057"/>
                </a:cubicBezTo>
                <a:cubicBezTo>
                  <a:pt x="738" y="1057"/>
                  <a:pt x="744" y="1057"/>
                  <a:pt x="750" y="1055"/>
                </a:cubicBezTo>
                <a:cubicBezTo>
                  <a:pt x="752" y="1055"/>
                  <a:pt x="754" y="1055"/>
                  <a:pt x="756" y="1054"/>
                </a:cubicBezTo>
                <a:cubicBezTo>
                  <a:pt x="761" y="1052"/>
                  <a:pt x="761" y="1052"/>
                  <a:pt x="761" y="1052"/>
                </a:cubicBezTo>
                <a:cubicBezTo>
                  <a:pt x="753" y="1027"/>
                  <a:pt x="753" y="1027"/>
                  <a:pt x="753" y="1027"/>
                </a:cubicBezTo>
                <a:cubicBezTo>
                  <a:pt x="748" y="1029"/>
                  <a:pt x="748" y="1029"/>
                  <a:pt x="748" y="1029"/>
                </a:cubicBezTo>
                <a:cubicBezTo>
                  <a:pt x="748" y="1029"/>
                  <a:pt x="748" y="1029"/>
                  <a:pt x="748" y="1029"/>
                </a:cubicBezTo>
                <a:close/>
                <a:moveTo>
                  <a:pt x="606" y="985"/>
                </a:moveTo>
                <a:cubicBezTo>
                  <a:pt x="606" y="984"/>
                  <a:pt x="606" y="984"/>
                  <a:pt x="606" y="984"/>
                </a:cubicBezTo>
                <a:cubicBezTo>
                  <a:pt x="602" y="978"/>
                  <a:pt x="598" y="970"/>
                  <a:pt x="594" y="964"/>
                </a:cubicBezTo>
                <a:cubicBezTo>
                  <a:pt x="591" y="959"/>
                  <a:pt x="591" y="959"/>
                  <a:pt x="591" y="959"/>
                </a:cubicBezTo>
                <a:cubicBezTo>
                  <a:pt x="568" y="973"/>
                  <a:pt x="568" y="973"/>
                  <a:pt x="568" y="973"/>
                </a:cubicBezTo>
                <a:cubicBezTo>
                  <a:pt x="571" y="979"/>
                  <a:pt x="571" y="979"/>
                  <a:pt x="571" y="979"/>
                </a:cubicBezTo>
                <a:cubicBezTo>
                  <a:pt x="575" y="985"/>
                  <a:pt x="579" y="991"/>
                  <a:pt x="582" y="997"/>
                </a:cubicBezTo>
                <a:cubicBezTo>
                  <a:pt x="585" y="1002"/>
                  <a:pt x="589" y="1008"/>
                  <a:pt x="592" y="1013"/>
                </a:cubicBezTo>
                <a:cubicBezTo>
                  <a:pt x="595" y="1017"/>
                  <a:pt x="595" y="1017"/>
                  <a:pt x="595" y="1017"/>
                </a:cubicBezTo>
                <a:cubicBezTo>
                  <a:pt x="617" y="1003"/>
                  <a:pt x="617" y="1003"/>
                  <a:pt x="617" y="1003"/>
                </a:cubicBezTo>
                <a:cubicBezTo>
                  <a:pt x="614" y="998"/>
                  <a:pt x="614" y="998"/>
                  <a:pt x="614" y="998"/>
                </a:cubicBezTo>
                <a:cubicBezTo>
                  <a:pt x="612" y="994"/>
                  <a:pt x="609" y="990"/>
                  <a:pt x="606" y="985"/>
                </a:cubicBezTo>
                <a:close/>
                <a:moveTo>
                  <a:pt x="524" y="917"/>
                </a:moveTo>
                <a:cubicBezTo>
                  <a:pt x="519" y="914"/>
                  <a:pt x="519" y="914"/>
                  <a:pt x="519" y="914"/>
                </a:cubicBezTo>
                <a:cubicBezTo>
                  <a:pt x="507" y="937"/>
                  <a:pt x="507" y="937"/>
                  <a:pt x="507" y="937"/>
                </a:cubicBezTo>
                <a:cubicBezTo>
                  <a:pt x="511" y="940"/>
                  <a:pt x="511" y="940"/>
                  <a:pt x="511" y="940"/>
                </a:cubicBezTo>
                <a:cubicBezTo>
                  <a:pt x="538" y="955"/>
                  <a:pt x="545" y="958"/>
                  <a:pt x="549" y="958"/>
                </a:cubicBezTo>
                <a:cubicBezTo>
                  <a:pt x="555" y="961"/>
                  <a:pt x="555" y="961"/>
                  <a:pt x="555" y="961"/>
                </a:cubicBezTo>
                <a:cubicBezTo>
                  <a:pt x="562" y="935"/>
                  <a:pt x="562" y="935"/>
                  <a:pt x="562" y="935"/>
                </a:cubicBezTo>
                <a:cubicBezTo>
                  <a:pt x="555" y="933"/>
                  <a:pt x="555" y="933"/>
                  <a:pt x="555" y="933"/>
                </a:cubicBezTo>
                <a:cubicBezTo>
                  <a:pt x="555" y="933"/>
                  <a:pt x="550" y="931"/>
                  <a:pt x="524" y="917"/>
                </a:cubicBezTo>
                <a:close/>
                <a:moveTo>
                  <a:pt x="639" y="1015"/>
                </a:moveTo>
                <a:cubicBezTo>
                  <a:pt x="634" y="1013"/>
                  <a:pt x="634" y="1013"/>
                  <a:pt x="634" y="1013"/>
                </a:cubicBezTo>
                <a:cubicBezTo>
                  <a:pt x="625" y="1037"/>
                  <a:pt x="625" y="1037"/>
                  <a:pt x="625" y="1037"/>
                </a:cubicBezTo>
                <a:cubicBezTo>
                  <a:pt x="630" y="1039"/>
                  <a:pt x="630" y="1039"/>
                  <a:pt x="630" y="1039"/>
                </a:cubicBezTo>
                <a:cubicBezTo>
                  <a:pt x="642" y="1042"/>
                  <a:pt x="656" y="1046"/>
                  <a:pt x="671" y="1050"/>
                </a:cubicBezTo>
                <a:cubicBezTo>
                  <a:pt x="676" y="1050"/>
                  <a:pt x="676" y="1050"/>
                  <a:pt x="676" y="1050"/>
                </a:cubicBezTo>
                <a:cubicBezTo>
                  <a:pt x="682" y="1026"/>
                  <a:pt x="682" y="1026"/>
                  <a:pt x="682" y="1026"/>
                </a:cubicBezTo>
                <a:cubicBezTo>
                  <a:pt x="676" y="1024"/>
                  <a:pt x="676" y="1024"/>
                  <a:pt x="676" y="1024"/>
                </a:cubicBezTo>
                <a:cubicBezTo>
                  <a:pt x="663" y="1021"/>
                  <a:pt x="650" y="1018"/>
                  <a:pt x="639" y="1015"/>
                </a:cubicBezTo>
                <a:close/>
                <a:moveTo>
                  <a:pt x="455" y="878"/>
                </a:moveTo>
                <a:cubicBezTo>
                  <a:pt x="450" y="876"/>
                  <a:pt x="450" y="876"/>
                  <a:pt x="450" y="876"/>
                </a:cubicBezTo>
                <a:cubicBezTo>
                  <a:pt x="438" y="898"/>
                  <a:pt x="438" y="898"/>
                  <a:pt x="438" y="898"/>
                </a:cubicBezTo>
                <a:cubicBezTo>
                  <a:pt x="442" y="901"/>
                  <a:pt x="442" y="901"/>
                  <a:pt x="442" y="901"/>
                </a:cubicBezTo>
                <a:cubicBezTo>
                  <a:pt x="455" y="907"/>
                  <a:pt x="466" y="914"/>
                  <a:pt x="477" y="921"/>
                </a:cubicBezTo>
                <a:cubicBezTo>
                  <a:pt x="481" y="923"/>
                  <a:pt x="481" y="923"/>
                  <a:pt x="481" y="923"/>
                </a:cubicBezTo>
                <a:cubicBezTo>
                  <a:pt x="494" y="901"/>
                  <a:pt x="494" y="901"/>
                  <a:pt x="494" y="901"/>
                </a:cubicBezTo>
                <a:cubicBezTo>
                  <a:pt x="489" y="898"/>
                  <a:pt x="489" y="898"/>
                  <a:pt x="489" y="898"/>
                </a:cubicBezTo>
                <a:cubicBezTo>
                  <a:pt x="479" y="892"/>
                  <a:pt x="468" y="885"/>
                  <a:pt x="455" y="878"/>
                </a:cubicBezTo>
                <a:close/>
                <a:moveTo>
                  <a:pt x="737" y="694"/>
                </a:moveTo>
                <a:cubicBezTo>
                  <a:pt x="737" y="694"/>
                  <a:pt x="737" y="694"/>
                  <a:pt x="737" y="694"/>
                </a:cubicBezTo>
                <a:cubicBezTo>
                  <a:pt x="194" y="387"/>
                  <a:pt x="194" y="387"/>
                  <a:pt x="194" y="387"/>
                </a:cubicBezTo>
                <a:cubicBezTo>
                  <a:pt x="194" y="387"/>
                  <a:pt x="194" y="387"/>
                  <a:pt x="722" y="78"/>
                </a:cubicBezTo>
                <a:cubicBezTo>
                  <a:pt x="727" y="75"/>
                  <a:pt x="734" y="74"/>
                  <a:pt x="741" y="74"/>
                </a:cubicBezTo>
                <a:cubicBezTo>
                  <a:pt x="748" y="74"/>
                  <a:pt x="754" y="75"/>
                  <a:pt x="759" y="78"/>
                </a:cubicBezTo>
                <a:cubicBezTo>
                  <a:pt x="759" y="78"/>
                  <a:pt x="759" y="78"/>
                  <a:pt x="1268" y="374"/>
                </a:cubicBezTo>
                <a:cubicBezTo>
                  <a:pt x="1271" y="376"/>
                  <a:pt x="1272" y="376"/>
                  <a:pt x="1274" y="378"/>
                </a:cubicBezTo>
                <a:cubicBezTo>
                  <a:pt x="1274" y="378"/>
                  <a:pt x="1274" y="378"/>
                  <a:pt x="737" y="694"/>
                </a:cubicBezTo>
                <a:close/>
                <a:moveTo>
                  <a:pt x="246" y="640"/>
                </a:moveTo>
                <a:cubicBezTo>
                  <a:pt x="244" y="644"/>
                  <a:pt x="240" y="647"/>
                  <a:pt x="237" y="648"/>
                </a:cubicBezTo>
                <a:cubicBezTo>
                  <a:pt x="237" y="648"/>
                  <a:pt x="237" y="648"/>
                  <a:pt x="207" y="666"/>
                </a:cubicBezTo>
                <a:cubicBezTo>
                  <a:pt x="207" y="666"/>
                  <a:pt x="207" y="666"/>
                  <a:pt x="540" y="855"/>
                </a:cubicBezTo>
                <a:cubicBezTo>
                  <a:pt x="540" y="855"/>
                  <a:pt x="540" y="855"/>
                  <a:pt x="540" y="808"/>
                </a:cubicBezTo>
                <a:cubicBezTo>
                  <a:pt x="540" y="808"/>
                  <a:pt x="540" y="808"/>
                  <a:pt x="246" y="640"/>
                </a:cubicBezTo>
                <a:close/>
                <a:moveTo>
                  <a:pt x="756" y="741"/>
                </a:moveTo>
                <a:cubicBezTo>
                  <a:pt x="756" y="737"/>
                  <a:pt x="752" y="730"/>
                  <a:pt x="749" y="729"/>
                </a:cubicBezTo>
                <a:cubicBezTo>
                  <a:pt x="749" y="729"/>
                  <a:pt x="749" y="729"/>
                  <a:pt x="170" y="402"/>
                </a:cubicBezTo>
                <a:cubicBezTo>
                  <a:pt x="170" y="402"/>
                  <a:pt x="170" y="402"/>
                  <a:pt x="169" y="402"/>
                </a:cubicBezTo>
                <a:cubicBezTo>
                  <a:pt x="169" y="402"/>
                  <a:pt x="169" y="402"/>
                  <a:pt x="137" y="384"/>
                </a:cubicBezTo>
                <a:cubicBezTo>
                  <a:pt x="128" y="379"/>
                  <a:pt x="118" y="379"/>
                  <a:pt x="110" y="383"/>
                </a:cubicBezTo>
                <a:cubicBezTo>
                  <a:pt x="102" y="388"/>
                  <a:pt x="97" y="396"/>
                  <a:pt x="97" y="407"/>
                </a:cubicBezTo>
                <a:cubicBezTo>
                  <a:pt x="97" y="407"/>
                  <a:pt x="97" y="407"/>
                  <a:pt x="97" y="588"/>
                </a:cubicBezTo>
                <a:cubicBezTo>
                  <a:pt x="97" y="588"/>
                  <a:pt x="97" y="588"/>
                  <a:pt x="100" y="602"/>
                </a:cubicBezTo>
                <a:cubicBezTo>
                  <a:pt x="100" y="602"/>
                  <a:pt x="100" y="602"/>
                  <a:pt x="118" y="615"/>
                </a:cubicBezTo>
                <a:cubicBezTo>
                  <a:pt x="118" y="615"/>
                  <a:pt x="118" y="615"/>
                  <a:pt x="146" y="631"/>
                </a:cubicBezTo>
                <a:cubicBezTo>
                  <a:pt x="146" y="631"/>
                  <a:pt x="146" y="631"/>
                  <a:pt x="146" y="585"/>
                </a:cubicBezTo>
                <a:cubicBezTo>
                  <a:pt x="146" y="585"/>
                  <a:pt x="146" y="585"/>
                  <a:pt x="140" y="580"/>
                </a:cubicBezTo>
                <a:cubicBezTo>
                  <a:pt x="140" y="580"/>
                  <a:pt x="140" y="580"/>
                  <a:pt x="139" y="579"/>
                </a:cubicBezTo>
                <a:cubicBezTo>
                  <a:pt x="139" y="579"/>
                  <a:pt x="139" y="579"/>
                  <a:pt x="139" y="433"/>
                </a:cubicBezTo>
                <a:cubicBezTo>
                  <a:pt x="139" y="433"/>
                  <a:pt x="139" y="433"/>
                  <a:pt x="715" y="762"/>
                </a:cubicBezTo>
                <a:cubicBezTo>
                  <a:pt x="715" y="762"/>
                  <a:pt x="715" y="762"/>
                  <a:pt x="715" y="907"/>
                </a:cubicBezTo>
                <a:cubicBezTo>
                  <a:pt x="715" y="907"/>
                  <a:pt x="715" y="907"/>
                  <a:pt x="640" y="863"/>
                </a:cubicBezTo>
                <a:cubicBezTo>
                  <a:pt x="638" y="867"/>
                  <a:pt x="635" y="870"/>
                  <a:pt x="631" y="872"/>
                </a:cubicBezTo>
                <a:cubicBezTo>
                  <a:pt x="631" y="872"/>
                  <a:pt x="631" y="872"/>
                  <a:pt x="600" y="889"/>
                </a:cubicBezTo>
                <a:cubicBezTo>
                  <a:pt x="600" y="889"/>
                  <a:pt x="600" y="889"/>
                  <a:pt x="717" y="956"/>
                </a:cubicBezTo>
                <a:cubicBezTo>
                  <a:pt x="722" y="959"/>
                  <a:pt x="727" y="959"/>
                  <a:pt x="731" y="959"/>
                </a:cubicBezTo>
                <a:cubicBezTo>
                  <a:pt x="736" y="959"/>
                  <a:pt x="740" y="959"/>
                  <a:pt x="744" y="956"/>
                </a:cubicBezTo>
                <a:cubicBezTo>
                  <a:pt x="750" y="953"/>
                  <a:pt x="754" y="946"/>
                  <a:pt x="756" y="938"/>
                </a:cubicBezTo>
                <a:cubicBezTo>
                  <a:pt x="756" y="938"/>
                  <a:pt x="756" y="938"/>
                  <a:pt x="756" y="741"/>
                </a:cubicBezTo>
                <a:close/>
                <a:moveTo>
                  <a:pt x="1286" y="399"/>
                </a:moveTo>
                <a:cubicBezTo>
                  <a:pt x="1286" y="399"/>
                  <a:pt x="1286" y="399"/>
                  <a:pt x="1286" y="399"/>
                </a:cubicBezTo>
                <a:cubicBezTo>
                  <a:pt x="762" y="708"/>
                  <a:pt x="762" y="708"/>
                  <a:pt x="762" y="708"/>
                </a:cubicBezTo>
                <a:cubicBezTo>
                  <a:pt x="773" y="715"/>
                  <a:pt x="780" y="728"/>
                  <a:pt x="780" y="741"/>
                </a:cubicBezTo>
                <a:cubicBezTo>
                  <a:pt x="780" y="741"/>
                  <a:pt x="780" y="741"/>
                  <a:pt x="780" y="882"/>
                </a:cubicBezTo>
                <a:cubicBezTo>
                  <a:pt x="780" y="882"/>
                  <a:pt x="780" y="882"/>
                  <a:pt x="1268" y="603"/>
                </a:cubicBezTo>
                <a:cubicBezTo>
                  <a:pt x="1279" y="597"/>
                  <a:pt x="1287" y="584"/>
                  <a:pt x="1287" y="571"/>
                </a:cubicBezTo>
                <a:cubicBezTo>
                  <a:pt x="1287" y="571"/>
                  <a:pt x="1287" y="571"/>
                  <a:pt x="1287" y="407"/>
                </a:cubicBezTo>
                <a:cubicBezTo>
                  <a:pt x="1287" y="404"/>
                  <a:pt x="1287" y="402"/>
                  <a:pt x="1286" y="399"/>
                </a:cubicBezTo>
                <a:close/>
                <a:moveTo>
                  <a:pt x="487" y="733"/>
                </a:moveTo>
                <a:cubicBezTo>
                  <a:pt x="493" y="733"/>
                  <a:pt x="498" y="728"/>
                  <a:pt x="498" y="721"/>
                </a:cubicBezTo>
                <a:cubicBezTo>
                  <a:pt x="498" y="721"/>
                  <a:pt x="498" y="721"/>
                  <a:pt x="498" y="705"/>
                </a:cubicBezTo>
                <a:cubicBezTo>
                  <a:pt x="498" y="698"/>
                  <a:pt x="493" y="689"/>
                  <a:pt x="486" y="685"/>
                </a:cubicBezTo>
                <a:cubicBezTo>
                  <a:pt x="486" y="685"/>
                  <a:pt x="486" y="685"/>
                  <a:pt x="337" y="600"/>
                </a:cubicBezTo>
                <a:cubicBezTo>
                  <a:pt x="328" y="595"/>
                  <a:pt x="320" y="600"/>
                  <a:pt x="320" y="610"/>
                </a:cubicBezTo>
                <a:cubicBezTo>
                  <a:pt x="320" y="610"/>
                  <a:pt x="320" y="610"/>
                  <a:pt x="320" y="625"/>
                </a:cubicBezTo>
                <a:cubicBezTo>
                  <a:pt x="320" y="634"/>
                  <a:pt x="326" y="643"/>
                  <a:pt x="332" y="646"/>
                </a:cubicBezTo>
                <a:cubicBezTo>
                  <a:pt x="332" y="646"/>
                  <a:pt x="332" y="646"/>
                  <a:pt x="481" y="731"/>
                </a:cubicBezTo>
                <a:cubicBezTo>
                  <a:pt x="483" y="732"/>
                  <a:pt x="485" y="733"/>
                  <a:pt x="487" y="733"/>
                </a:cubicBezTo>
                <a:close/>
                <a:moveTo>
                  <a:pt x="626" y="842"/>
                </a:moveTo>
                <a:cubicBezTo>
                  <a:pt x="622" y="836"/>
                  <a:pt x="612" y="835"/>
                  <a:pt x="606" y="839"/>
                </a:cubicBezTo>
                <a:cubicBezTo>
                  <a:pt x="606" y="839"/>
                  <a:pt x="606" y="839"/>
                  <a:pt x="587" y="850"/>
                </a:cubicBezTo>
                <a:cubicBezTo>
                  <a:pt x="587" y="850"/>
                  <a:pt x="587" y="850"/>
                  <a:pt x="587" y="770"/>
                </a:cubicBezTo>
                <a:cubicBezTo>
                  <a:pt x="587" y="770"/>
                  <a:pt x="587" y="770"/>
                  <a:pt x="623" y="750"/>
                </a:cubicBezTo>
                <a:cubicBezTo>
                  <a:pt x="629" y="746"/>
                  <a:pt x="630" y="738"/>
                  <a:pt x="626" y="732"/>
                </a:cubicBezTo>
                <a:cubicBezTo>
                  <a:pt x="626" y="732"/>
                  <a:pt x="626" y="732"/>
                  <a:pt x="626" y="732"/>
                </a:cubicBezTo>
                <a:cubicBezTo>
                  <a:pt x="622" y="727"/>
                  <a:pt x="612" y="724"/>
                  <a:pt x="606" y="728"/>
                </a:cubicBezTo>
                <a:cubicBezTo>
                  <a:pt x="606" y="728"/>
                  <a:pt x="606" y="728"/>
                  <a:pt x="562" y="753"/>
                </a:cubicBezTo>
                <a:cubicBezTo>
                  <a:pt x="557" y="756"/>
                  <a:pt x="556" y="767"/>
                  <a:pt x="556" y="767"/>
                </a:cubicBezTo>
                <a:cubicBezTo>
                  <a:pt x="556" y="767"/>
                  <a:pt x="556" y="767"/>
                  <a:pt x="556" y="869"/>
                </a:cubicBezTo>
                <a:cubicBezTo>
                  <a:pt x="556" y="869"/>
                  <a:pt x="557" y="878"/>
                  <a:pt x="560" y="881"/>
                </a:cubicBezTo>
                <a:cubicBezTo>
                  <a:pt x="563" y="884"/>
                  <a:pt x="573" y="889"/>
                  <a:pt x="579" y="885"/>
                </a:cubicBezTo>
                <a:cubicBezTo>
                  <a:pt x="579" y="885"/>
                  <a:pt x="579" y="885"/>
                  <a:pt x="623" y="859"/>
                </a:cubicBezTo>
                <a:cubicBezTo>
                  <a:pt x="629" y="855"/>
                  <a:pt x="631" y="847"/>
                  <a:pt x="626" y="842"/>
                </a:cubicBezTo>
                <a:close/>
                <a:moveTo>
                  <a:pt x="233" y="619"/>
                </a:moveTo>
                <a:cubicBezTo>
                  <a:pt x="228" y="613"/>
                  <a:pt x="219" y="612"/>
                  <a:pt x="212" y="616"/>
                </a:cubicBezTo>
                <a:cubicBezTo>
                  <a:pt x="212" y="616"/>
                  <a:pt x="212" y="616"/>
                  <a:pt x="193" y="627"/>
                </a:cubicBezTo>
                <a:cubicBezTo>
                  <a:pt x="193" y="627"/>
                  <a:pt x="193" y="627"/>
                  <a:pt x="193" y="547"/>
                </a:cubicBezTo>
                <a:cubicBezTo>
                  <a:pt x="193" y="547"/>
                  <a:pt x="193" y="547"/>
                  <a:pt x="229" y="527"/>
                </a:cubicBezTo>
                <a:cubicBezTo>
                  <a:pt x="236" y="523"/>
                  <a:pt x="236" y="515"/>
                  <a:pt x="232" y="509"/>
                </a:cubicBezTo>
                <a:cubicBezTo>
                  <a:pt x="232" y="509"/>
                  <a:pt x="232" y="509"/>
                  <a:pt x="232" y="509"/>
                </a:cubicBezTo>
                <a:cubicBezTo>
                  <a:pt x="228" y="503"/>
                  <a:pt x="219" y="501"/>
                  <a:pt x="212" y="505"/>
                </a:cubicBezTo>
                <a:cubicBezTo>
                  <a:pt x="212" y="505"/>
                  <a:pt x="212" y="505"/>
                  <a:pt x="168" y="530"/>
                </a:cubicBezTo>
                <a:cubicBezTo>
                  <a:pt x="163" y="533"/>
                  <a:pt x="161" y="544"/>
                  <a:pt x="161" y="544"/>
                </a:cubicBezTo>
                <a:cubicBezTo>
                  <a:pt x="161" y="544"/>
                  <a:pt x="161" y="544"/>
                  <a:pt x="161" y="646"/>
                </a:cubicBezTo>
                <a:cubicBezTo>
                  <a:pt x="161" y="646"/>
                  <a:pt x="163" y="655"/>
                  <a:pt x="166" y="658"/>
                </a:cubicBezTo>
                <a:cubicBezTo>
                  <a:pt x="169" y="661"/>
                  <a:pt x="178" y="666"/>
                  <a:pt x="185" y="662"/>
                </a:cubicBezTo>
                <a:cubicBezTo>
                  <a:pt x="185" y="662"/>
                  <a:pt x="185" y="662"/>
                  <a:pt x="229" y="636"/>
                </a:cubicBezTo>
                <a:cubicBezTo>
                  <a:pt x="236" y="632"/>
                  <a:pt x="237" y="624"/>
                  <a:pt x="233" y="619"/>
                </a:cubicBezTo>
                <a:close/>
              </a:path>
            </a:pathLst>
          </a:custGeom>
          <a:solidFill>
            <a:schemeClr val="tx2"/>
          </a:solidFill>
          <a:ln>
            <a:noFill/>
          </a:ln>
        </p:spPr>
        <p:txBody>
          <a:bodyPr vert="horz" wrap="square" lIns="89635" tIns="44817" rIns="89635" bIns="44817" numCol="1" anchor="t" anchorCtr="0" compatLnSpc="1">
            <a:prstTxWarp prst="textNoShape">
              <a:avLst/>
            </a:prstTxWarp>
          </a:bodyPr>
          <a:lstStyle/>
          <a:p>
            <a:pPr marL="0" marR="0" lvl="0" indent="0" algn="l" defTabSz="91343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7" name="Picture 4" descr="C:\Users\roslyn.ADI\Desktop\DVD_ART36\Artwork_Imagery\Icons - Illustrations\_ WINDOWS SERVER ICONS\Hardware\Virtual Servers 2.png">
            <a:extLst>
              <a:ext uri="{FF2B5EF4-FFF2-40B4-BE49-F238E27FC236}">
                <a16:creationId xmlns:a16="http://schemas.microsoft.com/office/drawing/2014/main" id="{FAA012D8-1C6C-DF30-D948-2413A403A9DB}"/>
              </a:ext>
            </a:extLst>
          </p:cNvPr>
          <p:cNvPicPr>
            <a:picLocks noChangeAspect="1" noChangeArrowheads="1"/>
          </p:cNvPicPr>
          <p:nvPr/>
        </p:nvPicPr>
        <p:blipFill>
          <a:blip r:embed="rId3" cstate="print"/>
          <a:srcRect/>
          <a:stretch>
            <a:fillRect/>
          </a:stretch>
        </p:blipFill>
        <p:spPr bwMode="auto">
          <a:xfrm>
            <a:off x="2367957" y="4137731"/>
            <a:ext cx="492017" cy="613536"/>
          </a:xfrm>
          <a:prstGeom prst="rect">
            <a:avLst/>
          </a:prstGeom>
          <a:noFill/>
        </p:spPr>
      </p:pic>
      <p:sp>
        <p:nvSpPr>
          <p:cNvPr id="8" name="テキスト ボックス 7">
            <a:extLst>
              <a:ext uri="{FF2B5EF4-FFF2-40B4-BE49-F238E27FC236}">
                <a16:creationId xmlns:a16="http://schemas.microsoft.com/office/drawing/2014/main" id="{A53AC694-A0FE-DDBE-6971-51D5BB378AAC}"/>
              </a:ext>
            </a:extLst>
          </p:cNvPr>
          <p:cNvSpPr txBox="1"/>
          <p:nvPr/>
        </p:nvSpPr>
        <p:spPr>
          <a:xfrm>
            <a:off x="2171697" y="3830532"/>
            <a:ext cx="884537" cy="215444"/>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仮想マシン </a:t>
            </a:r>
            <a:r>
              <a:rPr kumimoji="1" lang="en-US" altLang="ja-JP"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1</a:t>
            </a:r>
            <a:endPar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9" name="テキスト ボックス 8">
            <a:extLst>
              <a:ext uri="{FF2B5EF4-FFF2-40B4-BE49-F238E27FC236}">
                <a16:creationId xmlns:a16="http://schemas.microsoft.com/office/drawing/2014/main" id="{65411D07-44D6-7BB6-278A-8D4EB83B95B6}"/>
              </a:ext>
            </a:extLst>
          </p:cNvPr>
          <p:cNvSpPr txBox="1"/>
          <p:nvPr/>
        </p:nvSpPr>
        <p:spPr>
          <a:xfrm>
            <a:off x="2244152" y="4241220"/>
            <a:ext cx="648254" cy="49244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内部 </a:t>
            </a:r>
            <a:r>
              <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IP</a:t>
            </a: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 </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アドレス</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cxnSp>
        <p:nvCxnSpPr>
          <p:cNvPr id="10" name="直線コネクタ 9">
            <a:extLst>
              <a:ext uri="{FF2B5EF4-FFF2-40B4-BE49-F238E27FC236}">
                <a16:creationId xmlns:a16="http://schemas.microsoft.com/office/drawing/2014/main" id="{B24A7C14-E120-4D4E-371E-4E340CE8101F}"/>
              </a:ext>
            </a:extLst>
          </p:cNvPr>
          <p:cNvCxnSpPr>
            <a:cxnSpLocks/>
          </p:cNvCxnSpPr>
          <p:nvPr/>
        </p:nvCxnSpPr>
        <p:spPr>
          <a:xfrm flipV="1">
            <a:off x="1496237" y="5515482"/>
            <a:ext cx="3384001" cy="3273"/>
          </a:xfrm>
          <a:prstGeom prst="line">
            <a:avLst/>
          </a:prstGeom>
          <a:ln w="38100">
            <a:solidFill>
              <a:schemeClr val="accent1">
                <a:lumMod val="20000"/>
                <a:lumOff val="80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B3F5CF5-80BB-7FBD-B0D2-717E07C15DA9}"/>
              </a:ext>
            </a:extLst>
          </p:cNvPr>
          <p:cNvCxnSpPr/>
          <p:nvPr/>
        </p:nvCxnSpPr>
        <p:spPr>
          <a:xfrm flipV="1">
            <a:off x="2613965" y="5013902"/>
            <a:ext cx="0" cy="501580"/>
          </a:xfrm>
          <a:prstGeom prst="straightConnector1">
            <a:avLst/>
          </a:prstGeom>
          <a:ln w="38100">
            <a:solidFill>
              <a:schemeClr val="accent1">
                <a:lumMod val="20000"/>
                <a:lumOff val="8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1652C3AB-7958-DC97-8172-1A9A13E3012A}"/>
              </a:ext>
            </a:extLst>
          </p:cNvPr>
          <p:cNvSpPr txBox="1"/>
          <p:nvPr/>
        </p:nvSpPr>
        <p:spPr>
          <a:xfrm>
            <a:off x="3535667" y="3830532"/>
            <a:ext cx="884537" cy="215444"/>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仮想マシン </a:t>
            </a:r>
            <a:r>
              <a:rPr kumimoji="1" lang="en-US" altLang="ja-JP"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2</a:t>
            </a:r>
            <a:endPar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13" name="Freeform 24">
            <a:extLst>
              <a:ext uri="{FF2B5EF4-FFF2-40B4-BE49-F238E27FC236}">
                <a16:creationId xmlns:a16="http://schemas.microsoft.com/office/drawing/2014/main" id="{FCD650A7-3855-1B2A-A2FD-6A816953FC75}"/>
              </a:ext>
            </a:extLst>
          </p:cNvPr>
          <p:cNvSpPr>
            <a:spLocks noEditPoints="1"/>
          </p:cNvSpPr>
          <p:nvPr/>
        </p:nvSpPr>
        <p:spPr bwMode="black">
          <a:xfrm>
            <a:off x="3589351" y="4555602"/>
            <a:ext cx="777169" cy="386005"/>
          </a:xfrm>
          <a:custGeom>
            <a:avLst/>
            <a:gdLst>
              <a:gd name="T0" fmla="*/ 524 w 1369"/>
              <a:gd name="T1" fmla="*/ 115 h 1057"/>
              <a:gd name="T2" fmla="*/ 373 w 1369"/>
              <a:gd name="T3" fmla="*/ 228 h 1057"/>
              <a:gd name="T4" fmla="*/ 455 w 1369"/>
              <a:gd name="T5" fmla="*/ 153 h 1057"/>
              <a:gd name="T6" fmla="*/ 5 w 1369"/>
              <a:gd name="T7" fmla="*/ 634 h 1057"/>
              <a:gd name="T8" fmla="*/ 149 w 1369"/>
              <a:gd name="T9" fmla="*/ 320 h 1057"/>
              <a:gd name="T10" fmla="*/ 26 w 1369"/>
              <a:gd name="T11" fmla="*/ 509 h 1057"/>
              <a:gd name="T12" fmla="*/ 652 w 1369"/>
              <a:gd name="T13" fmla="*/ 75 h 1057"/>
              <a:gd name="T14" fmla="*/ 36 w 1369"/>
              <a:gd name="T15" fmla="*/ 435 h 1057"/>
              <a:gd name="T16" fmla="*/ 28 w 1369"/>
              <a:gd name="T17" fmla="*/ 478 h 1057"/>
              <a:gd name="T18" fmla="*/ 9 w 1369"/>
              <a:gd name="T19" fmla="*/ 353 h 1057"/>
              <a:gd name="T20" fmla="*/ 1045 w 1369"/>
              <a:gd name="T21" fmla="*/ 157 h 1057"/>
              <a:gd name="T22" fmla="*/ 1251 w 1369"/>
              <a:gd name="T23" fmla="*/ 278 h 1057"/>
              <a:gd name="T24" fmla="*/ 1184 w 1369"/>
              <a:gd name="T25" fmla="*/ 236 h 1057"/>
              <a:gd name="T26" fmla="*/ 1369 w 1369"/>
              <a:gd name="T27" fmla="*/ 439 h 1057"/>
              <a:gd name="T28" fmla="*/ 1349 w 1369"/>
              <a:gd name="T29" fmla="*/ 356 h 1057"/>
              <a:gd name="T30" fmla="*/ 1150 w 1369"/>
              <a:gd name="T31" fmla="*/ 216 h 1057"/>
              <a:gd name="T32" fmla="*/ 859 w 1369"/>
              <a:gd name="T33" fmla="*/ 52 h 1057"/>
              <a:gd name="T34" fmla="*/ 781 w 1369"/>
              <a:gd name="T35" fmla="*/ 39 h 1057"/>
              <a:gd name="T36" fmla="*/ 746 w 1369"/>
              <a:gd name="T37" fmla="*/ 26 h 1057"/>
              <a:gd name="T38" fmla="*/ 682 w 1369"/>
              <a:gd name="T39" fmla="*/ 56 h 1057"/>
              <a:gd name="T40" fmla="*/ 67 w 1369"/>
              <a:gd name="T41" fmla="*/ 682 h 1057"/>
              <a:gd name="T42" fmla="*/ 963 w 1369"/>
              <a:gd name="T43" fmla="*/ 142 h 1057"/>
              <a:gd name="T44" fmla="*/ 906 w 1369"/>
              <a:gd name="T45" fmla="*/ 82 h 1057"/>
              <a:gd name="T46" fmla="*/ 247 w 1369"/>
              <a:gd name="T47" fmla="*/ 268 h 1057"/>
              <a:gd name="T48" fmla="*/ 1073 w 1369"/>
              <a:gd name="T49" fmla="*/ 766 h 1057"/>
              <a:gd name="T50" fmla="*/ 974 w 1369"/>
              <a:gd name="T51" fmla="*/ 824 h 1057"/>
              <a:gd name="T52" fmla="*/ 1048 w 1369"/>
              <a:gd name="T53" fmla="*/ 780 h 1057"/>
              <a:gd name="T54" fmla="*/ 834 w 1369"/>
              <a:gd name="T55" fmla="*/ 948 h 1057"/>
              <a:gd name="T56" fmla="*/ 882 w 1369"/>
              <a:gd name="T57" fmla="*/ 910 h 1057"/>
              <a:gd name="T58" fmla="*/ 1199 w 1369"/>
              <a:gd name="T59" fmla="*/ 723 h 1057"/>
              <a:gd name="T60" fmla="*/ 61 w 1369"/>
              <a:gd name="T61" fmla="*/ 327 h 1057"/>
              <a:gd name="T62" fmla="*/ 1353 w 1369"/>
              <a:gd name="T63" fmla="*/ 606 h 1057"/>
              <a:gd name="T64" fmla="*/ 1342 w 1369"/>
              <a:gd name="T65" fmla="*/ 518 h 1057"/>
              <a:gd name="T66" fmla="*/ 789 w 1369"/>
              <a:gd name="T67" fmla="*/ 977 h 1057"/>
              <a:gd name="T68" fmla="*/ 791 w 1369"/>
              <a:gd name="T69" fmla="*/ 972 h 1057"/>
              <a:gd name="T70" fmla="*/ 1249 w 1369"/>
              <a:gd name="T71" fmla="*/ 662 h 1057"/>
              <a:gd name="T72" fmla="*/ 1318 w 1369"/>
              <a:gd name="T73" fmla="*/ 616 h 1057"/>
              <a:gd name="T74" fmla="*/ 357 w 1369"/>
              <a:gd name="T75" fmla="*/ 821 h 1057"/>
              <a:gd name="T76" fmla="*/ 249 w 1369"/>
              <a:gd name="T77" fmla="*/ 759 h 1057"/>
              <a:gd name="T78" fmla="*/ 179 w 1369"/>
              <a:gd name="T79" fmla="*/ 721 h 1057"/>
              <a:gd name="T80" fmla="*/ 133 w 1369"/>
              <a:gd name="T81" fmla="*/ 704 h 1057"/>
              <a:gd name="T82" fmla="*/ 139 w 1369"/>
              <a:gd name="T83" fmla="*/ 731 h 1057"/>
              <a:gd name="T84" fmla="*/ 711 w 1369"/>
              <a:gd name="T85" fmla="*/ 1056 h 1057"/>
              <a:gd name="T86" fmla="*/ 606 w 1369"/>
              <a:gd name="T87" fmla="*/ 984 h 1057"/>
              <a:gd name="T88" fmla="*/ 614 w 1369"/>
              <a:gd name="T89" fmla="*/ 998 h 1057"/>
              <a:gd name="T90" fmla="*/ 555 w 1369"/>
              <a:gd name="T91" fmla="*/ 933 h 1057"/>
              <a:gd name="T92" fmla="*/ 676 w 1369"/>
              <a:gd name="T93" fmla="*/ 1024 h 1057"/>
              <a:gd name="T94" fmla="*/ 489 w 1369"/>
              <a:gd name="T95" fmla="*/ 898 h 1057"/>
              <a:gd name="T96" fmla="*/ 1274 w 1369"/>
              <a:gd name="T97" fmla="*/ 378 h 1057"/>
              <a:gd name="T98" fmla="*/ 749 w 1369"/>
              <a:gd name="T99" fmla="*/ 729 h 1057"/>
              <a:gd name="T100" fmla="*/ 146 w 1369"/>
              <a:gd name="T101" fmla="*/ 631 h 1057"/>
              <a:gd name="T102" fmla="*/ 600 w 1369"/>
              <a:gd name="T103" fmla="*/ 889 h 1057"/>
              <a:gd name="T104" fmla="*/ 780 w 1369"/>
              <a:gd name="T105" fmla="*/ 741 h 1057"/>
              <a:gd name="T106" fmla="*/ 486 w 1369"/>
              <a:gd name="T107" fmla="*/ 685 h 1057"/>
              <a:gd name="T108" fmla="*/ 587 w 1369"/>
              <a:gd name="T109" fmla="*/ 850 h 1057"/>
              <a:gd name="T110" fmla="*/ 560 w 1369"/>
              <a:gd name="T111" fmla="*/ 881 h 1057"/>
              <a:gd name="T112" fmla="*/ 232 w 1369"/>
              <a:gd name="T113" fmla="*/ 509 h 1057"/>
              <a:gd name="T114" fmla="*/ 233 w 1369"/>
              <a:gd name="T115" fmla="*/ 619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69" h="1057">
                <a:moveTo>
                  <a:pt x="234" y="304"/>
                </a:moveTo>
                <a:cubicBezTo>
                  <a:pt x="234" y="304"/>
                  <a:pt x="234" y="304"/>
                  <a:pt x="234" y="304"/>
                </a:cubicBezTo>
                <a:cubicBezTo>
                  <a:pt x="190" y="329"/>
                  <a:pt x="190" y="329"/>
                  <a:pt x="190" y="329"/>
                </a:cubicBezTo>
                <a:cubicBezTo>
                  <a:pt x="178" y="305"/>
                  <a:pt x="178" y="305"/>
                  <a:pt x="178" y="305"/>
                </a:cubicBezTo>
                <a:cubicBezTo>
                  <a:pt x="222" y="280"/>
                  <a:pt x="222" y="280"/>
                  <a:pt x="222" y="280"/>
                </a:cubicBezTo>
                <a:cubicBezTo>
                  <a:pt x="234" y="304"/>
                  <a:pt x="234" y="304"/>
                  <a:pt x="234" y="304"/>
                </a:cubicBezTo>
                <a:close/>
                <a:moveTo>
                  <a:pt x="581" y="113"/>
                </a:moveTo>
                <a:cubicBezTo>
                  <a:pt x="569" y="91"/>
                  <a:pt x="569" y="91"/>
                  <a:pt x="569" y="91"/>
                </a:cubicBezTo>
                <a:cubicBezTo>
                  <a:pt x="524" y="115"/>
                  <a:pt x="524" y="115"/>
                  <a:pt x="524" y="115"/>
                </a:cubicBezTo>
                <a:cubicBezTo>
                  <a:pt x="537" y="138"/>
                  <a:pt x="537" y="138"/>
                  <a:pt x="537" y="138"/>
                </a:cubicBezTo>
                <a:cubicBezTo>
                  <a:pt x="581" y="113"/>
                  <a:pt x="581" y="113"/>
                  <a:pt x="581" y="113"/>
                </a:cubicBezTo>
                <a:cubicBezTo>
                  <a:pt x="581" y="113"/>
                  <a:pt x="581" y="113"/>
                  <a:pt x="581" y="113"/>
                </a:cubicBezTo>
                <a:close/>
                <a:moveTo>
                  <a:pt x="373" y="228"/>
                </a:moveTo>
                <a:cubicBezTo>
                  <a:pt x="360" y="205"/>
                  <a:pt x="360" y="205"/>
                  <a:pt x="360" y="205"/>
                </a:cubicBezTo>
                <a:cubicBezTo>
                  <a:pt x="316" y="230"/>
                  <a:pt x="316" y="230"/>
                  <a:pt x="316" y="230"/>
                </a:cubicBezTo>
                <a:cubicBezTo>
                  <a:pt x="329" y="252"/>
                  <a:pt x="329" y="252"/>
                  <a:pt x="329" y="252"/>
                </a:cubicBezTo>
                <a:cubicBezTo>
                  <a:pt x="373" y="228"/>
                  <a:pt x="373" y="228"/>
                  <a:pt x="373" y="228"/>
                </a:cubicBezTo>
                <a:cubicBezTo>
                  <a:pt x="373" y="228"/>
                  <a:pt x="373" y="228"/>
                  <a:pt x="373" y="228"/>
                </a:cubicBezTo>
                <a:close/>
                <a:moveTo>
                  <a:pt x="443" y="190"/>
                </a:moveTo>
                <a:cubicBezTo>
                  <a:pt x="430" y="167"/>
                  <a:pt x="430" y="167"/>
                  <a:pt x="430" y="167"/>
                </a:cubicBezTo>
                <a:cubicBezTo>
                  <a:pt x="385" y="190"/>
                  <a:pt x="385" y="190"/>
                  <a:pt x="385" y="190"/>
                </a:cubicBezTo>
                <a:cubicBezTo>
                  <a:pt x="398" y="214"/>
                  <a:pt x="398" y="214"/>
                  <a:pt x="398" y="214"/>
                </a:cubicBezTo>
                <a:cubicBezTo>
                  <a:pt x="443" y="190"/>
                  <a:pt x="443" y="190"/>
                  <a:pt x="443" y="190"/>
                </a:cubicBezTo>
                <a:cubicBezTo>
                  <a:pt x="443" y="190"/>
                  <a:pt x="443" y="190"/>
                  <a:pt x="443" y="190"/>
                </a:cubicBezTo>
                <a:close/>
                <a:moveTo>
                  <a:pt x="513" y="151"/>
                </a:moveTo>
                <a:cubicBezTo>
                  <a:pt x="501" y="129"/>
                  <a:pt x="501" y="129"/>
                  <a:pt x="501" y="129"/>
                </a:cubicBezTo>
                <a:cubicBezTo>
                  <a:pt x="455" y="153"/>
                  <a:pt x="455" y="153"/>
                  <a:pt x="455" y="153"/>
                </a:cubicBezTo>
                <a:cubicBezTo>
                  <a:pt x="468" y="176"/>
                  <a:pt x="468" y="176"/>
                  <a:pt x="468" y="176"/>
                </a:cubicBezTo>
                <a:cubicBezTo>
                  <a:pt x="513" y="151"/>
                  <a:pt x="513" y="151"/>
                  <a:pt x="513" y="151"/>
                </a:cubicBezTo>
                <a:cubicBezTo>
                  <a:pt x="513" y="151"/>
                  <a:pt x="513" y="151"/>
                  <a:pt x="513" y="151"/>
                </a:cubicBezTo>
                <a:close/>
                <a:moveTo>
                  <a:pt x="32" y="631"/>
                </a:moveTo>
                <a:cubicBezTo>
                  <a:pt x="30" y="620"/>
                  <a:pt x="30" y="607"/>
                  <a:pt x="29" y="592"/>
                </a:cubicBezTo>
                <a:cubicBezTo>
                  <a:pt x="28" y="587"/>
                  <a:pt x="28" y="587"/>
                  <a:pt x="28" y="587"/>
                </a:cubicBezTo>
                <a:cubicBezTo>
                  <a:pt x="1" y="589"/>
                  <a:pt x="1" y="589"/>
                  <a:pt x="1" y="589"/>
                </a:cubicBezTo>
                <a:cubicBezTo>
                  <a:pt x="1" y="595"/>
                  <a:pt x="1" y="595"/>
                  <a:pt x="1" y="595"/>
                </a:cubicBezTo>
                <a:cubicBezTo>
                  <a:pt x="3" y="608"/>
                  <a:pt x="3" y="622"/>
                  <a:pt x="5" y="634"/>
                </a:cubicBezTo>
                <a:cubicBezTo>
                  <a:pt x="6" y="639"/>
                  <a:pt x="6" y="639"/>
                  <a:pt x="6" y="639"/>
                </a:cubicBezTo>
                <a:cubicBezTo>
                  <a:pt x="33" y="636"/>
                  <a:pt x="33" y="636"/>
                  <a:pt x="33" y="636"/>
                </a:cubicBezTo>
                <a:cubicBezTo>
                  <a:pt x="32" y="631"/>
                  <a:pt x="32" y="631"/>
                  <a:pt x="32" y="631"/>
                </a:cubicBezTo>
                <a:cubicBezTo>
                  <a:pt x="32" y="631"/>
                  <a:pt x="32" y="631"/>
                  <a:pt x="32" y="631"/>
                </a:cubicBezTo>
                <a:close/>
                <a:moveTo>
                  <a:pt x="143" y="346"/>
                </a:moveTo>
                <a:cubicBezTo>
                  <a:pt x="148" y="346"/>
                  <a:pt x="152" y="346"/>
                  <a:pt x="157" y="344"/>
                </a:cubicBezTo>
                <a:cubicBezTo>
                  <a:pt x="162" y="343"/>
                  <a:pt x="162" y="343"/>
                  <a:pt x="162" y="343"/>
                </a:cubicBezTo>
                <a:cubicBezTo>
                  <a:pt x="154" y="318"/>
                  <a:pt x="154" y="318"/>
                  <a:pt x="154" y="318"/>
                </a:cubicBezTo>
                <a:cubicBezTo>
                  <a:pt x="149" y="320"/>
                  <a:pt x="149" y="320"/>
                  <a:pt x="149" y="320"/>
                </a:cubicBezTo>
                <a:cubicBezTo>
                  <a:pt x="143" y="322"/>
                  <a:pt x="133" y="320"/>
                  <a:pt x="118" y="316"/>
                </a:cubicBezTo>
                <a:cubicBezTo>
                  <a:pt x="113" y="315"/>
                  <a:pt x="113" y="315"/>
                  <a:pt x="113" y="315"/>
                </a:cubicBezTo>
                <a:cubicBezTo>
                  <a:pt x="105" y="338"/>
                  <a:pt x="105" y="338"/>
                  <a:pt x="105" y="338"/>
                </a:cubicBezTo>
                <a:cubicBezTo>
                  <a:pt x="110" y="341"/>
                  <a:pt x="110" y="341"/>
                  <a:pt x="110" y="341"/>
                </a:cubicBezTo>
                <a:cubicBezTo>
                  <a:pt x="124" y="344"/>
                  <a:pt x="134" y="346"/>
                  <a:pt x="143" y="346"/>
                </a:cubicBezTo>
                <a:close/>
                <a:moveTo>
                  <a:pt x="26" y="554"/>
                </a:moveTo>
                <a:cubicBezTo>
                  <a:pt x="26" y="543"/>
                  <a:pt x="26" y="534"/>
                  <a:pt x="26" y="525"/>
                </a:cubicBezTo>
                <a:cubicBezTo>
                  <a:pt x="26" y="521"/>
                  <a:pt x="26" y="518"/>
                  <a:pt x="26" y="514"/>
                </a:cubicBezTo>
                <a:cubicBezTo>
                  <a:pt x="26" y="509"/>
                  <a:pt x="26" y="509"/>
                  <a:pt x="26" y="509"/>
                </a:cubicBezTo>
                <a:cubicBezTo>
                  <a:pt x="0" y="509"/>
                  <a:pt x="0" y="509"/>
                  <a:pt x="0" y="509"/>
                </a:cubicBezTo>
                <a:cubicBezTo>
                  <a:pt x="0" y="514"/>
                  <a:pt x="0" y="514"/>
                  <a:pt x="0" y="514"/>
                </a:cubicBezTo>
                <a:cubicBezTo>
                  <a:pt x="0" y="517"/>
                  <a:pt x="0" y="521"/>
                  <a:pt x="0" y="525"/>
                </a:cubicBezTo>
                <a:cubicBezTo>
                  <a:pt x="0" y="534"/>
                  <a:pt x="0" y="544"/>
                  <a:pt x="0" y="554"/>
                </a:cubicBezTo>
                <a:cubicBezTo>
                  <a:pt x="0" y="560"/>
                  <a:pt x="0" y="560"/>
                  <a:pt x="0" y="560"/>
                </a:cubicBezTo>
                <a:cubicBezTo>
                  <a:pt x="26" y="559"/>
                  <a:pt x="26" y="559"/>
                  <a:pt x="26" y="559"/>
                </a:cubicBezTo>
                <a:cubicBezTo>
                  <a:pt x="26" y="554"/>
                  <a:pt x="26" y="554"/>
                  <a:pt x="26" y="554"/>
                </a:cubicBezTo>
                <a:cubicBezTo>
                  <a:pt x="26" y="554"/>
                  <a:pt x="26" y="554"/>
                  <a:pt x="26" y="554"/>
                </a:cubicBezTo>
                <a:close/>
                <a:moveTo>
                  <a:pt x="652" y="75"/>
                </a:moveTo>
                <a:cubicBezTo>
                  <a:pt x="639" y="54"/>
                  <a:pt x="639" y="54"/>
                  <a:pt x="639" y="54"/>
                </a:cubicBezTo>
                <a:cubicBezTo>
                  <a:pt x="594" y="77"/>
                  <a:pt x="594" y="77"/>
                  <a:pt x="594" y="77"/>
                </a:cubicBezTo>
                <a:cubicBezTo>
                  <a:pt x="606" y="101"/>
                  <a:pt x="606" y="101"/>
                  <a:pt x="606" y="101"/>
                </a:cubicBezTo>
                <a:cubicBezTo>
                  <a:pt x="652" y="75"/>
                  <a:pt x="652" y="75"/>
                  <a:pt x="652" y="75"/>
                </a:cubicBezTo>
                <a:cubicBezTo>
                  <a:pt x="652" y="75"/>
                  <a:pt x="652" y="75"/>
                  <a:pt x="652" y="75"/>
                </a:cubicBezTo>
                <a:close/>
                <a:moveTo>
                  <a:pt x="28" y="478"/>
                </a:moveTo>
                <a:cubicBezTo>
                  <a:pt x="29" y="476"/>
                  <a:pt x="29" y="475"/>
                  <a:pt x="29" y="475"/>
                </a:cubicBezTo>
                <a:cubicBezTo>
                  <a:pt x="34" y="468"/>
                  <a:pt x="36" y="458"/>
                  <a:pt x="36" y="446"/>
                </a:cubicBezTo>
                <a:cubicBezTo>
                  <a:pt x="36" y="443"/>
                  <a:pt x="36" y="439"/>
                  <a:pt x="36" y="435"/>
                </a:cubicBezTo>
                <a:cubicBezTo>
                  <a:pt x="35" y="430"/>
                  <a:pt x="35" y="430"/>
                  <a:pt x="35" y="430"/>
                </a:cubicBezTo>
                <a:cubicBezTo>
                  <a:pt x="9" y="431"/>
                  <a:pt x="9" y="431"/>
                  <a:pt x="9" y="431"/>
                </a:cubicBezTo>
                <a:cubicBezTo>
                  <a:pt x="9" y="437"/>
                  <a:pt x="9" y="437"/>
                  <a:pt x="9" y="437"/>
                </a:cubicBezTo>
                <a:cubicBezTo>
                  <a:pt x="9" y="440"/>
                  <a:pt x="9" y="443"/>
                  <a:pt x="9" y="446"/>
                </a:cubicBezTo>
                <a:cubicBezTo>
                  <a:pt x="9" y="456"/>
                  <a:pt x="8" y="460"/>
                  <a:pt x="7" y="461"/>
                </a:cubicBezTo>
                <a:cubicBezTo>
                  <a:pt x="5" y="464"/>
                  <a:pt x="3" y="467"/>
                  <a:pt x="2" y="472"/>
                </a:cubicBezTo>
                <a:cubicBezTo>
                  <a:pt x="1" y="477"/>
                  <a:pt x="1" y="477"/>
                  <a:pt x="1" y="477"/>
                </a:cubicBezTo>
                <a:cubicBezTo>
                  <a:pt x="27" y="484"/>
                  <a:pt x="27" y="484"/>
                  <a:pt x="27" y="484"/>
                </a:cubicBezTo>
                <a:cubicBezTo>
                  <a:pt x="28" y="478"/>
                  <a:pt x="28" y="478"/>
                  <a:pt x="28" y="478"/>
                </a:cubicBezTo>
                <a:cubicBezTo>
                  <a:pt x="28" y="478"/>
                  <a:pt x="28" y="478"/>
                  <a:pt x="28" y="478"/>
                </a:cubicBezTo>
                <a:close/>
                <a:moveTo>
                  <a:pt x="5" y="404"/>
                </a:moveTo>
                <a:cubicBezTo>
                  <a:pt x="31" y="400"/>
                  <a:pt x="31" y="400"/>
                  <a:pt x="31" y="400"/>
                </a:cubicBezTo>
                <a:cubicBezTo>
                  <a:pt x="30" y="395"/>
                  <a:pt x="30" y="395"/>
                  <a:pt x="30" y="395"/>
                </a:cubicBezTo>
                <a:cubicBezTo>
                  <a:pt x="29" y="391"/>
                  <a:pt x="28" y="384"/>
                  <a:pt x="28" y="382"/>
                </a:cubicBezTo>
                <a:cubicBezTo>
                  <a:pt x="28" y="380"/>
                  <a:pt x="29" y="374"/>
                  <a:pt x="34" y="363"/>
                </a:cubicBezTo>
                <a:cubicBezTo>
                  <a:pt x="36" y="358"/>
                  <a:pt x="36" y="358"/>
                  <a:pt x="36" y="358"/>
                </a:cubicBezTo>
                <a:cubicBezTo>
                  <a:pt x="11" y="348"/>
                  <a:pt x="11" y="348"/>
                  <a:pt x="11" y="348"/>
                </a:cubicBezTo>
                <a:cubicBezTo>
                  <a:pt x="9" y="353"/>
                  <a:pt x="9" y="353"/>
                  <a:pt x="9" y="353"/>
                </a:cubicBezTo>
                <a:cubicBezTo>
                  <a:pt x="6" y="361"/>
                  <a:pt x="1" y="373"/>
                  <a:pt x="1" y="382"/>
                </a:cubicBezTo>
                <a:cubicBezTo>
                  <a:pt x="1" y="386"/>
                  <a:pt x="2" y="391"/>
                  <a:pt x="3" y="399"/>
                </a:cubicBezTo>
                <a:cubicBezTo>
                  <a:pt x="5" y="404"/>
                  <a:pt x="5" y="404"/>
                  <a:pt x="5" y="404"/>
                </a:cubicBezTo>
                <a:cubicBezTo>
                  <a:pt x="5" y="404"/>
                  <a:pt x="5" y="404"/>
                  <a:pt x="5" y="404"/>
                </a:cubicBezTo>
                <a:close/>
                <a:moveTo>
                  <a:pt x="1067" y="199"/>
                </a:moveTo>
                <a:cubicBezTo>
                  <a:pt x="1072" y="201"/>
                  <a:pt x="1072" y="201"/>
                  <a:pt x="1072" y="201"/>
                </a:cubicBezTo>
                <a:cubicBezTo>
                  <a:pt x="1085" y="179"/>
                  <a:pt x="1085" y="179"/>
                  <a:pt x="1085" y="179"/>
                </a:cubicBezTo>
                <a:cubicBezTo>
                  <a:pt x="1080" y="176"/>
                  <a:pt x="1080" y="176"/>
                  <a:pt x="1080" y="176"/>
                </a:cubicBezTo>
                <a:cubicBezTo>
                  <a:pt x="1068" y="170"/>
                  <a:pt x="1057" y="163"/>
                  <a:pt x="1045" y="157"/>
                </a:cubicBezTo>
                <a:cubicBezTo>
                  <a:pt x="1040" y="154"/>
                  <a:pt x="1040" y="154"/>
                  <a:pt x="1040" y="154"/>
                </a:cubicBezTo>
                <a:cubicBezTo>
                  <a:pt x="1027" y="177"/>
                  <a:pt x="1027" y="177"/>
                  <a:pt x="1027" y="177"/>
                </a:cubicBezTo>
                <a:cubicBezTo>
                  <a:pt x="1032" y="180"/>
                  <a:pt x="1032" y="180"/>
                  <a:pt x="1032" y="180"/>
                </a:cubicBezTo>
                <a:cubicBezTo>
                  <a:pt x="1045" y="187"/>
                  <a:pt x="1057" y="193"/>
                  <a:pt x="1067" y="199"/>
                </a:cubicBezTo>
                <a:close/>
                <a:moveTo>
                  <a:pt x="1270" y="323"/>
                </a:moveTo>
                <a:cubicBezTo>
                  <a:pt x="1275" y="326"/>
                  <a:pt x="1275" y="326"/>
                  <a:pt x="1275" y="326"/>
                </a:cubicBezTo>
                <a:cubicBezTo>
                  <a:pt x="1290" y="304"/>
                  <a:pt x="1290" y="304"/>
                  <a:pt x="1290" y="304"/>
                </a:cubicBezTo>
                <a:cubicBezTo>
                  <a:pt x="1286" y="301"/>
                  <a:pt x="1286" y="301"/>
                  <a:pt x="1286" y="301"/>
                </a:cubicBezTo>
                <a:cubicBezTo>
                  <a:pt x="1276" y="294"/>
                  <a:pt x="1264" y="287"/>
                  <a:pt x="1251" y="278"/>
                </a:cubicBezTo>
                <a:cubicBezTo>
                  <a:pt x="1246" y="275"/>
                  <a:pt x="1246" y="275"/>
                  <a:pt x="1246" y="275"/>
                </a:cubicBezTo>
                <a:cubicBezTo>
                  <a:pt x="1232" y="297"/>
                  <a:pt x="1232" y="297"/>
                  <a:pt x="1232" y="297"/>
                </a:cubicBezTo>
                <a:cubicBezTo>
                  <a:pt x="1237" y="300"/>
                  <a:pt x="1237" y="300"/>
                  <a:pt x="1237" y="300"/>
                </a:cubicBezTo>
                <a:cubicBezTo>
                  <a:pt x="1249" y="308"/>
                  <a:pt x="1261" y="316"/>
                  <a:pt x="1270" y="323"/>
                </a:cubicBezTo>
                <a:close/>
                <a:moveTo>
                  <a:pt x="1204" y="279"/>
                </a:moveTo>
                <a:cubicBezTo>
                  <a:pt x="1209" y="282"/>
                  <a:pt x="1209" y="282"/>
                  <a:pt x="1209" y="282"/>
                </a:cubicBezTo>
                <a:cubicBezTo>
                  <a:pt x="1223" y="259"/>
                  <a:pt x="1223" y="259"/>
                  <a:pt x="1223" y="259"/>
                </a:cubicBezTo>
                <a:cubicBezTo>
                  <a:pt x="1217" y="257"/>
                  <a:pt x="1217" y="257"/>
                  <a:pt x="1217" y="257"/>
                </a:cubicBezTo>
                <a:cubicBezTo>
                  <a:pt x="1207" y="250"/>
                  <a:pt x="1196" y="243"/>
                  <a:pt x="1184" y="236"/>
                </a:cubicBezTo>
                <a:cubicBezTo>
                  <a:pt x="1179" y="233"/>
                  <a:pt x="1179" y="233"/>
                  <a:pt x="1179" y="233"/>
                </a:cubicBezTo>
                <a:cubicBezTo>
                  <a:pt x="1166" y="256"/>
                  <a:pt x="1166" y="256"/>
                  <a:pt x="1166" y="256"/>
                </a:cubicBezTo>
                <a:cubicBezTo>
                  <a:pt x="1170" y="259"/>
                  <a:pt x="1170" y="259"/>
                  <a:pt x="1170" y="259"/>
                </a:cubicBezTo>
                <a:cubicBezTo>
                  <a:pt x="1183" y="265"/>
                  <a:pt x="1194" y="272"/>
                  <a:pt x="1204" y="279"/>
                </a:cubicBezTo>
                <a:close/>
                <a:moveTo>
                  <a:pt x="1337" y="403"/>
                </a:moveTo>
                <a:cubicBezTo>
                  <a:pt x="1340" y="414"/>
                  <a:pt x="1341" y="427"/>
                  <a:pt x="1343" y="441"/>
                </a:cubicBezTo>
                <a:cubicBezTo>
                  <a:pt x="1343" y="447"/>
                  <a:pt x="1343" y="447"/>
                  <a:pt x="1343" y="447"/>
                </a:cubicBezTo>
                <a:cubicBezTo>
                  <a:pt x="1369" y="445"/>
                  <a:pt x="1369" y="445"/>
                  <a:pt x="1369" y="445"/>
                </a:cubicBezTo>
                <a:cubicBezTo>
                  <a:pt x="1369" y="439"/>
                  <a:pt x="1369" y="439"/>
                  <a:pt x="1369" y="439"/>
                </a:cubicBezTo>
                <a:cubicBezTo>
                  <a:pt x="1367" y="424"/>
                  <a:pt x="1365" y="410"/>
                  <a:pt x="1363" y="397"/>
                </a:cubicBezTo>
                <a:cubicBezTo>
                  <a:pt x="1362" y="392"/>
                  <a:pt x="1362" y="392"/>
                  <a:pt x="1362" y="392"/>
                </a:cubicBezTo>
                <a:cubicBezTo>
                  <a:pt x="1336" y="397"/>
                  <a:pt x="1336" y="397"/>
                  <a:pt x="1336" y="397"/>
                </a:cubicBezTo>
                <a:cubicBezTo>
                  <a:pt x="1337" y="403"/>
                  <a:pt x="1337" y="403"/>
                  <a:pt x="1337" y="403"/>
                </a:cubicBezTo>
                <a:cubicBezTo>
                  <a:pt x="1337" y="403"/>
                  <a:pt x="1337" y="403"/>
                  <a:pt x="1337" y="403"/>
                </a:cubicBezTo>
                <a:close/>
                <a:moveTo>
                  <a:pt x="1325" y="369"/>
                </a:moveTo>
                <a:cubicBezTo>
                  <a:pt x="1328" y="373"/>
                  <a:pt x="1328" y="373"/>
                  <a:pt x="1328" y="373"/>
                </a:cubicBezTo>
                <a:cubicBezTo>
                  <a:pt x="1352" y="362"/>
                  <a:pt x="1352" y="362"/>
                  <a:pt x="1352" y="362"/>
                </a:cubicBezTo>
                <a:cubicBezTo>
                  <a:pt x="1349" y="356"/>
                  <a:pt x="1349" y="356"/>
                  <a:pt x="1349" y="356"/>
                </a:cubicBezTo>
                <a:cubicBezTo>
                  <a:pt x="1344" y="348"/>
                  <a:pt x="1334" y="338"/>
                  <a:pt x="1318" y="325"/>
                </a:cubicBezTo>
                <a:cubicBezTo>
                  <a:pt x="1313" y="321"/>
                  <a:pt x="1313" y="321"/>
                  <a:pt x="1313" y="321"/>
                </a:cubicBezTo>
                <a:cubicBezTo>
                  <a:pt x="1296" y="342"/>
                  <a:pt x="1296" y="342"/>
                  <a:pt x="1296" y="342"/>
                </a:cubicBezTo>
                <a:cubicBezTo>
                  <a:pt x="1301" y="345"/>
                  <a:pt x="1301" y="345"/>
                  <a:pt x="1301" y="345"/>
                </a:cubicBezTo>
                <a:cubicBezTo>
                  <a:pt x="1319" y="359"/>
                  <a:pt x="1324" y="367"/>
                  <a:pt x="1325" y="369"/>
                </a:cubicBezTo>
                <a:close/>
                <a:moveTo>
                  <a:pt x="1136" y="238"/>
                </a:moveTo>
                <a:cubicBezTo>
                  <a:pt x="1141" y="241"/>
                  <a:pt x="1141" y="241"/>
                  <a:pt x="1141" y="241"/>
                </a:cubicBezTo>
                <a:cubicBezTo>
                  <a:pt x="1155" y="219"/>
                  <a:pt x="1155" y="219"/>
                  <a:pt x="1155" y="219"/>
                </a:cubicBezTo>
                <a:cubicBezTo>
                  <a:pt x="1150" y="216"/>
                  <a:pt x="1150" y="216"/>
                  <a:pt x="1150" y="216"/>
                </a:cubicBezTo>
                <a:cubicBezTo>
                  <a:pt x="1138" y="210"/>
                  <a:pt x="1127" y="203"/>
                  <a:pt x="1115" y="196"/>
                </a:cubicBezTo>
                <a:cubicBezTo>
                  <a:pt x="1109" y="194"/>
                  <a:pt x="1109" y="194"/>
                  <a:pt x="1109" y="194"/>
                </a:cubicBezTo>
                <a:cubicBezTo>
                  <a:pt x="1096" y="216"/>
                  <a:pt x="1096" y="216"/>
                  <a:pt x="1096" y="216"/>
                </a:cubicBezTo>
                <a:cubicBezTo>
                  <a:pt x="1101" y="219"/>
                  <a:pt x="1101" y="219"/>
                  <a:pt x="1101" y="219"/>
                </a:cubicBezTo>
                <a:cubicBezTo>
                  <a:pt x="1113" y="225"/>
                  <a:pt x="1125" y="232"/>
                  <a:pt x="1136" y="238"/>
                </a:cubicBezTo>
                <a:close/>
                <a:moveTo>
                  <a:pt x="844" y="74"/>
                </a:moveTo>
                <a:cubicBezTo>
                  <a:pt x="849" y="77"/>
                  <a:pt x="849" y="77"/>
                  <a:pt x="849" y="77"/>
                </a:cubicBezTo>
                <a:cubicBezTo>
                  <a:pt x="863" y="55"/>
                  <a:pt x="863" y="55"/>
                  <a:pt x="863" y="55"/>
                </a:cubicBezTo>
                <a:cubicBezTo>
                  <a:pt x="859" y="52"/>
                  <a:pt x="859" y="52"/>
                  <a:pt x="859" y="52"/>
                </a:cubicBezTo>
                <a:cubicBezTo>
                  <a:pt x="846" y="44"/>
                  <a:pt x="834" y="37"/>
                  <a:pt x="823" y="31"/>
                </a:cubicBezTo>
                <a:cubicBezTo>
                  <a:pt x="819" y="28"/>
                  <a:pt x="819" y="28"/>
                  <a:pt x="819" y="28"/>
                </a:cubicBezTo>
                <a:cubicBezTo>
                  <a:pt x="805" y="51"/>
                  <a:pt x="805" y="51"/>
                  <a:pt x="805" y="51"/>
                </a:cubicBezTo>
                <a:cubicBezTo>
                  <a:pt x="810" y="54"/>
                  <a:pt x="810" y="54"/>
                  <a:pt x="810" y="54"/>
                </a:cubicBezTo>
                <a:cubicBezTo>
                  <a:pt x="821" y="59"/>
                  <a:pt x="832" y="66"/>
                  <a:pt x="844" y="74"/>
                </a:cubicBezTo>
                <a:close/>
                <a:moveTo>
                  <a:pt x="746" y="26"/>
                </a:moveTo>
                <a:cubicBezTo>
                  <a:pt x="747" y="26"/>
                  <a:pt x="748" y="26"/>
                  <a:pt x="750" y="26"/>
                </a:cubicBezTo>
                <a:cubicBezTo>
                  <a:pt x="753" y="27"/>
                  <a:pt x="761" y="29"/>
                  <a:pt x="776" y="36"/>
                </a:cubicBezTo>
                <a:cubicBezTo>
                  <a:pt x="781" y="39"/>
                  <a:pt x="781" y="39"/>
                  <a:pt x="781" y="39"/>
                </a:cubicBezTo>
                <a:cubicBezTo>
                  <a:pt x="792" y="15"/>
                  <a:pt x="792" y="15"/>
                  <a:pt x="792" y="15"/>
                </a:cubicBezTo>
                <a:cubicBezTo>
                  <a:pt x="787" y="13"/>
                  <a:pt x="787" y="13"/>
                  <a:pt x="787" y="13"/>
                </a:cubicBezTo>
                <a:cubicBezTo>
                  <a:pt x="772" y="5"/>
                  <a:pt x="761" y="1"/>
                  <a:pt x="753" y="0"/>
                </a:cubicBezTo>
                <a:cubicBezTo>
                  <a:pt x="750" y="0"/>
                  <a:pt x="748" y="0"/>
                  <a:pt x="746" y="0"/>
                </a:cubicBezTo>
                <a:cubicBezTo>
                  <a:pt x="746" y="0"/>
                  <a:pt x="746" y="0"/>
                  <a:pt x="746" y="0"/>
                </a:cubicBezTo>
                <a:cubicBezTo>
                  <a:pt x="739" y="0"/>
                  <a:pt x="739" y="0"/>
                  <a:pt x="739" y="0"/>
                </a:cubicBezTo>
                <a:cubicBezTo>
                  <a:pt x="739" y="26"/>
                  <a:pt x="739" y="26"/>
                  <a:pt x="739" y="26"/>
                </a:cubicBezTo>
                <a:cubicBezTo>
                  <a:pt x="746" y="26"/>
                  <a:pt x="746" y="26"/>
                  <a:pt x="746" y="26"/>
                </a:cubicBezTo>
                <a:cubicBezTo>
                  <a:pt x="746" y="26"/>
                  <a:pt x="746" y="26"/>
                  <a:pt x="746" y="26"/>
                </a:cubicBezTo>
                <a:close/>
                <a:moveTo>
                  <a:pt x="682" y="56"/>
                </a:moveTo>
                <a:cubicBezTo>
                  <a:pt x="689" y="51"/>
                  <a:pt x="700" y="43"/>
                  <a:pt x="713" y="37"/>
                </a:cubicBezTo>
                <a:cubicBezTo>
                  <a:pt x="718" y="34"/>
                  <a:pt x="718" y="34"/>
                  <a:pt x="718" y="34"/>
                </a:cubicBezTo>
                <a:cubicBezTo>
                  <a:pt x="706" y="11"/>
                  <a:pt x="706" y="11"/>
                  <a:pt x="706" y="11"/>
                </a:cubicBezTo>
                <a:cubicBezTo>
                  <a:pt x="701" y="13"/>
                  <a:pt x="701" y="13"/>
                  <a:pt x="701" y="13"/>
                </a:cubicBezTo>
                <a:cubicBezTo>
                  <a:pt x="687" y="20"/>
                  <a:pt x="674" y="29"/>
                  <a:pt x="666" y="35"/>
                </a:cubicBezTo>
                <a:cubicBezTo>
                  <a:pt x="661" y="39"/>
                  <a:pt x="661" y="39"/>
                  <a:pt x="661" y="39"/>
                </a:cubicBezTo>
                <a:cubicBezTo>
                  <a:pt x="677" y="60"/>
                  <a:pt x="677" y="60"/>
                  <a:pt x="677" y="60"/>
                </a:cubicBezTo>
                <a:cubicBezTo>
                  <a:pt x="682" y="56"/>
                  <a:pt x="682" y="56"/>
                  <a:pt x="682" y="56"/>
                </a:cubicBezTo>
                <a:cubicBezTo>
                  <a:pt x="682" y="56"/>
                  <a:pt x="682" y="56"/>
                  <a:pt x="682" y="56"/>
                </a:cubicBezTo>
                <a:close/>
                <a:moveTo>
                  <a:pt x="38" y="662"/>
                </a:moveTo>
                <a:cubicBezTo>
                  <a:pt x="35" y="658"/>
                  <a:pt x="35" y="658"/>
                  <a:pt x="35" y="658"/>
                </a:cubicBezTo>
                <a:cubicBezTo>
                  <a:pt x="15" y="675"/>
                  <a:pt x="15" y="675"/>
                  <a:pt x="15" y="675"/>
                </a:cubicBezTo>
                <a:cubicBezTo>
                  <a:pt x="19" y="680"/>
                  <a:pt x="19" y="680"/>
                  <a:pt x="19" y="680"/>
                </a:cubicBezTo>
                <a:cubicBezTo>
                  <a:pt x="29" y="690"/>
                  <a:pt x="44" y="699"/>
                  <a:pt x="55" y="705"/>
                </a:cubicBezTo>
                <a:cubicBezTo>
                  <a:pt x="59" y="707"/>
                  <a:pt x="59" y="707"/>
                  <a:pt x="59" y="707"/>
                </a:cubicBezTo>
                <a:cubicBezTo>
                  <a:pt x="72" y="685"/>
                  <a:pt x="72" y="685"/>
                  <a:pt x="72" y="685"/>
                </a:cubicBezTo>
                <a:cubicBezTo>
                  <a:pt x="67" y="682"/>
                  <a:pt x="67" y="682"/>
                  <a:pt x="67" y="682"/>
                </a:cubicBezTo>
                <a:cubicBezTo>
                  <a:pt x="54" y="675"/>
                  <a:pt x="44" y="669"/>
                  <a:pt x="38" y="662"/>
                </a:cubicBezTo>
                <a:close/>
                <a:moveTo>
                  <a:pt x="997" y="161"/>
                </a:moveTo>
                <a:cubicBezTo>
                  <a:pt x="1002" y="163"/>
                  <a:pt x="1002" y="163"/>
                  <a:pt x="1002" y="163"/>
                </a:cubicBezTo>
                <a:cubicBezTo>
                  <a:pt x="1014" y="141"/>
                  <a:pt x="1014" y="141"/>
                  <a:pt x="1014" y="141"/>
                </a:cubicBezTo>
                <a:cubicBezTo>
                  <a:pt x="1010" y="138"/>
                  <a:pt x="1010" y="138"/>
                  <a:pt x="1010" y="138"/>
                </a:cubicBezTo>
                <a:cubicBezTo>
                  <a:pt x="997" y="131"/>
                  <a:pt x="986" y="125"/>
                  <a:pt x="975" y="119"/>
                </a:cubicBezTo>
                <a:cubicBezTo>
                  <a:pt x="970" y="116"/>
                  <a:pt x="970" y="116"/>
                  <a:pt x="970" y="116"/>
                </a:cubicBezTo>
                <a:cubicBezTo>
                  <a:pt x="958" y="139"/>
                  <a:pt x="958" y="139"/>
                  <a:pt x="958" y="139"/>
                </a:cubicBezTo>
                <a:cubicBezTo>
                  <a:pt x="963" y="142"/>
                  <a:pt x="963" y="142"/>
                  <a:pt x="963" y="142"/>
                </a:cubicBezTo>
                <a:cubicBezTo>
                  <a:pt x="973" y="148"/>
                  <a:pt x="985" y="154"/>
                  <a:pt x="997" y="161"/>
                </a:cubicBezTo>
                <a:close/>
                <a:moveTo>
                  <a:pt x="888" y="102"/>
                </a:moveTo>
                <a:cubicBezTo>
                  <a:pt x="891" y="103"/>
                  <a:pt x="892" y="104"/>
                  <a:pt x="892" y="104"/>
                </a:cubicBezTo>
                <a:cubicBezTo>
                  <a:pt x="893" y="105"/>
                  <a:pt x="893" y="105"/>
                  <a:pt x="893" y="105"/>
                </a:cubicBezTo>
                <a:cubicBezTo>
                  <a:pt x="894" y="106"/>
                  <a:pt x="907" y="112"/>
                  <a:pt x="928" y="124"/>
                </a:cubicBezTo>
                <a:cubicBezTo>
                  <a:pt x="932" y="126"/>
                  <a:pt x="932" y="126"/>
                  <a:pt x="932" y="126"/>
                </a:cubicBezTo>
                <a:cubicBezTo>
                  <a:pt x="945" y="103"/>
                  <a:pt x="945" y="103"/>
                  <a:pt x="945" y="103"/>
                </a:cubicBezTo>
                <a:cubicBezTo>
                  <a:pt x="940" y="100"/>
                  <a:pt x="940" y="100"/>
                  <a:pt x="940" y="100"/>
                </a:cubicBezTo>
                <a:cubicBezTo>
                  <a:pt x="917" y="88"/>
                  <a:pt x="909" y="84"/>
                  <a:pt x="906" y="82"/>
                </a:cubicBezTo>
                <a:cubicBezTo>
                  <a:pt x="906" y="82"/>
                  <a:pt x="906" y="82"/>
                  <a:pt x="906" y="82"/>
                </a:cubicBezTo>
                <a:cubicBezTo>
                  <a:pt x="906" y="82"/>
                  <a:pt x="900" y="78"/>
                  <a:pt x="891" y="73"/>
                </a:cubicBezTo>
                <a:cubicBezTo>
                  <a:pt x="887" y="69"/>
                  <a:pt x="887" y="69"/>
                  <a:pt x="887" y="69"/>
                </a:cubicBezTo>
                <a:cubicBezTo>
                  <a:pt x="873" y="91"/>
                  <a:pt x="873" y="91"/>
                  <a:pt x="873" y="91"/>
                </a:cubicBezTo>
                <a:cubicBezTo>
                  <a:pt x="877" y="94"/>
                  <a:pt x="877" y="94"/>
                  <a:pt x="877" y="94"/>
                </a:cubicBezTo>
                <a:cubicBezTo>
                  <a:pt x="882" y="97"/>
                  <a:pt x="886" y="100"/>
                  <a:pt x="888" y="102"/>
                </a:cubicBezTo>
                <a:close/>
                <a:moveTo>
                  <a:pt x="304" y="266"/>
                </a:moveTo>
                <a:cubicBezTo>
                  <a:pt x="291" y="242"/>
                  <a:pt x="291" y="242"/>
                  <a:pt x="291" y="242"/>
                </a:cubicBezTo>
                <a:cubicBezTo>
                  <a:pt x="247" y="268"/>
                  <a:pt x="247" y="268"/>
                  <a:pt x="247" y="268"/>
                </a:cubicBezTo>
                <a:cubicBezTo>
                  <a:pt x="260" y="290"/>
                  <a:pt x="260" y="290"/>
                  <a:pt x="260" y="290"/>
                </a:cubicBezTo>
                <a:cubicBezTo>
                  <a:pt x="304" y="266"/>
                  <a:pt x="304" y="266"/>
                  <a:pt x="304" y="266"/>
                </a:cubicBezTo>
                <a:cubicBezTo>
                  <a:pt x="304" y="266"/>
                  <a:pt x="304" y="266"/>
                  <a:pt x="304" y="266"/>
                </a:cubicBezTo>
                <a:close/>
                <a:moveTo>
                  <a:pt x="1073" y="766"/>
                </a:moveTo>
                <a:cubicBezTo>
                  <a:pt x="1085" y="787"/>
                  <a:pt x="1085" y="787"/>
                  <a:pt x="1085" y="787"/>
                </a:cubicBezTo>
                <a:cubicBezTo>
                  <a:pt x="1129" y="762"/>
                  <a:pt x="1129" y="762"/>
                  <a:pt x="1129" y="762"/>
                </a:cubicBezTo>
                <a:cubicBezTo>
                  <a:pt x="1117" y="740"/>
                  <a:pt x="1117" y="740"/>
                  <a:pt x="1117" y="740"/>
                </a:cubicBezTo>
                <a:cubicBezTo>
                  <a:pt x="1073" y="766"/>
                  <a:pt x="1073" y="766"/>
                  <a:pt x="1073" y="766"/>
                </a:cubicBezTo>
                <a:cubicBezTo>
                  <a:pt x="1073" y="766"/>
                  <a:pt x="1073" y="766"/>
                  <a:pt x="1073" y="766"/>
                </a:cubicBezTo>
                <a:close/>
                <a:moveTo>
                  <a:pt x="974" y="824"/>
                </a:moveTo>
                <a:cubicBezTo>
                  <a:pt x="961" y="831"/>
                  <a:pt x="950" y="838"/>
                  <a:pt x="940" y="844"/>
                </a:cubicBezTo>
                <a:cubicBezTo>
                  <a:pt x="936" y="847"/>
                  <a:pt x="936" y="847"/>
                  <a:pt x="936" y="847"/>
                </a:cubicBezTo>
                <a:cubicBezTo>
                  <a:pt x="949" y="870"/>
                  <a:pt x="949" y="870"/>
                  <a:pt x="949" y="870"/>
                </a:cubicBezTo>
                <a:cubicBezTo>
                  <a:pt x="953" y="867"/>
                  <a:pt x="953" y="867"/>
                  <a:pt x="953" y="867"/>
                </a:cubicBezTo>
                <a:cubicBezTo>
                  <a:pt x="964" y="860"/>
                  <a:pt x="975" y="853"/>
                  <a:pt x="987" y="846"/>
                </a:cubicBezTo>
                <a:cubicBezTo>
                  <a:pt x="992" y="844"/>
                  <a:pt x="992" y="844"/>
                  <a:pt x="992" y="844"/>
                </a:cubicBezTo>
                <a:cubicBezTo>
                  <a:pt x="979" y="821"/>
                  <a:pt x="979" y="821"/>
                  <a:pt x="979" y="821"/>
                </a:cubicBezTo>
                <a:cubicBezTo>
                  <a:pt x="974" y="824"/>
                  <a:pt x="974" y="824"/>
                  <a:pt x="974" y="824"/>
                </a:cubicBezTo>
                <a:cubicBezTo>
                  <a:pt x="974" y="824"/>
                  <a:pt x="974" y="824"/>
                  <a:pt x="974" y="824"/>
                </a:cubicBezTo>
                <a:close/>
                <a:moveTo>
                  <a:pt x="1043" y="783"/>
                </a:moveTo>
                <a:cubicBezTo>
                  <a:pt x="1031" y="789"/>
                  <a:pt x="1019" y="796"/>
                  <a:pt x="1008" y="803"/>
                </a:cubicBezTo>
                <a:cubicBezTo>
                  <a:pt x="1003" y="806"/>
                  <a:pt x="1003" y="806"/>
                  <a:pt x="1003" y="806"/>
                </a:cubicBezTo>
                <a:cubicBezTo>
                  <a:pt x="1016" y="828"/>
                  <a:pt x="1016" y="828"/>
                  <a:pt x="1016" y="828"/>
                </a:cubicBezTo>
                <a:cubicBezTo>
                  <a:pt x="1021" y="825"/>
                  <a:pt x="1021" y="825"/>
                  <a:pt x="1021" y="825"/>
                </a:cubicBezTo>
                <a:cubicBezTo>
                  <a:pt x="1033" y="819"/>
                  <a:pt x="1045" y="813"/>
                  <a:pt x="1056" y="805"/>
                </a:cubicBezTo>
                <a:cubicBezTo>
                  <a:pt x="1062" y="803"/>
                  <a:pt x="1062" y="803"/>
                  <a:pt x="1062" y="803"/>
                </a:cubicBezTo>
                <a:cubicBezTo>
                  <a:pt x="1048" y="780"/>
                  <a:pt x="1048" y="780"/>
                  <a:pt x="1048" y="780"/>
                </a:cubicBezTo>
                <a:cubicBezTo>
                  <a:pt x="1043" y="783"/>
                  <a:pt x="1043" y="783"/>
                  <a:pt x="1043" y="783"/>
                </a:cubicBezTo>
                <a:cubicBezTo>
                  <a:pt x="1043" y="783"/>
                  <a:pt x="1043" y="783"/>
                  <a:pt x="1043" y="783"/>
                </a:cubicBezTo>
                <a:close/>
                <a:moveTo>
                  <a:pt x="838" y="909"/>
                </a:moveTo>
                <a:cubicBezTo>
                  <a:pt x="824" y="920"/>
                  <a:pt x="816" y="927"/>
                  <a:pt x="812" y="934"/>
                </a:cubicBezTo>
                <a:cubicBezTo>
                  <a:pt x="811" y="936"/>
                  <a:pt x="809" y="938"/>
                  <a:pt x="808" y="941"/>
                </a:cubicBezTo>
                <a:cubicBezTo>
                  <a:pt x="805" y="946"/>
                  <a:pt x="805" y="946"/>
                  <a:pt x="805" y="946"/>
                </a:cubicBezTo>
                <a:cubicBezTo>
                  <a:pt x="827" y="959"/>
                  <a:pt x="827" y="959"/>
                  <a:pt x="827" y="959"/>
                </a:cubicBezTo>
                <a:cubicBezTo>
                  <a:pt x="830" y="955"/>
                  <a:pt x="830" y="955"/>
                  <a:pt x="830" y="955"/>
                </a:cubicBezTo>
                <a:cubicBezTo>
                  <a:pt x="832" y="953"/>
                  <a:pt x="832" y="950"/>
                  <a:pt x="834" y="948"/>
                </a:cubicBezTo>
                <a:cubicBezTo>
                  <a:pt x="835" y="947"/>
                  <a:pt x="838" y="942"/>
                  <a:pt x="854" y="930"/>
                </a:cubicBezTo>
                <a:cubicBezTo>
                  <a:pt x="858" y="926"/>
                  <a:pt x="858" y="926"/>
                  <a:pt x="858" y="926"/>
                </a:cubicBezTo>
                <a:cubicBezTo>
                  <a:pt x="843" y="906"/>
                  <a:pt x="843" y="906"/>
                  <a:pt x="843" y="906"/>
                </a:cubicBezTo>
                <a:cubicBezTo>
                  <a:pt x="838" y="909"/>
                  <a:pt x="838" y="909"/>
                  <a:pt x="838" y="909"/>
                </a:cubicBezTo>
                <a:cubicBezTo>
                  <a:pt x="838" y="909"/>
                  <a:pt x="838" y="909"/>
                  <a:pt x="838" y="909"/>
                </a:cubicBezTo>
                <a:close/>
                <a:moveTo>
                  <a:pt x="905" y="864"/>
                </a:moveTo>
                <a:cubicBezTo>
                  <a:pt x="894" y="872"/>
                  <a:pt x="882" y="879"/>
                  <a:pt x="872" y="886"/>
                </a:cubicBezTo>
                <a:cubicBezTo>
                  <a:pt x="868" y="889"/>
                  <a:pt x="868" y="889"/>
                  <a:pt x="868" y="889"/>
                </a:cubicBezTo>
                <a:cubicBezTo>
                  <a:pt x="882" y="910"/>
                  <a:pt x="882" y="910"/>
                  <a:pt x="882" y="910"/>
                </a:cubicBezTo>
                <a:cubicBezTo>
                  <a:pt x="886" y="907"/>
                  <a:pt x="886" y="907"/>
                  <a:pt x="886" y="907"/>
                </a:cubicBezTo>
                <a:cubicBezTo>
                  <a:pt x="897" y="901"/>
                  <a:pt x="908" y="894"/>
                  <a:pt x="919" y="887"/>
                </a:cubicBezTo>
                <a:cubicBezTo>
                  <a:pt x="924" y="884"/>
                  <a:pt x="924" y="884"/>
                  <a:pt x="924" y="884"/>
                </a:cubicBezTo>
                <a:cubicBezTo>
                  <a:pt x="911" y="861"/>
                  <a:pt x="911" y="861"/>
                  <a:pt x="911" y="861"/>
                </a:cubicBezTo>
                <a:cubicBezTo>
                  <a:pt x="905" y="864"/>
                  <a:pt x="905" y="864"/>
                  <a:pt x="905" y="864"/>
                </a:cubicBezTo>
                <a:cubicBezTo>
                  <a:pt x="905" y="864"/>
                  <a:pt x="905" y="864"/>
                  <a:pt x="905" y="864"/>
                </a:cubicBezTo>
                <a:close/>
                <a:moveTo>
                  <a:pt x="1140" y="726"/>
                </a:moveTo>
                <a:cubicBezTo>
                  <a:pt x="1155" y="748"/>
                  <a:pt x="1155" y="748"/>
                  <a:pt x="1155" y="748"/>
                </a:cubicBezTo>
                <a:cubicBezTo>
                  <a:pt x="1199" y="723"/>
                  <a:pt x="1199" y="723"/>
                  <a:pt x="1199" y="723"/>
                </a:cubicBezTo>
                <a:cubicBezTo>
                  <a:pt x="1184" y="701"/>
                  <a:pt x="1184" y="701"/>
                  <a:pt x="1184" y="701"/>
                </a:cubicBezTo>
                <a:cubicBezTo>
                  <a:pt x="1140" y="726"/>
                  <a:pt x="1140" y="726"/>
                  <a:pt x="1140" y="726"/>
                </a:cubicBezTo>
                <a:cubicBezTo>
                  <a:pt x="1140" y="726"/>
                  <a:pt x="1140" y="726"/>
                  <a:pt x="1140" y="726"/>
                </a:cubicBezTo>
                <a:close/>
                <a:moveTo>
                  <a:pt x="48" y="303"/>
                </a:moveTo>
                <a:cubicBezTo>
                  <a:pt x="43" y="306"/>
                  <a:pt x="37" y="310"/>
                  <a:pt x="32" y="317"/>
                </a:cubicBezTo>
                <a:cubicBezTo>
                  <a:pt x="28" y="322"/>
                  <a:pt x="28" y="322"/>
                  <a:pt x="28" y="322"/>
                </a:cubicBezTo>
                <a:cubicBezTo>
                  <a:pt x="48" y="339"/>
                  <a:pt x="48" y="339"/>
                  <a:pt x="48" y="339"/>
                </a:cubicBezTo>
                <a:cubicBezTo>
                  <a:pt x="51" y="334"/>
                  <a:pt x="51" y="334"/>
                  <a:pt x="51" y="334"/>
                </a:cubicBezTo>
                <a:cubicBezTo>
                  <a:pt x="54" y="330"/>
                  <a:pt x="58" y="328"/>
                  <a:pt x="61" y="327"/>
                </a:cubicBezTo>
                <a:cubicBezTo>
                  <a:pt x="61" y="327"/>
                  <a:pt x="63" y="325"/>
                  <a:pt x="74" y="328"/>
                </a:cubicBezTo>
                <a:cubicBezTo>
                  <a:pt x="80" y="330"/>
                  <a:pt x="80" y="330"/>
                  <a:pt x="80" y="330"/>
                </a:cubicBezTo>
                <a:cubicBezTo>
                  <a:pt x="86" y="305"/>
                  <a:pt x="86" y="305"/>
                  <a:pt x="86" y="305"/>
                </a:cubicBezTo>
                <a:cubicBezTo>
                  <a:pt x="81" y="304"/>
                  <a:pt x="81" y="304"/>
                  <a:pt x="81" y="304"/>
                </a:cubicBezTo>
                <a:cubicBezTo>
                  <a:pt x="67" y="299"/>
                  <a:pt x="57" y="299"/>
                  <a:pt x="48" y="303"/>
                </a:cubicBezTo>
                <a:close/>
                <a:moveTo>
                  <a:pt x="1338" y="556"/>
                </a:moveTo>
                <a:cubicBezTo>
                  <a:pt x="1336" y="570"/>
                  <a:pt x="1333" y="583"/>
                  <a:pt x="1330" y="593"/>
                </a:cubicBezTo>
                <a:cubicBezTo>
                  <a:pt x="1328" y="598"/>
                  <a:pt x="1328" y="598"/>
                  <a:pt x="1328" y="598"/>
                </a:cubicBezTo>
                <a:cubicBezTo>
                  <a:pt x="1353" y="606"/>
                  <a:pt x="1353" y="606"/>
                  <a:pt x="1353" y="606"/>
                </a:cubicBezTo>
                <a:cubicBezTo>
                  <a:pt x="1355" y="601"/>
                  <a:pt x="1355" y="601"/>
                  <a:pt x="1355" y="601"/>
                </a:cubicBezTo>
                <a:cubicBezTo>
                  <a:pt x="1358" y="590"/>
                  <a:pt x="1361" y="576"/>
                  <a:pt x="1363" y="561"/>
                </a:cubicBezTo>
                <a:cubicBezTo>
                  <a:pt x="1364" y="555"/>
                  <a:pt x="1364" y="555"/>
                  <a:pt x="1364" y="555"/>
                </a:cubicBezTo>
                <a:cubicBezTo>
                  <a:pt x="1339" y="551"/>
                  <a:pt x="1339" y="551"/>
                  <a:pt x="1339" y="551"/>
                </a:cubicBezTo>
                <a:cubicBezTo>
                  <a:pt x="1338" y="556"/>
                  <a:pt x="1338" y="556"/>
                  <a:pt x="1338" y="556"/>
                </a:cubicBezTo>
                <a:cubicBezTo>
                  <a:pt x="1338" y="556"/>
                  <a:pt x="1338" y="556"/>
                  <a:pt x="1338" y="556"/>
                </a:cubicBezTo>
                <a:close/>
                <a:moveTo>
                  <a:pt x="1344" y="474"/>
                </a:moveTo>
                <a:cubicBezTo>
                  <a:pt x="1344" y="480"/>
                  <a:pt x="1344" y="480"/>
                  <a:pt x="1344" y="480"/>
                </a:cubicBezTo>
                <a:cubicBezTo>
                  <a:pt x="1344" y="493"/>
                  <a:pt x="1344" y="506"/>
                  <a:pt x="1342" y="518"/>
                </a:cubicBezTo>
                <a:cubicBezTo>
                  <a:pt x="1342" y="524"/>
                  <a:pt x="1342" y="524"/>
                  <a:pt x="1342" y="524"/>
                </a:cubicBezTo>
                <a:cubicBezTo>
                  <a:pt x="1367" y="526"/>
                  <a:pt x="1367" y="526"/>
                  <a:pt x="1367" y="526"/>
                </a:cubicBezTo>
                <a:cubicBezTo>
                  <a:pt x="1367" y="520"/>
                  <a:pt x="1367" y="520"/>
                  <a:pt x="1367" y="520"/>
                </a:cubicBezTo>
                <a:cubicBezTo>
                  <a:pt x="1368" y="507"/>
                  <a:pt x="1369" y="493"/>
                  <a:pt x="1369" y="480"/>
                </a:cubicBezTo>
                <a:cubicBezTo>
                  <a:pt x="1369" y="474"/>
                  <a:pt x="1369" y="474"/>
                  <a:pt x="1369" y="474"/>
                </a:cubicBezTo>
                <a:cubicBezTo>
                  <a:pt x="1344" y="474"/>
                  <a:pt x="1344" y="474"/>
                  <a:pt x="1344" y="474"/>
                </a:cubicBezTo>
                <a:cubicBezTo>
                  <a:pt x="1344" y="474"/>
                  <a:pt x="1344" y="474"/>
                  <a:pt x="1344" y="474"/>
                </a:cubicBezTo>
                <a:close/>
                <a:moveTo>
                  <a:pt x="791" y="972"/>
                </a:moveTo>
                <a:cubicBezTo>
                  <a:pt x="789" y="977"/>
                  <a:pt x="789" y="977"/>
                  <a:pt x="789" y="977"/>
                </a:cubicBezTo>
                <a:cubicBezTo>
                  <a:pt x="782" y="989"/>
                  <a:pt x="777" y="1000"/>
                  <a:pt x="771" y="1009"/>
                </a:cubicBezTo>
                <a:cubicBezTo>
                  <a:pt x="767" y="1014"/>
                  <a:pt x="767" y="1014"/>
                  <a:pt x="767" y="1014"/>
                </a:cubicBezTo>
                <a:cubicBezTo>
                  <a:pt x="789" y="1028"/>
                  <a:pt x="789" y="1028"/>
                  <a:pt x="789" y="1028"/>
                </a:cubicBezTo>
                <a:cubicBezTo>
                  <a:pt x="792" y="1024"/>
                  <a:pt x="792" y="1024"/>
                  <a:pt x="792" y="1024"/>
                </a:cubicBezTo>
                <a:cubicBezTo>
                  <a:pt x="799" y="1014"/>
                  <a:pt x="805" y="1002"/>
                  <a:pt x="812" y="988"/>
                </a:cubicBezTo>
                <a:cubicBezTo>
                  <a:pt x="814" y="984"/>
                  <a:pt x="814" y="984"/>
                  <a:pt x="814" y="984"/>
                </a:cubicBezTo>
                <a:cubicBezTo>
                  <a:pt x="804" y="977"/>
                  <a:pt x="804" y="977"/>
                  <a:pt x="804" y="977"/>
                </a:cubicBezTo>
                <a:cubicBezTo>
                  <a:pt x="791" y="972"/>
                  <a:pt x="791" y="972"/>
                  <a:pt x="791" y="972"/>
                </a:cubicBezTo>
                <a:cubicBezTo>
                  <a:pt x="791" y="972"/>
                  <a:pt x="791" y="972"/>
                  <a:pt x="791" y="972"/>
                </a:cubicBezTo>
                <a:close/>
                <a:moveTo>
                  <a:pt x="1249" y="662"/>
                </a:moveTo>
                <a:cubicBezTo>
                  <a:pt x="1238" y="669"/>
                  <a:pt x="1226" y="676"/>
                  <a:pt x="1214" y="683"/>
                </a:cubicBezTo>
                <a:cubicBezTo>
                  <a:pt x="1210" y="686"/>
                  <a:pt x="1210" y="686"/>
                  <a:pt x="1210" y="686"/>
                </a:cubicBezTo>
                <a:cubicBezTo>
                  <a:pt x="1222" y="709"/>
                  <a:pt x="1222" y="709"/>
                  <a:pt x="1222" y="709"/>
                </a:cubicBezTo>
                <a:cubicBezTo>
                  <a:pt x="1228" y="706"/>
                  <a:pt x="1228" y="706"/>
                  <a:pt x="1228" y="706"/>
                </a:cubicBezTo>
                <a:cubicBezTo>
                  <a:pt x="1240" y="698"/>
                  <a:pt x="1252" y="691"/>
                  <a:pt x="1262" y="685"/>
                </a:cubicBezTo>
                <a:cubicBezTo>
                  <a:pt x="1267" y="682"/>
                  <a:pt x="1267" y="682"/>
                  <a:pt x="1267" y="682"/>
                </a:cubicBezTo>
                <a:cubicBezTo>
                  <a:pt x="1253" y="660"/>
                  <a:pt x="1253" y="660"/>
                  <a:pt x="1253" y="660"/>
                </a:cubicBezTo>
                <a:cubicBezTo>
                  <a:pt x="1249" y="662"/>
                  <a:pt x="1249" y="662"/>
                  <a:pt x="1249" y="662"/>
                </a:cubicBezTo>
                <a:cubicBezTo>
                  <a:pt x="1249" y="662"/>
                  <a:pt x="1249" y="662"/>
                  <a:pt x="1249" y="662"/>
                </a:cubicBezTo>
                <a:close/>
                <a:moveTo>
                  <a:pt x="1314" y="619"/>
                </a:moveTo>
                <a:cubicBezTo>
                  <a:pt x="1307" y="625"/>
                  <a:pt x="1297" y="632"/>
                  <a:pt x="1283" y="641"/>
                </a:cubicBezTo>
                <a:cubicBezTo>
                  <a:pt x="1278" y="645"/>
                  <a:pt x="1278" y="645"/>
                  <a:pt x="1278" y="645"/>
                </a:cubicBezTo>
                <a:cubicBezTo>
                  <a:pt x="1292" y="666"/>
                  <a:pt x="1292" y="666"/>
                  <a:pt x="1292" y="666"/>
                </a:cubicBezTo>
                <a:cubicBezTo>
                  <a:pt x="1297" y="663"/>
                  <a:pt x="1297" y="663"/>
                  <a:pt x="1297" y="663"/>
                </a:cubicBezTo>
                <a:cubicBezTo>
                  <a:pt x="1312" y="653"/>
                  <a:pt x="1323" y="646"/>
                  <a:pt x="1330" y="640"/>
                </a:cubicBezTo>
                <a:cubicBezTo>
                  <a:pt x="1334" y="636"/>
                  <a:pt x="1334" y="636"/>
                  <a:pt x="1334" y="636"/>
                </a:cubicBezTo>
                <a:cubicBezTo>
                  <a:pt x="1318" y="616"/>
                  <a:pt x="1318" y="616"/>
                  <a:pt x="1318" y="616"/>
                </a:cubicBezTo>
                <a:cubicBezTo>
                  <a:pt x="1314" y="619"/>
                  <a:pt x="1314" y="619"/>
                  <a:pt x="1314" y="619"/>
                </a:cubicBezTo>
                <a:cubicBezTo>
                  <a:pt x="1314" y="619"/>
                  <a:pt x="1314" y="619"/>
                  <a:pt x="1314" y="619"/>
                </a:cubicBezTo>
                <a:close/>
                <a:moveTo>
                  <a:pt x="318" y="798"/>
                </a:moveTo>
                <a:cubicBezTo>
                  <a:pt x="314" y="795"/>
                  <a:pt x="314" y="795"/>
                  <a:pt x="314" y="795"/>
                </a:cubicBezTo>
                <a:cubicBezTo>
                  <a:pt x="300" y="818"/>
                  <a:pt x="300" y="818"/>
                  <a:pt x="300" y="818"/>
                </a:cubicBezTo>
                <a:cubicBezTo>
                  <a:pt x="306" y="821"/>
                  <a:pt x="306" y="821"/>
                  <a:pt x="306" y="821"/>
                </a:cubicBezTo>
                <a:cubicBezTo>
                  <a:pt x="317" y="828"/>
                  <a:pt x="328" y="834"/>
                  <a:pt x="339" y="841"/>
                </a:cubicBezTo>
                <a:cubicBezTo>
                  <a:pt x="344" y="844"/>
                  <a:pt x="344" y="844"/>
                  <a:pt x="344" y="844"/>
                </a:cubicBezTo>
                <a:cubicBezTo>
                  <a:pt x="357" y="821"/>
                  <a:pt x="357" y="821"/>
                  <a:pt x="357" y="821"/>
                </a:cubicBezTo>
                <a:cubicBezTo>
                  <a:pt x="353" y="818"/>
                  <a:pt x="353" y="818"/>
                  <a:pt x="353" y="818"/>
                </a:cubicBezTo>
                <a:cubicBezTo>
                  <a:pt x="341" y="812"/>
                  <a:pt x="330" y="805"/>
                  <a:pt x="318" y="798"/>
                </a:cubicBezTo>
                <a:close/>
                <a:moveTo>
                  <a:pt x="368" y="858"/>
                </a:moveTo>
                <a:cubicBezTo>
                  <a:pt x="413" y="883"/>
                  <a:pt x="413" y="883"/>
                  <a:pt x="413" y="883"/>
                </a:cubicBezTo>
                <a:cubicBezTo>
                  <a:pt x="425" y="861"/>
                  <a:pt x="425" y="861"/>
                  <a:pt x="425" y="861"/>
                </a:cubicBezTo>
                <a:cubicBezTo>
                  <a:pt x="381" y="834"/>
                  <a:pt x="381" y="834"/>
                  <a:pt x="381" y="834"/>
                </a:cubicBezTo>
                <a:cubicBezTo>
                  <a:pt x="368" y="858"/>
                  <a:pt x="368" y="858"/>
                  <a:pt x="368" y="858"/>
                </a:cubicBezTo>
                <a:cubicBezTo>
                  <a:pt x="368" y="858"/>
                  <a:pt x="368" y="858"/>
                  <a:pt x="368" y="858"/>
                </a:cubicBezTo>
                <a:close/>
                <a:moveTo>
                  <a:pt x="249" y="759"/>
                </a:moveTo>
                <a:cubicBezTo>
                  <a:pt x="244" y="756"/>
                  <a:pt x="244" y="756"/>
                  <a:pt x="244" y="756"/>
                </a:cubicBezTo>
                <a:cubicBezTo>
                  <a:pt x="231" y="779"/>
                  <a:pt x="231" y="779"/>
                  <a:pt x="231" y="779"/>
                </a:cubicBezTo>
                <a:cubicBezTo>
                  <a:pt x="236" y="781"/>
                  <a:pt x="236" y="781"/>
                  <a:pt x="236" y="781"/>
                </a:cubicBezTo>
                <a:cubicBezTo>
                  <a:pt x="247" y="787"/>
                  <a:pt x="259" y="794"/>
                  <a:pt x="271" y="801"/>
                </a:cubicBezTo>
                <a:cubicBezTo>
                  <a:pt x="276" y="803"/>
                  <a:pt x="276" y="803"/>
                  <a:pt x="276" y="803"/>
                </a:cubicBezTo>
                <a:cubicBezTo>
                  <a:pt x="289" y="781"/>
                  <a:pt x="289" y="781"/>
                  <a:pt x="289" y="781"/>
                </a:cubicBezTo>
                <a:cubicBezTo>
                  <a:pt x="284" y="778"/>
                  <a:pt x="284" y="778"/>
                  <a:pt x="284" y="778"/>
                </a:cubicBezTo>
                <a:cubicBezTo>
                  <a:pt x="271" y="771"/>
                  <a:pt x="260" y="765"/>
                  <a:pt x="249" y="759"/>
                </a:cubicBezTo>
                <a:close/>
                <a:moveTo>
                  <a:pt x="179" y="721"/>
                </a:moveTo>
                <a:cubicBezTo>
                  <a:pt x="174" y="718"/>
                  <a:pt x="174" y="718"/>
                  <a:pt x="174" y="718"/>
                </a:cubicBezTo>
                <a:cubicBezTo>
                  <a:pt x="162" y="741"/>
                  <a:pt x="162" y="741"/>
                  <a:pt x="162" y="741"/>
                </a:cubicBezTo>
                <a:cubicBezTo>
                  <a:pt x="167" y="744"/>
                  <a:pt x="167" y="744"/>
                  <a:pt x="167" y="744"/>
                </a:cubicBezTo>
                <a:cubicBezTo>
                  <a:pt x="177" y="749"/>
                  <a:pt x="188" y="756"/>
                  <a:pt x="202" y="762"/>
                </a:cubicBezTo>
                <a:cubicBezTo>
                  <a:pt x="206" y="765"/>
                  <a:pt x="206" y="765"/>
                  <a:pt x="206" y="765"/>
                </a:cubicBezTo>
                <a:cubicBezTo>
                  <a:pt x="219" y="742"/>
                  <a:pt x="219" y="742"/>
                  <a:pt x="219" y="742"/>
                </a:cubicBezTo>
                <a:cubicBezTo>
                  <a:pt x="214" y="740"/>
                  <a:pt x="214" y="740"/>
                  <a:pt x="214" y="740"/>
                </a:cubicBezTo>
                <a:cubicBezTo>
                  <a:pt x="200" y="732"/>
                  <a:pt x="188" y="726"/>
                  <a:pt x="179" y="721"/>
                </a:cubicBezTo>
                <a:close/>
                <a:moveTo>
                  <a:pt x="133" y="704"/>
                </a:moveTo>
                <a:cubicBezTo>
                  <a:pt x="131" y="704"/>
                  <a:pt x="131" y="704"/>
                  <a:pt x="131" y="704"/>
                </a:cubicBezTo>
                <a:cubicBezTo>
                  <a:pt x="124" y="704"/>
                  <a:pt x="114" y="702"/>
                  <a:pt x="101" y="698"/>
                </a:cubicBezTo>
                <a:cubicBezTo>
                  <a:pt x="96" y="696"/>
                  <a:pt x="96" y="696"/>
                  <a:pt x="96" y="696"/>
                </a:cubicBezTo>
                <a:cubicBezTo>
                  <a:pt x="88" y="721"/>
                  <a:pt x="88" y="721"/>
                  <a:pt x="88" y="721"/>
                </a:cubicBezTo>
                <a:cubicBezTo>
                  <a:pt x="93" y="722"/>
                  <a:pt x="93" y="722"/>
                  <a:pt x="93" y="722"/>
                </a:cubicBezTo>
                <a:cubicBezTo>
                  <a:pt x="103" y="726"/>
                  <a:pt x="117" y="729"/>
                  <a:pt x="129" y="729"/>
                </a:cubicBezTo>
                <a:cubicBezTo>
                  <a:pt x="130" y="729"/>
                  <a:pt x="132" y="729"/>
                  <a:pt x="133" y="729"/>
                </a:cubicBezTo>
                <a:cubicBezTo>
                  <a:pt x="133" y="729"/>
                  <a:pt x="133" y="729"/>
                  <a:pt x="133" y="729"/>
                </a:cubicBezTo>
                <a:cubicBezTo>
                  <a:pt x="139" y="731"/>
                  <a:pt x="139" y="731"/>
                  <a:pt x="139" y="731"/>
                </a:cubicBezTo>
                <a:cubicBezTo>
                  <a:pt x="144" y="706"/>
                  <a:pt x="144" y="706"/>
                  <a:pt x="144" y="706"/>
                </a:cubicBezTo>
                <a:cubicBezTo>
                  <a:pt x="139" y="704"/>
                  <a:pt x="139" y="704"/>
                  <a:pt x="139" y="704"/>
                </a:cubicBezTo>
                <a:cubicBezTo>
                  <a:pt x="137" y="704"/>
                  <a:pt x="135" y="704"/>
                  <a:pt x="133" y="704"/>
                </a:cubicBezTo>
                <a:close/>
                <a:moveTo>
                  <a:pt x="748" y="1029"/>
                </a:moveTo>
                <a:cubicBezTo>
                  <a:pt x="747" y="1029"/>
                  <a:pt x="747" y="1029"/>
                  <a:pt x="745" y="1030"/>
                </a:cubicBezTo>
                <a:cubicBezTo>
                  <a:pt x="738" y="1031"/>
                  <a:pt x="726" y="1031"/>
                  <a:pt x="714" y="1030"/>
                </a:cubicBezTo>
                <a:cubicBezTo>
                  <a:pt x="708" y="1029"/>
                  <a:pt x="708" y="1029"/>
                  <a:pt x="708" y="1029"/>
                </a:cubicBezTo>
                <a:cubicBezTo>
                  <a:pt x="706" y="1055"/>
                  <a:pt x="706" y="1055"/>
                  <a:pt x="706" y="1055"/>
                </a:cubicBezTo>
                <a:cubicBezTo>
                  <a:pt x="711" y="1056"/>
                  <a:pt x="711" y="1056"/>
                  <a:pt x="711" y="1056"/>
                </a:cubicBezTo>
                <a:cubicBezTo>
                  <a:pt x="718" y="1057"/>
                  <a:pt x="724" y="1057"/>
                  <a:pt x="729" y="1057"/>
                </a:cubicBezTo>
                <a:cubicBezTo>
                  <a:pt x="738" y="1057"/>
                  <a:pt x="744" y="1057"/>
                  <a:pt x="750" y="1055"/>
                </a:cubicBezTo>
                <a:cubicBezTo>
                  <a:pt x="752" y="1055"/>
                  <a:pt x="754" y="1055"/>
                  <a:pt x="756" y="1054"/>
                </a:cubicBezTo>
                <a:cubicBezTo>
                  <a:pt x="761" y="1052"/>
                  <a:pt x="761" y="1052"/>
                  <a:pt x="761" y="1052"/>
                </a:cubicBezTo>
                <a:cubicBezTo>
                  <a:pt x="753" y="1027"/>
                  <a:pt x="753" y="1027"/>
                  <a:pt x="753" y="1027"/>
                </a:cubicBezTo>
                <a:cubicBezTo>
                  <a:pt x="748" y="1029"/>
                  <a:pt x="748" y="1029"/>
                  <a:pt x="748" y="1029"/>
                </a:cubicBezTo>
                <a:cubicBezTo>
                  <a:pt x="748" y="1029"/>
                  <a:pt x="748" y="1029"/>
                  <a:pt x="748" y="1029"/>
                </a:cubicBezTo>
                <a:close/>
                <a:moveTo>
                  <a:pt x="606" y="985"/>
                </a:moveTo>
                <a:cubicBezTo>
                  <a:pt x="606" y="984"/>
                  <a:pt x="606" y="984"/>
                  <a:pt x="606" y="984"/>
                </a:cubicBezTo>
                <a:cubicBezTo>
                  <a:pt x="602" y="978"/>
                  <a:pt x="598" y="970"/>
                  <a:pt x="594" y="964"/>
                </a:cubicBezTo>
                <a:cubicBezTo>
                  <a:pt x="591" y="959"/>
                  <a:pt x="591" y="959"/>
                  <a:pt x="591" y="959"/>
                </a:cubicBezTo>
                <a:cubicBezTo>
                  <a:pt x="568" y="973"/>
                  <a:pt x="568" y="973"/>
                  <a:pt x="568" y="973"/>
                </a:cubicBezTo>
                <a:cubicBezTo>
                  <a:pt x="571" y="979"/>
                  <a:pt x="571" y="979"/>
                  <a:pt x="571" y="979"/>
                </a:cubicBezTo>
                <a:cubicBezTo>
                  <a:pt x="575" y="985"/>
                  <a:pt x="579" y="991"/>
                  <a:pt x="582" y="997"/>
                </a:cubicBezTo>
                <a:cubicBezTo>
                  <a:pt x="585" y="1002"/>
                  <a:pt x="589" y="1008"/>
                  <a:pt x="592" y="1013"/>
                </a:cubicBezTo>
                <a:cubicBezTo>
                  <a:pt x="595" y="1017"/>
                  <a:pt x="595" y="1017"/>
                  <a:pt x="595" y="1017"/>
                </a:cubicBezTo>
                <a:cubicBezTo>
                  <a:pt x="617" y="1003"/>
                  <a:pt x="617" y="1003"/>
                  <a:pt x="617" y="1003"/>
                </a:cubicBezTo>
                <a:cubicBezTo>
                  <a:pt x="614" y="998"/>
                  <a:pt x="614" y="998"/>
                  <a:pt x="614" y="998"/>
                </a:cubicBezTo>
                <a:cubicBezTo>
                  <a:pt x="612" y="994"/>
                  <a:pt x="609" y="990"/>
                  <a:pt x="606" y="985"/>
                </a:cubicBezTo>
                <a:close/>
                <a:moveTo>
                  <a:pt x="524" y="917"/>
                </a:moveTo>
                <a:cubicBezTo>
                  <a:pt x="519" y="914"/>
                  <a:pt x="519" y="914"/>
                  <a:pt x="519" y="914"/>
                </a:cubicBezTo>
                <a:cubicBezTo>
                  <a:pt x="507" y="937"/>
                  <a:pt x="507" y="937"/>
                  <a:pt x="507" y="937"/>
                </a:cubicBezTo>
                <a:cubicBezTo>
                  <a:pt x="511" y="940"/>
                  <a:pt x="511" y="940"/>
                  <a:pt x="511" y="940"/>
                </a:cubicBezTo>
                <a:cubicBezTo>
                  <a:pt x="538" y="955"/>
                  <a:pt x="545" y="958"/>
                  <a:pt x="549" y="958"/>
                </a:cubicBezTo>
                <a:cubicBezTo>
                  <a:pt x="555" y="961"/>
                  <a:pt x="555" y="961"/>
                  <a:pt x="555" y="961"/>
                </a:cubicBezTo>
                <a:cubicBezTo>
                  <a:pt x="562" y="935"/>
                  <a:pt x="562" y="935"/>
                  <a:pt x="562" y="935"/>
                </a:cubicBezTo>
                <a:cubicBezTo>
                  <a:pt x="555" y="933"/>
                  <a:pt x="555" y="933"/>
                  <a:pt x="555" y="933"/>
                </a:cubicBezTo>
                <a:cubicBezTo>
                  <a:pt x="555" y="933"/>
                  <a:pt x="550" y="931"/>
                  <a:pt x="524" y="917"/>
                </a:cubicBezTo>
                <a:close/>
                <a:moveTo>
                  <a:pt x="639" y="1015"/>
                </a:moveTo>
                <a:cubicBezTo>
                  <a:pt x="634" y="1013"/>
                  <a:pt x="634" y="1013"/>
                  <a:pt x="634" y="1013"/>
                </a:cubicBezTo>
                <a:cubicBezTo>
                  <a:pt x="625" y="1037"/>
                  <a:pt x="625" y="1037"/>
                  <a:pt x="625" y="1037"/>
                </a:cubicBezTo>
                <a:cubicBezTo>
                  <a:pt x="630" y="1039"/>
                  <a:pt x="630" y="1039"/>
                  <a:pt x="630" y="1039"/>
                </a:cubicBezTo>
                <a:cubicBezTo>
                  <a:pt x="642" y="1042"/>
                  <a:pt x="656" y="1046"/>
                  <a:pt x="671" y="1050"/>
                </a:cubicBezTo>
                <a:cubicBezTo>
                  <a:pt x="676" y="1050"/>
                  <a:pt x="676" y="1050"/>
                  <a:pt x="676" y="1050"/>
                </a:cubicBezTo>
                <a:cubicBezTo>
                  <a:pt x="682" y="1026"/>
                  <a:pt x="682" y="1026"/>
                  <a:pt x="682" y="1026"/>
                </a:cubicBezTo>
                <a:cubicBezTo>
                  <a:pt x="676" y="1024"/>
                  <a:pt x="676" y="1024"/>
                  <a:pt x="676" y="1024"/>
                </a:cubicBezTo>
                <a:cubicBezTo>
                  <a:pt x="663" y="1021"/>
                  <a:pt x="650" y="1018"/>
                  <a:pt x="639" y="1015"/>
                </a:cubicBezTo>
                <a:close/>
                <a:moveTo>
                  <a:pt x="455" y="878"/>
                </a:moveTo>
                <a:cubicBezTo>
                  <a:pt x="450" y="876"/>
                  <a:pt x="450" y="876"/>
                  <a:pt x="450" y="876"/>
                </a:cubicBezTo>
                <a:cubicBezTo>
                  <a:pt x="438" y="898"/>
                  <a:pt x="438" y="898"/>
                  <a:pt x="438" y="898"/>
                </a:cubicBezTo>
                <a:cubicBezTo>
                  <a:pt x="442" y="901"/>
                  <a:pt x="442" y="901"/>
                  <a:pt x="442" y="901"/>
                </a:cubicBezTo>
                <a:cubicBezTo>
                  <a:pt x="455" y="907"/>
                  <a:pt x="466" y="914"/>
                  <a:pt x="477" y="921"/>
                </a:cubicBezTo>
                <a:cubicBezTo>
                  <a:pt x="481" y="923"/>
                  <a:pt x="481" y="923"/>
                  <a:pt x="481" y="923"/>
                </a:cubicBezTo>
                <a:cubicBezTo>
                  <a:pt x="494" y="901"/>
                  <a:pt x="494" y="901"/>
                  <a:pt x="494" y="901"/>
                </a:cubicBezTo>
                <a:cubicBezTo>
                  <a:pt x="489" y="898"/>
                  <a:pt x="489" y="898"/>
                  <a:pt x="489" y="898"/>
                </a:cubicBezTo>
                <a:cubicBezTo>
                  <a:pt x="479" y="892"/>
                  <a:pt x="468" y="885"/>
                  <a:pt x="455" y="878"/>
                </a:cubicBezTo>
                <a:close/>
                <a:moveTo>
                  <a:pt x="737" y="694"/>
                </a:moveTo>
                <a:cubicBezTo>
                  <a:pt x="737" y="694"/>
                  <a:pt x="737" y="694"/>
                  <a:pt x="737" y="694"/>
                </a:cubicBezTo>
                <a:cubicBezTo>
                  <a:pt x="194" y="387"/>
                  <a:pt x="194" y="387"/>
                  <a:pt x="194" y="387"/>
                </a:cubicBezTo>
                <a:cubicBezTo>
                  <a:pt x="194" y="387"/>
                  <a:pt x="194" y="387"/>
                  <a:pt x="722" y="78"/>
                </a:cubicBezTo>
                <a:cubicBezTo>
                  <a:pt x="727" y="75"/>
                  <a:pt x="734" y="74"/>
                  <a:pt x="741" y="74"/>
                </a:cubicBezTo>
                <a:cubicBezTo>
                  <a:pt x="748" y="74"/>
                  <a:pt x="754" y="75"/>
                  <a:pt x="759" y="78"/>
                </a:cubicBezTo>
                <a:cubicBezTo>
                  <a:pt x="759" y="78"/>
                  <a:pt x="759" y="78"/>
                  <a:pt x="1268" y="374"/>
                </a:cubicBezTo>
                <a:cubicBezTo>
                  <a:pt x="1271" y="376"/>
                  <a:pt x="1272" y="376"/>
                  <a:pt x="1274" y="378"/>
                </a:cubicBezTo>
                <a:cubicBezTo>
                  <a:pt x="1274" y="378"/>
                  <a:pt x="1274" y="378"/>
                  <a:pt x="737" y="694"/>
                </a:cubicBezTo>
                <a:close/>
                <a:moveTo>
                  <a:pt x="246" y="640"/>
                </a:moveTo>
                <a:cubicBezTo>
                  <a:pt x="244" y="644"/>
                  <a:pt x="240" y="647"/>
                  <a:pt x="237" y="648"/>
                </a:cubicBezTo>
                <a:cubicBezTo>
                  <a:pt x="237" y="648"/>
                  <a:pt x="237" y="648"/>
                  <a:pt x="207" y="666"/>
                </a:cubicBezTo>
                <a:cubicBezTo>
                  <a:pt x="207" y="666"/>
                  <a:pt x="207" y="666"/>
                  <a:pt x="540" y="855"/>
                </a:cubicBezTo>
                <a:cubicBezTo>
                  <a:pt x="540" y="855"/>
                  <a:pt x="540" y="855"/>
                  <a:pt x="540" y="808"/>
                </a:cubicBezTo>
                <a:cubicBezTo>
                  <a:pt x="540" y="808"/>
                  <a:pt x="540" y="808"/>
                  <a:pt x="246" y="640"/>
                </a:cubicBezTo>
                <a:close/>
                <a:moveTo>
                  <a:pt x="756" y="741"/>
                </a:moveTo>
                <a:cubicBezTo>
                  <a:pt x="756" y="737"/>
                  <a:pt x="752" y="730"/>
                  <a:pt x="749" y="729"/>
                </a:cubicBezTo>
                <a:cubicBezTo>
                  <a:pt x="749" y="729"/>
                  <a:pt x="749" y="729"/>
                  <a:pt x="170" y="402"/>
                </a:cubicBezTo>
                <a:cubicBezTo>
                  <a:pt x="170" y="402"/>
                  <a:pt x="170" y="402"/>
                  <a:pt x="169" y="402"/>
                </a:cubicBezTo>
                <a:cubicBezTo>
                  <a:pt x="169" y="402"/>
                  <a:pt x="169" y="402"/>
                  <a:pt x="137" y="384"/>
                </a:cubicBezTo>
                <a:cubicBezTo>
                  <a:pt x="128" y="379"/>
                  <a:pt x="118" y="379"/>
                  <a:pt x="110" y="383"/>
                </a:cubicBezTo>
                <a:cubicBezTo>
                  <a:pt x="102" y="388"/>
                  <a:pt x="97" y="396"/>
                  <a:pt x="97" y="407"/>
                </a:cubicBezTo>
                <a:cubicBezTo>
                  <a:pt x="97" y="407"/>
                  <a:pt x="97" y="407"/>
                  <a:pt x="97" y="588"/>
                </a:cubicBezTo>
                <a:cubicBezTo>
                  <a:pt x="97" y="588"/>
                  <a:pt x="97" y="588"/>
                  <a:pt x="100" y="602"/>
                </a:cubicBezTo>
                <a:cubicBezTo>
                  <a:pt x="100" y="602"/>
                  <a:pt x="100" y="602"/>
                  <a:pt x="118" y="615"/>
                </a:cubicBezTo>
                <a:cubicBezTo>
                  <a:pt x="118" y="615"/>
                  <a:pt x="118" y="615"/>
                  <a:pt x="146" y="631"/>
                </a:cubicBezTo>
                <a:cubicBezTo>
                  <a:pt x="146" y="631"/>
                  <a:pt x="146" y="631"/>
                  <a:pt x="146" y="585"/>
                </a:cubicBezTo>
                <a:cubicBezTo>
                  <a:pt x="146" y="585"/>
                  <a:pt x="146" y="585"/>
                  <a:pt x="140" y="580"/>
                </a:cubicBezTo>
                <a:cubicBezTo>
                  <a:pt x="140" y="580"/>
                  <a:pt x="140" y="580"/>
                  <a:pt x="139" y="579"/>
                </a:cubicBezTo>
                <a:cubicBezTo>
                  <a:pt x="139" y="579"/>
                  <a:pt x="139" y="579"/>
                  <a:pt x="139" y="433"/>
                </a:cubicBezTo>
                <a:cubicBezTo>
                  <a:pt x="139" y="433"/>
                  <a:pt x="139" y="433"/>
                  <a:pt x="715" y="762"/>
                </a:cubicBezTo>
                <a:cubicBezTo>
                  <a:pt x="715" y="762"/>
                  <a:pt x="715" y="762"/>
                  <a:pt x="715" y="907"/>
                </a:cubicBezTo>
                <a:cubicBezTo>
                  <a:pt x="715" y="907"/>
                  <a:pt x="715" y="907"/>
                  <a:pt x="640" y="863"/>
                </a:cubicBezTo>
                <a:cubicBezTo>
                  <a:pt x="638" y="867"/>
                  <a:pt x="635" y="870"/>
                  <a:pt x="631" y="872"/>
                </a:cubicBezTo>
                <a:cubicBezTo>
                  <a:pt x="631" y="872"/>
                  <a:pt x="631" y="872"/>
                  <a:pt x="600" y="889"/>
                </a:cubicBezTo>
                <a:cubicBezTo>
                  <a:pt x="600" y="889"/>
                  <a:pt x="600" y="889"/>
                  <a:pt x="717" y="956"/>
                </a:cubicBezTo>
                <a:cubicBezTo>
                  <a:pt x="722" y="959"/>
                  <a:pt x="727" y="959"/>
                  <a:pt x="731" y="959"/>
                </a:cubicBezTo>
                <a:cubicBezTo>
                  <a:pt x="736" y="959"/>
                  <a:pt x="740" y="959"/>
                  <a:pt x="744" y="956"/>
                </a:cubicBezTo>
                <a:cubicBezTo>
                  <a:pt x="750" y="953"/>
                  <a:pt x="754" y="946"/>
                  <a:pt x="756" y="938"/>
                </a:cubicBezTo>
                <a:cubicBezTo>
                  <a:pt x="756" y="938"/>
                  <a:pt x="756" y="938"/>
                  <a:pt x="756" y="741"/>
                </a:cubicBezTo>
                <a:close/>
                <a:moveTo>
                  <a:pt x="1286" y="399"/>
                </a:moveTo>
                <a:cubicBezTo>
                  <a:pt x="1286" y="399"/>
                  <a:pt x="1286" y="399"/>
                  <a:pt x="1286" y="399"/>
                </a:cubicBezTo>
                <a:cubicBezTo>
                  <a:pt x="762" y="708"/>
                  <a:pt x="762" y="708"/>
                  <a:pt x="762" y="708"/>
                </a:cubicBezTo>
                <a:cubicBezTo>
                  <a:pt x="773" y="715"/>
                  <a:pt x="780" y="728"/>
                  <a:pt x="780" y="741"/>
                </a:cubicBezTo>
                <a:cubicBezTo>
                  <a:pt x="780" y="741"/>
                  <a:pt x="780" y="741"/>
                  <a:pt x="780" y="882"/>
                </a:cubicBezTo>
                <a:cubicBezTo>
                  <a:pt x="780" y="882"/>
                  <a:pt x="780" y="882"/>
                  <a:pt x="1268" y="603"/>
                </a:cubicBezTo>
                <a:cubicBezTo>
                  <a:pt x="1279" y="597"/>
                  <a:pt x="1287" y="584"/>
                  <a:pt x="1287" y="571"/>
                </a:cubicBezTo>
                <a:cubicBezTo>
                  <a:pt x="1287" y="571"/>
                  <a:pt x="1287" y="571"/>
                  <a:pt x="1287" y="407"/>
                </a:cubicBezTo>
                <a:cubicBezTo>
                  <a:pt x="1287" y="404"/>
                  <a:pt x="1287" y="402"/>
                  <a:pt x="1286" y="399"/>
                </a:cubicBezTo>
                <a:close/>
                <a:moveTo>
                  <a:pt x="487" y="733"/>
                </a:moveTo>
                <a:cubicBezTo>
                  <a:pt x="493" y="733"/>
                  <a:pt x="498" y="728"/>
                  <a:pt x="498" y="721"/>
                </a:cubicBezTo>
                <a:cubicBezTo>
                  <a:pt x="498" y="721"/>
                  <a:pt x="498" y="721"/>
                  <a:pt x="498" y="705"/>
                </a:cubicBezTo>
                <a:cubicBezTo>
                  <a:pt x="498" y="698"/>
                  <a:pt x="493" y="689"/>
                  <a:pt x="486" y="685"/>
                </a:cubicBezTo>
                <a:cubicBezTo>
                  <a:pt x="486" y="685"/>
                  <a:pt x="486" y="685"/>
                  <a:pt x="337" y="600"/>
                </a:cubicBezTo>
                <a:cubicBezTo>
                  <a:pt x="328" y="595"/>
                  <a:pt x="320" y="600"/>
                  <a:pt x="320" y="610"/>
                </a:cubicBezTo>
                <a:cubicBezTo>
                  <a:pt x="320" y="610"/>
                  <a:pt x="320" y="610"/>
                  <a:pt x="320" y="625"/>
                </a:cubicBezTo>
                <a:cubicBezTo>
                  <a:pt x="320" y="634"/>
                  <a:pt x="326" y="643"/>
                  <a:pt x="332" y="646"/>
                </a:cubicBezTo>
                <a:cubicBezTo>
                  <a:pt x="332" y="646"/>
                  <a:pt x="332" y="646"/>
                  <a:pt x="481" y="731"/>
                </a:cubicBezTo>
                <a:cubicBezTo>
                  <a:pt x="483" y="732"/>
                  <a:pt x="485" y="733"/>
                  <a:pt x="487" y="733"/>
                </a:cubicBezTo>
                <a:close/>
                <a:moveTo>
                  <a:pt x="626" y="842"/>
                </a:moveTo>
                <a:cubicBezTo>
                  <a:pt x="622" y="836"/>
                  <a:pt x="612" y="835"/>
                  <a:pt x="606" y="839"/>
                </a:cubicBezTo>
                <a:cubicBezTo>
                  <a:pt x="606" y="839"/>
                  <a:pt x="606" y="839"/>
                  <a:pt x="587" y="850"/>
                </a:cubicBezTo>
                <a:cubicBezTo>
                  <a:pt x="587" y="850"/>
                  <a:pt x="587" y="850"/>
                  <a:pt x="587" y="770"/>
                </a:cubicBezTo>
                <a:cubicBezTo>
                  <a:pt x="587" y="770"/>
                  <a:pt x="587" y="770"/>
                  <a:pt x="623" y="750"/>
                </a:cubicBezTo>
                <a:cubicBezTo>
                  <a:pt x="629" y="746"/>
                  <a:pt x="630" y="738"/>
                  <a:pt x="626" y="732"/>
                </a:cubicBezTo>
                <a:cubicBezTo>
                  <a:pt x="626" y="732"/>
                  <a:pt x="626" y="732"/>
                  <a:pt x="626" y="732"/>
                </a:cubicBezTo>
                <a:cubicBezTo>
                  <a:pt x="622" y="727"/>
                  <a:pt x="612" y="724"/>
                  <a:pt x="606" y="728"/>
                </a:cubicBezTo>
                <a:cubicBezTo>
                  <a:pt x="606" y="728"/>
                  <a:pt x="606" y="728"/>
                  <a:pt x="562" y="753"/>
                </a:cubicBezTo>
                <a:cubicBezTo>
                  <a:pt x="557" y="756"/>
                  <a:pt x="556" y="767"/>
                  <a:pt x="556" y="767"/>
                </a:cubicBezTo>
                <a:cubicBezTo>
                  <a:pt x="556" y="767"/>
                  <a:pt x="556" y="767"/>
                  <a:pt x="556" y="869"/>
                </a:cubicBezTo>
                <a:cubicBezTo>
                  <a:pt x="556" y="869"/>
                  <a:pt x="557" y="878"/>
                  <a:pt x="560" y="881"/>
                </a:cubicBezTo>
                <a:cubicBezTo>
                  <a:pt x="563" y="884"/>
                  <a:pt x="573" y="889"/>
                  <a:pt x="579" y="885"/>
                </a:cubicBezTo>
                <a:cubicBezTo>
                  <a:pt x="579" y="885"/>
                  <a:pt x="579" y="885"/>
                  <a:pt x="623" y="859"/>
                </a:cubicBezTo>
                <a:cubicBezTo>
                  <a:pt x="629" y="855"/>
                  <a:pt x="631" y="847"/>
                  <a:pt x="626" y="842"/>
                </a:cubicBezTo>
                <a:close/>
                <a:moveTo>
                  <a:pt x="233" y="619"/>
                </a:moveTo>
                <a:cubicBezTo>
                  <a:pt x="228" y="613"/>
                  <a:pt x="219" y="612"/>
                  <a:pt x="212" y="616"/>
                </a:cubicBezTo>
                <a:cubicBezTo>
                  <a:pt x="212" y="616"/>
                  <a:pt x="212" y="616"/>
                  <a:pt x="193" y="627"/>
                </a:cubicBezTo>
                <a:cubicBezTo>
                  <a:pt x="193" y="627"/>
                  <a:pt x="193" y="627"/>
                  <a:pt x="193" y="547"/>
                </a:cubicBezTo>
                <a:cubicBezTo>
                  <a:pt x="193" y="547"/>
                  <a:pt x="193" y="547"/>
                  <a:pt x="229" y="527"/>
                </a:cubicBezTo>
                <a:cubicBezTo>
                  <a:pt x="236" y="523"/>
                  <a:pt x="236" y="515"/>
                  <a:pt x="232" y="509"/>
                </a:cubicBezTo>
                <a:cubicBezTo>
                  <a:pt x="232" y="509"/>
                  <a:pt x="232" y="509"/>
                  <a:pt x="232" y="509"/>
                </a:cubicBezTo>
                <a:cubicBezTo>
                  <a:pt x="228" y="503"/>
                  <a:pt x="219" y="501"/>
                  <a:pt x="212" y="505"/>
                </a:cubicBezTo>
                <a:cubicBezTo>
                  <a:pt x="212" y="505"/>
                  <a:pt x="212" y="505"/>
                  <a:pt x="168" y="530"/>
                </a:cubicBezTo>
                <a:cubicBezTo>
                  <a:pt x="163" y="533"/>
                  <a:pt x="161" y="544"/>
                  <a:pt x="161" y="544"/>
                </a:cubicBezTo>
                <a:cubicBezTo>
                  <a:pt x="161" y="544"/>
                  <a:pt x="161" y="544"/>
                  <a:pt x="161" y="646"/>
                </a:cubicBezTo>
                <a:cubicBezTo>
                  <a:pt x="161" y="646"/>
                  <a:pt x="163" y="655"/>
                  <a:pt x="166" y="658"/>
                </a:cubicBezTo>
                <a:cubicBezTo>
                  <a:pt x="169" y="661"/>
                  <a:pt x="178" y="666"/>
                  <a:pt x="185" y="662"/>
                </a:cubicBezTo>
                <a:cubicBezTo>
                  <a:pt x="185" y="662"/>
                  <a:pt x="185" y="662"/>
                  <a:pt x="229" y="636"/>
                </a:cubicBezTo>
                <a:cubicBezTo>
                  <a:pt x="236" y="632"/>
                  <a:pt x="237" y="624"/>
                  <a:pt x="233" y="619"/>
                </a:cubicBezTo>
                <a:close/>
              </a:path>
            </a:pathLst>
          </a:custGeom>
          <a:solidFill>
            <a:schemeClr val="tx2"/>
          </a:solidFill>
          <a:ln>
            <a:noFill/>
          </a:ln>
        </p:spPr>
        <p:txBody>
          <a:bodyPr vert="horz" wrap="square" lIns="89635" tIns="44817" rIns="89635" bIns="44817" numCol="1" anchor="t" anchorCtr="0" compatLnSpc="1">
            <a:prstTxWarp prst="textNoShape">
              <a:avLst/>
            </a:prstTxWarp>
          </a:bodyPr>
          <a:lstStyle/>
          <a:p>
            <a:pPr marL="0" marR="0" lvl="0" indent="0" algn="l" defTabSz="91343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14" name="Picture 4" descr="C:\Users\roslyn.ADI\Desktop\DVD_ART36\Artwork_Imagery\Icons - Illustrations\_ WINDOWS SERVER ICONS\Hardware\Virtual Servers 2.png">
            <a:extLst>
              <a:ext uri="{FF2B5EF4-FFF2-40B4-BE49-F238E27FC236}">
                <a16:creationId xmlns:a16="http://schemas.microsoft.com/office/drawing/2014/main" id="{2B4C0FB7-32D4-A01B-9AB5-DA31366A5D17}"/>
              </a:ext>
            </a:extLst>
          </p:cNvPr>
          <p:cNvPicPr>
            <a:picLocks noChangeAspect="1" noChangeArrowheads="1"/>
          </p:cNvPicPr>
          <p:nvPr/>
        </p:nvPicPr>
        <p:blipFill>
          <a:blip r:embed="rId3" cstate="print"/>
          <a:srcRect/>
          <a:stretch>
            <a:fillRect/>
          </a:stretch>
        </p:blipFill>
        <p:spPr bwMode="auto">
          <a:xfrm>
            <a:off x="3731927" y="4137731"/>
            <a:ext cx="492017" cy="613536"/>
          </a:xfrm>
          <a:prstGeom prst="rect">
            <a:avLst/>
          </a:prstGeom>
          <a:noFill/>
        </p:spPr>
      </p:pic>
      <p:sp>
        <p:nvSpPr>
          <p:cNvPr id="16" name="円/楕円 15">
            <a:extLst>
              <a:ext uri="{FF2B5EF4-FFF2-40B4-BE49-F238E27FC236}">
                <a16:creationId xmlns:a16="http://schemas.microsoft.com/office/drawing/2014/main" id="{B02AC553-DF06-A939-039E-2A2AF0583D8E}"/>
              </a:ext>
            </a:extLst>
          </p:cNvPr>
          <p:cNvSpPr/>
          <p:nvPr/>
        </p:nvSpPr>
        <p:spPr bwMode="auto">
          <a:xfrm>
            <a:off x="3851935" y="4761902"/>
            <a:ext cx="252000" cy="252000"/>
          </a:xfrm>
          <a:prstGeom prst="ellipse">
            <a:avLst/>
          </a:prstGeom>
          <a:solidFill>
            <a:srgbClr val="FF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1" lang="ja-JP" altLang="en-US" sz="22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7" name="円/楕円 16">
            <a:extLst>
              <a:ext uri="{FF2B5EF4-FFF2-40B4-BE49-F238E27FC236}">
                <a16:creationId xmlns:a16="http://schemas.microsoft.com/office/drawing/2014/main" id="{4476E041-F9EE-C3E3-3C19-17825DEDE276}"/>
              </a:ext>
            </a:extLst>
          </p:cNvPr>
          <p:cNvSpPr/>
          <p:nvPr/>
        </p:nvSpPr>
        <p:spPr bwMode="auto">
          <a:xfrm>
            <a:off x="2487965" y="4742576"/>
            <a:ext cx="252000" cy="252000"/>
          </a:xfrm>
          <a:prstGeom prst="ellipse">
            <a:avLst/>
          </a:prstGeom>
          <a:solidFill>
            <a:srgbClr val="FF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1" lang="ja-JP" altLang="en-US" sz="22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8" name="正方形/長方形 17">
            <a:extLst>
              <a:ext uri="{FF2B5EF4-FFF2-40B4-BE49-F238E27FC236}">
                <a16:creationId xmlns:a16="http://schemas.microsoft.com/office/drawing/2014/main" id="{431407AF-FF46-953E-A78C-1960C8E8BAFA}"/>
              </a:ext>
            </a:extLst>
          </p:cNvPr>
          <p:cNvSpPr/>
          <p:nvPr/>
        </p:nvSpPr>
        <p:spPr bwMode="auto">
          <a:xfrm>
            <a:off x="923283" y="3078728"/>
            <a:ext cx="4339727" cy="2908676"/>
          </a:xfrm>
          <a:prstGeom prst="rect">
            <a:avLst/>
          </a:prstGeom>
          <a:noFill/>
          <a:ln w="57150" cap="flat" cmpd="sng" algn="ctr">
            <a:solidFill>
              <a:srgbClr val="0079D6"/>
            </a:solidFill>
            <a:prstDash val="solid"/>
            <a:headEnd type="none" w="med" len="med"/>
            <a:tailEnd type="none" w="med" len="med"/>
          </a:ln>
          <a:effectLst/>
        </p:spPr>
        <p:txBody>
          <a:bodyPr vert="horz" wrap="square" lIns="0" tIns="38858" rIns="0" bIns="38858" numCol="1" rtlCol="0" anchor="ctr" anchorCtr="0" compatLnSpc="1">
            <a:prstTxWarp prst="textNoShape">
              <a:avLst/>
            </a:prstTxWarp>
          </a:bodyPr>
          <a:lstStyle/>
          <a:p>
            <a:pPr marL="0" marR="0" lvl="0" indent="0" algn="ctr" defTabSz="776936" rtl="0" eaLnBrk="1" fontAlgn="base" latinLnBrk="0" hangingPunct="1">
              <a:lnSpc>
                <a:spcPct val="100000"/>
              </a:lnSpc>
              <a:spcBef>
                <a:spcPct val="0"/>
              </a:spcBef>
              <a:spcAft>
                <a:spcPct val="0"/>
              </a:spcAft>
              <a:buClrTx/>
              <a:buSzTx/>
              <a:buFontTx/>
              <a:buNone/>
              <a:tabLst/>
              <a:defRPr/>
            </a:pPr>
            <a:endParaRPr kumimoji="0" lang="ja-JP" altLang="en-US" sz="2400" b="0" i="0" u="none" strike="noStrike" kern="0" cap="none" spc="0" normalizeH="0" baseline="0" noProof="0">
              <a:ln>
                <a:solidFill>
                  <a:srgbClr val="FFFFFF"/>
                </a:solidFill>
              </a:ln>
              <a:effectLst/>
              <a:uLnTx/>
              <a:uFillTx/>
              <a:latin typeface="Yu Gothic UI" panose="020B0500000000000000" pitchFamily="34" charset="-128"/>
              <a:ea typeface="Yu Gothic UI" panose="020B0500000000000000" pitchFamily="34" charset="-128"/>
            </a:endParaRPr>
          </a:p>
        </p:txBody>
      </p:sp>
      <p:sp>
        <p:nvSpPr>
          <p:cNvPr id="19" name="テキスト ボックス 18">
            <a:extLst>
              <a:ext uri="{FF2B5EF4-FFF2-40B4-BE49-F238E27FC236}">
                <a16:creationId xmlns:a16="http://schemas.microsoft.com/office/drawing/2014/main" id="{732CE42F-F990-608F-BDF7-8E0B9F75E24C}"/>
              </a:ext>
            </a:extLst>
          </p:cNvPr>
          <p:cNvSpPr txBox="1"/>
          <p:nvPr/>
        </p:nvSpPr>
        <p:spPr>
          <a:xfrm>
            <a:off x="3608122" y="4241220"/>
            <a:ext cx="648254" cy="49244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内部 </a:t>
            </a:r>
            <a:r>
              <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IP</a:t>
            </a: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 </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アドレス</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20" name="Picture 2">
            <a:extLst>
              <a:ext uri="{FF2B5EF4-FFF2-40B4-BE49-F238E27FC236}">
                <a16:creationId xmlns:a16="http://schemas.microsoft.com/office/drawing/2014/main" id="{29AAF997-9E5D-4553-8B79-706872C1E2C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147" y="5652954"/>
            <a:ext cx="838200" cy="581025"/>
          </a:xfrm>
          <a:prstGeom prst="rect">
            <a:avLst/>
          </a:prstGeom>
          <a:noFill/>
          <a:extLst>
            <a:ext uri="{909E8E84-426E-40DD-AFC4-6F175D3DCCD1}">
              <a14:hiddenFill xmlns:a14="http://schemas.microsoft.com/office/drawing/2010/main">
                <a:solidFill>
                  <a:srgbClr val="FFFFFF"/>
                </a:solidFill>
              </a14:hiddenFill>
            </a:ext>
          </a:extLst>
        </p:spPr>
      </p:pic>
      <p:sp>
        <p:nvSpPr>
          <p:cNvPr id="21" name="テキスト ボックス 20">
            <a:extLst>
              <a:ext uri="{FF2B5EF4-FFF2-40B4-BE49-F238E27FC236}">
                <a16:creationId xmlns:a16="http://schemas.microsoft.com/office/drawing/2014/main" id="{CBEEF1C9-5FCF-A073-BDF4-72DF2F7516EE}"/>
              </a:ext>
            </a:extLst>
          </p:cNvPr>
          <p:cNvSpPr txBox="1"/>
          <p:nvPr/>
        </p:nvSpPr>
        <p:spPr>
          <a:xfrm>
            <a:off x="553554" y="6057840"/>
            <a:ext cx="1060194"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VNet</a:t>
            </a:r>
            <a:r>
              <a:rPr kumimoji="1" lang="en-US" altLang="ja-JP"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1</a:t>
            </a:r>
            <a:endPar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22" name="テキスト ボックス 21">
            <a:extLst>
              <a:ext uri="{FF2B5EF4-FFF2-40B4-BE49-F238E27FC236}">
                <a16:creationId xmlns:a16="http://schemas.microsoft.com/office/drawing/2014/main" id="{89D53926-5175-F2DB-0851-C060E109B63F}"/>
              </a:ext>
            </a:extLst>
          </p:cNvPr>
          <p:cNvSpPr txBox="1"/>
          <p:nvPr/>
        </p:nvSpPr>
        <p:spPr>
          <a:xfrm>
            <a:off x="1174034" y="3111919"/>
            <a:ext cx="140134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サブネット１</a:t>
            </a:r>
          </a:p>
        </p:txBody>
      </p:sp>
      <p:sp>
        <p:nvSpPr>
          <p:cNvPr id="23" name="正方形/長方形 22">
            <a:extLst>
              <a:ext uri="{FF2B5EF4-FFF2-40B4-BE49-F238E27FC236}">
                <a16:creationId xmlns:a16="http://schemas.microsoft.com/office/drawing/2014/main" id="{DAE1C32D-D32A-BBB1-FE22-6ED6A4C19552}"/>
              </a:ext>
            </a:extLst>
          </p:cNvPr>
          <p:cNvSpPr/>
          <p:nvPr/>
        </p:nvSpPr>
        <p:spPr bwMode="auto">
          <a:xfrm>
            <a:off x="5959367" y="3951820"/>
            <a:ext cx="1876900" cy="1162492"/>
          </a:xfrm>
          <a:prstGeom prst="rect">
            <a:avLst/>
          </a:prstGeom>
          <a:noFill/>
          <a:ln w="57150" cap="flat" cmpd="sng" algn="ctr">
            <a:solidFill>
              <a:srgbClr val="0079D6"/>
            </a:solidFill>
            <a:prstDash val="solid"/>
            <a:headEnd type="none" w="med" len="med"/>
            <a:tailEnd type="none" w="med" len="med"/>
          </a:ln>
          <a:effectLst/>
        </p:spPr>
        <p:txBody>
          <a:bodyPr vert="horz" wrap="square" lIns="0" tIns="38858" rIns="0" bIns="38858" numCol="1" rtlCol="0" anchor="ctr" anchorCtr="0" compatLnSpc="1">
            <a:prstTxWarp prst="textNoShape">
              <a:avLst/>
            </a:prstTxWarp>
          </a:bodyPr>
          <a:lstStyle/>
          <a:p>
            <a:pPr marL="0" marR="0" lvl="0" indent="0" algn="ctr" defTabSz="776936" rtl="0" eaLnBrk="1" fontAlgn="base" latinLnBrk="0" hangingPunct="1">
              <a:lnSpc>
                <a:spcPct val="100000"/>
              </a:lnSpc>
              <a:spcBef>
                <a:spcPct val="0"/>
              </a:spcBef>
              <a:spcAft>
                <a:spcPct val="0"/>
              </a:spcAft>
              <a:buClrTx/>
              <a:buSzTx/>
              <a:buFontTx/>
              <a:buNone/>
              <a:tabLst/>
              <a:defRPr/>
            </a:pPr>
            <a:endParaRPr kumimoji="0" lang="ja-JP" altLang="en-US" sz="2400" b="0" i="0" u="none" strike="noStrike" kern="0" cap="none" spc="0" normalizeH="0" baseline="0" noProof="0">
              <a:ln>
                <a:solidFill>
                  <a:srgbClr val="FFFFFF"/>
                </a:solidFill>
              </a:ln>
              <a:effectLst/>
              <a:uLnTx/>
              <a:uFillTx/>
              <a:latin typeface="Yu Gothic UI" panose="020B0500000000000000" pitchFamily="34" charset="-128"/>
              <a:ea typeface="Yu Gothic UI" panose="020B0500000000000000" pitchFamily="34" charset="-128"/>
            </a:endParaRPr>
          </a:p>
        </p:txBody>
      </p:sp>
      <p:pic>
        <p:nvPicPr>
          <p:cNvPr id="24" name="Picture 2">
            <a:extLst>
              <a:ext uri="{FF2B5EF4-FFF2-40B4-BE49-F238E27FC236}">
                <a16:creationId xmlns:a16="http://schemas.microsoft.com/office/drawing/2014/main" id="{E7C61214-ECB9-07AD-796E-562902AC67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65874" y="4167044"/>
            <a:ext cx="838200" cy="581025"/>
          </a:xfrm>
          <a:prstGeom prst="rect">
            <a:avLst/>
          </a:prstGeom>
          <a:noFill/>
          <a:extLst>
            <a:ext uri="{909E8E84-426E-40DD-AFC4-6F175D3DCCD1}">
              <a14:hiddenFill xmlns:a14="http://schemas.microsoft.com/office/drawing/2010/main">
                <a:solidFill>
                  <a:srgbClr val="FFFFFF"/>
                </a:solidFill>
              </a14:hiddenFill>
            </a:ext>
          </a:extLst>
        </p:spPr>
      </p:pic>
      <p:sp>
        <p:nvSpPr>
          <p:cNvPr id="25" name="テキスト ボックス 24">
            <a:extLst>
              <a:ext uri="{FF2B5EF4-FFF2-40B4-BE49-F238E27FC236}">
                <a16:creationId xmlns:a16="http://schemas.microsoft.com/office/drawing/2014/main" id="{63972CBC-216E-2DEB-73D7-7244DD72724A}"/>
              </a:ext>
            </a:extLst>
          </p:cNvPr>
          <p:cNvSpPr txBox="1"/>
          <p:nvPr/>
        </p:nvSpPr>
        <p:spPr>
          <a:xfrm>
            <a:off x="6635281" y="4571930"/>
            <a:ext cx="1060194"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VNet</a:t>
            </a:r>
            <a:r>
              <a:rPr kumimoji="1" lang="en-US" altLang="ja-JP"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2</a:t>
            </a:r>
            <a:endPar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26" name="Rounded Rectangle 75">
            <a:extLst>
              <a:ext uri="{FF2B5EF4-FFF2-40B4-BE49-F238E27FC236}">
                <a16:creationId xmlns:a16="http://schemas.microsoft.com/office/drawing/2014/main" id="{7436DD39-26E7-A2BA-A6E7-E25326BB8288}"/>
              </a:ext>
            </a:extLst>
          </p:cNvPr>
          <p:cNvSpPr/>
          <p:nvPr/>
        </p:nvSpPr>
        <p:spPr bwMode="auto">
          <a:xfrm>
            <a:off x="9423407" y="3513429"/>
            <a:ext cx="1600155" cy="1731562"/>
          </a:xfrm>
          <a:prstGeom prst="roundRect">
            <a:avLst>
              <a:gd name="adj" fmla="val 10259"/>
            </a:avLst>
          </a:prstGeom>
          <a:noFill/>
          <a:ln w="28575">
            <a:solidFill>
              <a:schemeClr val="accent1">
                <a:lumMod val="20000"/>
                <a:lumOff val="80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79277" tIns="143422" rIns="179277" bIns="143422" numCol="1" spcCol="0" rtlCol="0" fromWordArt="0" anchor="t" anchorCtr="0" forceAA="0" compatLnSpc="1">
            <a:prstTxWarp prst="textNoShape">
              <a:avLst/>
            </a:prstTxWarp>
            <a:noAutofit/>
          </a:bodyPr>
          <a:lstStyle/>
          <a:p>
            <a:pPr marL="0" marR="0" lvl="0" indent="0" algn="ctr" defTabSz="896091" rtl="0" eaLnBrk="1" fontAlgn="base" latinLnBrk="0" hangingPunct="1">
              <a:lnSpc>
                <a:spcPct val="90000"/>
              </a:lnSpc>
              <a:spcBef>
                <a:spcPct val="0"/>
              </a:spcBef>
              <a:spcAft>
                <a:spcPct val="0"/>
              </a:spcAft>
              <a:buClrTx/>
              <a:buSzTx/>
              <a:buFontTx/>
              <a:buNone/>
              <a:tabLst/>
              <a:defRPr/>
            </a:pPr>
            <a:endParaRPr kumimoji="0" lang="en-US" sz="1800" b="0" i="0" u="none" strike="noStrike" kern="1200" cap="none" spc="-49" normalizeH="0" baseline="0" noProof="0">
              <a:ln>
                <a:noFill/>
              </a:ln>
              <a:solidFill>
                <a:schemeClr val="tx1"/>
              </a:solidFill>
              <a:effectLst/>
              <a:uLnTx/>
              <a:uFillTx/>
              <a:latin typeface="Yu Gothic UI" panose="020B0500000000000000" pitchFamily="34" charset="-128"/>
              <a:ea typeface="Yu Gothic UI" panose="020B0500000000000000" pitchFamily="34" charset="-128"/>
            </a:endParaRPr>
          </a:p>
        </p:txBody>
      </p:sp>
      <p:sp>
        <p:nvSpPr>
          <p:cNvPr id="27" name="Freeform 24">
            <a:extLst>
              <a:ext uri="{FF2B5EF4-FFF2-40B4-BE49-F238E27FC236}">
                <a16:creationId xmlns:a16="http://schemas.microsoft.com/office/drawing/2014/main" id="{8613F575-7DEA-4F96-5DB4-20830C33A7C5}"/>
              </a:ext>
            </a:extLst>
          </p:cNvPr>
          <p:cNvSpPr>
            <a:spLocks noEditPoints="1"/>
          </p:cNvSpPr>
          <p:nvPr/>
        </p:nvSpPr>
        <p:spPr bwMode="black">
          <a:xfrm>
            <a:off x="9820042" y="4555602"/>
            <a:ext cx="777169" cy="386005"/>
          </a:xfrm>
          <a:custGeom>
            <a:avLst/>
            <a:gdLst>
              <a:gd name="T0" fmla="*/ 524 w 1369"/>
              <a:gd name="T1" fmla="*/ 115 h 1057"/>
              <a:gd name="T2" fmla="*/ 373 w 1369"/>
              <a:gd name="T3" fmla="*/ 228 h 1057"/>
              <a:gd name="T4" fmla="*/ 455 w 1369"/>
              <a:gd name="T5" fmla="*/ 153 h 1057"/>
              <a:gd name="T6" fmla="*/ 5 w 1369"/>
              <a:gd name="T7" fmla="*/ 634 h 1057"/>
              <a:gd name="T8" fmla="*/ 149 w 1369"/>
              <a:gd name="T9" fmla="*/ 320 h 1057"/>
              <a:gd name="T10" fmla="*/ 26 w 1369"/>
              <a:gd name="T11" fmla="*/ 509 h 1057"/>
              <a:gd name="T12" fmla="*/ 652 w 1369"/>
              <a:gd name="T13" fmla="*/ 75 h 1057"/>
              <a:gd name="T14" fmla="*/ 36 w 1369"/>
              <a:gd name="T15" fmla="*/ 435 h 1057"/>
              <a:gd name="T16" fmla="*/ 28 w 1369"/>
              <a:gd name="T17" fmla="*/ 478 h 1057"/>
              <a:gd name="T18" fmla="*/ 9 w 1369"/>
              <a:gd name="T19" fmla="*/ 353 h 1057"/>
              <a:gd name="T20" fmla="*/ 1045 w 1369"/>
              <a:gd name="T21" fmla="*/ 157 h 1057"/>
              <a:gd name="T22" fmla="*/ 1251 w 1369"/>
              <a:gd name="T23" fmla="*/ 278 h 1057"/>
              <a:gd name="T24" fmla="*/ 1184 w 1369"/>
              <a:gd name="T25" fmla="*/ 236 h 1057"/>
              <a:gd name="T26" fmla="*/ 1369 w 1369"/>
              <a:gd name="T27" fmla="*/ 439 h 1057"/>
              <a:gd name="T28" fmla="*/ 1349 w 1369"/>
              <a:gd name="T29" fmla="*/ 356 h 1057"/>
              <a:gd name="T30" fmla="*/ 1150 w 1369"/>
              <a:gd name="T31" fmla="*/ 216 h 1057"/>
              <a:gd name="T32" fmla="*/ 859 w 1369"/>
              <a:gd name="T33" fmla="*/ 52 h 1057"/>
              <a:gd name="T34" fmla="*/ 781 w 1369"/>
              <a:gd name="T35" fmla="*/ 39 h 1057"/>
              <a:gd name="T36" fmla="*/ 746 w 1369"/>
              <a:gd name="T37" fmla="*/ 26 h 1057"/>
              <a:gd name="T38" fmla="*/ 682 w 1369"/>
              <a:gd name="T39" fmla="*/ 56 h 1057"/>
              <a:gd name="T40" fmla="*/ 67 w 1369"/>
              <a:gd name="T41" fmla="*/ 682 h 1057"/>
              <a:gd name="T42" fmla="*/ 963 w 1369"/>
              <a:gd name="T43" fmla="*/ 142 h 1057"/>
              <a:gd name="T44" fmla="*/ 906 w 1369"/>
              <a:gd name="T45" fmla="*/ 82 h 1057"/>
              <a:gd name="T46" fmla="*/ 247 w 1369"/>
              <a:gd name="T47" fmla="*/ 268 h 1057"/>
              <a:gd name="T48" fmla="*/ 1073 w 1369"/>
              <a:gd name="T49" fmla="*/ 766 h 1057"/>
              <a:gd name="T50" fmla="*/ 974 w 1369"/>
              <a:gd name="T51" fmla="*/ 824 h 1057"/>
              <a:gd name="T52" fmla="*/ 1048 w 1369"/>
              <a:gd name="T53" fmla="*/ 780 h 1057"/>
              <a:gd name="T54" fmla="*/ 834 w 1369"/>
              <a:gd name="T55" fmla="*/ 948 h 1057"/>
              <a:gd name="T56" fmla="*/ 882 w 1369"/>
              <a:gd name="T57" fmla="*/ 910 h 1057"/>
              <a:gd name="T58" fmla="*/ 1199 w 1369"/>
              <a:gd name="T59" fmla="*/ 723 h 1057"/>
              <a:gd name="T60" fmla="*/ 61 w 1369"/>
              <a:gd name="T61" fmla="*/ 327 h 1057"/>
              <a:gd name="T62" fmla="*/ 1353 w 1369"/>
              <a:gd name="T63" fmla="*/ 606 h 1057"/>
              <a:gd name="T64" fmla="*/ 1342 w 1369"/>
              <a:gd name="T65" fmla="*/ 518 h 1057"/>
              <a:gd name="T66" fmla="*/ 789 w 1369"/>
              <a:gd name="T67" fmla="*/ 977 h 1057"/>
              <a:gd name="T68" fmla="*/ 791 w 1369"/>
              <a:gd name="T69" fmla="*/ 972 h 1057"/>
              <a:gd name="T70" fmla="*/ 1249 w 1369"/>
              <a:gd name="T71" fmla="*/ 662 h 1057"/>
              <a:gd name="T72" fmla="*/ 1318 w 1369"/>
              <a:gd name="T73" fmla="*/ 616 h 1057"/>
              <a:gd name="T74" fmla="*/ 357 w 1369"/>
              <a:gd name="T75" fmla="*/ 821 h 1057"/>
              <a:gd name="T76" fmla="*/ 249 w 1369"/>
              <a:gd name="T77" fmla="*/ 759 h 1057"/>
              <a:gd name="T78" fmla="*/ 179 w 1369"/>
              <a:gd name="T79" fmla="*/ 721 h 1057"/>
              <a:gd name="T80" fmla="*/ 133 w 1369"/>
              <a:gd name="T81" fmla="*/ 704 h 1057"/>
              <a:gd name="T82" fmla="*/ 139 w 1369"/>
              <a:gd name="T83" fmla="*/ 731 h 1057"/>
              <a:gd name="T84" fmla="*/ 711 w 1369"/>
              <a:gd name="T85" fmla="*/ 1056 h 1057"/>
              <a:gd name="T86" fmla="*/ 606 w 1369"/>
              <a:gd name="T87" fmla="*/ 984 h 1057"/>
              <a:gd name="T88" fmla="*/ 614 w 1369"/>
              <a:gd name="T89" fmla="*/ 998 h 1057"/>
              <a:gd name="T90" fmla="*/ 555 w 1369"/>
              <a:gd name="T91" fmla="*/ 933 h 1057"/>
              <a:gd name="T92" fmla="*/ 676 w 1369"/>
              <a:gd name="T93" fmla="*/ 1024 h 1057"/>
              <a:gd name="T94" fmla="*/ 489 w 1369"/>
              <a:gd name="T95" fmla="*/ 898 h 1057"/>
              <a:gd name="T96" fmla="*/ 1274 w 1369"/>
              <a:gd name="T97" fmla="*/ 378 h 1057"/>
              <a:gd name="T98" fmla="*/ 749 w 1369"/>
              <a:gd name="T99" fmla="*/ 729 h 1057"/>
              <a:gd name="T100" fmla="*/ 146 w 1369"/>
              <a:gd name="T101" fmla="*/ 631 h 1057"/>
              <a:gd name="T102" fmla="*/ 600 w 1369"/>
              <a:gd name="T103" fmla="*/ 889 h 1057"/>
              <a:gd name="T104" fmla="*/ 780 w 1369"/>
              <a:gd name="T105" fmla="*/ 741 h 1057"/>
              <a:gd name="T106" fmla="*/ 486 w 1369"/>
              <a:gd name="T107" fmla="*/ 685 h 1057"/>
              <a:gd name="T108" fmla="*/ 587 w 1369"/>
              <a:gd name="T109" fmla="*/ 850 h 1057"/>
              <a:gd name="T110" fmla="*/ 560 w 1369"/>
              <a:gd name="T111" fmla="*/ 881 h 1057"/>
              <a:gd name="T112" fmla="*/ 232 w 1369"/>
              <a:gd name="T113" fmla="*/ 509 h 1057"/>
              <a:gd name="T114" fmla="*/ 233 w 1369"/>
              <a:gd name="T115" fmla="*/ 619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369" h="1057">
                <a:moveTo>
                  <a:pt x="234" y="304"/>
                </a:moveTo>
                <a:cubicBezTo>
                  <a:pt x="234" y="304"/>
                  <a:pt x="234" y="304"/>
                  <a:pt x="234" y="304"/>
                </a:cubicBezTo>
                <a:cubicBezTo>
                  <a:pt x="190" y="329"/>
                  <a:pt x="190" y="329"/>
                  <a:pt x="190" y="329"/>
                </a:cubicBezTo>
                <a:cubicBezTo>
                  <a:pt x="178" y="305"/>
                  <a:pt x="178" y="305"/>
                  <a:pt x="178" y="305"/>
                </a:cubicBezTo>
                <a:cubicBezTo>
                  <a:pt x="222" y="280"/>
                  <a:pt x="222" y="280"/>
                  <a:pt x="222" y="280"/>
                </a:cubicBezTo>
                <a:cubicBezTo>
                  <a:pt x="234" y="304"/>
                  <a:pt x="234" y="304"/>
                  <a:pt x="234" y="304"/>
                </a:cubicBezTo>
                <a:close/>
                <a:moveTo>
                  <a:pt x="581" y="113"/>
                </a:moveTo>
                <a:cubicBezTo>
                  <a:pt x="569" y="91"/>
                  <a:pt x="569" y="91"/>
                  <a:pt x="569" y="91"/>
                </a:cubicBezTo>
                <a:cubicBezTo>
                  <a:pt x="524" y="115"/>
                  <a:pt x="524" y="115"/>
                  <a:pt x="524" y="115"/>
                </a:cubicBezTo>
                <a:cubicBezTo>
                  <a:pt x="537" y="138"/>
                  <a:pt x="537" y="138"/>
                  <a:pt x="537" y="138"/>
                </a:cubicBezTo>
                <a:cubicBezTo>
                  <a:pt x="581" y="113"/>
                  <a:pt x="581" y="113"/>
                  <a:pt x="581" y="113"/>
                </a:cubicBezTo>
                <a:cubicBezTo>
                  <a:pt x="581" y="113"/>
                  <a:pt x="581" y="113"/>
                  <a:pt x="581" y="113"/>
                </a:cubicBezTo>
                <a:close/>
                <a:moveTo>
                  <a:pt x="373" y="228"/>
                </a:moveTo>
                <a:cubicBezTo>
                  <a:pt x="360" y="205"/>
                  <a:pt x="360" y="205"/>
                  <a:pt x="360" y="205"/>
                </a:cubicBezTo>
                <a:cubicBezTo>
                  <a:pt x="316" y="230"/>
                  <a:pt x="316" y="230"/>
                  <a:pt x="316" y="230"/>
                </a:cubicBezTo>
                <a:cubicBezTo>
                  <a:pt x="329" y="252"/>
                  <a:pt x="329" y="252"/>
                  <a:pt x="329" y="252"/>
                </a:cubicBezTo>
                <a:cubicBezTo>
                  <a:pt x="373" y="228"/>
                  <a:pt x="373" y="228"/>
                  <a:pt x="373" y="228"/>
                </a:cubicBezTo>
                <a:cubicBezTo>
                  <a:pt x="373" y="228"/>
                  <a:pt x="373" y="228"/>
                  <a:pt x="373" y="228"/>
                </a:cubicBezTo>
                <a:close/>
                <a:moveTo>
                  <a:pt x="443" y="190"/>
                </a:moveTo>
                <a:cubicBezTo>
                  <a:pt x="430" y="167"/>
                  <a:pt x="430" y="167"/>
                  <a:pt x="430" y="167"/>
                </a:cubicBezTo>
                <a:cubicBezTo>
                  <a:pt x="385" y="190"/>
                  <a:pt x="385" y="190"/>
                  <a:pt x="385" y="190"/>
                </a:cubicBezTo>
                <a:cubicBezTo>
                  <a:pt x="398" y="214"/>
                  <a:pt x="398" y="214"/>
                  <a:pt x="398" y="214"/>
                </a:cubicBezTo>
                <a:cubicBezTo>
                  <a:pt x="443" y="190"/>
                  <a:pt x="443" y="190"/>
                  <a:pt x="443" y="190"/>
                </a:cubicBezTo>
                <a:cubicBezTo>
                  <a:pt x="443" y="190"/>
                  <a:pt x="443" y="190"/>
                  <a:pt x="443" y="190"/>
                </a:cubicBezTo>
                <a:close/>
                <a:moveTo>
                  <a:pt x="513" y="151"/>
                </a:moveTo>
                <a:cubicBezTo>
                  <a:pt x="501" y="129"/>
                  <a:pt x="501" y="129"/>
                  <a:pt x="501" y="129"/>
                </a:cubicBezTo>
                <a:cubicBezTo>
                  <a:pt x="455" y="153"/>
                  <a:pt x="455" y="153"/>
                  <a:pt x="455" y="153"/>
                </a:cubicBezTo>
                <a:cubicBezTo>
                  <a:pt x="468" y="176"/>
                  <a:pt x="468" y="176"/>
                  <a:pt x="468" y="176"/>
                </a:cubicBezTo>
                <a:cubicBezTo>
                  <a:pt x="513" y="151"/>
                  <a:pt x="513" y="151"/>
                  <a:pt x="513" y="151"/>
                </a:cubicBezTo>
                <a:cubicBezTo>
                  <a:pt x="513" y="151"/>
                  <a:pt x="513" y="151"/>
                  <a:pt x="513" y="151"/>
                </a:cubicBezTo>
                <a:close/>
                <a:moveTo>
                  <a:pt x="32" y="631"/>
                </a:moveTo>
                <a:cubicBezTo>
                  <a:pt x="30" y="620"/>
                  <a:pt x="30" y="607"/>
                  <a:pt x="29" y="592"/>
                </a:cubicBezTo>
                <a:cubicBezTo>
                  <a:pt x="28" y="587"/>
                  <a:pt x="28" y="587"/>
                  <a:pt x="28" y="587"/>
                </a:cubicBezTo>
                <a:cubicBezTo>
                  <a:pt x="1" y="589"/>
                  <a:pt x="1" y="589"/>
                  <a:pt x="1" y="589"/>
                </a:cubicBezTo>
                <a:cubicBezTo>
                  <a:pt x="1" y="595"/>
                  <a:pt x="1" y="595"/>
                  <a:pt x="1" y="595"/>
                </a:cubicBezTo>
                <a:cubicBezTo>
                  <a:pt x="3" y="608"/>
                  <a:pt x="3" y="622"/>
                  <a:pt x="5" y="634"/>
                </a:cubicBezTo>
                <a:cubicBezTo>
                  <a:pt x="6" y="639"/>
                  <a:pt x="6" y="639"/>
                  <a:pt x="6" y="639"/>
                </a:cubicBezTo>
                <a:cubicBezTo>
                  <a:pt x="33" y="636"/>
                  <a:pt x="33" y="636"/>
                  <a:pt x="33" y="636"/>
                </a:cubicBezTo>
                <a:cubicBezTo>
                  <a:pt x="32" y="631"/>
                  <a:pt x="32" y="631"/>
                  <a:pt x="32" y="631"/>
                </a:cubicBezTo>
                <a:cubicBezTo>
                  <a:pt x="32" y="631"/>
                  <a:pt x="32" y="631"/>
                  <a:pt x="32" y="631"/>
                </a:cubicBezTo>
                <a:close/>
                <a:moveTo>
                  <a:pt x="143" y="346"/>
                </a:moveTo>
                <a:cubicBezTo>
                  <a:pt x="148" y="346"/>
                  <a:pt x="152" y="346"/>
                  <a:pt x="157" y="344"/>
                </a:cubicBezTo>
                <a:cubicBezTo>
                  <a:pt x="162" y="343"/>
                  <a:pt x="162" y="343"/>
                  <a:pt x="162" y="343"/>
                </a:cubicBezTo>
                <a:cubicBezTo>
                  <a:pt x="154" y="318"/>
                  <a:pt x="154" y="318"/>
                  <a:pt x="154" y="318"/>
                </a:cubicBezTo>
                <a:cubicBezTo>
                  <a:pt x="149" y="320"/>
                  <a:pt x="149" y="320"/>
                  <a:pt x="149" y="320"/>
                </a:cubicBezTo>
                <a:cubicBezTo>
                  <a:pt x="143" y="322"/>
                  <a:pt x="133" y="320"/>
                  <a:pt x="118" y="316"/>
                </a:cubicBezTo>
                <a:cubicBezTo>
                  <a:pt x="113" y="315"/>
                  <a:pt x="113" y="315"/>
                  <a:pt x="113" y="315"/>
                </a:cubicBezTo>
                <a:cubicBezTo>
                  <a:pt x="105" y="338"/>
                  <a:pt x="105" y="338"/>
                  <a:pt x="105" y="338"/>
                </a:cubicBezTo>
                <a:cubicBezTo>
                  <a:pt x="110" y="341"/>
                  <a:pt x="110" y="341"/>
                  <a:pt x="110" y="341"/>
                </a:cubicBezTo>
                <a:cubicBezTo>
                  <a:pt x="124" y="344"/>
                  <a:pt x="134" y="346"/>
                  <a:pt x="143" y="346"/>
                </a:cubicBezTo>
                <a:close/>
                <a:moveTo>
                  <a:pt x="26" y="554"/>
                </a:moveTo>
                <a:cubicBezTo>
                  <a:pt x="26" y="543"/>
                  <a:pt x="26" y="534"/>
                  <a:pt x="26" y="525"/>
                </a:cubicBezTo>
                <a:cubicBezTo>
                  <a:pt x="26" y="521"/>
                  <a:pt x="26" y="518"/>
                  <a:pt x="26" y="514"/>
                </a:cubicBezTo>
                <a:cubicBezTo>
                  <a:pt x="26" y="509"/>
                  <a:pt x="26" y="509"/>
                  <a:pt x="26" y="509"/>
                </a:cubicBezTo>
                <a:cubicBezTo>
                  <a:pt x="0" y="509"/>
                  <a:pt x="0" y="509"/>
                  <a:pt x="0" y="509"/>
                </a:cubicBezTo>
                <a:cubicBezTo>
                  <a:pt x="0" y="514"/>
                  <a:pt x="0" y="514"/>
                  <a:pt x="0" y="514"/>
                </a:cubicBezTo>
                <a:cubicBezTo>
                  <a:pt x="0" y="517"/>
                  <a:pt x="0" y="521"/>
                  <a:pt x="0" y="525"/>
                </a:cubicBezTo>
                <a:cubicBezTo>
                  <a:pt x="0" y="534"/>
                  <a:pt x="0" y="544"/>
                  <a:pt x="0" y="554"/>
                </a:cubicBezTo>
                <a:cubicBezTo>
                  <a:pt x="0" y="560"/>
                  <a:pt x="0" y="560"/>
                  <a:pt x="0" y="560"/>
                </a:cubicBezTo>
                <a:cubicBezTo>
                  <a:pt x="26" y="559"/>
                  <a:pt x="26" y="559"/>
                  <a:pt x="26" y="559"/>
                </a:cubicBezTo>
                <a:cubicBezTo>
                  <a:pt x="26" y="554"/>
                  <a:pt x="26" y="554"/>
                  <a:pt x="26" y="554"/>
                </a:cubicBezTo>
                <a:cubicBezTo>
                  <a:pt x="26" y="554"/>
                  <a:pt x="26" y="554"/>
                  <a:pt x="26" y="554"/>
                </a:cubicBezTo>
                <a:close/>
                <a:moveTo>
                  <a:pt x="652" y="75"/>
                </a:moveTo>
                <a:cubicBezTo>
                  <a:pt x="639" y="54"/>
                  <a:pt x="639" y="54"/>
                  <a:pt x="639" y="54"/>
                </a:cubicBezTo>
                <a:cubicBezTo>
                  <a:pt x="594" y="77"/>
                  <a:pt x="594" y="77"/>
                  <a:pt x="594" y="77"/>
                </a:cubicBezTo>
                <a:cubicBezTo>
                  <a:pt x="606" y="101"/>
                  <a:pt x="606" y="101"/>
                  <a:pt x="606" y="101"/>
                </a:cubicBezTo>
                <a:cubicBezTo>
                  <a:pt x="652" y="75"/>
                  <a:pt x="652" y="75"/>
                  <a:pt x="652" y="75"/>
                </a:cubicBezTo>
                <a:cubicBezTo>
                  <a:pt x="652" y="75"/>
                  <a:pt x="652" y="75"/>
                  <a:pt x="652" y="75"/>
                </a:cubicBezTo>
                <a:close/>
                <a:moveTo>
                  <a:pt x="28" y="478"/>
                </a:moveTo>
                <a:cubicBezTo>
                  <a:pt x="29" y="476"/>
                  <a:pt x="29" y="475"/>
                  <a:pt x="29" y="475"/>
                </a:cubicBezTo>
                <a:cubicBezTo>
                  <a:pt x="34" y="468"/>
                  <a:pt x="36" y="458"/>
                  <a:pt x="36" y="446"/>
                </a:cubicBezTo>
                <a:cubicBezTo>
                  <a:pt x="36" y="443"/>
                  <a:pt x="36" y="439"/>
                  <a:pt x="36" y="435"/>
                </a:cubicBezTo>
                <a:cubicBezTo>
                  <a:pt x="35" y="430"/>
                  <a:pt x="35" y="430"/>
                  <a:pt x="35" y="430"/>
                </a:cubicBezTo>
                <a:cubicBezTo>
                  <a:pt x="9" y="431"/>
                  <a:pt x="9" y="431"/>
                  <a:pt x="9" y="431"/>
                </a:cubicBezTo>
                <a:cubicBezTo>
                  <a:pt x="9" y="437"/>
                  <a:pt x="9" y="437"/>
                  <a:pt x="9" y="437"/>
                </a:cubicBezTo>
                <a:cubicBezTo>
                  <a:pt x="9" y="440"/>
                  <a:pt x="9" y="443"/>
                  <a:pt x="9" y="446"/>
                </a:cubicBezTo>
                <a:cubicBezTo>
                  <a:pt x="9" y="456"/>
                  <a:pt x="8" y="460"/>
                  <a:pt x="7" y="461"/>
                </a:cubicBezTo>
                <a:cubicBezTo>
                  <a:pt x="5" y="464"/>
                  <a:pt x="3" y="467"/>
                  <a:pt x="2" y="472"/>
                </a:cubicBezTo>
                <a:cubicBezTo>
                  <a:pt x="1" y="477"/>
                  <a:pt x="1" y="477"/>
                  <a:pt x="1" y="477"/>
                </a:cubicBezTo>
                <a:cubicBezTo>
                  <a:pt x="27" y="484"/>
                  <a:pt x="27" y="484"/>
                  <a:pt x="27" y="484"/>
                </a:cubicBezTo>
                <a:cubicBezTo>
                  <a:pt x="28" y="478"/>
                  <a:pt x="28" y="478"/>
                  <a:pt x="28" y="478"/>
                </a:cubicBezTo>
                <a:cubicBezTo>
                  <a:pt x="28" y="478"/>
                  <a:pt x="28" y="478"/>
                  <a:pt x="28" y="478"/>
                </a:cubicBezTo>
                <a:close/>
                <a:moveTo>
                  <a:pt x="5" y="404"/>
                </a:moveTo>
                <a:cubicBezTo>
                  <a:pt x="31" y="400"/>
                  <a:pt x="31" y="400"/>
                  <a:pt x="31" y="400"/>
                </a:cubicBezTo>
                <a:cubicBezTo>
                  <a:pt x="30" y="395"/>
                  <a:pt x="30" y="395"/>
                  <a:pt x="30" y="395"/>
                </a:cubicBezTo>
                <a:cubicBezTo>
                  <a:pt x="29" y="391"/>
                  <a:pt x="28" y="384"/>
                  <a:pt x="28" y="382"/>
                </a:cubicBezTo>
                <a:cubicBezTo>
                  <a:pt x="28" y="380"/>
                  <a:pt x="29" y="374"/>
                  <a:pt x="34" y="363"/>
                </a:cubicBezTo>
                <a:cubicBezTo>
                  <a:pt x="36" y="358"/>
                  <a:pt x="36" y="358"/>
                  <a:pt x="36" y="358"/>
                </a:cubicBezTo>
                <a:cubicBezTo>
                  <a:pt x="11" y="348"/>
                  <a:pt x="11" y="348"/>
                  <a:pt x="11" y="348"/>
                </a:cubicBezTo>
                <a:cubicBezTo>
                  <a:pt x="9" y="353"/>
                  <a:pt x="9" y="353"/>
                  <a:pt x="9" y="353"/>
                </a:cubicBezTo>
                <a:cubicBezTo>
                  <a:pt x="6" y="361"/>
                  <a:pt x="1" y="373"/>
                  <a:pt x="1" y="382"/>
                </a:cubicBezTo>
                <a:cubicBezTo>
                  <a:pt x="1" y="386"/>
                  <a:pt x="2" y="391"/>
                  <a:pt x="3" y="399"/>
                </a:cubicBezTo>
                <a:cubicBezTo>
                  <a:pt x="5" y="404"/>
                  <a:pt x="5" y="404"/>
                  <a:pt x="5" y="404"/>
                </a:cubicBezTo>
                <a:cubicBezTo>
                  <a:pt x="5" y="404"/>
                  <a:pt x="5" y="404"/>
                  <a:pt x="5" y="404"/>
                </a:cubicBezTo>
                <a:close/>
                <a:moveTo>
                  <a:pt x="1067" y="199"/>
                </a:moveTo>
                <a:cubicBezTo>
                  <a:pt x="1072" y="201"/>
                  <a:pt x="1072" y="201"/>
                  <a:pt x="1072" y="201"/>
                </a:cubicBezTo>
                <a:cubicBezTo>
                  <a:pt x="1085" y="179"/>
                  <a:pt x="1085" y="179"/>
                  <a:pt x="1085" y="179"/>
                </a:cubicBezTo>
                <a:cubicBezTo>
                  <a:pt x="1080" y="176"/>
                  <a:pt x="1080" y="176"/>
                  <a:pt x="1080" y="176"/>
                </a:cubicBezTo>
                <a:cubicBezTo>
                  <a:pt x="1068" y="170"/>
                  <a:pt x="1057" y="163"/>
                  <a:pt x="1045" y="157"/>
                </a:cubicBezTo>
                <a:cubicBezTo>
                  <a:pt x="1040" y="154"/>
                  <a:pt x="1040" y="154"/>
                  <a:pt x="1040" y="154"/>
                </a:cubicBezTo>
                <a:cubicBezTo>
                  <a:pt x="1027" y="177"/>
                  <a:pt x="1027" y="177"/>
                  <a:pt x="1027" y="177"/>
                </a:cubicBezTo>
                <a:cubicBezTo>
                  <a:pt x="1032" y="180"/>
                  <a:pt x="1032" y="180"/>
                  <a:pt x="1032" y="180"/>
                </a:cubicBezTo>
                <a:cubicBezTo>
                  <a:pt x="1045" y="187"/>
                  <a:pt x="1057" y="193"/>
                  <a:pt x="1067" y="199"/>
                </a:cubicBezTo>
                <a:close/>
                <a:moveTo>
                  <a:pt x="1270" y="323"/>
                </a:moveTo>
                <a:cubicBezTo>
                  <a:pt x="1275" y="326"/>
                  <a:pt x="1275" y="326"/>
                  <a:pt x="1275" y="326"/>
                </a:cubicBezTo>
                <a:cubicBezTo>
                  <a:pt x="1290" y="304"/>
                  <a:pt x="1290" y="304"/>
                  <a:pt x="1290" y="304"/>
                </a:cubicBezTo>
                <a:cubicBezTo>
                  <a:pt x="1286" y="301"/>
                  <a:pt x="1286" y="301"/>
                  <a:pt x="1286" y="301"/>
                </a:cubicBezTo>
                <a:cubicBezTo>
                  <a:pt x="1276" y="294"/>
                  <a:pt x="1264" y="287"/>
                  <a:pt x="1251" y="278"/>
                </a:cubicBezTo>
                <a:cubicBezTo>
                  <a:pt x="1246" y="275"/>
                  <a:pt x="1246" y="275"/>
                  <a:pt x="1246" y="275"/>
                </a:cubicBezTo>
                <a:cubicBezTo>
                  <a:pt x="1232" y="297"/>
                  <a:pt x="1232" y="297"/>
                  <a:pt x="1232" y="297"/>
                </a:cubicBezTo>
                <a:cubicBezTo>
                  <a:pt x="1237" y="300"/>
                  <a:pt x="1237" y="300"/>
                  <a:pt x="1237" y="300"/>
                </a:cubicBezTo>
                <a:cubicBezTo>
                  <a:pt x="1249" y="308"/>
                  <a:pt x="1261" y="316"/>
                  <a:pt x="1270" y="323"/>
                </a:cubicBezTo>
                <a:close/>
                <a:moveTo>
                  <a:pt x="1204" y="279"/>
                </a:moveTo>
                <a:cubicBezTo>
                  <a:pt x="1209" y="282"/>
                  <a:pt x="1209" y="282"/>
                  <a:pt x="1209" y="282"/>
                </a:cubicBezTo>
                <a:cubicBezTo>
                  <a:pt x="1223" y="259"/>
                  <a:pt x="1223" y="259"/>
                  <a:pt x="1223" y="259"/>
                </a:cubicBezTo>
                <a:cubicBezTo>
                  <a:pt x="1217" y="257"/>
                  <a:pt x="1217" y="257"/>
                  <a:pt x="1217" y="257"/>
                </a:cubicBezTo>
                <a:cubicBezTo>
                  <a:pt x="1207" y="250"/>
                  <a:pt x="1196" y="243"/>
                  <a:pt x="1184" y="236"/>
                </a:cubicBezTo>
                <a:cubicBezTo>
                  <a:pt x="1179" y="233"/>
                  <a:pt x="1179" y="233"/>
                  <a:pt x="1179" y="233"/>
                </a:cubicBezTo>
                <a:cubicBezTo>
                  <a:pt x="1166" y="256"/>
                  <a:pt x="1166" y="256"/>
                  <a:pt x="1166" y="256"/>
                </a:cubicBezTo>
                <a:cubicBezTo>
                  <a:pt x="1170" y="259"/>
                  <a:pt x="1170" y="259"/>
                  <a:pt x="1170" y="259"/>
                </a:cubicBezTo>
                <a:cubicBezTo>
                  <a:pt x="1183" y="265"/>
                  <a:pt x="1194" y="272"/>
                  <a:pt x="1204" y="279"/>
                </a:cubicBezTo>
                <a:close/>
                <a:moveTo>
                  <a:pt x="1337" y="403"/>
                </a:moveTo>
                <a:cubicBezTo>
                  <a:pt x="1340" y="414"/>
                  <a:pt x="1341" y="427"/>
                  <a:pt x="1343" y="441"/>
                </a:cubicBezTo>
                <a:cubicBezTo>
                  <a:pt x="1343" y="447"/>
                  <a:pt x="1343" y="447"/>
                  <a:pt x="1343" y="447"/>
                </a:cubicBezTo>
                <a:cubicBezTo>
                  <a:pt x="1369" y="445"/>
                  <a:pt x="1369" y="445"/>
                  <a:pt x="1369" y="445"/>
                </a:cubicBezTo>
                <a:cubicBezTo>
                  <a:pt x="1369" y="439"/>
                  <a:pt x="1369" y="439"/>
                  <a:pt x="1369" y="439"/>
                </a:cubicBezTo>
                <a:cubicBezTo>
                  <a:pt x="1367" y="424"/>
                  <a:pt x="1365" y="410"/>
                  <a:pt x="1363" y="397"/>
                </a:cubicBezTo>
                <a:cubicBezTo>
                  <a:pt x="1362" y="392"/>
                  <a:pt x="1362" y="392"/>
                  <a:pt x="1362" y="392"/>
                </a:cubicBezTo>
                <a:cubicBezTo>
                  <a:pt x="1336" y="397"/>
                  <a:pt x="1336" y="397"/>
                  <a:pt x="1336" y="397"/>
                </a:cubicBezTo>
                <a:cubicBezTo>
                  <a:pt x="1337" y="403"/>
                  <a:pt x="1337" y="403"/>
                  <a:pt x="1337" y="403"/>
                </a:cubicBezTo>
                <a:cubicBezTo>
                  <a:pt x="1337" y="403"/>
                  <a:pt x="1337" y="403"/>
                  <a:pt x="1337" y="403"/>
                </a:cubicBezTo>
                <a:close/>
                <a:moveTo>
                  <a:pt x="1325" y="369"/>
                </a:moveTo>
                <a:cubicBezTo>
                  <a:pt x="1328" y="373"/>
                  <a:pt x="1328" y="373"/>
                  <a:pt x="1328" y="373"/>
                </a:cubicBezTo>
                <a:cubicBezTo>
                  <a:pt x="1352" y="362"/>
                  <a:pt x="1352" y="362"/>
                  <a:pt x="1352" y="362"/>
                </a:cubicBezTo>
                <a:cubicBezTo>
                  <a:pt x="1349" y="356"/>
                  <a:pt x="1349" y="356"/>
                  <a:pt x="1349" y="356"/>
                </a:cubicBezTo>
                <a:cubicBezTo>
                  <a:pt x="1344" y="348"/>
                  <a:pt x="1334" y="338"/>
                  <a:pt x="1318" y="325"/>
                </a:cubicBezTo>
                <a:cubicBezTo>
                  <a:pt x="1313" y="321"/>
                  <a:pt x="1313" y="321"/>
                  <a:pt x="1313" y="321"/>
                </a:cubicBezTo>
                <a:cubicBezTo>
                  <a:pt x="1296" y="342"/>
                  <a:pt x="1296" y="342"/>
                  <a:pt x="1296" y="342"/>
                </a:cubicBezTo>
                <a:cubicBezTo>
                  <a:pt x="1301" y="345"/>
                  <a:pt x="1301" y="345"/>
                  <a:pt x="1301" y="345"/>
                </a:cubicBezTo>
                <a:cubicBezTo>
                  <a:pt x="1319" y="359"/>
                  <a:pt x="1324" y="367"/>
                  <a:pt x="1325" y="369"/>
                </a:cubicBezTo>
                <a:close/>
                <a:moveTo>
                  <a:pt x="1136" y="238"/>
                </a:moveTo>
                <a:cubicBezTo>
                  <a:pt x="1141" y="241"/>
                  <a:pt x="1141" y="241"/>
                  <a:pt x="1141" y="241"/>
                </a:cubicBezTo>
                <a:cubicBezTo>
                  <a:pt x="1155" y="219"/>
                  <a:pt x="1155" y="219"/>
                  <a:pt x="1155" y="219"/>
                </a:cubicBezTo>
                <a:cubicBezTo>
                  <a:pt x="1150" y="216"/>
                  <a:pt x="1150" y="216"/>
                  <a:pt x="1150" y="216"/>
                </a:cubicBezTo>
                <a:cubicBezTo>
                  <a:pt x="1138" y="210"/>
                  <a:pt x="1127" y="203"/>
                  <a:pt x="1115" y="196"/>
                </a:cubicBezTo>
                <a:cubicBezTo>
                  <a:pt x="1109" y="194"/>
                  <a:pt x="1109" y="194"/>
                  <a:pt x="1109" y="194"/>
                </a:cubicBezTo>
                <a:cubicBezTo>
                  <a:pt x="1096" y="216"/>
                  <a:pt x="1096" y="216"/>
                  <a:pt x="1096" y="216"/>
                </a:cubicBezTo>
                <a:cubicBezTo>
                  <a:pt x="1101" y="219"/>
                  <a:pt x="1101" y="219"/>
                  <a:pt x="1101" y="219"/>
                </a:cubicBezTo>
                <a:cubicBezTo>
                  <a:pt x="1113" y="225"/>
                  <a:pt x="1125" y="232"/>
                  <a:pt x="1136" y="238"/>
                </a:cubicBezTo>
                <a:close/>
                <a:moveTo>
                  <a:pt x="844" y="74"/>
                </a:moveTo>
                <a:cubicBezTo>
                  <a:pt x="849" y="77"/>
                  <a:pt x="849" y="77"/>
                  <a:pt x="849" y="77"/>
                </a:cubicBezTo>
                <a:cubicBezTo>
                  <a:pt x="863" y="55"/>
                  <a:pt x="863" y="55"/>
                  <a:pt x="863" y="55"/>
                </a:cubicBezTo>
                <a:cubicBezTo>
                  <a:pt x="859" y="52"/>
                  <a:pt x="859" y="52"/>
                  <a:pt x="859" y="52"/>
                </a:cubicBezTo>
                <a:cubicBezTo>
                  <a:pt x="846" y="44"/>
                  <a:pt x="834" y="37"/>
                  <a:pt x="823" y="31"/>
                </a:cubicBezTo>
                <a:cubicBezTo>
                  <a:pt x="819" y="28"/>
                  <a:pt x="819" y="28"/>
                  <a:pt x="819" y="28"/>
                </a:cubicBezTo>
                <a:cubicBezTo>
                  <a:pt x="805" y="51"/>
                  <a:pt x="805" y="51"/>
                  <a:pt x="805" y="51"/>
                </a:cubicBezTo>
                <a:cubicBezTo>
                  <a:pt x="810" y="54"/>
                  <a:pt x="810" y="54"/>
                  <a:pt x="810" y="54"/>
                </a:cubicBezTo>
                <a:cubicBezTo>
                  <a:pt x="821" y="59"/>
                  <a:pt x="832" y="66"/>
                  <a:pt x="844" y="74"/>
                </a:cubicBezTo>
                <a:close/>
                <a:moveTo>
                  <a:pt x="746" y="26"/>
                </a:moveTo>
                <a:cubicBezTo>
                  <a:pt x="747" y="26"/>
                  <a:pt x="748" y="26"/>
                  <a:pt x="750" y="26"/>
                </a:cubicBezTo>
                <a:cubicBezTo>
                  <a:pt x="753" y="27"/>
                  <a:pt x="761" y="29"/>
                  <a:pt x="776" y="36"/>
                </a:cubicBezTo>
                <a:cubicBezTo>
                  <a:pt x="781" y="39"/>
                  <a:pt x="781" y="39"/>
                  <a:pt x="781" y="39"/>
                </a:cubicBezTo>
                <a:cubicBezTo>
                  <a:pt x="792" y="15"/>
                  <a:pt x="792" y="15"/>
                  <a:pt x="792" y="15"/>
                </a:cubicBezTo>
                <a:cubicBezTo>
                  <a:pt x="787" y="13"/>
                  <a:pt x="787" y="13"/>
                  <a:pt x="787" y="13"/>
                </a:cubicBezTo>
                <a:cubicBezTo>
                  <a:pt x="772" y="5"/>
                  <a:pt x="761" y="1"/>
                  <a:pt x="753" y="0"/>
                </a:cubicBezTo>
                <a:cubicBezTo>
                  <a:pt x="750" y="0"/>
                  <a:pt x="748" y="0"/>
                  <a:pt x="746" y="0"/>
                </a:cubicBezTo>
                <a:cubicBezTo>
                  <a:pt x="746" y="0"/>
                  <a:pt x="746" y="0"/>
                  <a:pt x="746" y="0"/>
                </a:cubicBezTo>
                <a:cubicBezTo>
                  <a:pt x="739" y="0"/>
                  <a:pt x="739" y="0"/>
                  <a:pt x="739" y="0"/>
                </a:cubicBezTo>
                <a:cubicBezTo>
                  <a:pt x="739" y="26"/>
                  <a:pt x="739" y="26"/>
                  <a:pt x="739" y="26"/>
                </a:cubicBezTo>
                <a:cubicBezTo>
                  <a:pt x="746" y="26"/>
                  <a:pt x="746" y="26"/>
                  <a:pt x="746" y="26"/>
                </a:cubicBezTo>
                <a:cubicBezTo>
                  <a:pt x="746" y="26"/>
                  <a:pt x="746" y="26"/>
                  <a:pt x="746" y="26"/>
                </a:cubicBezTo>
                <a:close/>
                <a:moveTo>
                  <a:pt x="682" y="56"/>
                </a:moveTo>
                <a:cubicBezTo>
                  <a:pt x="689" y="51"/>
                  <a:pt x="700" y="43"/>
                  <a:pt x="713" y="37"/>
                </a:cubicBezTo>
                <a:cubicBezTo>
                  <a:pt x="718" y="34"/>
                  <a:pt x="718" y="34"/>
                  <a:pt x="718" y="34"/>
                </a:cubicBezTo>
                <a:cubicBezTo>
                  <a:pt x="706" y="11"/>
                  <a:pt x="706" y="11"/>
                  <a:pt x="706" y="11"/>
                </a:cubicBezTo>
                <a:cubicBezTo>
                  <a:pt x="701" y="13"/>
                  <a:pt x="701" y="13"/>
                  <a:pt x="701" y="13"/>
                </a:cubicBezTo>
                <a:cubicBezTo>
                  <a:pt x="687" y="20"/>
                  <a:pt x="674" y="29"/>
                  <a:pt x="666" y="35"/>
                </a:cubicBezTo>
                <a:cubicBezTo>
                  <a:pt x="661" y="39"/>
                  <a:pt x="661" y="39"/>
                  <a:pt x="661" y="39"/>
                </a:cubicBezTo>
                <a:cubicBezTo>
                  <a:pt x="677" y="60"/>
                  <a:pt x="677" y="60"/>
                  <a:pt x="677" y="60"/>
                </a:cubicBezTo>
                <a:cubicBezTo>
                  <a:pt x="682" y="56"/>
                  <a:pt x="682" y="56"/>
                  <a:pt x="682" y="56"/>
                </a:cubicBezTo>
                <a:cubicBezTo>
                  <a:pt x="682" y="56"/>
                  <a:pt x="682" y="56"/>
                  <a:pt x="682" y="56"/>
                </a:cubicBezTo>
                <a:close/>
                <a:moveTo>
                  <a:pt x="38" y="662"/>
                </a:moveTo>
                <a:cubicBezTo>
                  <a:pt x="35" y="658"/>
                  <a:pt x="35" y="658"/>
                  <a:pt x="35" y="658"/>
                </a:cubicBezTo>
                <a:cubicBezTo>
                  <a:pt x="15" y="675"/>
                  <a:pt x="15" y="675"/>
                  <a:pt x="15" y="675"/>
                </a:cubicBezTo>
                <a:cubicBezTo>
                  <a:pt x="19" y="680"/>
                  <a:pt x="19" y="680"/>
                  <a:pt x="19" y="680"/>
                </a:cubicBezTo>
                <a:cubicBezTo>
                  <a:pt x="29" y="690"/>
                  <a:pt x="44" y="699"/>
                  <a:pt x="55" y="705"/>
                </a:cubicBezTo>
                <a:cubicBezTo>
                  <a:pt x="59" y="707"/>
                  <a:pt x="59" y="707"/>
                  <a:pt x="59" y="707"/>
                </a:cubicBezTo>
                <a:cubicBezTo>
                  <a:pt x="72" y="685"/>
                  <a:pt x="72" y="685"/>
                  <a:pt x="72" y="685"/>
                </a:cubicBezTo>
                <a:cubicBezTo>
                  <a:pt x="67" y="682"/>
                  <a:pt x="67" y="682"/>
                  <a:pt x="67" y="682"/>
                </a:cubicBezTo>
                <a:cubicBezTo>
                  <a:pt x="54" y="675"/>
                  <a:pt x="44" y="669"/>
                  <a:pt x="38" y="662"/>
                </a:cubicBezTo>
                <a:close/>
                <a:moveTo>
                  <a:pt x="997" y="161"/>
                </a:moveTo>
                <a:cubicBezTo>
                  <a:pt x="1002" y="163"/>
                  <a:pt x="1002" y="163"/>
                  <a:pt x="1002" y="163"/>
                </a:cubicBezTo>
                <a:cubicBezTo>
                  <a:pt x="1014" y="141"/>
                  <a:pt x="1014" y="141"/>
                  <a:pt x="1014" y="141"/>
                </a:cubicBezTo>
                <a:cubicBezTo>
                  <a:pt x="1010" y="138"/>
                  <a:pt x="1010" y="138"/>
                  <a:pt x="1010" y="138"/>
                </a:cubicBezTo>
                <a:cubicBezTo>
                  <a:pt x="997" y="131"/>
                  <a:pt x="986" y="125"/>
                  <a:pt x="975" y="119"/>
                </a:cubicBezTo>
                <a:cubicBezTo>
                  <a:pt x="970" y="116"/>
                  <a:pt x="970" y="116"/>
                  <a:pt x="970" y="116"/>
                </a:cubicBezTo>
                <a:cubicBezTo>
                  <a:pt x="958" y="139"/>
                  <a:pt x="958" y="139"/>
                  <a:pt x="958" y="139"/>
                </a:cubicBezTo>
                <a:cubicBezTo>
                  <a:pt x="963" y="142"/>
                  <a:pt x="963" y="142"/>
                  <a:pt x="963" y="142"/>
                </a:cubicBezTo>
                <a:cubicBezTo>
                  <a:pt x="973" y="148"/>
                  <a:pt x="985" y="154"/>
                  <a:pt x="997" y="161"/>
                </a:cubicBezTo>
                <a:close/>
                <a:moveTo>
                  <a:pt x="888" y="102"/>
                </a:moveTo>
                <a:cubicBezTo>
                  <a:pt x="891" y="103"/>
                  <a:pt x="892" y="104"/>
                  <a:pt x="892" y="104"/>
                </a:cubicBezTo>
                <a:cubicBezTo>
                  <a:pt x="893" y="105"/>
                  <a:pt x="893" y="105"/>
                  <a:pt x="893" y="105"/>
                </a:cubicBezTo>
                <a:cubicBezTo>
                  <a:pt x="894" y="106"/>
                  <a:pt x="907" y="112"/>
                  <a:pt x="928" y="124"/>
                </a:cubicBezTo>
                <a:cubicBezTo>
                  <a:pt x="932" y="126"/>
                  <a:pt x="932" y="126"/>
                  <a:pt x="932" y="126"/>
                </a:cubicBezTo>
                <a:cubicBezTo>
                  <a:pt x="945" y="103"/>
                  <a:pt x="945" y="103"/>
                  <a:pt x="945" y="103"/>
                </a:cubicBezTo>
                <a:cubicBezTo>
                  <a:pt x="940" y="100"/>
                  <a:pt x="940" y="100"/>
                  <a:pt x="940" y="100"/>
                </a:cubicBezTo>
                <a:cubicBezTo>
                  <a:pt x="917" y="88"/>
                  <a:pt x="909" y="84"/>
                  <a:pt x="906" y="82"/>
                </a:cubicBezTo>
                <a:cubicBezTo>
                  <a:pt x="906" y="82"/>
                  <a:pt x="906" y="82"/>
                  <a:pt x="906" y="82"/>
                </a:cubicBezTo>
                <a:cubicBezTo>
                  <a:pt x="906" y="82"/>
                  <a:pt x="900" y="78"/>
                  <a:pt x="891" y="73"/>
                </a:cubicBezTo>
                <a:cubicBezTo>
                  <a:pt x="887" y="69"/>
                  <a:pt x="887" y="69"/>
                  <a:pt x="887" y="69"/>
                </a:cubicBezTo>
                <a:cubicBezTo>
                  <a:pt x="873" y="91"/>
                  <a:pt x="873" y="91"/>
                  <a:pt x="873" y="91"/>
                </a:cubicBezTo>
                <a:cubicBezTo>
                  <a:pt x="877" y="94"/>
                  <a:pt x="877" y="94"/>
                  <a:pt x="877" y="94"/>
                </a:cubicBezTo>
                <a:cubicBezTo>
                  <a:pt x="882" y="97"/>
                  <a:pt x="886" y="100"/>
                  <a:pt x="888" y="102"/>
                </a:cubicBezTo>
                <a:close/>
                <a:moveTo>
                  <a:pt x="304" y="266"/>
                </a:moveTo>
                <a:cubicBezTo>
                  <a:pt x="291" y="242"/>
                  <a:pt x="291" y="242"/>
                  <a:pt x="291" y="242"/>
                </a:cubicBezTo>
                <a:cubicBezTo>
                  <a:pt x="247" y="268"/>
                  <a:pt x="247" y="268"/>
                  <a:pt x="247" y="268"/>
                </a:cubicBezTo>
                <a:cubicBezTo>
                  <a:pt x="260" y="290"/>
                  <a:pt x="260" y="290"/>
                  <a:pt x="260" y="290"/>
                </a:cubicBezTo>
                <a:cubicBezTo>
                  <a:pt x="304" y="266"/>
                  <a:pt x="304" y="266"/>
                  <a:pt x="304" y="266"/>
                </a:cubicBezTo>
                <a:cubicBezTo>
                  <a:pt x="304" y="266"/>
                  <a:pt x="304" y="266"/>
                  <a:pt x="304" y="266"/>
                </a:cubicBezTo>
                <a:close/>
                <a:moveTo>
                  <a:pt x="1073" y="766"/>
                </a:moveTo>
                <a:cubicBezTo>
                  <a:pt x="1085" y="787"/>
                  <a:pt x="1085" y="787"/>
                  <a:pt x="1085" y="787"/>
                </a:cubicBezTo>
                <a:cubicBezTo>
                  <a:pt x="1129" y="762"/>
                  <a:pt x="1129" y="762"/>
                  <a:pt x="1129" y="762"/>
                </a:cubicBezTo>
                <a:cubicBezTo>
                  <a:pt x="1117" y="740"/>
                  <a:pt x="1117" y="740"/>
                  <a:pt x="1117" y="740"/>
                </a:cubicBezTo>
                <a:cubicBezTo>
                  <a:pt x="1073" y="766"/>
                  <a:pt x="1073" y="766"/>
                  <a:pt x="1073" y="766"/>
                </a:cubicBezTo>
                <a:cubicBezTo>
                  <a:pt x="1073" y="766"/>
                  <a:pt x="1073" y="766"/>
                  <a:pt x="1073" y="766"/>
                </a:cubicBezTo>
                <a:close/>
                <a:moveTo>
                  <a:pt x="974" y="824"/>
                </a:moveTo>
                <a:cubicBezTo>
                  <a:pt x="961" y="831"/>
                  <a:pt x="950" y="838"/>
                  <a:pt x="940" y="844"/>
                </a:cubicBezTo>
                <a:cubicBezTo>
                  <a:pt x="936" y="847"/>
                  <a:pt x="936" y="847"/>
                  <a:pt x="936" y="847"/>
                </a:cubicBezTo>
                <a:cubicBezTo>
                  <a:pt x="949" y="870"/>
                  <a:pt x="949" y="870"/>
                  <a:pt x="949" y="870"/>
                </a:cubicBezTo>
                <a:cubicBezTo>
                  <a:pt x="953" y="867"/>
                  <a:pt x="953" y="867"/>
                  <a:pt x="953" y="867"/>
                </a:cubicBezTo>
                <a:cubicBezTo>
                  <a:pt x="964" y="860"/>
                  <a:pt x="975" y="853"/>
                  <a:pt x="987" y="846"/>
                </a:cubicBezTo>
                <a:cubicBezTo>
                  <a:pt x="992" y="844"/>
                  <a:pt x="992" y="844"/>
                  <a:pt x="992" y="844"/>
                </a:cubicBezTo>
                <a:cubicBezTo>
                  <a:pt x="979" y="821"/>
                  <a:pt x="979" y="821"/>
                  <a:pt x="979" y="821"/>
                </a:cubicBezTo>
                <a:cubicBezTo>
                  <a:pt x="974" y="824"/>
                  <a:pt x="974" y="824"/>
                  <a:pt x="974" y="824"/>
                </a:cubicBezTo>
                <a:cubicBezTo>
                  <a:pt x="974" y="824"/>
                  <a:pt x="974" y="824"/>
                  <a:pt x="974" y="824"/>
                </a:cubicBezTo>
                <a:close/>
                <a:moveTo>
                  <a:pt x="1043" y="783"/>
                </a:moveTo>
                <a:cubicBezTo>
                  <a:pt x="1031" y="789"/>
                  <a:pt x="1019" y="796"/>
                  <a:pt x="1008" y="803"/>
                </a:cubicBezTo>
                <a:cubicBezTo>
                  <a:pt x="1003" y="806"/>
                  <a:pt x="1003" y="806"/>
                  <a:pt x="1003" y="806"/>
                </a:cubicBezTo>
                <a:cubicBezTo>
                  <a:pt x="1016" y="828"/>
                  <a:pt x="1016" y="828"/>
                  <a:pt x="1016" y="828"/>
                </a:cubicBezTo>
                <a:cubicBezTo>
                  <a:pt x="1021" y="825"/>
                  <a:pt x="1021" y="825"/>
                  <a:pt x="1021" y="825"/>
                </a:cubicBezTo>
                <a:cubicBezTo>
                  <a:pt x="1033" y="819"/>
                  <a:pt x="1045" y="813"/>
                  <a:pt x="1056" y="805"/>
                </a:cubicBezTo>
                <a:cubicBezTo>
                  <a:pt x="1062" y="803"/>
                  <a:pt x="1062" y="803"/>
                  <a:pt x="1062" y="803"/>
                </a:cubicBezTo>
                <a:cubicBezTo>
                  <a:pt x="1048" y="780"/>
                  <a:pt x="1048" y="780"/>
                  <a:pt x="1048" y="780"/>
                </a:cubicBezTo>
                <a:cubicBezTo>
                  <a:pt x="1043" y="783"/>
                  <a:pt x="1043" y="783"/>
                  <a:pt x="1043" y="783"/>
                </a:cubicBezTo>
                <a:cubicBezTo>
                  <a:pt x="1043" y="783"/>
                  <a:pt x="1043" y="783"/>
                  <a:pt x="1043" y="783"/>
                </a:cubicBezTo>
                <a:close/>
                <a:moveTo>
                  <a:pt x="838" y="909"/>
                </a:moveTo>
                <a:cubicBezTo>
                  <a:pt x="824" y="920"/>
                  <a:pt x="816" y="927"/>
                  <a:pt x="812" y="934"/>
                </a:cubicBezTo>
                <a:cubicBezTo>
                  <a:pt x="811" y="936"/>
                  <a:pt x="809" y="938"/>
                  <a:pt x="808" y="941"/>
                </a:cubicBezTo>
                <a:cubicBezTo>
                  <a:pt x="805" y="946"/>
                  <a:pt x="805" y="946"/>
                  <a:pt x="805" y="946"/>
                </a:cubicBezTo>
                <a:cubicBezTo>
                  <a:pt x="827" y="959"/>
                  <a:pt x="827" y="959"/>
                  <a:pt x="827" y="959"/>
                </a:cubicBezTo>
                <a:cubicBezTo>
                  <a:pt x="830" y="955"/>
                  <a:pt x="830" y="955"/>
                  <a:pt x="830" y="955"/>
                </a:cubicBezTo>
                <a:cubicBezTo>
                  <a:pt x="832" y="953"/>
                  <a:pt x="832" y="950"/>
                  <a:pt x="834" y="948"/>
                </a:cubicBezTo>
                <a:cubicBezTo>
                  <a:pt x="835" y="947"/>
                  <a:pt x="838" y="942"/>
                  <a:pt x="854" y="930"/>
                </a:cubicBezTo>
                <a:cubicBezTo>
                  <a:pt x="858" y="926"/>
                  <a:pt x="858" y="926"/>
                  <a:pt x="858" y="926"/>
                </a:cubicBezTo>
                <a:cubicBezTo>
                  <a:pt x="843" y="906"/>
                  <a:pt x="843" y="906"/>
                  <a:pt x="843" y="906"/>
                </a:cubicBezTo>
                <a:cubicBezTo>
                  <a:pt x="838" y="909"/>
                  <a:pt x="838" y="909"/>
                  <a:pt x="838" y="909"/>
                </a:cubicBezTo>
                <a:cubicBezTo>
                  <a:pt x="838" y="909"/>
                  <a:pt x="838" y="909"/>
                  <a:pt x="838" y="909"/>
                </a:cubicBezTo>
                <a:close/>
                <a:moveTo>
                  <a:pt x="905" y="864"/>
                </a:moveTo>
                <a:cubicBezTo>
                  <a:pt x="894" y="872"/>
                  <a:pt x="882" y="879"/>
                  <a:pt x="872" y="886"/>
                </a:cubicBezTo>
                <a:cubicBezTo>
                  <a:pt x="868" y="889"/>
                  <a:pt x="868" y="889"/>
                  <a:pt x="868" y="889"/>
                </a:cubicBezTo>
                <a:cubicBezTo>
                  <a:pt x="882" y="910"/>
                  <a:pt x="882" y="910"/>
                  <a:pt x="882" y="910"/>
                </a:cubicBezTo>
                <a:cubicBezTo>
                  <a:pt x="886" y="907"/>
                  <a:pt x="886" y="907"/>
                  <a:pt x="886" y="907"/>
                </a:cubicBezTo>
                <a:cubicBezTo>
                  <a:pt x="897" y="901"/>
                  <a:pt x="908" y="894"/>
                  <a:pt x="919" y="887"/>
                </a:cubicBezTo>
                <a:cubicBezTo>
                  <a:pt x="924" y="884"/>
                  <a:pt x="924" y="884"/>
                  <a:pt x="924" y="884"/>
                </a:cubicBezTo>
                <a:cubicBezTo>
                  <a:pt x="911" y="861"/>
                  <a:pt x="911" y="861"/>
                  <a:pt x="911" y="861"/>
                </a:cubicBezTo>
                <a:cubicBezTo>
                  <a:pt x="905" y="864"/>
                  <a:pt x="905" y="864"/>
                  <a:pt x="905" y="864"/>
                </a:cubicBezTo>
                <a:cubicBezTo>
                  <a:pt x="905" y="864"/>
                  <a:pt x="905" y="864"/>
                  <a:pt x="905" y="864"/>
                </a:cubicBezTo>
                <a:close/>
                <a:moveTo>
                  <a:pt x="1140" y="726"/>
                </a:moveTo>
                <a:cubicBezTo>
                  <a:pt x="1155" y="748"/>
                  <a:pt x="1155" y="748"/>
                  <a:pt x="1155" y="748"/>
                </a:cubicBezTo>
                <a:cubicBezTo>
                  <a:pt x="1199" y="723"/>
                  <a:pt x="1199" y="723"/>
                  <a:pt x="1199" y="723"/>
                </a:cubicBezTo>
                <a:cubicBezTo>
                  <a:pt x="1184" y="701"/>
                  <a:pt x="1184" y="701"/>
                  <a:pt x="1184" y="701"/>
                </a:cubicBezTo>
                <a:cubicBezTo>
                  <a:pt x="1140" y="726"/>
                  <a:pt x="1140" y="726"/>
                  <a:pt x="1140" y="726"/>
                </a:cubicBezTo>
                <a:cubicBezTo>
                  <a:pt x="1140" y="726"/>
                  <a:pt x="1140" y="726"/>
                  <a:pt x="1140" y="726"/>
                </a:cubicBezTo>
                <a:close/>
                <a:moveTo>
                  <a:pt x="48" y="303"/>
                </a:moveTo>
                <a:cubicBezTo>
                  <a:pt x="43" y="306"/>
                  <a:pt x="37" y="310"/>
                  <a:pt x="32" y="317"/>
                </a:cubicBezTo>
                <a:cubicBezTo>
                  <a:pt x="28" y="322"/>
                  <a:pt x="28" y="322"/>
                  <a:pt x="28" y="322"/>
                </a:cubicBezTo>
                <a:cubicBezTo>
                  <a:pt x="48" y="339"/>
                  <a:pt x="48" y="339"/>
                  <a:pt x="48" y="339"/>
                </a:cubicBezTo>
                <a:cubicBezTo>
                  <a:pt x="51" y="334"/>
                  <a:pt x="51" y="334"/>
                  <a:pt x="51" y="334"/>
                </a:cubicBezTo>
                <a:cubicBezTo>
                  <a:pt x="54" y="330"/>
                  <a:pt x="58" y="328"/>
                  <a:pt x="61" y="327"/>
                </a:cubicBezTo>
                <a:cubicBezTo>
                  <a:pt x="61" y="327"/>
                  <a:pt x="63" y="325"/>
                  <a:pt x="74" y="328"/>
                </a:cubicBezTo>
                <a:cubicBezTo>
                  <a:pt x="80" y="330"/>
                  <a:pt x="80" y="330"/>
                  <a:pt x="80" y="330"/>
                </a:cubicBezTo>
                <a:cubicBezTo>
                  <a:pt x="86" y="305"/>
                  <a:pt x="86" y="305"/>
                  <a:pt x="86" y="305"/>
                </a:cubicBezTo>
                <a:cubicBezTo>
                  <a:pt x="81" y="304"/>
                  <a:pt x="81" y="304"/>
                  <a:pt x="81" y="304"/>
                </a:cubicBezTo>
                <a:cubicBezTo>
                  <a:pt x="67" y="299"/>
                  <a:pt x="57" y="299"/>
                  <a:pt x="48" y="303"/>
                </a:cubicBezTo>
                <a:close/>
                <a:moveTo>
                  <a:pt x="1338" y="556"/>
                </a:moveTo>
                <a:cubicBezTo>
                  <a:pt x="1336" y="570"/>
                  <a:pt x="1333" y="583"/>
                  <a:pt x="1330" y="593"/>
                </a:cubicBezTo>
                <a:cubicBezTo>
                  <a:pt x="1328" y="598"/>
                  <a:pt x="1328" y="598"/>
                  <a:pt x="1328" y="598"/>
                </a:cubicBezTo>
                <a:cubicBezTo>
                  <a:pt x="1353" y="606"/>
                  <a:pt x="1353" y="606"/>
                  <a:pt x="1353" y="606"/>
                </a:cubicBezTo>
                <a:cubicBezTo>
                  <a:pt x="1355" y="601"/>
                  <a:pt x="1355" y="601"/>
                  <a:pt x="1355" y="601"/>
                </a:cubicBezTo>
                <a:cubicBezTo>
                  <a:pt x="1358" y="590"/>
                  <a:pt x="1361" y="576"/>
                  <a:pt x="1363" y="561"/>
                </a:cubicBezTo>
                <a:cubicBezTo>
                  <a:pt x="1364" y="555"/>
                  <a:pt x="1364" y="555"/>
                  <a:pt x="1364" y="555"/>
                </a:cubicBezTo>
                <a:cubicBezTo>
                  <a:pt x="1339" y="551"/>
                  <a:pt x="1339" y="551"/>
                  <a:pt x="1339" y="551"/>
                </a:cubicBezTo>
                <a:cubicBezTo>
                  <a:pt x="1338" y="556"/>
                  <a:pt x="1338" y="556"/>
                  <a:pt x="1338" y="556"/>
                </a:cubicBezTo>
                <a:cubicBezTo>
                  <a:pt x="1338" y="556"/>
                  <a:pt x="1338" y="556"/>
                  <a:pt x="1338" y="556"/>
                </a:cubicBezTo>
                <a:close/>
                <a:moveTo>
                  <a:pt x="1344" y="474"/>
                </a:moveTo>
                <a:cubicBezTo>
                  <a:pt x="1344" y="480"/>
                  <a:pt x="1344" y="480"/>
                  <a:pt x="1344" y="480"/>
                </a:cubicBezTo>
                <a:cubicBezTo>
                  <a:pt x="1344" y="493"/>
                  <a:pt x="1344" y="506"/>
                  <a:pt x="1342" y="518"/>
                </a:cubicBezTo>
                <a:cubicBezTo>
                  <a:pt x="1342" y="524"/>
                  <a:pt x="1342" y="524"/>
                  <a:pt x="1342" y="524"/>
                </a:cubicBezTo>
                <a:cubicBezTo>
                  <a:pt x="1367" y="526"/>
                  <a:pt x="1367" y="526"/>
                  <a:pt x="1367" y="526"/>
                </a:cubicBezTo>
                <a:cubicBezTo>
                  <a:pt x="1367" y="520"/>
                  <a:pt x="1367" y="520"/>
                  <a:pt x="1367" y="520"/>
                </a:cubicBezTo>
                <a:cubicBezTo>
                  <a:pt x="1368" y="507"/>
                  <a:pt x="1369" y="493"/>
                  <a:pt x="1369" y="480"/>
                </a:cubicBezTo>
                <a:cubicBezTo>
                  <a:pt x="1369" y="474"/>
                  <a:pt x="1369" y="474"/>
                  <a:pt x="1369" y="474"/>
                </a:cubicBezTo>
                <a:cubicBezTo>
                  <a:pt x="1344" y="474"/>
                  <a:pt x="1344" y="474"/>
                  <a:pt x="1344" y="474"/>
                </a:cubicBezTo>
                <a:cubicBezTo>
                  <a:pt x="1344" y="474"/>
                  <a:pt x="1344" y="474"/>
                  <a:pt x="1344" y="474"/>
                </a:cubicBezTo>
                <a:close/>
                <a:moveTo>
                  <a:pt x="791" y="972"/>
                </a:moveTo>
                <a:cubicBezTo>
                  <a:pt x="789" y="977"/>
                  <a:pt x="789" y="977"/>
                  <a:pt x="789" y="977"/>
                </a:cubicBezTo>
                <a:cubicBezTo>
                  <a:pt x="782" y="989"/>
                  <a:pt x="777" y="1000"/>
                  <a:pt x="771" y="1009"/>
                </a:cubicBezTo>
                <a:cubicBezTo>
                  <a:pt x="767" y="1014"/>
                  <a:pt x="767" y="1014"/>
                  <a:pt x="767" y="1014"/>
                </a:cubicBezTo>
                <a:cubicBezTo>
                  <a:pt x="789" y="1028"/>
                  <a:pt x="789" y="1028"/>
                  <a:pt x="789" y="1028"/>
                </a:cubicBezTo>
                <a:cubicBezTo>
                  <a:pt x="792" y="1024"/>
                  <a:pt x="792" y="1024"/>
                  <a:pt x="792" y="1024"/>
                </a:cubicBezTo>
                <a:cubicBezTo>
                  <a:pt x="799" y="1014"/>
                  <a:pt x="805" y="1002"/>
                  <a:pt x="812" y="988"/>
                </a:cubicBezTo>
                <a:cubicBezTo>
                  <a:pt x="814" y="984"/>
                  <a:pt x="814" y="984"/>
                  <a:pt x="814" y="984"/>
                </a:cubicBezTo>
                <a:cubicBezTo>
                  <a:pt x="804" y="977"/>
                  <a:pt x="804" y="977"/>
                  <a:pt x="804" y="977"/>
                </a:cubicBezTo>
                <a:cubicBezTo>
                  <a:pt x="791" y="972"/>
                  <a:pt x="791" y="972"/>
                  <a:pt x="791" y="972"/>
                </a:cubicBezTo>
                <a:cubicBezTo>
                  <a:pt x="791" y="972"/>
                  <a:pt x="791" y="972"/>
                  <a:pt x="791" y="972"/>
                </a:cubicBezTo>
                <a:close/>
                <a:moveTo>
                  <a:pt x="1249" y="662"/>
                </a:moveTo>
                <a:cubicBezTo>
                  <a:pt x="1238" y="669"/>
                  <a:pt x="1226" y="676"/>
                  <a:pt x="1214" y="683"/>
                </a:cubicBezTo>
                <a:cubicBezTo>
                  <a:pt x="1210" y="686"/>
                  <a:pt x="1210" y="686"/>
                  <a:pt x="1210" y="686"/>
                </a:cubicBezTo>
                <a:cubicBezTo>
                  <a:pt x="1222" y="709"/>
                  <a:pt x="1222" y="709"/>
                  <a:pt x="1222" y="709"/>
                </a:cubicBezTo>
                <a:cubicBezTo>
                  <a:pt x="1228" y="706"/>
                  <a:pt x="1228" y="706"/>
                  <a:pt x="1228" y="706"/>
                </a:cubicBezTo>
                <a:cubicBezTo>
                  <a:pt x="1240" y="698"/>
                  <a:pt x="1252" y="691"/>
                  <a:pt x="1262" y="685"/>
                </a:cubicBezTo>
                <a:cubicBezTo>
                  <a:pt x="1267" y="682"/>
                  <a:pt x="1267" y="682"/>
                  <a:pt x="1267" y="682"/>
                </a:cubicBezTo>
                <a:cubicBezTo>
                  <a:pt x="1253" y="660"/>
                  <a:pt x="1253" y="660"/>
                  <a:pt x="1253" y="660"/>
                </a:cubicBezTo>
                <a:cubicBezTo>
                  <a:pt x="1249" y="662"/>
                  <a:pt x="1249" y="662"/>
                  <a:pt x="1249" y="662"/>
                </a:cubicBezTo>
                <a:cubicBezTo>
                  <a:pt x="1249" y="662"/>
                  <a:pt x="1249" y="662"/>
                  <a:pt x="1249" y="662"/>
                </a:cubicBezTo>
                <a:close/>
                <a:moveTo>
                  <a:pt x="1314" y="619"/>
                </a:moveTo>
                <a:cubicBezTo>
                  <a:pt x="1307" y="625"/>
                  <a:pt x="1297" y="632"/>
                  <a:pt x="1283" y="641"/>
                </a:cubicBezTo>
                <a:cubicBezTo>
                  <a:pt x="1278" y="645"/>
                  <a:pt x="1278" y="645"/>
                  <a:pt x="1278" y="645"/>
                </a:cubicBezTo>
                <a:cubicBezTo>
                  <a:pt x="1292" y="666"/>
                  <a:pt x="1292" y="666"/>
                  <a:pt x="1292" y="666"/>
                </a:cubicBezTo>
                <a:cubicBezTo>
                  <a:pt x="1297" y="663"/>
                  <a:pt x="1297" y="663"/>
                  <a:pt x="1297" y="663"/>
                </a:cubicBezTo>
                <a:cubicBezTo>
                  <a:pt x="1312" y="653"/>
                  <a:pt x="1323" y="646"/>
                  <a:pt x="1330" y="640"/>
                </a:cubicBezTo>
                <a:cubicBezTo>
                  <a:pt x="1334" y="636"/>
                  <a:pt x="1334" y="636"/>
                  <a:pt x="1334" y="636"/>
                </a:cubicBezTo>
                <a:cubicBezTo>
                  <a:pt x="1318" y="616"/>
                  <a:pt x="1318" y="616"/>
                  <a:pt x="1318" y="616"/>
                </a:cubicBezTo>
                <a:cubicBezTo>
                  <a:pt x="1314" y="619"/>
                  <a:pt x="1314" y="619"/>
                  <a:pt x="1314" y="619"/>
                </a:cubicBezTo>
                <a:cubicBezTo>
                  <a:pt x="1314" y="619"/>
                  <a:pt x="1314" y="619"/>
                  <a:pt x="1314" y="619"/>
                </a:cubicBezTo>
                <a:close/>
                <a:moveTo>
                  <a:pt x="318" y="798"/>
                </a:moveTo>
                <a:cubicBezTo>
                  <a:pt x="314" y="795"/>
                  <a:pt x="314" y="795"/>
                  <a:pt x="314" y="795"/>
                </a:cubicBezTo>
                <a:cubicBezTo>
                  <a:pt x="300" y="818"/>
                  <a:pt x="300" y="818"/>
                  <a:pt x="300" y="818"/>
                </a:cubicBezTo>
                <a:cubicBezTo>
                  <a:pt x="306" y="821"/>
                  <a:pt x="306" y="821"/>
                  <a:pt x="306" y="821"/>
                </a:cubicBezTo>
                <a:cubicBezTo>
                  <a:pt x="317" y="828"/>
                  <a:pt x="328" y="834"/>
                  <a:pt x="339" y="841"/>
                </a:cubicBezTo>
                <a:cubicBezTo>
                  <a:pt x="344" y="844"/>
                  <a:pt x="344" y="844"/>
                  <a:pt x="344" y="844"/>
                </a:cubicBezTo>
                <a:cubicBezTo>
                  <a:pt x="357" y="821"/>
                  <a:pt x="357" y="821"/>
                  <a:pt x="357" y="821"/>
                </a:cubicBezTo>
                <a:cubicBezTo>
                  <a:pt x="353" y="818"/>
                  <a:pt x="353" y="818"/>
                  <a:pt x="353" y="818"/>
                </a:cubicBezTo>
                <a:cubicBezTo>
                  <a:pt x="341" y="812"/>
                  <a:pt x="330" y="805"/>
                  <a:pt x="318" y="798"/>
                </a:cubicBezTo>
                <a:close/>
                <a:moveTo>
                  <a:pt x="368" y="858"/>
                </a:moveTo>
                <a:cubicBezTo>
                  <a:pt x="413" y="883"/>
                  <a:pt x="413" y="883"/>
                  <a:pt x="413" y="883"/>
                </a:cubicBezTo>
                <a:cubicBezTo>
                  <a:pt x="425" y="861"/>
                  <a:pt x="425" y="861"/>
                  <a:pt x="425" y="861"/>
                </a:cubicBezTo>
                <a:cubicBezTo>
                  <a:pt x="381" y="834"/>
                  <a:pt x="381" y="834"/>
                  <a:pt x="381" y="834"/>
                </a:cubicBezTo>
                <a:cubicBezTo>
                  <a:pt x="368" y="858"/>
                  <a:pt x="368" y="858"/>
                  <a:pt x="368" y="858"/>
                </a:cubicBezTo>
                <a:cubicBezTo>
                  <a:pt x="368" y="858"/>
                  <a:pt x="368" y="858"/>
                  <a:pt x="368" y="858"/>
                </a:cubicBezTo>
                <a:close/>
                <a:moveTo>
                  <a:pt x="249" y="759"/>
                </a:moveTo>
                <a:cubicBezTo>
                  <a:pt x="244" y="756"/>
                  <a:pt x="244" y="756"/>
                  <a:pt x="244" y="756"/>
                </a:cubicBezTo>
                <a:cubicBezTo>
                  <a:pt x="231" y="779"/>
                  <a:pt x="231" y="779"/>
                  <a:pt x="231" y="779"/>
                </a:cubicBezTo>
                <a:cubicBezTo>
                  <a:pt x="236" y="781"/>
                  <a:pt x="236" y="781"/>
                  <a:pt x="236" y="781"/>
                </a:cubicBezTo>
                <a:cubicBezTo>
                  <a:pt x="247" y="787"/>
                  <a:pt x="259" y="794"/>
                  <a:pt x="271" y="801"/>
                </a:cubicBezTo>
                <a:cubicBezTo>
                  <a:pt x="276" y="803"/>
                  <a:pt x="276" y="803"/>
                  <a:pt x="276" y="803"/>
                </a:cubicBezTo>
                <a:cubicBezTo>
                  <a:pt x="289" y="781"/>
                  <a:pt x="289" y="781"/>
                  <a:pt x="289" y="781"/>
                </a:cubicBezTo>
                <a:cubicBezTo>
                  <a:pt x="284" y="778"/>
                  <a:pt x="284" y="778"/>
                  <a:pt x="284" y="778"/>
                </a:cubicBezTo>
                <a:cubicBezTo>
                  <a:pt x="271" y="771"/>
                  <a:pt x="260" y="765"/>
                  <a:pt x="249" y="759"/>
                </a:cubicBezTo>
                <a:close/>
                <a:moveTo>
                  <a:pt x="179" y="721"/>
                </a:moveTo>
                <a:cubicBezTo>
                  <a:pt x="174" y="718"/>
                  <a:pt x="174" y="718"/>
                  <a:pt x="174" y="718"/>
                </a:cubicBezTo>
                <a:cubicBezTo>
                  <a:pt x="162" y="741"/>
                  <a:pt x="162" y="741"/>
                  <a:pt x="162" y="741"/>
                </a:cubicBezTo>
                <a:cubicBezTo>
                  <a:pt x="167" y="744"/>
                  <a:pt x="167" y="744"/>
                  <a:pt x="167" y="744"/>
                </a:cubicBezTo>
                <a:cubicBezTo>
                  <a:pt x="177" y="749"/>
                  <a:pt x="188" y="756"/>
                  <a:pt x="202" y="762"/>
                </a:cubicBezTo>
                <a:cubicBezTo>
                  <a:pt x="206" y="765"/>
                  <a:pt x="206" y="765"/>
                  <a:pt x="206" y="765"/>
                </a:cubicBezTo>
                <a:cubicBezTo>
                  <a:pt x="219" y="742"/>
                  <a:pt x="219" y="742"/>
                  <a:pt x="219" y="742"/>
                </a:cubicBezTo>
                <a:cubicBezTo>
                  <a:pt x="214" y="740"/>
                  <a:pt x="214" y="740"/>
                  <a:pt x="214" y="740"/>
                </a:cubicBezTo>
                <a:cubicBezTo>
                  <a:pt x="200" y="732"/>
                  <a:pt x="188" y="726"/>
                  <a:pt x="179" y="721"/>
                </a:cubicBezTo>
                <a:close/>
                <a:moveTo>
                  <a:pt x="133" y="704"/>
                </a:moveTo>
                <a:cubicBezTo>
                  <a:pt x="131" y="704"/>
                  <a:pt x="131" y="704"/>
                  <a:pt x="131" y="704"/>
                </a:cubicBezTo>
                <a:cubicBezTo>
                  <a:pt x="124" y="704"/>
                  <a:pt x="114" y="702"/>
                  <a:pt x="101" y="698"/>
                </a:cubicBezTo>
                <a:cubicBezTo>
                  <a:pt x="96" y="696"/>
                  <a:pt x="96" y="696"/>
                  <a:pt x="96" y="696"/>
                </a:cubicBezTo>
                <a:cubicBezTo>
                  <a:pt x="88" y="721"/>
                  <a:pt x="88" y="721"/>
                  <a:pt x="88" y="721"/>
                </a:cubicBezTo>
                <a:cubicBezTo>
                  <a:pt x="93" y="722"/>
                  <a:pt x="93" y="722"/>
                  <a:pt x="93" y="722"/>
                </a:cubicBezTo>
                <a:cubicBezTo>
                  <a:pt x="103" y="726"/>
                  <a:pt x="117" y="729"/>
                  <a:pt x="129" y="729"/>
                </a:cubicBezTo>
                <a:cubicBezTo>
                  <a:pt x="130" y="729"/>
                  <a:pt x="132" y="729"/>
                  <a:pt x="133" y="729"/>
                </a:cubicBezTo>
                <a:cubicBezTo>
                  <a:pt x="133" y="729"/>
                  <a:pt x="133" y="729"/>
                  <a:pt x="133" y="729"/>
                </a:cubicBezTo>
                <a:cubicBezTo>
                  <a:pt x="139" y="731"/>
                  <a:pt x="139" y="731"/>
                  <a:pt x="139" y="731"/>
                </a:cubicBezTo>
                <a:cubicBezTo>
                  <a:pt x="144" y="706"/>
                  <a:pt x="144" y="706"/>
                  <a:pt x="144" y="706"/>
                </a:cubicBezTo>
                <a:cubicBezTo>
                  <a:pt x="139" y="704"/>
                  <a:pt x="139" y="704"/>
                  <a:pt x="139" y="704"/>
                </a:cubicBezTo>
                <a:cubicBezTo>
                  <a:pt x="137" y="704"/>
                  <a:pt x="135" y="704"/>
                  <a:pt x="133" y="704"/>
                </a:cubicBezTo>
                <a:close/>
                <a:moveTo>
                  <a:pt x="748" y="1029"/>
                </a:moveTo>
                <a:cubicBezTo>
                  <a:pt x="747" y="1029"/>
                  <a:pt x="747" y="1029"/>
                  <a:pt x="745" y="1030"/>
                </a:cubicBezTo>
                <a:cubicBezTo>
                  <a:pt x="738" y="1031"/>
                  <a:pt x="726" y="1031"/>
                  <a:pt x="714" y="1030"/>
                </a:cubicBezTo>
                <a:cubicBezTo>
                  <a:pt x="708" y="1029"/>
                  <a:pt x="708" y="1029"/>
                  <a:pt x="708" y="1029"/>
                </a:cubicBezTo>
                <a:cubicBezTo>
                  <a:pt x="706" y="1055"/>
                  <a:pt x="706" y="1055"/>
                  <a:pt x="706" y="1055"/>
                </a:cubicBezTo>
                <a:cubicBezTo>
                  <a:pt x="711" y="1056"/>
                  <a:pt x="711" y="1056"/>
                  <a:pt x="711" y="1056"/>
                </a:cubicBezTo>
                <a:cubicBezTo>
                  <a:pt x="718" y="1057"/>
                  <a:pt x="724" y="1057"/>
                  <a:pt x="729" y="1057"/>
                </a:cubicBezTo>
                <a:cubicBezTo>
                  <a:pt x="738" y="1057"/>
                  <a:pt x="744" y="1057"/>
                  <a:pt x="750" y="1055"/>
                </a:cubicBezTo>
                <a:cubicBezTo>
                  <a:pt x="752" y="1055"/>
                  <a:pt x="754" y="1055"/>
                  <a:pt x="756" y="1054"/>
                </a:cubicBezTo>
                <a:cubicBezTo>
                  <a:pt x="761" y="1052"/>
                  <a:pt x="761" y="1052"/>
                  <a:pt x="761" y="1052"/>
                </a:cubicBezTo>
                <a:cubicBezTo>
                  <a:pt x="753" y="1027"/>
                  <a:pt x="753" y="1027"/>
                  <a:pt x="753" y="1027"/>
                </a:cubicBezTo>
                <a:cubicBezTo>
                  <a:pt x="748" y="1029"/>
                  <a:pt x="748" y="1029"/>
                  <a:pt x="748" y="1029"/>
                </a:cubicBezTo>
                <a:cubicBezTo>
                  <a:pt x="748" y="1029"/>
                  <a:pt x="748" y="1029"/>
                  <a:pt x="748" y="1029"/>
                </a:cubicBezTo>
                <a:close/>
                <a:moveTo>
                  <a:pt x="606" y="985"/>
                </a:moveTo>
                <a:cubicBezTo>
                  <a:pt x="606" y="984"/>
                  <a:pt x="606" y="984"/>
                  <a:pt x="606" y="984"/>
                </a:cubicBezTo>
                <a:cubicBezTo>
                  <a:pt x="602" y="978"/>
                  <a:pt x="598" y="970"/>
                  <a:pt x="594" y="964"/>
                </a:cubicBezTo>
                <a:cubicBezTo>
                  <a:pt x="591" y="959"/>
                  <a:pt x="591" y="959"/>
                  <a:pt x="591" y="959"/>
                </a:cubicBezTo>
                <a:cubicBezTo>
                  <a:pt x="568" y="973"/>
                  <a:pt x="568" y="973"/>
                  <a:pt x="568" y="973"/>
                </a:cubicBezTo>
                <a:cubicBezTo>
                  <a:pt x="571" y="979"/>
                  <a:pt x="571" y="979"/>
                  <a:pt x="571" y="979"/>
                </a:cubicBezTo>
                <a:cubicBezTo>
                  <a:pt x="575" y="985"/>
                  <a:pt x="579" y="991"/>
                  <a:pt x="582" y="997"/>
                </a:cubicBezTo>
                <a:cubicBezTo>
                  <a:pt x="585" y="1002"/>
                  <a:pt x="589" y="1008"/>
                  <a:pt x="592" y="1013"/>
                </a:cubicBezTo>
                <a:cubicBezTo>
                  <a:pt x="595" y="1017"/>
                  <a:pt x="595" y="1017"/>
                  <a:pt x="595" y="1017"/>
                </a:cubicBezTo>
                <a:cubicBezTo>
                  <a:pt x="617" y="1003"/>
                  <a:pt x="617" y="1003"/>
                  <a:pt x="617" y="1003"/>
                </a:cubicBezTo>
                <a:cubicBezTo>
                  <a:pt x="614" y="998"/>
                  <a:pt x="614" y="998"/>
                  <a:pt x="614" y="998"/>
                </a:cubicBezTo>
                <a:cubicBezTo>
                  <a:pt x="612" y="994"/>
                  <a:pt x="609" y="990"/>
                  <a:pt x="606" y="985"/>
                </a:cubicBezTo>
                <a:close/>
                <a:moveTo>
                  <a:pt x="524" y="917"/>
                </a:moveTo>
                <a:cubicBezTo>
                  <a:pt x="519" y="914"/>
                  <a:pt x="519" y="914"/>
                  <a:pt x="519" y="914"/>
                </a:cubicBezTo>
                <a:cubicBezTo>
                  <a:pt x="507" y="937"/>
                  <a:pt x="507" y="937"/>
                  <a:pt x="507" y="937"/>
                </a:cubicBezTo>
                <a:cubicBezTo>
                  <a:pt x="511" y="940"/>
                  <a:pt x="511" y="940"/>
                  <a:pt x="511" y="940"/>
                </a:cubicBezTo>
                <a:cubicBezTo>
                  <a:pt x="538" y="955"/>
                  <a:pt x="545" y="958"/>
                  <a:pt x="549" y="958"/>
                </a:cubicBezTo>
                <a:cubicBezTo>
                  <a:pt x="555" y="961"/>
                  <a:pt x="555" y="961"/>
                  <a:pt x="555" y="961"/>
                </a:cubicBezTo>
                <a:cubicBezTo>
                  <a:pt x="562" y="935"/>
                  <a:pt x="562" y="935"/>
                  <a:pt x="562" y="935"/>
                </a:cubicBezTo>
                <a:cubicBezTo>
                  <a:pt x="555" y="933"/>
                  <a:pt x="555" y="933"/>
                  <a:pt x="555" y="933"/>
                </a:cubicBezTo>
                <a:cubicBezTo>
                  <a:pt x="555" y="933"/>
                  <a:pt x="550" y="931"/>
                  <a:pt x="524" y="917"/>
                </a:cubicBezTo>
                <a:close/>
                <a:moveTo>
                  <a:pt x="639" y="1015"/>
                </a:moveTo>
                <a:cubicBezTo>
                  <a:pt x="634" y="1013"/>
                  <a:pt x="634" y="1013"/>
                  <a:pt x="634" y="1013"/>
                </a:cubicBezTo>
                <a:cubicBezTo>
                  <a:pt x="625" y="1037"/>
                  <a:pt x="625" y="1037"/>
                  <a:pt x="625" y="1037"/>
                </a:cubicBezTo>
                <a:cubicBezTo>
                  <a:pt x="630" y="1039"/>
                  <a:pt x="630" y="1039"/>
                  <a:pt x="630" y="1039"/>
                </a:cubicBezTo>
                <a:cubicBezTo>
                  <a:pt x="642" y="1042"/>
                  <a:pt x="656" y="1046"/>
                  <a:pt x="671" y="1050"/>
                </a:cubicBezTo>
                <a:cubicBezTo>
                  <a:pt x="676" y="1050"/>
                  <a:pt x="676" y="1050"/>
                  <a:pt x="676" y="1050"/>
                </a:cubicBezTo>
                <a:cubicBezTo>
                  <a:pt x="682" y="1026"/>
                  <a:pt x="682" y="1026"/>
                  <a:pt x="682" y="1026"/>
                </a:cubicBezTo>
                <a:cubicBezTo>
                  <a:pt x="676" y="1024"/>
                  <a:pt x="676" y="1024"/>
                  <a:pt x="676" y="1024"/>
                </a:cubicBezTo>
                <a:cubicBezTo>
                  <a:pt x="663" y="1021"/>
                  <a:pt x="650" y="1018"/>
                  <a:pt x="639" y="1015"/>
                </a:cubicBezTo>
                <a:close/>
                <a:moveTo>
                  <a:pt x="455" y="878"/>
                </a:moveTo>
                <a:cubicBezTo>
                  <a:pt x="450" y="876"/>
                  <a:pt x="450" y="876"/>
                  <a:pt x="450" y="876"/>
                </a:cubicBezTo>
                <a:cubicBezTo>
                  <a:pt x="438" y="898"/>
                  <a:pt x="438" y="898"/>
                  <a:pt x="438" y="898"/>
                </a:cubicBezTo>
                <a:cubicBezTo>
                  <a:pt x="442" y="901"/>
                  <a:pt x="442" y="901"/>
                  <a:pt x="442" y="901"/>
                </a:cubicBezTo>
                <a:cubicBezTo>
                  <a:pt x="455" y="907"/>
                  <a:pt x="466" y="914"/>
                  <a:pt x="477" y="921"/>
                </a:cubicBezTo>
                <a:cubicBezTo>
                  <a:pt x="481" y="923"/>
                  <a:pt x="481" y="923"/>
                  <a:pt x="481" y="923"/>
                </a:cubicBezTo>
                <a:cubicBezTo>
                  <a:pt x="494" y="901"/>
                  <a:pt x="494" y="901"/>
                  <a:pt x="494" y="901"/>
                </a:cubicBezTo>
                <a:cubicBezTo>
                  <a:pt x="489" y="898"/>
                  <a:pt x="489" y="898"/>
                  <a:pt x="489" y="898"/>
                </a:cubicBezTo>
                <a:cubicBezTo>
                  <a:pt x="479" y="892"/>
                  <a:pt x="468" y="885"/>
                  <a:pt x="455" y="878"/>
                </a:cubicBezTo>
                <a:close/>
                <a:moveTo>
                  <a:pt x="737" y="694"/>
                </a:moveTo>
                <a:cubicBezTo>
                  <a:pt x="737" y="694"/>
                  <a:pt x="737" y="694"/>
                  <a:pt x="737" y="694"/>
                </a:cubicBezTo>
                <a:cubicBezTo>
                  <a:pt x="194" y="387"/>
                  <a:pt x="194" y="387"/>
                  <a:pt x="194" y="387"/>
                </a:cubicBezTo>
                <a:cubicBezTo>
                  <a:pt x="194" y="387"/>
                  <a:pt x="194" y="387"/>
                  <a:pt x="722" y="78"/>
                </a:cubicBezTo>
                <a:cubicBezTo>
                  <a:pt x="727" y="75"/>
                  <a:pt x="734" y="74"/>
                  <a:pt x="741" y="74"/>
                </a:cubicBezTo>
                <a:cubicBezTo>
                  <a:pt x="748" y="74"/>
                  <a:pt x="754" y="75"/>
                  <a:pt x="759" y="78"/>
                </a:cubicBezTo>
                <a:cubicBezTo>
                  <a:pt x="759" y="78"/>
                  <a:pt x="759" y="78"/>
                  <a:pt x="1268" y="374"/>
                </a:cubicBezTo>
                <a:cubicBezTo>
                  <a:pt x="1271" y="376"/>
                  <a:pt x="1272" y="376"/>
                  <a:pt x="1274" y="378"/>
                </a:cubicBezTo>
                <a:cubicBezTo>
                  <a:pt x="1274" y="378"/>
                  <a:pt x="1274" y="378"/>
                  <a:pt x="737" y="694"/>
                </a:cubicBezTo>
                <a:close/>
                <a:moveTo>
                  <a:pt x="246" y="640"/>
                </a:moveTo>
                <a:cubicBezTo>
                  <a:pt x="244" y="644"/>
                  <a:pt x="240" y="647"/>
                  <a:pt x="237" y="648"/>
                </a:cubicBezTo>
                <a:cubicBezTo>
                  <a:pt x="237" y="648"/>
                  <a:pt x="237" y="648"/>
                  <a:pt x="207" y="666"/>
                </a:cubicBezTo>
                <a:cubicBezTo>
                  <a:pt x="207" y="666"/>
                  <a:pt x="207" y="666"/>
                  <a:pt x="540" y="855"/>
                </a:cubicBezTo>
                <a:cubicBezTo>
                  <a:pt x="540" y="855"/>
                  <a:pt x="540" y="855"/>
                  <a:pt x="540" y="808"/>
                </a:cubicBezTo>
                <a:cubicBezTo>
                  <a:pt x="540" y="808"/>
                  <a:pt x="540" y="808"/>
                  <a:pt x="246" y="640"/>
                </a:cubicBezTo>
                <a:close/>
                <a:moveTo>
                  <a:pt x="756" y="741"/>
                </a:moveTo>
                <a:cubicBezTo>
                  <a:pt x="756" y="737"/>
                  <a:pt x="752" y="730"/>
                  <a:pt x="749" y="729"/>
                </a:cubicBezTo>
                <a:cubicBezTo>
                  <a:pt x="749" y="729"/>
                  <a:pt x="749" y="729"/>
                  <a:pt x="170" y="402"/>
                </a:cubicBezTo>
                <a:cubicBezTo>
                  <a:pt x="170" y="402"/>
                  <a:pt x="170" y="402"/>
                  <a:pt x="169" y="402"/>
                </a:cubicBezTo>
                <a:cubicBezTo>
                  <a:pt x="169" y="402"/>
                  <a:pt x="169" y="402"/>
                  <a:pt x="137" y="384"/>
                </a:cubicBezTo>
                <a:cubicBezTo>
                  <a:pt x="128" y="379"/>
                  <a:pt x="118" y="379"/>
                  <a:pt x="110" y="383"/>
                </a:cubicBezTo>
                <a:cubicBezTo>
                  <a:pt x="102" y="388"/>
                  <a:pt x="97" y="396"/>
                  <a:pt x="97" y="407"/>
                </a:cubicBezTo>
                <a:cubicBezTo>
                  <a:pt x="97" y="407"/>
                  <a:pt x="97" y="407"/>
                  <a:pt x="97" y="588"/>
                </a:cubicBezTo>
                <a:cubicBezTo>
                  <a:pt x="97" y="588"/>
                  <a:pt x="97" y="588"/>
                  <a:pt x="100" y="602"/>
                </a:cubicBezTo>
                <a:cubicBezTo>
                  <a:pt x="100" y="602"/>
                  <a:pt x="100" y="602"/>
                  <a:pt x="118" y="615"/>
                </a:cubicBezTo>
                <a:cubicBezTo>
                  <a:pt x="118" y="615"/>
                  <a:pt x="118" y="615"/>
                  <a:pt x="146" y="631"/>
                </a:cubicBezTo>
                <a:cubicBezTo>
                  <a:pt x="146" y="631"/>
                  <a:pt x="146" y="631"/>
                  <a:pt x="146" y="585"/>
                </a:cubicBezTo>
                <a:cubicBezTo>
                  <a:pt x="146" y="585"/>
                  <a:pt x="146" y="585"/>
                  <a:pt x="140" y="580"/>
                </a:cubicBezTo>
                <a:cubicBezTo>
                  <a:pt x="140" y="580"/>
                  <a:pt x="140" y="580"/>
                  <a:pt x="139" y="579"/>
                </a:cubicBezTo>
                <a:cubicBezTo>
                  <a:pt x="139" y="579"/>
                  <a:pt x="139" y="579"/>
                  <a:pt x="139" y="433"/>
                </a:cubicBezTo>
                <a:cubicBezTo>
                  <a:pt x="139" y="433"/>
                  <a:pt x="139" y="433"/>
                  <a:pt x="715" y="762"/>
                </a:cubicBezTo>
                <a:cubicBezTo>
                  <a:pt x="715" y="762"/>
                  <a:pt x="715" y="762"/>
                  <a:pt x="715" y="907"/>
                </a:cubicBezTo>
                <a:cubicBezTo>
                  <a:pt x="715" y="907"/>
                  <a:pt x="715" y="907"/>
                  <a:pt x="640" y="863"/>
                </a:cubicBezTo>
                <a:cubicBezTo>
                  <a:pt x="638" y="867"/>
                  <a:pt x="635" y="870"/>
                  <a:pt x="631" y="872"/>
                </a:cubicBezTo>
                <a:cubicBezTo>
                  <a:pt x="631" y="872"/>
                  <a:pt x="631" y="872"/>
                  <a:pt x="600" y="889"/>
                </a:cubicBezTo>
                <a:cubicBezTo>
                  <a:pt x="600" y="889"/>
                  <a:pt x="600" y="889"/>
                  <a:pt x="717" y="956"/>
                </a:cubicBezTo>
                <a:cubicBezTo>
                  <a:pt x="722" y="959"/>
                  <a:pt x="727" y="959"/>
                  <a:pt x="731" y="959"/>
                </a:cubicBezTo>
                <a:cubicBezTo>
                  <a:pt x="736" y="959"/>
                  <a:pt x="740" y="959"/>
                  <a:pt x="744" y="956"/>
                </a:cubicBezTo>
                <a:cubicBezTo>
                  <a:pt x="750" y="953"/>
                  <a:pt x="754" y="946"/>
                  <a:pt x="756" y="938"/>
                </a:cubicBezTo>
                <a:cubicBezTo>
                  <a:pt x="756" y="938"/>
                  <a:pt x="756" y="938"/>
                  <a:pt x="756" y="741"/>
                </a:cubicBezTo>
                <a:close/>
                <a:moveTo>
                  <a:pt x="1286" y="399"/>
                </a:moveTo>
                <a:cubicBezTo>
                  <a:pt x="1286" y="399"/>
                  <a:pt x="1286" y="399"/>
                  <a:pt x="1286" y="399"/>
                </a:cubicBezTo>
                <a:cubicBezTo>
                  <a:pt x="762" y="708"/>
                  <a:pt x="762" y="708"/>
                  <a:pt x="762" y="708"/>
                </a:cubicBezTo>
                <a:cubicBezTo>
                  <a:pt x="773" y="715"/>
                  <a:pt x="780" y="728"/>
                  <a:pt x="780" y="741"/>
                </a:cubicBezTo>
                <a:cubicBezTo>
                  <a:pt x="780" y="741"/>
                  <a:pt x="780" y="741"/>
                  <a:pt x="780" y="882"/>
                </a:cubicBezTo>
                <a:cubicBezTo>
                  <a:pt x="780" y="882"/>
                  <a:pt x="780" y="882"/>
                  <a:pt x="1268" y="603"/>
                </a:cubicBezTo>
                <a:cubicBezTo>
                  <a:pt x="1279" y="597"/>
                  <a:pt x="1287" y="584"/>
                  <a:pt x="1287" y="571"/>
                </a:cubicBezTo>
                <a:cubicBezTo>
                  <a:pt x="1287" y="571"/>
                  <a:pt x="1287" y="571"/>
                  <a:pt x="1287" y="407"/>
                </a:cubicBezTo>
                <a:cubicBezTo>
                  <a:pt x="1287" y="404"/>
                  <a:pt x="1287" y="402"/>
                  <a:pt x="1286" y="399"/>
                </a:cubicBezTo>
                <a:close/>
                <a:moveTo>
                  <a:pt x="487" y="733"/>
                </a:moveTo>
                <a:cubicBezTo>
                  <a:pt x="493" y="733"/>
                  <a:pt x="498" y="728"/>
                  <a:pt x="498" y="721"/>
                </a:cubicBezTo>
                <a:cubicBezTo>
                  <a:pt x="498" y="721"/>
                  <a:pt x="498" y="721"/>
                  <a:pt x="498" y="705"/>
                </a:cubicBezTo>
                <a:cubicBezTo>
                  <a:pt x="498" y="698"/>
                  <a:pt x="493" y="689"/>
                  <a:pt x="486" y="685"/>
                </a:cubicBezTo>
                <a:cubicBezTo>
                  <a:pt x="486" y="685"/>
                  <a:pt x="486" y="685"/>
                  <a:pt x="337" y="600"/>
                </a:cubicBezTo>
                <a:cubicBezTo>
                  <a:pt x="328" y="595"/>
                  <a:pt x="320" y="600"/>
                  <a:pt x="320" y="610"/>
                </a:cubicBezTo>
                <a:cubicBezTo>
                  <a:pt x="320" y="610"/>
                  <a:pt x="320" y="610"/>
                  <a:pt x="320" y="625"/>
                </a:cubicBezTo>
                <a:cubicBezTo>
                  <a:pt x="320" y="634"/>
                  <a:pt x="326" y="643"/>
                  <a:pt x="332" y="646"/>
                </a:cubicBezTo>
                <a:cubicBezTo>
                  <a:pt x="332" y="646"/>
                  <a:pt x="332" y="646"/>
                  <a:pt x="481" y="731"/>
                </a:cubicBezTo>
                <a:cubicBezTo>
                  <a:pt x="483" y="732"/>
                  <a:pt x="485" y="733"/>
                  <a:pt x="487" y="733"/>
                </a:cubicBezTo>
                <a:close/>
                <a:moveTo>
                  <a:pt x="626" y="842"/>
                </a:moveTo>
                <a:cubicBezTo>
                  <a:pt x="622" y="836"/>
                  <a:pt x="612" y="835"/>
                  <a:pt x="606" y="839"/>
                </a:cubicBezTo>
                <a:cubicBezTo>
                  <a:pt x="606" y="839"/>
                  <a:pt x="606" y="839"/>
                  <a:pt x="587" y="850"/>
                </a:cubicBezTo>
                <a:cubicBezTo>
                  <a:pt x="587" y="850"/>
                  <a:pt x="587" y="850"/>
                  <a:pt x="587" y="770"/>
                </a:cubicBezTo>
                <a:cubicBezTo>
                  <a:pt x="587" y="770"/>
                  <a:pt x="587" y="770"/>
                  <a:pt x="623" y="750"/>
                </a:cubicBezTo>
                <a:cubicBezTo>
                  <a:pt x="629" y="746"/>
                  <a:pt x="630" y="738"/>
                  <a:pt x="626" y="732"/>
                </a:cubicBezTo>
                <a:cubicBezTo>
                  <a:pt x="626" y="732"/>
                  <a:pt x="626" y="732"/>
                  <a:pt x="626" y="732"/>
                </a:cubicBezTo>
                <a:cubicBezTo>
                  <a:pt x="622" y="727"/>
                  <a:pt x="612" y="724"/>
                  <a:pt x="606" y="728"/>
                </a:cubicBezTo>
                <a:cubicBezTo>
                  <a:pt x="606" y="728"/>
                  <a:pt x="606" y="728"/>
                  <a:pt x="562" y="753"/>
                </a:cubicBezTo>
                <a:cubicBezTo>
                  <a:pt x="557" y="756"/>
                  <a:pt x="556" y="767"/>
                  <a:pt x="556" y="767"/>
                </a:cubicBezTo>
                <a:cubicBezTo>
                  <a:pt x="556" y="767"/>
                  <a:pt x="556" y="767"/>
                  <a:pt x="556" y="869"/>
                </a:cubicBezTo>
                <a:cubicBezTo>
                  <a:pt x="556" y="869"/>
                  <a:pt x="557" y="878"/>
                  <a:pt x="560" y="881"/>
                </a:cubicBezTo>
                <a:cubicBezTo>
                  <a:pt x="563" y="884"/>
                  <a:pt x="573" y="889"/>
                  <a:pt x="579" y="885"/>
                </a:cubicBezTo>
                <a:cubicBezTo>
                  <a:pt x="579" y="885"/>
                  <a:pt x="579" y="885"/>
                  <a:pt x="623" y="859"/>
                </a:cubicBezTo>
                <a:cubicBezTo>
                  <a:pt x="629" y="855"/>
                  <a:pt x="631" y="847"/>
                  <a:pt x="626" y="842"/>
                </a:cubicBezTo>
                <a:close/>
                <a:moveTo>
                  <a:pt x="233" y="619"/>
                </a:moveTo>
                <a:cubicBezTo>
                  <a:pt x="228" y="613"/>
                  <a:pt x="219" y="612"/>
                  <a:pt x="212" y="616"/>
                </a:cubicBezTo>
                <a:cubicBezTo>
                  <a:pt x="212" y="616"/>
                  <a:pt x="212" y="616"/>
                  <a:pt x="193" y="627"/>
                </a:cubicBezTo>
                <a:cubicBezTo>
                  <a:pt x="193" y="627"/>
                  <a:pt x="193" y="627"/>
                  <a:pt x="193" y="547"/>
                </a:cubicBezTo>
                <a:cubicBezTo>
                  <a:pt x="193" y="547"/>
                  <a:pt x="193" y="547"/>
                  <a:pt x="229" y="527"/>
                </a:cubicBezTo>
                <a:cubicBezTo>
                  <a:pt x="236" y="523"/>
                  <a:pt x="236" y="515"/>
                  <a:pt x="232" y="509"/>
                </a:cubicBezTo>
                <a:cubicBezTo>
                  <a:pt x="232" y="509"/>
                  <a:pt x="232" y="509"/>
                  <a:pt x="232" y="509"/>
                </a:cubicBezTo>
                <a:cubicBezTo>
                  <a:pt x="228" y="503"/>
                  <a:pt x="219" y="501"/>
                  <a:pt x="212" y="505"/>
                </a:cubicBezTo>
                <a:cubicBezTo>
                  <a:pt x="212" y="505"/>
                  <a:pt x="212" y="505"/>
                  <a:pt x="168" y="530"/>
                </a:cubicBezTo>
                <a:cubicBezTo>
                  <a:pt x="163" y="533"/>
                  <a:pt x="161" y="544"/>
                  <a:pt x="161" y="544"/>
                </a:cubicBezTo>
                <a:cubicBezTo>
                  <a:pt x="161" y="544"/>
                  <a:pt x="161" y="544"/>
                  <a:pt x="161" y="646"/>
                </a:cubicBezTo>
                <a:cubicBezTo>
                  <a:pt x="161" y="646"/>
                  <a:pt x="163" y="655"/>
                  <a:pt x="166" y="658"/>
                </a:cubicBezTo>
                <a:cubicBezTo>
                  <a:pt x="169" y="661"/>
                  <a:pt x="178" y="666"/>
                  <a:pt x="185" y="662"/>
                </a:cubicBezTo>
                <a:cubicBezTo>
                  <a:pt x="185" y="662"/>
                  <a:pt x="185" y="662"/>
                  <a:pt x="229" y="636"/>
                </a:cubicBezTo>
                <a:cubicBezTo>
                  <a:pt x="236" y="632"/>
                  <a:pt x="237" y="624"/>
                  <a:pt x="233" y="619"/>
                </a:cubicBezTo>
                <a:close/>
              </a:path>
            </a:pathLst>
          </a:custGeom>
          <a:solidFill>
            <a:schemeClr val="tx2"/>
          </a:solidFill>
          <a:ln>
            <a:noFill/>
          </a:ln>
        </p:spPr>
        <p:txBody>
          <a:bodyPr vert="horz" wrap="square" lIns="89635" tIns="44817" rIns="89635" bIns="44817" numCol="1" anchor="t" anchorCtr="0" compatLnSpc="1">
            <a:prstTxWarp prst="textNoShape">
              <a:avLst/>
            </a:prstTxWarp>
          </a:bodyPr>
          <a:lstStyle/>
          <a:p>
            <a:pPr marL="0" marR="0" lvl="0" indent="0" algn="l" defTabSz="91343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a:ln>
                <a:noFill/>
              </a:ln>
              <a:effectLst/>
              <a:uLnTx/>
              <a:uFillTx/>
              <a:latin typeface="Yu Gothic UI" panose="020B0500000000000000" pitchFamily="34" charset="-128"/>
              <a:ea typeface="Yu Gothic UI" panose="020B0500000000000000" pitchFamily="34" charset="-128"/>
            </a:endParaRPr>
          </a:p>
        </p:txBody>
      </p:sp>
      <p:pic>
        <p:nvPicPr>
          <p:cNvPr id="28" name="Picture 4" descr="C:\Users\roslyn.ADI\Desktop\DVD_ART36\Artwork_Imagery\Icons - Illustrations\_ WINDOWS SERVER ICONS\Hardware\Virtual Servers 2.png">
            <a:extLst>
              <a:ext uri="{FF2B5EF4-FFF2-40B4-BE49-F238E27FC236}">
                <a16:creationId xmlns:a16="http://schemas.microsoft.com/office/drawing/2014/main" id="{1DE75876-4BC5-D718-2EF5-715BB2379472}"/>
              </a:ext>
            </a:extLst>
          </p:cNvPr>
          <p:cNvPicPr>
            <a:picLocks noChangeAspect="1" noChangeArrowheads="1"/>
          </p:cNvPicPr>
          <p:nvPr/>
        </p:nvPicPr>
        <p:blipFill>
          <a:blip r:embed="rId3" cstate="print"/>
          <a:srcRect/>
          <a:stretch>
            <a:fillRect/>
          </a:stretch>
        </p:blipFill>
        <p:spPr bwMode="auto">
          <a:xfrm>
            <a:off x="9962618" y="4137731"/>
            <a:ext cx="492017" cy="613536"/>
          </a:xfrm>
          <a:prstGeom prst="rect">
            <a:avLst/>
          </a:prstGeom>
          <a:noFill/>
        </p:spPr>
      </p:pic>
      <p:sp>
        <p:nvSpPr>
          <p:cNvPr id="29" name="テキスト ボックス 28">
            <a:extLst>
              <a:ext uri="{FF2B5EF4-FFF2-40B4-BE49-F238E27FC236}">
                <a16:creationId xmlns:a16="http://schemas.microsoft.com/office/drawing/2014/main" id="{1D50662D-98F0-318F-A2F0-2DD82A62A6B8}"/>
              </a:ext>
            </a:extLst>
          </p:cNvPr>
          <p:cNvSpPr txBox="1"/>
          <p:nvPr/>
        </p:nvSpPr>
        <p:spPr>
          <a:xfrm>
            <a:off x="9766358" y="3830532"/>
            <a:ext cx="884537" cy="215444"/>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仮想マシン </a:t>
            </a:r>
            <a:r>
              <a:rPr kumimoji="1" lang="en-US" altLang="ja-JP"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1</a:t>
            </a:r>
            <a:endParaRPr kumimoji="1" lang="ja-JP" altLang="en-US" sz="1400" b="0"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30" name="テキスト ボックス 29">
            <a:extLst>
              <a:ext uri="{FF2B5EF4-FFF2-40B4-BE49-F238E27FC236}">
                <a16:creationId xmlns:a16="http://schemas.microsoft.com/office/drawing/2014/main" id="{EA570FC0-82B4-EF8F-4C93-D953620B0972}"/>
              </a:ext>
            </a:extLst>
          </p:cNvPr>
          <p:cNvSpPr txBox="1"/>
          <p:nvPr/>
        </p:nvSpPr>
        <p:spPr>
          <a:xfrm>
            <a:off x="9838813" y="4241220"/>
            <a:ext cx="648254" cy="49244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内部 </a:t>
            </a:r>
            <a:r>
              <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IP</a:t>
            </a: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 </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rPr>
              <a:t>アドレス</a:t>
            </a:r>
            <a:endParaRPr kumimoji="1" lang="en-US" altLang="ja-JP" sz="1600" b="1" i="0" u="none" strike="noStrike" kern="1200" cap="none" spc="-70" normalizeH="0" baseline="0" noProof="0">
              <a:ln>
                <a:noFill/>
              </a:ln>
              <a:effectLst/>
              <a:uLnTx/>
              <a:uFillTx/>
              <a:latin typeface="Yu Gothic UI" panose="020B0500000000000000" pitchFamily="34" charset="-128"/>
              <a:ea typeface="Yu Gothic UI" panose="020B0500000000000000" pitchFamily="34" charset="-128"/>
            </a:endParaRPr>
          </a:p>
        </p:txBody>
      </p:sp>
      <p:cxnSp>
        <p:nvCxnSpPr>
          <p:cNvPr id="31" name="直線コネクタ 30">
            <a:extLst>
              <a:ext uri="{FF2B5EF4-FFF2-40B4-BE49-F238E27FC236}">
                <a16:creationId xmlns:a16="http://schemas.microsoft.com/office/drawing/2014/main" id="{C022480A-797D-705A-9166-73C2D80DB6B4}"/>
              </a:ext>
            </a:extLst>
          </p:cNvPr>
          <p:cNvCxnSpPr>
            <a:cxnSpLocks/>
          </p:cNvCxnSpPr>
          <p:nvPr/>
        </p:nvCxnSpPr>
        <p:spPr>
          <a:xfrm>
            <a:off x="9090898" y="5518755"/>
            <a:ext cx="2357966" cy="0"/>
          </a:xfrm>
          <a:prstGeom prst="line">
            <a:avLst/>
          </a:prstGeom>
          <a:ln w="38100">
            <a:solidFill>
              <a:schemeClr val="accent1">
                <a:lumMod val="20000"/>
                <a:lumOff val="80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62323D8D-3922-37DA-4738-75B158DA01B2}"/>
              </a:ext>
            </a:extLst>
          </p:cNvPr>
          <p:cNvCxnSpPr/>
          <p:nvPr/>
        </p:nvCxnSpPr>
        <p:spPr>
          <a:xfrm flipV="1">
            <a:off x="10208626" y="5013902"/>
            <a:ext cx="0" cy="501580"/>
          </a:xfrm>
          <a:prstGeom prst="straightConnector1">
            <a:avLst/>
          </a:prstGeom>
          <a:ln w="38100">
            <a:solidFill>
              <a:schemeClr val="accent1">
                <a:lumMod val="20000"/>
                <a:lumOff val="80000"/>
              </a:schemeClr>
            </a:solidFill>
            <a:headEnd type="oval"/>
            <a:tailEnd type="oval"/>
          </a:ln>
        </p:spPr>
        <p:style>
          <a:lnRef idx="1">
            <a:schemeClr val="accent1"/>
          </a:lnRef>
          <a:fillRef idx="0">
            <a:schemeClr val="accent1"/>
          </a:fillRef>
          <a:effectRef idx="0">
            <a:schemeClr val="accent1"/>
          </a:effectRef>
          <a:fontRef idx="minor">
            <a:schemeClr val="tx1"/>
          </a:fontRef>
        </p:style>
      </p:cxnSp>
      <p:sp>
        <p:nvSpPr>
          <p:cNvPr id="33" name="円/楕円 32">
            <a:extLst>
              <a:ext uri="{FF2B5EF4-FFF2-40B4-BE49-F238E27FC236}">
                <a16:creationId xmlns:a16="http://schemas.microsoft.com/office/drawing/2014/main" id="{70B9A5A7-7240-09FA-517E-C4A0B36CDF63}"/>
              </a:ext>
            </a:extLst>
          </p:cNvPr>
          <p:cNvSpPr/>
          <p:nvPr/>
        </p:nvSpPr>
        <p:spPr bwMode="auto">
          <a:xfrm>
            <a:off x="10082626" y="4742576"/>
            <a:ext cx="252000" cy="252000"/>
          </a:xfrm>
          <a:prstGeom prst="ellipse">
            <a:avLst/>
          </a:prstGeom>
          <a:solidFill>
            <a:srgbClr val="FF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marL="0" marR="0" lvl="0" indent="0" algn="ctr" defTabSz="914099" rtl="0" eaLnBrk="1" fontAlgn="base" latinLnBrk="0" hangingPunct="1">
              <a:lnSpc>
                <a:spcPct val="100000"/>
              </a:lnSpc>
              <a:spcBef>
                <a:spcPct val="0"/>
              </a:spcBef>
              <a:spcAft>
                <a:spcPct val="0"/>
              </a:spcAft>
              <a:buClrTx/>
              <a:buSzTx/>
              <a:buFontTx/>
              <a:buNone/>
              <a:tabLst/>
              <a:defRPr/>
            </a:pPr>
            <a:endParaRPr kumimoji="1" lang="ja-JP" altLang="en-US" sz="2200" b="0" i="0" u="none" strike="noStrike" kern="1200" cap="none" spc="0" normalizeH="0" baseline="0" noProof="0">
              <a:ln>
                <a:noFill/>
              </a:ln>
              <a:solidFill>
                <a:schemeClr val="tx1"/>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4" name="正方形/長方形 33">
            <a:extLst>
              <a:ext uri="{FF2B5EF4-FFF2-40B4-BE49-F238E27FC236}">
                <a16:creationId xmlns:a16="http://schemas.microsoft.com/office/drawing/2014/main" id="{527715E3-A3CE-F3A9-B73B-9B11B793D53A}"/>
              </a:ext>
            </a:extLst>
          </p:cNvPr>
          <p:cNvSpPr/>
          <p:nvPr/>
        </p:nvSpPr>
        <p:spPr bwMode="auto">
          <a:xfrm>
            <a:off x="8517944" y="3078728"/>
            <a:ext cx="3277823" cy="2908676"/>
          </a:xfrm>
          <a:prstGeom prst="rect">
            <a:avLst/>
          </a:prstGeom>
          <a:noFill/>
          <a:ln w="57150" cap="flat" cmpd="sng" algn="ctr">
            <a:solidFill>
              <a:srgbClr val="0079D6"/>
            </a:solidFill>
            <a:prstDash val="solid"/>
            <a:headEnd type="none" w="med" len="med"/>
            <a:tailEnd type="none" w="med" len="med"/>
          </a:ln>
          <a:effectLst/>
        </p:spPr>
        <p:txBody>
          <a:bodyPr vert="horz" wrap="square" lIns="0" tIns="38858" rIns="0" bIns="38858" numCol="1" rtlCol="0" anchor="ctr" anchorCtr="0" compatLnSpc="1">
            <a:prstTxWarp prst="textNoShape">
              <a:avLst/>
            </a:prstTxWarp>
          </a:bodyPr>
          <a:lstStyle/>
          <a:p>
            <a:pPr marL="0" marR="0" lvl="0" indent="0" algn="ctr" defTabSz="776936" rtl="0" eaLnBrk="1" fontAlgn="base" latinLnBrk="0" hangingPunct="1">
              <a:lnSpc>
                <a:spcPct val="100000"/>
              </a:lnSpc>
              <a:spcBef>
                <a:spcPct val="0"/>
              </a:spcBef>
              <a:spcAft>
                <a:spcPct val="0"/>
              </a:spcAft>
              <a:buClrTx/>
              <a:buSzTx/>
              <a:buFontTx/>
              <a:buNone/>
              <a:tabLst/>
              <a:defRPr/>
            </a:pPr>
            <a:endParaRPr kumimoji="0" lang="ja-JP" altLang="en-US" sz="2400" b="0" i="0" u="none" strike="noStrike" kern="0" cap="none" spc="0" normalizeH="0" baseline="0" noProof="0">
              <a:ln>
                <a:solidFill>
                  <a:srgbClr val="FFFFFF"/>
                </a:solidFill>
              </a:ln>
              <a:effectLst/>
              <a:uLnTx/>
              <a:uFillTx/>
              <a:latin typeface="Yu Gothic UI" panose="020B0500000000000000" pitchFamily="34" charset="-128"/>
              <a:ea typeface="Yu Gothic UI" panose="020B0500000000000000" pitchFamily="34" charset="-128"/>
            </a:endParaRPr>
          </a:p>
        </p:txBody>
      </p:sp>
      <p:pic>
        <p:nvPicPr>
          <p:cNvPr id="35" name="Picture 2">
            <a:extLst>
              <a:ext uri="{FF2B5EF4-FFF2-40B4-BE49-F238E27FC236}">
                <a16:creationId xmlns:a16="http://schemas.microsoft.com/office/drawing/2014/main" id="{E7FDF1D0-E6E9-FD53-C249-3202BB255DD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78808" y="5652954"/>
            <a:ext cx="838200" cy="581025"/>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261B8D24-1FB0-4417-0B7F-0EF00770413B}"/>
              </a:ext>
            </a:extLst>
          </p:cNvPr>
          <p:cNvSpPr txBox="1"/>
          <p:nvPr/>
        </p:nvSpPr>
        <p:spPr>
          <a:xfrm>
            <a:off x="8148215" y="6057840"/>
            <a:ext cx="1060194"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b="0" i="0" u="none" strike="noStrike" kern="1200" cap="none" spc="0" normalizeH="0" baseline="0" noProof="0" err="1">
                <a:ln>
                  <a:noFill/>
                </a:ln>
                <a:effectLst/>
                <a:uLnTx/>
                <a:uFillTx/>
                <a:latin typeface="Yu Gothic UI" panose="020B0500000000000000" pitchFamily="34" charset="-128"/>
                <a:ea typeface="Yu Gothic UI" panose="020B0500000000000000" pitchFamily="34" charset="-128"/>
              </a:rPr>
              <a:t>VNet</a:t>
            </a:r>
            <a:r>
              <a:rPr kumimoji="1" lang="en-US" altLang="ja-JP"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 3</a:t>
            </a:r>
            <a:endPar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37" name="テキスト ボックス 36">
            <a:extLst>
              <a:ext uri="{FF2B5EF4-FFF2-40B4-BE49-F238E27FC236}">
                <a16:creationId xmlns:a16="http://schemas.microsoft.com/office/drawing/2014/main" id="{A20EFBB1-1DC0-FE50-242B-9FD948814627}"/>
              </a:ext>
            </a:extLst>
          </p:cNvPr>
          <p:cNvSpPr txBox="1"/>
          <p:nvPr/>
        </p:nvSpPr>
        <p:spPr>
          <a:xfrm>
            <a:off x="8768695" y="3111919"/>
            <a:ext cx="1401346"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20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rPr>
              <a:t>サブネット１</a:t>
            </a:r>
          </a:p>
        </p:txBody>
      </p:sp>
      <p:cxnSp>
        <p:nvCxnSpPr>
          <p:cNvPr id="38" name="直線コネクタ 37">
            <a:extLst>
              <a:ext uri="{FF2B5EF4-FFF2-40B4-BE49-F238E27FC236}">
                <a16:creationId xmlns:a16="http://schemas.microsoft.com/office/drawing/2014/main" id="{FE520B87-24BE-75B9-7409-897EA03F1419}"/>
              </a:ext>
            </a:extLst>
          </p:cNvPr>
          <p:cNvCxnSpPr>
            <a:cxnSpLocks/>
            <a:stCxn id="18" idx="3"/>
            <a:endCxn id="23" idx="1"/>
          </p:cNvCxnSpPr>
          <p:nvPr/>
        </p:nvCxnSpPr>
        <p:spPr>
          <a:xfrm>
            <a:off x="5263010" y="4533066"/>
            <a:ext cx="696357" cy="0"/>
          </a:xfrm>
          <a:prstGeom prst="line">
            <a:avLst/>
          </a:prstGeom>
          <a:ln w="25400">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cxnSp>
        <p:nvCxnSpPr>
          <p:cNvPr id="39" name="直線コネクタ 38">
            <a:extLst>
              <a:ext uri="{FF2B5EF4-FFF2-40B4-BE49-F238E27FC236}">
                <a16:creationId xmlns:a16="http://schemas.microsoft.com/office/drawing/2014/main" id="{F211770C-1708-5999-94A5-03AB462FC1E0}"/>
              </a:ext>
            </a:extLst>
          </p:cNvPr>
          <p:cNvCxnSpPr>
            <a:cxnSpLocks/>
            <a:stCxn id="23" idx="3"/>
            <a:endCxn id="34" idx="1"/>
          </p:cNvCxnSpPr>
          <p:nvPr/>
        </p:nvCxnSpPr>
        <p:spPr>
          <a:xfrm>
            <a:off x="7836267" y="4533066"/>
            <a:ext cx="681677" cy="0"/>
          </a:xfrm>
          <a:prstGeom prst="line">
            <a:avLst/>
          </a:prstGeom>
          <a:ln w="25400">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40" name="円弧 39">
            <a:extLst>
              <a:ext uri="{FF2B5EF4-FFF2-40B4-BE49-F238E27FC236}">
                <a16:creationId xmlns:a16="http://schemas.microsoft.com/office/drawing/2014/main" id="{1E9C9D79-9EF3-9D8C-9221-8A6F798D1EB1}"/>
              </a:ext>
            </a:extLst>
          </p:cNvPr>
          <p:cNvSpPr/>
          <p:nvPr/>
        </p:nvSpPr>
        <p:spPr>
          <a:xfrm rot="10800000">
            <a:off x="4090747" y="4821618"/>
            <a:ext cx="2166737" cy="621949"/>
          </a:xfrm>
          <a:prstGeom prst="arc">
            <a:avLst>
              <a:gd name="adj1" fmla="val 10885203"/>
              <a:gd name="adj2" fmla="val 0"/>
            </a:avLst>
          </a:prstGeom>
          <a:ln w="28575">
            <a:solidFill>
              <a:srgbClr val="9BF00B"/>
            </a:solidFill>
            <a:headEnd type="triangle" w="lg" len="med"/>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41" name="円弧 40">
            <a:extLst>
              <a:ext uri="{FF2B5EF4-FFF2-40B4-BE49-F238E27FC236}">
                <a16:creationId xmlns:a16="http://schemas.microsoft.com/office/drawing/2014/main" id="{65135B8E-D8CC-DEFE-B04E-C25F206D3995}"/>
              </a:ext>
            </a:extLst>
          </p:cNvPr>
          <p:cNvSpPr/>
          <p:nvPr/>
        </p:nvSpPr>
        <p:spPr>
          <a:xfrm rot="10800000">
            <a:off x="6966074" y="4846235"/>
            <a:ext cx="2166737" cy="621949"/>
          </a:xfrm>
          <a:prstGeom prst="arc">
            <a:avLst>
              <a:gd name="adj1" fmla="val 10885203"/>
              <a:gd name="adj2" fmla="val 0"/>
            </a:avLst>
          </a:prstGeom>
          <a:ln w="28575">
            <a:solidFill>
              <a:srgbClr val="9BF00B"/>
            </a:solidFill>
            <a:headEnd type="triangle" w="lg" len="med"/>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42" name="円弧 41">
            <a:extLst>
              <a:ext uri="{FF2B5EF4-FFF2-40B4-BE49-F238E27FC236}">
                <a16:creationId xmlns:a16="http://schemas.microsoft.com/office/drawing/2014/main" id="{AF171DBB-6664-330B-3A37-10027FA2E887}"/>
              </a:ext>
            </a:extLst>
          </p:cNvPr>
          <p:cNvSpPr/>
          <p:nvPr/>
        </p:nvSpPr>
        <p:spPr>
          <a:xfrm>
            <a:off x="4137480" y="3286697"/>
            <a:ext cx="4913259" cy="597790"/>
          </a:xfrm>
          <a:prstGeom prst="arc">
            <a:avLst>
              <a:gd name="adj1" fmla="val 10885203"/>
              <a:gd name="adj2" fmla="val 0"/>
            </a:avLst>
          </a:prstGeom>
          <a:ln w="28575">
            <a:solidFill>
              <a:srgbClr val="D83B01"/>
            </a:solidFill>
            <a:headEnd type="triangle" w="lg" len="med"/>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43" name="直線コネクタ 42">
            <a:extLst>
              <a:ext uri="{FF2B5EF4-FFF2-40B4-BE49-F238E27FC236}">
                <a16:creationId xmlns:a16="http://schemas.microsoft.com/office/drawing/2014/main" id="{B8728ABE-437D-457E-C070-BE017E8BF67F}"/>
              </a:ext>
            </a:extLst>
          </p:cNvPr>
          <p:cNvCxnSpPr/>
          <p:nvPr/>
        </p:nvCxnSpPr>
        <p:spPr>
          <a:xfrm>
            <a:off x="6408705" y="3008555"/>
            <a:ext cx="631470" cy="577022"/>
          </a:xfrm>
          <a:prstGeom prst="line">
            <a:avLst/>
          </a:prstGeom>
          <a:ln w="31750">
            <a:solidFill>
              <a:srgbClr val="D83B0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62723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CF092921-800D-4528-8B41-238E689F2EB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Route Table/UDR</a:t>
            </a:r>
          </a:p>
        </p:txBody>
      </p:sp>
      <p:sp>
        <p:nvSpPr>
          <p:cNvPr id="2" name="正方形/長方形 1">
            <a:extLst>
              <a:ext uri="{FF2B5EF4-FFF2-40B4-BE49-F238E27FC236}">
                <a16:creationId xmlns:a16="http://schemas.microsoft.com/office/drawing/2014/main" id="{5024702F-DE36-47F5-B405-3738177270A2}"/>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B8765F84-4599-4ED3-8658-4D8C75CB3BF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28" name="字幕 5">
            <a:extLst>
              <a:ext uri="{FF2B5EF4-FFF2-40B4-BE49-F238E27FC236}">
                <a16:creationId xmlns:a16="http://schemas.microsoft.com/office/drawing/2014/main" id="{63BF3A98-F56F-EA43-5241-BBCA77D591BD}"/>
              </a:ext>
            </a:extLst>
          </p:cNvPr>
          <p:cNvSpPr txBox="1">
            <a:spLocks/>
          </p:cNvSpPr>
          <p:nvPr/>
        </p:nvSpPr>
        <p:spPr>
          <a:xfrm>
            <a:off x="584200" y="1435100"/>
            <a:ext cx="11018838" cy="1982081"/>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r>
              <a:rPr lang="ja-JP" altLang="en-US">
                <a:solidFill>
                  <a:schemeClr val="tx1"/>
                </a:solidFill>
                <a:latin typeface="Yu Gothic UI" panose="020B0500000000000000" pitchFamily="34" charset="-128"/>
                <a:ea typeface="Yu Gothic UI" panose="020B0500000000000000" pitchFamily="34" charset="-128"/>
              </a:rPr>
              <a:t>既定のシステムルートを上書き・追加する（ユーザ定義ルート（</a:t>
            </a:r>
            <a:r>
              <a:rPr lang="en-US" altLang="ja-JP">
                <a:solidFill>
                  <a:schemeClr val="tx1"/>
                </a:solidFill>
                <a:latin typeface="Yu Gothic UI" panose="020B0500000000000000" pitchFamily="34" charset="-128"/>
                <a:ea typeface="Yu Gothic UI" panose="020B0500000000000000" pitchFamily="34" charset="-128"/>
              </a:rPr>
              <a:t>UDR</a:t>
            </a:r>
            <a:r>
              <a:rPr lang="ja-JP" altLang="en-US">
                <a:solidFill>
                  <a:schemeClr val="tx1"/>
                </a:solidFill>
                <a:latin typeface="Yu Gothic UI" panose="020B0500000000000000" pitchFamily="34" charset="-128"/>
                <a:ea typeface="Yu Gothic UI" panose="020B0500000000000000" pitchFamily="34" charset="-128"/>
              </a:rPr>
              <a:t>））</a:t>
            </a:r>
            <a:endParaRPr lang="en-US" altLang="ja-JP">
              <a:solidFill>
                <a:schemeClr val="tx1"/>
              </a:solidFill>
              <a:latin typeface="Yu Gothic UI" panose="020B0500000000000000" pitchFamily="34" charset="-128"/>
              <a:ea typeface="Yu Gothic UI" panose="020B0500000000000000" pitchFamily="34" charset="-128"/>
            </a:endParaRPr>
          </a:p>
          <a:p>
            <a:r>
              <a:rPr lang="ja-JP" altLang="en-US">
                <a:solidFill>
                  <a:schemeClr val="tx1"/>
                </a:solidFill>
                <a:latin typeface="Yu Gothic UI" panose="020B0500000000000000" pitchFamily="34" charset="-128"/>
                <a:ea typeface="Yu Gothic UI" panose="020B0500000000000000" pitchFamily="34" charset="-128"/>
              </a:rPr>
              <a:t>サブネット単位で割り当て</a:t>
            </a:r>
            <a:endParaRPr lang="en-US" altLang="ja-JP">
              <a:solidFill>
                <a:schemeClr val="tx1"/>
              </a:solidFill>
              <a:latin typeface="Yu Gothic UI" panose="020B0500000000000000" pitchFamily="34" charset="-128"/>
              <a:ea typeface="Yu Gothic UI" panose="020B0500000000000000" pitchFamily="34" charset="-128"/>
            </a:endParaRPr>
          </a:p>
          <a:p>
            <a:r>
              <a:rPr lang="ja-JP" altLang="en-US">
                <a:solidFill>
                  <a:schemeClr val="tx1"/>
                </a:solidFill>
                <a:latin typeface="Yu Gothic UI" panose="020B0500000000000000" pitchFamily="34" charset="-128"/>
                <a:ea typeface="Yu Gothic UI" panose="020B0500000000000000" pitchFamily="34" charset="-128"/>
              </a:rPr>
              <a:t>仮想アプライアンスを経由させる場合や強制トンネリングなどに使用</a:t>
            </a:r>
            <a:endParaRPr lang="en-US" altLang="ja-JP">
              <a:solidFill>
                <a:schemeClr val="tx1"/>
              </a:solidFill>
              <a:latin typeface="Yu Gothic UI" panose="020B0500000000000000" pitchFamily="34" charset="-128"/>
              <a:ea typeface="Yu Gothic UI" panose="020B0500000000000000" pitchFamily="34" charset="-128"/>
            </a:endParaRPr>
          </a:p>
          <a:p>
            <a:endParaRPr lang="en-US" altLang="ja-JP">
              <a:solidFill>
                <a:schemeClr val="tx1"/>
              </a:solidFill>
              <a:latin typeface="Yu Gothic UI" panose="020B0500000000000000" pitchFamily="34" charset="-128"/>
              <a:ea typeface="Yu Gothic UI" panose="020B0500000000000000" pitchFamily="34" charset="-128"/>
            </a:endParaRPr>
          </a:p>
        </p:txBody>
      </p:sp>
      <p:pic>
        <p:nvPicPr>
          <p:cNvPr id="29" name="図 28">
            <a:extLst>
              <a:ext uri="{FF2B5EF4-FFF2-40B4-BE49-F238E27FC236}">
                <a16:creationId xmlns:a16="http://schemas.microsoft.com/office/drawing/2014/main" id="{2FC2B127-2B8F-85CB-6EEA-1E45A919C65B}"/>
              </a:ext>
            </a:extLst>
          </p:cNvPr>
          <p:cNvPicPr>
            <a:picLocks noChangeAspect="1"/>
          </p:cNvPicPr>
          <p:nvPr/>
        </p:nvPicPr>
        <p:blipFill>
          <a:blip r:embed="rId3"/>
          <a:stretch>
            <a:fillRect/>
          </a:stretch>
        </p:blipFill>
        <p:spPr>
          <a:xfrm>
            <a:off x="347606" y="3251133"/>
            <a:ext cx="7124814" cy="1804537"/>
          </a:xfrm>
          <a:prstGeom prst="rect">
            <a:avLst/>
          </a:prstGeom>
        </p:spPr>
      </p:pic>
      <p:pic>
        <p:nvPicPr>
          <p:cNvPr id="30" name="図 29">
            <a:extLst>
              <a:ext uri="{FF2B5EF4-FFF2-40B4-BE49-F238E27FC236}">
                <a16:creationId xmlns:a16="http://schemas.microsoft.com/office/drawing/2014/main" id="{97EE4E19-6961-CEE2-1695-E5AC505045A1}"/>
              </a:ext>
            </a:extLst>
          </p:cNvPr>
          <p:cNvPicPr>
            <a:picLocks noChangeAspect="1"/>
          </p:cNvPicPr>
          <p:nvPr/>
        </p:nvPicPr>
        <p:blipFill>
          <a:blip r:embed="rId4"/>
          <a:stretch>
            <a:fillRect/>
          </a:stretch>
        </p:blipFill>
        <p:spPr>
          <a:xfrm>
            <a:off x="527510" y="5549898"/>
            <a:ext cx="10508130" cy="314346"/>
          </a:xfrm>
          <a:prstGeom prst="rect">
            <a:avLst/>
          </a:prstGeom>
        </p:spPr>
      </p:pic>
      <p:sp>
        <p:nvSpPr>
          <p:cNvPr id="31" name="四角形吹き出し 49">
            <a:extLst>
              <a:ext uri="{FF2B5EF4-FFF2-40B4-BE49-F238E27FC236}">
                <a16:creationId xmlns:a16="http://schemas.microsoft.com/office/drawing/2014/main" id="{33FCA9AC-E14B-596F-A276-3AEDB02EA623}"/>
              </a:ext>
            </a:extLst>
          </p:cNvPr>
          <p:cNvSpPr/>
          <p:nvPr/>
        </p:nvSpPr>
        <p:spPr>
          <a:xfrm>
            <a:off x="8296450" y="4220983"/>
            <a:ext cx="2891590" cy="925671"/>
          </a:xfrm>
          <a:prstGeom prst="wedgeRectCallout">
            <a:avLst>
              <a:gd name="adj1" fmla="val -93775"/>
              <a:gd name="adj2" fmla="val -32715"/>
            </a:avLst>
          </a:prstGeom>
          <a:solidFill>
            <a:srgbClr val="B1D6F2"/>
          </a:solidFill>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a:latin typeface="Yu Gothic UI" panose="020B0500000000000000" pitchFamily="34" charset="-128"/>
                <a:ea typeface="Yu Gothic UI" panose="020B0500000000000000" pitchFamily="34" charset="-128"/>
              </a:rPr>
              <a:t>既定のシステムルートを</a:t>
            </a:r>
            <a:r>
              <a:rPr lang="en-US" altLang="ja-JP">
                <a:latin typeface="Yu Gothic UI" panose="020B0500000000000000" pitchFamily="34" charset="-128"/>
                <a:ea typeface="Yu Gothic UI" panose="020B0500000000000000" pitchFamily="34" charset="-128"/>
              </a:rPr>
              <a:t>UDR</a:t>
            </a:r>
            <a:r>
              <a:rPr lang="ja-JP" altLang="en-US">
                <a:latin typeface="Yu Gothic UI" panose="020B0500000000000000" pitchFamily="34" charset="-128"/>
                <a:ea typeface="Yu Gothic UI" panose="020B0500000000000000" pitchFamily="34" charset="-128"/>
              </a:rPr>
              <a:t>で上書き</a:t>
            </a:r>
            <a:endPar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32" name="四角形吹き出し 49">
            <a:extLst>
              <a:ext uri="{FF2B5EF4-FFF2-40B4-BE49-F238E27FC236}">
                <a16:creationId xmlns:a16="http://schemas.microsoft.com/office/drawing/2014/main" id="{69B6DCDC-D797-7ACC-B939-03CCECFBF8F4}"/>
              </a:ext>
            </a:extLst>
          </p:cNvPr>
          <p:cNvSpPr/>
          <p:nvPr/>
        </p:nvSpPr>
        <p:spPr>
          <a:xfrm>
            <a:off x="8296450" y="4220983"/>
            <a:ext cx="2891590" cy="925671"/>
          </a:xfrm>
          <a:prstGeom prst="wedgeRectCallout">
            <a:avLst>
              <a:gd name="adj1" fmla="val -110027"/>
              <a:gd name="adj2" fmla="val 97623"/>
            </a:avLst>
          </a:prstGeom>
          <a:solidFill>
            <a:srgbClr val="B1D6F2"/>
          </a:solidFill>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ja-JP" altLang="en-US">
                <a:latin typeface="Yu Gothic UI" panose="020B0500000000000000" pitchFamily="34" charset="-128"/>
                <a:ea typeface="Yu Gothic UI" panose="020B0500000000000000" pitchFamily="34" charset="-128"/>
              </a:rPr>
              <a:t>既定のシステムルートの一部を</a:t>
            </a:r>
            <a:r>
              <a:rPr lang="en-US" altLang="ja-JP">
                <a:latin typeface="Yu Gothic UI" panose="020B0500000000000000" pitchFamily="34" charset="-128"/>
                <a:ea typeface="Yu Gothic UI" panose="020B0500000000000000" pitchFamily="34" charset="-128"/>
              </a:rPr>
              <a:t>UDR</a:t>
            </a:r>
            <a:r>
              <a:rPr lang="ja-JP" altLang="en-US">
                <a:latin typeface="Yu Gothic UI" panose="020B0500000000000000" pitchFamily="34" charset="-128"/>
                <a:ea typeface="Yu Gothic UI" panose="020B0500000000000000" pitchFamily="34" charset="-128"/>
              </a:rPr>
              <a:t>で上書き</a:t>
            </a:r>
            <a:endParaRPr kumimoji="1" lang="ja-JP" altLang="en-US" sz="1800" b="0" i="0" u="none" strike="noStrike" kern="1200" cap="none" spc="0" normalizeH="0" baseline="0" noProof="0">
              <a:ln>
                <a:noFill/>
              </a:ln>
              <a:effectLst/>
              <a:uLnTx/>
              <a:uFillTx/>
              <a:latin typeface="Yu Gothic UI" panose="020B0500000000000000" pitchFamily="34" charset="-128"/>
              <a:ea typeface="Yu Gothic UI" panose="020B0500000000000000" pitchFamily="34" charset="-128"/>
            </a:endParaRPr>
          </a:p>
        </p:txBody>
      </p:sp>
      <p:sp>
        <p:nvSpPr>
          <p:cNvPr id="33" name="正方形/長方形 32">
            <a:extLst>
              <a:ext uri="{FF2B5EF4-FFF2-40B4-BE49-F238E27FC236}">
                <a16:creationId xmlns:a16="http://schemas.microsoft.com/office/drawing/2014/main" id="{7435D08D-8BA9-59A9-B24C-113D0DF574BD}"/>
              </a:ext>
            </a:extLst>
          </p:cNvPr>
          <p:cNvSpPr/>
          <p:nvPr/>
        </p:nvSpPr>
        <p:spPr>
          <a:xfrm>
            <a:off x="5933768" y="5932330"/>
            <a:ext cx="5572432" cy="92567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a:solidFill>
                  <a:srgbClr val="FF0000"/>
                </a:solidFill>
                <a:latin typeface="Yu Gothic UI" panose="020B0500000000000000" pitchFamily="34" charset="-128"/>
                <a:ea typeface="Yu Gothic UI" panose="020B0500000000000000" pitchFamily="34" charset="-128"/>
              </a:rPr>
              <a:t>今回はルートテーブルのカスタマイズはおこないません。実案件で複数</a:t>
            </a:r>
            <a:r>
              <a:rPr kumimoji="1" lang="en-US" altLang="ja-JP" dirty="0">
                <a:solidFill>
                  <a:srgbClr val="FF0000"/>
                </a:solidFill>
                <a:latin typeface="Yu Gothic UI" panose="020B0500000000000000" pitchFamily="34" charset="-128"/>
                <a:ea typeface="Yu Gothic UI" panose="020B0500000000000000" pitchFamily="34" charset="-128"/>
              </a:rPr>
              <a:t> </a:t>
            </a:r>
            <a:r>
              <a:rPr kumimoji="1" lang="en-US" altLang="ja-JP" dirty="0" err="1">
                <a:solidFill>
                  <a:srgbClr val="FF0000"/>
                </a:solidFill>
                <a:latin typeface="Yu Gothic UI" panose="020B0500000000000000" pitchFamily="34" charset="-128"/>
                <a:ea typeface="Yu Gothic UI" panose="020B0500000000000000" pitchFamily="34" charset="-128"/>
              </a:rPr>
              <a:t>VNet</a:t>
            </a:r>
            <a:r>
              <a:rPr kumimoji="1" lang="en-US" altLang="ja-JP" dirty="0">
                <a:solidFill>
                  <a:srgbClr val="FF0000"/>
                </a:solidFill>
                <a:latin typeface="Yu Gothic UI" panose="020B0500000000000000" pitchFamily="34" charset="-128"/>
                <a:ea typeface="Yu Gothic UI" panose="020B0500000000000000" pitchFamily="34" charset="-128"/>
              </a:rPr>
              <a:t> </a:t>
            </a:r>
            <a:r>
              <a:rPr kumimoji="1" lang="ja-JP" altLang="en-US">
                <a:solidFill>
                  <a:srgbClr val="FF0000"/>
                </a:solidFill>
                <a:latin typeface="Yu Gothic UI" panose="020B0500000000000000" pitchFamily="34" charset="-128"/>
                <a:ea typeface="Yu Gothic UI" panose="020B0500000000000000" pitchFamily="34" charset="-128"/>
              </a:rPr>
              <a:t>や</a:t>
            </a:r>
            <a:r>
              <a:rPr kumimoji="1" lang="en-US" altLang="ja-JP" dirty="0">
                <a:solidFill>
                  <a:srgbClr val="FF0000"/>
                </a:solidFill>
                <a:latin typeface="Yu Gothic UI" panose="020B0500000000000000" pitchFamily="34" charset="-128"/>
                <a:ea typeface="Yu Gothic UI" panose="020B0500000000000000" pitchFamily="34" charset="-128"/>
              </a:rPr>
              <a:t> </a:t>
            </a:r>
            <a:r>
              <a:rPr kumimoji="1" lang="en-US" altLang="ja-JP" dirty="0" err="1">
                <a:solidFill>
                  <a:srgbClr val="FF0000"/>
                </a:solidFill>
                <a:latin typeface="Yu Gothic UI" panose="020B0500000000000000" pitchFamily="34" charset="-128"/>
                <a:ea typeface="Yu Gothic UI" panose="020B0500000000000000" pitchFamily="34" charset="-128"/>
              </a:rPr>
              <a:t>Azrue</a:t>
            </a:r>
            <a:r>
              <a:rPr kumimoji="1" lang="en-US" altLang="ja-JP" dirty="0">
                <a:solidFill>
                  <a:srgbClr val="FF0000"/>
                </a:solidFill>
                <a:latin typeface="Yu Gothic UI" panose="020B0500000000000000" pitchFamily="34" charset="-128"/>
                <a:ea typeface="Yu Gothic UI" panose="020B0500000000000000" pitchFamily="34" charset="-128"/>
              </a:rPr>
              <a:t> Firewall </a:t>
            </a:r>
            <a:r>
              <a:rPr kumimoji="1" lang="ja-JP" altLang="en-US">
                <a:solidFill>
                  <a:srgbClr val="FF0000"/>
                </a:solidFill>
                <a:latin typeface="Yu Gothic UI" panose="020B0500000000000000" pitchFamily="34" charset="-128"/>
                <a:ea typeface="Yu Gothic UI" panose="020B0500000000000000" pitchFamily="34" charset="-128"/>
              </a:rPr>
              <a:t>などの</a:t>
            </a:r>
            <a:r>
              <a:rPr kumimoji="1" lang="en-US" altLang="ja-JP" dirty="0">
                <a:solidFill>
                  <a:srgbClr val="FF0000"/>
                </a:solidFill>
                <a:latin typeface="Yu Gothic UI" panose="020B0500000000000000" pitchFamily="34" charset="-128"/>
                <a:ea typeface="Yu Gothic UI" panose="020B0500000000000000" pitchFamily="34" charset="-128"/>
              </a:rPr>
              <a:t> NVA </a:t>
            </a:r>
            <a:r>
              <a:rPr kumimoji="1" lang="ja-JP" altLang="en-US">
                <a:solidFill>
                  <a:srgbClr val="FF0000"/>
                </a:solidFill>
                <a:latin typeface="Yu Gothic UI" panose="020B0500000000000000" pitchFamily="34" charset="-128"/>
                <a:ea typeface="Yu Gothic UI" panose="020B0500000000000000" pitchFamily="34" charset="-128"/>
              </a:rPr>
              <a:t>が登場したときに利用します。</a:t>
            </a:r>
          </a:p>
        </p:txBody>
      </p:sp>
    </p:spTree>
    <p:extLst>
      <p:ext uri="{BB962C8B-B14F-4D97-AF65-F5344CB8AC3E}">
        <p14:creationId xmlns:p14="http://schemas.microsoft.com/office/powerpoint/2010/main" val="11860771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7C575922-0694-4C77-B7C0-A514F76326D4}"/>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今日作るアーキテクチャ</a:t>
            </a:r>
          </a:p>
        </p:txBody>
      </p:sp>
      <p:sp>
        <p:nvSpPr>
          <p:cNvPr id="2" name="正方形/長方形 1">
            <a:extLst>
              <a:ext uri="{FF2B5EF4-FFF2-40B4-BE49-F238E27FC236}">
                <a16:creationId xmlns:a16="http://schemas.microsoft.com/office/drawing/2014/main" id="{DCB7A17B-CC55-4CDB-BC2A-DBA5815FE48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CE7B73D4-8E99-4BF9-A654-4ED9AD14613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83A17E18-80AB-4E34-B7EA-AD14574813AE}"/>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ブラウザーから Public IP へアクセスし、NSG で許可された HTTP 通信が Azure VM 上の NGINX に届く構成を作ります。</a:t>
            </a:r>
          </a:p>
        </p:txBody>
      </p:sp>
      <p:sp>
        <p:nvSpPr>
          <p:cNvPr id="6" name="正方形/長方形 5">
            <a:extLst>
              <a:ext uri="{FF2B5EF4-FFF2-40B4-BE49-F238E27FC236}">
                <a16:creationId xmlns:a16="http://schemas.microsoft.com/office/drawing/2014/main" id="{1542875D-4C5F-4228-884C-9BC89D912D43}"/>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10" name="角丸四角形 9">
            <a:extLst>
              <a:ext uri="{FF2B5EF4-FFF2-40B4-BE49-F238E27FC236}">
                <a16:creationId xmlns:a16="http://schemas.microsoft.com/office/drawing/2014/main" id="{9708C837-4F30-9909-F563-FD489BAF8D79}"/>
              </a:ext>
            </a:extLst>
          </p:cNvPr>
          <p:cNvSpPr/>
          <p:nvPr/>
        </p:nvSpPr>
        <p:spPr>
          <a:xfrm>
            <a:off x="2781298" y="3533121"/>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326AAF26-6116-5EDB-5BF4-53BD92B654A2}"/>
              </a:ext>
            </a:extLst>
          </p:cNvPr>
          <p:cNvSpPr txBox="1"/>
          <p:nvPr/>
        </p:nvSpPr>
        <p:spPr>
          <a:xfrm>
            <a:off x="2841455" y="3626546"/>
            <a:ext cx="931729"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12" name="角丸四角形 11">
            <a:extLst>
              <a:ext uri="{FF2B5EF4-FFF2-40B4-BE49-F238E27FC236}">
                <a16:creationId xmlns:a16="http://schemas.microsoft.com/office/drawing/2014/main" id="{24A4D9A5-52DA-EFC4-16CF-F56754F03A45}"/>
              </a:ext>
            </a:extLst>
          </p:cNvPr>
          <p:cNvSpPr/>
          <p:nvPr/>
        </p:nvSpPr>
        <p:spPr>
          <a:xfrm>
            <a:off x="5034114" y="2403987"/>
            <a:ext cx="2979175" cy="3101463"/>
          </a:xfrm>
          <a:prstGeom prst="roundRect">
            <a:avLst>
              <a:gd name="adj" fmla="val 8334"/>
            </a:avLst>
          </a:prstGeom>
          <a:noFill/>
          <a:ln w="158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角丸四角形 12">
            <a:extLst>
              <a:ext uri="{FF2B5EF4-FFF2-40B4-BE49-F238E27FC236}">
                <a16:creationId xmlns:a16="http://schemas.microsoft.com/office/drawing/2014/main" id="{EF0D3CBE-ED2D-A862-38B9-53BA49841070}"/>
              </a:ext>
            </a:extLst>
          </p:cNvPr>
          <p:cNvSpPr/>
          <p:nvPr/>
        </p:nvSpPr>
        <p:spPr>
          <a:xfrm>
            <a:off x="5653548" y="2780226"/>
            <a:ext cx="2054942" cy="2062162"/>
          </a:xfrm>
          <a:prstGeom prst="roundRect">
            <a:avLst>
              <a:gd name="adj" fmla="val 8334"/>
            </a:avLst>
          </a:prstGeom>
          <a:noFill/>
          <a:ln w="158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グラフィックス 13">
            <a:extLst>
              <a:ext uri="{FF2B5EF4-FFF2-40B4-BE49-F238E27FC236}">
                <a16:creationId xmlns:a16="http://schemas.microsoft.com/office/drawing/2014/main" id="{600748E5-97FA-FC0F-B194-3263572563B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49637" y="3579925"/>
            <a:ext cx="462764" cy="462764"/>
          </a:xfrm>
          <a:prstGeom prst="rect">
            <a:avLst/>
          </a:prstGeom>
        </p:spPr>
      </p:pic>
      <p:pic>
        <p:nvPicPr>
          <p:cNvPr id="15" name="グラフィックス 14">
            <a:extLst>
              <a:ext uri="{FF2B5EF4-FFF2-40B4-BE49-F238E27FC236}">
                <a16:creationId xmlns:a16="http://schemas.microsoft.com/office/drawing/2014/main" id="{0EC18851-6DED-CC1F-4833-8021E31CEC0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38145" y="4485871"/>
            <a:ext cx="298415" cy="298415"/>
          </a:xfrm>
          <a:prstGeom prst="rect">
            <a:avLst/>
          </a:prstGeom>
        </p:spPr>
      </p:pic>
      <p:pic>
        <p:nvPicPr>
          <p:cNvPr id="16" name="グラフィックス 15">
            <a:extLst>
              <a:ext uri="{FF2B5EF4-FFF2-40B4-BE49-F238E27FC236}">
                <a16:creationId xmlns:a16="http://schemas.microsoft.com/office/drawing/2014/main" id="{E5C56724-505B-57B2-B767-ED3F7FA5BC8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68129" y="2662256"/>
            <a:ext cx="298415" cy="298415"/>
          </a:xfrm>
          <a:prstGeom prst="rect">
            <a:avLst/>
          </a:prstGeom>
        </p:spPr>
      </p:pic>
      <p:pic>
        <p:nvPicPr>
          <p:cNvPr id="17" name="グラフィックス 16">
            <a:extLst>
              <a:ext uri="{FF2B5EF4-FFF2-40B4-BE49-F238E27FC236}">
                <a16:creationId xmlns:a16="http://schemas.microsoft.com/office/drawing/2014/main" id="{24535BF6-3415-225F-654D-BC186756ADE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48765" y="3656865"/>
            <a:ext cx="308694" cy="308694"/>
          </a:xfrm>
          <a:prstGeom prst="rect">
            <a:avLst/>
          </a:prstGeom>
        </p:spPr>
      </p:pic>
      <p:pic>
        <p:nvPicPr>
          <p:cNvPr id="18" name="グラフィックス 17">
            <a:extLst>
              <a:ext uri="{FF2B5EF4-FFF2-40B4-BE49-F238E27FC236}">
                <a16:creationId xmlns:a16="http://schemas.microsoft.com/office/drawing/2014/main" id="{B819F7E5-9C9F-6F11-6CE8-6DA2200A5DC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53056" y="3695603"/>
            <a:ext cx="231218" cy="231218"/>
          </a:xfrm>
          <a:prstGeom prst="rect">
            <a:avLst/>
          </a:prstGeom>
        </p:spPr>
      </p:pic>
      <p:cxnSp>
        <p:nvCxnSpPr>
          <p:cNvPr id="19" name="直線コネクタ 18">
            <a:extLst>
              <a:ext uri="{FF2B5EF4-FFF2-40B4-BE49-F238E27FC236}">
                <a16:creationId xmlns:a16="http://schemas.microsoft.com/office/drawing/2014/main" id="{603F25A5-C8EC-B9FE-43E6-0366A6B5D663}"/>
              </a:ext>
            </a:extLst>
          </p:cNvPr>
          <p:cNvCxnSpPr>
            <a:stCxn id="18" idx="3"/>
            <a:endCxn id="14" idx="1"/>
          </p:cNvCxnSpPr>
          <p:nvPr/>
        </p:nvCxnSpPr>
        <p:spPr>
          <a:xfrm>
            <a:off x="6084274" y="3811212"/>
            <a:ext cx="365363" cy="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B726AECC-914A-4C45-3680-594ED18C634D}"/>
              </a:ext>
            </a:extLst>
          </p:cNvPr>
          <p:cNvCxnSpPr>
            <a:cxnSpLocks/>
            <a:stCxn id="17" idx="3"/>
            <a:endCxn id="18" idx="1"/>
          </p:cNvCxnSpPr>
          <p:nvPr/>
        </p:nvCxnSpPr>
        <p:spPr>
          <a:xfrm>
            <a:off x="4857459" y="3811212"/>
            <a:ext cx="995597" cy="0"/>
          </a:xfrm>
          <a:prstGeom prst="line">
            <a:avLst/>
          </a:prstGeom>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8C7F9B5E-4655-668C-0DDD-E2B7E4910ABE}"/>
              </a:ext>
            </a:extLst>
          </p:cNvPr>
          <p:cNvSpPr txBox="1"/>
          <p:nvPr/>
        </p:nvSpPr>
        <p:spPr>
          <a:xfrm>
            <a:off x="5544949" y="5135969"/>
            <a:ext cx="2054942"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Virtual Network (</a:t>
            </a:r>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22" name="グラフィックス 21">
            <a:extLst>
              <a:ext uri="{FF2B5EF4-FFF2-40B4-BE49-F238E27FC236}">
                <a16:creationId xmlns:a16="http://schemas.microsoft.com/office/drawing/2014/main" id="{CB778F45-5E23-06CE-9ADA-F38F7643A37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205878" y="5120321"/>
            <a:ext cx="339071" cy="339071"/>
          </a:xfrm>
          <a:prstGeom prst="rect">
            <a:avLst/>
          </a:prstGeom>
        </p:spPr>
      </p:pic>
      <p:cxnSp>
        <p:nvCxnSpPr>
          <p:cNvPr id="23" name="直線コネクタ 22">
            <a:extLst>
              <a:ext uri="{FF2B5EF4-FFF2-40B4-BE49-F238E27FC236}">
                <a16:creationId xmlns:a16="http://schemas.microsoft.com/office/drawing/2014/main" id="{AEC02725-676A-2069-D987-AA49AC92350C}"/>
              </a:ext>
            </a:extLst>
          </p:cNvPr>
          <p:cNvCxnSpPr>
            <a:cxnSpLocks/>
          </p:cNvCxnSpPr>
          <p:nvPr/>
        </p:nvCxnSpPr>
        <p:spPr>
          <a:xfrm>
            <a:off x="3948266" y="3599837"/>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6BD5DF45-4DE0-BE42-1F60-9F692B8DC5E3}"/>
              </a:ext>
            </a:extLst>
          </p:cNvPr>
          <p:cNvSpPr txBox="1"/>
          <p:nvPr/>
        </p:nvSpPr>
        <p:spPr>
          <a:xfrm>
            <a:off x="3868555" y="3100214"/>
            <a:ext cx="780530"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cxnSp>
        <p:nvCxnSpPr>
          <p:cNvPr id="25" name="直線コネクタ 24">
            <a:extLst>
              <a:ext uri="{FF2B5EF4-FFF2-40B4-BE49-F238E27FC236}">
                <a16:creationId xmlns:a16="http://schemas.microsoft.com/office/drawing/2014/main" id="{D1AB6CE5-7D92-CA1F-3B34-EB046563A624}"/>
              </a:ext>
            </a:extLst>
          </p:cNvPr>
          <p:cNvCxnSpPr>
            <a:cxnSpLocks/>
          </p:cNvCxnSpPr>
          <p:nvPr/>
        </p:nvCxnSpPr>
        <p:spPr>
          <a:xfrm flipH="1">
            <a:off x="3923581" y="4002269"/>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5F8BA292-92CB-6AF2-E9E2-FCDCA98F6D4A}"/>
              </a:ext>
            </a:extLst>
          </p:cNvPr>
          <p:cNvSpPr txBox="1"/>
          <p:nvPr/>
        </p:nvSpPr>
        <p:spPr>
          <a:xfrm>
            <a:off x="5617289" y="4026221"/>
            <a:ext cx="722186"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27" name="テキスト ボックス 26">
            <a:extLst>
              <a:ext uri="{FF2B5EF4-FFF2-40B4-BE49-F238E27FC236}">
                <a16:creationId xmlns:a16="http://schemas.microsoft.com/office/drawing/2014/main" id="{202BDEEC-8854-6824-0455-63B8304242F6}"/>
              </a:ext>
            </a:extLst>
          </p:cNvPr>
          <p:cNvSpPr txBox="1"/>
          <p:nvPr/>
        </p:nvSpPr>
        <p:spPr>
          <a:xfrm>
            <a:off x="6043766" y="4454873"/>
            <a:ext cx="868635" cy="307777"/>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サブネット</a:t>
            </a:r>
          </a:p>
        </p:txBody>
      </p:sp>
      <p:sp>
        <p:nvSpPr>
          <p:cNvPr id="28" name="テキスト ボックス 27">
            <a:extLst>
              <a:ext uri="{FF2B5EF4-FFF2-40B4-BE49-F238E27FC236}">
                <a16:creationId xmlns:a16="http://schemas.microsoft.com/office/drawing/2014/main" id="{BA0593DF-8CCD-4423-6CF9-D2608705AA59}"/>
              </a:ext>
            </a:extLst>
          </p:cNvPr>
          <p:cNvSpPr txBox="1"/>
          <p:nvPr/>
        </p:nvSpPr>
        <p:spPr>
          <a:xfrm>
            <a:off x="6167564" y="4026023"/>
            <a:ext cx="1026910"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Azure VM</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9" name="テキスト ボックス 28">
            <a:extLst>
              <a:ext uri="{FF2B5EF4-FFF2-40B4-BE49-F238E27FC236}">
                <a16:creationId xmlns:a16="http://schemas.microsoft.com/office/drawing/2014/main" id="{3A7723BD-E8D3-B3D1-701E-7078EEDB7B9E}"/>
              </a:ext>
            </a:extLst>
          </p:cNvPr>
          <p:cNvSpPr txBox="1"/>
          <p:nvPr/>
        </p:nvSpPr>
        <p:spPr>
          <a:xfrm>
            <a:off x="5667355" y="3247721"/>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NIC</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0" name="テキスト ボックス 29">
            <a:extLst>
              <a:ext uri="{FF2B5EF4-FFF2-40B4-BE49-F238E27FC236}">
                <a16:creationId xmlns:a16="http://schemas.microsoft.com/office/drawing/2014/main" id="{7314F6C0-6598-FFA4-10FA-61FEDB31C6AA}"/>
              </a:ext>
            </a:extLst>
          </p:cNvPr>
          <p:cNvSpPr txBox="1"/>
          <p:nvPr/>
        </p:nvSpPr>
        <p:spPr>
          <a:xfrm>
            <a:off x="4263742" y="4077718"/>
            <a:ext cx="914451"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Public IP</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1" name="テキスト ボックス 30">
            <a:extLst>
              <a:ext uri="{FF2B5EF4-FFF2-40B4-BE49-F238E27FC236}">
                <a16:creationId xmlns:a16="http://schemas.microsoft.com/office/drawing/2014/main" id="{185E03A3-15F1-FAFE-9B25-FFCC4F302A55}"/>
              </a:ext>
            </a:extLst>
          </p:cNvPr>
          <p:cNvSpPr txBox="1"/>
          <p:nvPr/>
        </p:nvSpPr>
        <p:spPr>
          <a:xfrm>
            <a:off x="5754295" y="2466473"/>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NSG</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2" name="四角形吹き出し 31">
            <a:extLst>
              <a:ext uri="{FF2B5EF4-FFF2-40B4-BE49-F238E27FC236}">
                <a16:creationId xmlns:a16="http://schemas.microsoft.com/office/drawing/2014/main" id="{6B24A4C3-4F17-9B2A-C1A5-C25A3D41F72B}"/>
              </a:ext>
            </a:extLst>
          </p:cNvPr>
          <p:cNvSpPr/>
          <p:nvPr/>
        </p:nvSpPr>
        <p:spPr>
          <a:xfrm>
            <a:off x="6436247" y="1772959"/>
            <a:ext cx="1753697" cy="1422583"/>
          </a:xfrm>
          <a:prstGeom prst="wedgeRectCallout">
            <a:avLst>
              <a:gd name="adj1" fmla="val -25318"/>
              <a:gd name="adj2" fmla="val 80347"/>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3" name="角丸四角形 32">
            <a:extLst>
              <a:ext uri="{FF2B5EF4-FFF2-40B4-BE49-F238E27FC236}">
                <a16:creationId xmlns:a16="http://schemas.microsoft.com/office/drawing/2014/main" id="{39B4B542-2C63-DB66-AA18-15ED426FE575}"/>
              </a:ext>
            </a:extLst>
          </p:cNvPr>
          <p:cNvSpPr/>
          <p:nvPr/>
        </p:nvSpPr>
        <p:spPr>
          <a:xfrm>
            <a:off x="6543365" y="2751252"/>
            <a:ext cx="1529822" cy="320085"/>
          </a:xfrm>
          <a:prstGeom prst="roundRect">
            <a:avLst>
              <a:gd name="adj" fmla="val 20621"/>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0B6A4269-BC08-C80D-4D91-E22D57980589}"/>
              </a:ext>
            </a:extLst>
          </p:cNvPr>
          <p:cNvSpPr txBox="1"/>
          <p:nvPr/>
        </p:nvSpPr>
        <p:spPr>
          <a:xfrm>
            <a:off x="6840779" y="2750688"/>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OS</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5" name="角丸四角形 34">
            <a:extLst>
              <a:ext uri="{FF2B5EF4-FFF2-40B4-BE49-F238E27FC236}">
                <a16:creationId xmlns:a16="http://schemas.microsoft.com/office/drawing/2014/main" id="{2E561D57-C0B5-3A0D-E2FE-108E109DBB12}"/>
              </a:ext>
            </a:extLst>
          </p:cNvPr>
          <p:cNvSpPr/>
          <p:nvPr/>
        </p:nvSpPr>
        <p:spPr>
          <a:xfrm>
            <a:off x="6552682" y="1892519"/>
            <a:ext cx="1529822" cy="77843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3B3D039B-FFF4-4AA1-A5E1-CC3F063BC6F7}"/>
              </a:ext>
            </a:extLst>
          </p:cNvPr>
          <p:cNvSpPr txBox="1"/>
          <p:nvPr/>
        </p:nvSpPr>
        <p:spPr>
          <a:xfrm>
            <a:off x="6851608" y="2320816"/>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NGINX</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7" name="フローチャート: 書類 36">
            <a:extLst>
              <a:ext uri="{FF2B5EF4-FFF2-40B4-BE49-F238E27FC236}">
                <a16:creationId xmlns:a16="http://schemas.microsoft.com/office/drawing/2014/main" id="{77041C7C-956F-4D5F-8AD6-602278FCA49D}"/>
              </a:ext>
            </a:extLst>
          </p:cNvPr>
          <p:cNvSpPr/>
          <p:nvPr/>
        </p:nvSpPr>
        <p:spPr>
          <a:xfrm>
            <a:off x="6851608" y="1942767"/>
            <a:ext cx="942558" cy="378049"/>
          </a:xfrm>
          <a:prstGeom prst="flowChartDocument">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268C37F6-C35D-BF6D-FA8F-8E7DFBED9A5F}"/>
              </a:ext>
            </a:extLst>
          </p:cNvPr>
          <p:cNvSpPr txBox="1"/>
          <p:nvPr/>
        </p:nvSpPr>
        <p:spPr>
          <a:xfrm>
            <a:off x="6862437" y="1953084"/>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HTML</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39" name="グラフィックス 38">
            <a:extLst>
              <a:ext uri="{FF2B5EF4-FFF2-40B4-BE49-F238E27FC236}">
                <a16:creationId xmlns:a16="http://schemas.microsoft.com/office/drawing/2014/main" id="{8F2FF63D-1F93-9764-FB75-C88C15D6C5F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7764" y="3663323"/>
            <a:ext cx="295776" cy="295776"/>
          </a:xfrm>
          <a:prstGeom prst="rect">
            <a:avLst/>
          </a:prstGeom>
        </p:spPr>
      </p:pic>
      <p:cxnSp>
        <p:nvCxnSpPr>
          <p:cNvPr id="40" name="直線コネクタ 39">
            <a:extLst>
              <a:ext uri="{FF2B5EF4-FFF2-40B4-BE49-F238E27FC236}">
                <a16:creationId xmlns:a16="http://schemas.microsoft.com/office/drawing/2014/main" id="{94C5B90E-19B3-75F8-07F7-9981B028B798}"/>
              </a:ext>
            </a:extLst>
          </p:cNvPr>
          <p:cNvCxnSpPr>
            <a:cxnSpLocks/>
            <a:stCxn id="14" idx="3"/>
            <a:endCxn id="39" idx="1"/>
          </p:cNvCxnSpPr>
          <p:nvPr/>
        </p:nvCxnSpPr>
        <p:spPr>
          <a:xfrm flipV="1">
            <a:off x="6912401" y="3811211"/>
            <a:ext cx="365363" cy="96"/>
          </a:xfrm>
          <a:prstGeom prst="line">
            <a:avLst/>
          </a:prstGeom>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3560462F-78B8-0941-016E-C117AECF7A57}"/>
              </a:ext>
            </a:extLst>
          </p:cNvPr>
          <p:cNvSpPr txBox="1"/>
          <p:nvPr/>
        </p:nvSpPr>
        <p:spPr>
          <a:xfrm>
            <a:off x="7121044" y="3272148"/>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Disk</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正方形/長方形 48">
            <a:extLst>
              <a:ext uri="{FF2B5EF4-FFF2-40B4-BE49-F238E27FC236}">
                <a16:creationId xmlns:a16="http://schemas.microsoft.com/office/drawing/2014/main" id="{74544B6B-F6D0-4B53-A68E-B0DB5D2431A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ハンズオンで使う値</a:t>
            </a:r>
          </a:p>
        </p:txBody>
      </p:sp>
      <p:sp>
        <p:nvSpPr>
          <p:cNvPr id="2" name="正方形/長方形 1">
            <a:extLst>
              <a:ext uri="{FF2B5EF4-FFF2-40B4-BE49-F238E27FC236}">
                <a16:creationId xmlns:a16="http://schemas.microsoft.com/office/drawing/2014/main" id="{F1E8E005-8F5D-4A67-BE72-E9297EEE16B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2A18F5A6-5149-452C-926F-0634C73220C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85850CB4-3CBA-40D4-B098-B08002DD9FAE}"/>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入力値をそろえると、講師が状況を確認しやすく、最後に削除対象も迷いにくくなります。受講者番号は自分の番号に置き換えます。</a:t>
            </a:r>
          </a:p>
        </p:txBody>
      </p:sp>
      <p:sp>
        <p:nvSpPr>
          <p:cNvPr id="6" name="正方形/長方形 5">
            <a:extLst>
              <a:ext uri="{FF2B5EF4-FFF2-40B4-BE49-F238E27FC236}">
                <a16:creationId xmlns:a16="http://schemas.microsoft.com/office/drawing/2014/main" id="{28DC68F8-8723-4375-B0A4-714BEAC90A63}"/>
              </a:ext>
            </a:extLst>
          </p:cNvPr>
          <p:cNvSpPr>
            <a:spLocks noGrp="1"/>
          </p:cNvSpPr>
          <p:nvPr/>
        </p:nvSpPr>
        <p:spPr>
          <a:xfrm>
            <a:off x="876300" y="2038350"/>
            <a:ext cx="3479800" cy="409575"/>
          </a:xfrm>
          <a:prstGeom prst="rect">
            <a:avLst/>
          </a:prstGeom>
          <a:solidFill>
            <a:srgbClr val="244A8F"/>
          </a:solidFill>
          <a:ln w="11430">
            <a:solidFill>
              <a:srgbClr val="FFFFFF"/>
            </a:solidFill>
            <a:prstDash val="solid"/>
          </a:ln>
        </p:spPr>
        <p:txBody>
          <a:bodyPr/>
          <a:lstStyle/>
          <a:p>
            <a:endParaRPr lang="ja-JP" altLang="en-US" sz="4400"/>
          </a:p>
        </p:txBody>
      </p:sp>
      <p:sp>
        <p:nvSpPr>
          <p:cNvPr id="7" name="正方形/長方形 6">
            <a:extLst>
              <a:ext uri="{FF2B5EF4-FFF2-40B4-BE49-F238E27FC236}">
                <a16:creationId xmlns:a16="http://schemas.microsoft.com/office/drawing/2014/main" id="{45C116D1-6830-41F3-B672-AB32E1557A1D}"/>
              </a:ext>
            </a:extLst>
          </p:cNvPr>
          <p:cNvSpPr>
            <a:spLocks noGrp="1"/>
          </p:cNvSpPr>
          <p:nvPr/>
        </p:nvSpPr>
        <p:spPr>
          <a:xfrm>
            <a:off x="9525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600" b="1">
                <a:solidFill>
                  <a:srgbClr val="FFFFFF"/>
                </a:solidFill>
                <a:latin typeface="Yu Gothic UI"/>
                <a:ea typeface="Yu Gothic UI"/>
                <a:cs typeface="Yu Gothic UI"/>
              </a:rPr>
              <a:t>項目</a:t>
            </a:r>
          </a:p>
        </p:txBody>
      </p:sp>
      <p:sp>
        <p:nvSpPr>
          <p:cNvPr id="8" name="正方形/長方形 7">
            <a:extLst>
              <a:ext uri="{FF2B5EF4-FFF2-40B4-BE49-F238E27FC236}">
                <a16:creationId xmlns:a16="http://schemas.microsoft.com/office/drawing/2014/main" id="{AC1977D8-3799-4C20-B65E-E1D70E9BC4B8}"/>
              </a:ext>
            </a:extLst>
          </p:cNvPr>
          <p:cNvSpPr>
            <a:spLocks noGrp="1"/>
          </p:cNvSpPr>
          <p:nvPr/>
        </p:nvSpPr>
        <p:spPr>
          <a:xfrm>
            <a:off x="4356100" y="2038350"/>
            <a:ext cx="3479800" cy="409575"/>
          </a:xfrm>
          <a:prstGeom prst="rect">
            <a:avLst/>
          </a:prstGeom>
          <a:solidFill>
            <a:srgbClr val="244A8F"/>
          </a:solidFill>
          <a:ln w="11430">
            <a:solidFill>
              <a:srgbClr val="FFFFFF"/>
            </a:solidFill>
            <a:prstDash val="solid"/>
          </a:ln>
        </p:spPr>
        <p:txBody>
          <a:bodyPr/>
          <a:lstStyle/>
          <a:p>
            <a:endParaRPr lang="ja-JP" altLang="en-US" sz="4400"/>
          </a:p>
        </p:txBody>
      </p:sp>
      <p:sp>
        <p:nvSpPr>
          <p:cNvPr id="9" name="正方形/長方形 8">
            <a:extLst>
              <a:ext uri="{FF2B5EF4-FFF2-40B4-BE49-F238E27FC236}">
                <a16:creationId xmlns:a16="http://schemas.microsoft.com/office/drawing/2014/main" id="{221796C5-A48B-4078-A815-C7740115E7FA}"/>
              </a:ext>
            </a:extLst>
          </p:cNvPr>
          <p:cNvSpPr>
            <a:spLocks noGrp="1"/>
          </p:cNvSpPr>
          <p:nvPr/>
        </p:nvSpPr>
        <p:spPr>
          <a:xfrm>
            <a:off x="44323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600" b="1">
                <a:solidFill>
                  <a:srgbClr val="FFFFFF"/>
                </a:solidFill>
                <a:latin typeface="Yu Gothic UI"/>
                <a:ea typeface="Yu Gothic UI"/>
                <a:cs typeface="Yu Gothic UI"/>
              </a:rPr>
              <a:t>値の例</a:t>
            </a:r>
          </a:p>
        </p:txBody>
      </p:sp>
      <p:sp>
        <p:nvSpPr>
          <p:cNvPr id="10" name="正方形/長方形 9">
            <a:extLst>
              <a:ext uri="{FF2B5EF4-FFF2-40B4-BE49-F238E27FC236}">
                <a16:creationId xmlns:a16="http://schemas.microsoft.com/office/drawing/2014/main" id="{BB1F20D0-8890-4C17-B4DB-21623370D9CD}"/>
              </a:ext>
            </a:extLst>
          </p:cNvPr>
          <p:cNvSpPr>
            <a:spLocks noGrp="1"/>
          </p:cNvSpPr>
          <p:nvPr/>
        </p:nvSpPr>
        <p:spPr>
          <a:xfrm>
            <a:off x="7835900" y="2038350"/>
            <a:ext cx="3479800" cy="409575"/>
          </a:xfrm>
          <a:prstGeom prst="rect">
            <a:avLst/>
          </a:prstGeom>
          <a:solidFill>
            <a:srgbClr val="244A8F"/>
          </a:solidFill>
          <a:ln w="11430">
            <a:solidFill>
              <a:srgbClr val="FFFFFF"/>
            </a:solidFill>
            <a:prstDash val="solid"/>
          </a:ln>
        </p:spPr>
        <p:txBody>
          <a:bodyPr/>
          <a:lstStyle/>
          <a:p>
            <a:endParaRPr lang="ja-JP" altLang="en-US" sz="4400"/>
          </a:p>
        </p:txBody>
      </p:sp>
      <p:sp>
        <p:nvSpPr>
          <p:cNvPr id="11" name="正方形/長方形 10">
            <a:extLst>
              <a:ext uri="{FF2B5EF4-FFF2-40B4-BE49-F238E27FC236}">
                <a16:creationId xmlns:a16="http://schemas.microsoft.com/office/drawing/2014/main" id="{7BDDD818-5804-4700-8028-101759531B05}"/>
              </a:ext>
            </a:extLst>
          </p:cNvPr>
          <p:cNvSpPr>
            <a:spLocks noGrp="1"/>
          </p:cNvSpPr>
          <p:nvPr/>
        </p:nvSpPr>
        <p:spPr>
          <a:xfrm>
            <a:off x="79121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600" b="1">
                <a:solidFill>
                  <a:srgbClr val="FFFFFF"/>
                </a:solidFill>
                <a:latin typeface="Yu Gothic UI"/>
                <a:ea typeface="Yu Gothic UI"/>
                <a:cs typeface="Yu Gothic UI"/>
              </a:rPr>
              <a:t>補足</a:t>
            </a:r>
          </a:p>
        </p:txBody>
      </p:sp>
      <p:sp>
        <p:nvSpPr>
          <p:cNvPr id="12" name="正方形/長方形 11">
            <a:extLst>
              <a:ext uri="{FF2B5EF4-FFF2-40B4-BE49-F238E27FC236}">
                <a16:creationId xmlns:a16="http://schemas.microsoft.com/office/drawing/2014/main" id="{BADBF0F0-5371-4A41-A2B3-8DCD0DFF7193}"/>
              </a:ext>
            </a:extLst>
          </p:cNvPr>
          <p:cNvSpPr>
            <a:spLocks noGrp="1"/>
          </p:cNvSpPr>
          <p:nvPr/>
        </p:nvSpPr>
        <p:spPr>
          <a:xfrm>
            <a:off x="876300" y="2447925"/>
            <a:ext cx="3479800" cy="598488"/>
          </a:xfrm>
          <a:prstGeom prst="rect">
            <a:avLst/>
          </a:prstGeom>
          <a:solidFill>
            <a:srgbClr val="EAF1FB"/>
          </a:solidFill>
          <a:ln w="11430">
            <a:solidFill>
              <a:srgbClr val="FFFFFF"/>
            </a:solidFill>
            <a:prstDash val="solid"/>
          </a:ln>
        </p:spPr>
        <p:txBody>
          <a:bodyPr/>
          <a:lstStyle/>
          <a:p>
            <a:endParaRPr lang="ja-JP" altLang="en-US" sz="4400"/>
          </a:p>
        </p:txBody>
      </p:sp>
      <p:sp>
        <p:nvSpPr>
          <p:cNvPr id="13" name="正方形/長方形 12">
            <a:extLst>
              <a:ext uri="{FF2B5EF4-FFF2-40B4-BE49-F238E27FC236}">
                <a16:creationId xmlns:a16="http://schemas.microsoft.com/office/drawing/2014/main" id="{5477CEAF-4D7C-4D76-B853-31BA3FB7E265}"/>
              </a:ext>
            </a:extLst>
          </p:cNvPr>
          <p:cNvSpPr>
            <a:spLocks noGrp="1"/>
          </p:cNvSpPr>
          <p:nvPr/>
        </p:nvSpPr>
        <p:spPr>
          <a:xfrm>
            <a:off x="952500" y="2495550"/>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リージョン</a:t>
            </a:r>
          </a:p>
        </p:txBody>
      </p:sp>
      <p:sp>
        <p:nvSpPr>
          <p:cNvPr id="14" name="正方形/長方形 13">
            <a:extLst>
              <a:ext uri="{FF2B5EF4-FFF2-40B4-BE49-F238E27FC236}">
                <a16:creationId xmlns:a16="http://schemas.microsoft.com/office/drawing/2014/main" id="{E6C01154-3D94-4BFE-A39D-FF40A8D1EC4B}"/>
              </a:ext>
            </a:extLst>
          </p:cNvPr>
          <p:cNvSpPr>
            <a:spLocks noGrp="1"/>
          </p:cNvSpPr>
          <p:nvPr/>
        </p:nvSpPr>
        <p:spPr>
          <a:xfrm>
            <a:off x="4356100" y="2447925"/>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15" name="正方形/長方形 14">
            <a:extLst>
              <a:ext uri="{FF2B5EF4-FFF2-40B4-BE49-F238E27FC236}">
                <a16:creationId xmlns:a16="http://schemas.microsoft.com/office/drawing/2014/main" id="{9344D116-8F10-4A45-846A-2B055D36B174}"/>
              </a:ext>
            </a:extLst>
          </p:cNvPr>
          <p:cNvSpPr>
            <a:spLocks noGrp="1"/>
          </p:cNvSpPr>
          <p:nvPr/>
        </p:nvSpPr>
        <p:spPr>
          <a:xfrm>
            <a:off x="4432300" y="2495550"/>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Japan East</a:t>
            </a:r>
          </a:p>
        </p:txBody>
      </p:sp>
      <p:sp>
        <p:nvSpPr>
          <p:cNvPr id="16" name="正方形/長方形 15">
            <a:extLst>
              <a:ext uri="{FF2B5EF4-FFF2-40B4-BE49-F238E27FC236}">
                <a16:creationId xmlns:a16="http://schemas.microsoft.com/office/drawing/2014/main" id="{8BD9EB7C-80DC-4D88-A84F-759749192151}"/>
              </a:ext>
            </a:extLst>
          </p:cNvPr>
          <p:cNvSpPr>
            <a:spLocks noGrp="1"/>
          </p:cNvSpPr>
          <p:nvPr/>
        </p:nvSpPr>
        <p:spPr>
          <a:xfrm>
            <a:off x="7835900" y="2447925"/>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17" name="正方形/長方形 16">
            <a:extLst>
              <a:ext uri="{FF2B5EF4-FFF2-40B4-BE49-F238E27FC236}">
                <a16:creationId xmlns:a16="http://schemas.microsoft.com/office/drawing/2014/main" id="{9BC02E0A-92F7-41A0-9AF8-3D56403D2BFA}"/>
              </a:ext>
            </a:extLst>
          </p:cNvPr>
          <p:cNvSpPr>
            <a:spLocks noGrp="1"/>
          </p:cNvSpPr>
          <p:nvPr/>
        </p:nvSpPr>
        <p:spPr>
          <a:xfrm>
            <a:off x="7912100" y="2495550"/>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利用できない場合は講師が代替を指定します。</a:t>
            </a:r>
          </a:p>
        </p:txBody>
      </p:sp>
      <p:sp>
        <p:nvSpPr>
          <p:cNvPr id="18" name="正方形/長方形 17">
            <a:extLst>
              <a:ext uri="{FF2B5EF4-FFF2-40B4-BE49-F238E27FC236}">
                <a16:creationId xmlns:a16="http://schemas.microsoft.com/office/drawing/2014/main" id="{1D6ABBE5-958D-4E48-8145-BB19D88A30AD}"/>
              </a:ext>
            </a:extLst>
          </p:cNvPr>
          <p:cNvSpPr>
            <a:spLocks noGrp="1"/>
          </p:cNvSpPr>
          <p:nvPr/>
        </p:nvSpPr>
        <p:spPr>
          <a:xfrm>
            <a:off x="876300" y="3046413"/>
            <a:ext cx="3479800" cy="598488"/>
          </a:xfrm>
          <a:prstGeom prst="rect">
            <a:avLst/>
          </a:prstGeom>
          <a:solidFill>
            <a:srgbClr val="EAF1FB"/>
          </a:solidFill>
          <a:ln w="11430">
            <a:solidFill>
              <a:srgbClr val="FFFFFF"/>
            </a:solidFill>
            <a:prstDash val="solid"/>
          </a:ln>
        </p:spPr>
        <p:txBody>
          <a:bodyPr/>
          <a:lstStyle/>
          <a:p>
            <a:endParaRPr lang="ja-JP" altLang="en-US" sz="4400"/>
          </a:p>
        </p:txBody>
      </p:sp>
      <p:sp>
        <p:nvSpPr>
          <p:cNvPr id="19" name="正方形/長方形 18">
            <a:extLst>
              <a:ext uri="{FF2B5EF4-FFF2-40B4-BE49-F238E27FC236}">
                <a16:creationId xmlns:a16="http://schemas.microsoft.com/office/drawing/2014/main" id="{1903B3FF-D9AC-4F03-A66C-42AC864DA401}"/>
              </a:ext>
            </a:extLst>
          </p:cNvPr>
          <p:cNvSpPr>
            <a:spLocks noGrp="1"/>
          </p:cNvSpPr>
          <p:nvPr/>
        </p:nvSpPr>
        <p:spPr>
          <a:xfrm>
            <a:off x="952500" y="3094038"/>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受講者番号</a:t>
            </a:r>
          </a:p>
        </p:txBody>
      </p:sp>
      <p:sp>
        <p:nvSpPr>
          <p:cNvPr id="20" name="正方形/長方形 19">
            <a:extLst>
              <a:ext uri="{FF2B5EF4-FFF2-40B4-BE49-F238E27FC236}">
                <a16:creationId xmlns:a16="http://schemas.microsoft.com/office/drawing/2014/main" id="{DA815DFF-047F-4565-95C6-6751F5BE01F2}"/>
              </a:ext>
            </a:extLst>
          </p:cNvPr>
          <p:cNvSpPr>
            <a:spLocks noGrp="1"/>
          </p:cNvSpPr>
          <p:nvPr/>
        </p:nvSpPr>
        <p:spPr>
          <a:xfrm>
            <a:off x="4356100" y="3046413"/>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21" name="正方形/長方形 20">
            <a:extLst>
              <a:ext uri="{FF2B5EF4-FFF2-40B4-BE49-F238E27FC236}">
                <a16:creationId xmlns:a16="http://schemas.microsoft.com/office/drawing/2014/main" id="{A761810A-2F8C-4D4D-A9BB-8B405925DBF5}"/>
              </a:ext>
            </a:extLst>
          </p:cNvPr>
          <p:cNvSpPr>
            <a:spLocks noGrp="1"/>
          </p:cNvSpPr>
          <p:nvPr/>
        </p:nvSpPr>
        <p:spPr>
          <a:xfrm>
            <a:off x="4432300" y="3094038"/>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lang="en" sz="1400" dirty="0">
                <a:solidFill>
                  <a:srgbClr val="344054"/>
                </a:solidFill>
                <a:latin typeface="Yu Gothic UI"/>
                <a:ea typeface="Yu Gothic UI"/>
                <a:cs typeface="Yu Gothic UI"/>
              </a:rPr>
              <a:t>s</a:t>
            </a:r>
            <a:r>
              <a:rPr sz="1400" b="0" dirty="0">
                <a:solidFill>
                  <a:srgbClr val="344054"/>
                </a:solidFill>
                <a:latin typeface="Yu Gothic UI"/>
                <a:ea typeface="Yu Gothic UI"/>
                <a:cs typeface="Yu Gothic UI"/>
              </a:rPr>
              <a:t>01</a:t>
            </a:r>
            <a:r>
              <a:rPr lang="ja-JP" altLang="en-US" sz="1400">
                <a:solidFill>
                  <a:srgbClr val="344054"/>
                </a:solidFill>
                <a:latin typeface="Yu Gothic UI"/>
                <a:ea typeface="Yu Gothic UI"/>
                <a:cs typeface="Yu Gothic UI"/>
              </a:rPr>
              <a:t>等の番号</a:t>
            </a:r>
            <a:endParaRPr sz="1400" b="0" dirty="0">
              <a:solidFill>
                <a:srgbClr val="344054"/>
              </a:solidFill>
              <a:latin typeface="Yu Gothic UI"/>
              <a:ea typeface="Yu Gothic UI"/>
              <a:cs typeface="Yu Gothic UI"/>
            </a:endParaRPr>
          </a:p>
        </p:txBody>
      </p:sp>
      <p:sp>
        <p:nvSpPr>
          <p:cNvPr id="22" name="正方形/長方形 21">
            <a:extLst>
              <a:ext uri="{FF2B5EF4-FFF2-40B4-BE49-F238E27FC236}">
                <a16:creationId xmlns:a16="http://schemas.microsoft.com/office/drawing/2014/main" id="{B27292F2-85D2-4038-BF0E-4FA608674650}"/>
              </a:ext>
            </a:extLst>
          </p:cNvPr>
          <p:cNvSpPr>
            <a:spLocks noGrp="1"/>
          </p:cNvSpPr>
          <p:nvPr/>
        </p:nvSpPr>
        <p:spPr>
          <a:xfrm>
            <a:off x="7835900" y="3046413"/>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23" name="正方形/長方形 22">
            <a:extLst>
              <a:ext uri="{FF2B5EF4-FFF2-40B4-BE49-F238E27FC236}">
                <a16:creationId xmlns:a16="http://schemas.microsoft.com/office/drawing/2014/main" id="{62505249-1232-42A8-B93B-290F6FD8661C}"/>
              </a:ext>
            </a:extLst>
          </p:cNvPr>
          <p:cNvSpPr>
            <a:spLocks noGrp="1"/>
          </p:cNvSpPr>
          <p:nvPr/>
        </p:nvSpPr>
        <p:spPr>
          <a:xfrm>
            <a:off x="7912100" y="3094038"/>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講師から案内された番号を使います。</a:t>
            </a:r>
          </a:p>
        </p:txBody>
      </p:sp>
      <p:sp>
        <p:nvSpPr>
          <p:cNvPr id="24" name="正方形/長方形 23">
            <a:extLst>
              <a:ext uri="{FF2B5EF4-FFF2-40B4-BE49-F238E27FC236}">
                <a16:creationId xmlns:a16="http://schemas.microsoft.com/office/drawing/2014/main" id="{6D3A2817-9E10-42E3-9AF5-EA7999E49210}"/>
              </a:ext>
            </a:extLst>
          </p:cNvPr>
          <p:cNvSpPr>
            <a:spLocks noGrp="1"/>
          </p:cNvSpPr>
          <p:nvPr/>
        </p:nvSpPr>
        <p:spPr>
          <a:xfrm>
            <a:off x="876300" y="3644900"/>
            <a:ext cx="3479800" cy="598488"/>
          </a:xfrm>
          <a:prstGeom prst="rect">
            <a:avLst/>
          </a:prstGeom>
          <a:solidFill>
            <a:srgbClr val="EAF1FB"/>
          </a:solidFill>
          <a:ln w="11430">
            <a:solidFill>
              <a:srgbClr val="FFFFFF"/>
            </a:solidFill>
            <a:prstDash val="solid"/>
          </a:ln>
        </p:spPr>
        <p:txBody>
          <a:bodyPr/>
          <a:lstStyle/>
          <a:p>
            <a:endParaRPr lang="ja-JP" altLang="en-US" sz="4400"/>
          </a:p>
        </p:txBody>
      </p:sp>
      <p:sp>
        <p:nvSpPr>
          <p:cNvPr id="25" name="正方形/長方形 24">
            <a:extLst>
              <a:ext uri="{FF2B5EF4-FFF2-40B4-BE49-F238E27FC236}">
                <a16:creationId xmlns:a16="http://schemas.microsoft.com/office/drawing/2014/main" id="{49AE2F72-BEC1-49F5-85F6-FD101C22AF5A}"/>
              </a:ext>
            </a:extLst>
          </p:cNvPr>
          <p:cNvSpPr>
            <a:spLocks noGrp="1"/>
          </p:cNvSpPr>
          <p:nvPr/>
        </p:nvSpPr>
        <p:spPr>
          <a:xfrm>
            <a:off x="952500" y="3692525"/>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リソースグループ名</a:t>
            </a:r>
          </a:p>
        </p:txBody>
      </p:sp>
      <p:sp>
        <p:nvSpPr>
          <p:cNvPr id="26" name="正方形/長方形 25">
            <a:extLst>
              <a:ext uri="{FF2B5EF4-FFF2-40B4-BE49-F238E27FC236}">
                <a16:creationId xmlns:a16="http://schemas.microsoft.com/office/drawing/2014/main" id="{8467E1EF-978F-488E-8E5E-894FB766EA2E}"/>
              </a:ext>
            </a:extLst>
          </p:cNvPr>
          <p:cNvSpPr>
            <a:spLocks noGrp="1"/>
          </p:cNvSpPr>
          <p:nvPr/>
        </p:nvSpPr>
        <p:spPr>
          <a:xfrm>
            <a:off x="4356100" y="3644900"/>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27" name="正方形/長方形 26">
            <a:extLst>
              <a:ext uri="{FF2B5EF4-FFF2-40B4-BE49-F238E27FC236}">
                <a16:creationId xmlns:a16="http://schemas.microsoft.com/office/drawing/2014/main" id="{95D99DE0-1908-4669-AA5D-960FE0720710}"/>
              </a:ext>
            </a:extLst>
          </p:cNvPr>
          <p:cNvSpPr>
            <a:spLocks noGrp="1"/>
          </p:cNvSpPr>
          <p:nvPr/>
        </p:nvSpPr>
        <p:spPr>
          <a:xfrm>
            <a:off x="4432300" y="3692525"/>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dirty="0">
                <a:solidFill>
                  <a:srgbClr val="344054"/>
                </a:solidFill>
                <a:latin typeface="Yu Gothic UI"/>
                <a:ea typeface="Yu Gothic UI"/>
                <a:cs typeface="Yu Gothic UI"/>
              </a:rPr>
              <a:t>rg-azbeg-l03-</a:t>
            </a:r>
            <a:r>
              <a:rPr lang="en-US" sz="1400" b="0" dirty="0">
                <a:solidFill>
                  <a:srgbClr val="344054"/>
                </a:solidFill>
                <a:latin typeface="Yu Gothic UI"/>
                <a:ea typeface="Yu Gothic UI"/>
                <a:cs typeface="Yu Gothic UI"/>
              </a:rPr>
              <a:t>&lt;</a:t>
            </a:r>
            <a:r>
              <a:rPr lang="en-US" sz="1400" b="0" dirty="0" err="1">
                <a:solidFill>
                  <a:srgbClr val="344054"/>
                </a:solidFill>
                <a:latin typeface="Yu Gothic UI"/>
                <a:ea typeface="Yu Gothic UI"/>
                <a:cs typeface="Yu Gothic UI"/>
              </a:rPr>
              <a:t>受講者番号</a:t>
            </a:r>
            <a:r>
              <a:rPr lang="en-US" sz="1400" b="0" dirty="0">
                <a:solidFill>
                  <a:srgbClr val="344054"/>
                </a:solidFill>
                <a:latin typeface="Yu Gothic UI"/>
                <a:ea typeface="Yu Gothic UI"/>
                <a:cs typeface="Yu Gothic UI"/>
              </a:rPr>
              <a:t>&gt;</a:t>
            </a:r>
            <a:endParaRPr sz="1400" b="0" dirty="0">
              <a:solidFill>
                <a:srgbClr val="344054"/>
              </a:solidFill>
              <a:latin typeface="Yu Gothic UI"/>
              <a:ea typeface="Yu Gothic UI"/>
              <a:cs typeface="Yu Gothic UI"/>
            </a:endParaRPr>
          </a:p>
        </p:txBody>
      </p:sp>
      <p:sp>
        <p:nvSpPr>
          <p:cNvPr id="28" name="正方形/長方形 27">
            <a:extLst>
              <a:ext uri="{FF2B5EF4-FFF2-40B4-BE49-F238E27FC236}">
                <a16:creationId xmlns:a16="http://schemas.microsoft.com/office/drawing/2014/main" id="{CA50CDF6-4624-4DDE-8455-AADADD02BB15}"/>
              </a:ext>
            </a:extLst>
          </p:cNvPr>
          <p:cNvSpPr>
            <a:spLocks noGrp="1"/>
          </p:cNvSpPr>
          <p:nvPr/>
        </p:nvSpPr>
        <p:spPr>
          <a:xfrm>
            <a:off x="7835900" y="3644900"/>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29" name="正方形/長方形 28">
            <a:extLst>
              <a:ext uri="{FF2B5EF4-FFF2-40B4-BE49-F238E27FC236}">
                <a16:creationId xmlns:a16="http://schemas.microsoft.com/office/drawing/2014/main" id="{BAC47C95-04F4-42B6-85EC-1E64C614FDCB}"/>
              </a:ext>
            </a:extLst>
          </p:cNvPr>
          <p:cNvSpPr>
            <a:spLocks noGrp="1"/>
          </p:cNvSpPr>
          <p:nvPr/>
        </p:nvSpPr>
        <p:spPr>
          <a:xfrm>
            <a:off x="7912100" y="3692525"/>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s01 は自分の番号に置き換えます。</a:t>
            </a:r>
          </a:p>
        </p:txBody>
      </p:sp>
      <p:sp>
        <p:nvSpPr>
          <p:cNvPr id="30" name="正方形/長方形 29">
            <a:extLst>
              <a:ext uri="{FF2B5EF4-FFF2-40B4-BE49-F238E27FC236}">
                <a16:creationId xmlns:a16="http://schemas.microsoft.com/office/drawing/2014/main" id="{668B34F4-B82D-45C3-AB92-F3AE4F9711B1}"/>
              </a:ext>
            </a:extLst>
          </p:cNvPr>
          <p:cNvSpPr>
            <a:spLocks noGrp="1"/>
          </p:cNvSpPr>
          <p:nvPr/>
        </p:nvSpPr>
        <p:spPr>
          <a:xfrm>
            <a:off x="876300" y="4243388"/>
            <a:ext cx="3479800" cy="598488"/>
          </a:xfrm>
          <a:prstGeom prst="rect">
            <a:avLst/>
          </a:prstGeom>
          <a:solidFill>
            <a:srgbClr val="EAF1FB"/>
          </a:solidFill>
          <a:ln w="11430">
            <a:solidFill>
              <a:srgbClr val="FFFFFF"/>
            </a:solidFill>
            <a:prstDash val="solid"/>
          </a:ln>
        </p:spPr>
        <p:txBody>
          <a:bodyPr/>
          <a:lstStyle/>
          <a:p>
            <a:endParaRPr lang="ja-JP" altLang="en-US" sz="4400"/>
          </a:p>
        </p:txBody>
      </p:sp>
      <p:sp>
        <p:nvSpPr>
          <p:cNvPr id="31" name="正方形/長方形 30">
            <a:extLst>
              <a:ext uri="{FF2B5EF4-FFF2-40B4-BE49-F238E27FC236}">
                <a16:creationId xmlns:a16="http://schemas.microsoft.com/office/drawing/2014/main" id="{9DB601D5-958B-42A6-A6B8-2CE81199DCE9}"/>
              </a:ext>
            </a:extLst>
          </p:cNvPr>
          <p:cNvSpPr>
            <a:spLocks noGrp="1"/>
          </p:cNvSpPr>
          <p:nvPr/>
        </p:nvSpPr>
        <p:spPr>
          <a:xfrm>
            <a:off x="952500" y="4291013"/>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VM 名</a:t>
            </a:r>
          </a:p>
        </p:txBody>
      </p:sp>
      <p:sp>
        <p:nvSpPr>
          <p:cNvPr id="32" name="正方形/長方形 31">
            <a:extLst>
              <a:ext uri="{FF2B5EF4-FFF2-40B4-BE49-F238E27FC236}">
                <a16:creationId xmlns:a16="http://schemas.microsoft.com/office/drawing/2014/main" id="{1BEAD71A-4025-49E2-97CC-D5D1FAF274DD}"/>
              </a:ext>
            </a:extLst>
          </p:cNvPr>
          <p:cNvSpPr>
            <a:spLocks noGrp="1"/>
          </p:cNvSpPr>
          <p:nvPr/>
        </p:nvSpPr>
        <p:spPr>
          <a:xfrm>
            <a:off x="4356100" y="4243388"/>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33" name="正方形/長方形 32">
            <a:extLst>
              <a:ext uri="{FF2B5EF4-FFF2-40B4-BE49-F238E27FC236}">
                <a16:creationId xmlns:a16="http://schemas.microsoft.com/office/drawing/2014/main" id="{CB9A3F35-5242-49B4-88F3-A458ABFCC691}"/>
              </a:ext>
            </a:extLst>
          </p:cNvPr>
          <p:cNvSpPr>
            <a:spLocks noGrp="1"/>
          </p:cNvSpPr>
          <p:nvPr/>
        </p:nvSpPr>
        <p:spPr>
          <a:xfrm>
            <a:off x="4432300" y="4291013"/>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dirty="0">
                <a:solidFill>
                  <a:srgbClr val="344054"/>
                </a:solidFill>
                <a:latin typeface="Yu Gothic UI"/>
                <a:ea typeface="Yu Gothic UI"/>
                <a:cs typeface="Yu Gothic UI"/>
              </a:rPr>
              <a:t>vm-azbeg-l03-</a:t>
            </a:r>
            <a:r>
              <a:rPr lang="en-US" sz="1400" b="0" dirty="0">
                <a:solidFill>
                  <a:srgbClr val="344054"/>
                </a:solidFill>
                <a:latin typeface="Yu Gothic UI"/>
                <a:ea typeface="Yu Gothic UI"/>
                <a:cs typeface="Yu Gothic UI"/>
              </a:rPr>
              <a:t>&lt;</a:t>
            </a:r>
            <a:r>
              <a:rPr lang="en-US" sz="1400" b="0" dirty="0" err="1">
                <a:solidFill>
                  <a:srgbClr val="344054"/>
                </a:solidFill>
                <a:latin typeface="Yu Gothic UI"/>
                <a:ea typeface="Yu Gothic UI"/>
                <a:cs typeface="Yu Gothic UI"/>
              </a:rPr>
              <a:t>受講者番号</a:t>
            </a:r>
            <a:r>
              <a:rPr lang="en-US" sz="1400" b="0" dirty="0">
                <a:solidFill>
                  <a:srgbClr val="344054"/>
                </a:solidFill>
                <a:latin typeface="Yu Gothic UI"/>
                <a:ea typeface="Yu Gothic UI"/>
                <a:cs typeface="Yu Gothic UI"/>
              </a:rPr>
              <a:t>&gt;</a:t>
            </a:r>
            <a:endParaRPr sz="1400" b="0" dirty="0">
              <a:solidFill>
                <a:srgbClr val="344054"/>
              </a:solidFill>
              <a:latin typeface="Yu Gothic UI"/>
              <a:ea typeface="Yu Gothic UI"/>
              <a:cs typeface="Yu Gothic UI"/>
            </a:endParaRPr>
          </a:p>
        </p:txBody>
      </p:sp>
      <p:sp>
        <p:nvSpPr>
          <p:cNvPr id="34" name="正方形/長方形 33">
            <a:extLst>
              <a:ext uri="{FF2B5EF4-FFF2-40B4-BE49-F238E27FC236}">
                <a16:creationId xmlns:a16="http://schemas.microsoft.com/office/drawing/2014/main" id="{BE5832E4-9E9F-4428-8315-57BDDCBBCE8D}"/>
              </a:ext>
            </a:extLst>
          </p:cNvPr>
          <p:cNvSpPr>
            <a:spLocks noGrp="1"/>
          </p:cNvSpPr>
          <p:nvPr/>
        </p:nvSpPr>
        <p:spPr>
          <a:xfrm>
            <a:off x="7835900" y="4243388"/>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35" name="正方形/長方形 34">
            <a:extLst>
              <a:ext uri="{FF2B5EF4-FFF2-40B4-BE49-F238E27FC236}">
                <a16:creationId xmlns:a16="http://schemas.microsoft.com/office/drawing/2014/main" id="{F52EB7AC-061A-40A7-96B8-24530DAE34D1}"/>
              </a:ext>
            </a:extLst>
          </p:cNvPr>
          <p:cNvSpPr>
            <a:spLocks noGrp="1"/>
          </p:cNvSpPr>
          <p:nvPr/>
        </p:nvSpPr>
        <p:spPr>
          <a:xfrm>
            <a:off x="7912100" y="4291013"/>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後から見分けられる名前にします。</a:t>
            </a:r>
          </a:p>
        </p:txBody>
      </p:sp>
      <p:sp>
        <p:nvSpPr>
          <p:cNvPr id="36" name="正方形/長方形 35">
            <a:extLst>
              <a:ext uri="{FF2B5EF4-FFF2-40B4-BE49-F238E27FC236}">
                <a16:creationId xmlns:a16="http://schemas.microsoft.com/office/drawing/2014/main" id="{46983B1E-C45B-48CB-A4C3-C2821223F67E}"/>
              </a:ext>
            </a:extLst>
          </p:cNvPr>
          <p:cNvSpPr>
            <a:spLocks noGrp="1"/>
          </p:cNvSpPr>
          <p:nvPr/>
        </p:nvSpPr>
        <p:spPr>
          <a:xfrm>
            <a:off x="876300" y="4841875"/>
            <a:ext cx="3479800" cy="598488"/>
          </a:xfrm>
          <a:prstGeom prst="rect">
            <a:avLst/>
          </a:prstGeom>
          <a:solidFill>
            <a:srgbClr val="EAF1FB"/>
          </a:solidFill>
          <a:ln w="11430">
            <a:solidFill>
              <a:srgbClr val="FFFFFF"/>
            </a:solidFill>
            <a:prstDash val="solid"/>
          </a:ln>
        </p:spPr>
        <p:txBody>
          <a:bodyPr/>
          <a:lstStyle/>
          <a:p>
            <a:endParaRPr lang="ja-JP" altLang="en-US" sz="4400"/>
          </a:p>
        </p:txBody>
      </p:sp>
      <p:sp>
        <p:nvSpPr>
          <p:cNvPr id="37" name="正方形/長方形 36">
            <a:extLst>
              <a:ext uri="{FF2B5EF4-FFF2-40B4-BE49-F238E27FC236}">
                <a16:creationId xmlns:a16="http://schemas.microsoft.com/office/drawing/2014/main" id="{087A2E6C-D68B-4DAC-9843-E9C3D620384A}"/>
              </a:ext>
            </a:extLst>
          </p:cNvPr>
          <p:cNvSpPr>
            <a:spLocks noGrp="1"/>
          </p:cNvSpPr>
          <p:nvPr/>
        </p:nvSpPr>
        <p:spPr>
          <a:xfrm>
            <a:off x="952500" y="4889500"/>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管理者ユーザー</a:t>
            </a:r>
          </a:p>
        </p:txBody>
      </p:sp>
      <p:sp>
        <p:nvSpPr>
          <p:cNvPr id="38" name="正方形/長方形 37">
            <a:extLst>
              <a:ext uri="{FF2B5EF4-FFF2-40B4-BE49-F238E27FC236}">
                <a16:creationId xmlns:a16="http://schemas.microsoft.com/office/drawing/2014/main" id="{F1BDCA45-6CA9-47C8-9EEF-80626F5A6B88}"/>
              </a:ext>
            </a:extLst>
          </p:cNvPr>
          <p:cNvSpPr>
            <a:spLocks noGrp="1"/>
          </p:cNvSpPr>
          <p:nvPr/>
        </p:nvSpPr>
        <p:spPr>
          <a:xfrm>
            <a:off x="4356100" y="4841875"/>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39" name="正方形/長方形 38">
            <a:extLst>
              <a:ext uri="{FF2B5EF4-FFF2-40B4-BE49-F238E27FC236}">
                <a16:creationId xmlns:a16="http://schemas.microsoft.com/office/drawing/2014/main" id="{975C7936-9E55-4FCF-BC16-00A342366BC7}"/>
              </a:ext>
            </a:extLst>
          </p:cNvPr>
          <p:cNvSpPr>
            <a:spLocks noGrp="1"/>
          </p:cNvSpPr>
          <p:nvPr/>
        </p:nvSpPr>
        <p:spPr>
          <a:xfrm>
            <a:off x="4432300" y="4889500"/>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azureuser</a:t>
            </a:r>
          </a:p>
        </p:txBody>
      </p:sp>
      <p:sp>
        <p:nvSpPr>
          <p:cNvPr id="40" name="正方形/長方形 39">
            <a:extLst>
              <a:ext uri="{FF2B5EF4-FFF2-40B4-BE49-F238E27FC236}">
                <a16:creationId xmlns:a16="http://schemas.microsoft.com/office/drawing/2014/main" id="{003FD709-6C74-40F3-93FD-A308B794F5AD}"/>
              </a:ext>
            </a:extLst>
          </p:cNvPr>
          <p:cNvSpPr>
            <a:spLocks noGrp="1"/>
          </p:cNvSpPr>
          <p:nvPr/>
        </p:nvSpPr>
        <p:spPr>
          <a:xfrm>
            <a:off x="7835900" y="4841875"/>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41" name="正方形/長方形 40">
            <a:extLst>
              <a:ext uri="{FF2B5EF4-FFF2-40B4-BE49-F238E27FC236}">
                <a16:creationId xmlns:a16="http://schemas.microsoft.com/office/drawing/2014/main" id="{F5087C6F-3400-4CC8-ABC8-E13D71F132A7}"/>
              </a:ext>
            </a:extLst>
          </p:cNvPr>
          <p:cNvSpPr>
            <a:spLocks noGrp="1"/>
          </p:cNvSpPr>
          <p:nvPr/>
        </p:nvSpPr>
        <p:spPr>
          <a:xfrm>
            <a:off x="7912100" y="4889500"/>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秘密鍵は公開資料に残しません。</a:t>
            </a:r>
          </a:p>
        </p:txBody>
      </p:sp>
      <p:sp>
        <p:nvSpPr>
          <p:cNvPr id="42" name="正方形/長方形 41">
            <a:extLst>
              <a:ext uri="{FF2B5EF4-FFF2-40B4-BE49-F238E27FC236}">
                <a16:creationId xmlns:a16="http://schemas.microsoft.com/office/drawing/2014/main" id="{1DBFEDEE-B398-4DF9-9048-2F8A8BEBB25A}"/>
              </a:ext>
            </a:extLst>
          </p:cNvPr>
          <p:cNvSpPr>
            <a:spLocks noGrp="1"/>
          </p:cNvSpPr>
          <p:nvPr/>
        </p:nvSpPr>
        <p:spPr>
          <a:xfrm>
            <a:off x="876300" y="5440363"/>
            <a:ext cx="3479800" cy="598488"/>
          </a:xfrm>
          <a:prstGeom prst="rect">
            <a:avLst/>
          </a:prstGeom>
          <a:solidFill>
            <a:srgbClr val="EAF1FB"/>
          </a:solidFill>
          <a:ln w="11430">
            <a:solidFill>
              <a:srgbClr val="FFFFFF"/>
            </a:solidFill>
            <a:prstDash val="solid"/>
          </a:ln>
        </p:spPr>
        <p:txBody>
          <a:bodyPr/>
          <a:lstStyle/>
          <a:p>
            <a:endParaRPr lang="ja-JP" altLang="en-US" sz="4400"/>
          </a:p>
        </p:txBody>
      </p:sp>
      <p:sp>
        <p:nvSpPr>
          <p:cNvPr id="43" name="正方形/長方形 42">
            <a:extLst>
              <a:ext uri="{FF2B5EF4-FFF2-40B4-BE49-F238E27FC236}">
                <a16:creationId xmlns:a16="http://schemas.microsoft.com/office/drawing/2014/main" id="{185DB0DC-6063-41C2-B568-37B077CC2C0C}"/>
              </a:ext>
            </a:extLst>
          </p:cNvPr>
          <p:cNvSpPr>
            <a:spLocks noGrp="1"/>
          </p:cNvSpPr>
          <p:nvPr/>
        </p:nvSpPr>
        <p:spPr>
          <a:xfrm>
            <a:off x="952500" y="5487988"/>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受信ポート</a:t>
            </a:r>
          </a:p>
        </p:txBody>
      </p:sp>
      <p:sp>
        <p:nvSpPr>
          <p:cNvPr id="44" name="正方形/長方形 43">
            <a:extLst>
              <a:ext uri="{FF2B5EF4-FFF2-40B4-BE49-F238E27FC236}">
                <a16:creationId xmlns:a16="http://schemas.microsoft.com/office/drawing/2014/main" id="{E4D5F1F0-C416-4788-A474-322647A8A4E8}"/>
              </a:ext>
            </a:extLst>
          </p:cNvPr>
          <p:cNvSpPr>
            <a:spLocks noGrp="1"/>
          </p:cNvSpPr>
          <p:nvPr/>
        </p:nvSpPr>
        <p:spPr>
          <a:xfrm>
            <a:off x="4356100" y="5440363"/>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45" name="正方形/長方形 44">
            <a:extLst>
              <a:ext uri="{FF2B5EF4-FFF2-40B4-BE49-F238E27FC236}">
                <a16:creationId xmlns:a16="http://schemas.microsoft.com/office/drawing/2014/main" id="{8AC666B1-DD90-46F3-9417-5C6117C86E3D}"/>
              </a:ext>
            </a:extLst>
          </p:cNvPr>
          <p:cNvSpPr>
            <a:spLocks noGrp="1"/>
          </p:cNvSpPr>
          <p:nvPr/>
        </p:nvSpPr>
        <p:spPr>
          <a:xfrm>
            <a:off x="4432300" y="5487988"/>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HTTP</a:t>
            </a:r>
          </a:p>
        </p:txBody>
      </p:sp>
      <p:sp>
        <p:nvSpPr>
          <p:cNvPr id="46" name="正方形/長方形 45">
            <a:extLst>
              <a:ext uri="{FF2B5EF4-FFF2-40B4-BE49-F238E27FC236}">
                <a16:creationId xmlns:a16="http://schemas.microsoft.com/office/drawing/2014/main" id="{B783B976-DA63-4D9A-82EA-797B322D44B1}"/>
              </a:ext>
            </a:extLst>
          </p:cNvPr>
          <p:cNvSpPr>
            <a:spLocks noGrp="1"/>
          </p:cNvSpPr>
          <p:nvPr/>
        </p:nvSpPr>
        <p:spPr>
          <a:xfrm>
            <a:off x="7835900" y="5440363"/>
            <a:ext cx="3479800" cy="598488"/>
          </a:xfrm>
          <a:prstGeom prst="rect">
            <a:avLst/>
          </a:prstGeom>
          <a:solidFill>
            <a:srgbClr val="FFFFFF"/>
          </a:solidFill>
          <a:ln w="11430">
            <a:solidFill>
              <a:srgbClr val="FFFFFF"/>
            </a:solidFill>
            <a:prstDash val="solid"/>
          </a:ln>
        </p:spPr>
        <p:txBody>
          <a:bodyPr/>
          <a:lstStyle/>
          <a:p>
            <a:endParaRPr lang="ja-JP" altLang="en-US" sz="4400"/>
          </a:p>
        </p:txBody>
      </p:sp>
      <p:sp>
        <p:nvSpPr>
          <p:cNvPr id="47" name="正方形/長方形 46">
            <a:extLst>
              <a:ext uri="{FF2B5EF4-FFF2-40B4-BE49-F238E27FC236}">
                <a16:creationId xmlns:a16="http://schemas.microsoft.com/office/drawing/2014/main" id="{5A012821-5604-4264-A540-4FE9F4720EDA}"/>
              </a:ext>
            </a:extLst>
          </p:cNvPr>
          <p:cNvSpPr>
            <a:spLocks noGrp="1"/>
          </p:cNvSpPr>
          <p:nvPr/>
        </p:nvSpPr>
        <p:spPr>
          <a:xfrm>
            <a:off x="7912100" y="5487988"/>
            <a:ext cx="3327400" cy="503238"/>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0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NGINX 表示確認に使います。</a:t>
            </a:r>
          </a:p>
        </p:txBody>
      </p:sp>
    </p:spTree>
    <p:extLst>
      <p:ext uri="{BB962C8B-B14F-4D97-AF65-F5344CB8AC3E}">
        <p14:creationId xmlns:p14="http://schemas.microsoft.com/office/powerpoint/2010/main" val="11860771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77FFCA77-907A-4D09-B2C9-00F4D7FC2BD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ハンズオンの流れ</a:t>
            </a:r>
          </a:p>
        </p:txBody>
      </p:sp>
      <p:sp>
        <p:nvSpPr>
          <p:cNvPr id="2" name="正方形/長方形 1">
            <a:extLst>
              <a:ext uri="{FF2B5EF4-FFF2-40B4-BE49-F238E27FC236}">
                <a16:creationId xmlns:a16="http://schemas.microsoft.com/office/drawing/2014/main" id="{9B639622-4B96-433E-BEF1-936B694F171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E3B147E-C355-4441-92EA-1504C2E6D5C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E46730B0-F782-4201-9373-DE45D4B1B474}"/>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まずリソースをまとめる外枠を作り、その中に VM と関連リソースを作成します。最後は作成したリソースグループを削除します。</a:t>
            </a:r>
          </a:p>
        </p:txBody>
      </p:sp>
      <p:sp>
        <p:nvSpPr>
          <p:cNvPr id="6" name="正方形/長方形 5">
            <a:extLst>
              <a:ext uri="{FF2B5EF4-FFF2-40B4-BE49-F238E27FC236}">
                <a16:creationId xmlns:a16="http://schemas.microsoft.com/office/drawing/2014/main" id="{498F44A6-A71B-4E94-8DE4-26C07ABA5459}"/>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10" name="角丸四角形 9">
            <a:extLst>
              <a:ext uri="{FF2B5EF4-FFF2-40B4-BE49-F238E27FC236}">
                <a16:creationId xmlns:a16="http://schemas.microsoft.com/office/drawing/2014/main" id="{BEB9D790-5943-BBBE-AB26-5A56961D9948}"/>
              </a:ext>
            </a:extLst>
          </p:cNvPr>
          <p:cNvSpPr/>
          <p:nvPr/>
        </p:nvSpPr>
        <p:spPr>
          <a:xfrm>
            <a:off x="1084729"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角丸四角形 10">
            <a:extLst>
              <a:ext uri="{FF2B5EF4-FFF2-40B4-BE49-F238E27FC236}">
                <a16:creationId xmlns:a16="http://schemas.microsoft.com/office/drawing/2014/main" id="{E3C1F6FF-71B0-C6E3-4986-B904615451ED}"/>
              </a:ext>
            </a:extLst>
          </p:cNvPr>
          <p:cNvSpPr/>
          <p:nvPr/>
        </p:nvSpPr>
        <p:spPr>
          <a:xfrm>
            <a:off x="3159273" y="2732664"/>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角丸四角形 11">
            <a:extLst>
              <a:ext uri="{FF2B5EF4-FFF2-40B4-BE49-F238E27FC236}">
                <a16:creationId xmlns:a16="http://schemas.microsoft.com/office/drawing/2014/main" id="{8788DA75-8106-BBAB-8C66-C944F7682752}"/>
              </a:ext>
            </a:extLst>
          </p:cNvPr>
          <p:cNvSpPr/>
          <p:nvPr/>
        </p:nvSpPr>
        <p:spPr>
          <a:xfrm>
            <a:off x="5233817"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角丸四角形 12">
            <a:extLst>
              <a:ext uri="{FF2B5EF4-FFF2-40B4-BE49-F238E27FC236}">
                <a16:creationId xmlns:a16="http://schemas.microsoft.com/office/drawing/2014/main" id="{FE3CE84D-96BF-34AA-C821-5D29FAF332DB}"/>
              </a:ext>
            </a:extLst>
          </p:cNvPr>
          <p:cNvSpPr/>
          <p:nvPr/>
        </p:nvSpPr>
        <p:spPr>
          <a:xfrm>
            <a:off x="7374146"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角丸四角形 13">
            <a:extLst>
              <a:ext uri="{FF2B5EF4-FFF2-40B4-BE49-F238E27FC236}">
                <a16:creationId xmlns:a16="http://schemas.microsoft.com/office/drawing/2014/main" id="{3FB39051-8081-E389-EF3D-284ED7CEC7A6}"/>
              </a:ext>
            </a:extLst>
          </p:cNvPr>
          <p:cNvSpPr/>
          <p:nvPr/>
        </p:nvSpPr>
        <p:spPr>
          <a:xfrm>
            <a:off x="9524659"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B4AB0497-9C7B-1E85-BCBD-A3EE7141D49F}"/>
              </a:ext>
            </a:extLst>
          </p:cNvPr>
          <p:cNvSpPr txBox="1"/>
          <p:nvPr/>
        </p:nvSpPr>
        <p:spPr>
          <a:xfrm>
            <a:off x="1263468" y="2818614"/>
            <a:ext cx="1366887" cy="646331"/>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リソースグループの作成</a:t>
            </a:r>
          </a:p>
        </p:txBody>
      </p:sp>
      <p:sp>
        <p:nvSpPr>
          <p:cNvPr id="16" name="テキスト ボックス 15">
            <a:extLst>
              <a:ext uri="{FF2B5EF4-FFF2-40B4-BE49-F238E27FC236}">
                <a16:creationId xmlns:a16="http://schemas.microsoft.com/office/drawing/2014/main" id="{93ACF80E-A6DC-1AA9-69E4-0D68CF824787}"/>
              </a:ext>
            </a:extLst>
          </p:cNvPr>
          <p:cNvSpPr txBox="1"/>
          <p:nvPr/>
        </p:nvSpPr>
        <p:spPr>
          <a:xfrm>
            <a:off x="1094913" y="3508769"/>
            <a:ext cx="1714181" cy="738664"/>
          </a:xfrm>
          <a:prstGeom prst="rect">
            <a:avLst/>
          </a:prstGeom>
          <a:noFill/>
        </p:spPr>
        <p:txBody>
          <a:bodyPr wrap="square" rtlCol="0">
            <a:spAutoFit/>
          </a:bodyPr>
          <a:lstStyle/>
          <a:p>
            <a:pPr algn="ctr"/>
            <a:r>
              <a:rPr kumimoji="1" lang="ja-JP" altLang="en-US" sz="1400">
                <a:latin typeface="Yu Gothic UI" panose="020B0500000000000000" pitchFamily="34" charset="-128"/>
                <a:ea typeface="Yu Gothic UI" panose="020B0500000000000000" pitchFamily="34" charset="-128"/>
              </a:rPr>
              <a:t>サブスクリプション内でリソースをグルーピングする論理的な単位</a:t>
            </a:r>
          </a:p>
        </p:txBody>
      </p:sp>
      <p:sp>
        <p:nvSpPr>
          <p:cNvPr id="17" name="テキスト ボックス 16">
            <a:extLst>
              <a:ext uri="{FF2B5EF4-FFF2-40B4-BE49-F238E27FC236}">
                <a16:creationId xmlns:a16="http://schemas.microsoft.com/office/drawing/2014/main" id="{7C8675B4-2F13-A04D-58C8-EB896E09F69B}"/>
              </a:ext>
            </a:extLst>
          </p:cNvPr>
          <p:cNvSpPr txBox="1"/>
          <p:nvPr/>
        </p:nvSpPr>
        <p:spPr>
          <a:xfrm>
            <a:off x="3338012" y="2818614"/>
            <a:ext cx="1366887" cy="646331"/>
          </a:xfrm>
          <a:prstGeom prst="rect">
            <a:avLst/>
          </a:prstGeom>
          <a:noFill/>
        </p:spPr>
        <p:txBody>
          <a:bodyPr wrap="square" rtlCol="0">
            <a:spAutoFit/>
          </a:bodyPr>
          <a:lstStyle/>
          <a:p>
            <a:pPr algn="ctr"/>
            <a:r>
              <a:rPr kumimoji="1" lang="en-US" altLang="ja-JP" dirty="0">
                <a:latin typeface="Yu Gothic UI" panose="020B0500000000000000" pitchFamily="34" charset="-128"/>
                <a:ea typeface="Yu Gothic UI" panose="020B0500000000000000" pitchFamily="34" charset="-128"/>
              </a:rPr>
              <a:t>VM </a:t>
            </a:r>
            <a:r>
              <a:rPr kumimoji="1" lang="ja-JP" altLang="en-US">
                <a:latin typeface="Yu Gothic UI" panose="020B0500000000000000" pitchFamily="34" charset="-128"/>
                <a:ea typeface="Yu Gothic UI" panose="020B0500000000000000" pitchFamily="34" charset="-128"/>
              </a:rPr>
              <a:t>作成</a:t>
            </a:r>
            <a:r>
              <a:rPr kumimoji="1" lang="en-US" altLang="ja-JP" dirty="0">
                <a:latin typeface="Yu Gothic UI" panose="020B0500000000000000" pitchFamily="34" charset="-128"/>
                <a:ea typeface="Yu Gothic UI" panose="020B0500000000000000" pitchFamily="34" charset="-128"/>
              </a:rPr>
              <a:t>/</a:t>
            </a:r>
            <a:r>
              <a:rPr kumimoji="1" lang="ja-JP" altLang="en-US">
                <a:latin typeface="Yu Gothic UI" panose="020B0500000000000000" pitchFamily="34" charset="-128"/>
                <a:ea typeface="Yu Gothic UI" panose="020B0500000000000000" pitchFamily="34" charset="-128"/>
              </a:rPr>
              <a:t>設定</a:t>
            </a:r>
            <a:r>
              <a:rPr kumimoji="1" lang="en-US" altLang="ja-JP" dirty="0">
                <a:latin typeface="Yu Gothic UI" panose="020B0500000000000000" pitchFamily="34" charset="-128"/>
                <a:ea typeface="Yu Gothic UI" panose="020B0500000000000000" pitchFamily="34" charset="-128"/>
              </a:rPr>
              <a:t> 1</a:t>
            </a:r>
            <a:endParaRPr kumimoji="1" lang="ja-JP" altLang="en-US">
              <a:latin typeface="Yu Gothic UI" panose="020B0500000000000000" pitchFamily="34" charset="-128"/>
              <a:ea typeface="Yu Gothic UI" panose="020B0500000000000000" pitchFamily="34" charset="-128"/>
            </a:endParaRPr>
          </a:p>
        </p:txBody>
      </p:sp>
      <p:sp>
        <p:nvSpPr>
          <p:cNvPr id="18" name="テキスト ボックス 17">
            <a:extLst>
              <a:ext uri="{FF2B5EF4-FFF2-40B4-BE49-F238E27FC236}">
                <a16:creationId xmlns:a16="http://schemas.microsoft.com/office/drawing/2014/main" id="{A65BF799-6F3F-0E4A-85E3-4991D446974E}"/>
              </a:ext>
            </a:extLst>
          </p:cNvPr>
          <p:cNvSpPr txBox="1"/>
          <p:nvPr/>
        </p:nvSpPr>
        <p:spPr>
          <a:xfrm>
            <a:off x="3169457" y="3508769"/>
            <a:ext cx="1714181" cy="738664"/>
          </a:xfrm>
          <a:prstGeom prst="rect">
            <a:avLst/>
          </a:prstGeom>
          <a:noFill/>
        </p:spPr>
        <p:txBody>
          <a:bodyPr wrap="square" rtlCol="0">
            <a:spAutoFit/>
          </a:bodyPr>
          <a:lstStyle/>
          <a:p>
            <a:pPr algn="ctr"/>
            <a:r>
              <a:rPr kumimoji="1" lang="en-US" altLang="ja-JP" sz="1400" dirty="0">
                <a:latin typeface="Yu Gothic UI" panose="020B0500000000000000" pitchFamily="34" charset="-128"/>
                <a:ea typeface="Yu Gothic UI" panose="020B0500000000000000" pitchFamily="34" charset="-128"/>
              </a:rPr>
              <a:t>VM </a:t>
            </a:r>
            <a:r>
              <a:rPr kumimoji="1" lang="ja-JP" altLang="en-US" sz="1400">
                <a:latin typeface="Yu Gothic UI" panose="020B0500000000000000" pitchFamily="34" charset="-128"/>
                <a:ea typeface="Yu Gothic UI" panose="020B0500000000000000" pitchFamily="34" charset="-128"/>
              </a:rPr>
              <a:t>の基本設定</a:t>
            </a:r>
            <a:r>
              <a:rPr kumimoji="1" lang="en-US" altLang="ja-JP" sz="1400" dirty="0">
                <a:latin typeface="Yu Gothic UI" panose="020B0500000000000000" pitchFamily="34" charset="-128"/>
                <a:ea typeface="Yu Gothic UI" panose="020B0500000000000000" pitchFamily="34" charset="-128"/>
              </a:rPr>
              <a:t> (SKU, OS, </a:t>
            </a:r>
            <a:r>
              <a:rPr kumimoji="1" lang="ja-JP" altLang="en-US" sz="1400">
                <a:latin typeface="Yu Gothic UI" panose="020B0500000000000000" pitchFamily="34" charset="-128"/>
                <a:ea typeface="Yu Gothic UI" panose="020B0500000000000000" pitchFamily="34" charset="-128"/>
              </a:rPr>
              <a:t>リージョン</a:t>
            </a:r>
            <a:r>
              <a:rPr kumimoji="1" lang="en-US" altLang="ja-JP" sz="1400" dirty="0">
                <a:latin typeface="Yu Gothic UI" panose="020B0500000000000000" pitchFamily="34" charset="-128"/>
                <a:ea typeface="Yu Gothic UI" panose="020B0500000000000000" pitchFamily="34" charset="-128"/>
              </a:rPr>
              <a:t>)</a:t>
            </a:r>
            <a:r>
              <a:rPr kumimoji="1" lang="ja-JP" altLang="en-US" sz="1400">
                <a:latin typeface="Yu Gothic UI" panose="020B0500000000000000" pitchFamily="34" charset="-128"/>
                <a:ea typeface="Yu Gothic UI" panose="020B0500000000000000" pitchFamily="34" charset="-128"/>
              </a:rPr>
              <a:t>、</a:t>
            </a:r>
            <a:r>
              <a:rPr kumimoji="1" lang="en-US" altLang="ja-JP" sz="1400" dirty="0">
                <a:latin typeface="Yu Gothic UI" panose="020B0500000000000000" pitchFamily="34" charset="-128"/>
                <a:ea typeface="Yu Gothic UI" panose="020B0500000000000000" pitchFamily="34" charset="-128"/>
              </a:rPr>
              <a:t>OS </a:t>
            </a:r>
            <a:r>
              <a:rPr kumimoji="1" lang="ja-JP" altLang="en-US" sz="1400">
                <a:latin typeface="Yu Gothic UI" panose="020B0500000000000000" pitchFamily="34" charset="-128"/>
                <a:ea typeface="Yu Gothic UI" panose="020B0500000000000000" pitchFamily="34" charset="-128"/>
              </a:rPr>
              <a:t>ディスクの作成</a:t>
            </a:r>
            <a:endParaRPr kumimoji="1" lang="en-US" altLang="ja-JP" sz="1400" dirty="0">
              <a:latin typeface="Yu Gothic UI" panose="020B0500000000000000" pitchFamily="34" charset="-128"/>
              <a:ea typeface="Yu Gothic UI" panose="020B0500000000000000" pitchFamily="34" charset="-128"/>
            </a:endParaRPr>
          </a:p>
        </p:txBody>
      </p:sp>
      <p:sp>
        <p:nvSpPr>
          <p:cNvPr id="19" name="テキスト ボックス 18">
            <a:extLst>
              <a:ext uri="{FF2B5EF4-FFF2-40B4-BE49-F238E27FC236}">
                <a16:creationId xmlns:a16="http://schemas.microsoft.com/office/drawing/2014/main" id="{1A2340B2-79E1-DD74-4AD9-643B1B636692}"/>
              </a:ext>
            </a:extLst>
          </p:cNvPr>
          <p:cNvSpPr txBox="1"/>
          <p:nvPr/>
        </p:nvSpPr>
        <p:spPr>
          <a:xfrm>
            <a:off x="5412556" y="2818614"/>
            <a:ext cx="1366887" cy="646331"/>
          </a:xfrm>
          <a:prstGeom prst="rect">
            <a:avLst/>
          </a:prstGeom>
          <a:noFill/>
        </p:spPr>
        <p:txBody>
          <a:bodyPr wrap="square" rtlCol="0">
            <a:spAutoFit/>
          </a:bodyPr>
          <a:lstStyle/>
          <a:p>
            <a:pPr algn="ctr"/>
            <a:r>
              <a:rPr kumimoji="1" lang="en-US" altLang="ja-JP" dirty="0">
                <a:latin typeface="Yu Gothic UI" panose="020B0500000000000000" pitchFamily="34" charset="-128"/>
                <a:ea typeface="Yu Gothic UI" panose="020B0500000000000000" pitchFamily="34" charset="-128"/>
              </a:rPr>
              <a:t>VM </a:t>
            </a:r>
            <a:r>
              <a:rPr kumimoji="1" lang="ja-JP" altLang="en-US">
                <a:latin typeface="Yu Gothic UI" panose="020B0500000000000000" pitchFamily="34" charset="-128"/>
                <a:ea typeface="Yu Gothic UI" panose="020B0500000000000000" pitchFamily="34" charset="-128"/>
              </a:rPr>
              <a:t>作成</a:t>
            </a:r>
            <a:r>
              <a:rPr kumimoji="1" lang="en-US" altLang="ja-JP" dirty="0">
                <a:latin typeface="Yu Gothic UI" panose="020B0500000000000000" pitchFamily="34" charset="-128"/>
                <a:ea typeface="Yu Gothic UI" panose="020B0500000000000000" pitchFamily="34" charset="-128"/>
              </a:rPr>
              <a:t>/</a:t>
            </a:r>
            <a:r>
              <a:rPr kumimoji="1" lang="ja-JP" altLang="en-US">
                <a:latin typeface="Yu Gothic UI" panose="020B0500000000000000" pitchFamily="34" charset="-128"/>
                <a:ea typeface="Yu Gothic UI" panose="020B0500000000000000" pitchFamily="34" charset="-128"/>
              </a:rPr>
              <a:t>設定</a:t>
            </a:r>
            <a:r>
              <a:rPr kumimoji="1" lang="en-US" altLang="ja-JP" dirty="0">
                <a:latin typeface="Yu Gothic UI" panose="020B0500000000000000" pitchFamily="34" charset="-128"/>
                <a:ea typeface="Yu Gothic UI" panose="020B0500000000000000" pitchFamily="34" charset="-128"/>
              </a:rPr>
              <a:t> 2</a:t>
            </a:r>
            <a:endParaRPr kumimoji="1" lang="ja-JP" altLang="en-US">
              <a:latin typeface="Yu Gothic UI" panose="020B0500000000000000" pitchFamily="34" charset="-128"/>
              <a:ea typeface="Yu Gothic UI" panose="020B0500000000000000" pitchFamily="34" charset="-128"/>
            </a:endParaRPr>
          </a:p>
        </p:txBody>
      </p:sp>
      <p:sp>
        <p:nvSpPr>
          <p:cNvPr id="20" name="テキスト ボックス 19">
            <a:extLst>
              <a:ext uri="{FF2B5EF4-FFF2-40B4-BE49-F238E27FC236}">
                <a16:creationId xmlns:a16="http://schemas.microsoft.com/office/drawing/2014/main" id="{0274B638-34E1-42C3-13FE-5F88765501BA}"/>
              </a:ext>
            </a:extLst>
          </p:cNvPr>
          <p:cNvSpPr txBox="1"/>
          <p:nvPr/>
        </p:nvSpPr>
        <p:spPr>
          <a:xfrm>
            <a:off x="5244001" y="3508769"/>
            <a:ext cx="1714181" cy="1384995"/>
          </a:xfrm>
          <a:prstGeom prst="rect">
            <a:avLst/>
          </a:prstGeom>
          <a:noFill/>
        </p:spPr>
        <p:txBody>
          <a:bodyPr wrap="square" rtlCol="0">
            <a:spAutoFit/>
          </a:bodyPr>
          <a:lstStyle/>
          <a:p>
            <a:pPr algn="ctr"/>
            <a:r>
              <a:rPr kumimoji="1" lang="en-US" altLang="ja-JP" sz="1400" dirty="0" err="1">
                <a:latin typeface="Yu Gothic UI" panose="020B0500000000000000" pitchFamily="34" charset="-128"/>
                <a:ea typeface="Yu Gothic UI" panose="020B0500000000000000" pitchFamily="34" charset="-128"/>
              </a:rPr>
              <a:t>VNet</a:t>
            </a:r>
            <a:r>
              <a:rPr kumimoji="1" lang="en-US" altLang="ja-JP" sz="1400" dirty="0">
                <a:latin typeface="Yu Gothic UI" panose="020B0500000000000000" pitchFamily="34" charset="-128"/>
                <a:ea typeface="Yu Gothic UI" panose="020B0500000000000000" pitchFamily="34" charset="-128"/>
              </a:rPr>
              <a:t>/</a:t>
            </a:r>
            <a:r>
              <a:rPr kumimoji="1" lang="ja-JP" altLang="en-US" sz="1400">
                <a:latin typeface="Yu Gothic UI" panose="020B0500000000000000" pitchFamily="34" charset="-128"/>
                <a:ea typeface="Yu Gothic UI" panose="020B0500000000000000" pitchFamily="34" charset="-128"/>
              </a:rPr>
              <a:t>サブネット</a:t>
            </a:r>
            <a:r>
              <a:rPr kumimoji="1" lang="en-US" altLang="ja-JP" sz="1400" dirty="0">
                <a:latin typeface="Yu Gothic UI" panose="020B0500000000000000" pitchFamily="34" charset="-128"/>
                <a:ea typeface="Yu Gothic UI" panose="020B0500000000000000" pitchFamily="34" charset="-128"/>
              </a:rPr>
              <a:t>/NSG/Public IP </a:t>
            </a:r>
            <a:r>
              <a:rPr kumimoji="1" lang="ja-JP" altLang="en-US" sz="1400">
                <a:latin typeface="Yu Gothic UI" panose="020B0500000000000000" pitchFamily="34" charset="-128"/>
                <a:ea typeface="Yu Gothic UI" panose="020B0500000000000000" pitchFamily="34" charset="-128"/>
              </a:rPr>
              <a:t>の設定</a:t>
            </a:r>
            <a:endParaRPr kumimoji="1" lang="en-US" altLang="ja-JP" sz="1400" dirty="0">
              <a:latin typeface="Yu Gothic UI" panose="020B0500000000000000" pitchFamily="34" charset="-128"/>
              <a:ea typeface="Yu Gothic UI" panose="020B0500000000000000" pitchFamily="34" charset="-128"/>
            </a:endParaRPr>
          </a:p>
          <a:p>
            <a:pPr algn="ctr"/>
            <a:r>
              <a:rPr kumimoji="1" lang="en-US" altLang="ja-JP" sz="1400" dirty="0">
                <a:latin typeface="Yu Gothic UI" panose="020B0500000000000000" pitchFamily="34" charset="-128"/>
                <a:ea typeface="Yu Gothic UI" panose="020B0500000000000000" pitchFamily="34" charset="-128"/>
              </a:rPr>
              <a:t>(</a:t>
            </a:r>
            <a:r>
              <a:rPr kumimoji="1" lang="ja-JP" altLang="en-US" sz="1400">
                <a:latin typeface="Yu Gothic UI" panose="020B0500000000000000" pitchFamily="34" charset="-128"/>
                <a:ea typeface="Yu Gothic UI" panose="020B0500000000000000" pitchFamily="34" charset="-128"/>
              </a:rPr>
              <a:t>今回は個別に作らず</a:t>
            </a:r>
            <a:r>
              <a:rPr kumimoji="1" lang="en-US" altLang="ja-JP" sz="1400" dirty="0">
                <a:latin typeface="Yu Gothic UI" panose="020B0500000000000000" pitchFamily="34" charset="-128"/>
                <a:ea typeface="Yu Gothic UI" panose="020B0500000000000000" pitchFamily="34" charset="-128"/>
              </a:rPr>
              <a:t> VM </a:t>
            </a:r>
            <a:r>
              <a:rPr kumimoji="1" lang="ja-JP" altLang="en-US" sz="1400">
                <a:latin typeface="Yu Gothic UI" panose="020B0500000000000000" pitchFamily="34" charset="-128"/>
                <a:ea typeface="Yu Gothic UI" panose="020B0500000000000000" pitchFamily="34" charset="-128"/>
              </a:rPr>
              <a:t>の設定と同時に作成</a:t>
            </a:r>
            <a:r>
              <a:rPr kumimoji="1" lang="en-US" altLang="ja-JP" sz="1400" dirty="0">
                <a:latin typeface="Yu Gothic UI" panose="020B0500000000000000" pitchFamily="34" charset="-128"/>
                <a:ea typeface="Yu Gothic UI" panose="020B0500000000000000" pitchFamily="34" charset="-128"/>
              </a:rPr>
              <a:t>)</a:t>
            </a:r>
          </a:p>
        </p:txBody>
      </p:sp>
      <p:cxnSp>
        <p:nvCxnSpPr>
          <p:cNvPr id="21" name="直線矢印コネクタ 20">
            <a:extLst>
              <a:ext uri="{FF2B5EF4-FFF2-40B4-BE49-F238E27FC236}">
                <a16:creationId xmlns:a16="http://schemas.microsoft.com/office/drawing/2014/main" id="{D3B16468-CA26-73E6-E772-7B8E573C3F8C}"/>
              </a:ext>
            </a:extLst>
          </p:cNvPr>
          <p:cNvCxnSpPr>
            <a:stCxn id="10" idx="3"/>
            <a:endCxn id="11" idx="1"/>
          </p:cNvCxnSpPr>
          <p:nvPr/>
        </p:nvCxnSpPr>
        <p:spPr>
          <a:xfrm>
            <a:off x="2809095" y="4193178"/>
            <a:ext cx="350178" cy="41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直線矢印コネクタ 21">
            <a:extLst>
              <a:ext uri="{FF2B5EF4-FFF2-40B4-BE49-F238E27FC236}">
                <a16:creationId xmlns:a16="http://schemas.microsoft.com/office/drawing/2014/main" id="{935E343B-AABF-5297-9296-1AE785E0FB78}"/>
              </a:ext>
            </a:extLst>
          </p:cNvPr>
          <p:cNvCxnSpPr>
            <a:cxnSpLocks/>
            <a:stCxn id="11" idx="3"/>
            <a:endCxn id="12" idx="1"/>
          </p:cNvCxnSpPr>
          <p:nvPr/>
        </p:nvCxnSpPr>
        <p:spPr>
          <a:xfrm flipV="1">
            <a:off x="4883639" y="4193178"/>
            <a:ext cx="350178" cy="41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64E660E5-2F39-F348-DF6D-F1148F9B62A8}"/>
              </a:ext>
            </a:extLst>
          </p:cNvPr>
          <p:cNvCxnSpPr>
            <a:cxnSpLocks/>
            <a:stCxn id="12" idx="3"/>
            <a:endCxn id="13" idx="1"/>
          </p:cNvCxnSpPr>
          <p:nvPr/>
        </p:nvCxnSpPr>
        <p:spPr>
          <a:xfrm>
            <a:off x="6958183" y="4193178"/>
            <a:ext cx="41596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9FDE0CA4-F5FE-0CAF-69A9-4B9834DB2EB1}"/>
              </a:ext>
            </a:extLst>
          </p:cNvPr>
          <p:cNvCxnSpPr>
            <a:cxnSpLocks/>
            <a:endCxn id="14" idx="1"/>
          </p:cNvCxnSpPr>
          <p:nvPr/>
        </p:nvCxnSpPr>
        <p:spPr>
          <a:xfrm>
            <a:off x="9098512" y="4193178"/>
            <a:ext cx="426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0CE4F7AE-1E02-1AFD-C27C-9EA7F869346F}"/>
              </a:ext>
            </a:extLst>
          </p:cNvPr>
          <p:cNvSpPr txBox="1"/>
          <p:nvPr/>
        </p:nvSpPr>
        <p:spPr>
          <a:xfrm>
            <a:off x="7552885" y="2818614"/>
            <a:ext cx="1366887" cy="646331"/>
          </a:xfrm>
          <a:prstGeom prst="rect">
            <a:avLst/>
          </a:prstGeom>
          <a:noFill/>
        </p:spPr>
        <p:txBody>
          <a:bodyPr wrap="square" rtlCol="0">
            <a:spAutoFit/>
          </a:bodyPr>
          <a:lstStyle/>
          <a:p>
            <a:pPr algn="ctr"/>
            <a:r>
              <a:rPr kumimoji="1" lang="en-US" altLang="ja-JP" dirty="0">
                <a:latin typeface="Yu Gothic UI" panose="020B0500000000000000" pitchFamily="34" charset="-128"/>
                <a:ea typeface="Yu Gothic UI" panose="020B0500000000000000" pitchFamily="34" charset="-128"/>
              </a:rPr>
              <a:t>VM </a:t>
            </a:r>
            <a:r>
              <a:rPr kumimoji="1" lang="ja-JP" altLang="en-US">
                <a:latin typeface="Yu Gothic UI" panose="020B0500000000000000" pitchFamily="34" charset="-128"/>
                <a:ea typeface="Yu Gothic UI" panose="020B0500000000000000" pitchFamily="34" charset="-128"/>
              </a:rPr>
              <a:t>作成</a:t>
            </a:r>
            <a:r>
              <a:rPr kumimoji="1" lang="en-US" altLang="ja-JP" dirty="0">
                <a:latin typeface="Yu Gothic UI" panose="020B0500000000000000" pitchFamily="34" charset="-128"/>
                <a:ea typeface="Yu Gothic UI" panose="020B0500000000000000" pitchFamily="34" charset="-128"/>
              </a:rPr>
              <a:t>/</a:t>
            </a:r>
            <a:r>
              <a:rPr kumimoji="1" lang="ja-JP" altLang="en-US">
                <a:latin typeface="Yu Gothic UI" panose="020B0500000000000000" pitchFamily="34" charset="-128"/>
                <a:ea typeface="Yu Gothic UI" panose="020B0500000000000000" pitchFamily="34" charset="-128"/>
              </a:rPr>
              <a:t>設定</a:t>
            </a:r>
            <a:r>
              <a:rPr kumimoji="1" lang="en-US" altLang="ja-JP" dirty="0">
                <a:latin typeface="Yu Gothic UI" panose="020B0500000000000000" pitchFamily="34" charset="-128"/>
                <a:ea typeface="Yu Gothic UI" panose="020B0500000000000000" pitchFamily="34" charset="-128"/>
              </a:rPr>
              <a:t> 3</a:t>
            </a:r>
            <a:endParaRPr kumimoji="1" lang="ja-JP" altLang="en-US">
              <a:latin typeface="Yu Gothic UI" panose="020B0500000000000000" pitchFamily="34" charset="-128"/>
              <a:ea typeface="Yu Gothic UI" panose="020B0500000000000000" pitchFamily="34" charset="-128"/>
            </a:endParaRPr>
          </a:p>
        </p:txBody>
      </p:sp>
      <p:sp>
        <p:nvSpPr>
          <p:cNvPr id="26" name="テキスト ボックス 25">
            <a:extLst>
              <a:ext uri="{FF2B5EF4-FFF2-40B4-BE49-F238E27FC236}">
                <a16:creationId xmlns:a16="http://schemas.microsoft.com/office/drawing/2014/main" id="{97138248-00E8-EAC2-369F-5CCEFDE4A15D}"/>
              </a:ext>
            </a:extLst>
          </p:cNvPr>
          <p:cNvSpPr txBox="1"/>
          <p:nvPr/>
        </p:nvSpPr>
        <p:spPr>
          <a:xfrm>
            <a:off x="7384330" y="3508769"/>
            <a:ext cx="1714181" cy="954107"/>
          </a:xfrm>
          <a:prstGeom prst="rect">
            <a:avLst/>
          </a:prstGeom>
          <a:noFill/>
        </p:spPr>
        <p:txBody>
          <a:bodyPr wrap="square" rtlCol="0">
            <a:spAutoFit/>
          </a:bodyPr>
          <a:lstStyle/>
          <a:p>
            <a:pPr algn="ctr"/>
            <a:r>
              <a:rPr kumimoji="1" lang="en-US" altLang="ja-JP" sz="1400" dirty="0">
                <a:latin typeface="Yu Gothic UI" panose="020B0500000000000000" pitchFamily="34" charset="-128"/>
                <a:ea typeface="Yu Gothic UI" panose="020B0500000000000000" pitchFamily="34" charset="-128"/>
              </a:rPr>
              <a:t>VM </a:t>
            </a:r>
            <a:r>
              <a:rPr kumimoji="1" lang="ja-JP" altLang="en-US" sz="1400">
                <a:latin typeface="Yu Gothic UI" panose="020B0500000000000000" pitchFamily="34" charset="-128"/>
                <a:ea typeface="Yu Gothic UI" panose="020B0500000000000000" pitchFamily="34" charset="-128"/>
              </a:rPr>
              <a:t>の</a:t>
            </a:r>
            <a:r>
              <a:rPr kumimoji="1" lang="en-US" altLang="ja-JP" sz="1400" dirty="0">
                <a:latin typeface="Yu Gothic UI" panose="020B0500000000000000" pitchFamily="34" charset="-128"/>
                <a:ea typeface="Yu Gothic UI" panose="020B0500000000000000" pitchFamily="34" charset="-128"/>
              </a:rPr>
              <a:t> Custom Script </a:t>
            </a:r>
            <a:r>
              <a:rPr kumimoji="1" lang="ja-JP" altLang="en-US" sz="1400">
                <a:latin typeface="Yu Gothic UI" panose="020B0500000000000000" pitchFamily="34" charset="-128"/>
                <a:ea typeface="Yu Gothic UI" panose="020B0500000000000000" pitchFamily="34" charset="-128"/>
              </a:rPr>
              <a:t>の設定による</a:t>
            </a:r>
            <a:r>
              <a:rPr kumimoji="1" lang="en-US" altLang="ja-JP" sz="1400" dirty="0">
                <a:latin typeface="Yu Gothic UI" panose="020B0500000000000000" pitchFamily="34" charset="-128"/>
                <a:ea typeface="Yu Gothic UI" panose="020B0500000000000000" pitchFamily="34" charset="-128"/>
              </a:rPr>
              <a:t> NGINX </a:t>
            </a:r>
            <a:r>
              <a:rPr kumimoji="1" lang="ja-JP" altLang="en-US" sz="1400">
                <a:latin typeface="Yu Gothic UI" panose="020B0500000000000000" pitchFamily="34" charset="-128"/>
                <a:ea typeface="Yu Gothic UI" panose="020B0500000000000000" pitchFamily="34" charset="-128"/>
              </a:rPr>
              <a:t>インストール、設定</a:t>
            </a:r>
            <a:endParaRPr kumimoji="1" lang="en-US" altLang="ja-JP" sz="1400" dirty="0">
              <a:latin typeface="Yu Gothic UI" panose="020B0500000000000000" pitchFamily="34" charset="-128"/>
              <a:ea typeface="Yu Gothic UI" panose="020B0500000000000000" pitchFamily="34" charset="-128"/>
            </a:endParaRPr>
          </a:p>
        </p:txBody>
      </p:sp>
      <p:sp>
        <p:nvSpPr>
          <p:cNvPr id="27" name="テキスト ボックス 26">
            <a:extLst>
              <a:ext uri="{FF2B5EF4-FFF2-40B4-BE49-F238E27FC236}">
                <a16:creationId xmlns:a16="http://schemas.microsoft.com/office/drawing/2014/main" id="{E3A2EA60-EFE0-B7BB-52B6-31AEC0A5ADB7}"/>
              </a:ext>
            </a:extLst>
          </p:cNvPr>
          <p:cNvSpPr txBox="1"/>
          <p:nvPr/>
        </p:nvSpPr>
        <p:spPr>
          <a:xfrm>
            <a:off x="9703399" y="2818614"/>
            <a:ext cx="1366887" cy="369332"/>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表示確認</a:t>
            </a:r>
          </a:p>
        </p:txBody>
      </p:sp>
      <p:sp>
        <p:nvSpPr>
          <p:cNvPr id="28" name="テキスト ボックス 27">
            <a:extLst>
              <a:ext uri="{FF2B5EF4-FFF2-40B4-BE49-F238E27FC236}">
                <a16:creationId xmlns:a16="http://schemas.microsoft.com/office/drawing/2014/main" id="{FB004D8C-8456-6259-04A9-BBD85554D6D2}"/>
              </a:ext>
            </a:extLst>
          </p:cNvPr>
          <p:cNvSpPr txBox="1"/>
          <p:nvPr/>
        </p:nvSpPr>
        <p:spPr>
          <a:xfrm>
            <a:off x="9534844" y="3508769"/>
            <a:ext cx="1714181" cy="954107"/>
          </a:xfrm>
          <a:prstGeom prst="rect">
            <a:avLst/>
          </a:prstGeom>
          <a:noFill/>
        </p:spPr>
        <p:txBody>
          <a:bodyPr wrap="square" rtlCol="0">
            <a:spAutoFit/>
          </a:bodyPr>
          <a:lstStyle/>
          <a:p>
            <a:pPr algn="ctr"/>
            <a:r>
              <a:rPr kumimoji="1" lang="ja-JP" altLang="en-US" sz="1400">
                <a:latin typeface="Yu Gothic UI" panose="020B0500000000000000" pitchFamily="34" charset="-128"/>
                <a:ea typeface="Yu Gothic UI" panose="020B0500000000000000" pitchFamily="34" charset="-128"/>
              </a:rPr>
              <a:t>ブラウザから</a:t>
            </a:r>
            <a:r>
              <a:rPr kumimoji="1" lang="en-US" altLang="ja-JP" sz="1400" dirty="0">
                <a:latin typeface="Yu Gothic UI" panose="020B0500000000000000" pitchFamily="34" charset="-128"/>
                <a:ea typeface="Yu Gothic UI" panose="020B0500000000000000" pitchFamily="34" charset="-128"/>
              </a:rPr>
              <a:t> Azure VM </a:t>
            </a:r>
            <a:r>
              <a:rPr kumimoji="1" lang="ja-JP" altLang="en-US" sz="1400">
                <a:latin typeface="Yu Gothic UI" panose="020B0500000000000000" pitchFamily="34" charset="-128"/>
                <a:ea typeface="Yu Gothic UI" panose="020B0500000000000000" pitchFamily="34" charset="-128"/>
              </a:rPr>
              <a:t>にアクセスし、トップページが表示されることを確認する</a:t>
            </a:r>
            <a:endParaRPr kumimoji="1" lang="en-US" altLang="ja-JP" sz="1400" dirty="0">
              <a:latin typeface="Yu Gothic UI" panose="020B0500000000000000" pitchFamily="34" charset="-128"/>
              <a:ea typeface="Yu Gothic UI" panose="020B0500000000000000" pitchFamily="34" charset="-128"/>
            </a:endParaRPr>
          </a:p>
        </p:txBody>
      </p:sp>
      <p:pic>
        <p:nvPicPr>
          <p:cNvPr id="29" name="グラフィックス 28">
            <a:extLst>
              <a:ext uri="{FF2B5EF4-FFF2-40B4-BE49-F238E27FC236}">
                <a16:creationId xmlns:a16="http://schemas.microsoft.com/office/drawing/2014/main" id="{C6C812D8-450A-366B-3A77-27DFAE80B9E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3694" y="4870358"/>
            <a:ext cx="462764" cy="462764"/>
          </a:xfrm>
          <a:prstGeom prst="rect">
            <a:avLst/>
          </a:prstGeom>
        </p:spPr>
      </p:pic>
      <p:pic>
        <p:nvPicPr>
          <p:cNvPr id="35" name="グラフィックス 34">
            <a:extLst>
              <a:ext uri="{FF2B5EF4-FFF2-40B4-BE49-F238E27FC236}">
                <a16:creationId xmlns:a16="http://schemas.microsoft.com/office/drawing/2014/main" id="{DCE4E5DF-67C4-87F2-9E03-DE2A055407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89328" y="4802023"/>
            <a:ext cx="515169" cy="515169"/>
          </a:xfrm>
          <a:prstGeom prst="rect">
            <a:avLst/>
          </a:prstGeom>
        </p:spPr>
      </p:pic>
      <p:pic>
        <p:nvPicPr>
          <p:cNvPr id="36" name="グラフィックス 35">
            <a:extLst>
              <a:ext uri="{FF2B5EF4-FFF2-40B4-BE49-F238E27FC236}">
                <a16:creationId xmlns:a16="http://schemas.microsoft.com/office/drawing/2014/main" id="{2FA9FCB5-68E7-3BAC-F3B3-429F8E2C4B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10941" y="5042392"/>
            <a:ext cx="298415" cy="298415"/>
          </a:xfrm>
          <a:prstGeom prst="rect">
            <a:avLst/>
          </a:prstGeom>
        </p:spPr>
      </p:pic>
      <p:pic>
        <p:nvPicPr>
          <p:cNvPr id="37" name="グラフィックス 36">
            <a:extLst>
              <a:ext uri="{FF2B5EF4-FFF2-40B4-BE49-F238E27FC236}">
                <a16:creationId xmlns:a16="http://schemas.microsoft.com/office/drawing/2014/main" id="{E3895A60-1ACD-F49F-D113-2F6B949FA00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927158" y="5046516"/>
            <a:ext cx="308694" cy="308694"/>
          </a:xfrm>
          <a:prstGeom prst="rect">
            <a:avLst/>
          </a:prstGeom>
        </p:spPr>
      </p:pic>
      <p:pic>
        <p:nvPicPr>
          <p:cNvPr id="38" name="グラフィックス 37">
            <a:extLst>
              <a:ext uri="{FF2B5EF4-FFF2-40B4-BE49-F238E27FC236}">
                <a16:creationId xmlns:a16="http://schemas.microsoft.com/office/drawing/2014/main" id="{A80B6743-DB90-1C78-14C8-0375DC01BE3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29074" y="5031327"/>
            <a:ext cx="339071" cy="339071"/>
          </a:xfrm>
          <a:prstGeom prst="rect">
            <a:avLst/>
          </a:prstGeom>
        </p:spPr>
      </p:pic>
      <p:pic>
        <p:nvPicPr>
          <p:cNvPr id="39" name="グラフィックス 38">
            <a:extLst>
              <a:ext uri="{FF2B5EF4-FFF2-40B4-BE49-F238E27FC236}">
                <a16:creationId xmlns:a16="http://schemas.microsoft.com/office/drawing/2014/main" id="{365159DD-C19D-C99F-31B8-0848DB2B1E3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226636" y="4892446"/>
            <a:ext cx="367591" cy="367591"/>
          </a:xfrm>
          <a:prstGeom prst="rect">
            <a:avLst/>
          </a:prstGeom>
        </p:spPr>
      </p:pic>
    </p:spTree>
    <p:extLst>
      <p:ext uri="{BB962C8B-B14F-4D97-AF65-F5344CB8AC3E}">
        <p14:creationId xmlns:p14="http://schemas.microsoft.com/office/powerpoint/2010/main" val="1186077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955591E4-770E-4748-930A-0E31984EDF6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Azure Portal にサインイン</a:t>
            </a:r>
          </a:p>
        </p:txBody>
      </p:sp>
      <p:sp>
        <p:nvSpPr>
          <p:cNvPr id="2" name="正方形/長方形 1">
            <a:extLst>
              <a:ext uri="{FF2B5EF4-FFF2-40B4-BE49-F238E27FC236}">
                <a16:creationId xmlns:a16="http://schemas.microsoft.com/office/drawing/2014/main" id="{4E697273-563A-4C13-8F02-BB3C14935077}"/>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725B2634-5E8E-48EE-B135-4DD74DB18CEA}"/>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857CF3C4-8BBF-4986-AE79-73AC6225224B}"/>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講師が案内したアカウントで Azure Portal に入り、対象サブスクリプションが見えることを確認します。</a:t>
            </a:r>
          </a:p>
        </p:txBody>
      </p:sp>
      <p:sp>
        <p:nvSpPr>
          <p:cNvPr id="6" name="正方形/長方形 5">
            <a:extLst>
              <a:ext uri="{FF2B5EF4-FFF2-40B4-BE49-F238E27FC236}">
                <a16:creationId xmlns:a16="http://schemas.microsoft.com/office/drawing/2014/main" id="{C72C93D0-EA08-4AA8-AFA2-3A98876F3B70}"/>
              </a:ext>
            </a:extLst>
          </p:cNvPr>
          <p:cNvSpPr>
            <a:spLocks noGrp="1"/>
          </p:cNvSpPr>
          <p:nvPr/>
        </p:nvSpPr>
        <p:spPr>
          <a:xfrm>
            <a:off x="800100" y="4133850"/>
            <a:ext cx="4095750" cy="142875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1E215199-CA86-454B-A203-B2C0F0375D86}"/>
              </a:ext>
            </a:extLst>
          </p:cNvPr>
          <p:cNvSpPr>
            <a:spLocks noGrp="1"/>
          </p:cNvSpPr>
          <p:nvPr/>
        </p:nvSpPr>
        <p:spPr>
          <a:xfrm>
            <a:off x="800100" y="4133850"/>
            <a:ext cx="76200" cy="1428750"/>
          </a:xfrm>
          <a:prstGeom prst="rect">
            <a:avLst/>
          </a:prstGeom>
          <a:solidFill>
            <a:srgbClr val="70AD47"/>
          </a:solidFill>
          <a:ln w="0">
            <a:solidFill>
              <a:srgbClr val="70AD47"/>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308AFF01-5E40-4741-A485-9B94431EDD0E}"/>
              </a:ext>
            </a:extLst>
          </p:cNvPr>
          <p:cNvSpPr>
            <a:spLocks noGrp="1"/>
          </p:cNvSpPr>
          <p:nvPr/>
        </p:nvSpPr>
        <p:spPr>
          <a:xfrm>
            <a:off x="1009650" y="4286250"/>
            <a:ext cx="36957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70AD47"/>
                </a:solidFill>
                <a:latin typeface="Yu Gothic UI"/>
                <a:ea typeface="Yu Gothic UI"/>
                <a:cs typeface="Yu Gothic UI"/>
              </a:defRPr>
            </a:pPr>
            <a:r>
              <a:rPr sz="900" b="1" dirty="0" err="1">
                <a:solidFill>
                  <a:srgbClr val="70AD47"/>
                </a:solidFill>
                <a:latin typeface="Yu Gothic UI"/>
                <a:ea typeface="Yu Gothic UI"/>
                <a:cs typeface="Yu Gothic UI"/>
              </a:rPr>
              <a:t>確認</a:t>
            </a:r>
            <a:r>
              <a:rPr lang="ja-JP" altLang="en-US" sz="900" b="1">
                <a:solidFill>
                  <a:srgbClr val="70AD47"/>
                </a:solidFill>
                <a:latin typeface="Yu Gothic UI"/>
                <a:ea typeface="Yu Gothic UI"/>
                <a:cs typeface="Yu Gothic UI"/>
              </a:rPr>
              <a:t>項目</a:t>
            </a:r>
            <a:endParaRPr sz="900" b="1" dirty="0">
              <a:solidFill>
                <a:srgbClr val="70AD47"/>
              </a:solidFill>
              <a:latin typeface="Yu Gothic UI"/>
              <a:ea typeface="Yu Gothic UI"/>
              <a:cs typeface="Yu Gothic UI"/>
            </a:endParaRPr>
          </a:p>
        </p:txBody>
      </p:sp>
      <p:sp>
        <p:nvSpPr>
          <p:cNvPr id="9" name="正方形/長方形 8">
            <a:extLst>
              <a:ext uri="{FF2B5EF4-FFF2-40B4-BE49-F238E27FC236}">
                <a16:creationId xmlns:a16="http://schemas.microsoft.com/office/drawing/2014/main" id="{595A95CD-5C3C-4C25-999E-EE274F560D4E}"/>
              </a:ext>
            </a:extLst>
          </p:cNvPr>
          <p:cNvSpPr>
            <a:spLocks noGrp="1"/>
          </p:cNvSpPr>
          <p:nvPr/>
        </p:nvSpPr>
        <p:spPr>
          <a:xfrm>
            <a:off x="1009650" y="4533900"/>
            <a:ext cx="36957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作業するサブスクリプション</a:t>
            </a:r>
          </a:p>
        </p:txBody>
      </p:sp>
      <p:sp>
        <p:nvSpPr>
          <p:cNvPr id="10" name="正方形/長方形 9">
            <a:extLst>
              <a:ext uri="{FF2B5EF4-FFF2-40B4-BE49-F238E27FC236}">
                <a16:creationId xmlns:a16="http://schemas.microsoft.com/office/drawing/2014/main" id="{949A56C4-AE95-47B9-97A4-9C2EDED80F71}"/>
              </a:ext>
            </a:extLst>
          </p:cNvPr>
          <p:cNvSpPr>
            <a:spLocks noGrp="1"/>
          </p:cNvSpPr>
          <p:nvPr/>
        </p:nvSpPr>
        <p:spPr>
          <a:xfrm>
            <a:off x="1009650" y="4933950"/>
            <a:ext cx="36957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70" b="0">
                <a:solidFill>
                  <a:srgbClr val="344054"/>
                </a:solidFill>
                <a:latin typeface="Yu Gothic UI"/>
                <a:ea typeface="Yu Gothic UI"/>
                <a:cs typeface="Yu Gothic UI"/>
              </a:defRPr>
            </a:pPr>
            <a:r>
              <a:rPr sz="1000" b="0">
                <a:solidFill>
                  <a:srgbClr val="344054"/>
                </a:solidFill>
                <a:latin typeface="Yu Gothic UI"/>
                <a:ea typeface="Yu Gothic UI"/>
                <a:cs typeface="Yu Gothic UI"/>
              </a:rPr>
              <a:t>個人の別アカウントで入っていないか、対象サブスクリプションが表示されているかを先に確認します。</a:t>
            </a:r>
          </a:p>
        </p:txBody>
      </p:sp>
      <p:sp>
        <p:nvSpPr>
          <p:cNvPr id="11" name="正方形/長方形 10">
            <a:extLst>
              <a:ext uri="{FF2B5EF4-FFF2-40B4-BE49-F238E27FC236}">
                <a16:creationId xmlns:a16="http://schemas.microsoft.com/office/drawing/2014/main" id="{283EE61A-651D-4EAD-BE8A-534116797DE2}"/>
              </a:ext>
            </a:extLst>
          </p:cNvPr>
          <p:cNvSpPr>
            <a:spLocks noGrp="1"/>
          </p:cNvSpPr>
          <p:nvPr/>
        </p:nvSpPr>
        <p:spPr>
          <a:xfrm>
            <a:off x="5648634" y="168485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a:stretch/>
        </p:blipFill>
        <p:spPr>
          <a:xfrm>
            <a:off x="5781984" y="1887256"/>
            <a:ext cx="5715000" cy="3214688"/>
          </a:xfrm>
          <a:prstGeom prst="rect">
            <a:avLst/>
          </a:prstGeom>
        </p:spPr>
      </p:pic>
      <p:sp>
        <p:nvSpPr>
          <p:cNvPr id="13" name="正方形/長方形 12">
            <a:extLst>
              <a:ext uri="{FF2B5EF4-FFF2-40B4-BE49-F238E27FC236}">
                <a16:creationId xmlns:a16="http://schemas.microsoft.com/office/drawing/2014/main" id="{0601F41D-4B29-4E0A-B5B5-1A8C2F8A9B33}"/>
              </a:ext>
            </a:extLst>
          </p:cNvPr>
          <p:cNvSpPr>
            <a:spLocks noGrp="1"/>
          </p:cNvSpPr>
          <p:nvPr/>
        </p:nvSpPr>
        <p:spPr>
          <a:xfrm>
            <a:off x="5839134" y="522815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Azure Portal で対象サブスクリプションを確認する</a:t>
            </a:r>
          </a:p>
        </p:txBody>
      </p:sp>
      <p:sp>
        <p:nvSpPr>
          <p:cNvPr id="16" name="テキスト ボックス 15">
            <a:extLst>
              <a:ext uri="{FF2B5EF4-FFF2-40B4-BE49-F238E27FC236}">
                <a16:creationId xmlns:a16="http://schemas.microsoft.com/office/drawing/2014/main" id="{26D20E76-AF1C-9A38-8403-259900AF6F01}"/>
              </a:ext>
            </a:extLst>
          </p:cNvPr>
          <p:cNvSpPr txBox="1"/>
          <p:nvPr/>
        </p:nvSpPr>
        <p:spPr>
          <a:xfrm>
            <a:off x="561666" y="2095500"/>
            <a:ext cx="5632655" cy="646331"/>
          </a:xfrm>
          <a:prstGeom prst="rect">
            <a:avLst/>
          </a:prstGeom>
          <a:noFill/>
        </p:spPr>
        <p:txBody>
          <a:bodyPr wrap="square" rtlCol="0">
            <a:spAutoFit/>
          </a:bodyPr>
          <a:lstStyle/>
          <a:p>
            <a:r>
              <a:rPr kumimoji="1" lang="ja-JP" altLang="en-US">
                <a:latin typeface="Yu Gothic UI" panose="020B0500000000000000" pitchFamily="34" charset="-128"/>
                <a:ea typeface="Yu Gothic UI" panose="020B0500000000000000" pitchFamily="34" charset="-128"/>
              </a:rPr>
              <a:t>アクセス先</a:t>
            </a:r>
            <a:r>
              <a:rPr kumimoji="1" lang="en-US" altLang="ja-JP" dirty="0">
                <a:latin typeface="Yu Gothic UI" panose="020B0500000000000000" pitchFamily="34" charset="-128"/>
                <a:ea typeface="Yu Gothic UI" panose="020B0500000000000000" pitchFamily="34" charset="-128"/>
              </a:rPr>
              <a:t>: </a:t>
            </a:r>
            <a:r>
              <a:rPr kumimoji="1" lang="en-US" altLang="ja-JP" dirty="0">
                <a:latin typeface="Yu Gothic UI" panose="020B0500000000000000" pitchFamily="34" charset="-128"/>
                <a:ea typeface="Yu Gothic UI" panose="020B0500000000000000" pitchFamily="34" charset="-128"/>
                <a:hlinkClick r:id="rId4"/>
              </a:rPr>
              <a:t>Azure Portal</a:t>
            </a:r>
            <a:r>
              <a:rPr kumimoji="1" lang="en-US" altLang="ja-JP" dirty="0">
                <a:latin typeface="Yu Gothic UI" panose="020B0500000000000000" pitchFamily="34" charset="-128"/>
                <a:ea typeface="Yu Gothic UI" panose="020B0500000000000000" pitchFamily="34" charset="-128"/>
              </a:rPr>
              <a:t> (</a:t>
            </a:r>
            <a:r>
              <a:rPr kumimoji="1" lang="en-US" altLang="ja-JP" dirty="0">
                <a:latin typeface="Yu Gothic UI" panose="020B0500000000000000" pitchFamily="34" charset="-128"/>
                <a:ea typeface="Yu Gothic UI" panose="020B0500000000000000" pitchFamily="34" charset="-128"/>
                <a:hlinkClick r:id="rId4"/>
              </a:rPr>
              <a:t>https://portal.azure.com</a:t>
            </a:r>
            <a:r>
              <a:rPr kumimoji="1" lang="en-US" altLang="ja-JP" dirty="0">
                <a:latin typeface="Yu Gothic UI" panose="020B0500000000000000" pitchFamily="34" charset="-128"/>
                <a:ea typeface="Yu Gothic UI" panose="020B0500000000000000" pitchFamily="34" charset="-128"/>
              </a:rPr>
              <a:t>)</a:t>
            </a:r>
          </a:p>
          <a:p>
            <a:r>
              <a:rPr kumimoji="1" lang="ja-JP" altLang="en-US">
                <a:latin typeface="Yu Gothic UI" panose="020B0500000000000000" pitchFamily="34" charset="-128"/>
                <a:ea typeface="Yu Gothic UI" panose="020B0500000000000000" pitchFamily="34" charset="-128"/>
              </a:rPr>
              <a:t>ログイン</a:t>
            </a:r>
            <a:r>
              <a:rPr kumimoji="1" lang="en-US" altLang="ja-JP" dirty="0">
                <a:latin typeface="Yu Gothic UI" panose="020B0500000000000000" pitchFamily="34" charset="-128"/>
                <a:ea typeface="Yu Gothic UI" panose="020B0500000000000000" pitchFamily="34" charset="-128"/>
              </a:rPr>
              <a:t> ID/</a:t>
            </a:r>
            <a:r>
              <a:rPr kumimoji="1" lang="ja-JP" altLang="en-US">
                <a:latin typeface="Yu Gothic UI" panose="020B0500000000000000" pitchFamily="34" charset="-128"/>
                <a:ea typeface="Yu Gothic UI" panose="020B0500000000000000" pitchFamily="34" charset="-128"/>
              </a:rPr>
              <a:t>パスワードは講師の案内を参照</a:t>
            </a:r>
          </a:p>
        </p:txBody>
      </p:sp>
    </p:spTree>
    <p:extLst>
      <p:ext uri="{BB962C8B-B14F-4D97-AF65-F5344CB8AC3E}">
        <p14:creationId xmlns:p14="http://schemas.microsoft.com/office/powerpoint/2010/main" val="118607714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653194F8-0DD0-4B7A-B922-C005CB1C820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リソースグループを作成する</a:t>
            </a:r>
          </a:p>
        </p:txBody>
      </p:sp>
      <p:sp>
        <p:nvSpPr>
          <p:cNvPr id="2" name="正方形/長方形 1">
            <a:extLst>
              <a:ext uri="{FF2B5EF4-FFF2-40B4-BE49-F238E27FC236}">
                <a16:creationId xmlns:a16="http://schemas.microsoft.com/office/drawing/2014/main" id="{F87B6B67-ABBB-4798-AC69-92B461DBCB1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B5487F74-9960-4118-8311-06D27235C52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CD9AB093-A099-48EB-A117-0B416510E66A}"/>
              </a:ext>
            </a:extLst>
          </p:cNvPr>
          <p:cNvSpPr>
            <a:spLocks noGrp="1"/>
          </p:cNvSpPr>
          <p:nvPr/>
        </p:nvSpPr>
        <p:spPr>
          <a:xfrm>
            <a:off x="685800" y="1390650"/>
            <a:ext cx="11280058"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本回で作る VM、ネットワーク、ディスクをまとめる入れ物として、受講者ごとのリソースグループを作成します。</a:t>
            </a:r>
          </a:p>
        </p:txBody>
      </p:sp>
      <p:sp>
        <p:nvSpPr>
          <p:cNvPr id="7" name="正方形/長方形 6">
            <a:extLst>
              <a:ext uri="{FF2B5EF4-FFF2-40B4-BE49-F238E27FC236}">
                <a16:creationId xmlns:a16="http://schemas.microsoft.com/office/drawing/2014/main" id="{336A7796-7127-43CD-A8F3-16724DAE9F11}"/>
              </a:ext>
            </a:extLst>
          </p:cNvPr>
          <p:cNvSpPr>
            <a:spLocks noGrp="1"/>
          </p:cNvSpPr>
          <p:nvPr/>
        </p:nvSpPr>
        <p:spPr>
          <a:xfrm>
            <a:off x="550606" y="2157412"/>
            <a:ext cx="10936544" cy="3886200"/>
          </a:xfrm>
          <a:prstGeom prst="rect">
            <a:avLst/>
          </a:prstGeom>
          <a:solidFill>
            <a:srgbClr val="FFFFFF"/>
          </a:solidFill>
          <a:ln w="9525">
            <a:solidFill>
              <a:srgbClr val="D0D5DD"/>
            </a:solidFill>
            <a:prstDash val="solid"/>
          </a:ln>
        </p:spPr>
        <p:txBody>
          <a:bodyPr/>
          <a:lstStyle/>
          <a:p>
            <a:endParaRPr lang="ja-JP" altLang="en-US"/>
          </a:p>
        </p:txBody>
      </p:sp>
      <p:sp>
        <p:nvSpPr>
          <p:cNvPr id="9" name="正方形/長方形 8">
            <a:extLst>
              <a:ext uri="{FF2B5EF4-FFF2-40B4-BE49-F238E27FC236}">
                <a16:creationId xmlns:a16="http://schemas.microsoft.com/office/drawing/2014/main" id="{B46FF994-9442-459F-8D38-013EBD5D91AA}"/>
              </a:ext>
            </a:extLst>
          </p:cNvPr>
          <p:cNvSpPr>
            <a:spLocks noGrp="1"/>
          </p:cNvSpPr>
          <p:nvPr/>
        </p:nvSpPr>
        <p:spPr>
          <a:xfrm>
            <a:off x="5695950" y="5700712"/>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リソースグループを作成する</a:t>
            </a:r>
          </a:p>
        </p:txBody>
      </p:sp>
      <p:pic>
        <p:nvPicPr>
          <p:cNvPr id="14" name="図 13">
            <a:extLst>
              <a:ext uri="{FF2B5EF4-FFF2-40B4-BE49-F238E27FC236}">
                <a16:creationId xmlns:a16="http://schemas.microsoft.com/office/drawing/2014/main" id="{78EC4C13-54FA-2821-25FC-D67E17C3464A}"/>
              </a:ext>
            </a:extLst>
          </p:cNvPr>
          <p:cNvPicPr>
            <a:picLocks noChangeAspect="1"/>
          </p:cNvPicPr>
          <p:nvPr/>
        </p:nvPicPr>
        <p:blipFill>
          <a:blip r:embed="rId3"/>
          <a:stretch>
            <a:fillRect/>
          </a:stretch>
        </p:blipFill>
        <p:spPr>
          <a:xfrm>
            <a:off x="685800" y="2286000"/>
            <a:ext cx="5010150" cy="3131344"/>
          </a:xfrm>
          <a:prstGeom prst="rect">
            <a:avLst/>
          </a:prstGeom>
        </p:spPr>
      </p:pic>
      <p:sp>
        <p:nvSpPr>
          <p:cNvPr id="15" name="正方形/長方形 14">
            <a:extLst>
              <a:ext uri="{FF2B5EF4-FFF2-40B4-BE49-F238E27FC236}">
                <a16:creationId xmlns:a16="http://schemas.microsoft.com/office/drawing/2014/main" id="{6C0C607D-8624-9410-5E53-E9C770575369}"/>
              </a:ext>
            </a:extLst>
          </p:cNvPr>
          <p:cNvSpPr/>
          <p:nvPr/>
        </p:nvSpPr>
        <p:spPr>
          <a:xfrm>
            <a:off x="2212258" y="2247131"/>
            <a:ext cx="1612490" cy="2015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3F098F2C-B283-D848-DF80-B7B897FF1895}"/>
              </a:ext>
            </a:extLst>
          </p:cNvPr>
          <p:cNvSpPr/>
          <p:nvPr/>
        </p:nvSpPr>
        <p:spPr>
          <a:xfrm>
            <a:off x="2212258" y="2684513"/>
            <a:ext cx="1612490" cy="2015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E68BC299-C6BA-9535-E820-55746D1EA8E1}"/>
              </a:ext>
            </a:extLst>
          </p:cNvPr>
          <p:cNvSpPr/>
          <p:nvPr/>
        </p:nvSpPr>
        <p:spPr>
          <a:xfrm>
            <a:off x="3018503" y="1666875"/>
            <a:ext cx="2025507" cy="434616"/>
          </a:xfrm>
          <a:prstGeom prst="wedgeRectCallout">
            <a:avLst>
              <a:gd name="adj1" fmla="val -26173"/>
              <a:gd name="adj2" fmla="val 6702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検索バーで「リソースグループ」を選択</a:t>
            </a:r>
          </a:p>
        </p:txBody>
      </p:sp>
      <p:sp>
        <p:nvSpPr>
          <p:cNvPr id="18" name="四角形吹き出し 17">
            <a:extLst>
              <a:ext uri="{FF2B5EF4-FFF2-40B4-BE49-F238E27FC236}">
                <a16:creationId xmlns:a16="http://schemas.microsoft.com/office/drawing/2014/main" id="{B7399C39-9470-13DA-33D0-5A6FDC8F66F1}"/>
              </a:ext>
            </a:extLst>
          </p:cNvPr>
          <p:cNvSpPr/>
          <p:nvPr/>
        </p:nvSpPr>
        <p:spPr>
          <a:xfrm>
            <a:off x="3387212" y="3136645"/>
            <a:ext cx="2025507" cy="434616"/>
          </a:xfrm>
          <a:prstGeom prst="wedgeRectCallout">
            <a:avLst>
              <a:gd name="adj1" fmla="val -52386"/>
              <a:gd name="adj2" fmla="val -935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「リソースグループ」を選択</a:t>
            </a:r>
          </a:p>
        </p:txBody>
      </p:sp>
      <p:pic>
        <p:nvPicPr>
          <p:cNvPr id="19" name="図 18">
            <a:extLst>
              <a:ext uri="{FF2B5EF4-FFF2-40B4-BE49-F238E27FC236}">
                <a16:creationId xmlns:a16="http://schemas.microsoft.com/office/drawing/2014/main" id="{EBBD5602-15AE-7B0C-4D8E-486753A78962}"/>
              </a:ext>
            </a:extLst>
          </p:cNvPr>
          <p:cNvPicPr>
            <a:picLocks noChangeAspect="1"/>
          </p:cNvPicPr>
          <p:nvPr/>
        </p:nvPicPr>
        <p:blipFill>
          <a:blip r:embed="rId4"/>
          <a:stretch>
            <a:fillRect/>
          </a:stretch>
        </p:blipFill>
        <p:spPr>
          <a:xfrm>
            <a:off x="6176196" y="2285924"/>
            <a:ext cx="5010152" cy="3131345"/>
          </a:xfrm>
          <a:prstGeom prst="rect">
            <a:avLst/>
          </a:prstGeom>
        </p:spPr>
      </p:pic>
      <p:sp>
        <p:nvSpPr>
          <p:cNvPr id="20" name="正方形/長方形 19">
            <a:extLst>
              <a:ext uri="{FF2B5EF4-FFF2-40B4-BE49-F238E27FC236}">
                <a16:creationId xmlns:a16="http://schemas.microsoft.com/office/drawing/2014/main" id="{9F991474-E19A-9EB6-4F88-E081B1A7D4DC}"/>
              </a:ext>
            </a:extLst>
          </p:cNvPr>
          <p:cNvSpPr/>
          <p:nvPr/>
        </p:nvSpPr>
        <p:spPr>
          <a:xfrm>
            <a:off x="7143135" y="2684514"/>
            <a:ext cx="329381" cy="251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CFE5FFAF-B200-C84A-7F85-F03DD374B521}"/>
              </a:ext>
            </a:extLst>
          </p:cNvPr>
          <p:cNvSpPr/>
          <p:nvPr/>
        </p:nvSpPr>
        <p:spPr>
          <a:xfrm>
            <a:off x="6858000" y="1823348"/>
            <a:ext cx="2025507" cy="434616"/>
          </a:xfrm>
          <a:prstGeom prst="wedgeRectCallout">
            <a:avLst>
              <a:gd name="adj1" fmla="val -30056"/>
              <a:gd name="adj2" fmla="val 12584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「作成」を選択</a:t>
            </a:r>
          </a:p>
        </p:txBody>
      </p:sp>
    </p:spTree>
    <p:extLst>
      <p:ext uri="{BB962C8B-B14F-4D97-AF65-F5344CB8AC3E}">
        <p14:creationId xmlns:p14="http://schemas.microsoft.com/office/powerpoint/2010/main" val="11860771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3897-5282-67A2-1C66-66B593DDEF89}"/>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237A2E39-868E-099A-E8DC-083B9E562845}"/>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リソースグループを作成する</a:t>
            </a:r>
          </a:p>
        </p:txBody>
      </p:sp>
      <p:sp>
        <p:nvSpPr>
          <p:cNvPr id="2" name="正方形/長方形 1">
            <a:extLst>
              <a:ext uri="{FF2B5EF4-FFF2-40B4-BE49-F238E27FC236}">
                <a16:creationId xmlns:a16="http://schemas.microsoft.com/office/drawing/2014/main" id="{32E4FF9D-6AFD-BE56-8B7E-3C45754AB35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29D2DF52-320A-06DD-E0BA-4A8D0E3A191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D18DD0F-B123-1D80-9F73-570DD1E8BD97}"/>
              </a:ext>
            </a:extLst>
          </p:cNvPr>
          <p:cNvSpPr>
            <a:spLocks noGrp="1"/>
          </p:cNvSpPr>
          <p:nvPr/>
        </p:nvSpPr>
        <p:spPr>
          <a:xfrm>
            <a:off x="685800" y="1390650"/>
            <a:ext cx="108013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本回で作る</a:t>
            </a:r>
            <a:r>
              <a:rPr sz="1110" b="0" dirty="0">
                <a:solidFill>
                  <a:srgbClr val="344054"/>
                </a:solidFill>
                <a:latin typeface="Yu Gothic UI"/>
                <a:ea typeface="Yu Gothic UI"/>
                <a:cs typeface="Yu Gothic UI"/>
              </a:rPr>
              <a:t> </a:t>
            </a:r>
            <a:r>
              <a:rPr sz="1110" b="0" dirty="0" err="1">
                <a:solidFill>
                  <a:srgbClr val="344054"/>
                </a:solidFill>
                <a:latin typeface="Yu Gothic UI"/>
                <a:ea typeface="Yu Gothic UI"/>
                <a:cs typeface="Yu Gothic UI"/>
              </a:rPr>
              <a:t>VM、ネットワーク、ディスクをまとめる入れ物として、受講者ごとのリソースグループを作成します</a:t>
            </a:r>
            <a:r>
              <a:rPr sz="1110" b="0" dirty="0">
                <a:solidFill>
                  <a:srgbClr val="344054"/>
                </a:solidFill>
                <a:latin typeface="Yu Gothic UI"/>
                <a:ea typeface="Yu Gothic UI"/>
                <a:cs typeface="Yu Gothic UI"/>
              </a:rPr>
              <a:t>。</a:t>
            </a:r>
          </a:p>
        </p:txBody>
      </p:sp>
      <p:sp>
        <p:nvSpPr>
          <p:cNvPr id="7" name="正方形/長方形 6">
            <a:extLst>
              <a:ext uri="{FF2B5EF4-FFF2-40B4-BE49-F238E27FC236}">
                <a16:creationId xmlns:a16="http://schemas.microsoft.com/office/drawing/2014/main" id="{EC9E3CC3-F5EF-85B0-5709-6CC213545C87}"/>
              </a:ext>
            </a:extLst>
          </p:cNvPr>
          <p:cNvSpPr>
            <a:spLocks noGrp="1"/>
          </p:cNvSpPr>
          <p:nvPr/>
        </p:nvSpPr>
        <p:spPr>
          <a:xfrm>
            <a:off x="550606" y="2157412"/>
            <a:ext cx="11080955" cy="3886200"/>
          </a:xfrm>
          <a:prstGeom prst="rect">
            <a:avLst/>
          </a:prstGeom>
          <a:solidFill>
            <a:srgbClr val="FFFFFF"/>
          </a:solidFill>
          <a:ln w="9525">
            <a:solidFill>
              <a:srgbClr val="D0D5DD"/>
            </a:solidFill>
            <a:prstDash val="solid"/>
          </a:ln>
        </p:spPr>
        <p:txBody>
          <a:bodyPr/>
          <a:lstStyle/>
          <a:p>
            <a:endParaRPr lang="ja-JP" altLang="en-US"/>
          </a:p>
        </p:txBody>
      </p:sp>
      <p:pic>
        <p:nvPicPr>
          <p:cNvPr id="8" name="図 7">
            <a:extLst>
              <a:ext uri="{FF2B5EF4-FFF2-40B4-BE49-F238E27FC236}">
                <a16:creationId xmlns:a16="http://schemas.microsoft.com/office/drawing/2014/main" id="{C0182728-E8F1-CB8E-0FD4-CE4B7D51EC06}"/>
              </a:ext>
            </a:extLst>
          </p:cNvPr>
          <p:cNvPicPr>
            <a:picLocks noChangeAspect="1"/>
          </p:cNvPicPr>
          <p:nvPr/>
        </p:nvPicPr>
        <p:blipFill>
          <a:blip r:embed="rId3"/>
          <a:stretch/>
        </p:blipFill>
        <p:spPr>
          <a:xfrm>
            <a:off x="644256" y="2300288"/>
            <a:ext cx="5364480" cy="3352800"/>
          </a:xfrm>
          <a:prstGeom prst="rect">
            <a:avLst/>
          </a:prstGeom>
        </p:spPr>
      </p:pic>
      <p:sp>
        <p:nvSpPr>
          <p:cNvPr id="9" name="正方形/長方形 8">
            <a:extLst>
              <a:ext uri="{FF2B5EF4-FFF2-40B4-BE49-F238E27FC236}">
                <a16:creationId xmlns:a16="http://schemas.microsoft.com/office/drawing/2014/main" id="{BEC201F1-D844-20C7-A4FB-C1DC9F3839DB}"/>
              </a:ext>
            </a:extLst>
          </p:cNvPr>
          <p:cNvSpPr>
            <a:spLocks noGrp="1"/>
          </p:cNvSpPr>
          <p:nvPr/>
        </p:nvSpPr>
        <p:spPr>
          <a:xfrm>
            <a:off x="644256" y="5715000"/>
            <a:ext cx="536448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リソースグループを作成する</a:t>
            </a:r>
          </a:p>
        </p:txBody>
      </p:sp>
      <p:sp>
        <p:nvSpPr>
          <p:cNvPr id="6" name="正方形/長方形 5">
            <a:extLst>
              <a:ext uri="{FF2B5EF4-FFF2-40B4-BE49-F238E27FC236}">
                <a16:creationId xmlns:a16="http://schemas.microsoft.com/office/drawing/2014/main" id="{DB60F723-233B-21F3-A81A-B886C16DFB74}"/>
              </a:ext>
            </a:extLst>
          </p:cNvPr>
          <p:cNvSpPr/>
          <p:nvPr/>
        </p:nvSpPr>
        <p:spPr>
          <a:xfrm>
            <a:off x="1613225" y="3269380"/>
            <a:ext cx="1790700" cy="15485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20C9F0FD-0DB8-1712-E446-57A2E56A65FE}"/>
              </a:ext>
            </a:extLst>
          </p:cNvPr>
          <p:cNvSpPr/>
          <p:nvPr/>
        </p:nvSpPr>
        <p:spPr>
          <a:xfrm>
            <a:off x="2109262" y="2510300"/>
            <a:ext cx="3545513" cy="434616"/>
          </a:xfrm>
          <a:prstGeom prst="wedgeRectCallout">
            <a:avLst>
              <a:gd name="adj1" fmla="val -33919"/>
              <a:gd name="adj2" fmla="val 10774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本ワークショップで利用するサブスクリプションであることを確認</a:t>
            </a:r>
          </a:p>
        </p:txBody>
      </p:sp>
      <p:sp>
        <p:nvSpPr>
          <p:cNvPr id="13" name="正方形/長方形 12">
            <a:extLst>
              <a:ext uri="{FF2B5EF4-FFF2-40B4-BE49-F238E27FC236}">
                <a16:creationId xmlns:a16="http://schemas.microsoft.com/office/drawing/2014/main" id="{4F755CE0-B07E-8A75-D71C-A008EAC1C4E2}"/>
              </a:ext>
            </a:extLst>
          </p:cNvPr>
          <p:cNvSpPr/>
          <p:nvPr/>
        </p:nvSpPr>
        <p:spPr>
          <a:xfrm>
            <a:off x="1613532" y="3441444"/>
            <a:ext cx="1790700" cy="15485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40C932BD-9473-510A-8967-AE006FBB262E}"/>
              </a:ext>
            </a:extLst>
          </p:cNvPr>
          <p:cNvSpPr/>
          <p:nvPr/>
        </p:nvSpPr>
        <p:spPr>
          <a:xfrm>
            <a:off x="3540839" y="3428827"/>
            <a:ext cx="2113936" cy="686299"/>
          </a:xfrm>
          <a:prstGeom prst="wedgeRectCallout">
            <a:avLst>
              <a:gd name="adj1" fmla="val -55293"/>
              <a:gd name="adj2" fmla="val -37720"/>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講師から指示された参加者ごとのリソースグループ名を入力</a:t>
            </a:r>
          </a:p>
        </p:txBody>
      </p:sp>
      <p:sp>
        <p:nvSpPr>
          <p:cNvPr id="19" name="正方形/長方形 18">
            <a:extLst>
              <a:ext uri="{FF2B5EF4-FFF2-40B4-BE49-F238E27FC236}">
                <a16:creationId xmlns:a16="http://schemas.microsoft.com/office/drawing/2014/main" id="{DCA2FC75-0F8E-E743-7D1E-E9D78A549775}"/>
              </a:ext>
            </a:extLst>
          </p:cNvPr>
          <p:cNvSpPr/>
          <p:nvPr/>
        </p:nvSpPr>
        <p:spPr>
          <a:xfrm>
            <a:off x="1623057" y="3600987"/>
            <a:ext cx="1790700" cy="15485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EC462792-2CA8-B1D3-2270-B0E412387F4E}"/>
              </a:ext>
            </a:extLst>
          </p:cNvPr>
          <p:cNvSpPr/>
          <p:nvPr/>
        </p:nvSpPr>
        <p:spPr>
          <a:xfrm>
            <a:off x="2387086" y="4252373"/>
            <a:ext cx="3267690" cy="434616"/>
          </a:xfrm>
          <a:prstGeom prst="wedgeRectCallout">
            <a:avLst>
              <a:gd name="adj1" fmla="val -42393"/>
              <a:gd name="adj2" fmla="val -14110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講師から指示されたリージョンを選択</a:t>
            </a:r>
          </a:p>
        </p:txBody>
      </p:sp>
      <p:sp>
        <p:nvSpPr>
          <p:cNvPr id="21" name="正方形/長方形 20">
            <a:extLst>
              <a:ext uri="{FF2B5EF4-FFF2-40B4-BE49-F238E27FC236}">
                <a16:creationId xmlns:a16="http://schemas.microsoft.com/office/drawing/2014/main" id="{BB58DDE8-A084-2BA2-1E48-C1C4A93B6732}"/>
              </a:ext>
            </a:extLst>
          </p:cNvPr>
          <p:cNvSpPr/>
          <p:nvPr/>
        </p:nvSpPr>
        <p:spPr>
          <a:xfrm>
            <a:off x="1303509" y="5444228"/>
            <a:ext cx="664906" cy="22606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吹き出し 21">
            <a:extLst>
              <a:ext uri="{FF2B5EF4-FFF2-40B4-BE49-F238E27FC236}">
                <a16:creationId xmlns:a16="http://schemas.microsoft.com/office/drawing/2014/main" id="{EEBE620E-C496-DED0-B009-BED2A3F12C53}"/>
              </a:ext>
            </a:extLst>
          </p:cNvPr>
          <p:cNvSpPr/>
          <p:nvPr/>
        </p:nvSpPr>
        <p:spPr>
          <a:xfrm>
            <a:off x="2279975" y="4994056"/>
            <a:ext cx="2371910" cy="434616"/>
          </a:xfrm>
          <a:prstGeom prst="wedgeRectCallout">
            <a:avLst>
              <a:gd name="adj1" fmla="val -55566"/>
              <a:gd name="adj2" fmla="val 8738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作成確認画面に遷移する</a:t>
            </a:r>
          </a:p>
        </p:txBody>
      </p:sp>
      <p:pic>
        <p:nvPicPr>
          <p:cNvPr id="24" name="図 23">
            <a:extLst>
              <a:ext uri="{FF2B5EF4-FFF2-40B4-BE49-F238E27FC236}">
                <a16:creationId xmlns:a16="http://schemas.microsoft.com/office/drawing/2014/main" id="{6DC81E44-5989-9039-52C6-F4CF1EA3833B}"/>
              </a:ext>
            </a:extLst>
          </p:cNvPr>
          <p:cNvPicPr>
            <a:picLocks noChangeAspect="1"/>
          </p:cNvPicPr>
          <p:nvPr/>
        </p:nvPicPr>
        <p:blipFill>
          <a:blip r:embed="rId4"/>
          <a:stretch>
            <a:fillRect/>
          </a:stretch>
        </p:blipFill>
        <p:spPr>
          <a:xfrm>
            <a:off x="6131154" y="2293684"/>
            <a:ext cx="5375046" cy="3359404"/>
          </a:xfrm>
          <a:prstGeom prst="rect">
            <a:avLst/>
          </a:prstGeom>
        </p:spPr>
      </p:pic>
      <p:sp>
        <p:nvSpPr>
          <p:cNvPr id="25" name="正方形/長方形 24">
            <a:extLst>
              <a:ext uri="{FF2B5EF4-FFF2-40B4-BE49-F238E27FC236}">
                <a16:creationId xmlns:a16="http://schemas.microsoft.com/office/drawing/2014/main" id="{0A22697D-FB04-F654-AB1B-2D9DE1B1A0F3}"/>
              </a:ext>
            </a:extLst>
          </p:cNvPr>
          <p:cNvSpPr/>
          <p:nvPr/>
        </p:nvSpPr>
        <p:spPr>
          <a:xfrm>
            <a:off x="6758083" y="5444228"/>
            <a:ext cx="664906" cy="22606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吹き出し 25">
            <a:extLst>
              <a:ext uri="{FF2B5EF4-FFF2-40B4-BE49-F238E27FC236}">
                <a16:creationId xmlns:a16="http://schemas.microsoft.com/office/drawing/2014/main" id="{8B5C666F-CB21-9AC8-EC30-038EDF3D0D27}"/>
              </a:ext>
            </a:extLst>
          </p:cNvPr>
          <p:cNvSpPr/>
          <p:nvPr/>
        </p:nvSpPr>
        <p:spPr>
          <a:xfrm>
            <a:off x="7734549" y="4994056"/>
            <a:ext cx="1338165" cy="434616"/>
          </a:xfrm>
          <a:prstGeom prst="wedgeRectCallout">
            <a:avLst>
              <a:gd name="adj1" fmla="val -55566"/>
              <a:gd name="adj2" fmla="val 8738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作成をクリック</a:t>
            </a:r>
          </a:p>
        </p:txBody>
      </p:sp>
    </p:spTree>
    <p:extLst>
      <p:ext uri="{BB962C8B-B14F-4D97-AF65-F5344CB8AC3E}">
        <p14:creationId xmlns:p14="http://schemas.microsoft.com/office/powerpoint/2010/main" val="9899753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455C78B1-14B7-4C5A-93CF-5F19EF7374D1}"/>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リソースグループ作成を確認する</a:t>
            </a:r>
          </a:p>
        </p:txBody>
      </p:sp>
      <p:sp>
        <p:nvSpPr>
          <p:cNvPr id="2" name="正方形/長方形 1">
            <a:extLst>
              <a:ext uri="{FF2B5EF4-FFF2-40B4-BE49-F238E27FC236}">
                <a16:creationId xmlns:a16="http://schemas.microsoft.com/office/drawing/2014/main" id="{F9EE1852-F29B-4E05-913D-6372838D7E3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339017AB-97B6-4634-B9DA-894B433CAB1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08425234-AC25-4894-AB2C-ED66DDE65E38}"/>
              </a:ext>
            </a:extLst>
          </p:cNvPr>
          <p:cNvSpPr>
            <a:spLocks noGrp="1"/>
          </p:cNvSpPr>
          <p:nvPr/>
        </p:nvSpPr>
        <p:spPr>
          <a:xfrm>
            <a:off x="685800" y="1390650"/>
            <a:ext cx="976589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作成したリソースグループの</a:t>
            </a:r>
            <a:r>
              <a:rPr sz="1110" b="0" dirty="0">
                <a:solidFill>
                  <a:srgbClr val="344054"/>
                </a:solidFill>
                <a:latin typeface="Yu Gothic UI"/>
                <a:ea typeface="Yu Gothic UI"/>
                <a:cs typeface="Yu Gothic UI"/>
              </a:rPr>
              <a:t> Overview </a:t>
            </a:r>
            <a:r>
              <a:rPr sz="1110" b="0" dirty="0" err="1">
                <a:solidFill>
                  <a:srgbClr val="344054"/>
                </a:solidFill>
                <a:latin typeface="Yu Gothic UI"/>
                <a:ea typeface="Yu Gothic UI"/>
                <a:cs typeface="Yu Gothic UI"/>
              </a:rPr>
              <a:t>を開き、場所と名前が講師指定の値になっていることを確認します</a:t>
            </a:r>
            <a:r>
              <a:rPr sz="1110" b="0" dirty="0">
                <a:solidFill>
                  <a:srgbClr val="344054"/>
                </a:solidFill>
                <a:latin typeface="Yu Gothic UI"/>
                <a:ea typeface="Yu Gothic UI"/>
                <a:cs typeface="Yu Gothic UI"/>
              </a:rPr>
              <a:t>。</a:t>
            </a:r>
          </a:p>
        </p:txBody>
      </p:sp>
      <p:sp>
        <p:nvSpPr>
          <p:cNvPr id="6" name="正方形/長方形 5">
            <a:extLst>
              <a:ext uri="{FF2B5EF4-FFF2-40B4-BE49-F238E27FC236}">
                <a16:creationId xmlns:a16="http://schemas.microsoft.com/office/drawing/2014/main" id="{28740068-FAC4-4BD6-B0CC-354B50AC84FF}"/>
              </a:ext>
            </a:extLst>
          </p:cNvPr>
          <p:cNvSpPr>
            <a:spLocks noGrp="1"/>
          </p:cNvSpPr>
          <p:nvPr/>
        </p:nvSpPr>
        <p:spPr>
          <a:xfrm>
            <a:off x="781050" y="2781300"/>
            <a:ext cx="4095750" cy="142875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468543DF-0EF0-4D9F-A816-86D60A4B7AF8}"/>
              </a:ext>
            </a:extLst>
          </p:cNvPr>
          <p:cNvSpPr>
            <a:spLocks noGrp="1"/>
          </p:cNvSpPr>
          <p:nvPr/>
        </p:nvSpPr>
        <p:spPr>
          <a:xfrm>
            <a:off x="781050" y="2781300"/>
            <a:ext cx="76200" cy="1428750"/>
          </a:xfrm>
          <a:prstGeom prst="rect">
            <a:avLst/>
          </a:prstGeom>
          <a:solidFill>
            <a:srgbClr val="4472C4"/>
          </a:solidFill>
          <a:ln w="0">
            <a:solidFill>
              <a:srgbClr val="4472C4"/>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4028EE55-779F-4024-A944-81A359D9A209}"/>
              </a:ext>
            </a:extLst>
          </p:cNvPr>
          <p:cNvSpPr>
            <a:spLocks noGrp="1"/>
          </p:cNvSpPr>
          <p:nvPr/>
        </p:nvSpPr>
        <p:spPr>
          <a:xfrm>
            <a:off x="990600" y="2933700"/>
            <a:ext cx="36957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4472C4"/>
                </a:solidFill>
                <a:latin typeface="Yu Gothic UI"/>
                <a:ea typeface="Yu Gothic UI"/>
                <a:cs typeface="Yu Gothic UI"/>
              </a:defRPr>
            </a:pPr>
            <a:r>
              <a:rPr sz="900" b="1">
                <a:solidFill>
                  <a:srgbClr val="4472C4"/>
                </a:solidFill>
                <a:latin typeface="Yu Gothic UI"/>
                <a:ea typeface="Yu Gothic UI"/>
                <a:cs typeface="Yu Gothic UI"/>
              </a:rPr>
              <a:t>完了条件</a:t>
            </a:r>
          </a:p>
        </p:txBody>
      </p:sp>
      <p:sp>
        <p:nvSpPr>
          <p:cNvPr id="9" name="正方形/長方形 8">
            <a:extLst>
              <a:ext uri="{FF2B5EF4-FFF2-40B4-BE49-F238E27FC236}">
                <a16:creationId xmlns:a16="http://schemas.microsoft.com/office/drawing/2014/main" id="{FC8C0686-FD62-4170-8800-E6CDE3BFF8A7}"/>
              </a:ext>
            </a:extLst>
          </p:cNvPr>
          <p:cNvSpPr>
            <a:spLocks noGrp="1"/>
          </p:cNvSpPr>
          <p:nvPr/>
        </p:nvSpPr>
        <p:spPr>
          <a:xfrm>
            <a:off x="990600" y="3181350"/>
            <a:ext cx="36957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空の入れ物ができている</a:t>
            </a:r>
          </a:p>
        </p:txBody>
      </p:sp>
      <p:sp>
        <p:nvSpPr>
          <p:cNvPr id="10" name="正方形/長方形 9">
            <a:extLst>
              <a:ext uri="{FF2B5EF4-FFF2-40B4-BE49-F238E27FC236}">
                <a16:creationId xmlns:a16="http://schemas.microsoft.com/office/drawing/2014/main" id="{A98D067A-B3AF-4A45-BBE4-69362764DA0E}"/>
              </a:ext>
            </a:extLst>
          </p:cNvPr>
          <p:cNvSpPr>
            <a:spLocks noGrp="1"/>
          </p:cNvSpPr>
          <p:nvPr/>
        </p:nvSpPr>
        <p:spPr>
          <a:xfrm>
            <a:off x="990600" y="3581400"/>
            <a:ext cx="36957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70" b="0">
                <a:solidFill>
                  <a:srgbClr val="344054"/>
                </a:solidFill>
                <a:latin typeface="Yu Gothic UI"/>
                <a:ea typeface="Yu Gothic UI"/>
                <a:cs typeface="Yu Gothic UI"/>
              </a:defRPr>
            </a:pPr>
            <a:r>
              <a:rPr sz="1000" b="0">
                <a:solidFill>
                  <a:srgbClr val="344054"/>
                </a:solidFill>
                <a:latin typeface="Yu Gothic UI"/>
                <a:ea typeface="Yu Gothic UI"/>
                <a:cs typeface="Yu Gothic UI"/>
              </a:rPr>
              <a:t>この時点ではまだ VM はありません。ここから VM と関連リソースを追加していきます。</a:t>
            </a:r>
          </a:p>
        </p:txBody>
      </p:sp>
      <p:sp>
        <p:nvSpPr>
          <p:cNvPr id="11" name="正方形/長方形 10">
            <a:extLst>
              <a:ext uri="{FF2B5EF4-FFF2-40B4-BE49-F238E27FC236}">
                <a16:creationId xmlns:a16="http://schemas.microsoft.com/office/drawing/2014/main" id="{892A2AB6-A213-4A4F-AAAE-DD58912F2A2C}"/>
              </a:ext>
            </a:extLst>
          </p:cNvPr>
          <p:cNvSpPr>
            <a:spLocks noGrp="1"/>
          </p:cNvSpPr>
          <p:nvPr/>
        </p:nvSpPr>
        <p:spPr>
          <a:xfrm>
            <a:off x="5334000" y="167640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a:stretch/>
        </p:blipFill>
        <p:spPr>
          <a:xfrm>
            <a:off x="5467350" y="1878806"/>
            <a:ext cx="5715000" cy="3214688"/>
          </a:xfrm>
          <a:prstGeom prst="rect">
            <a:avLst/>
          </a:prstGeom>
        </p:spPr>
      </p:pic>
      <p:sp>
        <p:nvSpPr>
          <p:cNvPr id="13" name="正方形/長方形 12">
            <a:extLst>
              <a:ext uri="{FF2B5EF4-FFF2-40B4-BE49-F238E27FC236}">
                <a16:creationId xmlns:a16="http://schemas.microsoft.com/office/drawing/2014/main" id="{78207808-1EB1-4AEB-88B0-41E89B9E7319}"/>
              </a:ext>
            </a:extLst>
          </p:cNvPr>
          <p:cNvSpPr>
            <a:spLocks noGrp="1"/>
          </p:cNvSpPr>
          <p:nvPr/>
        </p:nvSpPr>
        <p:spPr>
          <a:xfrm>
            <a:off x="5524500" y="52197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作成したリソースグループを確認する</a:t>
            </a:r>
          </a:p>
        </p:txBody>
      </p:sp>
      <p:sp>
        <p:nvSpPr>
          <p:cNvPr id="14" name="正方形/長方形 13">
            <a:extLst>
              <a:ext uri="{FF2B5EF4-FFF2-40B4-BE49-F238E27FC236}">
                <a16:creationId xmlns:a16="http://schemas.microsoft.com/office/drawing/2014/main" id="{2BC95170-FC60-4906-A136-B5C5DB654332}"/>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18 / 46</a:t>
            </a:r>
          </a:p>
        </p:txBody>
      </p:sp>
      <p:sp>
        <p:nvSpPr>
          <p:cNvPr id="16" name="正方形/長方形 15">
            <a:extLst>
              <a:ext uri="{FF2B5EF4-FFF2-40B4-BE49-F238E27FC236}">
                <a16:creationId xmlns:a16="http://schemas.microsoft.com/office/drawing/2014/main" id="{0216DE1E-143C-5964-29F1-78388C2B5099}"/>
              </a:ext>
            </a:extLst>
          </p:cNvPr>
          <p:cNvSpPr/>
          <p:nvPr/>
        </p:nvSpPr>
        <p:spPr>
          <a:xfrm>
            <a:off x="6636282" y="2861187"/>
            <a:ext cx="610092"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D0C99BE1-226C-F43E-5D93-9B1FF78DA374}"/>
              </a:ext>
            </a:extLst>
          </p:cNvPr>
          <p:cNvSpPr/>
          <p:nvPr/>
        </p:nvSpPr>
        <p:spPr>
          <a:xfrm>
            <a:off x="7144364" y="3340817"/>
            <a:ext cx="2113936" cy="686299"/>
          </a:xfrm>
          <a:prstGeom prst="wedgeRectCallout">
            <a:avLst>
              <a:gd name="adj1" fmla="val -59479"/>
              <a:gd name="adj2" fmla="val -849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指定された名所のリソースグループが作成されていることを確認する。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8" name="正方形/長方形 17">
            <a:extLst>
              <a:ext uri="{FF2B5EF4-FFF2-40B4-BE49-F238E27FC236}">
                <a16:creationId xmlns:a16="http://schemas.microsoft.com/office/drawing/2014/main" id="{5C3B10DD-E679-AB47-FAE6-BE6478C281FC}"/>
              </a:ext>
            </a:extLst>
          </p:cNvPr>
          <p:cNvSpPr/>
          <p:nvPr/>
        </p:nvSpPr>
        <p:spPr>
          <a:xfrm>
            <a:off x="9640037" y="2861187"/>
            <a:ext cx="610092"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8BA2064-77B2-7722-982E-9B68CF3FD6CB}"/>
              </a:ext>
            </a:extLst>
          </p:cNvPr>
          <p:cNvSpPr/>
          <p:nvPr/>
        </p:nvSpPr>
        <p:spPr>
          <a:xfrm>
            <a:off x="7144364" y="2357361"/>
            <a:ext cx="475636"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DF4A41CA-B8DA-77A2-0486-1424B77BDF8B}"/>
              </a:ext>
            </a:extLst>
          </p:cNvPr>
          <p:cNvSpPr/>
          <p:nvPr/>
        </p:nvSpPr>
        <p:spPr>
          <a:xfrm>
            <a:off x="7831147" y="1605674"/>
            <a:ext cx="2113936" cy="686299"/>
          </a:xfrm>
          <a:prstGeom prst="wedgeRectCallout">
            <a:avLst>
              <a:gd name="adj1" fmla="val -59479"/>
              <a:gd name="adj2" fmla="val 4680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作成してすぐにはリストに反映されないので何度かリフレッシュする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D6DD9BC7-C0F5-25AA-1269-EABFC464B38D}"/>
              </a:ext>
            </a:extLst>
          </p:cNvPr>
          <p:cNvSpPr>
            <a:spLocks noGrp="1"/>
          </p:cNvSpPr>
          <p:nvPr/>
        </p:nvSpPr>
        <p:spPr>
          <a:xfrm>
            <a:off x="550605" y="2157412"/>
            <a:ext cx="11159613" cy="3886200"/>
          </a:xfrm>
          <a:prstGeom prst="rect">
            <a:avLst/>
          </a:prstGeom>
          <a:solidFill>
            <a:srgbClr val="FFFFFF"/>
          </a:solidFill>
          <a:ln w="9525">
            <a:solidFill>
              <a:srgbClr val="D0D5DD"/>
            </a:solidFill>
            <a:prstDash val="solid"/>
          </a:ln>
        </p:spPr>
        <p:txBody>
          <a:bodyPr/>
          <a:lstStyle/>
          <a:p>
            <a:endParaRPr lang="ja-JP" altLang="en-US"/>
          </a:p>
        </p:txBody>
      </p:sp>
      <p:sp>
        <p:nvSpPr>
          <p:cNvPr id="11" name="正方形/長方形 10">
            <a:extLst>
              <a:ext uri="{FF2B5EF4-FFF2-40B4-BE49-F238E27FC236}">
                <a16:creationId xmlns:a16="http://schemas.microsoft.com/office/drawing/2014/main" id="{688AF7A7-2372-4029-BF07-9ADFEFFB1D9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VM 作成を開始する</a:t>
            </a:r>
          </a:p>
        </p:txBody>
      </p:sp>
      <p:sp>
        <p:nvSpPr>
          <p:cNvPr id="2" name="正方形/長方形 1">
            <a:extLst>
              <a:ext uri="{FF2B5EF4-FFF2-40B4-BE49-F238E27FC236}">
                <a16:creationId xmlns:a16="http://schemas.microsoft.com/office/drawing/2014/main" id="{C77BD6E3-4B35-4128-8298-1CBA7EC0598E}"/>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40DAF80F-4901-4483-8F80-5883C2115433}"/>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1F985C46-1D69-4FF9-818B-1918F8CF68CE}"/>
              </a:ext>
            </a:extLst>
          </p:cNvPr>
          <p:cNvSpPr>
            <a:spLocks noGrp="1"/>
          </p:cNvSpPr>
          <p:nvPr/>
        </p:nvSpPr>
        <p:spPr>
          <a:xfrm>
            <a:off x="685800" y="13906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リソースグループ内で</a:t>
            </a:r>
            <a:r>
              <a:rPr sz="1110" b="0" dirty="0">
                <a:solidFill>
                  <a:srgbClr val="344054"/>
                </a:solidFill>
                <a:latin typeface="Yu Gothic UI"/>
                <a:ea typeface="Yu Gothic UI"/>
                <a:cs typeface="Yu Gothic UI"/>
              </a:rPr>
              <a:t> Linux VM </a:t>
            </a:r>
            <a:r>
              <a:rPr sz="1110" b="0" dirty="0" err="1">
                <a:solidFill>
                  <a:srgbClr val="344054"/>
                </a:solidFill>
                <a:latin typeface="Yu Gothic UI"/>
                <a:ea typeface="Yu Gothic UI"/>
                <a:cs typeface="Yu Gothic UI"/>
              </a:rPr>
              <a:t>の作成を開始します。作成先のリソースグループを選び間違えないことが大切です</a:t>
            </a:r>
            <a:r>
              <a:rPr sz="1110" b="0" dirty="0">
                <a:solidFill>
                  <a:srgbClr val="344054"/>
                </a:solidFill>
                <a:latin typeface="Yu Gothic UI"/>
                <a:ea typeface="Yu Gothic UI"/>
                <a:cs typeface="Yu Gothic UI"/>
              </a:rPr>
              <a:t>。</a:t>
            </a:r>
          </a:p>
        </p:txBody>
      </p:sp>
      <p:sp>
        <p:nvSpPr>
          <p:cNvPr id="6" name="正方形/長方形 5">
            <a:extLst>
              <a:ext uri="{FF2B5EF4-FFF2-40B4-BE49-F238E27FC236}">
                <a16:creationId xmlns:a16="http://schemas.microsoft.com/office/drawing/2014/main" id="{93B252E5-24E6-4A12-9B35-641729B1AEE0}"/>
              </a:ext>
            </a:extLst>
          </p:cNvPr>
          <p:cNvSpPr>
            <a:spLocks noGrp="1"/>
          </p:cNvSpPr>
          <p:nvPr/>
        </p:nvSpPr>
        <p:spPr>
          <a:xfrm>
            <a:off x="6953250" y="5729287"/>
            <a:ext cx="3924300" cy="628650"/>
          </a:xfrm>
          <a:prstGeom prst="rect">
            <a:avLst/>
          </a:prstGeom>
          <a:solidFill>
            <a:srgbClr val="000000">
              <a:alpha val="0"/>
            </a:srgbClr>
          </a:solidFill>
          <a:ln w="0">
            <a:solidFill>
              <a:srgbClr val="000000">
                <a:alpha val="0"/>
              </a:srgbClr>
            </a:solidFill>
            <a:prstDash val="solid"/>
          </a:ln>
        </p:spPr>
        <p:txBody>
          <a:bodyPr lIns="38100" tIns="38100" rIns="38100" bIns="38100" anchor="t"/>
          <a:lstStyle/>
          <a:p>
            <a:pPr algn="l">
              <a:defRPr sz="990" b="0">
                <a:solidFill>
                  <a:srgbClr val="344054"/>
                </a:solidFill>
                <a:latin typeface="Yu Gothic UI"/>
                <a:ea typeface="Yu Gothic UI"/>
                <a:cs typeface="Yu Gothic UI"/>
              </a:defRPr>
            </a:pPr>
            <a:r>
              <a:rPr sz="990" b="0" dirty="0">
                <a:solidFill>
                  <a:srgbClr val="344054"/>
                </a:solidFill>
                <a:latin typeface="Yu Gothic UI"/>
                <a:ea typeface="Yu Gothic UI"/>
                <a:cs typeface="Yu Gothic UI"/>
              </a:rPr>
              <a:t>• Create </a:t>
            </a:r>
            <a:r>
              <a:rPr sz="990" b="0" dirty="0" err="1">
                <a:solidFill>
                  <a:srgbClr val="344054"/>
                </a:solidFill>
                <a:latin typeface="Yu Gothic UI"/>
                <a:ea typeface="Yu Gothic UI"/>
                <a:cs typeface="Yu Gothic UI"/>
              </a:rPr>
              <a:t>から</a:t>
            </a:r>
            <a:r>
              <a:rPr sz="990" b="0" dirty="0">
                <a:solidFill>
                  <a:srgbClr val="344054"/>
                </a:solidFill>
                <a:latin typeface="Yu Gothic UI"/>
                <a:ea typeface="Yu Gothic UI"/>
                <a:cs typeface="Yu Gothic UI"/>
              </a:rPr>
              <a:t> Virtual machine </a:t>
            </a:r>
            <a:r>
              <a:rPr sz="990" b="0" dirty="0" err="1">
                <a:solidFill>
                  <a:srgbClr val="344054"/>
                </a:solidFill>
                <a:latin typeface="Yu Gothic UI"/>
                <a:ea typeface="Yu Gothic UI"/>
                <a:cs typeface="Yu Gothic UI"/>
              </a:rPr>
              <a:t>を選びます</a:t>
            </a:r>
            <a:r>
              <a:rPr sz="990" b="0" dirty="0">
                <a:solidFill>
                  <a:srgbClr val="344054"/>
                </a:solidFill>
                <a:latin typeface="Yu Gothic UI"/>
                <a:ea typeface="Yu Gothic UI"/>
                <a:cs typeface="Yu Gothic UI"/>
              </a:rPr>
              <a:t>。</a:t>
            </a:r>
          </a:p>
          <a:p>
            <a:pPr algn="l">
              <a:defRPr sz="990" b="0">
                <a:solidFill>
                  <a:srgbClr val="344054"/>
                </a:solidFill>
                <a:latin typeface="Yu Gothic UI"/>
                <a:ea typeface="Yu Gothic UI"/>
                <a:cs typeface="Yu Gothic UI"/>
              </a:defRPr>
            </a:pPr>
            <a:r>
              <a:rPr sz="990" b="0" dirty="0">
                <a:solidFill>
                  <a:srgbClr val="344054"/>
                </a:solidFill>
                <a:latin typeface="Yu Gothic UI"/>
                <a:ea typeface="Yu Gothic UI"/>
                <a:cs typeface="Yu Gothic UI"/>
              </a:rPr>
              <a:t>• Basics </a:t>
            </a:r>
            <a:r>
              <a:rPr sz="990" b="0" dirty="0" err="1">
                <a:solidFill>
                  <a:srgbClr val="344054"/>
                </a:solidFill>
                <a:latin typeface="Yu Gothic UI"/>
                <a:ea typeface="Yu Gothic UI"/>
                <a:cs typeface="Yu Gothic UI"/>
              </a:rPr>
              <a:t>タブから入力を進めます</a:t>
            </a:r>
            <a:r>
              <a:rPr sz="990" b="0" dirty="0">
                <a:solidFill>
                  <a:srgbClr val="344054"/>
                </a:solidFill>
                <a:latin typeface="Yu Gothic UI"/>
                <a:ea typeface="Yu Gothic UI"/>
                <a:cs typeface="Yu Gothic UI"/>
              </a:rPr>
              <a:t>。</a:t>
            </a:r>
          </a:p>
          <a:p>
            <a:pPr algn="l">
              <a:defRPr sz="990" b="0">
                <a:solidFill>
                  <a:srgbClr val="344054"/>
                </a:solidFill>
                <a:latin typeface="Yu Gothic UI"/>
                <a:ea typeface="Yu Gothic UI"/>
                <a:cs typeface="Yu Gothic UI"/>
              </a:defRPr>
            </a:pPr>
            <a:r>
              <a:rPr sz="990" b="0" dirty="0">
                <a:solidFill>
                  <a:srgbClr val="344054"/>
                </a:solidFill>
                <a:latin typeface="Yu Gothic UI"/>
                <a:ea typeface="Yu Gothic UI"/>
                <a:cs typeface="Yu Gothic UI"/>
              </a:rPr>
              <a:t>• </a:t>
            </a:r>
            <a:r>
              <a:rPr sz="990" b="0" dirty="0" err="1">
                <a:solidFill>
                  <a:srgbClr val="344054"/>
                </a:solidFill>
                <a:latin typeface="Yu Gothic UI"/>
                <a:ea typeface="Yu Gothic UI"/>
                <a:cs typeface="Yu Gothic UI"/>
              </a:rPr>
              <a:t>高価な構成を選ばないように講師指定の値を使います</a:t>
            </a:r>
            <a:r>
              <a:rPr sz="990" b="0" dirty="0">
                <a:solidFill>
                  <a:srgbClr val="344054"/>
                </a:solidFill>
                <a:latin typeface="Yu Gothic UI"/>
                <a:ea typeface="Yu Gothic UI"/>
                <a:cs typeface="Yu Gothic UI"/>
              </a:rPr>
              <a:t>。</a:t>
            </a:r>
          </a:p>
        </p:txBody>
      </p:sp>
      <p:pic>
        <p:nvPicPr>
          <p:cNvPr id="8" name="図 7"/>
          <p:cNvPicPr>
            <a:picLocks noChangeAspect="1"/>
          </p:cNvPicPr>
          <p:nvPr/>
        </p:nvPicPr>
        <p:blipFill>
          <a:blip r:embed="rId3"/>
          <a:stretch/>
        </p:blipFill>
        <p:spPr>
          <a:xfrm>
            <a:off x="5938991" y="2257424"/>
            <a:ext cx="5662423" cy="3185114"/>
          </a:xfrm>
          <a:prstGeom prst="rect">
            <a:avLst/>
          </a:prstGeom>
        </p:spPr>
      </p:pic>
      <p:pic>
        <p:nvPicPr>
          <p:cNvPr id="13" name="図 12">
            <a:extLst>
              <a:ext uri="{FF2B5EF4-FFF2-40B4-BE49-F238E27FC236}">
                <a16:creationId xmlns:a16="http://schemas.microsoft.com/office/drawing/2014/main" id="{665E9F90-B34D-79E0-F139-1DC13C408243}"/>
              </a:ext>
            </a:extLst>
          </p:cNvPr>
          <p:cNvPicPr>
            <a:picLocks noChangeAspect="1"/>
          </p:cNvPicPr>
          <p:nvPr/>
        </p:nvPicPr>
        <p:blipFill>
          <a:blip r:embed="rId4"/>
          <a:stretch>
            <a:fillRect/>
          </a:stretch>
        </p:blipFill>
        <p:spPr>
          <a:xfrm>
            <a:off x="704850" y="2257424"/>
            <a:ext cx="5096182" cy="3185114"/>
          </a:xfrm>
          <a:prstGeom prst="rect">
            <a:avLst/>
          </a:prstGeom>
        </p:spPr>
      </p:pic>
      <p:sp>
        <p:nvSpPr>
          <p:cNvPr id="14" name="正方形/長方形 13">
            <a:extLst>
              <a:ext uri="{FF2B5EF4-FFF2-40B4-BE49-F238E27FC236}">
                <a16:creationId xmlns:a16="http://schemas.microsoft.com/office/drawing/2014/main" id="{5E51FFD9-F69F-DE1C-48D7-38A008A710A9}"/>
              </a:ext>
            </a:extLst>
          </p:cNvPr>
          <p:cNvSpPr/>
          <p:nvPr/>
        </p:nvSpPr>
        <p:spPr>
          <a:xfrm>
            <a:off x="2212258" y="2247131"/>
            <a:ext cx="1612490" cy="2015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EC9CEBB1-64EC-37E3-9B9D-8A3953BBD780}"/>
              </a:ext>
            </a:extLst>
          </p:cNvPr>
          <p:cNvSpPr/>
          <p:nvPr/>
        </p:nvSpPr>
        <p:spPr>
          <a:xfrm>
            <a:off x="2212258" y="2684513"/>
            <a:ext cx="1612490" cy="2015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吹き出し 15">
            <a:extLst>
              <a:ext uri="{FF2B5EF4-FFF2-40B4-BE49-F238E27FC236}">
                <a16:creationId xmlns:a16="http://schemas.microsoft.com/office/drawing/2014/main" id="{2CA8863C-569D-1356-54EA-50B5A1715B81}"/>
              </a:ext>
            </a:extLst>
          </p:cNvPr>
          <p:cNvSpPr/>
          <p:nvPr/>
        </p:nvSpPr>
        <p:spPr>
          <a:xfrm>
            <a:off x="3018503" y="1666875"/>
            <a:ext cx="2025507" cy="434616"/>
          </a:xfrm>
          <a:prstGeom prst="wedgeRectCallout">
            <a:avLst>
              <a:gd name="adj1" fmla="val -26173"/>
              <a:gd name="adj2" fmla="val 6702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検索バーで「仮想マシン」を選択</a:t>
            </a:r>
          </a:p>
        </p:txBody>
      </p:sp>
      <p:sp>
        <p:nvSpPr>
          <p:cNvPr id="17" name="四角形吹き出し 16">
            <a:extLst>
              <a:ext uri="{FF2B5EF4-FFF2-40B4-BE49-F238E27FC236}">
                <a16:creationId xmlns:a16="http://schemas.microsoft.com/office/drawing/2014/main" id="{03388C3E-0983-797D-CDBD-F99998B11FC4}"/>
              </a:ext>
            </a:extLst>
          </p:cNvPr>
          <p:cNvSpPr/>
          <p:nvPr/>
        </p:nvSpPr>
        <p:spPr>
          <a:xfrm>
            <a:off x="3387212" y="3136645"/>
            <a:ext cx="2025507" cy="434616"/>
          </a:xfrm>
          <a:prstGeom prst="wedgeRectCallout">
            <a:avLst>
              <a:gd name="adj1" fmla="val -52386"/>
              <a:gd name="adj2" fmla="val -935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「仮想マシン」を選択</a:t>
            </a:r>
          </a:p>
        </p:txBody>
      </p:sp>
      <p:sp>
        <p:nvSpPr>
          <p:cNvPr id="18" name="正方形/長方形 17">
            <a:extLst>
              <a:ext uri="{FF2B5EF4-FFF2-40B4-BE49-F238E27FC236}">
                <a16:creationId xmlns:a16="http://schemas.microsoft.com/office/drawing/2014/main" id="{09824AE4-7E7C-CE3E-664E-8D640867EDD5}"/>
              </a:ext>
            </a:extLst>
          </p:cNvPr>
          <p:cNvSpPr/>
          <p:nvPr/>
        </p:nvSpPr>
        <p:spPr>
          <a:xfrm>
            <a:off x="6932970" y="2841524"/>
            <a:ext cx="329381" cy="25118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吹き出し 18">
            <a:extLst>
              <a:ext uri="{FF2B5EF4-FFF2-40B4-BE49-F238E27FC236}">
                <a16:creationId xmlns:a16="http://schemas.microsoft.com/office/drawing/2014/main" id="{9C087A91-F439-E912-170B-3611F3E777E5}"/>
              </a:ext>
            </a:extLst>
          </p:cNvPr>
          <p:cNvSpPr/>
          <p:nvPr/>
        </p:nvSpPr>
        <p:spPr>
          <a:xfrm>
            <a:off x="6647835" y="1980358"/>
            <a:ext cx="2025507" cy="434616"/>
          </a:xfrm>
          <a:prstGeom prst="wedgeRectCallout">
            <a:avLst>
              <a:gd name="adj1" fmla="val -30056"/>
              <a:gd name="adj2" fmla="val 12584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-&gt;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仮想マシン」を選択</a:t>
            </a:r>
          </a:p>
        </p:txBody>
      </p:sp>
    </p:spTree>
    <p:extLst>
      <p:ext uri="{BB962C8B-B14F-4D97-AF65-F5344CB8AC3E}">
        <p14:creationId xmlns:p14="http://schemas.microsoft.com/office/powerpoint/2010/main" val="11860771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1F187735-A9E8-4FF9-B624-D2A124E3EC7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dirty="0">
                <a:solidFill>
                  <a:srgbClr val="1F2937"/>
                </a:solidFill>
                <a:latin typeface="Meiryo UI"/>
                <a:ea typeface="Meiryo UI"/>
                <a:cs typeface="Meiryo UI"/>
              </a:rPr>
              <a:t>VM </a:t>
            </a:r>
            <a:r>
              <a:rPr sz="2100" b="1" dirty="0" err="1">
                <a:solidFill>
                  <a:srgbClr val="1F2937"/>
                </a:solidFill>
                <a:latin typeface="Meiryo UI"/>
                <a:ea typeface="Meiryo UI"/>
                <a:cs typeface="Meiryo UI"/>
              </a:rPr>
              <a:t>の基本情報を入力する</a:t>
            </a:r>
            <a:r>
              <a:rPr lang="en-US" sz="2100" b="1" dirty="0">
                <a:solidFill>
                  <a:srgbClr val="1F2937"/>
                </a:solidFill>
                <a:latin typeface="Meiryo UI"/>
                <a:ea typeface="Meiryo UI"/>
                <a:cs typeface="Meiryo UI"/>
              </a:rPr>
              <a:t> 1</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FC375316-9CBB-4064-8BBB-41AA4A41D6C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B01B7808-52F0-4431-8451-AD7B05466C5F}"/>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09C1BD16-4B2C-4782-AE8A-AE6C2273792D}"/>
              </a:ext>
            </a:extLst>
          </p:cNvPr>
          <p:cNvSpPr>
            <a:spLocks noGrp="1"/>
          </p:cNvSpPr>
          <p:nvPr/>
        </p:nvSpPr>
        <p:spPr>
          <a:xfrm>
            <a:off x="685800" y="1390650"/>
            <a:ext cx="10058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a:solidFill>
                  <a:srgbClr val="344054"/>
                </a:solidFill>
                <a:latin typeface="Yu Gothic UI"/>
                <a:ea typeface="Yu Gothic UI"/>
                <a:cs typeface="Yu Gothic UI"/>
              </a:rPr>
              <a:t>VM </a:t>
            </a:r>
            <a:r>
              <a:rPr sz="1110" b="0" dirty="0" err="1">
                <a:solidFill>
                  <a:srgbClr val="344054"/>
                </a:solidFill>
                <a:latin typeface="Yu Gothic UI"/>
                <a:ea typeface="Yu Gothic UI"/>
                <a:cs typeface="Yu Gothic UI"/>
              </a:rPr>
              <a:t>名、リージョン、OS</a:t>
            </a:r>
            <a:r>
              <a:rPr sz="1110" b="0" dirty="0">
                <a:solidFill>
                  <a:srgbClr val="344054"/>
                </a:solidFill>
                <a:latin typeface="Yu Gothic UI"/>
                <a:ea typeface="Yu Gothic UI"/>
                <a:cs typeface="Yu Gothic UI"/>
              </a:rPr>
              <a:t> </a:t>
            </a:r>
            <a:r>
              <a:rPr sz="1110" b="0" dirty="0" err="1">
                <a:solidFill>
                  <a:srgbClr val="344054"/>
                </a:solidFill>
                <a:latin typeface="Yu Gothic UI"/>
                <a:ea typeface="Yu Gothic UI"/>
                <a:cs typeface="Yu Gothic UI"/>
              </a:rPr>
              <a:t>イメージ、サイズを指定します。ここで選ぶ内容は、作成されるサーバの場所、OS、性能、コストに関係します</a:t>
            </a:r>
            <a:r>
              <a:rPr sz="1110" b="0" dirty="0">
                <a:solidFill>
                  <a:srgbClr val="344054"/>
                </a:solidFill>
                <a:latin typeface="Yu Gothic UI"/>
                <a:ea typeface="Yu Gothic UI"/>
                <a:cs typeface="Yu Gothic UI"/>
              </a:rPr>
              <a:t>。</a:t>
            </a:r>
          </a:p>
        </p:txBody>
      </p:sp>
      <p:sp>
        <p:nvSpPr>
          <p:cNvPr id="6" name="正方形/長方形 5">
            <a:extLst>
              <a:ext uri="{FF2B5EF4-FFF2-40B4-BE49-F238E27FC236}">
                <a16:creationId xmlns:a16="http://schemas.microsoft.com/office/drawing/2014/main" id="{7E9C7730-5D37-45AE-A87F-055ED3A2A699}"/>
              </a:ext>
            </a:extLst>
          </p:cNvPr>
          <p:cNvSpPr>
            <a:spLocks noGrp="1"/>
          </p:cNvSpPr>
          <p:nvPr/>
        </p:nvSpPr>
        <p:spPr>
          <a:xfrm>
            <a:off x="685800" y="1943100"/>
            <a:ext cx="10820400" cy="4158276"/>
          </a:xfrm>
          <a:prstGeom prst="rect">
            <a:avLst/>
          </a:prstGeom>
          <a:solidFill>
            <a:srgbClr val="FFFFFF"/>
          </a:solidFill>
          <a:ln w="9525">
            <a:solidFill>
              <a:srgbClr val="D0D5DD"/>
            </a:solidFill>
            <a:prstDash val="solid"/>
          </a:ln>
        </p:spPr>
        <p:txBody>
          <a:bodyPr/>
          <a:lstStyle/>
          <a:p>
            <a:endParaRPr lang="ja-JP" altLang="en-US"/>
          </a:p>
        </p:txBody>
      </p:sp>
      <p:pic>
        <p:nvPicPr>
          <p:cNvPr id="7" name="図 6"/>
          <p:cNvPicPr>
            <a:picLocks noChangeAspect="1"/>
          </p:cNvPicPr>
          <p:nvPr/>
        </p:nvPicPr>
        <p:blipFill>
          <a:blip r:embed="rId3"/>
          <a:stretch/>
        </p:blipFill>
        <p:spPr>
          <a:xfrm>
            <a:off x="3413760" y="2266950"/>
            <a:ext cx="5364480" cy="3352800"/>
          </a:xfrm>
          <a:prstGeom prst="rect">
            <a:avLst/>
          </a:prstGeom>
        </p:spPr>
      </p:pic>
      <p:sp>
        <p:nvSpPr>
          <p:cNvPr id="8" name="正方形/長方形 7">
            <a:extLst>
              <a:ext uri="{FF2B5EF4-FFF2-40B4-BE49-F238E27FC236}">
                <a16:creationId xmlns:a16="http://schemas.microsoft.com/office/drawing/2014/main" id="{07B9EBC8-B70A-4CDF-A32C-73792FAB90FA}"/>
              </a:ext>
            </a:extLst>
          </p:cNvPr>
          <p:cNvSpPr>
            <a:spLocks noGrp="1"/>
          </p:cNvSpPr>
          <p:nvPr/>
        </p:nvSpPr>
        <p:spPr>
          <a:xfrm>
            <a:off x="3295650" y="581025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dirty="0">
                <a:solidFill>
                  <a:srgbClr val="667085"/>
                </a:solidFill>
                <a:latin typeface="Yu Gothic UI"/>
                <a:ea typeface="Yu Gothic UI"/>
                <a:cs typeface="Yu Gothic UI"/>
              </a:rPr>
              <a:t>VM </a:t>
            </a:r>
            <a:r>
              <a:rPr sz="638" b="0" dirty="0" err="1">
                <a:solidFill>
                  <a:srgbClr val="667085"/>
                </a:solidFill>
                <a:latin typeface="Yu Gothic UI"/>
                <a:ea typeface="Yu Gothic UI"/>
                <a:cs typeface="Yu Gothic UI"/>
              </a:rPr>
              <a:t>名、リージョン、イメージ、サイズを入力する</a:t>
            </a:r>
            <a:endParaRPr sz="638" b="0" dirty="0">
              <a:solidFill>
                <a:srgbClr val="667085"/>
              </a:solidFill>
              <a:latin typeface="Yu Gothic UI"/>
              <a:ea typeface="Yu Gothic UI"/>
              <a:cs typeface="Yu Gothic UI"/>
            </a:endParaRPr>
          </a:p>
        </p:txBody>
      </p:sp>
      <p:sp>
        <p:nvSpPr>
          <p:cNvPr id="11" name="正方形/長方形 10">
            <a:extLst>
              <a:ext uri="{FF2B5EF4-FFF2-40B4-BE49-F238E27FC236}">
                <a16:creationId xmlns:a16="http://schemas.microsoft.com/office/drawing/2014/main" id="{8238CFD2-0989-A963-8F1D-478B31CD56F2}"/>
              </a:ext>
            </a:extLst>
          </p:cNvPr>
          <p:cNvSpPr/>
          <p:nvPr/>
        </p:nvSpPr>
        <p:spPr>
          <a:xfrm>
            <a:off x="4415418" y="3596301"/>
            <a:ext cx="1906723" cy="15470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BBB869F3-03B6-80AF-382F-BDC60227FD86}"/>
              </a:ext>
            </a:extLst>
          </p:cNvPr>
          <p:cNvSpPr/>
          <p:nvPr/>
        </p:nvSpPr>
        <p:spPr>
          <a:xfrm>
            <a:off x="904568" y="2359580"/>
            <a:ext cx="2310580" cy="434616"/>
          </a:xfrm>
          <a:prstGeom prst="wedgeRectCallout">
            <a:avLst>
              <a:gd name="adj1" fmla="val 94453"/>
              <a:gd name="adj2" fmla="val 2253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本ワークショップで利用するサブスクリプションであることを確認</a:t>
            </a:r>
          </a:p>
        </p:txBody>
      </p:sp>
      <p:sp>
        <p:nvSpPr>
          <p:cNvPr id="13" name="正方形/長方形 12">
            <a:extLst>
              <a:ext uri="{FF2B5EF4-FFF2-40B4-BE49-F238E27FC236}">
                <a16:creationId xmlns:a16="http://schemas.microsoft.com/office/drawing/2014/main" id="{B7DE2512-E50D-6216-3B41-D0AB314ABAD0}"/>
              </a:ext>
            </a:extLst>
          </p:cNvPr>
          <p:cNvSpPr/>
          <p:nvPr/>
        </p:nvSpPr>
        <p:spPr>
          <a:xfrm>
            <a:off x="4415418" y="3751006"/>
            <a:ext cx="1906722" cy="15470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吹き出し 13">
            <a:extLst>
              <a:ext uri="{FF2B5EF4-FFF2-40B4-BE49-F238E27FC236}">
                <a16:creationId xmlns:a16="http://schemas.microsoft.com/office/drawing/2014/main" id="{4F5206B2-09FD-8079-4826-FE3AD001307D}"/>
              </a:ext>
            </a:extLst>
          </p:cNvPr>
          <p:cNvSpPr/>
          <p:nvPr/>
        </p:nvSpPr>
        <p:spPr>
          <a:xfrm>
            <a:off x="902350" y="3299789"/>
            <a:ext cx="2113936" cy="686299"/>
          </a:xfrm>
          <a:prstGeom prst="wedgeRectCallout">
            <a:avLst>
              <a:gd name="adj1" fmla="val 111684"/>
              <a:gd name="adj2" fmla="val 2818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先ほど作成したリソースグループを選択</a:t>
            </a:r>
          </a:p>
        </p:txBody>
      </p:sp>
      <p:sp>
        <p:nvSpPr>
          <p:cNvPr id="15" name="四角形吹き出し 14">
            <a:extLst>
              <a:ext uri="{FF2B5EF4-FFF2-40B4-BE49-F238E27FC236}">
                <a16:creationId xmlns:a16="http://schemas.microsoft.com/office/drawing/2014/main" id="{EA2646F7-62DB-2856-F483-501DC9028603}"/>
              </a:ext>
            </a:extLst>
          </p:cNvPr>
          <p:cNvSpPr/>
          <p:nvPr/>
        </p:nvSpPr>
        <p:spPr>
          <a:xfrm>
            <a:off x="902350" y="4118930"/>
            <a:ext cx="2113936" cy="686299"/>
          </a:xfrm>
          <a:prstGeom prst="wedgeRectCallout">
            <a:avLst>
              <a:gd name="adj1" fmla="val 115870"/>
              <a:gd name="adj2" fmla="val -4631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講師指定の各自の</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VM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名を入力</a:t>
            </a:r>
          </a:p>
        </p:txBody>
      </p:sp>
      <p:sp>
        <p:nvSpPr>
          <p:cNvPr id="16" name="正方形/長方形 15">
            <a:extLst>
              <a:ext uri="{FF2B5EF4-FFF2-40B4-BE49-F238E27FC236}">
                <a16:creationId xmlns:a16="http://schemas.microsoft.com/office/drawing/2014/main" id="{0EAE947A-1794-A1DF-70DB-F6DC8CCACCAB}"/>
              </a:ext>
            </a:extLst>
          </p:cNvPr>
          <p:cNvSpPr/>
          <p:nvPr/>
        </p:nvSpPr>
        <p:spPr>
          <a:xfrm>
            <a:off x="4415418" y="4072553"/>
            <a:ext cx="1906722" cy="15470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751B9B15-1FDD-E9E8-81D0-FC2619047944}"/>
              </a:ext>
            </a:extLst>
          </p:cNvPr>
          <p:cNvSpPr/>
          <p:nvPr/>
        </p:nvSpPr>
        <p:spPr>
          <a:xfrm>
            <a:off x="4415418" y="4226103"/>
            <a:ext cx="1906722" cy="15470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0E0F59E1-D8F3-E724-C9A9-30540304F03D}"/>
              </a:ext>
            </a:extLst>
          </p:cNvPr>
          <p:cNvSpPr/>
          <p:nvPr/>
        </p:nvSpPr>
        <p:spPr>
          <a:xfrm>
            <a:off x="902350" y="4940286"/>
            <a:ext cx="2113936" cy="686299"/>
          </a:xfrm>
          <a:prstGeom prst="wedgeRectCallout">
            <a:avLst>
              <a:gd name="adj1" fmla="val 113079"/>
              <a:gd name="adj2" fmla="val -12797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講師指定のリージョンを選択</a:t>
            </a:r>
          </a:p>
        </p:txBody>
      </p:sp>
      <p:sp>
        <p:nvSpPr>
          <p:cNvPr id="19" name="正方形/長方形 18">
            <a:extLst>
              <a:ext uri="{FF2B5EF4-FFF2-40B4-BE49-F238E27FC236}">
                <a16:creationId xmlns:a16="http://schemas.microsoft.com/office/drawing/2014/main" id="{BD6455F1-48F9-5421-4E3D-38BD3007B414}"/>
              </a:ext>
            </a:extLst>
          </p:cNvPr>
          <p:cNvSpPr/>
          <p:nvPr/>
        </p:nvSpPr>
        <p:spPr>
          <a:xfrm>
            <a:off x="4415418" y="4447829"/>
            <a:ext cx="1906722" cy="78293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318AC8E6-DBA8-BCFF-C242-3CD7A429D75F}"/>
              </a:ext>
            </a:extLst>
          </p:cNvPr>
          <p:cNvSpPr/>
          <p:nvPr/>
        </p:nvSpPr>
        <p:spPr>
          <a:xfrm>
            <a:off x="7376160" y="3017197"/>
            <a:ext cx="2804161" cy="811161"/>
          </a:xfrm>
          <a:prstGeom prst="wedgeRectCallout">
            <a:avLst>
              <a:gd name="adj1" fmla="val -83887"/>
              <a:gd name="adj2" fmla="val 15392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ゾーンの選択はデフォルトのままでよい。</a:t>
            </a:r>
          </a:p>
        </p:txBody>
      </p:sp>
    </p:spTree>
    <p:extLst>
      <p:ext uri="{BB962C8B-B14F-4D97-AF65-F5344CB8AC3E}">
        <p14:creationId xmlns:p14="http://schemas.microsoft.com/office/powerpoint/2010/main" val="11860771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F6199-56AD-160C-9BE9-45EDD3BB6F7F}"/>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0AEA777F-DEA7-0499-7A3F-A33888420A64}"/>
              </a:ext>
            </a:extLst>
          </p:cNvPr>
          <p:cNvSpPr>
            <a:spLocks noGrp="1"/>
          </p:cNvSpPr>
          <p:nvPr/>
        </p:nvSpPr>
        <p:spPr>
          <a:xfrm>
            <a:off x="685800" y="1943100"/>
            <a:ext cx="10820400" cy="4158276"/>
          </a:xfrm>
          <a:prstGeom prst="rect">
            <a:avLst/>
          </a:prstGeom>
          <a:solidFill>
            <a:srgbClr val="FFFFFF"/>
          </a:solidFill>
          <a:ln w="9525">
            <a:solidFill>
              <a:srgbClr val="D0D5DD"/>
            </a:solidFill>
            <a:prstDash val="solid"/>
          </a:ln>
        </p:spPr>
        <p:txBody>
          <a:bodyPr/>
          <a:lstStyle/>
          <a:p>
            <a:endParaRPr lang="ja-JP" altLang="en-US"/>
          </a:p>
        </p:txBody>
      </p:sp>
      <p:pic>
        <p:nvPicPr>
          <p:cNvPr id="21" name="図 20">
            <a:extLst>
              <a:ext uri="{FF2B5EF4-FFF2-40B4-BE49-F238E27FC236}">
                <a16:creationId xmlns:a16="http://schemas.microsoft.com/office/drawing/2014/main" id="{36FCE938-06E3-8774-0603-569CEC98791C}"/>
              </a:ext>
            </a:extLst>
          </p:cNvPr>
          <p:cNvPicPr>
            <a:picLocks noChangeAspect="1"/>
          </p:cNvPicPr>
          <p:nvPr/>
        </p:nvPicPr>
        <p:blipFill>
          <a:blip r:embed="rId3"/>
          <a:stretch>
            <a:fillRect/>
          </a:stretch>
        </p:blipFill>
        <p:spPr>
          <a:xfrm>
            <a:off x="3105149" y="2071687"/>
            <a:ext cx="5981701" cy="3738563"/>
          </a:xfrm>
          <a:prstGeom prst="rect">
            <a:avLst/>
          </a:prstGeom>
        </p:spPr>
      </p:pic>
      <p:sp>
        <p:nvSpPr>
          <p:cNvPr id="10" name="正方形/長方形 9">
            <a:extLst>
              <a:ext uri="{FF2B5EF4-FFF2-40B4-BE49-F238E27FC236}">
                <a16:creationId xmlns:a16="http://schemas.microsoft.com/office/drawing/2014/main" id="{647B45D6-361C-985C-2EEE-6CC5FBC5B76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dirty="0">
                <a:solidFill>
                  <a:srgbClr val="1F2937"/>
                </a:solidFill>
                <a:latin typeface="Meiryo UI"/>
                <a:ea typeface="Meiryo UI"/>
                <a:cs typeface="Meiryo UI"/>
              </a:rPr>
              <a:t>VM </a:t>
            </a:r>
            <a:r>
              <a:rPr sz="2100" b="1" dirty="0" err="1">
                <a:solidFill>
                  <a:srgbClr val="1F2937"/>
                </a:solidFill>
                <a:latin typeface="Meiryo UI"/>
                <a:ea typeface="Meiryo UI"/>
                <a:cs typeface="Meiryo UI"/>
              </a:rPr>
              <a:t>の基本情報を入力する</a:t>
            </a:r>
            <a:r>
              <a:rPr lang="en-US" sz="2100" b="1" dirty="0">
                <a:solidFill>
                  <a:srgbClr val="1F2937"/>
                </a:solidFill>
                <a:latin typeface="Meiryo UI"/>
                <a:ea typeface="Meiryo UI"/>
                <a:cs typeface="Meiryo UI"/>
              </a:rPr>
              <a:t> 2</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E5498A10-DB1B-BA90-DD60-C9EF618B2099}"/>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82426D3D-FC7F-D296-962E-30DBD1ADB75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43D9CBD6-F570-10FC-165C-B4F4321CE86E}"/>
              </a:ext>
            </a:extLst>
          </p:cNvPr>
          <p:cNvSpPr>
            <a:spLocks noGrp="1"/>
          </p:cNvSpPr>
          <p:nvPr/>
        </p:nvSpPr>
        <p:spPr>
          <a:xfrm>
            <a:off x="685800" y="1390650"/>
            <a:ext cx="10058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a:solidFill>
                  <a:srgbClr val="344054"/>
                </a:solidFill>
                <a:latin typeface="Yu Gothic UI"/>
                <a:ea typeface="Yu Gothic UI"/>
                <a:cs typeface="Yu Gothic UI"/>
              </a:rPr>
              <a:t>VM </a:t>
            </a:r>
            <a:r>
              <a:rPr sz="1110" b="0" dirty="0" err="1">
                <a:solidFill>
                  <a:srgbClr val="344054"/>
                </a:solidFill>
                <a:latin typeface="Yu Gothic UI"/>
                <a:ea typeface="Yu Gothic UI"/>
                <a:cs typeface="Yu Gothic UI"/>
              </a:rPr>
              <a:t>名、リージョン、OS</a:t>
            </a:r>
            <a:r>
              <a:rPr sz="1110" b="0" dirty="0">
                <a:solidFill>
                  <a:srgbClr val="344054"/>
                </a:solidFill>
                <a:latin typeface="Yu Gothic UI"/>
                <a:ea typeface="Yu Gothic UI"/>
                <a:cs typeface="Yu Gothic UI"/>
              </a:rPr>
              <a:t> </a:t>
            </a:r>
            <a:r>
              <a:rPr sz="1110" b="0" dirty="0" err="1">
                <a:solidFill>
                  <a:srgbClr val="344054"/>
                </a:solidFill>
                <a:latin typeface="Yu Gothic UI"/>
                <a:ea typeface="Yu Gothic UI"/>
                <a:cs typeface="Yu Gothic UI"/>
              </a:rPr>
              <a:t>イメージ、サイズを指定します。ここで選ぶ内容は、作成されるサーバの場所、OS、性能、コストに関係します</a:t>
            </a:r>
            <a:r>
              <a:rPr sz="1110" b="0" dirty="0">
                <a:solidFill>
                  <a:srgbClr val="344054"/>
                </a:solidFill>
                <a:latin typeface="Yu Gothic UI"/>
                <a:ea typeface="Yu Gothic UI"/>
                <a:cs typeface="Yu Gothic UI"/>
              </a:rPr>
              <a:t>。</a:t>
            </a:r>
          </a:p>
        </p:txBody>
      </p:sp>
      <p:sp>
        <p:nvSpPr>
          <p:cNvPr id="8" name="正方形/長方形 7">
            <a:extLst>
              <a:ext uri="{FF2B5EF4-FFF2-40B4-BE49-F238E27FC236}">
                <a16:creationId xmlns:a16="http://schemas.microsoft.com/office/drawing/2014/main" id="{AEFE1C09-F610-8184-7F75-77E91987C535}"/>
              </a:ext>
            </a:extLst>
          </p:cNvPr>
          <p:cNvSpPr>
            <a:spLocks noGrp="1"/>
          </p:cNvSpPr>
          <p:nvPr/>
        </p:nvSpPr>
        <p:spPr>
          <a:xfrm>
            <a:off x="3295650" y="581025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dirty="0">
                <a:solidFill>
                  <a:srgbClr val="667085"/>
                </a:solidFill>
                <a:latin typeface="Yu Gothic UI"/>
                <a:ea typeface="Yu Gothic UI"/>
                <a:cs typeface="Yu Gothic UI"/>
              </a:rPr>
              <a:t>VM </a:t>
            </a:r>
            <a:r>
              <a:rPr sz="638" b="0" dirty="0" err="1">
                <a:solidFill>
                  <a:srgbClr val="667085"/>
                </a:solidFill>
                <a:latin typeface="Yu Gothic UI"/>
                <a:ea typeface="Yu Gothic UI"/>
                <a:cs typeface="Yu Gothic UI"/>
              </a:rPr>
              <a:t>名、リージョン、イメージ、サイズを入力する</a:t>
            </a:r>
            <a:endParaRPr sz="638" b="0" dirty="0">
              <a:solidFill>
                <a:srgbClr val="667085"/>
              </a:solidFill>
              <a:latin typeface="Yu Gothic UI"/>
              <a:ea typeface="Yu Gothic UI"/>
              <a:cs typeface="Yu Gothic UI"/>
            </a:endParaRPr>
          </a:p>
        </p:txBody>
      </p:sp>
      <p:sp>
        <p:nvSpPr>
          <p:cNvPr id="11" name="正方形/長方形 10">
            <a:extLst>
              <a:ext uri="{FF2B5EF4-FFF2-40B4-BE49-F238E27FC236}">
                <a16:creationId xmlns:a16="http://schemas.microsoft.com/office/drawing/2014/main" id="{AADDD6A1-74F4-FA81-2F61-18F237FD8395}"/>
              </a:ext>
            </a:extLst>
          </p:cNvPr>
          <p:cNvSpPr/>
          <p:nvPr/>
        </p:nvSpPr>
        <p:spPr>
          <a:xfrm>
            <a:off x="4189276" y="2713174"/>
            <a:ext cx="2132864" cy="15470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吹き出し 11">
            <a:extLst>
              <a:ext uri="{FF2B5EF4-FFF2-40B4-BE49-F238E27FC236}">
                <a16:creationId xmlns:a16="http://schemas.microsoft.com/office/drawing/2014/main" id="{8351566F-2162-7367-C845-24B89E49CE36}"/>
              </a:ext>
            </a:extLst>
          </p:cNvPr>
          <p:cNvSpPr/>
          <p:nvPr/>
        </p:nvSpPr>
        <p:spPr>
          <a:xfrm>
            <a:off x="904568" y="2359580"/>
            <a:ext cx="2310580" cy="434616"/>
          </a:xfrm>
          <a:prstGeom prst="wedgeRectCallout">
            <a:avLst>
              <a:gd name="adj1" fmla="val 86368"/>
              <a:gd name="adj2" fmla="val 5571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「トラステッド起動」を選択</a:t>
            </a:r>
          </a:p>
        </p:txBody>
      </p:sp>
      <p:sp>
        <p:nvSpPr>
          <p:cNvPr id="13" name="正方形/長方形 12">
            <a:extLst>
              <a:ext uri="{FF2B5EF4-FFF2-40B4-BE49-F238E27FC236}">
                <a16:creationId xmlns:a16="http://schemas.microsoft.com/office/drawing/2014/main" id="{3E592B37-051A-23E1-CE7E-019AAD6C4A49}"/>
              </a:ext>
            </a:extLst>
          </p:cNvPr>
          <p:cNvSpPr/>
          <p:nvPr/>
        </p:nvSpPr>
        <p:spPr>
          <a:xfrm>
            <a:off x="4189276" y="3598683"/>
            <a:ext cx="2132863" cy="182744"/>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C8756DAC-8BD8-0AA7-CB5A-2ED35B6E8DC3}"/>
              </a:ext>
            </a:extLst>
          </p:cNvPr>
          <p:cNvSpPr/>
          <p:nvPr/>
        </p:nvSpPr>
        <p:spPr>
          <a:xfrm>
            <a:off x="902350" y="3624543"/>
            <a:ext cx="2113936" cy="686299"/>
          </a:xfrm>
          <a:prstGeom prst="wedgeRectCallout">
            <a:avLst>
              <a:gd name="adj1" fmla="val 100986"/>
              <a:gd name="adj2" fmla="val -3628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講師指定の各自の</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VM SKU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16" name="正方形/長方形 15">
            <a:extLst>
              <a:ext uri="{FF2B5EF4-FFF2-40B4-BE49-F238E27FC236}">
                <a16:creationId xmlns:a16="http://schemas.microsoft.com/office/drawing/2014/main" id="{878B4C39-293D-4B73-B785-FD4F5EC1ED78}"/>
              </a:ext>
            </a:extLst>
          </p:cNvPr>
          <p:cNvSpPr/>
          <p:nvPr/>
        </p:nvSpPr>
        <p:spPr>
          <a:xfrm>
            <a:off x="4189276" y="4360917"/>
            <a:ext cx="490879" cy="16836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0DDE56AA-C7CA-707E-E843-BF4A3825684F}"/>
              </a:ext>
            </a:extLst>
          </p:cNvPr>
          <p:cNvSpPr/>
          <p:nvPr/>
        </p:nvSpPr>
        <p:spPr>
          <a:xfrm>
            <a:off x="902350" y="4940286"/>
            <a:ext cx="2113936" cy="447791"/>
          </a:xfrm>
          <a:prstGeom prst="wedgeRectCallout">
            <a:avLst>
              <a:gd name="adj1" fmla="val 100056"/>
              <a:gd name="adj2" fmla="val -14649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Password</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19" name="正方形/長方形 18">
            <a:extLst>
              <a:ext uri="{FF2B5EF4-FFF2-40B4-BE49-F238E27FC236}">
                <a16:creationId xmlns:a16="http://schemas.microsoft.com/office/drawing/2014/main" id="{983FD361-7068-5610-1C73-F803199D1DA7}"/>
              </a:ext>
            </a:extLst>
          </p:cNvPr>
          <p:cNvSpPr/>
          <p:nvPr/>
        </p:nvSpPr>
        <p:spPr>
          <a:xfrm>
            <a:off x="4189276" y="4880857"/>
            <a:ext cx="2132862" cy="16836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吹き出し 19">
            <a:extLst>
              <a:ext uri="{FF2B5EF4-FFF2-40B4-BE49-F238E27FC236}">
                <a16:creationId xmlns:a16="http://schemas.microsoft.com/office/drawing/2014/main" id="{014E48BC-601A-927B-A74B-0D6B833BE2CA}"/>
              </a:ext>
            </a:extLst>
          </p:cNvPr>
          <p:cNvSpPr/>
          <p:nvPr/>
        </p:nvSpPr>
        <p:spPr>
          <a:xfrm>
            <a:off x="7335601" y="2939845"/>
            <a:ext cx="2804161" cy="811161"/>
          </a:xfrm>
          <a:prstGeom prst="wedgeRectCallout">
            <a:avLst>
              <a:gd name="adj1" fmla="val -84939"/>
              <a:gd name="adj2" fmla="val 17332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Username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は任意のものを入力。デフォルトの「</a:t>
            </a:r>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azureuser</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」でも良い</a:t>
            </a:r>
          </a:p>
        </p:txBody>
      </p:sp>
      <p:sp>
        <p:nvSpPr>
          <p:cNvPr id="22" name="正方形/長方形 21">
            <a:extLst>
              <a:ext uri="{FF2B5EF4-FFF2-40B4-BE49-F238E27FC236}">
                <a16:creationId xmlns:a16="http://schemas.microsoft.com/office/drawing/2014/main" id="{7DA34F4D-9427-6154-6F2E-613DDE8AF92A}"/>
              </a:ext>
            </a:extLst>
          </p:cNvPr>
          <p:cNvSpPr/>
          <p:nvPr/>
        </p:nvSpPr>
        <p:spPr>
          <a:xfrm>
            <a:off x="4189276" y="2934900"/>
            <a:ext cx="2132864" cy="15470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吹き出し 22">
            <a:extLst>
              <a:ext uri="{FF2B5EF4-FFF2-40B4-BE49-F238E27FC236}">
                <a16:creationId xmlns:a16="http://schemas.microsoft.com/office/drawing/2014/main" id="{EE6A9CC6-FDE4-37B2-E7AB-6961B48CF758}"/>
              </a:ext>
            </a:extLst>
          </p:cNvPr>
          <p:cNvSpPr/>
          <p:nvPr/>
        </p:nvSpPr>
        <p:spPr>
          <a:xfrm>
            <a:off x="902350" y="2910808"/>
            <a:ext cx="2310580" cy="552449"/>
          </a:xfrm>
          <a:prstGeom prst="wedgeRectCallout">
            <a:avLst>
              <a:gd name="adj1" fmla="val 85942"/>
              <a:gd name="adj2" fmla="val -989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Ubuntu Server 24.04 LTS</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24" name="正方形/長方形 23">
            <a:extLst>
              <a:ext uri="{FF2B5EF4-FFF2-40B4-BE49-F238E27FC236}">
                <a16:creationId xmlns:a16="http://schemas.microsoft.com/office/drawing/2014/main" id="{FFDA96EE-2148-AFC1-3069-A0B03BD75A93}"/>
              </a:ext>
            </a:extLst>
          </p:cNvPr>
          <p:cNvSpPr/>
          <p:nvPr/>
        </p:nvSpPr>
        <p:spPr>
          <a:xfrm>
            <a:off x="4189276" y="5077500"/>
            <a:ext cx="2132862" cy="38984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吹き出し 24">
            <a:extLst>
              <a:ext uri="{FF2B5EF4-FFF2-40B4-BE49-F238E27FC236}">
                <a16:creationId xmlns:a16="http://schemas.microsoft.com/office/drawing/2014/main" id="{ECDF1957-E174-D732-57CA-F1D091BD6903}"/>
              </a:ext>
            </a:extLst>
          </p:cNvPr>
          <p:cNvSpPr/>
          <p:nvPr/>
        </p:nvSpPr>
        <p:spPr>
          <a:xfrm>
            <a:off x="7335601" y="4379514"/>
            <a:ext cx="2804161" cy="501343"/>
          </a:xfrm>
          <a:prstGeom prst="wedgeRectCallout">
            <a:avLst>
              <a:gd name="adj1" fmla="val -84939"/>
              <a:gd name="adj2" fmla="val 12036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任意のパスワードを入力</a:t>
            </a:r>
          </a:p>
        </p:txBody>
      </p:sp>
    </p:spTree>
    <p:extLst>
      <p:ext uri="{BB962C8B-B14F-4D97-AF65-F5344CB8AC3E}">
        <p14:creationId xmlns:p14="http://schemas.microsoft.com/office/powerpoint/2010/main" val="11346285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FC4437-3CFF-A3A4-98E8-C812C826BB35}"/>
            </a:ext>
          </a:extLst>
        </p:cNvPr>
        <p:cNvGrpSpPr/>
        <p:nvPr/>
      </p:nvGrpSpPr>
      <p:grpSpPr>
        <a:xfrm>
          <a:off x="0" y="0"/>
          <a:ext cx="0" cy="0"/>
          <a:chOff x="0" y="0"/>
          <a:chExt cx="0" cy="0"/>
        </a:xfrm>
      </p:grpSpPr>
      <p:sp>
        <p:nvSpPr>
          <p:cNvPr id="6" name="正方形/長方形 5">
            <a:extLst>
              <a:ext uri="{FF2B5EF4-FFF2-40B4-BE49-F238E27FC236}">
                <a16:creationId xmlns:a16="http://schemas.microsoft.com/office/drawing/2014/main" id="{5542BBD3-0F4B-BC33-8712-6CD5B1B0AD5A}"/>
              </a:ext>
            </a:extLst>
          </p:cNvPr>
          <p:cNvSpPr>
            <a:spLocks noGrp="1"/>
          </p:cNvSpPr>
          <p:nvPr/>
        </p:nvSpPr>
        <p:spPr>
          <a:xfrm>
            <a:off x="685800" y="1943100"/>
            <a:ext cx="10820400" cy="4158276"/>
          </a:xfrm>
          <a:prstGeom prst="rect">
            <a:avLst/>
          </a:prstGeom>
          <a:solidFill>
            <a:srgbClr val="FFFFFF"/>
          </a:solidFill>
          <a:ln w="9525">
            <a:solidFill>
              <a:srgbClr val="D0D5DD"/>
            </a:solidFill>
            <a:prstDash val="solid"/>
          </a:ln>
        </p:spPr>
        <p:txBody>
          <a:bodyPr/>
          <a:lstStyle/>
          <a:p>
            <a:endParaRPr lang="ja-JP" altLang="en-US"/>
          </a:p>
        </p:txBody>
      </p:sp>
      <p:sp>
        <p:nvSpPr>
          <p:cNvPr id="10" name="正方形/長方形 9">
            <a:extLst>
              <a:ext uri="{FF2B5EF4-FFF2-40B4-BE49-F238E27FC236}">
                <a16:creationId xmlns:a16="http://schemas.microsoft.com/office/drawing/2014/main" id="{F2138A0E-9DB5-8151-22FF-276954A565C5}"/>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dirty="0">
                <a:solidFill>
                  <a:srgbClr val="1F2937"/>
                </a:solidFill>
                <a:latin typeface="Meiryo UI"/>
                <a:ea typeface="Meiryo UI"/>
                <a:cs typeface="Meiryo UI"/>
              </a:rPr>
              <a:t>VM </a:t>
            </a:r>
            <a:r>
              <a:rPr sz="2100" b="1" dirty="0" err="1">
                <a:solidFill>
                  <a:srgbClr val="1F2937"/>
                </a:solidFill>
                <a:latin typeface="Meiryo UI"/>
                <a:ea typeface="Meiryo UI"/>
                <a:cs typeface="Meiryo UI"/>
              </a:rPr>
              <a:t>の基本情報を入力する</a:t>
            </a:r>
            <a:r>
              <a:rPr lang="en-US" sz="2100" b="1" dirty="0">
                <a:solidFill>
                  <a:srgbClr val="1F2937"/>
                </a:solidFill>
                <a:latin typeface="Meiryo UI"/>
                <a:ea typeface="Meiryo UI"/>
                <a:cs typeface="Meiryo UI"/>
              </a:rPr>
              <a:t> 3</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2BBDA823-6ED8-2B19-3782-F038E39355D7}"/>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871B173-E630-C509-ED07-832DF009116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D8104213-488F-8646-886E-20612ADBF7AC}"/>
              </a:ext>
            </a:extLst>
          </p:cNvPr>
          <p:cNvSpPr>
            <a:spLocks noGrp="1"/>
          </p:cNvSpPr>
          <p:nvPr/>
        </p:nvSpPr>
        <p:spPr>
          <a:xfrm>
            <a:off x="685800" y="1390650"/>
            <a:ext cx="10058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a:solidFill>
                  <a:srgbClr val="344054"/>
                </a:solidFill>
                <a:latin typeface="Yu Gothic UI"/>
                <a:ea typeface="Yu Gothic UI"/>
                <a:cs typeface="Yu Gothic UI"/>
              </a:rPr>
              <a:t>VM </a:t>
            </a:r>
            <a:r>
              <a:rPr sz="1110" b="0" dirty="0" err="1">
                <a:solidFill>
                  <a:srgbClr val="344054"/>
                </a:solidFill>
                <a:latin typeface="Yu Gothic UI"/>
                <a:ea typeface="Yu Gothic UI"/>
                <a:cs typeface="Yu Gothic UI"/>
              </a:rPr>
              <a:t>名、リージョン、OS</a:t>
            </a:r>
            <a:r>
              <a:rPr sz="1110" b="0" dirty="0">
                <a:solidFill>
                  <a:srgbClr val="344054"/>
                </a:solidFill>
                <a:latin typeface="Yu Gothic UI"/>
                <a:ea typeface="Yu Gothic UI"/>
                <a:cs typeface="Yu Gothic UI"/>
              </a:rPr>
              <a:t> </a:t>
            </a:r>
            <a:r>
              <a:rPr sz="1110" b="0" dirty="0" err="1">
                <a:solidFill>
                  <a:srgbClr val="344054"/>
                </a:solidFill>
                <a:latin typeface="Yu Gothic UI"/>
                <a:ea typeface="Yu Gothic UI"/>
                <a:cs typeface="Yu Gothic UI"/>
              </a:rPr>
              <a:t>イメージ、サイズを指定します。ここで選ぶ内容は、作成されるサーバの場所、OS、性能、コストに関係します</a:t>
            </a:r>
            <a:r>
              <a:rPr sz="1110" b="0" dirty="0">
                <a:solidFill>
                  <a:srgbClr val="344054"/>
                </a:solidFill>
                <a:latin typeface="Yu Gothic UI"/>
                <a:ea typeface="Yu Gothic UI"/>
                <a:cs typeface="Yu Gothic UI"/>
              </a:rPr>
              <a:t>。</a:t>
            </a:r>
          </a:p>
        </p:txBody>
      </p:sp>
      <p:pic>
        <p:nvPicPr>
          <p:cNvPr id="26" name="図 25">
            <a:extLst>
              <a:ext uri="{FF2B5EF4-FFF2-40B4-BE49-F238E27FC236}">
                <a16:creationId xmlns:a16="http://schemas.microsoft.com/office/drawing/2014/main" id="{FF02D4AA-4935-63CE-5425-A5DC1D359B85}"/>
              </a:ext>
            </a:extLst>
          </p:cNvPr>
          <p:cNvPicPr>
            <a:picLocks noChangeAspect="1"/>
          </p:cNvPicPr>
          <p:nvPr/>
        </p:nvPicPr>
        <p:blipFill>
          <a:blip r:embed="rId3"/>
          <a:stretch>
            <a:fillRect/>
          </a:stretch>
        </p:blipFill>
        <p:spPr>
          <a:xfrm>
            <a:off x="2937325" y="2033357"/>
            <a:ext cx="6317349" cy="3948343"/>
          </a:xfrm>
          <a:prstGeom prst="rect">
            <a:avLst/>
          </a:prstGeom>
        </p:spPr>
      </p:pic>
      <p:sp>
        <p:nvSpPr>
          <p:cNvPr id="27" name="正方形/長方形 26">
            <a:extLst>
              <a:ext uri="{FF2B5EF4-FFF2-40B4-BE49-F238E27FC236}">
                <a16:creationId xmlns:a16="http://schemas.microsoft.com/office/drawing/2014/main" id="{75DE5461-BA74-A18C-A3A0-8551639391B7}"/>
              </a:ext>
            </a:extLst>
          </p:cNvPr>
          <p:cNvSpPr/>
          <p:nvPr/>
        </p:nvSpPr>
        <p:spPr>
          <a:xfrm>
            <a:off x="2937324" y="5108924"/>
            <a:ext cx="3463475" cy="55982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吹き出し 27">
            <a:extLst>
              <a:ext uri="{FF2B5EF4-FFF2-40B4-BE49-F238E27FC236}">
                <a16:creationId xmlns:a16="http://schemas.microsoft.com/office/drawing/2014/main" id="{6556B534-1F0A-5919-83AC-C09E719B4732}"/>
              </a:ext>
            </a:extLst>
          </p:cNvPr>
          <p:cNvSpPr/>
          <p:nvPr/>
        </p:nvSpPr>
        <p:spPr>
          <a:xfrm>
            <a:off x="626745" y="4620999"/>
            <a:ext cx="2310580" cy="434616"/>
          </a:xfrm>
          <a:prstGeom prst="wedgeRectCallout">
            <a:avLst>
              <a:gd name="adj1" fmla="val 49772"/>
              <a:gd name="adj2" fmla="val 6476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パブリックアクセスで</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HTTP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と</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SSH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を許可する</a:t>
            </a:r>
          </a:p>
        </p:txBody>
      </p:sp>
      <p:sp>
        <p:nvSpPr>
          <p:cNvPr id="29" name="正方形/長方形 28">
            <a:extLst>
              <a:ext uri="{FF2B5EF4-FFF2-40B4-BE49-F238E27FC236}">
                <a16:creationId xmlns:a16="http://schemas.microsoft.com/office/drawing/2014/main" id="{779FFB3B-942B-F0C7-2017-121B40D6F13C}"/>
              </a:ext>
            </a:extLst>
          </p:cNvPr>
          <p:cNvSpPr/>
          <p:nvPr/>
        </p:nvSpPr>
        <p:spPr>
          <a:xfrm>
            <a:off x="3473183" y="5698026"/>
            <a:ext cx="656366" cy="21116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吹き出し 29">
            <a:extLst>
              <a:ext uri="{FF2B5EF4-FFF2-40B4-BE49-F238E27FC236}">
                <a16:creationId xmlns:a16="http://schemas.microsoft.com/office/drawing/2014/main" id="{CC0B2DC2-F6E6-B47B-60D6-FAC97E514275}"/>
              </a:ext>
            </a:extLst>
          </p:cNvPr>
          <p:cNvSpPr/>
          <p:nvPr/>
        </p:nvSpPr>
        <p:spPr>
          <a:xfrm>
            <a:off x="464513" y="5474571"/>
            <a:ext cx="2310580" cy="434616"/>
          </a:xfrm>
          <a:prstGeom prst="wedgeRectCallout">
            <a:avLst>
              <a:gd name="adj1" fmla="val 73176"/>
              <a:gd name="adj2" fmla="val 2630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ディスクを選択</a:t>
            </a:r>
          </a:p>
        </p:txBody>
      </p:sp>
    </p:spTree>
    <p:extLst>
      <p:ext uri="{BB962C8B-B14F-4D97-AF65-F5344CB8AC3E}">
        <p14:creationId xmlns:p14="http://schemas.microsoft.com/office/powerpoint/2010/main" val="1518755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B350604E-C2E9-4D9E-ACF6-FA41AB021AA3}"/>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ディスク設定を確認する</a:t>
            </a:r>
          </a:p>
        </p:txBody>
      </p:sp>
      <p:sp>
        <p:nvSpPr>
          <p:cNvPr id="2" name="正方形/長方形 1">
            <a:extLst>
              <a:ext uri="{FF2B5EF4-FFF2-40B4-BE49-F238E27FC236}">
                <a16:creationId xmlns:a16="http://schemas.microsoft.com/office/drawing/2014/main" id="{F20312D5-304D-41CE-BE74-99185B3859E0}"/>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24D1B22B-187C-46D3-A9E6-29AF9A1CD44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4FAD7C64-86CC-4F2C-A343-51CE1A1A1FBB}"/>
              </a:ext>
            </a:extLst>
          </p:cNvPr>
          <p:cNvSpPr>
            <a:spLocks noGrp="1"/>
          </p:cNvSpPr>
          <p:nvPr/>
        </p:nvSpPr>
        <p:spPr>
          <a:xfrm>
            <a:off x="685800" y="1390650"/>
            <a:ext cx="10141974"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本回では既定の</a:t>
            </a:r>
            <a:r>
              <a:rPr sz="1110" b="0" dirty="0">
                <a:solidFill>
                  <a:srgbClr val="344054"/>
                </a:solidFill>
                <a:latin typeface="Yu Gothic UI"/>
                <a:ea typeface="Yu Gothic UI"/>
                <a:cs typeface="Yu Gothic UI"/>
              </a:rPr>
              <a:t> OS </a:t>
            </a:r>
            <a:r>
              <a:rPr sz="1110" b="0" dirty="0" err="1">
                <a:solidFill>
                  <a:srgbClr val="344054"/>
                </a:solidFill>
                <a:latin typeface="Yu Gothic UI"/>
                <a:ea typeface="Yu Gothic UI"/>
                <a:cs typeface="Yu Gothic UI"/>
              </a:rPr>
              <a:t>ディスクを利用し、詳細なディスク設計には入りません。ただし、ディスクが課金対象であることは意識します</a:t>
            </a:r>
            <a:r>
              <a:rPr sz="1110" b="0" dirty="0">
                <a:solidFill>
                  <a:srgbClr val="344054"/>
                </a:solidFill>
                <a:latin typeface="Yu Gothic UI"/>
                <a:ea typeface="Yu Gothic UI"/>
                <a:cs typeface="Yu Gothic UI"/>
              </a:rPr>
              <a:t>。</a:t>
            </a:r>
          </a:p>
        </p:txBody>
      </p:sp>
      <p:sp>
        <p:nvSpPr>
          <p:cNvPr id="6" name="正方形/長方形 5">
            <a:extLst>
              <a:ext uri="{FF2B5EF4-FFF2-40B4-BE49-F238E27FC236}">
                <a16:creationId xmlns:a16="http://schemas.microsoft.com/office/drawing/2014/main" id="{A99E8095-D22B-41F0-8D80-5AC30F7842DC}"/>
              </a:ext>
            </a:extLst>
          </p:cNvPr>
          <p:cNvSpPr>
            <a:spLocks noGrp="1"/>
          </p:cNvSpPr>
          <p:nvPr/>
        </p:nvSpPr>
        <p:spPr>
          <a:xfrm>
            <a:off x="895350" y="4552950"/>
            <a:ext cx="4095750" cy="1428750"/>
          </a:xfrm>
          <a:prstGeom prst="rect">
            <a:avLst/>
          </a:prstGeom>
          <a:solidFill>
            <a:srgbClr val="FFFFFF"/>
          </a:solidFill>
          <a:ln w="9525">
            <a:solidFill>
              <a:srgbClr val="D0D5DD"/>
            </a:solidFill>
            <a:prstDash val="solid"/>
          </a:ln>
        </p:spPr>
        <p:txBody>
          <a:bodyPr/>
          <a:lstStyle/>
          <a:p>
            <a:endParaRPr lang="ja-JP" altLang="en-US" sz="2800"/>
          </a:p>
        </p:txBody>
      </p:sp>
      <p:sp>
        <p:nvSpPr>
          <p:cNvPr id="7" name="正方形/長方形 6">
            <a:extLst>
              <a:ext uri="{FF2B5EF4-FFF2-40B4-BE49-F238E27FC236}">
                <a16:creationId xmlns:a16="http://schemas.microsoft.com/office/drawing/2014/main" id="{4F256700-1AA4-4199-9FAB-062D09C7561A}"/>
              </a:ext>
            </a:extLst>
          </p:cNvPr>
          <p:cNvSpPr>
            <a:spLocks noGrp="1"/>
          </p:cNvSpPr>
          <p:nvPr/>
        </p:nvSpPr>
        <p:spPr>
          <a:xfrm>
            <a:off x="895350" y="4552950"/>
            <a:ext cx="76200" cy="1428750"/>
          </a:xfrm>
          <a:prstGeom prst="rect">
            <a:avLst/>
          </a:prstGeom>
          <a:solidFill>
            <a:srgbClr val="4472C4"/>
          </a:solidFill>
          <a:ln w="0">
            <a:solidFill>
              <a:srgbClr val="4472C4"/>
            </a:solidFill>
            <a:prstDash val="solid"/>
          </a:ln>
        </p:spPr>
        <p:txBody>
          <a:bodyPr/>
          <a:lstStyle/>
          <a:p>
            <a:endParaRPr lang="ja-JP" altLang="en-US" sz="2800"/>
          </a:p>
        </p:txBody>
      </p:sp>
      <p:sp>
        <p:nvSpPr>
          <p:cNvPr id="8" name="正方形/長方形 7">
            <a:extLst>
              <a:ext uri="{FF2B5EF4-FFF2-40B4-BE49-F238E27FC236}">
                <a16:creationId xmlns:a16="http://schemas.microsoft.com/office/drawing/2014/main" id="{B2A3F2ED-849F-4DFF-8542-5241E322B6DC}"/>
              </a:ext>
            </a:extLst>
          </p:cNvPr>
          <p:cNvSpPr>
            <a:spLocks noGrp="1"/>
          </p:cNvSpPr>
          <p:nvPr/>
        </p:nvSpPr>
        <p:spPr>
          <a:xfrm>
            <a:off x="1104900" y="4705350"/>
            <a:ext cx="36957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4472C4"/>
                </a:solidFill>
                <a:latin typeface="Yu Gothic UI"/>
                <a:ea typeface="Yu Gothic UI"/>
                <a:cs typeface="Yu Gothic UI"/>
              </a:defRPr>
            </a:pPr>
            <a:r>
              <a:rPr sz="1000" b="1">
                <a:solidFill>
                  <a:srgbClr val="4472C4"/>
                </a:solidFill>
                <a:latin typeface="Yu Gothic UI"/>
                <a:ea typeface="Yu Gothic UI"/>
                <a:cs typeface="Yu Gothic UI"/>
              </a:rPr>
              <a:t>見るポイント</a:t>
            </a:r>
          </a:p>
        </p:txBody>
      </p:sp>
      <p:sp>
        <p:nvSpPr>
          <p:cNvPr id="9" name="正方形/長方形 8">
            <a:extLst>
              <a:ext uri="{FF2B5EF4-FFF2-40B4-BE49-F238E27FC236}">
                <a16:creationId xmlns:a16="http://schemas.microsoft.com/office/drawing/2014/main" id="{7E3C988F-189A-4481-97DF-0CCC74936B74}"/>
              </a:ext>
            </a:extLst>
          </p:cNvPr>
          <p:cNvSpPr>
            <a:spLocks noGrp="1"/>
          </p:cNvSpPr>
          <p:nvPr/>
        </p:nvSpPr>
        <p:spPr>
          <a:xfrm>
            <a:off x="1104900" y="4953000"/>
            <a:ext cx="36957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b="1">
                <a:solidFill>
                  <a:srgbClr val="1F2937"/>
                </a:solidFill>
                <a:latin typeface="Meiryo UI"/>
                <a:ea typeface="Meiryo UI"/>
                <a:cs typeface="Meiryo UI"/>
              </a:rPr>
              <a:t>VM の中身はディスクに保存される</a:t>
            </a:r>
          </a:p>
        </p:txBody>
      </p:sp>
      <p:sp>
        <p:nvSpPr>
          <p:cNvPr id="10" name="正方形/長方形 9">
            <a:extLst>
              <a:ext uri="{FF2B5EF4-FFF2-40B4-BE49-F238E27FC236}">
                <a16:creationId xmlns:a16="http://schemas.microsoft.com/office/drawing/2014/main" id="{D684C05E-08F1-499D-AB31-974B61719197}"/>
              </a:ext>
            </a:extLst>
          </p:cNvPr>
          <p:cNvSpPr>
            <a:spLocks noGrp="1"/>
          </p:cNvSpPr>
          <p:nvPr/>
        </p:nvSpPr>
        <p:spPr>
          <a:xfrm>
            <a:off x="1104900" y="5353050"/>
            <a:ext cx="36957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70" b="0">
                <a:solidFill>
                  <a:srgbClr val="344054"/>
                </a:solidFill>
                <a:latin typeface="Yu Gothic UI"/>
                <a:ea typeface="Yu Gothic UI"/>
                <a:cs typeface="Yu Gothic UI"/>
              </a:defRPr>
            </a:pPr>
            <a:r>
              <a:rPr sz="1050" b="0">
                <a:solidFill>
                  <a:srgbClr val="344054"/>
                </a:solidFill>
                <a:latin typeface="Yu Gothic UI"/>
                <a:ea typeface="Yu Gothic UI"/>
                <a:cs typeface="Yu Gothic UI"/>
              </a:rPr>
              <a:t>VM を作ると OS ディスクも作られます。後で関連リソース一覧でも確認します。</a:t>
            </a:r>
          </a:p>
        </p:txBody>
      </p:sp>
      <p:sp>
        <p:nvSpPr>
          <p:cNvPr id="11" name="正方形/長方形 10">
            <a:extLst>
              <a:ext uri="{FF2B5EF4-FFF2-40B4-BE49-F238E27FC236}">
                <a16:creationId xmlns:a16="http://schemas.microsoft.com/office/drawing/2014/main" id="{01AC75F3-CE98-4BBF-B35B-6CA281750D41}"/>
              </a:ext>
            </a:extLst>
          </p:cNvPr>
          <p:cNvSpPr>
            <a:spLocks noGrp="1"/>
          </p:cNvSpPr>
          <p:nvPr/>
        </p:nvSpPr>
        <p:spPr>
          <a:xfrm>
            <a:off x="5505450" y="209550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a:stretch/>
        </p:blipFill>
        <p:spPr>
          <a:xfrm>
            <a:off x="5814060" y="2228850"/>
            <a:ext cx="5364480" cy="3352800"/>
          </a:xfrm>
          <a:prstGeom prst="rect">
            <a:avLst/>
          </a:prstGeom>
        </p:spPr>
      </p:pic>
      <p:sp>
        <p:nvSpPr>
          <p:cNvPr id="13" name="正方形/長方形 12">
            <a:extLst>
              <a:ext uri="{FF2B5EF4-FFF2-40B4-BE49-F238E27FC236}">
                <a16:creationId xmlns:a16="http://schemas.microsoft.com/office/drawing/2014/main" id="{CDEC9D68-9338-46DB-A72F-5E7045F98D2C}"/>
              </a:ext>
            </a:extLst>
          </p:cNvPr>
          <p:cNvSpPr>
            <a:spLocks noGrp="1"/>
          </p:cNvSpPr>
          <p:nvPr/>
        </p:nvSpPr>
        <p:spPr>
          <a:xfrm>
            <a:off x="5695950" y="56388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OS ディスク設定を確認する</a:t>
            </a:r>
          </a:p>
        </p:txBody>
      </p:sp>
      <p:sp>
        <p:nvSpPr>
          <p:cNvPr id="16" name="正方形/長方形 15">
            <a:extLst>
              <a:ext uri="{FF2B5EF4-FFF2-40B4-BE49-F238E27FC236}">
                <a16:creationId xmlns:a16="http://schemas.microsoft.com/office/drawing/2014/main" id="{258F6AD2-1222-5DF5-38B4-6727661DE7EB}"/>
              </a:ext>
            </a:extLst>
          </p:cNvPr>
          <p:cNvSpPr/>
          <p:nvPr/>
        </p:nvSpPr>
        <p:spPr>
          <a:xfrm>
            <a:off x="6764562" y="3968237"/>
            <a:ext cx="1946819" cy="21047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3E6CE65C-8226-4841-4FF0-D78561049A98}"/>
              </a:ext>
            </a:extLst>
          </p:cNvPr>
          <p:cNvSpPr/>
          <p:nvPr/>
        </p:nvSpPr>
        <p:spPr>
          <a:xfrm>
            <a:off x="6764562" y="4178710"/>
            <a:ext cx="1946819" cy="21047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20D7F158-CC72-F303-E789-A0E961518CDB}"/>
              </a:ext>
            </a:extLst>
          </p:cNvPr>
          <p:cNvSpPr/>
          <p:nvPr/>
        </p:nvSpPr>
        <p:spPr>
          <a:xfrm>
            <a:off x="3736258" y="3087329"/>
            <a:ext cx="2879622" cy="807782"/>
          </a:xfrm>
          <a:prstGeom prst="wedgeRectCallout">
            <a:avLst>
              <a:gd name="adj1" fmla="val 49772"/>
              <a:gd name="adj2" fmla="val 6476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Ubuntu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の場合、小さめのサイズが設定される</a:t>
            </a:r>
          </a:p>
        </p:txBody>
      </p:sp>
      <p:sp>
        <p:nvSpPr>
          <p:cNvPr id="19" name="四角形吹き出し 18">
            <a:extLst>
              <a:ext uri="{FF2B5EF4-FFF2-40B4-BE49-F238E27FC236}">
                <a16:creationId xmlns:a16="http://schemas.microsoft.com/office/drawing/2014/main" id="{F59BE0B5-9206-9A7A-1435-043717D91E15}"/>
              </a:ext>
            </a:extLst>
          </p:cNvPr>
          <p:cNvSpPr/>
          <p:nvPr/>
        </p:nvSpPr>
        <p:spPr>
          <a:xfrm>
            <a:off x="8453223" y="4491959"/>
            <a:ext cx="2879622" cy="807782"/>
          </a:xfrm>
          <a:prstGeom prst="wedgeRectCallout">
            <a:avLst>
              <a:gd name="adj1" fmla="val -58124"/>
              <a:gd name="adj2" fmla="val -4600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デフォルトでは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Premium SSD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が選択される</a:t>
            </a:r>
          </a:p>
        </p:txBody>
      </p:sp>
      <p:sp>
        <p:nvSpPr>
          <p:cNvPr id="20" name="正方形/長方形 19">
            <a:extLst>
              <a:ext uri="{FF2B5EF4-FFF2-40B4-BE49-F238E27FC236}">
                <a16:creationId xmlns:a16="http://schemas.microsoft.com/office/drawing/2014/main" id="{0429980A-8643-F2AE-7ADA-3201A66FAF34}"/>
              </a:ext>
            </a:extLst>
          </p:cNvPr>
          <p:cNvSpPr/>
          <p:nvPr/>
        </p:nvSpPr>
        <p:spPr>
          <a:xfrm>
            <a:off x="6248370" y="5353050"/>
            <a:ext cx="722702" cy="17475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1B0A9823-D184-309A-F2D1-DF6B622B5CA8}"/>
              </a:ext>
            </a:extLst>
          </p:cNvPr>
          <p:cNvSpPr/>
          <p:nvPr/>
        </p:nvSpPr>
        <p:spPr>
          <a:xfrm>
            <a:off x="7262967" y="5600700"/>
            <a:ext cx="2879622" cy="807782"/>
          </a:xfrm>
          <a:prstGeom prst="wedgeRectCallout">
            <a:avLst>
              <a:gd name="adj1" fmla="val -58124"/>
              <a:gd name="adj2" fmla="val -4600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ネットワークを選択</a:t>
            </a:r>
          </a:p>
        </p:txBody>
      </p:sp>
    </p:spTree>
    <p:extLst>
      <p:ext uri="{BB962C8B-B14F-4D97-AF65-F5344CB8AC3E}">
        <p14:creationId xmlns:p14="http://schemas.microsoft.com/office/powerpoint/2010/main" val="11860771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74950326-A8B9-CDB4-FC63-DEBF5026BA20}"/>
              </a:ext>
            </a:extLst>
          </p:cNvPr>
          <p:cNvSpPr>
            <a:spLocks noGrp="1"/>
          </p:cNvSpPr>
          <p:nvPr/>
        </p:nvSpPr>
        <p:spPr>
          <a:xfrm>
            <a:off x="685800" y="1943100"/>
            <a:ext cx="10820400" cy="4158276"/>
          </a:xfrm>
          <a:prstGeom prst="rect">
            <a:avLst/>
          </a:prstGeom>
          <a:solidFill>
            <a:srgbClr val="FFFFFF"/>
          </a:solidFill>
          <a:ln w="9525">
            <a:solidFill>
              <a:srgbClr val="D0D5DD"/>
            </a:solidFill>
            <a:prstDash val="solid"/>
          </a:ln>
        </p:spPr>
        <p:txBody>
          <a:bodyPr/>
          <a:lstStyle/>
          <a:p>
            <a:endParaRPr lang="ja-JP" altLang="en-US"/>
          </a:p>
        </p:txBody>
      </p:sp>
      <p:sp>
        <p:nvSpPr>
          <p:cNvPr id="9" name="正方形/長方形 8">
            <a:extLst>
              <a:ext uri="{FF2B5EF4-FFF2-40B4-BE49-F238E27FC236}">
                <a16:creationId xmlns:a16="http://schemas.microsoft.com/office/drawing/2014/main" id="{E9A32FF1-D372-4A86-B2F0-DFA1622C799C}"/>
              </a:ext>
            </a:extLst>
          </p:cNvPr>
          <p:cNvSpPr>
            <a:spLocks noGrp="1"/>
          </p:cNvSpPr>
          <p:nvPr/>
        </p:nvSpPr>
        <p:spPr>
          <a:xfrm>
            <a:off x="5524500" y="52197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ネットワーク設定を確認する</a:t>
            </a:r>
          </a:p>
        </p:txBody>
      </p:sp>
      <p:sp>
        <p:nvSpPr>
          <p:cNvPr id="11" name="正方形/長方形 10">
            <a:extLst>
              <a:ext uri="{FF2B5EF4-FFF2-40B4-BE49-F238E27FC236}">
                <a16:creationId xmlns:a16="http://schemas.microsoft.com/office/drawing/2014/main" id="{B8602024-68C3-441B-9275-30C16BD455D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ネットワーク設定を確認する</a:t>
            </a:r>
          </a:p>
        </p:txBody>
      </p:sp>
      <p:sp>
        <p:nvSpPr>
          <p:cNvPr id="2" name="正方形/長方形 1">
            <a:extLst>
              <a:ext uri="{FF2B5EF4-FFF2-40B4-BE49-F238E27FC236}">
                <a16:creationId xmlns:a16="http://schemas.microsoft.com/office/drawing/2014/main" id="{91EB2033-7FAB-48A6-97A7-7D2C7708BD4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44F29AD9-38DD-40D4-9685-E3876E2B20E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3FA0580E-22DF-4257-AA88-6B79B03C87EC}"/>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Portal は VM に必要な VNet、サブネット、NIC、Public IP、NSG をあわせて作成します。ここで Web サーバ公開の入口が決まります。</a:t>
            </a:r>
          </a:p>
        </p:txBody>
      </p:sp>
      <p:sp>
        <p:nvSpPr>
          <p:cNvPr id="6" name="正方形/長方形 5">
            <a:extLst>
              <a:ext uri="{FF2B5EF4-FFF2-40B4-BE49-F238E27FC236}">
                <a16:creationId xmlns:a16="http://schemas.microsoft.com/office/drawing/2014/main" id="{C0F59C86-D6C5-4DCF-8E1B-CBEB028A5DEF}"/>
              </a:ext>
            </a:extLst>
          </p:cNvPr>
          <p:cNvSpPr>
            <a:spLocks noGrp="1"/>
          </p:cNvSpPr>
          <p:nvPr/>
        </p:nvSpPr>
        <p:spPr>
          <a:xfrm>
            <a:off x="9562840" y="3924300"/>
            <a:ext cx="2462986" cy="1428750"/>
          </a:xfrm>
          <a:prstGeom prst="rect">
            <a:avLst/>
          </a:prstGeom>
          <a:solidFill>
            <a:srgbClr val="000000">
              <a:alpha val="0"/>
            </a:srgbClr>
          </a:solidFill>
          <a:ln w="0">
            <a:solidFill>
              <a:srgbClr val="000000">
                <a:alpha val="0"/>
              </a:srgbClr>
            </a:solidFill>
            <a:prstDash val="solid"/>
          </a:ln>
        </p:spPr>
        <p:txBody>
          <a:bodyPr lIns="38100" tIns="38100" rIns="38100" bIns="38100" anchor="t"/>
          <a:lstStyle/>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Public IP が作成されることを確認します。</a:t>
            </a:r>
          </a:p>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NSG の受信ルールが HTTP とつながることを意識します。</a:t>
            </a:r>
          </a:p>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VNet とサブネットは VM の配置先です。</a:t>
            </a:r>
          </a:p>
        </p:txBody>
      </p:sp>
      <p:pic>
        <p:nvPicPr>
          <p:cNvPr id="12" name="図 11">
            <a:extLst>
              <a:ext uri="{FF2B5EF4-FFF2-40B4-BE49-F238E27FC236}">
                <a16:creationId xmlns:a16="http://schemas.microsoft.com/office/drawing/2014/main" id="{623AE905-BDF5-D658-8C84-EEC5EE13A2FB}"/>
              </a:ext>
            </a:extLst>
          </p:cNvPr>
          <p:cNvPicPr>
            <a:picLocks noChangeAspect="1"/>
          </p:cNvPicPr>
          <p:nvPr/>
        </p:nvPicPr>
        <p:blipFill>
          <a:blip r:embed="rId3"/>
          <a:stretch>
            <a:fillRect/>
          </a:stretch>
        </p:blipFill>
        <p:spPr>
          <a:xfrm>
            <a:off x="3262826" y="2119312"/>
            <a:ext cx="6185974" cy="3866234"/>
          </a:xfrm>
          <a:prstGeom prst="rect">
            <a:avLst/>
          </a:prstGeom>
        </p:spPr>
      </p:pic>
      <p:sp>
        <p:nvSpPr>
          <p:cNvPr id="14" name="正方形/長方形 13">
            <a:extLst>
              <a:ext uri="{FF2B5EF4-FFF2-40B4-BE49-F238E27FC236}">
                <a16:creationId xmlns:a16="http://schemas.microsoft.com/office/drawing/2014/main" id="{77F8D7DB-E137-C82F-F62E-A4CE94B7A67E}"/>
              </a:ext>
            </a:extLst>
          </p:cNvPr>
          <p:cNvSpPr/>
          <p:nvPr/>
        </p:nvSpPr>
        <p:spPr>
          <a:xfrm>
            <a:off x="4222949" y="3504048"/>
            <a:ext cx="2462986" cy="667902"/>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884DEED6-5CEA-121C-0898-E5D3B63F4DE7}"/>
              </a:ext>
            </a:extLst>
          </p:cNvPr>
          <p:cNvSpPr/>
          <p:nvPr/>
        </p:nvSpPr>
        <p:spPr>
          <a:xfrm>
            <a:off x="819023" y="2495550"/>
            <a:ext cx="2310580" cy="1015334"/>
          </a:xfrm>
          <a:prstGeom prst="wedgeRectCallout">
            <a:avLst>
              <a:gd name="adj1" fmla="val 86368"/>
              <a:gd name="adj2" fmla="val 5571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仮想ネットワーク、サブネット、</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Public IP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(new)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と書かれた自動で作成される新規リソースをそのまま利用する</a:t>
            </a:r>
          </a:p>
        </p:txBody>
      </p:sp>
      <p:sp>
        <p:nvSpPr>
          <p:cNvPr id="16" name="正方形/長方形 15">
            <a:extLst>
              <a:ext uri="{FF2B5EF4-FFF2-40B4-BE49-F238E27FC236}">
                <a16:creationId xmlns:a16="http://schemas.microsoft.com/office/drawing/2014/main" id="{392AB672-D6D8-AAEA-E7AF-21A2643E0315}"/>
              </a:ext>
            </a:extLst>
          </p:cNvPr>
          <p:cNvSpPr/>
          <p:nvPr/>
        </p:nvSpPr>
        <p:spPr>
          <a:xfrm>
            <a:off x="4222949" y="4270773"/>
            <a:ext cx="2462986" cy="33395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504EA64B-071E-A992-448A-E9DB09A88D23}"/>
              </a:ext>
            </a:extLst>
          </p:cNvPr>
          <p:cNvSpPr/>
          <p:nvPr/>
        </p:nvSpPr>
        <p:spPr>
          <a:xfrm>
            <a:off x="819023" y="3664283"/>
            <a:ext cx="2310580" cy="399051"/>
          </a:xfrm>
          <a:prstGeom prst="wedgeRectCallout">
            <a:avLst>
              <a:gd name="adj1" fmla="val 89772"/>
              <a:gd name="adj2" fmla="val 10066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NIC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NSG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Basic</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p>
        </p:txBody>
      </p:sp>
      <p:sp>
        <p:nvSpPr>
          <p:cNvPr id="19" name="四角形吹き出し 18">
            <a:extLst>
              <a:ext uri="{FF2B5EF4-FFF2-40B4-BE49-F238E27FC236}">
                <a16:creationId xmlns:a16="http://schemas.microsoft.com/office/drawing/2014/main" id="{FAA68399-6EEB-C055-FF3F-7965DC5A6863}"/>
              </a:ext>
            </a:extLst>
          </p:cNvPr>
          <p:cNvSpPr/>
          <p:nvPr/>
        </p:nvSpPr>
        <p:spPr>
          <a:xfrm>
            <a:off x="819023" y="4392945"/>
            <a:ext cx="2310580" cy="399051"/>
          </a:xfrm>
          <a:prstGeom prst="wedgeRectCallout">
            <a:avLst>
              <a:gd name="adj1" fmla="val 92325"/>
              <a:gd name="adj2" fmla="val 6863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パブリックインバウンドポートは選択したポートを許可</a:t>
            </a:r>
          </a:p>
        </p:txBody>
      </p:sp>
      <p:sp>
        <p:nvSpPr>
          <p:cNvPr id="20" name="正方形/長方形 19">
            <a:extLst>
              <a:ext uri="{FF2B5EF4-FFF2-40B4-BE49-F238E27FC236}">
                <a16:creationId xmlns:a16="http://schemas.microsoft.com/office/drawing/2014/main" id="{76C3BEBA-7C28-556D-BA7E-A20BE2CBA026}"/>
              </a:ext>
            </a:extLst>
          </p:cNvPr>
          <p:cNvSpPr/>
          <p:nvPr/>
        </p:nvSpPr>
        <p:spPr>
          <a:xfrm>
            <a:off x="4222949" y="4780935"/>
            <a:ext cx="2462986" cy="119677"/>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207B46F6-83A6-23B3-BF36-8593616CFC92}"/>
              </a:ext>
            </a:extLst>
          </p:cNvPr>
          <p:cNvSpPr/>
          <p:nvPr/>
        </p:nvSpPr>
        <p:spPr>
          <a:xfrm>
            <a:off x="4222949" y="4983649"/>
            <a:ext cx="2462986" cy="119677"/>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吹き出し 21">
            <a:extLst>
              <a:ext uri="{FF2B5EF4-FFF2-40B4-BE49-F238E27FC236}">
                <a16:creationId xmlns:a16="http://schemas.microsoft.com/office/drawing/2014/main" id="{9ACA3D38-2EEC-7E89-7002-609F56DCAEF5}"/>
              </a:ext>
            </a:extLst>
          </p:cNvPr>
          <p:cNvSpPr/>
          <p:nvPr/>
        </p:nvSpPr>
        <p:spPr>
          <a:xfrm>
            <a:off x="819023" y="5047634"/>
            <a:ext cx="2310580" cy="399051"/>
          </a:xfrm>
          <a:prstGeom prst="wedgeRectCallout">
            <a:avLst>
              <a:gd name="adj1" fmla="val 93602"/>
              <a:gd name="adj2" fmla="val -2992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HTTP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と</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SSH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が許可されていることを確認する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3" name="正方形/長方形 22">
            <a:extLst>
              <a:ext uri="{FF2B5EF4-FFF2-40B4-BE49-F238E27FC236}">
                <a16:creationId xmlns:a16="http://schemas.microsoft.com/office/drawing/2014/main" id="{1B37750F-01BD-0E4F-0698-CA53A72883C6}"/>
              </a:ext>
            </a:extLst>
          </p:cNvPr>
          <p:cNvSpPr/>
          <p:nvPr/>
        </p:nvSpPr>
        <p:spPr>
          <a:xfrm>
            <a:off x="3783570" y="5745650"/>
            <a:ext cx="798262" cy="11967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吹き出し 23">
            <a:extLst>
              <a:ext uri="{FF2B5EF4-FFF2-40B4-BE49-F238E27FC236}">
                <a16:creationId xmlns:a16="http://schemas.microsoft.com/office/drawing/2014/main" id="{D5EABFA6-24EB-FE5B-E6E9-9ED7894A67E6}"/>
              </a:ext>
            </a:extLst>
          </p:cNvPr>
          <p:cNvSpPr/>
          <p:nvPr/>
        </p:nvSpPr>
        <p:spPr>
          <a:xfrm>
            <a:off x="819023" y="5758855"/>
            <a:ext cx="2310580" cy="399051"/>
          </a:xfrm>
          <a:prstGeom prst="wedgeRectCallout">
            <a:avLst>
              <a:gd name="adj1" fmla="val 74028"/>
              <a:gd name="adj2" fmla="val -2253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01D61-B82D-D32B-ED07-9700A6979C8E}"/>
            </a:ext>
          </a:extLst>
        </p:cNvPr>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1F6BF0EA-3E1C-DEE0-20DD-FECD80729E5A}"/>
              </a:ext>
            </a:extLst>
          </p:cNvPr>
          <p:cNvSpPr>
            <a:spLocks noGrp="1"/>
          </p:cNvSpPr>
          <p:nvPr/>
        </p:nvSpPr>
        <p:spPr>
          <a:xfrm>
            <a:off x="685800" y="1943100"/>
            <a:ext cx="10820400" cy="4158276"/>
          </a:xfrm>
          <a:prstGeom prst="rect">
            <a:avLst/>
          </a:prstGeom>
          <a:solidFill>
            <a:srgbClr val="FFFFFF"/>
          </a:solidFill>
          <a:ln w="9525">
            <a:solidFill>
              <a:srgbClr val="D0D5DD"/>
            </a:solidFill>
            <a:prstDash val="solid"/>
          </a:ln>
        </p:spPr>
        <p:txBody>
          <a:bodyPr/>
          <a:lstStyle/>
          <a:p>
            <a:endParaRPr lang="ja-JP" altLang="en-US"/>
          </a:p>
        </p:txBody>
      </p:sp>
      <p:sp>
        <p:nvSpPr>
          <p:cNvPr id="11" name="正方形/長方形 10">
            <a:extLst>
              <a:ext uri="{FF2B5EF4-FFF2-40B4-BE49-F238E27FC236}">
                <a16:creationId xmlns:a16="http://schemas.microsoft.com/office/drawing/2014/main" id="{115E1D80-EAFE-44A0-8677-79079859C76F}"/>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ja-JP" altLang="en-US" sz="2100" b="1">
                <a:solidFill>
                  <a:srgbClr val="1F2937"/>
                </a:solidFill>
                <a:latin typeface="Meiryo UI"/>
                <a:ea typeface="Meiryo UI"/>
                <a:cs typeface="Meiryo UI"/>
              </a:rPr>
              <a:t>管理と監視の画面はスキップ</a:t>
            </a:r>
            <a:endParaRPr lang="en-US" altLang="ja-JP"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5EAF5947-281B-CD6E-6BB7-3860E2F55C70}"/>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8B8460E7-93CE-4A8A-8B97-359D5DF6C3D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76F651AE-A308-7BC3-088E-FCF3719CCE87}"/>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lang="ja-JP" altLang="en-US" sz="1110" b="0">
                <a:solidFill>
                  <a:srgbClr val="344054"/>
                </a:solidFill>
                <a:latin typeface="Yu Gothic UI"/>
                <a:ea typeface="Yu Gothic UI"/>
                <a:cs typeface="Yu Gothic UI"/>
              </a:rPr>
              <a:t>管理と監視の画面はスキップします。</a:t>
            </a:r>
            <a:endParaRPr sz="1110" b="0" dirty="0">
              <a:solidFill>
                <a:srgbClr val="344054"/>
              </a:solidFill>
              <a:latin typeface="Yu Gothic UI"/>
              <a:ea typeface="Yu Gothic UI"/>
              <a:cs typeface="Yu Gothic UI"/>
            </a:endParaRPr>
          </a:p>
        </p:txBody>
      </p:sp>
      <p:pic>
        <p:nvPicPr>
          <p:cNvPr id="3" name="図 2">
            <a:extLst>
              <a:ext uri="{FF2B5EF4-FFF2-40B4-BE49-F238E27FC236}">
                <a16:creationId xmlns:a16="http://schemas.microsoft.com/office/drawing/2014/main" id="{F03D6C4E-91C9-9729-1455-708E182930B9}"/>
              </a:ext>
            </a:extLst>
          </p:cNvPr>
          <p:cNvPicPr>
            <a:picLocks noChangeAspect="1"/>
          </p:cNvPicPr>
          <p:nvPr/>
        </p:nvPicPr>
        <p:blipFill>
          <a:blip r:embed="rId3"/>
          <a:stretch>
            <a:fillRect/>
          </a:stretch>
        </p:blipFill>
        <p:spPr>
          <a:xfrm>
            <a:off x="778715" y="2066925"/>
            <a:ext cx="5250917" cy="3281823"/>
          </a:xfrm>
          <a:prstGeom prst="rect">
            <a:avLst/>
          </a:prstGeom>
        </p:spPr>
      </p:pic>
      <p:pic>
        <p:nvPicPr>
          <p:cNvPr id="7" name="図 6">
            <a:extLst>
              <a:ext uri="{FF2B5EF4-FFF2-40B4-BE49-F238E27FC236}">
                <a16:creationId xmlns:a16="http://schemas.microsoft.com/office/drawing/2014/main" id="{EDCFD073-4630-4863-CBAB-213819F39B4F}"/>
              </a:ext>
            </a:extLst>
          </p:cNvPr>
          <p:cNvPicPr>
            <a:picLocks noChangeAspect="1"/>
          </p:cNvPicPr>
          <p:nvPr/>
        </p:nvPicPr>
        <p:blipFill>
          <a:blip r:embed="rId4"/>
          <a:stretch>
            <a:fillRect/>
          </a:stretch>
        </p:blipFill>
        <p:spPr>
          <a:xfrm>
            <a:off x="6200470" y="2117468"/>
            <a:ext cx="4963569" cy="3102231"/>
          </a:xfrm>
          <a:prstGeom prst="rect">
            <a:avLst/>
          </a:prstGeom>
        </p:spPr>
      </p:pic>
      <p:sp>
        <p:nvSpPr>
          <p:cNvPr id="8" name="正方形/長方形 7">
            <a:extLst>
              <a:ext uri="{FF2B5EF4-FFF2-40B4-BE49-F238E27FC236}">
                <a16:creationId xmlns:a16="http://schemas.microsoft.com/office/drawing/2014/main" id="{67B8D8B5-2A11-3C54-20F7-D74A751AF5F7}"/>
              </a:ext>
            </a:extLst>
          </p:cNvPr>
          <p:cNvSpPr/>
          <p:nvPr/>
        </p:nvSpPr>
        <p:spPr>
          <a:xfrm>
            <a:off x="1207518" y="5125255"/>
            <a:ext cx="640947" cy="18888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203466ED-CBC8-2602-C8AF-ABE442F528F5}"/>
              </a:ext>
            </a:extLst>
          </p:cNvPr>
          <p:cNvSpPr/>
          <p:nvPr/>
        </p:nvSpPr>
        <p:spPr>
          <a:xfrm>
            <a:off x="6590679" y="5001315"/>
            <a:ext cx="640947" cy="18888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5B000A85-6508-F512-E86B-5D24145BEDA3}"/>
              </a:ext>
            </a:extLst>
          </p:cNvPr>
          <p:cNvSpPr/>
          <p:nvPr/>
        </p:nvSpPr>
        <p:spPr>
          <a:xfrm>
            <a:off x="1296008" y="5458324"/>
            <a:ext cx="1368534" cy="399051"/>
          </a:xfrm>
          <a:prstGeom prst="wedgeRectCallout">
            <a:avLst>
              <a:gd name="adj1" fmla="val -39164"/>
              <a:gd name="adj2" fmla="val -6688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監視を選択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5" name="四角形吹き出し 24">
            <a:extLst>
              <a:ext uri="{FF2B5EF4-FFF2-40B4-BE49-F238E27FC236}">
                <a16:creationId xmlns:a16="http://schemas.microsoft.com/office/drawing/2014/main" id="{8033E86E-C769-09C8-5AC4-854D3C331F29}"/>
              </a:ext>
            </a:extLst>
          </p:cNvPr>
          <p:cNvSpPr/>
          <p:nvPr/>
        </p:nvSpPr>
        <p:spPr>
          <a:xfrm>
            <a:off x="6590679" y="5437697"/>
            <a:ext cx="1520934" cy="399051"/>
          </a:xfrm>
          <a:prstGeom prst="wedgeRectCallout">
            <a:avLst>
              <a:gd name="adj1" fmla="val -34853"/>
              <a:gd name="adj2" fmla="val -8166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Advanced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383201634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18A482AC-A6C0-40BA-BD87-1C4C7D539F2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カスタムデータを設定する</a:t>
            </a:r>
          </a:p>
        </p:txBody>
      </p:sp>
      <p:sp>
        <p:nvSpPr>
          <p:cNvPr id="2" name="正方形/長方形 1">
            <a:extLst>
              <a:ext uri="{FF2B5EF4-FFF2-40B4-BE49-F238E27FC236}">
                <a16:creationId xmlns:a16="http://schemas.microsoft.com/office/drawing/2014/main" id="{24019F0B-C8E9-494F-ACA8-AC4BEA013AF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EE284284-574A-429D-A92F-396A537D9CE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D982F5D5-EE7E-4F7F-B6DC-CE068860F11A}"/>
              </a:ext>
            </a:extLst>
          </p:cNvPr>
          <p:cNvSpPr>
            <a:spLocks noGrp="1"/>
          </p:cNvSpPr>
          <p:nvPr/>
        </p:nvSpPr>
        <p:spPr>
          <a:xfrm>
            <a:off x="685800" y="13906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a:solidFill>
                  <a:srgbClr val="344054"/>
                </a:solidFill>
                <a:latin typeface="Yu Gothic UI"/>
                <a:ea typeface="Yu Gothic UI"/>
                <a:cs typeface="Yu Gothic UI"/>
              </a:rPr>
              <a:t>VM </a:t>
            </a:r>
            <a:r>
              <a:rPr sz="1110" b="0" dirty="0" err="1">
                <a:solidFill>
                  <a:srgbClr val="344054"/>
                </a:solidFill>
                <a:latin typeface="Yu Gothic UI"/>
                <a:ea typeface="Yu Gothic UI"/>
                <a:cs typeface="Yu Gothic UI"/>
              </a:rPr>
              <a:t>起動時の</a:t>
            </a:r>
            <a:r>
              <a:rPr sz="1110" b="0" dirty="0">
                <a:solidFill>
                  <a:srgbClr val="344054"/>
                </a:solidFill>
                <a:latin typeface="Yu Gothic UI"/>
                <a:ea typeface="Yu Gothic UI"/>
                <a:cs typeface="Yu Gothic UI"/>
              </a:rPr>
              <a:t> </a:t>
            </a:r>
            <a:r>
              <a:rPr lang="en-US" sz="1110" b="0" dirty="0">
                <a:solidFill>
                  <a:srgbClr val="344054"/>
                </a:solidFill>
                <a:latin typeface="Yu Gothic UI"/>
                <a:ea typeface="Yu Gothic UI"/>
                <a:cs typeface="Yu Gothic UI"/>
              </a:rPr>
              <a:t>Custom Script</a:t>
            </a:r>
            <a:r>
              <a:rPr sz="1110" b="0" dirty="0">
                <a:solidFill>
                  <a:srgbClr val="344054"/>
                </a:solidFill>
                <a:latin typeface="Yu Gothic UI"/>
                <a:ea typeface="Yu Gothic UI"/>
                <a:cs typeface="Yu Gothic UI"/>
              </a:rPr>
              <a:t> </a:t>
            </a:r>
            <a:r>
              <a:rPr sz="1110" b="0" dirty="0" err="1">
                <a:solidFill>
                  <a:srgbClr val="344054"/>
                </a:solidFill>
                <a:latin typeface="Yu Gothic UI"/>
                <a:ea typeface="Yu Gothic UI"/>
                <a:cs typeface="Yu Gothic UI"/>
              </a:rPr>
              <a:t>で</a:t>
            </a:r>
            <a:r>
              <a:rPr sz="1110" b="0" dirty="0">
                <a:solidFill>
                  <a:srgbClr val="344054"/>
                </a:solidFill>
                <a:latin typeface="Yu Gothic UI"/>
                <a:ea typeface="Yu Gothic UI"/>
                <a:cs typeface="Yu Gothic UI"/>
              </a:rPr>
              <a:t> NGINX </a:t>
            </a:r>
            <a:r>
              <a:rPr sz="1110" b="0" dirty="0" err="1">
                <a:solidFill>
                  <a:srgbClr val="344054"/>
                </a:solidFill>
                <a:latin typeface="Yu Gothic UI"/>
                <a:ea typeface="Yu Gothic UI"/>
                <a:cs typeface="Yu Gothic UI"/>
              </a:rPr>
              <a:t>をインストールし、確認用のページを配置します。貼り付け時は先頭行とインデントを崩さないようにします</a:t>
            </a:r>
            <a:r>
              <a:rPr sz="1110" b="0" dirty="0">
                <a:solidFill>
                  <a:srgbClr val="344054"/>
                </a:solidFill>
                <a:latin typeface="Yu Gothic UI"/>
                <a:ea typeface="Yu Gothic UI"/>
                <a:cs typeface="Yu Gothic UI"/>
              </a:rPr>
              <a:t>。</a:t>
            </a:r>
          </a:p>
        </p:txBody>
      </p:sp>
      <p:sp>
        <p:nvSpPr>
          <p:cNvPr id="11" name="正方形/長方形 10">
            <a:extLst>
              <a:ext uri="{FF2B5EF4-FFF2-40B4-BE49-F238E27FC236}">
                <a16:creationId xmlns:a16="http://schemas.microsoft.com/office/drawing/2014/main" id="{6E805FCE-2E88-F96A-F86E-688096483056}"/>
              </a:ext>
            </a:extLst>
          </p:cNvPr>
          <p:cNvSpPr>
            <a:spLocks noGrp="1"/>
          </p:cNvSpPr>
          <p:nvPr/>
        </p:nvSpPr>
        <p:spPr>
          <a:xfrm>
            <a:off x="685800" y="1943100"/>
            <a:ext cx="10820400" cy="4158276"/>
          </a:xfrm>
          <a:prstGeom prst="rect">
            <a:avLst/>
          </a:prstGeom>
          <a:solidFill>
            <a:srgbClr val="FFFFFF"/>
          </a:solidFill>
          <a:ln w="9525">
            <a:solidFill>
              <a:srgbClr val="D0D5DD"/>
            </a:solidFill>
            <a:prstDash val="solid"/>
          </a:ln>
        </p:spPr>
        <p:txBody>
          <a:bodyPr/>
          <a:lstStyle/>
          <a:p>
            <a:endParaRPr lang="ja-JP" altLang="en-US"/>
          </a:p>
        </p:txBody>
      </p:sp>
      <p:pic>
        <p:nvPicPr>
          <p:cNvPr id="12" name="図 11">
            <a:extLst>
              <a:ext uri="{FF2B5EF4-FFF2-40B4-BE49-F238E27FC236}">
                <a16:creationId xmlns:a16="http://schemas.microsoft.com/office/drawing/2014/main" id="{8B732A3B-0B29-4AD7-AC5D-2D7D7EB3A881}"/>
              </a:ext>
            </a:extLst>
          </p:cNvPr>
          <p:cNvPicPr>
            <a:picLocks noChangeAspect="1"/>
          </p:cNvPicPr>
          <p:nvPr/>
        </p:nvPicPr>
        <p:blipFill>
          <a:blip r:embed="rId3"/>
          <a:stretch>
            <a:fillRect/>
          </a:stretch>
        </p:blipFill>
        <p:spPr>
          <a:xfrm>
            <a:off x="823451" y="2034970"/>
            <a:ext cx="6314768" cy="3946730"/>
          </a:xfrm>
          <a:prstGeom prst="rect">
            <a:avLst/>
          </a:prstGeom>
        </p:spPr>
      </p:pic>
      <p:sp>
        <p:nvSpPr>
          <p:cNvPr id="13" name="正方形/長方形 12">
            <a:extLst>
              <a:ext uri="{FF2B5EF4-FFF2-40B4-BE49-F238E27FC236}">
                <a16:creationId xmlns:a16="http://schemas.microsoft.com/office/drawing/2014/main" id="{4E1D2F9E-58B8-2248-A9F3-C4E08815327C}"/>
              </a:ext>
            </a:extLst>
          </p:cNvPr>
          <p:cNvSpPr/>
          <p:nvPr/>
        </p:nvSpPr>
        <p:spPr>
          <a:xfrm>
            <a:off x="1925273" y="4495990"/>
            <a:ext cx="2380027" cy="764267"/>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115B267E-CC71-CDC4-2B1B-387F2B3B3F45}"/>
              </a:ext>
            </a:extLst>
          </p:cNvPr>
          <p:cNvSpPr/>
          <p:nvPr/>
        </p:nvSpPr>
        <p:spPr>
          <a:xfrm>
            <a:off x="1294158" y="5701940"/>
            <a:ext cx="631115" cy="217751"/>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60F55D23-442B-9089-40E7-7478BA04F1F0}"/>
              </a:ext>
            </a:extLst>
          </p:cNvPr>
          <p:cNvSpPr/>
          <p:nvPr/>
        </p:nvSpPr>
        <p:spPr>
          <a:xfrm>
            <a:off x="4845452" y="2300749"/>
            <a:ext cx="3433309" cy="1553496"/>
          </a:xfrm>
          <a:prstGeom prst="wedgeRectCallout">
            <a:avLst>
              <a:gd name="adj1" fmla="val -57529"/>
              <a:gd name="adj2" fmla="val 11482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右のスクリプトをカスタムデータの欄にコピペ。</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内容は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NGINX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のインストールとデフォルトトップページのカスタマイズ</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7" name="四角形吹き出し 16">
            <a:extLst>
              <a:ext uri="{FF2B5EF4-FFF2-40B4-BE49-F238E27FC236}">
                <a16:creationId xmlns:a16="http://schemas.microsoft.com/office/drawing/2014/main" id="{A8B76A82-1247-5E63-1237-4818117FE1FB}"/>
              </a:ext>
            </a:extLst>
          </p:cNvPr>
          <p:cNvSpPr/>
          <p:nvPr/>
        </p:nvSpPr>
        <p:spPr>
          <a:xfrm>
            <a:off x="2936766" y="5702325"/>
            <a:ext cx="1368534" cy="399051"/>
          </a:xfrm>
          <a:prstGeom prst="wedgeRectCallout">
            <a:avLst>
              <a:gd name="adj1" fmla="val -121068"/>
              <a:gd name="adj2" fmla="val -2745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タグを選択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graphicFrame>
        <p:nvGraphicFramePr>
          <p:cNvPr id="7" name="オブジェクト 6">
            <a:extLst>
              <a:ext uri="{FF2B5EF4-FFF2-40B4-BE49-F238E27FC236}">
                <a16:creationId xmlns:a16="http://schemas.microsoft.com/office/drawing/2014/main" id="{ECAE6D48-9D69-E8D9-3278-E8657AB042EB}"/>
              </a:ext>
            </a:extLst>
          </p:cNvPr>
          <p:cNvGraphicFramePr>
            <a:graphicFrameLocks noChangeAspect="1"/>
          </p:cNvGraphicFramePr>
          <p:nvPr>
            <p:extLst>
              <p:ext uri="{D42A27DB-BD31-4B8C-83A1-F6EECF244321}">
                <p14:modId xmlns:p14="http://schemas.microsoft.com/office/powerpoint/2010/main" val="3654203792"/>
              </p:ext>
            </p:extLst>
          </p:nvPr>
        </p:nvGraphicFramePr>
        <p:xfrm>
          <a:off x="8954369" y="3177697"/>
          <a:ext cx="1876222" cy="1184982"/>
        </p:xfrm>
        <a:graphic>
          <a:graphicData uri="http://schemas.openxmlformats.org/presentationml/2006/ole">
            <mc:AlternateContent xmlns:mc="http://schemas.openxmlformats.org/markup-compatibility/2006">
              <mc:Choice xmlns:v="urn:schemas-microsoft-com:vml" Requires="v">
                <p:oleObj name="文書" showAsIcon="1" r:id="rId4" imgW="965200" imgH="609600" progId="Word.Document.12">
                  <p:embed/>
                </p:oleObj>
              </mc:Choice>
              <mc:Fallback>
                <p:oleObj name="文書" showAsIcon="1" r:id="rId4" imgW="965200" imgH="609600" progId="Word.Document.12">
                  <p:embed/>
                  <p:pic>
                    <p:nvPicPr>
                      <p:cNvPr id="0" name=""/>
                      <p:cNvPicPr/>
                      <p:nvPr/>
                    </p:nvPicPr>
                    <p:blipFill>
                      <a:blip r:embed="rId5"/>
                      <a:stretch>
                        <a:fillRect/>
                      </a:stretch>
                    </p:blipFill>
                    <p:spPr>
                      <a:xfrm>
                        <a:off x="8954369" y="3177697"/>
                        <a:ext cx="1876222" cy="1184982"/>
                      </a:xfrm>
                      <a:prstGeom prst="rect">
                        <a:avLst/>
                      </a:prstGeom>
                    </p:spPr>
                  </p:pic>
                </p:oleObj>
              </mc:Fallback>
            </mc:AlternateContent>
          </a:graphicData>
        </a:graphic>
      </p:graphicFrame>
    </p:spTree>
    <p:extLst>
      <p:ext uri="{BB962C8B-B14F-4D97-AF65-F5344CB8AC3E}">
        <p14:creationId xmlns:p14="http://schemas.microsoft.com/office/powerpoint/2010/main" val="11860771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正方形/長方形 9">
            <a:extLst>
              <a:ext uri="{FF2B5EF4-FFF2-40B4-BE49-F238E27FC236}">
                <a16:creationId xmlns:a16="http://schemas.microsoft.com/office/drawing/2014/main" id="{DCE50ED3-D177-4B10-8F47-B222C56CBA87}"/>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タグを設定する</a:t>
            </a:r>
          </a:p>
        </p:txBody>
      </p:sp>
      <p:sp>
        <p:nvSpPr>
          <p:cNvPr id="2" name="正方形/長方形 1">
            <a:extLst>
              <a:ext uri="{FF2B5EF4-FFF2-40B4-BE49-F238E27FC236}">
                <a16:creationId xmlns:a16="http://schemas.microsoft.com/office/drawing/2014/main" id="{9E6A6FAA-A4FC-47B5-BC25-98E39B9EA91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5E6B694D-2BE6-424C-BA69-8421D778FD8D}"/>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FFD9B11B-CD5E-4B3E-A472-BA5512821D6A}"/>
              </a:ext>
            </a:extLst>
          </p:cNvPr>
          <p:cNvSpPr>
            <a:spLocks noGrp="1"/>
          </p:cNvSpPr>
          <p:nvPr/>
        </p:nvSpPr>
        <p:spPr>
          <a:xfrm>
            <a:off x="685800" y="1390650"/>
            <a:ext cx="108013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タグを付けると、講師が講座用リソースを識別しやすくなり、削除対象の確認もしやすくなります</a:t>
            </a:r>
            <a:r>
              <a:rPr sz="1110" b="0" dirty="0">
                <a:solidFill>
                  <a:srgbClr val="344054"/>
                </a:solidFill>
                <a:latin typeface="Yu Gothic UI"/>
                <a:ea typeface="Yu Gothic UI"/>
                <a:cs typeface="Yu Gothic UI"/>
              </a:rPr>
              <a:t>。</a:t>
            </a:r>
          </a:p>
        </p:txBody>
      </p:sp>
      <p:sp>
        <p:nvSpPr>
          <p:cNvPr id="6" name="正方形/長方形 5">
            <a:extLst>
              <a:ext uri="{FF2B5EF4-FFF2-40B4-BE49-F238E27FC236}">
                <a16:creationId xmlns:a16="http://schemas.microsoft.com/office/drawing/2014/main" id="{1886B38F-0D84-4041-AF7C-38A7CF9E034F}"/>
              </a:ext>
            </a:extLst>
          </p:cNvPr>
          <p:cNvSpPr>
            <a:spLocks noGrp="1"/>
          </p:cNvSpPr>
          <p:nvPr/>
        </p:nvSpPr>
        <p:spPr>
          <a:xfrm>
            <a:off x="704850" y="1676400"/>
            <a:ext cx="10801350" cy="4577836"/>
          </a:xfrm>
          <a:prstGeom prst="rect">
            <a:avLst/>
          </a:prstGeom>
          <a:solidFill>
            <a:srgbClr val="FFFFFF"/>
          </a:solidFill>
          <a:ln w="9525">
            <a:solidFill>
              <a:srgbClr val="D0D5DD"/>
            </a:solidFill>
            <a:prstDash val="solid"/>
          </a:ln>
        </p:spPr>
        <p:txBody>
          <a:bodyPr/>
          <a:lstStyle/>
          <a:p>
            <a:endParaRPr lang="ja-JP" altLang="en-US"/>
          </a:p>
        </p:txBody>
      </p:sp>
      <p:pic>
        <p:nvPicPr>
          <p:cNvPr id="7" name="図 6"/>
          <p:cNvPicPr>
            <a:picLocks noChangeAspect="1"/>
          </p:cNvPicPr>
          <p:nvPr/>
        </p:nvPicPr>
        <p:blipFill>
          <a:blip r:embed="rId3"/>
          <a:stretch/>
        </p:blipFill>
        <p:spPr>
          <a:xfrm>
            <a:off x="2842260" y="1914525"/>
            <a:ext cx="6507480" cy="4067175"/>
          </a:xfrm>
          <a:prstGeom prst="rect">
            <a:avLst/>
          </a:prstGeom>
        </p:spPr>
      </p:pic>
      <p:sp>
        <p:nvSpPr>
          <p:cNvPr id="12" name="正方形/長方形 11">
            <a:extLst>
              <a:ext uri="{FF2B5EF4-FFF2-40B4-BE49-F238E27FC236}">
                <a16:creationId xmlns:a16="http://schemas.microsoft.com/office/drawing/2014/main" id="{DF1883F0-7271-E679-6E1E-D73E3AB66D76}"/>
              </a:ext>
            </a:extLst>
          </p:cNvPr>
          <p:cNvSpPr/>
          <p:nvPr/>
        </p:nvSpPr>
        <p:spPr>
          <a:xfrm>
            <a:off x="2937995" y="3201052"/>
            <a:ext cx="3226831" cy="35822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吹き出し 12">
            <a:extLst>
              <a:ext uri="{FF2B5EF4-FFF2-40B4-BE49-F238E27FC236}">
                <a16:creationId xmlns:a16="http://schemas.microsoft.com/office/drawing/2014/main" id="{5AD323D3-217D-3891-94C8-4F1ECA8A23C9}"/>
              </a:ext>
            </a:extLst>
          </p:cNvPr>
          <p:cNvSpPr/>
          <p:nvPr/>
        </p:nvSpPr>
        <p:spPr>
          <a:xfrm>
            <a:off x="6605427" y="2603417"/>
            <a:ext cx="1997800" cy="710054"/>
          </a:xfrm>
          <a:prstGeom prst="wedgeRectCallout">
            <a:avLst>
              <a:gd name="adj1" fmla="val -68106"/>
              <a:gd name="adj2" fmla="val 4481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講師指定のタグを作成</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 name="正方形/長方形 13">
            <a:extLst>
              <a:ext uri="{FF2B5EF4-FFF2-40B4-BE49-F238E27FC236}">
                <a16:creationId xmlns:a16="http://schemas.microsoft.com/office/drawing/2014/main" id="{0220AEB6-A3DB-90E5-74D5-D5A19B597EB3}"/>
              </a:ext>
            </a:extLst>
          </p:cNvPr>
          <p:cNvSpPr/>
          <p:nvPr/>
        </p:nvSpPr>
        <p:spPr>
          <a:xfrm>
            <a:off x="4191609" y="5623474"/>
            <a:ext cx="911334" cy="35822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吹き出し 14">
            <a:extLst>
              <a:ext uri="{FF2B5EF4-FFF2-40B4-BE49-F238E27FC236}">
                <a16:creationId xmlns:a16="http://schemas.microsoft.com/office/drawing/2014/main" id="{E60108DF-59ED-E2A5-9E7F-499A3E3A75FB}"/>
              </a:ext>
            </a:extLst>
          </p:cNvPr>
          <p:cNvSpPr/>
          <p:nvPr/>
        </p:nvSpPr>
        <p:spPr>
          <a:xfrm>
            <a:off x="5606527" y="5052887"/>
            <a:ext cx="1997800" cy="710054"/>
          </a:xfrm>
          <a:prstGeom prst="wedgeRectCallout">
            <a:avLst>
              <a:gd name="adj1" fmla="val -68106"/>
              <a:gd name="adj2" fmla="val 4481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確認</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24275A9C-5FD3-45B8-AC03-301B4ADA9C4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内容を確認して作成する</a:t>
            </a:r>
          </a:p>
        </p:txBody>
      </p:sp>
      <p:sp>
        <p:nvSpPr>
          <p:cNvPr id="2" name="正方形/長方形 1">
            <a:extLst>
              <a:ext uri="{FF2B5EF4-FFF2-40B4-BE49-F238E27FC236}">
                <a16:creationId xmlns:a16="http://schemas.microsoft.com/office/drawing/2014/main" id="{5614A8A8-5900-412A-B6EC-4FDFA4DDF10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8AA93D0E-9002-49A1-8594-7371BE90EA7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1F8F1CC-B876-406F-B387-7F0F41AD9910}"/>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作成前に、リソースグループ、VM 名、リージョン、サイズ、HTTP 許可、タグを確認します。Validation が通ったら作成します。</a:t>
            </a:r>
          </a:p>
        </p:txBody>
      </p:sp>
      <p:sp>
        <p:nvSpPr>
          <p:cNvPr id="6" name="正方形/長方形 5">
            <a:extLst>
              <a:ext uri="{FF2B5EF4-FFF2-40B4-BE49-F238E27FC236}">
                <a16:creationId xmlns:a16="http://schemas.microsoft.com/office/drawing/2014/main" id="{697EA0BA-0137-4742-ADEE-92D9C566A296}"/>
              </a:ext>
            </a:extLst>
          </p:cNvPr>
          <p:cNvSpPr>
            <a:spLocks noGrp="1"/>
          </p:cNvSpPr>
          <p:nvPr/>
        </p:nvSpPr>
        <p:spPr>
          <a:xfrm>
            <a:off x="781050" y="2781300"/>
            <a:ext cx="4095750" cy="142875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CCD1D91A-AE96-44D5-8194-616D55D66D0F}"/>
              </a:ext>
            </a:extLst>
          </p:cNvPr>
          <p:cNvSpPr>
            <a:spLocks noGrp="1"/>
          </p:cNvSpPr>
          <p:nvPr/>
        </p:nvSpPr>
        <p:spPr>
          <a:xfrm>
            <a:off x="781050" y="2781300"/>
            <a:ext cx="76200" cy="1428750"/>
          </a:xfrm>
          <a:prstGeom prst="rect">
            <a:avLst/>
          </a:prstGeom>
          <a:solidFill>
            <a:srgbClr val="ED7D31"/>
          </a:solidFill>
          <a:ln w="0">
            <a:solidFill>
              <a:srgbClr val="ED7D31"/>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18D4159C-9994-40D1-8CA2-3F4F4393D750}"/>
              </a:ext>
            </a:extLst>
          </p:cNvPr>
          <p:cNvSpPr>
            <a:spLocks noGrp="1"/>
          </p:cNvSpPr>
          <p:nvPr/>
        </p:nvSpPr>
        <p:spPr>
          <a:xfrm>
            <a:off x="990600" y="2933700"/>
            <a:ext cx="36957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ED7D31"/>
                </a:solidFill>
                <a:latin typeface="Yu Gothic UI"/>
                <a:ea typeface="Yu Gothic UI"/>
                <a:cs typeface="Yu Gothic UI"/>
              </a:defRPr>
            </a:pPr>
            <a:r>
              <a:rPr sz="900" b="1">
                <a:solidFill>
                  <a:srgbClr val="ED7D31"/>
                </a:solidFill>
                <a:latin typeface="Yu Gothic UI"/>
                <a:ea typeface="Yu Gothic UI"/>
                <a:cs typeface="Yu Gothic UI"/>
              </a:rPr>
              <a:t>作成前チェック</a:t>
            </a:r>
          </a:p>
        </p:txBody>
      </p:sp>
      <p:sp>
        <p:nvSpPr>
          <p:cNvPr id="9" name="正方形/長方形 8">
            <a:extLst>
              <a:ext uri="{FF2B5EF4-FFF2-40B4-BE49-F238E27FC236}">
                <a16:creationId xmlns:a16="http://schemas.microsoft.com/office/drawing/2014/main" id="{81BAC3BF-5AC4-4334-8A4A-F0EBD1276847}"/>
              </a:ext>
            </a:extLst>
          </p:cNvPr>
          <p:cNvSpPr>
            <a:spLocks noGrp="1"/>
          </p:cNvSpPr>
          <p:nvPr/>
        </p:nvSpPr>
        <p:spPr>
          <a:xfrm>
            <a:off x="990600" y="3181350"/>
            <a:ext cx="36957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名前、場所、サイズ、公開設定</a:t>
            </a:r>
          </a:p>
        </p:txBody>
      </p:sp>
      <p:sp>
        <p:nvSpPr>
          <p:cNvPr id="10" name="正方形/長方形 9">
            <a:extLst>
              <a:ext uri="{FF2B5EF4-FFF2-40B4-BE49-F238E27FC236}">
                <a16:creationId xmlns:a16="http://schemas.microsoft.com/office/drawing/2014/main" id="{2CAE9A90-78BD-48D4-9BA8-9F9A857FB99C}"/>
              </a:ext>
            </a:extLst>
          </p:cNvPr>
          <p:cNvSpPr>
            <a:spLocks noGrp="1"/>
          </p:cNvSpPr>
          <p:nvPr/>
        </p:nvSpPr>
        <p:spPr>
          <a:xfrm>
            <a:off x="990600" y="3581400"/>
            <a:ext cx="36957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70" b="0">
                <a:solidFill>
                  <a:srgbClr val="344054"/>
                </a:solidFill>
                <a:latin typeface="Yu Gothic UI"/>
                <a:ea typeface="Yu Gothic UI"/>
                <a:cs typeface="Yu Gothic UI"/>
              </a:defRPr>
            </a:pPr>
            <a:r>
              <a:rPr sz="1000" b="0">
                <a:solidFill>
                  <a:srgbClr val="344054"/>
                </a:solidFill>
                <a:latin typeface="Yu Gothic UI"/>
                <a:ea typeface="Yu Gothic UI"/>
                <a:cs typeface="Yu Gothic UI"/>
              </a:rPr>
              <a:t>後から直せるものもありますが、初心者ハンズオンでは作成前の確認を習慣にします。</a:t>
            </a:r>
          </a:p>
        </p:txBody>
      </p:sp>
      <p:sp>
        <p:nvSpPr>
          <p:cNvPr id="11" name="正方形/長方形 10">
            <a:extLst>
              <a:ext uri="{FF2B5EF4-FFF2-40B4-BE49-F238E27FC236}">
                <a16:creationId xmlns:a16="http://schemas.microsoft.com/office/drawing/2014/main" id="{579E5B2F-552D-455D-99C4-88C1CA77F40E}"/>
              </a:ext>
            </a:extLst>
          </p:cNvPr>
          <p:cNvSpPr>
            <a:spLocks noGrp="1"/>
          </p:cNvSpPr>
          <p:nvPr/>
        </p:nvSpPr>
        <p:spPr>
          <a:xfrm>
            <a:off x="5334000" y="1676399"/>
            <a:ext cx="6494206" cy="4439265"/>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a:stretch/>
        </p:blipFill>
        <p:spPr>
          <a:xfrm>
            <a:off x="7323187" y="1744611"/>
            <a:ext cx="2934929" cy="3913239"/>
          </a:xfrm>
          <a:prstGeom prst="rect">
            <a:avLst/>
          </a:prstGeom>
        </p:spPr>
      </p:pic>
      <p:sp>
        <p:nvSpPr>
          <p:cNvPr id="13" name="正方形/長方形 12">
            <a:extLst>
              <a:ext uri="{FF2B5EF4-FFF2-40B4-BE49-F238E27FC236}">
                <a16:creationId xmlns:a16="http://schemas.microsoft.com/office/drawing/2014/main" id="{838CB54F-21CE-4631-A0CF-DB45B43B266A}"/>
              </a:ext>
            </a:extLst>
          </p:cNvPr>
          <p:cNvSpPr>
            <a:spLocks noGrp="1"/>
          </p:cNvSpPr>
          <p:nvPr/>
        </p:nvSpPr>
        <p:spPr>
          <a:xfrm>
            <a:off x="5986617" y="5848964"/>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dirty="0" err="1">
                <a:solidFill>
                  <a:srgbClr val="667085"/>
                </a:solidFill>
                <a:latin typeface="Yu Gothic UI"/>
                <a:ea typeface="Yu Gothic UI"/>
                <a:cs typeface="Yu Gothic UI"/>
              </a:rPr>
              <a:t>内容を確認して作成する</a:t>
            </a:r>
            <a:endParaRPr sz="638" b="0" dirty="0">
              <a:solidFill>
                <a:srgbClr val="667085"/>
              </a:solidFill>
              <a:latin typeface="Yu Gothic UI"/>
              <a:ea typeface="Yu Gothic UI"/>
              <a:cs typeface="Yu Gothic UI"/>
            </a:endParaRPr>
          </a:p>
        </p:txBody>
      </p:sp>
      <p:sp>
        <p:nvSpPr>
          <p:cNvPr id="16" name="正方形/長方形 15">
            <a:extLst>
              <a:ext uri="{FF2B5EF4-FFF2-40B4-BE49-F238E27FC236}">
                <a16:creationId xmlns:a16="http://schemas.microsoft.com/office/drawing/2014/main" id="{129B808B-471D-32D6-9E85-5C974A1F03CC}"/>
              </a:ext>
            </a:extLst>
          </p:cNvPr>
          <p:cNvSpPr/>
          <p:nvPr/>
        </p:nvSpPr>
        <p:spPr>
          <a:xfrm>
            <a:off x="7780383" y="5407914"/>
            <a:ext cx="380391" cy="266700"/>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6BB271BC-D687-B853-1C6D-374DD255A124}"/>
              </a:ext>
            </a:extLst>
          </p:cNvPr>
          <p:cNvSpPr/>
          <p:nvPr/>
        </p:nvSpPr>
        <p:spPr>
          <a:xfrm>
            <a:off x="4972050" y="5272260"/>
            <a:ext cx="1997800" cy="710054"/>
          </a:xfrm>
          <a:prstGeom prst="wedgeRectCallout">
            <a:avLst>
              <a:gd name="adj1" fmla="val 86923"/>
              <a:gd name="adj2" fmla="val -88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53032F5C-16D1-427E-A0B1-08B892C60DAE}"/>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デプロイ完了を待つ</a:t>
            </a:r>
          </a:p>
        </p:txBody>
      </p:sp>
      <p:sp>
        <p:nvSpPr>
          <p:cNvPr id="2" name="正方形/長方形 1">
            <a:extLst>
              <a:ext uri="{FF2B5EF4-FFF2-40B4-BE49-F238E27FC236}">
                <a16:creationId xmlns:a16="http://schemas.microsoft.com/office/drawing/2014/main" id="{56D3B13E-7656-4BF1-A857-684B0E0921D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B1A31E93-B2D4-4381-8C25-5221CDDA783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63A46E42-D976-403E-8597-4C1A6718D05F}"/>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VM と関連リソースの作成には数分かかります。完了後は、作成された VM の Overview へ進みます。</a:t>
            </a:r>
          </a:p>
        </p:txBody>
      </p:sp>
      <p:sp>
        <p:nvSpPr>
          <p:cNvPr id="6" name="正方形/長方形 5">
            <a:extLst>
              <a:ext uri="{FF2B5EF4-FFF2-40B4-BE49-F238E27FC236}">
                <a16:creationId xmlns:a16="http://schemas.microsoft.com/office/drawing/2014/main" id="{5BB6E354-E574-41E6-8582-6BCC79A94775}"/>
              </a:ext>
            </a:extLst>
          </p:cNvPr>
          <p:cNvSpPr>
            <a:spLocks noGrp="1"/>
          </p:cNvSpPr>
          <p:nvPr/>
        </p:nvSpPr>
        <p:spPr>
          <a:xfrm>
            <a:off x="819150" y="2628900"/>
            <a:ext cx="3924300" cy="1428750"/>
          </a:xfrm>
          <a:prstGeom prst="rect">
            <a:avLst/>
          </a:prstGeom>
          <a:solidFill>
            <a:srgbClr val="000000">
              <a:alpha val="0"/>
            </a:srgbClr>
          </a:solidFill>
          <a:ln w="0">
            <a:solidFill>
              <a:srgbClr val="000000">
                <a:alpha val="0"/>
              </a:srgbClr>
            </a:solidFill>
            <a:prstDash val="solid"/>
          </a:ln>
        </p:spPr>
        <p:txBody>
          <a:bodyPr lIns="38100" tIns="38100" rIns="38100" bIns="38100" anchor="t"/>
          <a:lstStyle/>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作成中に画面を閉じても、Portal の Deployments から確認できます。</a:t>
            </a:r>
          </a:p>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失敗した場合はエラーメッセージの先頭を講師と確認します。</a:t>
            </a:r>
          </a:p>
        </p:txBody>
      </p:sp>
      <p:sp>
        <p:nvSpPr>
          <p:cNvPr id="7" name="正方形/長方形 6">
            <a:extLst>
              <a:ext uri="{FF2B5EF4-FFF2-40B4-BE49-F238E27FC236}">
                <a16:creationId xmlns:a16="http://schemas.microsoft.com/office/drawing/2014/main" id="{8BCF8411-5D8E-45A2-A974-B82B30A8EB50}"/>
              </a:ext>
            </a:extLst>
          </p:cNvPr>
          <p:cNvSpPr>
            <a:spLocks noGrp="1"/>
          </p:cNvSpPr>
          <p:nvPr/>
        </p:nvSpPr>
        <p:spPr>
          <a:xfrm>
            <a:off x="5334000" y="167640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8" name="図 7"/>
          <p:cNvPicPr>
            <a:picLocks noChangeAspect="1"/>
          </p:cNvPicPr>
          <p:nvPr/>
        </p:nvPicPr>
        <p:blipFill>
          <a:blip r:embed="rId3"/>
          <a:stretch/>
        </p:blipFill>
        <p:spPr>
          <a:xfrm>
            <a:off x="5467350" y="1878806"/>
            <a:ext cx="5715000" cy="3214688"/>
          </a:xfrm>
          <a:prstGeom prst="rect">
            <a:avLst/>
          </a:prstGeom>
        </p:spPr>
      </p:pic>
      <p:sp>
        <p:nvSpPr>
          <p:cNvPr id="9" name="正方形/長方形 8">
            <a:extLst>
              <a:ext uri="{FF2B5EF4-FFF2-40B4-BE49-F238E27FC236}">
                <a16:creationId xmlns:a16="http://schemas.microsoft.com/office/drawing/2014/main" id="{727F4505-DD02-4B86-9D48-E5A3CC48F927}"/>
              </a:ext>
            </a:extLst>
          </p:cNvPr>
          <p:cNvSpPr>
            <a:spLocks noGrp="1"/>
          </p:cNvSpPr>
          <p:nvPr/>
        </p:nvSpPr>
        <p:spPr>
          <a:xfrm>
            <a:off x="5524500" y="52197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デプロイ完了を待つ</a:t>
            </a:r>
          </a:p>
        </p:txBody>
      </p:sp>
    </p:spTree>
    <p:extLst>
      <p:ext uri="{BB962C8B-B14F-4D97-AF65-F5344CB8AC3E}">
        <p14:creationId xmlns:p14="http://schemas.microsoft.com/office/powerpoint/2010/main" val="11860771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5AEF9C99-EED7-4FE7-9D2E-FA2EDFC24EBD}"/>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VM の Overview を確認する</a:t>
            </a:r>
          </a:p>
        </p:txBody>
      </p:sp>
      <p:sp>
        <p:nvSpPr>
          <p:cNvPr id="2" name="正方形/長方形 1">
            <a:extLst>
              <a:ext uri="{FF2B5EF4-FFF2-40B4-BE49-F238E27FC236}">
                <a16:creationId xmlns:a16="http://schemas.microsoft.com/office/drawing/2014/main" id="{98A84348-F4ED-4BFA-AB96-677A15BC21A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A1DDC81E-56E5-4F16-A029-CEDBBB6DE06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F9B775E7-4E64-45DD-8C26-42077C4E906F}"/>
              </a:ext>
            </a:extLst>
          </p:cNvPr>
          <p:cNvSpPr>
            <a:spLocks noGrp="1"/>
          </p:cNvSpPr>
          <p:nvPr/>
        </p:nvSpPr>
        <p:spPr>
          <a:xfrm>
            <a:off x="685799" y="1390650"/>
            <a:ext cx="10719619"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lang="en-US" altLang="ja-JP" sz="1110" b="0" dirty="0">
                <a:solidFill>
                  <a:srgbClr val="344054"/>
                </a:solidFill>
                <a:latin typeface="Yu Gothic UI"/>
                <a:ea typeface="Yu Gothic UI"/>
                <a:cs typeface="Yu Gothic UI"/>
              </a:rPr>
              <a:t>VM</a:t>
            </a:r>
            <a:r>
              <a:rPr lang="ja-JP" altLang="en-US" sz="1110" b="0">
                <a:solidFill>
                  <a:srgbClr val="344054"/>
                </a:solidFill>
                <a:latin typeface="Yu Gothic UI"/>
                <a:ea typeface="Yu Gothic UI"/>
                <a:cs typeface="Yu Gothic UI"/>
              </a:rPr>
              <a:t>の一覧の画面、もしくは、作成したリソースグループの画面から、作成した</a:t>
            </a:r>
            <a:r>
              <a:rPr lang="en-US" altLang="ja-JP" sz="1110" b="0" dirty="0">
                <a:solidFill>
                  <a:srgbClr val="344054"/>
                </a:solidFill>
                <a:latin typeface="Yu Gothic UI"/>
                <a:ea typeface="Yu Gothic UI"/>
                <a:cs typeface="Yu Gothic UI"/>
              </a:rPr>
              <a:t> VM </a:t>
            </a:r>
            <a:r>
              <a:rPr lang="ja-JP" altLang="en-US" sz="1110" b="0">
                <a:solidFill>
                  <a:srgbClr val="344054"/>
                </a:solidFill>
                <a:latin typeface="Yu Gothic UI"/>
                <a:ea typeface="Yu Gothic UI"/>
                <a:cs typeface="Yu Gothic UI"/>
              </a:rPr>
              <a:t>を選択します。</a:t>
            </a:r>
            <a:r>
              <a:rPr sz="1110" b="0" dirty="0">
                <a:solidFill>
                  <a:srgbClr val="344054"/>
                </a:solidFill>
                <a:latin typeface="Yu Gothic UI"/>
                <a:ea typeface="Yu Gothic UI"/>
                <a:cs typeface="Yu Gothic UI"/>
              </a:rPr>
              <a:t>VM </a:t>
            </a:r>
            <a:r>
              <a:rPr sz="1110" b="0" dirty="0" err="1">
                <a:solidFill>
                  <a:srgbClr val="344054"/>
                </a:solidFill>
                <a:latin typeface="Yu Gothic UI"/>
                <a:ea typeface="Yu Gothic UI"/>
                <a:cs typeface="Yu Gothic UI"/>
              </a:rPr>
              <a:t>が</a:t>
            </a:r>
            <a:r>
              <a:rPr sz="1110" b="0" dirty="0">
                <a:solidFill>
                  <a:srgbClr val="344054"/>
                </a:solidFill>
                <a:latin typeface="Yu Gothic UI"/>
                <a:ea typeface="Yu Gothic UI"/>
                <a:cs typeface="Yu Gothic UI"/>
              </a:rPr>
              <a:t> Running </a:t>
            </a:r>
            <a:r>
              <a:rPr sz="1110" b="0" dirty="0" err="1">
                <a:solidFill>
                  <a:srgbClr val="344054"/>
                </a:solidFill>
                <a:latin typeface="Yu Gothic UI"/>
                <a:ea typeface="Yu Gothic UI"/>
                <a:cs typeface="Yu Gothic UI"/>
              </a:rPr>
              <a:t>になっていることと、Public</a:t>
            </a:r>
            <a:r>
              <a:rPr sz="1110" b="0" dirty="0">
                <a:solidFill>
                  <a:srgbClr val="344054"/>
                </a:solidFill>
                <a:latin typeface="Yu Gothic UI"/>
                <a:ea typeface="Yu Gothic UI"/>
                <a:cs typeface="Yu Gothic UI"/>
              </a:rPr>
              <a:t> IP </a:t>
            </a:r>
            <a:r>
              <a:rPr sz="1110" b="0" dirty="0" err="1">
                <a:solidFill>
                  <a:srgbClr val="344054"/>
                </a:solidFill>
                <a:latin typeface="Yu Gothic UI"/>
                <a:ea typeface="Yu Gothic UI"/>
                <a:cs typeface="Yu Gothic UI"/>
              </a:rPr>
              <a:t>が表示されていることを確認します。ブラウザーからアクセスする宛先は</a:t>
            </a:r>
            <a:r>
              <a:rPr sz="1110" b="0" dirty="0">
                <a:solidFill>
                  <a:srgbClr val="344054"/>
                </a:solidFill>
                <a:latin typeface="Yu Gothic UI"/>
                <a:ea typeface="Yu Gothic UI"/>
                <a:cs typeface="Yu Gothic UI"/>
              </a:rPr>
              <a:t> Public IP </a:t>
            </a:r>
            <a:r>
              <a:rPr sz="1110" b="0" dirty="0" err="1">
                <a:solidFill>
                  <a:srgbClr val="344054"/>
                </a:solidFill>
                <a:latin typeface="Yu Gothic UI"/>
                <a:ea typeface="Yu Gothic UI"/>
                <a:cs typeface="Yu Gothic UI"/>
              </a:rPr>
              <a:t>です</a:t>
            </a:r>
            <a:r>
              <a:rPr sz="1110" b="0" dirty="0">
                <a:solidFill>
                  <a:srgbClr val="344054"/>
                </a:solidFill>
                <a:latin typeface="Yu Gothic UI"/>
                <a:ea typeface="Yu Gothic UI"/>
                <a:cs typeface="Yu Gothic UI"/>
              </a:rPr>
              <a:t>。</a:t>
            </a:r>
          </a:p>
        </p:txBody>
      </p:sp>
      <p:sp>
        <p:nvSpPr>
          <p:cNvPr id="11" name="正方形/長方形 10">
            <a:extLst>
              <a:ext uri="{FF2B5EF4-FFF2-40B4-BE49-F238E27FC236}">
                <a16:creationId xmlns:a16="http://schemas.microsoft.com/office/drawing/2014/main" id="{20571BCD-B458-49B1-B7B6-6D9DC93ECE06}"/>
              </a:ext>
            </a:extLst>
          </p:cNvPr>
          <p:cNvSpPr>
            <a:spLocks noGrp="1"/>
          </p:cNvSpPr>
          <p:nvPr/>
        </p:nvSpPr>
        <p:spPr>
          <a:xfrm>
            <a:off x="666749" y="2040193"/>
            <a:ext cx="11092631" cy="3886200"/>
          </a:xfrm>
          <a:prstGeom prst="rect">
            <a:avLst/>
          </a:prstGeom>
          <a:solidFill>
            <a:srgbClr val="FFFFFF"/>
          </a:solidFill>
          <a:ln w="9525">
            <a:solidFill>
              <a:srgbClr val="D0D5DD"/>
            </a:solidFill>
            <a:prstDash val="solid"/>
          </a:ln>
        </p:spPr>
        <p:txBody>
          <a:bodyPr/>
          <a:lstStyle/>
          <a:p>
            <a:endParaRPr lang="ja-JP" altLang="en-US"/>
          </a:p>
        </p:txBody>
      </p:sp>
      <p:pic>
        <p:nvPicPr>
          <p:cNvPr id="16" name="図 15">
            <a:extLst>
              <a:ext uri="{FF2B5EF4-FFF2-40B4-BE49-F238E27FC236}">
                <a16:creationId xmlns:a16="http://schemas.microsoft.com/office/drawing/2014/main" id="{66B8C380-A0D9-A82A-70B1-356F9F01E9CC}"/>
              </a:ext>
            </a:extLst>
          </p:cNvPr>
          <p:cNvPicPr>
            <a:picLocks noChangeAspect="1"/>
          </p:cNvPicPr>
          <p:nvPr/>
        </p:nvPicPr>
        <p:blipFill>
          <a:blip r:embed="rId3"/>
          <a:stretch/>
        </p:blipFill>
        <p:spPr>
          <a:xfrm>
            <a:off x="826524" y="2230693"/>
            <a:ext cx="5121992" cy="2881121"/>
          </a:xfrm>
          <a:prstGeom prst="rect">
            <a:avLst/>
          </a:prstGeom>
        </p:spPr>
      </p:pic>
      <p:sp>
        <p:nvSpPr>
          <p:cNvPr id="17" name="正方形/長方形 16">
            <a:extLst>
              <a:ext uri="{FF2B5EF4-FFF2-40B4-BE49-F238E27FC236}">
                <a16:creationId xmlns:a16="http://schemas.microsoft.com/office/drawing/2014/main" id="{BE7359C7-F666-0FB1-AA97-9F1BFC85CF4D}"/>
              </a:ext>
            </a:extLst>
          </p:cNvPr>
          <p:cNvSpPr/>
          <p:nvPr/>
        </p:nvSpPr>
        <p:spPr>
          <a:xfrm>
            <a:off x="1893446" y="3081414"/>
            <a:ext cx="610092"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31534194-43B3-0EE7-19FF-B6062B60EAD7}"/>
              </a:ext>
            </a:extLst>
          </p:cNvPr>
          <p:cNvSpPr/>
          <p:nvPr/>
        </p:nvSpPr>
        <p:spPr>
          <a:xfrm>
            <a:off x="2503538" y="3692704"/>
            <a:ext cx="2113936" cy="686299"/>
          </a:xfrm>
          <a:prstGeom prst="wedgeRectCallout">
            <a:avLst>
              <a:gd name="adj1" fmla="val -59479"/>
              <a:gd name="adj2" fmla="val -849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自身のリソースグループを選択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19" name="図 18">
            <a:extLst>
              <a:ext uri="{FF2B5EF4-FFF2-40B4-BE49-F238E27FC236}">
                <a16:creationId xmlns:a16="http://schemas.microsoft.com/office/drawing/2014/main" id="{512995B6-797E-40A8-D43E-C4B17C7DAF2E}"/>
              </a:ext>
            </a:extLst>
          </p:cNvPr>
          <p:cNvPicPr>
            <a:picLocks noChangeAspect="1"/>
          </p:cNvPicPr>
          <p:nvPr/>
        </p:nvPicPr>
        <p:blipFill>
          <a:blip r:embed="rId4"/>
          <a:stretch>
            <a:fillRect/>
          </a:stretch>
        </p:blipFill>
        <p:spPr>
          <a:xfrm>
            <a:off x="6108290" y="2230693"/>
            <a:ext cx="5471160" cy="3419475"/>
          </a:xfrm>
          <a:prstGeom prst="rect">
            <a:avLst/>
          </a:prstGeom>
        </p:spPr>
      </p:pic>
      <p:sp>
        <p:nvSpPr>
          <p:cNvPr id="20" name="正方形/長方形 19">
            <a:extLst>
              <a:ext uri="{FF2B5EF4-FFF2-40B4-BE49-F238E27FC236}">
                <a16:creationId xmlns:a16="http://schemas.microsoft.com/office/drawing/2014/main" id="{03BAE2DF-B79E-087C-8678-6DEF52A01682}"/>
              </a:ext>
            </a:extLst>
          </p:cNvPr>
          <p:cNvSpPr/>
          <p:nvPr/>
        </p:nvSpPr>
        <p:spPr>
          <a:xfrm>
            <a:off x="7473252" y="3942735"/>
            <a:ext cx="667858" cy="1244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0DBE2BD3-96F1-E386-D298-BF6D2A2D0721}"/>
              </a:ext>
            </a:extLst>
          </p:cNvPr>
          <p:cNvSpPr/>
          <p:nvPr/>
        </p:nvSpPr>
        <p:spPr>
          <a:xfrm>
            <a:off x="4988640" y="4220478"/>
            <a:ext cx="2113936" cy="686299"/>
          </a:xfrm>
          <a:prstGeom prst="wedgeRectCallout">
            <a:avLst>
              <a:gd name="adj1" fmla="val 63777"/>
              <a:gd name="adj2" fmla="val -79266"/>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作成した</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VM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6E0742-D5CA-4C48-66EA-44E9DD94A28A}"/>
            </a:ext>
          </a:extLst>
        </p:cNvPr>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6D7EFA20-2F1C-4924-95A3-6278690C8D0C}"/>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VM の Overview を確認する</a:t>
            </a:r>
          </a:p>
        </p:txBody>
      </p:sp>
      <p:sp>
        <p:nvSpPr>
          <p:cNvPr id="2" name="正方形/長方形 1">
            <a:extLst>
              <a:ext uri="{FF2B5EF4-FFF2-40B4-BE49-F238E27FC236}">
                <a16:creationId xmlns:a16="http://schemas.microsoft.com/office/drawing/2014/main" id="{1E55DFF2-3762-8075-3AFC-0E1D90AF611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F7FD7AE3-40A3-E462-6F15-47F212F1C38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BE76215B-B912-92B2-2DC2-3E4A02B90188}"/>
              </a:ext>
            </a:extLst>
          </p:cNvPr>
          <p:cNvSpPr>
            <a:spLocks noGrp="1"/>
          </p:cNvSpPr>
          <p:nvPr/>
        </p:nvSpPr>
        <p:spPr>
          <a:xfrm>
            <a:off x="685799" y="1390650"/>
            <a:ext cx="10719619"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lang="en-US" altLang="ja-JP" sz="1110" b="0" dirty="0">
                <a:solidFill>
                  <a:srgbClr val="344054"/>
                </a:solidFill>
                <a:latin typeface="Yu Gothic UI"/>
                <a:ea typeface="Yu Gothic UI"/>
                <a:cs typeface="Yu Gothic UI"/>
              </a:rPr>
              <a:t>VM</a:t>
            </a:r>
            <a:r>
              <a:rPr lang="ja-JP" altLang="en-US" sz="1110" b="0">
                <a:solidFill>
                  <a:srgbClr val="344054"/>
                </a:solidFill>
                <a:latin typeface="Yu Gothic UI"/>
                <a:ea typeface="Yu Gothic UI"/>
                <a:cs typeface="Yu Gothic UI"/>
              </a:rPr>
              <a:t>の一覧の画面、もしくは、作成したリソースグループの画面から、作成した</a:t>
            </a:r>
            <a:r>
              <a:rPr lang="en-US" altLang="ja-JP" sz="1110" b="0" dirty="0">
                <a:solidFill>
                  <a:srgbClr val="344054"/>
                </a:solidFill>
                <a:latin typeface="Yu Gothic UI"/>
                <a:ea typeface="Yu Gothic UI"/>
                <a:cs typeface="Yu Gothic UI"/>
              </a:rPr>
              <a:t> VM </a:t>
            </a:r>
            <a:r>
              <a:rPr lang="ja-JP" altLang="en-US" sz="1110" b="0">
                <a:solidFill>
                  <a:srgbClr val="344054"/>
                </a:solidFill>
                <a:latin typeface="Yu Gothic UI"/>
                <a:ea typeface="Yu Gothic UI"/>
                <a:cs typeface="Yu Gothic UI"/>
              </a:rPr>
              <a:t>を選択します。</a:t>
            </a:r>
            <a:r>
              <a:rPr sz="1110" b="0" dirty="0">
                <a:solidFill>
                  <a:srgbClr val="344054"/>
                </a:solidFill>
                <a:latin typeface="Yu Gothic UI"/>
                <a:ea typeface="Yu Gothic UI"/>
                <a:cs typeface="Yu Gothic UI"/>
              </a:rPr>
              <a:t>VM </a:t>
            </a:r>
            <a:r>
              <a:rPr sz="1110" b="0" dirty="0" err="1">
                <a:solidFill>
                  <a:srgbClr val="344054"/>
                </a:solidFill>
                <a:latin typeface="Yu Gothic UI"/>
                <a:ea typeface="Yu Gothic UI"/>
                <a:cs typeface="Yu Gothic UI"/>
              </a:rPr>
              <a:t>が</a:t>
            </a:r>
            <a:r>
              <a:rPr sz="1110" b="0" dirty="0">
                <a:solidFill>
                  <a:srgbClr val="344054"/>
                </a:solidFill>
                <a:latin typeface="Yu Gothic UI"/>
                <a:ea typeface="Yu Gothic UI"/>
                <a:cs typeface="Yu Gothic UI"/>
              </a:rPr>
              <a:t> Running </a:t>
            </a:r>
            <a:r>
              <a:rPr sz="1110" b="0" dirty="0" err="1">
                <a:solidFill>
                  <a:srgbClr val="344054"/>
                </a:solidFill>
                <a:latin typeface="Yu Gothic UI"/>
                <a:ea typeface="Yu Gothic UI"/>
                <a:cs typeface="Yu Gothic UI"/>
              </a:rPr>
              <a:t>になっていることと、Public</a:t>
            </a:r>
            <a:r>
              <a:rPr sz="1110" b="0" dirty="0">
                <a:solidFill>
                  <a:srgbClr val="344054"/>
                </a:solidFill>
                <a:latin typeface="Yu Gothic UI"/>
                <a:ea typeface="Yu Gothic UI"/>
                <a:cs typeface="Yu Gothic UI"/>
              </a:rPr>
              <a:t> IP </a:t>
            </a:r>
            <a:r>
              <a:rPr sz="1110" b="0" dirty="0" err="1">
                <a:solidFill>
                  <a:srgbClr val="344054"/>
                </a:solidFill>
                <a:latin typeface="Yu Gothic UI"/>
                <a:ea typeface="Yu Gothic UI"/>
                <a:cs typeface="Yu Gothic UI"/>
              </a:rPr>
              <a:t>が表示されていることを確認します。ブラウザーからアクセスする宛先は</a:t>
            </a:r>
            <a:r>
              <a:rPr sz="1110" b="0" dirty="0">
                <a:solidFill>
                  <a:srgbClr val="344054"/>
                </a:solidFill>
                <a:latin typeface="Yu Gothic UI"/>
                <a:ea typeface="Yu Gothic UI"/>
                <a:cs typeface="Yu Gothic UI"/>
              </a:rPr>
              <a:t> Public IP </a:t>
            </a:r>
            <a:r>
              <a:rPr sz="1110" b="0" dirty="0" err="1">
                <a:solidFill>
                  <a:srgbClr val="344054"/>
                </a:solidFill>
                <a:latin typeface="Yu Gothic UI"/>
                <a:ea typeface="Yu Gothic UI"/>
                <a:cs typeface="Yu Gothic UI"/>
              </a:rPr>
              <a:t>です</a:t>
            </a:r>
            <a:r>
              <a:rPr sz="1110" b="0" dirty="0">
                <a:solidFill>
                  <a:srgbClr val="344054"/>
                </a:solidFill>
                <a:latin typeface="Yu Gothic UI"/>
                <a:ea typeface="Yu Gothic UI"/>
                <a:cs typeface="Yu Gothic UI"/>
              </a:rPr>
              <a:t>。</a:t>
            </a:r>
          </a:p>
        </p:txBody>
      </p:sp>
      <p:sp>
        <p:nvSpPr>
          <p:cNvPr id="11" name="正方形/長方形 10">
            <a:extLst>
              <a:ext uri="{FF2B5EF4-FFF2-40B4-BE49-F238E27FC236}">
                <a16:creationId xmlns:a16="http://schemas.microsoft.com/office/drawing/2014/main" id="{276C3722-3A89-8846-5B25-C8FA5A98D451}"/>
              </a:ext>
            </a:extLst>
          </p:cNvPr>
          <p:cNvSpPr>
            <a:spLocks noGrp="1"/>
          </p:cNvSpPr>
          <p:nvPr/>
        </p:nvSpPr>
        <p:spPr>
          <a:xfrm>
            <a:off x="666750" y="2040193"/>
            <a:ext cx="10820400" cy="3886200"/>
          </a:xfrm>
          <a:prstGeom prst="rect">
            <a:avLst/>
          </a:prstGeom>
          <a:solidFill>
            <a:srgbClr val="FFFFFF"/>
          </a:solidFill>
          <a:ln w="9525">
            <a:solidFill>
              <a:srgbClr val="D0D5DD"/>
            </a:solidFill>
            <a:prstDash val="solid"/>
          </a:ln>
        </p:spPr>
        <p:txBody>
          <a:bodyPr/>
          <a:lstStyle/>
          <a:p>
            <a:endParaRPr lang="ja-JP" altLang="en-US"/>
          </a:p>
        </p:txBody>
      </p:sp>
      <p:pic>
        <p:nvPicPr>
          <p:cNvPr id="12" name="図 11">
            <a:extLst>
              <a:ext uri="{FF2B5EF4-FFF2-40B4-BE49-F238E27FC236}">
                <a16:creationId xmlns:a16="http://schemas.microsoft.com/office/drawing/2014/main" id="{137873F6-A84A-A9CF-6223-AF874DD24F4E}"/>
              </a:ext>
            </a:extLst>
          </p:cNvPr>
          <p:cNvPicPr>
            <a:picLocks noChangeAspect="1"/>
          </p:cNvPicPr>
          <p:nvPr/>
        </p:nvPicPr>
        <p:blipFill>
          <a:blip r:embed="rId3"/>
          <a:stretch/>
        </p:blipFill>
        <p:spPr>
          <a:xfrm>
            <a:off x="3446206" y="2230693"/>
            <a:ext cx="5715000" cy="3214688"/>
          </a:xfrm>
          <a:prstGeom prst="rect">
            <a:avLst/>
          </a:prstGeom>
        </p:spPr>
      </p:pic>
      <p:sp>
        <p:nvSpPr>
          <p:cNvPr id="13" name="正方形/長方形 12">
            <a:extLst>
              <a:ext uri="{FF2B5EF4-FFF2-40B4-BE49-F238E27FC236}">
                <a16:creationId xmlns:a16="http://schemas.microsoft.com/office/drawing/2014/main" id="{54028585-65F4-94DE-E479-7C0959299D51}"/>
              </a:ext>
            </a:extLst>
          </p:cNvPr>
          <p:cNvSpPr>
            <a:spLocks noGrp="1"/>
          </p:cNvSpPr>
          <p:nvPr/>
        </p:nvSpPr>
        <p:spPr>
          <a:xfrm>
            <a:off x="3729498" y="5635881"/>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VM の状態と Public IP を確認する</a:t>
            </a:r>
          </a:p>
        </p:txBody>
      </p:sp>
      <p:sp>
        <p:nvSpPr>
          <p:cNvPr id="6" name="正方形/長方形 5">
            <a:extLst>
              <a:ext uri="{FF2B5EF4-FFF2-40B4-BE49-F238E27FC236}">
                <a16:creationId xmlns:a16="http://schemas.microsoft.com/office/drawing/2014/main" id="{6418BEBC-DB60-CD8A-C750-28BB9560BE74}"/>
              </a:ext>
            </a:extLst>
          </p:cNvPr>
          <p:cNvSpPr/>
          <p:nvPr/>
        </p:nvSpPr>
        <p:spPr>
          <a:xfrm>
            <a:off x="7453587" y="4398946"/>
            <a:ext cx="667858" cy="12443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吹き出し 6">
            <a:extLst>
              <a:ext uri="{FF2B5EF4-FFF2-40B4-BE49-F238E27FC236}">
                <a16:creationId xmlns:a16="http://schemas.microsoft.com/office/drawing/2014/main" id="{5DE4DF44-E466-6C24-073D-A37DF2BDAA3F}"/>
              </a:ext>
            </a:extLst>
          </p:cNvPr>
          <p:cNvSpPr/>
          <p:nvPr/>
        </p:nvSpPr>
        <p:spPr>
          <a:xfrm>
            <a:off x="8273229" y="4759082"/>
            <a:ext cx="2345609" cy="898768"/>
          </a:xfrm>
          <a:prstGeom prst="wedgeRectCallout">
            <a:avLst>
              <a:gd name="adj1" fmla="val -60874"/>
              <a:gd name="adj2" fmla="val -7210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割り当てられた</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Public IP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を確認。後でブラウザから　</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ページにアクセスするのに利用。</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8" name="正方形/長方形 7">
            <a:extLst>
              <a:ext uri="{FF2B5EF4-FFF2-40B4-BE49-F238E27FC236}">
                <a16:creationId xmlns:a16="http://schemas.microsoft.com/office/drawing/2014/main" id="{C9AEF88B-E30C-4512-2D28-CB9D586E88AF}"/>
              </a:ext>
            </a:extLst>
          </p:cNvPr>
          <p:cNvSpPr/>
          <p:nvPr/>
        </p:nvSpPr>
        <p:spPr>
          <a:xfrm>
            <a:off x="4972050" y="3254478"/>
            <a:ext cx="475021" cy="14349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吹き出し 8">
            <a:extLst>
              <a:ext uri="{FF2B5EF4-FFF2-40B4-BE49-F238E27FC236}">
                <a16:creationId xmlns:a16="http://schemas.microsoft.com/office/drawing/2014/main" id="{65954A7B-BAD0-4860-1A07-0EEC458551A0}"/>
              </a:ext>
            </a:extLst>
          </p:cNvPr>
          <p:cNvSpPr/>
          <p:nvPr/>
        </p:nvSpPr>
        <p:spPr>
          <a:xfrm>
            <a:off x="1729861" y="2761213"/>
            <a:ext cx="2345609" cy="898768"/>
          </a:xfrm>
          <a:prstGeom prst="wedgeRectCallout">
            <a:avLst>
              <a:gd name="adj1" fmla="val 82065"/>
              <a:gd name="adj2" fmla="val 19791"/>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Running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になっていることを確認</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4114575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C1F5F827-363B-4A4A-A0E4-82A52B654D10}"/>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ブラウザーでアクセスする</a:t>
            </a:r>
          </a:p>
        </p:txBody>
      </p:sp>
      <p:sp>
        <p:nvSpPr>
          <p:cNvPr id="2" name="正方形/長方形 1">
            <a:extLst>
              <a:ext uri="{FF2B5EF4-FFF2-40B4-BE49-F238E27FC236}">
                <a16:creationId xmlns:a16="http://schemas.microsoft.com/office/drawing/2014/main" id="{C2D64435-5CF9-4A52-BDEE-5AD12F26EDB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78F6A27B-F5B1-43A8-AAD8-E14BBD92333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023222F5-E81D-4F4B-AE77-84127C419AA5}"/>
              </a:ext>
            </a:extLst>
          </p:cNvPr>
          <p:cNvSpPr>
            <a:spLocks noGrp="1"/>
          </p:cNvSpPr>
          <p:nvPr/>
        </p:nvSpPr>
        <p:spPr>
          <a:xfrm>
            <a:off x="685800" y="13906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lang="en-US" sz="1110" dirty="0" err="1">
                <a:solidFill>
                  <a:srgbClr val="344054"/>
                </a:solidFill>
                <a:latin typeface="Yu Gothic UI"/>
                <a:ea typeface="Yu Gothic UI"/>
                <a:cs typeface="Yu Gothic UI"/>
              </a:rPr>
              <a:t>ブラウザから</a:t>
            </a:r>
            <a:r>
              <a:rPr lang="en-US" sz="1110" dirty="0">
                <a:solidFill>
                  <a:srgbClr val="344054"/>
                </a:solidFill>
                <a:latin typeface="Yu Gothic UI"/>
                <a:ea typeface="Yu Gothic UI"/>
                <a:cs typeface="Yu Gothic UI"/>
              </a:rPr>
              <a:t> http://&lt;VM </a:t>
            </a:r>
            <a:r>
              <a:rPr lang="en-US" sz="1110" dirty="0" err="1">
                <a:solidFill>
                  <a:srgbClr val="344054"/>
                </a:solidFill>
                <a:latin typeface="Yu Gothic UI"/>
                <a:ea typeface="Yu Gothic UI"/>
                <a:cs typeface="Yu Gothic UI"/>
              </a:rPr>
              <a:t>に割り当てられた</a:t>
            </a:r>
            <a:r>
              <a:rPr lang="en-US" sz="1110" dirty="0">
                <a:solidFill>
                  <a:srgbClr val="344054"/>
                </a:solidFill>
                <a:latin typeface="Yu Gothic UI"/>
                <a:ea typeface="Yu Gothic UI"/>
                <a:cs typeface="Yu Gothic UI"/>
              </a:rPr>
              <a:t> Public IP&gt;/ </a:t>
            </a:r>
            <a:r>
              <a:rPr lang="en-US" sz="1110" dirty="0" err="1">
                <a:solidFill>
                  <a:srgbClr val="344054"/>
                </a:solidFill>
                <a:latin typeface="Yu Gothic UI"/>
                <a:ea typeface="Yu Gothic UI"/>
                <a:cs typeface="Yu Gothic UI"/>
              </a:rPr>
              <a:t>にアクセスし、トップページが表示されることを確認する</a:t>
            </a:r>
            <a:endParaRPr sz="1110" b="0" dirty="0">
              <a:solidFill>
                <a:srgbClr val="344054"/>
              </a:solidFill>
              <a:latin typeface="Yu Gothic UI"/>
              <a:ea typeface="Yu Gothic UI"/>
              <a:cs typeface="Yu Gothic UI"/>
            </a:endParaRPr>
          </a:p>
        </p:txBody>
      </p:sp>
      <p:sp>
        <p:nvSpPr>
          <p:cNvPr id="11" name="正方形/長方形 10">
            <a:extLst>
              <a:ext uri="{FF2B5EF4-FFF2-40B4-BE49-F238E27FC236}">
                <a16:creationId xmlns:a16="http://schemas.microsoft.com/office/drawing/2014/main" id="{255B3DE6-F302-4AED-9756-FA20BB5839C0}"/>
              </a:ext>
            </a:extLst>
          </p:cNvPr>
          <p:cNvSpPr>
            <a:spLocks noGrp="1"/>
          </p:cNvSpPr>
          <p:nvPr/>
        </p:nvSpPr>
        <p:spPr>
          <a:xfrm>
            <a:off x="685800" y="1838631"/>
            <a:ext cx="10629900" cy="4444181"/>
          </a:xfrm>
          <a:prstGeom prst="rect">
            <a:avLst/>
          </a:prstGeom>
          <a:solidFill>
            <a:srgbClr val="FFFFFF"/>
          </a:solidFill>
          <a:ln w="9525">
            <a:solidFill>
              <a:srgbClr val="D0D5DD"/>
            </a:solidFill>
            <a:prstDash val="solid"/>
          </a:ln>
        </p:spPr>
        <p:txBody>
          <a:bodyPr/>
          <a:lstStyle/>
          <a:p>
            <a:endParaRPr lang="ja-JP" altLang="en-US"/>
          </a:p>
        </p:txBody>
      </p:sp>
      <p:sp>
        <p:nvSpPr>
          <p:cNvPr id="13" name="正方形/長方形 12">
            <a:extLst>
              <a:ext uri="{FF2B5EF4-FFF2-40B4-BE49-F238E27FC236}">
                <a16:creationId xmlns:a16="http://schemas.microsoft.com/office/drawing/2014/main" id="{35FCD7C2-873E-4909-9143-A26079F818DD}"/>
              </a:ext>
            </a:extLst>
          </p:cNvPr>
          <p:cNvSpPr>
            <a:spLocks noGrp="1"/>
          </p:cNvSpPr>
          <p:nvPr/>
        </p:nvSpPr>
        <p:spPr>
          <a:xfrm>
            <a:off x="3295650" y="5903119"/>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ブラウザーで NGINX のページを確認する</a:t>
            </a:r>
          </a:p>
        </p:txBody>
      </p:sp>
      <p:pic>
        <p:nvPicPr>
          <p:cNvPr id="16" name="図 15">
            <a:extLst>
              <a:ext uri="{FF2B5EF4-FFF2-40B4-BE49-F238E27FC236}">
                <a16:creationId xmlns:a16="http://schemas.microsoft.com/office/drawing/2014/main" id="{DD96FF5D-D88A-9088-1AAD-A6368E33847D}"/>
              </a:ext>
            </a:extLst>
          </p:cNvPr>
          <p:cNvPicPr>
            <a:picLocks noChangeAspect="1"/>
          </p:cNvPicPr>
          <p:nvPr/>
        </p:nvPicPr>
        <p:blipFill>
          <a:blip r:embed="rId3"/>
          <a:stretch>
            <a:fillRect/>
          </a:stretch>
        </p:blipFill>
        <p:spPr>
          <a:xfrm>
            <a:off x="2209800" y="2035584"/>
            <a:ext cx="7772400" cy="3744402"/>
          </a:xfrm>
          <a:prstGeom prst="rect">
            <a:avLst/>
          </a:prstGeom>
        </p:spPr>
      </p:pic>
      <p:sp>
        <p:nvSpPr>
          <p:cNvPr id="17" name="正方形/長方形 16">
            <a:extLst>
              <a:ext uri="{FF2B5EF4-FFF2-40B4-BE49-F238E27FC236}">
                <a16:creationId xmlns:a16="http://schemas.microsoft.com/office/drawing/2014/main" id="{0F83975E-369E-5CDC-D1DF-F90574398452}"/>
              </a:ext>
            </a:extLst>
          </p:cNvPr>
          <p:cNvSpPr/>
          <p:nvPr/>
        </p:nvSpPr>
        <p:spPr>
          <a:xfrm>
            <a:off x="2902665" y="2064271"/>
            <a:ext cx="2082290" cy="194116"/>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D15F49FB-F49C-FA92-CE94-22C8DBD87BC0}"/>
              </a:ext>
            </a:extLst>
          </p:cNvPr>
          <p:cNvSpPr/>
          <p:nvPr/>
        </p:nvSpPr>
        <p:spPr>
          <a:xfrm>
            <a:off x="2473118" y="2350870"/>
            <a:ext cx="7509081" cy="3521599"/>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C9B5E8B7-FFB6-C6CA-FE2E-A5E88FE8D39A}"/>
              </a:ext>
            </a:extLst>
          </p:cNvPr>
          <p:cNvSpPr/>
          <p:nvPr/>
        </p:nvSpPr>
        <p:spPr>
          <a:xfrm>
            <a:off x="846495" y="2396882"/>
            <a:ext cx="2345609" cy="898768"/>
          </a:xfrm>
          <a:prstGeom prst="wedgeRectCallout">
            <a:avLst>
              <a:gd name="adj1" fmla="val 42243"/>
              <a:gd name="adj2" fmla="val -6225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クライアント</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PC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のブラウザから</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lang="en-US" altLang="ja-JP" sz="1400" dirty="0">
                <a:solidFill>
                  <a:srgbClr val="344054"/>
                </a:solidFill>
                <a:latin typeface="Yu Gothic UI"/>
                <a:ea typeface="Yu Gothic UI"/>
                <a:cs typeface="Yu Gothic UI"/>
              </a:rPr>
              <a:t>http://&lt;VM </a:t>
            </a:r>
            <a:r>
              <a:rPr lang="en-US" altLang="ja-JP" sz="1400" dirty="0" err="1">
                <a:solidFill>
                  <a:srgbClr val="344054"/>
                </a:solidFill>
                <a:latin typeface="Yu Gothic UI"/>
                <a:ea typeface="Yu Gothic UI"/>
                <a:cs typeface="Yu Gothic UI"/>
              </a:rPr>
              <a:t>に割り当てられた</a:t>
            </a:r>
            <a:r>
              <a:rPr lang="en-US" altLang="ja-JP" sz="1400" dirty="0">
                <a:solidFill>
                  <a:srgbClr val="344054"/>
                </a:solidFill>
                <a:latin typeface="Yu Gothic UI"/>
                <a:ea typeface="Yu Gothic UI"/>
                <a:cs typeface="Yu Gothic UI"/>
              </a:rPr>
              <a:t> Public IP&gt;/ </a:t>
            </a:r>
            <a:r>
              <a:rPr lang="ja-JP" altLang="en-US" sz="1400">
                <a:solidFill>
                  <a:srgbClr val="344054"/>
                </a:solidFill>
                <a:latin typeface="Yu Gothic UI"/>
                <a:ea typeface="Yu Gothic UI"/>
                <a:cs typeface="Yu Gothic UI"/>
              </a:rPr>
              <a:t>にアクセス</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p>
        </p:txBody>
      </p:sp>
      <p:sp>
        <p:nvSpPr>
          <p:cNvPr id="20" name="四角形吹き出し 19">
            <a:extLst>
              <a:ext uri="{FF2B5EF4-FFF2-40B4-BE49-F238E27FC236}">
                <a16:creationId xmlns:a16="http://schemas.microsoft.com/office/drawing/2014/main" id="{E6908AAF-B907-65B7-99F8-80EF96285AB1}"/>
              </a:ext>
            </a:extLst>
          </p:cNvPr>
          <p:cNvSpPr/>
          <p:nvPr/>
        </p:nvSpPr>
        <p:spPr>
          <a:xfrm>
            <a:off x="9435889" y="2846266"/>
            <a:ext cx="2345609" cy="898768"/>
          </a:xfrm>
          <a:prstGeom prst="wedgeRectCallout">
            <a:avLst>
              <a:gd name="adj1" fmla="val -58360"/>
              <a:gd name="adj2" fmla="val 81053"/>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カスタマイズされた</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VM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上のトップページが表示される。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CC7125C4-AC19-4EDA-8F97-C667C2A709ED}"/>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表示されないときの見方</a:t>
            </a:r>
          </a:p>
        </p:txBody>
      </p:sp>
      <p:sp>
        <p:nvSpPr>
          <p:cNvPr id="2" name="正方形/長方形 1">
            <a:extLst>
              <a:ext uri="{FF2B5EF4-FFF2-40B4-BE49-F238E27FC236}">
                <a16:creationId xmlns:a16="http://schemas.microsoft.com/office/drawing/2014/main" id="{BF180080-0F89-4B0B-BC54-AA33810BC70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30285382-1D66-4764-AD80-2F628D58305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CA1B9BDA-52E6-4F98-A059-6D03786AC8B3}"/>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画面が出ないときは、焦って設定を増やすのではなく、VM の状態、Public IP、アクセス方法、NSG、起動時スクリプトを順番に確認します。</a:t>
            </a:r>
          </a:p>
        </p:txBody>
      </p:sp>
      <p:sp>
        <p:nvSpPr>
          <p:cNvPr id="6" name="正方形/長方形 5">
            <a:extLst>
              <a:ext uri="{FF2B5EF4-FFF2-40B4-BE49-F238E27FC236}">
                <a16:creationId xmlns:a16="http://schemas.microsoft.com/office/drawing/2014/main" id="{72B1CD2E-C966-4120-BFD0-FD8C28F0C9B6}"/>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12" name="角丸四角形 11">
            <a:extLst>
              <a:ext uri="{FF2B5EF4-FFF2-40B4-BE49-F238E27FC236}">
                <a16:creationId xmlns:a16="http://schemas.microsoft.com/office/drawing/2014/main" id="{89C88B79-408E-F36E-D804-9F3AB660AE4F}"/>
              </a:ext>
            </a:extLst>
          </p:cNvPr>
          <p:cNvSpPr/>
          <p:nvPr/>
        </p:nvSpPr>
        <p:spPr>
          <a:xfrm>
            <a:off x="1084729"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角丸四角形 12">
            <a:extLst>
              <a:ext uri="{FF2B5EF4-FFF2-40B4-BE49-F238E27FC236}">
                <a16:creationId xmlns:a16="http://schemas.microsoft.com/office/drawing/2014/main" id="{2F6954A7-619D-2483-2CE7-B2588DEEE2DE}"/>
              </a:ext>
            </a:extLst>
          </p:cNvPr>
          <p:cNvSpPr/>
          <p:nvPr/>
        </p:nvSpPr>
        <p:spPr>
          <a:xfrm>
            <a:off x="3159273" y="2732664"/>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角丸四角形 13">
            <a:extLst>
              <a:ext uri="{FF2B5EF4-FFF2-40B4-BE49-F238E27FC236}">
                <a16:creationId xmlns:a16="http://schemas.microsoft.com/office/drawing/2014/main" id="{0CD7B344-9E09-C78B-922C-4A783D096D52}"/>
              </a:ext>
            </a:extLst>
          </p:cNvPr>
          <p:cNvSpPr/>
          <p:nvPr/>
        </p:nvSpPr>
        <p:spPr>
          <a:xfrm>
            <a:off x="5233817"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角丸四角形 14">
            <a:extLst>
              <a:ext uri="{FF2B5EF4-FFF2-40B4-BE49-F238E27FC236}">
                <a16:creationId xmlns:a16="http://schemas.microsoft.com/office/drawing/2014/main" id="{47246411-DB3C-DF4B-D5CB-CF2DCC2F6B1D}"/>
              </a:ext>
            </a:extLst>
          </p:cNvPr>
          <p:cNvSpPr/>
          <p:nvPr/>
        </p:nvSpPr>
        <p:spPr>
          <a:xfrm>
            <a:off x="7374146"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角丸四角形 15">
            <a:extLst>
              <a:ext uri="{FF2B5EF4-FFF2-40B4-BE49-F238E27FC236}">
                <a16:creationId xmlns:a16="http://schemas.microsoft.com/office/drawing/2014/main" id="{1D1A2872-40F0-6B2A-D240-6CFA8DBF6B4D}"/>
              </a:ext>
            </a:extLst>
          </p:cNvPr>
          <p:cNvSpPr/>
          <p:nvPr/>
        </p:nvSpPr>
        <p:spPr>
          <a:xfrm>
            <a:off x="9524659" y="2728505"/>
            <a:ext cx="1724366" cy="2929345"/>
          </a:xfrm>
          <a:prstGeom prst="roundRect">
            <a:avLst>
              <a:gd name="adj" fmla="val 5697"/>
            </a:avLst>
          </a:prstGeom>
          <a:noFill/>
          <a:ln w="1905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B572AEAA-E20B-A3B3-8E59-B70F89C54F60}"/>
              </a:ext>
            </a:extLst>
          </p:cNvPr>
          <p:cNvSpPr txBox="1"/>
          <p:nvPr/>
        </p:nvSpPr>
        <p:spPr>
          <a:xfrm>
            <a:off x="1263468" y="2818614"/>
            <a:ext cx="1366887" cy="646331"/>
          </a:xfrm>
          <a:prstGeom prst="rect">
            <a:avLst/>
          </a:prstGeom>
          <a:noFill/>
        </p:spPr>
        <p:txBody>
          <a:bodyPr wrap="square" rtlCol="0">
            <a:spAutoFit/>
          </a:bodyPr>
          <a:lstStyle/>
          <a:p>
            <a:pPr algn="ctr"/>
            <a:r>
              <a:rPr kumimoji="1" lang="en-US" altLang="ja-JP" dirty="0">
                <a:latin typeface="Yu Gothic UI" panose="020B0500000000000000" pitchFamily="34" charset="-128"/>
                <a:ea typeface="Yu Gothic UI" panose="020B0500000000000000" pitchFamily="34" charset="-128"/>
              </a:rPr>
              <a:t>VM </a:t>
            </a:r>
            <a:r>
              <a:rPr kumimoji="1" lang="ja-JP" altLang="en-US">
                <a:latin typeface="Yu Gothic UI" panose="020B0500000000000000" pitchFamily="34" charset="-128"/>
                <a:ea typeface="Yu Gothic UI" panose="020B0500000000000000" pitchFamily="34" charset="-128"/>
              </a:rPr>
              <a:t>の状態確認</a:t>
            </a:r>
          </a:p>
        </p:txBody>
      </p:sp>
      <p:sp>
        <p:nvSpPr>
          <p:cNvPr id="18" name="テキスト ボックス 17">
            <a:extLst>
              <a:ext uri="{FF2B5EF4-FFF2-40B4-BE49-F238E27FC236}">
                <a16:creationId xmlns:a16="http://schemas.microsoft.com/office/drawing/2014/main" id="{CF14B158-5CAC-A864-6AB9-318338E0C9D7}"/>
              </a:ext>
            </a:extLst>
          </p:cNvPr>
          <p:cNvSpPr txBox="1"/>
          <p:nvPr/>
        </p:nvSpPr>
        <p:spPr>
          <a:xfrm>
            <a:off x="1094913" y="3508769"/>
            <a:ext cx="1714181" cy="307777"/>
          </a:xfrm>
          <a:prstGeom prst="rect">
            <a:avLst/>
          </a:prstGeom>
          <a:noFill/>
        </p:spPr>
        <p:txBody>
          <a:bodyPr wrap="square" rtlCol="0">
            <a:spAutoFit/>
          </a:bodyPr>
          <a:lstStyle/>
          <a:p>
            <a:pPr algn="ctr"/>
            <a:r>
              <a:rPr kumimoji="1" lang="en-US" altLang="ja-JP" sz="1400" dirty="0">
                <a:latin typeface="Yu Gothic UI" panose="020B0500000000000000" pitchFamily="34" charset="-128"/>
                <a:ea typeface="Yu Gothic UI" panose="020B0500000000000000" pitchFamily="34" charset="-128"/>
              </a:rPr>
              <a:t>VM </a:t>
            </a:r>
            <a:r>
              <a:rPr kumimoji="1" lang="ja-JP" altLang="en-US" sz="1400">
                <a:latin typeface="Yu Gothic UI" panose="020B0500000000000000" pitchFamily="34" charset="-128"/>
                <a:ea typeface="Yu Gothic UI" panose="020B0500000000000000" pitchFamily="34" charset="-128"/>
              </a:rPr>
              <a:t>は</a:t>
            </a:r>
            <a:r>
              <a:rPr kumimoji="1" lang="en-US" altLang="ja-JP" sz="1400" dirty="0">
                <a:latin typeface="Yu Gothic UI" panose="020B0500000000000000" pitchFamily="34" charset="-128"/>
                <a:ea typeface="Yu Gothic UI" panose="020B0500000000000000" pitchFamily="34" charset="-128"/>
              </a:rPr>
              <a:t> Running </a:t>
            </a:r>
            <a:r>
              <a:rPr kumimoji="1" lang="ja-JP" altLang="en-US" sz="1400">
                <a:latin typeface="Yu Gothic UI" panose="020B0500000000000000" pitchFamily="34" charset="-128"/>
                <a:ea typeface="Yu Gothic UI" panose="020B0500000000000000" pitchFamily="34" charset="-128"/>
              </a:rPr>
              <a:t>か</a:t>
            </a:r>
          </a:p>
        </p:txBody>
      </p:sp>
      <p:sp>
        <p:nvSpPr>
          <p:cNvPr id="19" name="テキスト ボックス 18">
            <a:extLst>
              <a:ext uri="{FF2B5EF4-FFF2-40B4-BE49-F238E27FC236}">
                <a16:creationId xmlns:a16="http://schemas.microsoft.com/office/drawing/2014/main" id="{F4536D62-BDAC-7898-70C2-9DD3DD9A79F8}"/>
              </a:ext>
            </a:extLst>
          </p:cNvPr>
          <p:cNvSpPr txBox="1"/>
          <p:nvPr/>
        </p:nvSpPr>
        <p:spPr>
          <a:xfrm>
            <a:off x="3338012" y="2818614"/>
            <a:ext cx="1366887" cy="369332"/>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宛先の確認</a:t>
            </a:r>
          </a:p>
        </p:txBody>
      </p:sp>
      <p:sp>
        <p:nvSpPr>
          <p:cNvPr id="20" name="テキスト ボックス 19">
            <a:extLst>
              <a:ext uri="{FF2B5EF4-FFF2-40B4-BE49-F238E27FC236}">
                <a16:creationId xmlns:a16="http://schemas.microsoft.com/office/drawing/2014/main" id="{E62DB8E7-8F13-38E7-D9C8-350A3E0EBA0E}"/>
              </a:ext>
            </a:extLst>
          </p:cNvPr>
          <p:cNvSpPr txBox="1"/>
          <p:nvPr/>
        </p:nvSpPr>
        <p:spPr>
          <a:xfrm>
            <a:off x="3169457" y="3508769"/>
            <a:ext cx="1714181" cy="954107"/>
          </a:xfrm>
          <a:prstGeom prst="rect">
            <a:avLst/>
          </a:prstGeom>
          <a:noFill/>
        </p:spPr>
        <p:txBody>
          <a:bodyPr wrap="square" rtlCol="0">
            <a:spAutoFit/>
          </a:bodyPr>
          <a:lstStyle/>
          <a:p>
            <a:pPr algn="ctr"/>
            <a:r>
              <a:rPr kumimoji="1" lang="en-US" altLang="ja-JP" sz="1400" dirty="0">
                <a:latin typeface="Yu Gothic UI" panose="020B0500000000000000" pitchFamily="34" charset="-128"/>
                <a:ea typeface="Yu Gothic UI" panose="020B0500000000000000" pitchFamily="34" charset="-128"/>
              </a:rPr>
              <a:t>VM </a:t>
            </a:r>
            <a:r>
              <a:rPr kumimoji="1" lang="ja-JP" altLang="en-US" sz="1400">
                <a:latin typeface="Yu Gothic UI" panose="020B0500000000000000" pitchFamily="34" charset="-128"/>
                <a:ea typeface="Yu Gothic UI" panose="020B0500000000000000" pitchFamily="34" charset="-128"/>
              </a:rPr>
              <a:t>に割り当てられている</a:t>
            </a:r>
            <a:r>
              <a:rPr kumimoji="1" lang="en-US" altLang="ja-JP" sz="1400" dirty="0">
                <a:latin typeface="Yu Gothic UI" panose="020B0500000000000000" pitchFamily="34" charset="-128"/>
                <a:ea typeface="Yu Gothic UI" panose="020B0500000000000000" pitchFamily="34" charset="-128"/>
              </a:rPr>
              <a:t> Public IP </a:t>
            </a:r>
            <a:r>
              <a:rPr kumimoji="1" lang="ja-JP" altLang="en-US" sz="1400">
                <a:latin typeface="Yu Gothic UI" panose="020B0500000000000000" pitchFamily="34" charset="-128"/>
                <a:ea typeface="Yu Gothic UI" panose="020B0500000000000000" pitchFamily="34" charset="-128"/>
              </a:rPr>
              <a:t>を正しく宛先としてブラウザに入力しているか</a:t>
            </a:r>
            <a:endParaRPr kumimoji="1" lang="en-US" altLang="ja-JP" sz="1400" dirty="0">
              <a:latin typeface="Yu Gothic UI" panose="020B0500000000000000" pitchFamily="34" charset="-128"/>
              <a:ea typeface="Yu Gothic UI" panose="020B0500000000000000" pitchFamily="34" charset="-128"/>
            </a:endParaRPr>
          </a:p>
        </p:txBody>
      </p:sp>
      <p:sp>
        <p:nvSpPr>
          <p:cNvPr id="21" name="テキスト ボックス 20">
            <a:extLst>
              <a:ext uri="{FF2B5EF4-FFF2-40B4-BE49-F238E27FC236}">
                <a16:creationId xmlns:a16="http://schemas.microsoft.com/office/drawing/2014/main" id="{EC168DD9-37BF-719E-9553-42AA2ADAA6C4}"/>
              </a:ext>
            </a:extLst>
          </p:cNvPr>
          <p:cNvSpPr txBox="1"/>
          <p:nvPr/>
        </p:nvSpPr>
        <p:spPr>
          <a:xfrm>
            <a:off x="5412556" y="2818614"/>
            <a:ext cx="1366887" cy="646331"/>
          </a:xfrm>
          <a:prstGeom prst="rect">
            <a:avLst/>
          </a:prstGeom>
          <a:noFill/>
        </p:spPr>
        <p:txBody>
          <a:bodyPr wrap="square" rtlCol="0">
            <a:spAutoFit/>
          </a:bodyPr>
          <a:lstStyle/>
          <a:p>
            <a:pPr algn="ctr"/>
            <a:r>
              <a:rPr kumimoji="1" lang="ja-JP" altLang="en-US">
                <a:latin typeface="Yu Gothic UI" panose="020B0500000000000000" pitchFamily="34" charset="-128"/>
                <a:ea typeface="Yu Gothic UI" panose="020B0500000000000000" pitchFamily="34" charset="-128"/>
              </a:rPr>
              <a:t>プロトコルの確認</a:t>
            </a:r>
          </a:p>
        </p:txBody>
      </p:sp>
      <p:sp>
        <p:nvSpPr>
          <p:cNvPr id="22" name="テキスト ボックス 21">
            <a:extLst>
              <a:ext uri="{FF2B5EF4-FFF2-40B4-BE49-F238E27FC236}">
                <a16:creationId xmlns:a16="http://schemas.microsoft.com/office/drawing/2014/main" id="{C892DDA8-4CE2-5610-60FE-8CF87A9F45D2}"/>
              </a:ext>
            </a:extLst>
          </p:cNvPr>
          <p:cNvSpPr txBox="1"/>
          <p:nvPr/>
        </p:nvSpPr>
        <p:spPr>
          <a:xfrm>
            <a:off x="5244001" y="3508769"/>
            <a:ext cx="1714181" cy="954107"/>
          </a:xfrm>
          <a:prstGeom prst="rect">
            <a:avLst/>
          </a:prstGeom>
          <a:noFill/>
        </p:spPr>
        <p:txBody>
          <a:bodyPr wrap="square" rtlCol="0">
            <a:spAutoFit/>
          </a:bodyPr>
          <a:lstStyle/>
          <a:p>
            <a:pPr algn="ctr"/>
            <a:r>
              <a:rPr kumimoji="1" lang="ja-JP" altLang="en-US" sz="1400">
                <a:latin typeface="Yu Gothic UI" panose="020B0500000000000000" pitchFamily="34" charset="-128"/>
                <a:ea typeface="Yu Gothic UI" panose="020B0500000000000000" pitchFamily="34" charset="-128"/>
              </a:rPr>
              <a:t>ブラウザで指定したプロトコルは</a:t>
            </a:r>
            <a:r>
              <a:rPr kumimoji="1" lang="en-US" altLang="ja-JP" sz="1400" dirty="0">
                <a:latin typeface="Yu Gothic UI" panose="020B0500000000000000" pitchFamily="34" charset="-128"/>
                <a:ea typeface="Yu Gothic UI" panose="020B0500000000000000" pitchFamily="34" charset="-128"/>
              </a:rPr>
              <a:t> https </a:t>
            </a:r>
            <a:r>
              <a:rPr kumimoji="1" lang="ja-JP" altLang="en-US" sz="1400">
                <a:latin typeface="Yu Gothic UI" panose="020B0500000000000000" pitchFamily="34" charset="-128"/>
                <a:ea typeface="Yu Gothic UI" panose="020B0500000000000000" pitchFamily="34" charset="-128"/>
              </a:rPr>
              <a:t>ではなく、</a:t>
            </a:r>
            <a:r>
              <a:rPr kumimoji="1" lang="en-US" altLang="ja-JP" sz="1400" dirty="0">
                <a:latin typeface="Yu Gothic UI" panose="020B0500000000000000" pitchFamily="34" charset="-128"/>
                <a:ea typeface="Yu Gothic UI" panose="020B0500000000000000" pitchFamily="34" charset="-128"/>
              </a:rPr>
              <a:t>http </a:t>
            </a:r>
            <a:r>
              <a:rPr kumimoji="1" lang="ja-JP" altLang="en-US" sz="1400">
                <a:latin typeface="Yu Gothic UI" panose="020B0500000000000000" pitchFamily="34" charset="-128"/>
                <a:ea typeface="Yu Gothic UI" panose="020B0500000000000000" pitchFamily="34" charset="-128"/>
              </a:rPr>
              <a:t>になっているか</a:t>
            </a:r>
            <a:endParaRPr kumimoji="1" lang="en-US" altLang="ja-JP" sz="1400" dirty="0">
              <a:latin typeface="Yu Gothic UI" panose="020B0500000000000000" pitchFamily="34" charset="-128"/>
              <a:ea typeface="Yu Gothic UI" panose="020B0500000000000000" pitchFamily="34" charset="-128"/>
            </a:endParaRPr>
          </a:p>
        </p:txBody>
      </p:sp>
      <p:cxnSp>
        <p:nvCxnSpPr>
          <p:cNvPr id="23" name="直線矢印コネクタ 22">
            <a:extLst>
              <a:ext uri="{FF2B5EF4-FFF2-40B4-BE49-F238E27FC236}">
                <a16:creationId xmlns:a16="http://schemas.microsoft.com/office/drawing/2014/main" id="{8A83F4EF-A4F4-260C-43AF-832EDE7E1D40}"/>
              </a:ext>
            </a:extLst>
          </p:cNvPr>
          <p:cNvCxnSpPr>
            <a:stCxn id="12" idx="3"/>
            <a:endCxn id="13" idx="1"/>
          </p:cNvCxnSpPr>
          <p:nvPr/>
        </p:nvCxnSpPr>
        <p:spPr>
          <a:xfrm>
            <a:off x="2809095" y="4193178"/>
            <a:ext cx="350178" cy="41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8367CE4-5487-1B33-2FFA-9369008047CA}"/>
              </a:ext>
            </a:extLst>
          </p:cNvPr>
          <p:cNvCxnSpPr>
            <a:cxnSpLocks/>
            <a:stCxn id="13" idx="3"/>
            <a:endCxn id="14" idx="1"/>
          </p:cNvCxnSpPr>
          <p:nvPr/>
        </p:nvCxnSpPr>
        <p:spPr>
          <a:xfrm flipV="1">
            <a:off x="4883639" y="4193178"/>
            <a:ext cx="350178" cy="41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直線矢印コネクタ 24">
            <a:extLst>
              <a:ext uri="{FF2B5EF4-FFF2-40B4-BE49-F238E27FC236}">
                <a16:creationId xmlns:a16="http://schemas.microsoft.com/office/drawing/2014/main" id="{3CD89028-0F52-1D83-F3BD-301DA31FCAF6}"/>
              </a:ext>
            </a:extLst>
          </p:cNvPr>
          <p:cNvCxnSpPr>
            <a:cxnSpLocks/>
            <a:stCxn id="14" idx="3"/>
            <a:endCxn id="15" idx="1"/>
          </p:cNvCxnSpPr>
          <p:nvPr/>
        </p:nvCxnSpPr>
        <p:spPr>
          <a:xfrm>
            <a:off x="6958183" y="4193178"/>
            <a:ext cx="41596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5E6DF584-FF76-6288-EBD2-FB22263CC52A}"/>
              </a:ext>
            </a:extLst>
          </p:cNvPr>
          <p:cNvCxnSpPr>
            <a:cxnSpLocks/>
            <a:endCxn id="16" idx="1"/>
          </p:cNvCxnSpPr>
          <p:nvPr/>
        </p:nvCxnSpPr>
        <p:spPr>
          <a:xfrm>
            <a:off x="9098512" y="4193178"/>
            <a:ext cx="426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2A8C5247-0DA8-73B3-75F9-C57D803BF686}"/>
              </a:ext>
            </a:extLst>
          </p:cNvPr>
          <p:cNvSpPr txBox="1"/>
          <p:nvPr/>
        </p:nvSpPr>
        <p:spPr>
          <a:xfrm>
            <a:off x="7552885" y="2818614"/>
            <a:ext cx="1366887" cy="646331"/>
          </a:xfrm>
          <a:prstGeom prst="rect">
            <a:avLst/>
          </a:prstGeom>
          <a:noFill/>
        </p:spPr>
        <p:txBody>
          <a:bodyPr wrap="square" rtlCol="0">
            <a:spAutoFit/>
          </a:bodyPr>
          <a:lstStyle/>
          <a:p>
            <a:pPr algn="ctr"/>
            <a:r>
              <a:rPr kumimoji="1" lang="en-US" altLang="ja-JP" dirty="0">
                <a:latin typeface="Yu Gothic UI" panose="020B0500000000000000" pitchFamily="34" charset="-128"/>
                <a:ea typeface="Yu Gothic UI" panose="020B0500000000000000" pitchFamily="34" charset="-128"/>
              </a:rPr>
              <a:t>NSG </a:t>
            </a:r>
            <a:r>
              <a:rPr kumimoji="1" lang="ja-JP" altLang="en-US">
                <a:latin typeface="Yu Gothic UI" panose="020B0500000000000000" pitchFamily="34" charset="-128"/>
                <a:ea typeface="Yu Gothic UI" panose="020B0500000000000000" pitchFamily="34" charset="-128"/>
              </a:rPr>
              <a:t>の設定確認</a:t>
            </a:r>
          </a:p>
        </p:txBody>
      </p:sp>
      <p:sp>
        <p:nvSpPr>
          <p:cNvPr id="28" name="テキスト ボックス 27">
            <a:extLst>
              <a:ext uri="{FF2B5EF4-FFF2-40B4-BE49-F238E27FC236}">
                <a16:creationId xmlns:a16="http://schemas.microsoft.com/office/drawing/2014/main" id="{EAEC7E8B-B9E8-9209-A30D-16BCFFCF5947}"/>
              </a:ext>
            </a:extLst>
          </p:cNvPr>
          <p:cNvSpPr txBox="1"/>
          <p:nvPr/>
        </p:nvSpPr>
        <p:spPr>
          <a:xfrm>
            <a:off x="7384330" y="3508769"/>
            <a:ext cx="1714181" cy="738664"/>
          </a:xfrm>
          <a:prstGeom prst="rect">
            <a:avLst/>
          </a:prstGeom>
          <a:noFill/>
        </p:spPr>
        <p:txBody>
          <a:bodyPr wrap="square" rtlCol="0">
            <a:spAutoFit/>
          </a:bodyPr>
          <a:lstStyle/>
          <a:p>
            <a:pPr algn="ctr"/>
            <a:r>
              <a:rPr kumimoji="1" lang="en-US" altLang="ja-JP" sz="1400" dirty="0">
                <a:latin typeface="Yu Gothic UI" panose="020B0500000000000000" pitchFamily="34" charset="-128"/>
                <a:ea typeface="Yu Gothic UI" panose="020B0500000000000000" pitchFamily="34" charset="-128"/>
              </a:rPr>
              <a:t>HTTP 80 </a:t>
            </a:r>
            <a:r>
              <a:rPr kumimoji="1" lang="ja-JP" altLang="en-US" sz="1400">
                <a:latin typeface="Yu Gothic UI" panose="020B0500000000000000" pitchFamily="34" charset="-128"/>
                <a:ea typeface="Yu Gothic UI" panose="020B0500000000000000" pitchFamily="34" charset="-128"/>
              </a:rPr>
              <a:t>番を受信ルール規則で許可しているか</a:t>
            </a:r>
            <a:endParaRPr kumimoji="1" lang="en-US" altLang="ja-JP" sz="1400" dirty="0">
              <a:latin typeface="Yu Gothic UI" panose="020B0500000000000000" pitchFamily="34" charset="-128"/>
              <a:ea typeface="Yu Gothic UI" panose="020B0500000000000000" pitchFamily="34" charset="-128"/>
            </a:endParaRPr>
          </a:p>
        </p:txBody>
      </p:sp>
      <p:sp>
        <p:nvSpPr>
          <p:cNvPr id="29" name="テキスト ボックス 28">
            <a:extLst>
              <a:ext uri="{FF2B5EF4-FFF2-40B4-BE49-F238E27FC236}">
                <a16:creationId xmlns:a16="http://schemas.microsoft.com/office/drawing/2014/main" id="{387A64A3-3706-A5B3-750E-C8E63EC318AB}"/>
              </a:ext>
            </a:extLst>
          </p:cNvPr>
          <p:cNvSpPr txBox="1"/>
          <p:nvPr/>
        </p:nvSpPr>
        <p:spPr>
          <a:xfrm>
            <a:off x="9703399" y="2818614"/>
            <a:ext cx="1366887" cy="1200329"/>
          </a:xfrm>
          <a:prstGeom prst="rect">
            <a:avLst/>
          </a:prstGeom>
          <a:noFill/>
        </p:spPr>
        <p:txBody>
          <a:bodyPr wrap="square" rtlCol="0">
            <a:spAutoFit/>
          </a:bodyPr>
          <a:lstStyle/>
          <a:p>
            <a:pPr algn="ctr"/>
            <a:r>
              <a:rPr kumimoji="1" lang="en-US" altLang="ja-JP" dirty="0">
                <a:latin typeface="Yu Gothic UI" panose="020B0500000000000000" pitchFamily="34" charset="-128"/>
                <a:ea typeface="Yu Gothic UI" panose="020B0500000000000000" pitchFamily="34" charset="-128"/>
              </a:rPr>
              <a:t>NGINX</a:t>
            </a:r>
            <a:r>
              <a:rPr kumimoji="1" lang="ja-JP" altLang="en-US">
                <a:latin typeface="Yu Gothic UI" panose="020B0500000000000000" pitchFamily="34" charset="-128"/>
                <a:ea typeface="Yu Gothic UI" panose="020B0500000000000000" pitchFamily="34" charset="-128"/>
              </a:rPr>
              <a:t>のインストール、カスタムページ設定</a:t>
            </a:r>
          </a:p>
        </p:txBody>
      </p:sp>
      <p:sp>
        <p:nvSpPr>
          <p:cNvPr id="30" name="テキスト ボックス 29">
            <a:extLst>
              <a:ext uri="{FF2B5EF4-FFF2-40B4-BE49-F238E27FC236}">
                <a16:creationId xmlns:a16="http://schemas.microsoft.com/office/drawing/2014/main" id="{684381C4-9306-EB8C-99E2-ED98627870B8}"/>
              </a:ext>
            </a:extLst>
          </p:cNvPr>
          <p:cNvSpPr txBox="1"/>
          <p:nvPr/>
        </p:nvSpPr>
        <p:spPr>
          <a:xfrm>
            <a:off x="9534844" y="4119778"/>
            <a:ext cx="1714181" cy="523220"/>
          </a:xfrm>
          <a:prstGeom prst="rect">
            <a:avLst/>
          </a:prstGeom>
          <a:noFill/>
        </p:spPr>
        <p:txBody>
          <a:bodyPr wrap="square" rtlCol="0">
            <a:spAutoFit/>
          </a:bodyPr>
          <a:lstStyle/>
          <a:p>
            <a:pPr algn="ctr"/>
            <a:r>
              <a:rPr kumimoji="1" lang="ja-JP" altLang="en-US" sz="1400">
                <a:latin typeface="Yu Gothic UI" panose="020B0500000000000000" pitchFamily="34" charset="-128"/>
                <a:ea typeface="Yu Gothic UI" panose="020B0500000000000000" pitchFamily="34" charset="-128"/>
              </a:rPr>
              <a:t>カスタムスクリプトは正しく実行されたか</a:t>
            </a:r>
            <a:endParaRPr kumimoji="1" lang="en-US" altLang="ja-JP" sz="1400" dirty="0">
              <a:latin typeface="Yu Gothic UI" panose="020B0500000000000000" pitchFamily="34" charset="-128"/>
              <a:ea typeface="Yu Gothic UI" panose="020B0500000000000000" pitchFamily="34" charset="-128"/>
            </a:endParaRPr>
          </a:p>
        </p:txBody>
      </p:sp>
      <p:pic>
        <p:nvPicPr>
          <p:cNvPr id="31" name="グラフィックス 30">
            <a:extLst>
              <a:ext uri="{FF2B5EF4-FFF2-40B4-BE49-F238E27FC236}">
                <a16:creationId xmlns:a16="http://schemas.microsoft.com/office/drawing/2014/main" id="{285A6F47-ACD2-3267-CA5B-7C522DEEF3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15530" y="4811010"/>
            <a:ext cx="462764" cy="462764"/>
          </a:xfrm>
          <a:prstGeom prst="rect">
            <a:avLst/>
          </a:prstGeom>
        </p:spPr>
      </p:pic>
      <p:pic>
        <p:nvPicPr>
          <p:cNvPr id="33" name="グラフィックス 32">
            <a:extLst>
              <a:ext uri="{FF2B5EF4-FFF2-40B4-BE49-F238E27FC236}">
                <a16:creationId xmlns:a16="http://schemas.microsoft.com/office/drawing/2014/main" id="{EEBEFC21-3178-68A4-245F-09BC24788E1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87120" y="4853011"/>
            <a:ext cx="298415" cy="298415"/>
          </a:xfrm>
          <a:prstGeom prst="rect">
            <a:avLst/>
          </a:prstGeom>
        </p:spPr>
      </p:pic>
      <p:pic>
        <p:nvPicPr>
          <p:cNvPr id="37" name="グラフィックス 36">
            <a:extLst>
              <a:ext uri="{FF2B5EF4-FFF2-40B4-BE49-F238E27FC236}">
                <a16:creationId xmlns:a16="http://schemas.microsoft.com/office/drawing/2014/main" id="{A650F7D8-5C4D-FD81-AB6B-5FD4BA46474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67362" y="4853011"/>
            <a:ext cx="308694" cy="308694"/>
          </a:xfrm>
          <a:prstGeom prst="rect">
            <a:avLst/>
          </a:prstGeom>
        </p:spPr>
      </p:pic>
    </p:spTree>
    <p:extLst>
      <p:ext uri="{BB962C8B-B14F-4D97-AF65-F5344CB8AC3E}">
        <p14:creationId xmlns:p14="http://schemas.microsoft.com/office/powerpoint/2010/main" val="11860771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8A4BC404-49DD-4199-801F-58F3175A59F7}"/>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NSG の受信ルールを確認する</a:t>
            </a:r>
          </a:p>
        </p:txBody>
      </p:sp>
      <p:sp>
        <p:nvSpPr>
          <p:cNvPr id="2" name="正方形/長方形 1">
            <a:extLst>
              <a:ext uri="{FF2B5EF4-FFF2-40B4-BE49-F238E27FC236}">
                <a16:creationId xmlns:a16="http://schemas.microsoft.com/office/drawing/2014/main" id="{1E36148D-B0FC-473B-930A-08E006F85AC7}"/>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C930E6B9-5BB8-4FF5-83E6-C124FF44CED7}"/>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4A037233-852B-4C48-8C2E-F82EA7D5F649}"/>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HTTP でアクセスできない場合は、NSG の受信ルールで Web 通信が許可されているかを確認します。</a:t>
            </a:r>
          </a:p>
        </p:txBody>
      </p:sp>
      <p:sp>
        <p:nvSpPr>
          <p:cNvPr id="6" name="正方形/長方形 5">
            <a:extLst>
              <a:ext uri="{FF2B5EF4-FFF2-40B4-BE49-F238E27FC236}">
                <a16:creationId xmlns:a16="http://schemas.microsoft.com/office/drawing/2014/main" id="{571C2A4D-BCA8-4105-9E5B-E947B91323D9}"/>
              </a:ext>
            </a:extLst>
          </p:cNvPr>
          <p:cNvSpPr>
            <a:spLocks noGrp="1"/>
          </p:cNvSpPr>
          <p:nvPr/>
        </p:nvSpPr>
        <p:spPr>
          <a:xfrm>
            <a:off x="781050" y="2781300"/>
            <a:ext cx="4095750" cy="1428750"/>
          </a:xfrm>
          <a:prstGeom prst="rect">
            <a:avLst/>
          </a:prstGeom>
          <a:solidFill>
            <a:srgbClr val="FFFFFF"/>
          </a:solidFill>
          <a:ln w="9525">
            <a:solidFill>
              <a:srgbClr val="D0D5DD"/>
            </a:solidFill>
            <a:prstDash val="solid"/>
          </a:ln>
        </p:spPr>
        <p:txBody>
          <a:bodyPr/>
          <a:lstStyle/>
          <a:p>
            <a:endParaRPr lang="ja-JP" altLang="en-US" sz="2400"/>
          </a:p>
        </p:txBody>
      </p:sp>
      <p:sp>
        <p:nvSpPr>
          <p:cNvPr id="7" name="正方形/長方形 6">
            <a:extLst>
              <a:ext uri="{FF2B5EF4-FFF2-40B4-BE49-F238E27FC236}">
                <a16:creationId xmlns:a16="http://schemas.microsoft.com/office/drawing/2014/main" id="{ABAA4DE3-DC3F-447C-BF12-CFC726DCE072}"/>
              </a:ext>
            </a:extLst>
          </p:cNvPr>
          <p:cNvSpPr>
            <a:spLocks noGrp="1"/>
          </p:cNvSpPr>
          <p:nvPr/>
        </p:nvSpPr>
        <p:spPr>
          <a:xfrm>
            <a:off x="781050" y="2781300"/>
            <a:ext cx="76200" cy="1428750"/>
          </a:xfrm>
          <a:prstGeom prst="rect">
            <a:avLst/>
          </a:prstGeom>
          <a:solidFill>
            <a:srgbClr val="4472C4"/>
          </a:solidFill>
          <a:ln w="0">
            <a:solidFill>
              <a:srgbClr val="4472C4"/>
            </a:solidFill>
            <a:prstDash val="solid"/>
          </a:ln>
        </p:spPr>
        <p:txBody>
          <a:bodyPr/>
          <a:lstStyle/>
          <a:p>
            <a:endParaRPr lang="ja-JP" altLang="en-US" sz="2400"/>
          </a:p>
        </p:txBody>
      </p:sp>
      <p:sp>
        <p:nvSpPr>
          <p:cNvPr id="8" name="正方形/長方形 7">
            <a:extLst>
              <a:ext uri="{FF2B5EF4-FFF2-40B4-BE49-F238E27FC236}">
                <a16:creationId xmlns:a16="http://schemas.microsoft.com/office/drawing/2014/main" id="{E65304C3-498B-41ED-AAC9-381CA64D2F29}"/>
              </a:ext>
            </a:extLst>
          </p:cNvPr>
          <p:cNvSpPr>
            <a:spLocks noGrp="1"/>
          </p:cNvSpPr>
          <p:nvPr/>
        </p:nvSpPr>
        <p:spPr>
          <a:xfrm>
            <a:off x="990600" y="2933700"/>
            <a:ext cx="36957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1">
                <a:solidFill>
                  <a:srgbClr val="4472C4"/>
                </a:solidFill>
                <a:latin typeface="Yu Gothic UI"/>
                <a:ea typeface="Yu Gothic UI"/>
                <a:cs typeface="Yu Gothic UI"/>
              </a:defRPr>
            </a:pPr>
            <a:r>
              <a:rPr sz="900" b="1">
                <a:solidFill>
                  <a:srgbClr val="4472C4"/>
                </a:solidFill>
                <a:latin typeface="Yu Gothic UI"/>
                <a:ea typeface="Yu Gothic UI"/>
                <a:cs typeface="Yu Gothic UI"/>
              </a:rPr>
              <a:t>見るポイント</a:t>
            </a:r>
          </a:p>
        </p:txBody>
      </p:sp>
      <p:sp>
        <p:nvSpPr>
          <p:cNvPr id="9" name="正方形/長方形 8">
            <a:extLst>
              <a:ext uri="{FF2B5EF4-FFF2-40B4-BE49-F238E27FC236}">
                <a16:creationId xmlns:a16="http://schemas.microsoft.com/office/drawing/2014/main" id="{1183866B-7EEF-4F11-99D8-C81103F5825E}"/>
              </a:ext>
            </a:extLst>
          </p:cNvPr>
          <p:cNvSpPr>
            <a:spLocks noGrp="1"/>
          </p:cNvSpPr>
          <p:nvPr/>
        </p:nvSpPr>
        <p:spPr>
          <a:xfrm>
            <a:off x="990600" y="3181350"/>
            <a:ext cx="36957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8" b="1">
                <a:solidFill>
                  <a:srgbClr val="1F2937"/>
                </a:solidFill>
                <a:latin typeface="Meiryo UI"/>
                <a:ea typeface="Meiryo UI"/>
                <a:cs typeface="Meiryo UI"/>
              </a:defRPr>
            </a:pPr>
            <a:r>
              <a:rPr sz="1600" b="1">
                <a:solidFill>
                  <a:srgbClr val="1F2937"/>
                </a:solidFill>
                <a:latin typeface="Meiryo UI"/>
                <a:ea typeface="Meiryo UI"/>
                <a:cs typeface="Meiryo UI"/>
              </a:rPr>
              <a:t>許可、プロトコル、ポート</a:t>
            </a:r>
          </a:p>
        </p:txBody>
      </p:sp>
      <p:sp>
        <p:nvSpPr>
          <p:cNvPr id="10" name="正方形/長方形 9">
            <a:extLst>
              <a:ext uri="{FF2B5EF4-FFF2-40B4-BE49-F238E27FC236}">
                <a16:creationId xmlns:a16="http://schemas.microsoft.com/office/drawing/2014/main" id="{81BCB34B-604B-478F-9C07-421003EDAED7}"/>
              </a:ext>
            </a:extLst>
          </p:cNvPr>
          <p:cNvSpPr>
            <a:spLocks noGrp="1"/>
          </p:cNvSpPr>
          <p:nvPr/>
        </p:nvSpPr>
        <p:spPr>
          <a:xfrm>
            <a:off x="990600" y="3581400"/>
            <a:ext cx="36957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70" b="0">
                <a:solidFill>
                  <a:srgbClr val="344054"/>
                </a:solidFill>
                <a:latin typeface="Yu Gothic UI"/>
                <a:ea typeface="Yu Gothic UI"/>
                <a:cs typeface="Yu Gothic UI"/>
              </a:defRPr>
            </a:pPr>
            <a:r>
              <a:rPr sz="1000" b="0">
                <a:solidFill>
                  <a:srgbClr val="344054"/>
                </a:solidFill>
                <a:latin typeface="Yu Gothic UI"/>
                <a:ea typeface="Yu Gothic UI"/>
                <a:cs typeface="Yu Gothic UI"/>
              </a:rPr>
              <a:t>Web サーバへ届く通信の入口が開いているかを、ルールとして確認します。</a:t>
            </a:r>
          </a:p>
        </p:txBody>
      </p:sp>
      <p:sp>
        <p:nvSpPr>
          <p:cNvPr id="11" name="正方形/長方形 10">
            <a:extLst>
              <a:ext uri="{FF2B5EF4-FFF2-40B4-BE49-F238E27FC236}">
                <a16:creationId xmlns:a16="http://schemas.microsoft.com/office/drawing/2014/main" id="{5F18682D-1258-48AE-8BA8-64A55CB92739}"/>
              </a:ext>
            </a:extLst>
          </p:cNvPr>
          <p:cNvSpPr>
            <a:spLocks noGrp="1"/>
          </p:cNvSpPr>
          <p:nvPr/>
        </p:nvSpPr>
        <p:spPr>
          <a:xfrm>
            <a:off x="5334000" y="167640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a:stretch/>
        </p:blipFill>
        <p:spPr>
          <a:xfrm>
            <a:off x="5467350" y="1878806"/>
            <a:ext cx="5715000" cy="3214688"/>
          </a:xfrm>
          <a:prstGeom prst="rect">
            <a:avLst/>
          </a:prstGeom>
        </p:spPr>
      </p:pic>
      <p:sp>
        <p:nvSpPr>
          <p:cNvPr id="13" name="正方形/長方形 12">
            <a:extLst>
              <a:ext uri="{FF2B5EF4-FFF2-40B4-BE49-F238E27FC236}">
                <a16:creationId xmlns:a16="http://schemas.microsoft.com/office/drawing/2014/main" id="{95FE3E1C-8982-4AC8-ABC8-B7DCDA0F8F74}"/>
              </a:ext>
            </a:extLst>
          </p:cNvPr>
          <p:cNvSpPr>
            <a:spLocks noGrp="1"/>
          </p:cNvSpPr>
          <p:nvPr/>
        </p:nvSpPr>
        <p:spPr>
          <a:xfrm>
            <a:off x="5524500" y="52197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NSG の受信ルールを確認する</a:t>
            </a:r>
          </a:p>
        </p:txBody>
      </p:sp>
      <p:sp>
        <p:nvSpPr>
          <p:cNvPr id="16" name="正方形/長方形 15">
            <a:extLst>
              <a:ext uri="{FF2B5EF4-FFF2-40B4-BE49-F238E27FC236}">
                <a16:creationId xmlns:a16="http://schemas.microsoft.com/office/drawing/2014/main" id="{595400E0-19DA-BE97-56CF-5C7938F865D5}"/>
              </a:ext>
            </a:extLst>
          </p:cNvPr>
          <p:cNvSpPr/>
          <p:nvPr/>
        </p:nvSpPr>
        <p:spPr>
          <a:xfrm>
            <a:off x="6381134" y="3581400"/>
            <a:ext cx="4744065" cy="194187"/>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吹き出し 16">
            <a:extLst>
              <a:ext uri="{FF2B5EF4-FFF2-40B4-BE49-F238E27FC236}">
                <a16:creationId xmlns:a16="http://schemas.microsoft.com/office/drawing/2014/main" id="{99B22CC9-9634-B83E-719D-5C88B6CE1559}"/>
              </a:ext>
            </a:extLst>
          </p:cNvPr>
          <p:cNvSpPr/>
          <p:nvPr/>
        </p:nvSpPr>
        <p:spPr>
          <a:xfrm>
            <a:off x="4305300" y="4292021"/>
            <a:ext cx="2726609" cy="1069546"/>
          </a:xfrm>
          <a:prstGeom prst="wedgeRectCallout">
            <a:avLst>
              <a:gd name="adj1" fmla="val 41161"/>
              <a:gd name="adj2" fmla="val -8934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VM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に割り当てられている</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NSG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の受信ルール規則において、送信元</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IP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が</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Any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で宛先ポート</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TCP 80 (HTTP)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が</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Allow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許可</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になっている必要があります。</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3A08BF81-6B03-4D06-AD93-00DE942C60DF}"/>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構築した構成を振り返る</a:t>
            </a:r>
          </a:p>
        </p:txBody>
      </p:sp>
      <p:sp>
        <p:nvSpPr>
          <p:cNvPr id="2" name="正方形/長方形 1">
            <a:extLst>
              <a:ext uri="{FF2B5EF4-FFF2-40B4-BE49-F238E27FC236}">
                <a16:creationId xmlns:a16="http://schemas.microsoft.com/office/drawing/2014/main" id="{4D483613-5555-4577-B449-F25C8BAC0DE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A4DF9560-531C-4475-96E3-90AEDB85550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E613C764-879A-4C75-9EA7-E34BB11E8792}"/>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作成したリソースをアーキテクチャ図に戻して、VM、ディスク、NIC、Public IP、NSG、VNet がそれぞれ何を担当したかを確認します。</a:t>
            </a:r>
          </a:p>
        </p:txBody>
      </p:sp>
      <p:sp>
        <p:nvSpPr>
          <p:cNvPr id="10" name="正方形/長方形 9">
            <a:extLst>
              <a:ext uri="{FF2B5EF4-FFF2-40B4-BE49-F238E27FC236}">
                <a16:creationId xmlns:a16="http://schemas.microsoft.com/office/drawing/2014/main" id="{44C3544F-C854-C770-FD27-671AD48DD103}"/>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11" name="角丸四角形 10">
            <a:extLst>
              <a:ext uri="{FF2B5EF4-FFF2-40B4-BE49-F238E27FC236}">
                <a16:creationId xmlns:a16="http://schemas.microsoft.com/office/drawing/2014/main" id="{95FA1D8F-ACDA-C3A3-2AD8-D6CAA2DD6AC0}"/>
              </a:ext>
            </a:extLst>
          </p:cNvPr>
          <p:cNvSpPr/>
          <p:nvPr/>
        </p:nvSpPr>
        <p:spPr>
          <a:xfrm>
            <a:off x="2781298" y="3533121"/>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0C1AA720-06B5-62C5-8EF0-06140291DFF8}"/>
              </a:ext>
            </a:extLst>
          </p:cNvPr>
          <p:cNvSpPr txBox="1"/>
          <p:nvPr/>
        </p:nvSpPr>
        <p:spPr>
          <a:xfrm>
            <a:off x="2841455" y="3626546"/>
            <a:ext cx="931729"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13" name="角丸四角形 12">
            <a:extLst>
              <a:ext uri="{FF2B5EF4-FFF2-40B4-BE49-F238E27FC236}">
                <a16:creationId xmlns:a16="http://schemas.microsoft.com/office/drawing/2014/main" id="{B74FE282-617A-E8DA-85B0-3513CDF52B56}"/>
              </a:ext>
            </a:extLst>
          </p:cNvPr>
          <p:cNvSpPr/>
          <p:nvPr/>
        </p:nvSpPr>
        <p:spPr>
          <a:xfrm>
            <a:off x="5034114" y="2403987"/>
            <a:ext cx="2979175" cy="3101463"/>
          </a:xfrm>
          <a:prstGeom prst="roundRect">
            <a:avLst>
              <a:gd name="adj" fmla="val 8334"/>
            </a:avLst>
          </a:prstGeom>
          <a:noFill/>
          <a:ln w="158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角丸四角形 13">
            <a:extLst>
              <a:ext uri="{FF2B5EF4-FFF2-40B4-BE49-F238E27FC236}">
                <a16:creationId xmlns:a16="http://schemas.microsoft.com/office/drawing/2014/main" id="{7517F679-C205-699F-5F4C-C50982BE3C89}"/>
              </a:ext>
            </a:extLst>
          </p:cNvPr>
          <p:cNvSpPr/>
          <p:nvPr/>
        </p:nvSpPr>
        <p:spPr>
          <a:xfrm>
            <a:off x="5653548" y="2780226"/>
            <a:ext cx="2054942" cy="2062162"/>
          </a:xfrm>
          <a:prstGeom prst="roundRect">
            <a:avLst>
              <a:gd name="adj" fmla="val 8334"/>
            </a:avLst>
          </a:prstGeom>
          <a:noFill/>
          <a:ln w="158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a:extLst>
              <a:ext uri="{FF2B5EF4-FFF2-40B4-BE49-F238E27FC236}">
                <a16:creationId xmlns:a16="http://schemas.microsoft.com/office/drawing/2014/main" id="{431D99AB-3800-2D65-2302-DDA4628CEE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49637" y="3579925"/>
            <a:ext cx="462764" cy="462764"/>
          </a:xfrm>
          <a:prstGeom prst="rect">
            <a:avLst/>
          </a:prstGeom>
        </p:spPr>
      </p:pic>
      <p:pic>
        <p:nvPicPr>
          <p:cNvPr id="16" name="グラフィックス 15">
            <a:extLst>
              <a:ext uri="{FF2B5EF4-FFF2-40B4-BE49-F238E27FC236}">
                <a16:creationId xmlns:a16="http://schemas.microsoft.com/office/drawing/2014/main" id="{5D200522-9A6A-E99F-8967-392B283FFA6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38145" y="4485871"/>
            <a:ext cx="298415" cy="298415"/>
          </a:xfrm>
          <a:prstGeom prst="rect">
            <a:avLst/>
          </a:prstGeom>
        </p:spPr>
      </p:pic>
      <p:pic>
        <p:nvPicPr>
          <p:cNvPr id="17" name="グラフィックス 16">
            <a:extLst>
              <a:ext uri="{FF2B5EF4-FFF2-40B4-BE49-F238E27FC236}">
                <a16:creationId xmlns:a16="http://schemas.microsoft.com/office/drawing/2014/main" id="{A7387942-9FA1-11F4-DCD2-E31DD60DAD0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68129" y="2662256"/>
            <a:ext cx="298415" cy="298415"/>
          </a:xfrm>
          <a:prstGeom prst="rect">
            <a:avLst/>
          </a:prstGeom>
        </p:spPr>
      </p:pic>
      <p:pic>
        <p:nvPicPr>
          <p:cNvPr id="18" name="グラフィックス 17">
            <a:extLst>
              <a:ext uri="{FF2B5EF4-FFF2-40B4-BE49-F238E27FC236}">
                <a16:creationId xmlns:a16="http://schemas.microsoft.com/office/drawing/2014/main" id="{2FE210A1-1727-9665-67CE-FFA66DE29B7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48765" y="3656865"/>
            <a:ext cx="308694" cy="308694"/>
          </a:xfrm>
          <a:prstGeom prst="rect">
            <a:avLst/>
          </a:prstGeom>
        </p:spPr>
      </p:pic>
      <p:pic>
        <p:nvPicPr>
          <p:cNvPr id="19" name="グラフィックス 18">
            <a:extLst>
              <a:ext uri="{FF2B5EF4-FFF2-40B4-BE49-F238E27FC236}">
                <a16:creationId xmlns:a16="http://schemas.microsoft.com/office/drawing/2014/main" id="{3981A352-7019-03AC-60B4-41D9CDAEEF8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53056" y="3695603"/>
            <a:ext cx="231218" cy="231218"/>
          </a:xfrm>
          <a:prstGeom prst="rect">
            <a:avLst/>
          </a:prstGeom>
        </p:spPr>
      </p:pic>
      <p:cxnSp>
        <p:nvCxnSpPr>
          <p:cNvPr id="20" name="直線コネクタ 19">
            <a:extLst>
              <a:ext uri="{FF2B5EF4-FFF2-40B4-BE49-F238E27FC236}">
                <a16:creationId xmlns:a16="http://schemas.microsoft.com/office/drawing/2014/main" id="{1866B033-0083-B6D0-B953-FFEA817ADECB}"/>
              </a:ext>
            </a:extLst>
          </p:cNvPr>
          <p:cNvCxnSpPr>
            <a:stCxn id="19" idx="3"/>
            <a:endCxn id="15" idx="1"/>
          </p:cNvCxnSpPr>
          <p:nvPr/>
        </p:nvCxnSpPr>
        <p:spPr>
          <a:xfrm>
            <a:off x="6084274" y="3811212"/>
            <a:ext cx="365363" cy="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C53BB390-DA46-05C5-FE1C-E850EA9EB776}"/>
              </a:ext>
            </a:extLst>
          </p:cNvPr>
          <p:cNvCxnSpPr>
            <a:cxnSpLocks/>
            <a:stCxn id="18" idx="3"/>
            <a:endCxn id="19" idx="1"/>
          </p:cNvCxnSpPr>
          <p:nvPr/>
        </p:nvCxnSpPr>
        <p:spPr>
          <a:xfrm>
            <a:off x="4857459" y="3811212"/>
            <a:ext cx="995597" cy="0"/>
          </a:xfrm>
          <a:prstGeom prst="line">
            <a:avLst/>
          </a:prstGeom>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30D1A1E9-482B-5240-DA93-211D8A45D026}"/>
              </a:ext>
            </a:extLst>
          </p:cNvPr>
          <p:cNvSpPr txBox="1"/>
          <p:nvPr/>
        </p:nvSpPr>
        <p:spPr>
          <a:xfrm>
            <a:off x="5544949" y="5135969"/>
            <a:ext cx="2054942"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Virtual Network (</a:t>
            </a:r>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23" name="グラフィックス 22">
            <a:extLst>
              <a:ext uri="{FF2B5EF4-FFF2-40B4-BE49-F238E27FC236}">
                <a16:creationId xmlns:a16="http://schemas.microsoft.com/office/drawing/2014/main" id="{644ED703-87A5-AB0E-062C-60C3611C90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205878" y="5120321"/>
            <a:ext cx="339071" cy="339071"/>
          </a:xfrm>
          <a:prstGeom prst="rect">
            <a:avLst/>
          </a:prstGeom>
        </p:spPr>
      </p:pic>
      <p:cxnSp>
        <p:nvCxnSpPr>
          <p:cNvPr id="24" name="直線コネクタ 23">
            <a:extLst>
              <a:ext uri="{FF2B5EF4-FFF2-40B4-BE49-F238E27FC236}">
                <a16:creationId xmlns:a16="http://schemas.microsoft.com/office/drawing/2014/main" id="{3D7E1E7D-79DA-6F0A-E61F-36EDCBFC697B}"/>
              </a:ext>
            </a:extLst>
          </p:cNvPr>
          <p:cNvCxnSpPr>
            <a:cxnSpLocks/>
          </p:cNvCxnSpPr>
          <p:nvPr/>
        </p:nvCxnSpPr>
        <p:spPr>
          <a:xfrm>
            <a:off x="3948266" y="3599837"/>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930B8BDD-F7DB-D394-FA62-B5B7340F5E60}"/>
              </a:ext>
            </a:extLst>
          </p:cNvPr>
          <p:cNvSpPr txBox="1"/>
          <p:nvPr/>
        </p:nvSpPr>
        <p:spPr>
          <a:xfrm>
            <a:off x="3868555" y="3100214"/>
            <a:ext cx="780530"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cxnSp>
        <p:nvCxnSpPr>
          <p:cNvPr id="26" name="直線コネクタ 25">
            <a:extLst>
              <a:ext uri="{FF2B5EF4-FFF2-40B4-BE49-F238E27FC236}">
                <a16:creationId xmlns:a16="http://schemas.microsoft.com/office/drawing/2014/main" id="{23E6E0B7-08C1-AD9E-80EE-22D26CA98580}"/>
              </a:ext>
            </a:extLst>
          </p:cNvPr>
          <p:cNvCxnSpPr>
            <a:cxnSpLocks/>
          </p:cNvCxnSpPr>
          <p:nvPr/>
        </p:nvCxnSpPr>
        <p:spPr>
          <a:xfrm flipH="1">
            <a:off x="3923581" y="4002269"/>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94C0378A-19DE-A201-5E0C-154E68E1DA96}"/>
              </a:ext>
            </a:extLst>
          </p:cNvPr>
          <p:cNvSpPr txBox="1"/>
          <p:nvPr/>
        </p:nvSpPr>
        <p:spPr>
          <a:xfrm>
            <a:off x="5617289" y="4026221"/>
            <a:ext cx="722186"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28" name="テキスト ボックス 27">
            <a:extLst>
              <a:ext uri="{FF2B5EF4-FFF2-40B4-BE49-F238E27FC236}">
                <a16:creationId xmlns:a16="http://schemas.microsoft.com/office/drawing/2014/main" id="{B132CC54-243E-0CF8-C295-84E3B867FE33}"/>
              </a:ext>
            </a:extLst>
          </p:cNvPr>
          <p:cNvSpPr txBox="1"/>
          <p:nvPr/>
        </p:nvSpPr>
        <p:spPr>
          <a:xfrm>
            <a:off x="6043766" y="4454873"/>
            <a:ext cx="868635" cy="307777"/>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サブネット</a:t>
            </a:r>
          </a:p>
        </p:txBody>
      </p:sp>
      <p:sp>
        <p:nvSpPr>
          <p:cNvPr id="29" name="テキスト ボックス 28">
            <a:extLst>
              <a:ext uri="{FF2B5EF4-FFF2-40B4-BE49-F238E27FC236}">
                <a16:creationId xmlns:a16="http://schemas.microsoft.com/office/drawing/2014/main" id="{3A91F089-1C1A-7BD2-B8BC-A88AAEE4E560}"/>
              </a:ext>
            </a:extLst>
          </p:cNvPr>
          <p:cNvSpPr txBox="1"/>
          <p:nvPr/>
        </p:nvSpPr>
        <p:spPr>
          <a:xfrm>
            <a:off x="6167564" y="4026023"/>
            <a:ext cx="1026910"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Azure VM</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0" name="テキスト ボックス 29">
            <a:extLst>
              <a:ext uri="{FF2B5EF4-FFF2-40B4-BE49-F238E27FC236}">
                <a16:creationId xmlns:a16="http://schemas.microsoft.com/office/drawing/2014/main" id="{A96DC4B8-F9EB-8094-70E5-1516B8BE2365}"/>
              </a:ext>
            </a:extLst>
          </p:cNvPr>
          <p:cNvSpPr txBox="1"/>
          <p:nvPr/>
        </p:nvSpPr>
        <p:spPr>
          <a:xfrm>
            <a:off x="5667355" y="3247721"/>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NIC</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1" name="テキスト ボックス 30">
            <a:extLst>
              <a:ext uri="{FF2B5EF4-FFF2-40B4-BE49-F238E27FC236}">
                <a16:creationId xmlns:a16="http://schemas.microsoft.com/office/drawing/2014/main" id="{547BE395-8F7D-004C-7C71-9E27A624CF12}"/>
              </a:ext>
            </a:extLst>
          </p:cNvPr>
          <p:cNvSpPr txBox="1"/>
          <p:nvPr/>
        </p:nvSpPr>
        <p:spPr>
          <a:xfrm>
            <a:off x="4263742" y="4077718"/>
            <a:ext cx="914451"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Public IP</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2" name="テキスト ボックス 31">
            <a:extLst>
              <a:ext uri="{FF2B5EF4-FFF2-40B4-BE49-F238E27FC236}">
                <a16:creationId xmlns:a16="http://schemas.microsoft.com/office/drawing/2014/main" id="{7FE77A49-B712-2019-C4A7-23F1F741BE20}"/>
              </a:ext>
            </a:extLst>
          </p:cNvPr>
          <p:cNvSpPr txBox="1"/>
          <p:nvPr/>
        </p:nvSpPr>
        <p:spPr>
          <a:xfrm>
            <a:off x="5754295" y="2466473"/>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NSG</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3" name="四角形吹き出し 32">
            <a:extLst>
              <a:ext uri="{FF2B5EF4-FFF2-40B4-BE49-F238E27FC236}">
                <a16:creationId xmlns:a16="http://schemas.microsoft.com/office/drawing/2014/main" id="{C1F2C738-1EA6-B04A-06F5-30E33E0D5966}"/>
              </a:ext>
            </a:extLst>
          </p:cNvPr>
          <p:cNvSpPr/>
          <p:nvPr/>
        </p:nvSpPr>
        <p:spPr>
          <a:xfrm>
            <a:off x="6436247" y="1772959"/>
            <a:ext cx="1753697" cy="1422583"/>
          </a:xfrm>
          <a:prstGeom prst="wedgeRectCallout">
            <a:avLst>
              <a:gd name="adj1" fmla="val -25318"/>
              <a:gd name="adj2" fmla="val 80347"/>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4" name="角丸四角形 33">
            <a:extLst>
              <a:ext uri="{FF2B5EF4-FFF2-40B4-BE49-F238E27FC236}">
                <a16:creationId xmlns:a16="http://schemas.microsoft.com/office/drawing/2014/main" id="{2B8FFC08-A850-3FC6-7E1D-3EA24371168B}"/>
              </a:ext>
            </a:extLst>
          </p:cNvPr>
          <p:cNvSpPr/>
          <p:nvPr/>
        </p:nvSpPr>
        <p:spPr>
          <a:xfrm>
            <a:off x="6543365" y="2751252"/>
            <a:ext cx="1529822" cy="320085"/>
          </a:xfrm>
          <a:prstGeom prst="roundRect">
            <a:avLst>
              <a:gd name="adj" fmla="val 20621"/>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9918371D-ACD7-7D0C-5A93-271B1AA30778}"/>
              </a:ext>
            </a:extLst>
          </p:cNvPr>
          <p:cNvSpPr txBox="1"/>
          <p:nvPr/>
        </p:nvSpPr>
        <p:spPr>
          <a:xfrm>
            <a:off x="6840779" y="2750688"/>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OS</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6" name="角丸四角形 35">
            <a:extLst>
              <a:ext uri="{FF2B5EF4-FFF2-40B4-BE49-F238E27FC236}">
                <a16:creationId xmlns:a16="http://schemas.microsoft.com/office/drawing/2014/main" id="{09AD381F-FDF4-8340-D775-5C41090565F1}"/>
              </a:ext>
            </a:extLst>
          </p:cNvPr>
          <p:cNvSpPr/>
          <p:nvPr/>
        </p:nvSpPr>
        <p:spPr>
          <a:xfrm>
            <a:off x="6552682" y="1892519"/>
            <a:ext cx="1529822" cy="77843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F948E021-BB0A-700D-3595-23C68DD7EB68}"/>
              </a:ext>
            </a:extLst>
          </p:cNvPr>
          <p:cNvSpPr txBox="1"/>
          <p:nvPr/>
        </p:nvSpPr>
        <p:spPr>
          <a:xfrm>
            <a:off x="6851608" y="2320816"/>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NGINX</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8" name="フローチャート: 書類 37">
            <a:extLst>
              <a:ext uri="{FF2B5EF4-FFF2-40B4-BE49-F238E27FC236}">
                <a16:creationId xmlns:a16="http://schemas.microsoft.com/office/drawing/2014/main" id="{D793AE51-D7AF-459C-48EF-B06736DC66A9}"/>
              </a:ext>
            </a:extLst>
          </p:cNvPr>
          <p:cNvSpPr/>
          <p:nvPr/>
        </p:nvSpPr>
        <p:spPr>
          <a:xfrm>
            <a:off x="6851608" y="1942767"/>
            <a:ext cx="942558" cy="378049"/>
          </a:xfrm>
          <a:prstGeom prst="flowChartDocument">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53C4C479-1A68-6AA7-722A-FE8B8E694E83}"/>
              </a:ext>
            </a:extLst>
          </p:cNvPr>
          <p:cNvSpPr txBox="1"/>
          <p:nvPr/>
        </p:nvSpPr>
        <p:spPr>
          <a:xfrm>
            <a:off x="6862437" y="1953084"/>
            <a:ext cx="931729"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HTML</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40" name="グラフィックス 39">
            <a:extLst>
              <a:ext uri="{FF2B5EF4-FFF2-40B4-BE49-F238E27FC236}">
                <a16:creationId xmlns:a16="http://schemas.microsoft.com/office/drawing/2014/main" id="{40DB10D0-1C9B-6BBB-C7F6-EC39230D30C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277764" y="3663323"/>
            <a:ext cx="295776" cy="295776"/>
          </a:xfrm>
          <a:prstGeom prst="rect">
            <a:avLst/>
          </a:prstGeom>
        </p:spPr>
      </p:pic>
      <p:cxnSp>
        <p:nvCxnSpPr>
          <p:cNvPr id="41" name="直線コネクタ 40">
            <a:extLst>
              <a:ext uri="{FF2B5EF4-FFF2-40B4-BE49-F238E27FC236}">
                <a16:creationId xmlns:a16="http://schemas.microsoft.com/office/drawing/2014/main" id="{7F3E5B58-FA36-95C8-98F8-1BB1E9FB17AB}"/>
              </a:ext>
            </a:extLst>
          </p:cNvPr>
          <p:cNvCxnSpPr>
            <a:cxnSpLocks/>
            <a:stCxn id="15" idx="3"/>
            <a:endCxn id="40" idx="1"/>
          </p:cNvCxnSpPr>
          <p:nvPr/>
        </p:nvCxnSpPr>
        <p:spPr>
          <a:xfrm flipV="1">
            <a:off x="6912401" y="3811211"/>
            <a:ext cx="365363" cy="96"/>
          </a:xfrm>
          <a:prstGeom prst="line">
            <a:avLst/>
          </a:prstGeom>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28EF0032-5321-0439-6908-A5738648B826}"/>
              </a:ext>
            </a:extLst>
          </p:cNvPr>
          <p:cNvSpPr txBox="1"/>
          <p:nvPr/>
        </p:nvSpPr>
        <p:spPr>
          <a:xfrm>
            <a:off x="7121044" y="3272148"/>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Disk</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正方形/長方形 36">
            <a:extLst>
              <a:ext uri="{FF2B5EF4-FFF2-40B4-BE49-F238E27FC236}">
                <a16:creationId xmlns:a16="http://schemas.microsoft.com/office/drawing/2014/main" id="{F130572E-81E6-4C7B-8263-0D12F1291FEA}"/>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コストが発生する場所</a:t>
            </a:r>
          </a:p>
        </p:txBody>
      </p:sp>
      <p:sp>
        <p:nvSpPr>
          <p:cNvPr id="2" name="正方形/長方形 1">
            <a:extLst>
              <a:ext uri="{FF2B5EF4-FFF2-40B4-BE49-F238E27FC236}">
                <a16:creationId xmlns:a16="http://schemas.microsoft.com/office/drawing/2014/main" id="{58ABC896-2B0C-4A50-B9C3-65B5BF8551D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79E4EEDF-6DD5-40A5-ABBE-26E33023C119}"/>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37</a:t>
            </a:r>
          </a:p>
        </p:txBody>
      </p:sp>
      <p:sp>
        <p:nvSpPr>
          <p:cNvPr id="4" name="正方形/長方形 3">
            <a:extLst>
              <a:ext uri="{FF2B5EF4-FFF2-40B4-BE49-F238E27FC236}">
                <a16:creationId xmlns:a16="http://schemas.microsoft.com/office/drawing/2014/main" id="{C27C15FB-F0CF-4FB9-820E-CD1468CFAB96}"/>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3E0A4D46-3CBE-4053-9899-AD2196B1E480}"/>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クラウドでは作ったリソースが課金対象になります。VM を停止するだけでなく、関連リソースが残らないように削除方法を確認します。</a:t>
            </a:r>
          </a:p>
        </p:txBody>
      </p:sp>
      <p:sp>
        <p:nvSpPr>
          <p:cNvPr id="6" name="正方形/長方形 5">
            <a:extLst>
              <a:ext uri="{FF2B5EF4-FFF2-40B4-BE49-F238E27FC236}">
                <a16:creationId xmlns:a16="http://schemas.microsoft.com/office/drawing/2014/main" id="{60CA6E3B-E24C-4761-933C-425C6FD03AA2}"/>
              </a:ext>
            </a:extLst>
          </p:cNvPr>
          <p:cNvSpPr>
            <a:spLocks noGrp="1"/>
          </p:cNvSpPr>
          <p:nvPr/>
        </p:nvSpPr>
        <p:spPr>
          <a:xfrm>
            <a:off x="876300" y="2038350"/>
            <a:ext cx="3479800" cy="409575"/>
          </a:xfrm>
          <a:prstGeom prst="rect">
            <a:avLst/>
          </a:prstGeom>
          <a:solidFill>
            <a:srgbClr val="244A8F"/>
          </a:solidFill>
          <a:ln w="11430">
            <a:solidFill>
              <a:srgbClr val="FFFFFF"/>
            </a:solidFill>
            <a:prstDash val="solid"/>
          </a:ln>
        </p:spPr>
        <p:txBody>
          <a:bodyPr/>
          <a:lstStyle/>
          <a:p>
            <a:endParaRPr lang="ja-JP" altLang="en-US" sz="4400"/>
          </a:p>
        </p:txBody>
      </p:sp>
      <p:sp>
        <p:nvSpPr>
          <p:cNvPr id="7" name="正方形/長方形 6">
            <a:extLst>
              <a:ext uri="{FF2B5EF4-FFF2-40B4-BE49-F238E27FC236}">
                <a16:creationId xmlns:a16="http://schemas.microsoft.com/office/drawing/2014/main" id="{9D2D13AA-50AE-4B8A-81CD-A9C9518A1C49}"/>
              </a:ext>
            </a:extLst>
          </p:cNvPr>
          <p:cNvSpPr>
            <a:spLocks noGrp="1"/>
          </p:cNvSpPr>
          <p:nvPr/>
        </p:nvSpPr>
        <p:spPr>
          <a:xfrm>
            <a:off x="9525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600" b="1">
                <a:solidFill>
                  <a:srgbClr val="FFFFFF"/>
                </a:solidFill>
                <a:latin typeface="Yu Gothic UI"/>
                <a:ea typeface="Yu Gothic UI"/>
                <a:cs typeface="Yu Gothic UI"/>
              </a:rPr>
              <a:t>リソース</a:t>
            </a:r>
          </a:p>
        </p:txBody>
      </p:sp>
      <p:sp>
        <p:nvSpPr>
          <p:cNvPr id="8" name="正方形/長方形 7">
            <a:extLst>
              <a:ext uri="{FF2B5EF4-FFF2-40B4-BE49-F238E27FC236}">
                <a16:creationId xmlns:a16="http://schemas.microsoft.com/office/drawing/2014/main" id="{5B24662F-5AFF-442B-B0C5-167ED795FEDE}"/>
              </a:ext>
            </a:extLst>
          </p:cNvPr>
          <p:cNvSpPr>
            <a:spLocks noGrp="1"/>
          </p:cNvSpPr>
          <p:nvPr/>
        </p:nvSpPr>
        <p:spPr>
          <a:xfrm>
            <a:off x="4356100" y="2038350"/>
            <a:ext cx="3479800" cy="409575"/>
          </a:xfrm>
          <a:prstGeom prst="rect">
            <a:avLst/>
          </a:prstGeom>
          <a:solidFill>
            <a:srgbClr val="244A8F"/>
          </a:solidFill>
          <a:ln w="11430">
            <a:solidFill>
              <a:srgbClr val="FFFFFF"/>
            </a:solidFill>
            <a:prstDash val="solid"/>
          </a:ln>
        </p:spPr>
        <p:txBody>
          <a:bodyPr/>
          <a:lstStyle/>
          <a:p>
            <a:endParaRPr lang="ja-JP" altLang="en-US" sz="4400"/>
          </a:p>
        </p:txBody>
      </p:sp>
      <p:sp>
        <p:nvSpPr>
          <p:cNvPr id="9" name="正方形/長方形 8">
            <a:extLst>
              <a:ext uri="{FF2B5EF4-FFF2-40B4-BE49-F238E27FC236}">
                <a16:creationId xmlns:a16="http://schemas.microsoft.com/office/drawing/2014/main" id="{002C51B1-7D64-4A3F-A312-F76478BF664C}"/>
              </a:ext>
            </a:extLst>
          </p:cNvPr>
          <p:cNvSpPr>
            <a:spLocks noGrp="1"/>
          </p:cNvSpPr>
          <p:nvPr/>
        </p:nvSpPr>
        <p:spPr>
          <a:xfrm>
            <a:off x="44323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600" b="1">
                <a:solidFill>
                  <a:srgbClr val="FFFFFF"/>
                </a:solidFill>
                <a:latin typeface="Yu Gothic UI"/>
                <a:ea typeface="Yu Gothic UI"/>
                <a:cs typeface="Yu Gothic UI"/>
              </a:rPr>
              <a:t>課金注意</a:t>
            </a:r>
          </a:p>
        </p:txBody>
      </p:sp>
      <p:sp>
        <p:nvSpPr>
          <p:cNvPr id="10" name="正方形/長方形 9">
            <a:extLst>
              <a:ext uri="{FF2B5EF4-FFF2-40B4-BE49-F238E27FC236}">
                <a16:creationId xmlns:a16="http://schemas.microsoft.com/office/drawing/2014/main" id="{FF96BE9F-BD3A-4E34-B90A-EFC6A56AD4F5}"/>
              </a:ext>
            </a:extLst>
          </p:cNvPr>
          <p:cNvSpPr>
            <a:spLocks noGrp="1"/>
          </p:cNvSpPr>
          <p:nvPr/>
        </p:nvSpPr>
        <p:spPr>
          <a:xfrm>
            <a:off x="7835900" y="2038350"/>
            <a:ext cx="3479800" cy="409575"/>
          </a:xfrm>
          <a:prstGeom prst="rect">
            <a:avLst/>
          </a:prstGeom>
          <a:solidFill>
            <a:srgbClr val="244A8F"/>
          </a:solidFill>
          <a:ln w="11430">
            <a:solidFill>
              <a:srgbClr val="FFFFFF"/>
            </a:solidFill>
            <a:prstDash val="solid"/>
          </a:ln>
        </p:spPr>
        <p:txBody>
          <a:bodyPr/>
          <a:lstStyle/>
          <a:p>
            <a:endParaRPr lang="ja-JP" altLang="en-US" sz="4400"/>
          </a:p>
        </p:txBody>
      </p:sp>
      <p:sp>
        <p:nvSpPr>
          <p:cNvPr id="11" name="正方形/長方形 10">
            <a:extLst>
              <a:ext uri="{FF2B5EF4-FFF2-40B4-BE49-F238E27FC236}">
                <a16:creationId xmlns:a16="http://schemas.microsoft.com/office/drawing/2014/main" id="{37251A17-E55E-41B1-B8C6-33D388A82B72}"/>
              </a:ext>
            </a:extLst>
          </p:cNvPr>
          <p:cNvSpPr>
            <a:spLocks noGrp="1"/>
          </p:cNvSpPr>
          <p:nvPr/>
        </p:nvSpPr>
        <p:spPr>
          <a:xfrm>
            <a:off x="79121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600" b="1">
                <a:solidFill>
                  <a:srgbClr val="FFFFFF"/>
                </a:solidFill>
                <a:latin typeface="Yu Gothic UI"/>
                <a:ea typeface="Yu Gothic UI"/>
                <a:cs typeface="Yu Gothic UI"/>
              </a:rPr>
              <a:t>本回の扱い</a:t>
            </a:r>
          </a:p>
        </p:txBody>
      </p:sp>
      <p:sp>
        <p:nvSpPr>
          <p:cNvPr id="12" name="正方形/長方形 11">
            <a:extLst>
              <a:ext uri="{FF2B5EF4-FFF2-40B4-BE49-F238E27FC236}">
                <a16:creationId xmlns:a16="http://schemas.microsoft.com/office/drawing/2014/main" id="{01175F0E-4E31-4EAD-AC06-CEC74363B084}"/>
              </a:ext>
            </a:extLst>
          </p:cNvPr>
          <p:cNvSpPr>
            <a:spLocks noGrp="1"/>
          </p:cNvSpPr>
          <p:nvPr/>
        </p:nvSpPr>
        <p:spPr>
          <a:xfrm>
            <a:off x="876300" y="2447925"/>
            <a:ext cx="3479800" cy="754856"/>
          </a:xfrm>
          <a:prstGeom prst="rect">
            <a:avLst/>
          </a:prstGeom>
          <a:solidFill>
            <a:srgbClr val="EAF1FB"/>
          </a:solidFill>
          <a:ln w="11430">
            <a:solidFill>
              <a:srgbClr val="FFFFFF"/>
            </a:solidFill>
            <a:prstDash val="solid"/>
          </a:ln>
        </p:spPr>
        <p:txBody>
          <a:bodyPr/>
          <a:lstStyle/>
          <a:p>
            <a:endParaRPr lang="ja-JP" altLang="en-US" sz="4400"/>
          </a:p>
        </p:txBody>
      </p:sp>
      <p:sp>
        <p:nvSpPr>
          <p:cNvPr id="13" name="正方形/長方形 12">
            <a:extLst>
              <a:ext uri="{FF2B5EF4-FFF2-40B4-BE49-F238E27FC236}">
                <a16:creationId xmlns:a16="http://schemas.microsoft.com/office/drawing/2014/main" id="{93F5655D-035E-42B8-90C9-0746D7DFDB3B}"/>
              </a:ext>
            </a:extLst>
          </p:cNvPr>
          <p:cNvSpPr>
            <a:spLocks noGrp="1"/>
          </p:cNvSpPr>
          <p:nvPr/>
        </p:nvSpPr>
        <p:spPr>
          <a:xfrm>
            <a:off x="952500" y="2495550"/>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Azure VM</a:t>
            </a:r>
          </a:p>
        </p:txBody>
      </p:sp>
      <p:sp>
        <p:nvSpPr>
          <p:cNvPr id="14" name="正方形/長方形 13">
            <a:extLst>
              <a:ext uri="{FF2B5EF4-FFF2-40B4-BE49-F238E27FC236}">
                <a16:creationId xmlns:a16="http://schemas.microsoft.com/office/drawing/2014/main" id="{B9ABB64B-84C5-4CF0-975A-9CD00816B36E}"/>
              </a:ext>
            </a:extLst>
          </p:cNvPr>
          <p:cNvSpPr>
            <a:spLocks noGrp="1"/>
          </p:cNvSpPr>
          <p:nvPr/>
        </p:nvSpPr>
        <p:spPr>
          <a:xfrm>
            <a:off x="4356100" y="2447925"/>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15" name="正方形/長方形 14">
            <a:extLst>
              <a:ext uri="{FF2B5EF4-FFF2-40B4-BE49-F238E27FC236}">
                <a16:creationId xmlns:a16="http://schemas.microsoft.com/office/drawing/2014/main" id="{F8A6DFE0-48AD-495C-840E-D3A767B90F37}"/>
              </a:ext>
            </a:extLst>
          </p:cNvPr>
          <p:cNvSpPr>
            <a:spLocks noGrp="1"/>
          </p:cNvSpPr>
          <p:nvPr/>
        </p:nvSpPr>
        <p:spPr>
          <a:xfrm>
            <a:off x="4432300" y="2495550"/>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実行中はコンピュート課金が発生します。</a:t>
            </a:r>
          </a:p>
        </p:txBody>
      </p:sp>
      <p:sp>
        <p:nvSpPr>
          <p:cNvPr id="16" name="正方形/長方形 15">
            <a:extLst>
              <a:ext uri="{FF2B5EF4-FFF2-40B4-BE49-F238E27FC236}">
                <a16:creationId xmlns:a16="http://schemas.microsoft.com/office/drawing/2014/main" id="{9D304349-1A29-4D66-B2F8-BB404E11CA74}"/>
              </a:ext>
            </a:extLst>
          </p:cNvPr>
          <p:cNvSpPr>
            <a:spLocks noGrp="1"/>
          </p:cNvSpPr>
          <p:nvPr/>
        </p:nvSpPr>
        <p:spPr>
          <a:xfrm>
            <a:off x="7835900" y="2447925"/>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17" name="正方形/長方形 16">
            <a:extLst>
              <a:ext uri="{FF2B5EF4-FFF2-40B4-BE49-F238E27FC236}">
                <a16:creationId xmlns:a16="http://schemas.microsoft.com/office/drawing/2014/main" id="{E7705CD2-A476-4F50-996C-E0D159535D7D}"/>
              </a:ext>
            </a:extLst>
          </p:cNvPr>
          <p:cNvSpPr>
            <a:spLocks noGrp="1"/>
          </p:cNvSpPr>
          <p:nvPr/>
        </p:nvSpPr>
        <p:spPr>
          <a:xfrm>
            <a:off x="7912100" y="2495550"/>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最後に削除します。</a:t>
            </a:r>
          </a:p>
        </p:txBody>
      </p:sp>
      <p:sp>
        <p:nvSpPr>
          <p:cNvPr id="18" name="正方形/長方形 17">
            <a:extLst>
              <a:ext uri="{FF2B5EF4-FFF2-40B4-BE49-F238E27FC236}">
                <a16:creationId xmlns:a16="http://schemas.microsoft.com/office/drawing/2014/main" id="{85C1CBBA-3089-4B3A-8743-B64D01F89B41}"/>
              </a:ext>
            </a:extLst>
          </p:cNvPr>
          <p:cNvSpPr>
            <a:spLocks noGrp="1"/>
          </p:cNvSpPr>
          <p:nvPr/>
        </p:nvSpPr>
        <p:spPr>
          <a:xfrm>
            <a:off x="876300" y="3202781"/>
            <a:ext cx="3479800" cy="754856"/>
          </a:xfrm>
          <a:prstGeom prst="rect">
            <a:avLst/>
          </a:prstGeom>
          <a:solidFill>
            <a:srgbClr val="EAF1FB"/>
          </a:solidFill>
          <a:ln w="11430">
            <a:solidFill>
              <a:srgbClr val="FFFFFF"/>
            </a:solidFill>
            <a:prstDash val="solid"/>
          </a:ln>
        </p:spPr>
        <p:txBody>
          <a:bodyPr/>
          <a:lstStyle/>
          <a:p>
            <a:endParaRPr lang="ja-JP" altLang="en-US" sz="4400"/>
          </a:p>
        </p:txBody>
      </p:sp>
      <p:sp>
        <p:nvSpPr>
          <p:cNvPr id="19" name="正方形/長方形 18">
            <a:extLst>
              <a:ext uri="{FF2B5EF4-FFF2-40B4-BE49-F238E27FC236}">
                <a16:creationId xmlns:a16="http://schemas.microsoft.com/office/drawing/2014/main" id="{320E16F7-CCD1-4FEB-A1AC-4E305B8CDE05}"/>
              </a:ext>
            </a:extLst>
          </p:cNvPr>
          <p:cNvSpPr>
            <a:spLocks noGrp="1"/>
          </p:cNvSpPr>
          <p:nvPr/>
        </p:nvSpPr>
        <p:spPr>
          <a:xfrm>
            <a:off x="952500" y="3250406"/>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Managed Disk</a:t>
            </a:r>
          </a:p>
        </p:txBody>
      </p:sp>
      <p:sp>
        <p:nvSpPr>
          <p:cNvPr id="20" name="正方形/長方形 19">
            <a:extLst>
              <a:ext uri="{FF2B5EF4-FFF2-40B4-BE49-F238E27FC236}">
                <a16:creationId xmlns:a16="http://schemas.microsoft.com/office/drawing/2014/main" id="{ACFB3090-862A-4CB4-8528-7994C337C708}"/>
              </a:ext>
            </a:extLst>
          </p:cNvPr>
          <p:cNvSpPr>
            <a:spLocks noGrp="1"/>
          </p:cNvSpPr>
          <p:nvPr/>
        </p:nvSpPr>
        <p:spPr>
          <a:xfrm>
            <a:off x="4356100" y="3202781"/>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21" name="正方形/長方形 20">
            <a:extLst>
              <a:ext uri="{FF2B5EF4-FFF2-40B4-BE49-F238E27FC236}">
                <a16:creationId xmlns:a16="http://schemas.microsoft.com/office/drawing/2014/main" id="{96C7BC5E-1062-430E-8146-B6EC1FEEAAA0}"/>
              </a:ext>
            </a:extLst>
          </p:cNvPr>
          <p:cNvSpPr>
            <a:spLocks noGrp="1"/>
          </p:cNvSpPr>
          <p:nvPr/>
        </p:nvSpPr>
        <p:spPr>
          <a:xfrm>
            <a:off x="4432300" y="3250406"/>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VM 停止後も残ると課金が続く可能性があります。</a:t>
            </a:r>
          </a:p>
        </p:txBody>
      </p:sp>
      <p:sp>
        <p:nvSpPr>
          <p:cNvPr id="22" name="正方形/長方形 21">
            <a:extLst>
              <a:ext uri="{FF2B5EF4-FFF2-40B4-BE49-F238E27FC236}">
                <a16:creationId xmlns:a16="http://schemas.microsoft.com/office/drawing/2014/main" id="{90045BF6-8341-4287-B449-D036C2A295CF}"/>
              </a:ext>
            </a:extLst>
          </p:cNvPr>
          <p:cNvSpPr>
            <a:spLocks noGrp="1"/>
          </p:cNvSpPr>
          <p:nvPr/>
        </p:nvSpPr>
        <p:spPr>
          <a:xfrm>
            <a:off x="7835900" y="3202781"/>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23" name="正方形/長方形 22">
            <a:extLst>
              <a:ext uri="{FF2B5EF4-FFF2-40B4-BE49-F238E27FC236}">
                <a16:creationId xmlns:a16="http://schemas.microsoft.com/office/drawing/2014/main" id="{954A60F6-4B3B-4595-BAA9-ABACA4B9BB64}"/>
              </a:ext>
            </a:extLst>
          </p:cNvPr>
          <p:cNvSpPr>
            <a:spLocks noGrp="1"/>
          </p:cNvSpPr>
          <p:nvPr/>
        </p:nvSpPr>
        <p:spPr>
          <a:xfrm>
            <a:off x="7912100" y="3250406"/>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リソースグループ削除でまとめて消します。</a:t>
            </a:r>
          </a:p>
        </p:txBody>
      </p:sp>
      <p:sp>
        <p:nvSpPr>
          <p:cNvPr id="24" name="正方形/長方形 23">
            <a:extLst>
              <a:ext uri="{FF2B5EF4-FFF2-40B4-BE49-F238E27FC236}">
                <a16:creationId xmlns:a16="http://schemas.microsoft.com/office/drawing/2014/main" id="{2BC5CA1B-4BB4-43FE-8B82-1685ED4EA672}"/>
              </a:ext>
            </a:extLst>
          </p:cNvPr>
          <p:cNvSpPr>
            <a:spLocks noGrp="1"/>
          </p:cNvSpPr>
          <p:nvPr/>
        </p:nvSpPr>
        <p:spPr>
          <a:xfrm>
            <a:off x="876300" y="3957638"/>
            <a:ext cx="3479800" cy="754856"/>
          </a:xfrm>
          <a:prstGeom prst="rect">
            <a:avLst/>
          </a:prstGeom>
          <a:solidFill>
            <a:srgbClr val="EAF1FB"/>
          </a:solidFill>
          <a:ln w="11430">
            <a:solidFill>
              <a:srgbClr val="FFFFFF"/>
            </a:solidFill>
            <a:prstDash val="solid"/>
          </a:ln>
        </p:spPr>
        <p:txBody>
          <a:bodyPr/>
          <a:lstStyle/>
          <a:p>
            <a:endParaRPr lang="ja-JP" altLang="en-US" sz="4400"/>
          </a:p>
        </p:txBody>
      </p:sp>
      <p:sp>
        <p:nvSpPr>
          <p:cNvPr id="25" name="正方形/長方形 24">
            <a:extLst>
              <a:ext uri="{FF2B5EF4-FFF2-40B4-BE49-F238E27FC236}">
                <a16:creationId xmlns:a16="http://schemas.microsoft.com/office/drawing/2014/main" id="{E68461AC-D7C3-424D-802E-1DB01B8FBB60}"/>
              </a:ext>
            </a:extLst>
          </p:cNvPr>
          <p:cNvSpPr>
            <a:spLocks noGrp="1"/>
          </p:cNvSpPr>
          <p:nvPr/>
        </p:nvSpPr>
        <p:spPr>
          <a:xfrm>
            <a:off x="952500" y="4005263"/>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Public IP</a:t>
            </a:r>
          </a:p>
        </p:txBody>
      </p:sp>
      <p:sp>
        <p:nvSpPr>
          <p:cNvPr id="26" name="正方形/長方形 25">
            <a:extLst>
              <a:ext uri="{FF2B5EF4-FFF2-40B4-BE49-F238E27FC236}">
                <a16:creationId xmlns:a16="http://schemas.microsoft.com/office/drawing/2014/main" id="{39BFB2CB-E5EB-482A-AAF5-3CB87C83A715}"/>
              </a:ext>
            </a:extLst>
          </p:cNvPr>
          <p:cNvSpPr>
            <a:spLocks noGrp="1"/>
          </p:cNvSpPr>
          <p:nvPr/>
        </p:nvSpPr>
        <p:spPr>
          <a:xfrm>
            <a:off x="4356100" y="3957638"/>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27" name="正方形/長方形 26">
            <a:extLst>
              <a:ext uri="{FF2B5EF4-FFF2-40B4-BE49-F238E27FC236}">
                <a16:creationId xmlns:a16="http://schemas.microsoft.com/office/drawing/2014/main" id="{FD50F1DB-E470-4015-9565-D9D99EE247CB}"/>
              </a:ext>
            </a:extLst>
          </p:cNvPr>
          <p:cNvSpPr>
            <a:spLocks noGrp="1"/>
          </p:cNvSpPr>
          <p:nvPr/>
        </p:nvSpPr>
        <p:spPr>
          <a:xfrm>
            <a:off x="4432300" y="4005263"/>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SKU や状態により課金対象になります。</a:t>
            </a:r>
          </a:p>
        </p:txBody>
      </p:sp>
      <p:sp>
        <p:nvSpPr>
          <p:cNvPr id="28" name="正方形/長方形 27">
            <a:extLst>
              <a:ext uri="{FF2B5EF4-FFF2-40B4-BE49-F238E27FC236}">
                <a16:creationId xmlns:a16="http://schemas.microsoft.com/office/drawing/2014/main" id="{399BCD77-37B5-4E7C-B20E-4BC4A3493C48}"/>
              </a:ext>
            </a:extLst>
          </p:cNvPr>
          <p:cNvSpPr>
            <a:spLocks noGrp="1"/>
          </p:cNvSpPr>
          <p:nvPr/>
        </p:nvSpPr>
        <p:spPr>
          <a:xfrm>
            <a:off x="7835900" y="3957638"/>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29" name="正方形/長方形 28">
            <a:extLst>
              <a:ext uri="{FF2B5EF4-FFF2-40B4-BE49-F238E27FC236}">
                <a16:creationId xmlns:a16="http://schemas.microsoft.com/office/drawing/2014/main" id="{B11720A7-E9AD-453E-95BE-DA842325BEEF}"/>
              </a:ext>
            </a:extLst>
          </p:cNvPr>
          <p:cNvSpPr>
            <a:spLocks noGrp="1"/>
          </p:cNvSpPr>
          <p:nvPr/>
        </p:nvSpPr>
        <p:spPr>
          <a:xfrm>
            <a:off x="7912100" y="4005263"/>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リソースグループ削除でまとめて消します。</a:t>
            </a:r>
          </a:p>
        </p:txBody>
      </p:sp>
      <p:sp>
        <p:nvSpPr>
          <p:cNvPr id="30" name="正方形/長方形 29">
            <a:extLst>
              <a:ext uri="{FF2B5EF4-FFF2-40B4-BE49-F238E27FC236}">
                <a16:creationId xmlns:a16="http://schemas.microsoft.com/office/drawing/2014/main" id="{F0E0EFEC-4EF2-4A79-B202-5C97D4E6BF4E}"/>
              </a:ext>
            </a:extLst>
          </p:cNvPr>
          <p:cNvSpPr>
            <a:spLocks noGrp="1"/>
          </p:cNvSpPr>
          <p:nvPr/>
        </p:nvSpPr>
        <p:spPr>
          <a:xfrm>
            <a:off x="876300" y="4712494"/>
            <a:ext cx="3479800" cy="754856"/>
          </a:xfrm>
          <a:prstGeom prst="rect">
            <a:avLst/>
          </a:prstGeom>
          <a:solidFill>
            <a:srgbClr val="EAF1FB"/>
          </a:solidFill>
          <a:ln w="11430">
            <a:solidFill>
              <a:srgbClr val="FFFFFF"/>
            </a:solidFill>
            <a:prstDash val="solid"/>
          </a:ln>
        </p:spPr>
        <p:txBody>
          <a:bodyPr/>
          <a:lstStyle/>
          <a:p>
            <a:endParaRPr lang="ja-JP" altLang="en-US" sz="4400"/>
          </a:p>
        </p:txBody>
      </p:sp>
      <p:sp>
        <p:nvSpPr>
          <p:cNvPr id="31" name="正方形/長方形 30">
            <a:extLst>
              <a:ext uri="{FF2B5EF4-FFF2-40B4-BE49-F238E27FC236}">
                <a16:creationId xmlns:a16="http://schemas.microsoft.com/office/drawing/2014/main" id="{1CEBE5A3-561B-4FA8-8B4B-55E6EDBDCA81}"/>
              </a:ext>
            </a:extLst>
          </p:cNvPr>
          <p:cNvSpPr>
            <a:spLocks noGrp="1"/>
          </p:cNvSpPr>
          <p:nvPr/>
        </p:nvSpPr>
        <p:spPr>
          <a:xfrm>
            <a:off x="952500" y="4760119"/>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400" b="1">
                <a:solidFill>
                  <a:srgbClr val="344054"/>
                </a:solidFill>
                <a:latin typeface="Yu Gothic UI"/>
                <a:ea typeface="Yu Gothic UI"/>
                <a:cs typeface="Yu Gothic UI"/>
              </a:rPr>
              <a:t>診断/ログ関連</a:t>
            </a:r>
          </a:p>
        </p:txBody>
      </p:sp>
      <p:sp>
        <p:nvSpPr>
          <p:cNvPr id="32" name="正方形/長方形 31">
            <a:extLst>
              <a:ext uri="{FF2B5EF4-FFF2-40B4-BE49-F238E27FC236}">
                <a16:creationId xmlns:a16="http://schemas.microsoft.com/office/drawing/2014/main" id="{C3E570E4-3DFD-4F1D-891E-0F0A16C2AC2E}"/>
              </a:ext>
            </a:extLst>
          </p:cNvPr>
          <p:cNvSpPr>
            <a:spLocks noGrp="1"/>
          </p:cNvSpPr>
          <p:nvPr/>
        </p:nvSpPr>
        <p:spPr>
          <a:xfrm>
            <a:off x="4356100" y="4712494"/>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33" name="正方形/長方形 32">
            <a:extLst>
              <a:ext uri="{FF2B5EF4-FFF2-40B4-BE49-F238E27FC236}">
                <a16:creationId xmlns:a16="http://schemas.microsoft.com/office/drawing/2014/main" id="{10790305-3A8B-45B8-9D3E-C00D777A3BCD}"/>
              </a:ext>
            </a:extLst>
          </p:cNvPr>
          <p:cNvSpPr>
            <a:spLocks noGrp="1"/>
          </p:cNvSpPr>
          <p:nvPr/>
        </p:nvSpPr>
        <p:spPr>
          <a:xfrm>
            <a:off x="4432300" y="4760119"/>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有効化した場合に課金が発生することがあります。</a:t>
            </a:r>
          </a:p>
        </p:txBody>
      </p:sp>
      <p:sp>
        <p:nvSpPr>
          <p:cNvPr id="34" name="正方形/長方形 33">
            <a:extLst>
              <a:ext uri="{FF2B5EF4-FFF2-40B4-BE49-F238E27FC236}">
                <a16:creationId xmlns:a16="http://schemas.microsoft.com/office/drawing/2014/main" id="{81804DBA-ECCB-4BF2-937D-DE1F209F4B1D}"/>
              </a:ext>
            </a:extLst>
          </p:cNvPr>
          <p:cNvSpPr>
            <a:spLocks noGrp="1"/>
          </p:cNvSpPr>
          <p:nvPr/>
        </p:nvSpPr>
        <p:spPr>
          <a:xfrm>
            <a:off x="7835900" y="4712494"/>
            <a:ext cx="3479800" cy="754856"/>
          </a:xfrm>
          <a:prstGeom prst="rect">
            <a:avLst/>
          </a:prstGeom>
          <a:solidFill>
            <a:srgbClr val="FFFFFF"/>
          </a:solidFill>
          <a:ln w="11430">
            <a:solidFill>
              <a:srgbClr val="FFFFFF"/>
            </a:solidFill>
            <a:prstDash val="solid"/>
          </a:ln>
        </p:spPr>
        <p:txBody>
          <a:bodyPr/>
          <a:lstStyle/>
          <a:p>
            <a:endParaRPr lang="ja-JP" altLang="en-US" sz="4400"/>
          </a:p>
        </p:txBody>
      </p:sp>
      <p:sp>
        <p:nvSpPr>
          <p:cNvPr id="35" name="正方形/長方形 34">
            <a:extLst>
              <a:ext uri="{FF2B5EF4-FFF2-40B4-BE49-F238E27FC236}">
                <a16:creationId xmlns:a16="http://schemas.microsoft.com/office/drawing/2014/main" id="{D824A26A-DCCD-403E-A818-FA796DB71746}"/>
              </a:ext>
            </a:extLst>
          </p:cNvPr>
          <p:cNvSpPr>
            <a:spLocks noGrp="1"/>
          </p:cNvSpPr>
          <p:nvPr/>
        </p:nvSpPr>
        <p:spPr>
          <a:xfrm>
            <a:off x="7912100" y="4760119"/>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400" b="0">
                <a:solidFill>
                  <a:srgbClr val="344054"/>
                </a:solidFill>
                <a:latin typeface="Yu Gothic UI"/>
                <a:ea typeface="Yu Gothic UI"/>
                <a:cs typeface="Yu Gothic UI"/>
              </a:rPr>
              <a:t>本回では詳細に扱いません。</a:t>
            </a:r>
          </a:p>
        </p:txBody>
      </p:sp>
      <p:sp>
        <p:nvSpPr>
          <p:cNvPr id="36" name="正方形/長方形 35">
            <a:extLst>
              <a:ext uri="{FF2B5EF4-FFF2-40B4-BE49-F238E27FC236}">
                <a16:creationId xmlns:a16="http://schemas.microsoft.com/office/drawing/2014/main" id="{46BC9BC1-F16F-45C3-B318-BB3427FB41D6}"/>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37 / 46</a:t>
            </a:r>
          </a:p>
        </p:txBody>
      </p:sp>
    </p:spTree>
    <p:extLst>
      <p:ext uri="{BB962C8B-B14F-4D97-AF65-F5344CB8AC3E}">
        <p14:creationId xmlns:p14="http://schemas.microsoft.com/office/powerpoint/2010/main" val="118607714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正方形/長方形 14">
            <a:extLst>
              <a:ext uri="{FF2B5EF4-FFF2-40B4-BE49-F238E27FC236}">
                <a16:creationId xmlns:a16="http://schemas.microsoft.com/office/drawing/2014/main" id="{18451626-6822-440B-874E-19994E80F0D8}"/>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lang="ja-JP" altLang="en-US" sz="2100" b="1">
                <a:solidFill>
                  <a:srgbClr val="1F2937"/>
                </a:solidFill>
                <a:latin typeface="Meiryo UI"/>
                <a:ea typeface="Meiryo UI"/>
                <a:cs typeface="Meiryo UI"/>
              </a:rPr>
              <a:t>クリーンアップ</a:t>
            </a:r>
            <a:r>
              <a:rPr lang="en-US" altLang="ja-JP" sz="2100" b="1" dirty="0">
                <a:solidFill>
                  <a:srgbClr val="1F2937"/>
                </a:solidFill>
                <a:latin typeface="Meiryo UI"/>
                <a:ea typeface="Meiryo UI"/>
                <a:cs typeface="Meiryo UI"/>
              </a:rPr>
              <a:t> / </a:t>
            </a:r>
            <a:r>
              <a:rPr sz="2100" b="1" dirty="0" err="1">
                <a:solidFill>
                  <a:srgbClr val="1F2937"/>
                </a:solidFill>
                <a:latin typeface="Meiryo UI"/>
                <a:ea typeface="Meiryo UI"/>
                <a:cs typeface="Meiryo UI"/>
              </a:rPr>
              <a:t>リソースグループを削除する</a:t>
            </a:r>
            <a:endParaRPr sz="2100"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23BFD9D3-4BFC-4629-B190-8190A81F2A0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4" name="正方形/長方形 3">
            <a:extLst>
              <a:ext uri="{FF2B5EF4-FFF2-40B4-BE49-F238E27FC236}">
                <a16:creationId xmlns:a16="http://schemas.microsoft.com/office/drawing/2014/main" id="{CA7E7B0E-55F4-4EB2-8295-7AA576A8FC3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196BFD74-662D-4E4A-8909-BFF6A710FE4A}"/>
              </a:ext>
            </a:extLst>
          </p:cNvPr>
          <p:cNvSpPr>
            <a:spLocks noGrp="1"/>
          </p:cNvSpPr>
          <p:nvPr/>
        </p:nvSpPr>
        <p:spPr>
          <a:xfrm>
            <a:off x="685800" y="1390650"/>
            <a:ext cx="106299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dirty="0" err="1">
                <a:solidFill>
                  <a:srgbClr val="344054"/>
                </a:solidFill>
                <a:latin typeface="Yu Gothic UI"/>
                <a:ea typeface="Yu Gothic UI"/>
                <a:cs typeface="Yu Gothic UI"/>
              </a:rPr>
              <a:t>本回のリソースは、受講者ごとのリソースグループごと削除します。削除対象が本回のリソースだけであることを確認してから実行します</a:t>
            </a:r>
            <a:r>
              <a:rPr sz="1110" b="0" dirty="0">
                <a:solidFill>
                  <a:srgbClr val="344054"/>
                </a:solidFill>
                <a:latin typeface="Yu Gothic UI"/>
                <a:ea typeface="Yu Gothic UI"/>
                <a:cs typeface="Yu Gothic UI"/>
              </a:rPr>
              <a:t>。</a:t>
            </a:r>
          </a:p>
        </p:txBody>
      </p:sp>
      <p:sp>
        <p:nvSpPr>
          <p:cNvPr id="11" name="正方形/長方形 10">
            <a:extLst>
              <a:ext uri="{FF2B5EF4-FFF2-40B4-BE49-F238E27FC236}">
                <a16:creationId xmlns:a16="http://schemas.microsoft.com/office/drawing/2014/main" id="{9D74FE33-FD11-43FC-8FF1-9A99F2521C83}"/>
              </a:ext>
            </a:extLst>
          </p:cNvPr>
          <p:cNvSpPr>
            <a:spLocks noGrp="1"/>
          </p:cNvSpPr>
          <p:nvPr/>
        </p:nvSpPr>
        <p:spPr>
          <a:xfrm>
            <a:off x="685800" y="1676400"/>
            <a:ext cx="10801350" cy="5024744"/>
          </a:xfrm>
          <a:prstGeom prst="rect">
            <a:avLst/>
          </a:prstGeom>
          <a:solidFill>
            <a:srgbClr val="FFFFFF"/>
          </a:solidFill>
          <a:ln w="9525">
            <a:solidFill>
              <a:srgbClr val="D0D5DD"/>
            </a:solidFill>
            <a:prstDash val="solid"/>
          </a:ln>
        </p:spPr>
        <p:txBody>
          <a:bodyPr/>
          <a:lstStyle/>
          <a:p>
            <a:endParaRPr lang="ja-JP" altLang="en-US"/>
          </a:p>
        </p:txBody>
      </p:sp>
      <p:pic>
        <p:nvPicPr>
          <p:cNvPr id="12" name="図 11"/>
          <p:cNvPicPr>
            <a:picLocks noChangeAspect="1"/>
          </p:cNvPicPr>
          <p:nvPr/>
        </p:nvPicPr>
        <p:blipFill>
          <a:blip r:embed="rId3"/>
          <a:stretch/>
        </p:blipFill>
        <p:spPr>
          <a:xfrm>
            <a:off x="6288745" y="4308913"/>
            <a:ext cx="3976132" cy="2236575"/>
          </a:xfrm>
          <a:prstGeom prst="rect">
            <a:avLst/>
          </a:prstGeom>
        </p:spPr>
      </p:pic>
      <p:pic>
        <p:nvPicPr>
          <p:cNvPr id="16" name="図 15">
            <a:extLst>
              <a:ext uri="{FF2B5EF4-FFF2-40B4-BE49-F238E27FC236}">
                <a16:creationId xmlns:a16="http://schemas.microsoft.com/office/drawing/2014/main" id="{E74FAE8F-84A8-F1F4-59B2-B7589E586B94}"/>
              </a:ext>
            </a:extLst>
          </p:cNvPr>
          <p:cNvPicPr>
            <a:picLocks noChangeAspect="1"/>
          </p:cNvPicPr>
          <p:nvPr/>
        </p:nvPicPr>
        <p:blipFill>
          <a:blip r:embed="rId4"/>
          <a:stretch/>
        </p:blipFill>
        <p:spPr>
          <a:xfrm>
            <a:off x="876300" y="1798687"/>
            <a:ext cx="4345244" cy="2444200"/>
          </a:xfrm>
          <a:prstGeom prst="rect">
            <a:avLst/>
          </a:prstGeom>
        </p:spPr>
      </p:pic>
      <p:sp>
        <p:nvSpPr>
          <p:cNvPr id="17" name="正方形/長方形 16">
            <a:extLst>
              <a:ext uri="{FF2B5EF4-FFF2-40B4-BE49-F238E27FC236}">
                <a16:creationId xmlns:a16="http://schemas.microsoft.com/office/drawing/2014/main" id="{52EE9B9C-7896-DA4A-0C2D-1B4ECEC83D67}"/>
              </a:ext>
            </a:extLst>
          </p:cNvPr>
          <p:cNvSpPr/>
          <p:nvPr/>
        </p:nvSpPr>
        <p:spPr>
          <a:xfrm>
            <a:off x="1648872" y="2514905"/>
            <a:ext cx="610092" cy="167763"/>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吹き出し 17">
            <a:extLst>
              <a:ext uri="{FF2B5EF4-FFF2-40B4-BE49-F238E27FC236}">
                <a16:creationId xmlns:a16="http://schemas.microsoft.com/office/drawing/2014/main" id="{4133E10E-AB66-8DE1-DA07-CB79CBA4D210}"/>
              </a:ext>
            </a:extLst>
          </p:cNvPr>
          <p:cNvSpPr/>
          <p:nvPr/>
        </p:nvSpPr>
        <p:spPr>
          <a:xfrm>
            <a:off x="2169855" y="3009493"/>
            <a:ext cx="2113936" cy="686299"/>
          </a:xfrm>
          <a:prstGeom prst="wedgeRectCallout">
            <a:avLst>
              <a:gd name="adj1" fmla="val -59479"/>
              <a:gd name="adj2" fmla="val -849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自身のリソースグループを選択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19" name="図 18">
            <a:extLst>
              <a:ext uri="{FF2B5EF4-FFF2-40B4-BE49-F238E27FC236}">
                <a16:creationId xmlns:a16="http://schemas.microsoft.com/office/drawing/2014/main" id="{6661226C-CE1C-2B29-7CA9-7643BB7E7053}"/>
              </a:ext>
            </a:extLst>
          </p:cNvPr>
          <p:cNvPicPr>
            <a:picLocks noChangeAspect="1"/>
          </p:cNvPicPr>
          <p:nvPr/>
        </p:nvPicPr>
        <p:blipFill>
          <a:blip r:embed="rId5"/>
          <a:stretch>
            <a:fillRect/>
          </a:stretch>
        </p:blipFill>
        <p:spPr>
          <a:xfrm>
            <a:off x="6247660" y="1737276"/>
            <a:ext cx="4017217" cy="2510761"/>
          </a:xfrm>
          <a:prstGeom prst="rect">
            <a:avLst/>
          </a:prstGeom>
        </p:spPr>
      </p:pic>
      <p:sp>
        <p:nvSpPr>
          <p:cNvPr id="20" name="正方形/長方形 19">
            <a:extLst>
              <a:ext uri="{FF2B5EF4-FFF2-40B4-BE49-F238E27FC236}">
                <a16:creationId xmlns:a16="http://schemas.microsoft.com/office/drawing/2014/main" id="{51991CCC-96A6-30B0-CDC8-2B3D56927AD9}"/>
              </a:ext>
            </a:extLst>
          </p:cNvPr>
          <p:cNvSpPr/>
          <p:nvPr/>
        </p:nvSpPr>
        <p:spPr>
          <a:xfrm>
            <a:off x="7679730" y="2119312"/>
            <a:ext cx="569535" cy="109538"/>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吹き出し 20">
            <a:extLst>
              <a:ext uri="{FF2B5EF4-FFF2-40B4-BE49-F238E27FC236}">
                <a16:creationId xmlns:a16="http://schemas.microsoft.com/office/drawing/2014/main" id="{DC1F250B-DF05-8811-C39E-E0613AAF057A}"/>
              </a:ext>
            </a:extLst>
          </p:cNvPr>
          <p:cNvSpPr/>
          <p:nvPr/>
        </p:nvSpPr>
        <p:spPr>
          <a:xfrm>
            <a:off x="8429192" y="2588072"/>
            <a:ext cx="2113936" cy="686299"/>
          </a:xfrm>
          <a:prstGeom prst="wedgeRectCallout">
            <a:avLst>
              <a:gd name="adj1" fmla="val -59479"/>
              <a:gd name="adj2" fmla="val -8499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リソースグループを削除を選択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2" name="正方形/長方形 21">
            <a:extLst>
              <a:ext uri="{FF2B5EF4-FFF2-40B4-BE49-F238E27FC236}">
                <a16:creationId xmlns:a16="http://schemas.microsoft.com/office/drawing/2014/main" id="{3F8BBE05-E08B-1C54-6BA1-A1A33C9731BB}"/>
              </a:ext>
            </a:extLst>
          </p:cNvPr>
          <p:cNvSpPr/>
          <p:nvPr/>
        </p:nvSpPr>
        <p:spPr>
          <a:xfrm>
            <a:off x="8144424" y="6213987"/>
            <a:ext cx="2120453" cy="13949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A9BD521-FB47-0CF5-817D-38C608B1E0AB}"/>
              </a:ext>
            </a:extLst>
          </p:cNvPr>
          <p:cNvSpPr/>
          <p:nvPr/>
        </p:nvSpPr>
        <p:spPr>
          <a:xfrm>
            <a:off x="8144423" y="6405993"/>
            <a:ext cx="399809" cy="139495"/>
          </a:xfrm>
          <a:prstGeom prst="rect">
            <a:avLst/>
          </a:prstGeom>
          <a:noFill/>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吹き出し 23">
            <a:extLst>
              <a:ext uri="{FF2B5EF4-FFF2-40B4-BE49-F238E27FC236}">
                <a16:creationId xmlns:a16="http://schemas.microsoft.com/office/drawing/2014/main" id="{3D265DD5-E3A1-2036-B18A-7B3A5E9E4EEE}"/>
              </a:ext>
            </a:extLst>
          </p:cNvPr>
          <p:cNvSpPr/>
          <p:nvPr/>
        </p:nvSpPr>
        <p:spPr>
          <a:xfrm>
            <a:off x="8429192" y="5296707"/>
            <a:ext cx="2113936" cy="686299"/>
          </a:xfrm>
          <a:prstGeom prst="wedgeRectCallout">
            <a:avLst>
              <a:gd name="adj1" fmla="val -31572"/>
              <a:gd name="adj2" fmla="val 63999"/>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リソースグループ名を入力</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5" name="四角形吹き出し 24">
            <a:extLst>
              <a:ext uri="{FF2B5EF4-FFF2-40B4-BE49-F238E27FC236}">
                <a16:creationId xmlns:a16="http://schemas.microsoft.com/office/drawing/2014/main" id="{830BB32D-A840-CF89-321B-ED25F8799886}"/>
              </a:ext>
            </a:extLst>
          </p:cNvPr>
          <p:cNvSpPr/>
          <p:nvPr/>
        </p:nvSpPr>
        <p:spPr>
          <a:xfrm>
            <a:off x="5793222" y="5983006"/>
            <a:ext cx="2113936" cy="405427"/>
          </a:xfrm>
          <a:prstGeom prst="wedgeRectCallout">
            <a:avLst>
              <a:gd name="adj1" fmla="val 56335"/>
              <a:gd name="adj2" fmla="val 66424"/>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活性化した削除を選択</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FBAF566A-0B99-4FD1-912A-F16D38EAFB85}"/>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削除完了を確認する</a:t>
            </a:r>
          </a:p>
        </p:txBody>
      </p:sp>
      <p:sp>
        <p:nvSpPr>
          <p:cNvPr id="2" name="正方形/長方形 1">
            <a:extLst>
              <a:ext uri="{FF2B5EF4-FFF2-40B4-BE49-F238E27FC236}">
                <a16:creationId xmlns:a16="http://schemas.microsoft.com/office/drawing/2014/main" id="{7AA8B054-9656-44A8-9C56-EEAB977034C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6148D0A0-8914-43CF-8BA3-B0C1F4D2B12A}"/>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39</a:t>
            </a:r>
          </a:p>
        </p:txBody>
      </p:sp>
      <p:sp>
        <p:nvSpPr>
          <p:cNvPr id="4" name="正方形/長方形 3">
            <a:extLst>
              <a:ext uri="{FF2B5EF4-FFF2-40B4-BE49-F238E27FC236}">
                <a16:creationId xmlns:a16="http://schemas.microsoft.com/office/drawing/2014/main" id="{17149F1A-8FE8-465D-9371-BBC412B50470}"/>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FEFB1C61-F991-4662-8BE2-B0E02F42A7AB}"/>
              </a:ext>
            </a:extLst>
          </p:cNvPr>
          <p:cNvSpPr>
            <a:spLocks noGrp="1"/>
          </p:cNvSpPr>
          <p:nvPr/>
        </p:nvSpPr>
        <p:spPr>
          <a:xfrm>
            <a:off x="685800" y="1390650"/>
            <a:ext cx="421005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10" b="0">
                <a:solidFill>
                  <a:srgbClr val="344054"/>
                </a:solidFill>
                <a:latin typeface="Yu Gothic UI"/>
                <a:ea typeface="Yu Gothic UI"/>
                <a:cs typeface="Yu Gothic UI"/>
              </a:defRPr>
            </a:pPr>
            <a:r>
              <a:rPr sz="1110" b="0">
                <a:solidFill>
                  <a:srgbClr val="344054"/>
                </a:solidFill>
                <a:latin typeface="Yu Gothic UI"/>
                <a:ea typeface="Yu Gothic UI"/>
                <a:cs typeface="Yu Gothic UI"/>
              </a:rPr>
              <a:t>対象リソースグループが一覧から消えたこと、または削除中になっていることを確認します。ここまでが本回のハンズオン完了です。</a:t>
            </a:r>
          </a:p>
        </p:txBody>
      </p:sp>
      <p:sp>
        <p:nvSpPr>
          <p:cNvPr id="6" name="正方形/長方形 5">
            <a:extLst>
              <a:ext uri="{FF2B5EF4-FFF2-40B4-BE49-F238E27FC236}">
                <a16:creationId xmlns:a16="http://schemas.microsoft.com/office/drawing/2014/main" id="{B8BC910C-42C7-4B3E-AB2C-30076B1763E2}"/>
              </a:ext>
            </a:extLst>
          </p:cNvPr>
          <p:cNvSpPr>
            <a:spLocks noGrp="1"/>
          </p:cNvSpPr>
          <p:nvPr/>
        </p:nvSpPr>
        <p:spPr>
          <a:xfrm>
            <a:off x="819150" y="2628900"/>
            <a:ext cx="3924300" cy="1428750"/>
          </a:xfrm>
          <a:prstGeom prst="rect">
            <a:avLst/>
          </a:prstGeom>
          <a:solidFill>
            <a:srgbClr val="000000">
              <a:alpha val="0"/>
            </a:srgbClr>
          </a:solidFill>
          <a:ln w="0">
            <a:solidFill>
              <a:srgbClr val="000000">
                <a:alpha val="0"/>
              </a:srgbClr>
            </a:solidFill>
            <a:prstDash val="solid"/>
          </a:ln>
        </p:spPr>
        <p:txBody>
          <a:bodyPr lIns="38100" tIns="38100" rIns="38100" bIns="38100" anchor="t"/>
          <a:lstStyle/>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削除には反映待ちが発生する場合があります。</a:t>
            </a:r>
          </a:p>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別のリソースグループを削除しないよう名前を確認します。</a:t>
            </a:r>
          </a:p>
          <a:p>
            <a:pPr algn="l">
              <a:defRPr sz="990" b="0">
                <a:solidFill>
                  <a:srgbClr val="344054"/>
                </a:solidFill>
                <a:latin typeface="Yu Gothic UI"/>
                <a:ea typeface="Yu Gothic UI"/>
                <a:cs typeface="Yu Gothic UI"/>
              </a:defRPr>
            </a:pPr>
            <a:r>
              <a:rPr sz="990" b="0">
                <a:solidFill>
                  <a:srgbClr val="344054"/>
                </a:solidFill>
                <a:latin typeface="Yu Gothic UI"/>
                <a:ea typeface="Yu Gothic UI"/>
                <a:cs typeface="Yu Gothic UI"/>
              </a:rPr>
              <a:t>• 講師は最後に全員の削除状況を確認します。</a:t>
            </a:r>
          </a:p>
        </p:txBody>
      </p:sp>
      <p:sp>
        <p:nvSpPr>
          <p:cNvPr id="7" name="正方形/長方形 6">
            <a:extLst>
              <a:ext uri="{FF2B5EF4-FFF2-40B4-BE49-F238E27FC236}">
                <a16:creationId xmlns:a16="http://schemas.microsoft.com/office/drawing/2014/main" id="{440BE9F9-9FEB-4D2C-B05A-5B6E98EA8BE7}"/>
              </a:ext>
            </a:extLst>
          </p:cNvPr>
          <p:cNvSpPr>
            <a:spLocks noGrp="1"/>
          </p:cNvSpPr>
          <p:nvPr/>
        </p:nvSpPr>
        <p:spPr>
          <a:xfrm>
            <a:off x="5334000" y="1676400"/>
            <a:ext cx="5981700" cy="3886200"/>
          </a:xfrm>
          <a:prstGeom prst="rect">
            <a:avLst/>
          </a:prstGeom>
          <a:solidFill>
            <a:srgbClr val="FFFFFF"/>
          </a:solidFill>
          <a:ln w="9525">
            <a:solidFill>
              <a:srgbClr val="D0D5DD"/>
            </a:solidFill>
            <a:prstDash val="solid"/>
          </a:ln>
        </p:spPr>
        <p:txBody>
          <a:bodyPr/>
          <a:lstStyle/>
          <a:p>
            <a:endParaRPr lang="ja-JP" altLang="en-US"/>
          </a:p>
        </p:txBody>
      </p:sp>
      <p:pic>
        <p:nvPicPr>
          <p:cNvPr id="8" name="図 7"/>
          <p:cNvPicPr>
            <a:picLocks noChangeAspect="1"/>
          </p:cNvPicPr>
          <p:nvPr/>
        </p:nvPicPr>
        <p:blipFill>
          <a:blip r:embed="rId3"/>
          <a:stretch/>
        </p:blipFill>
        <p:spPr>
          <a:xfrm>
            <a:off x="5467350" y="1878806"/>
            <a:ext cx="5715000" cy="3214688"/>
          </a:xfrm>
          <a:prstGeom prst="rect">
            <a:avLst/>
          </a:prstGeom>
        </p:spPr>
      </p:pic>
      <p:sp>
        <p:nvSpPr>
          <p:cNvPr id="9" name="正方形/長方形 8">
            <a:extLst>
              <a:ext uri="{FF2B5EF4-FFF2-40B4-BE49-F238E27FC236}">
                <a16:creationId xmlns:a16="http://schemas.microsoft.com/office/drawing/2014/main" id="{ACB17285-C2C0-41EA-B915-2FC5B0BB3E16}"/>
              </a:ext>
            </a:extLst>
          </p:cNvPr>
          <p:cNvSpPr>
            <a:spLocks noGrp="1"/>
          </p:cNvSpPr>
          <p:nvPr/>
        </p:nvSpPr>
        <p:spPr>
          <a:xfrm>
            <a:off x="5524500" y="5219700"/>
            <a:ext cx="56007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削除完了または削除中であることを確認する</a:t>
            </a:r>
          </a:p>
        </p:txBody>
      </p:sp>
      <p:sp>
        <p:nvSpPr>
          <p:cNvPr id="10" name="正方形/長方形 9">
            <a:extLst>
              <a:ext uri="{FF2B5EF4-FFF2-40B4-BE49-F238E27FC236}">
                <a16:creationId xmlns:a16="http://schemas.microsoft.com/office/drawing/2014/main" id="{DB5C6651-A7E2-48D8-8B45-895E848DA4CC}"/>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39 / 46</a:t>
            </a:r>
          </a:p>
        </p:txBody>
      </p:sp>
      <p:sp>
        <p:nvSpPr>
          <p:cNvPr id="12" name="四角形吹き出し 11">
            <a:extLst>
              <a:ext uri="{FF2B5EF4-FFF2-40B4-BE49-F238E27FC236}">
                <a16:creationId xmlns:a16="http://schemas.microsoft.com/office/drawing/2014/main" id="{1AD9071B-5D84-5289-A11F-2B11F41A7E02}"/>
              </a:ext>
            </a:extLst>
          </p:cNvPr>
          <p:cNvSpPr/>
          <p:nvPr/>
        </p:nvSpPr>
        <p:spPr>
          <a:xfrm>
            <a:off x="3153389" y="3904228"/>
            <a:ext cx="2113936" cy="686299"/>
          </a:xfrm>
          <a:prstGeom prst="wedgeRectCallout">
            <a:avLst>
              <a:gd name="adj1" fmla="val 102381"/>
              <a:gd name="adj2" fmla="val -57777"/>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リソースグループの一覧画面から自身のリソースグループが消える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正方形/長方形 36">
            <a:extLst>
              <a:ext uri="{FF2B5EF4-FFF2-40B4-BE49-F238E27FC236}">
                <a16:creationId xmlns:a16="http://schemas.microsoft.com/office/drawing/2014/main" id="{D76CBF54-F7EB-4BB8-B497-62DE51E0E6EF}"/>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よくある失敗</a:t>
            </a:r>
          </a:p>
        </p:txBody>
      </p:sp>
      <p:sp>
        <p:nvSpPr>
          <p:cNvPr id="2" name="正方形/長方形 1">
            <a:extLst>
              <a:ext uri="{FF2B5EF4-FFF2-40B4-BE49-F238E27FC236}">
                <a16:creationId xmlns:a16="http://schemas.microsoft.com/office/drawing/2014/main" id="{38E20858-4B70-46DB-BD48-645E8E9AFEEE}"/>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6C4B9510-1288-4238-81A9-25B24592A3A8}"/>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41</a:t>
            </a:r>
          </a:p>
        </p:txBody>
      </p:sp>
      <p:sp>
        <p:nvSpPr>
          <p:cNvPr id="4" name="正方形/長方形 3">
            <a:extLst>
              <a:ext uri="{FF2B5EF4-FFF2-40B4-BE49-F238E27FC236}">
                <a16:creationId xmlns:a16="http://schemas.microsoft.com/office/drawing/2014/main" id="{67F12709-F498-4983-9972-84F3F200634B}"/>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1C7D4D36-E08A-454E-AD2C-689196053497}"/>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ハンズオンでは、リージョン、名前、クォータ、NSG、Public IP、削除漏れがつまずきやすいポイントです。原因候補を短く切り分けます。</a:t>
            </a:r>
          </a:p>
        </p:txBody>
      </p:sp>
      <p:sp>
        <p:nvSpPr>
          <p:cNvPr id="6" name="正方形/長方形 5">
            <a:extLst>
              <a:ext uri="{FF2B5EF4-FFF2-40B4-BE49-F238E27FC236}">
                <a16:creationId xmlns:a16="http://schemas.microsoft.com/office/drawing/2014/main" id="{00D98CB2-3B91-42DA-8EA5-3B65DA9043F7}"/>
              </a:ext>
            </a:extLst>
          </p:cNvPr>
          <p:cNvSpPr>
            <a:spLocks noGrp="1"/>
          </p:cNvSpPr>
          <p:nvPr/>
        </p:nvSpPr>
        <p:spPr>
          <a:xfrm>
            <a:off x="876300" y="2038350"/>
            <a:ext cx="3479800" cy="409575"/>
          </a:xfrm>
          <a:prstGeom prst="rect">
            <a:avLst/>
          </a:prstGeom>
          <a:solidFill>
            <a:srgbClr val="244A8F"/>
          </a:solidFill>
          <a:ln w="11430">
            <a:solidFill>
              <a:srgbClr val="FFFFFF"/>
            </a:solidFill>
            <a:prstDash val="solid"/>
          </a:ln>
        </p:spPr>
        <p:txBody>
          <a:bodyPr/>
          <a:lstStyle/>
          <a:p>
            <a:endParaRPr lang="ja-JP" altLang="en-US" sz="4000"/>
          </a:p>
        </p:txBody>
      </p:sp>
      <p:sp>
        <p:nvSpPr>
          <p:cNvPr id="7" name="正方形/長方形 6">
            <a:extLst>
              <a:ext uri="{FF2B5EF4-FFF2-40B4-BE49-F238E27FC236}">
                <a16:creationId xmlns:a16="http://schemas.microsoft.com/office/drawing/2014/main" id="{BBAE8281-B426-4C29-B91C-43B6F8925A4F}"/>
              </a:ext>
            </a:extLst>
          </p:cNvPr>
          <p:cNvSpPr>
            <a:spLocks noGrp="1"/>
          </p:cNvSpPr>
          <p:nvPr/>
        </p:nvSpPr>
        <p:spPr>
          <a:xfrm>
            <a:off x="9525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400" b="1">
                <a:solidFill>
                  <a:srgbClr val="FFFFFF"/>
                </a:solidFill>
                <a:latin typeface="Yu Gothic UI"/>
                <a:ea typeface="Yu Gothic UI"/>
                <a:cs typeface="Yu Gothic UI"/>
              </a:rPr>
              <a:t>症状</a:t>
            </a:r>
          </a:p>
        </p:txBody>
      </p:sp>
      <p:sp>
        <p:nvSpPr>
          <p:cNvPr id="8" name="正方形/長方形 7">
            <a:extLst>
              <a:ext uri="{FF2B5EF4-FFF2-40B4-BE49-F238E27FC236}">
                <a16:creationId xmlns:a16="http://schemas.microsoft.com/office/drawing/2014/main" id="{F3D40361-6203-4146-B693-AB377F4B1045}"/>
              </a:ext>
            </a:extLst>
          </p:cNvPr>
          <p:cNvSpPr>
            <a:spLocks noGrp="1"/>
          </p:cNvSpPr>
          <p:nvPr/>
        </p:nvSpPr>
        <p:spPr>
          <a:xfrm>
            <a:off x="4356100" y="2038350"/>
            <a:ext cx="3479800" cy="409575"/>
          </a:xfrm>
          <a:prstGeom prst="rect">
            <a:avLst/>
          </a:prstGeom>
          <a:solidFill>
            <a:srgbClr val="244A8F"/>
          </a:solidFill>
          <a:ln w="11430">
            <a:solidFill>
              <a:srgbClr val="FFFFFF"/>
            </a:solidFill>
            <a:prstDash val="solid"/>
          </a:ln>
        </p:spPr>
        <p:txBody>
          <a:bodyPr/>
          <a:lstStyle/>
          <a:p>
            <a:endParaRPr lang="ja-JP" altLang="en-US" sz="4000"/>
          </a:p>
        </p:txBody>
      </p:sp>
      <p:sp>
        <p:nvSpPr>
          <p:cNvPr id="9" name="正方形/長方形 8">
            <a:extLst>
              <a:ext uri="{FF2B5EF4-FFF2-40B4-BE49-F238E27FC236}">
                <a16:creationId xmlns:a16="http://schemas.microsoft.com/office/drawing/2014/main" id="{DF5F012D-B2DA-4B9A-A356-4CD11EC3EC4C}"/>
              </a:ext>
            </a:extLst>
          </p:cNvPr>
          <p:cNvSpPr>
            <a:spLocks noGrp="1"/>
          </p:cNvSpPr>
          <p:nvPr/>
        </p:nvSpPr>
        <p:spPr>
          <a:xfrm>
            <a:off x="44323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400" b="1">
                <a:solidFill>
                  <a:srgbClr val="FFFFFF"/>
                </a:solidFill>
                <a:latin typeface="Yu Gothic UI"/>
                <a:ea typeface="Yu Gothic UI"/>
                <a:cs typeface="Yu Gothic UI"/>
              </a:rPr>
              <a:t>原因候補</a:t>
            </a:r>
          </a:p>
        </p:txBody>
      </p:sp>
      <p:sp>
        <p:nvSpPr>
          <p:cNvPr id="10" name="正方形/長方形 9">
            <a:extLst>
              <a:ext uri="{FF2B5EF4-FFF2-40B4-BE49-F238E27FC236}">
                <a16:creationId xmlns:a16="http://schemas.microsoft.com/office/drawing/2014/main" id="{3A55D769-26DE-4719-846F-E6BFCE0F1331}"/>
              </a:ext>
            </a:extLst>
          </p:cNvPr>
          <p:cNvSpPr>
            <a:spLocks noGrp="1"/>
          </p:cNvSpPr>
          <p:nvPr/>
        </p:nvSpPr>
        <p:spPr>
          <a:xfrm>
            <a:off x="7835900" y="2038350"/>
            <a:ext cx="3479800" cy="409575"/>
          </a:xfrm>
          <a:prstGeom prst="rect">
            <a:avLst/>
          </a:prstGeom>
          <a:solidFill>
            <a:srgbClr val="244A8F"/>
          </a:solidFill>
          <a:ln w="11430">
            <a:solidFill>
              <a:srgbClr val="FFFFFF"/>
            </a:solidFill>
            <a:prstDash val="solid"/>
          </a:ln>
        </p:spPr>
        <p:txBody>
          <a:bodyPr/>
          <a:lstStyle/>
          <a:p>
            <a:endParaRPr lang="ja-JP" altLang="en-US" sz="4000"/>
          </a:p>
        </p:txBody>
      </p:sp>
      <p:sp>
        <p:nvSpPr>
          <p:cNvPr id="11" name="正方形/長方形 10">
            <a:extLst>
              <a:ext uri="{FF2B5EF4-FFF2-40B4-BE49-F238E27FC236}">
                <a16:creationId xmlns:a16="http://schemas.microsoft.com/office/drawing/2014/main" id="{8A4CECB8-CBBD-4731-932F-7AE1652EA912}"/>
              </a:ext>
            </a:extLst>
          </p:cNvPr>
          <p:cNvSpPr>
            <a:spLocks noGrp="1"/>
          </p:cNvSpPr>
          <p:nvPr/>
        </p:nvSpPr>
        <p:spPr>
          <a:xfrm>
            <a:off x="7912100" y="2085975"/>
            <a:ext cx="3327400" cy="314325"/>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863" b="1">
                <a:solidFill>
                  <a:srgbClr val="FFFFFF"/>
                </a:solidFill>
                <a:latin typeface="Yu Gothic UI"/>
                <a:ea typeface="Yu Gothic UI"/>
                <a:cs typeface="Yu Gothic UI"/>
              </a:defRPr>
            </a:pPr>
            <a:r>
              <a:rPr sz="1400" b="1">
                <a:solidFill>
                  <a:srgbClr val="FFFFFF"/>
                </a:solidFill>
                <a:latin typeface="Yu Gothic UI"/>
                <a:ea typeface="Yu Gothic UI"/>
                <a:cs typeface="Yu Gothic UI"/>
              </a:rPr>
              <a:t>確認箇所</a:t>
            </a:r>
          </a:p>
        </p:txBody>
      </p:sp>
      <p:sp>
        <p:nvSpPr>
          <p:cNvPr id="12" name="正方形/長方形 11">
            <a:extLst>
              <a:ext uri="{FF2B5EF4-FFF2-40B4-BE49-F238E27FC236}">
                <a16:creationId xmlns:a16="http://schemas.microsoft.com/office/drawing/2014/main" id="{CC6DD3CC-20E9-4DE6-9492-71ABF5124AE1}"/>
              </a:ext>
            </a:extLst>
          </p:cNvPr>
          <p:cNvSpPr>
            <a:spLocks noGrp="1"/>
          </p:cNvSpPr>
          <p:nvPr/>
        </p:nvSpPr>
        <p:spPr>
          <a:xfrm>
            <a:off x="876300" y="2447925"/>
            <a:ext cx="3479800" cy="754856"/>
          </a:xfrm>
          <a:prstGeom prst="rect">
            <a:avLst/>
          </a:prstGeom>
          <a:solidFill>
            <a:srgbClr val="EAF1FB"/>
          </a:solidFill>
          <a:ln w="11430">
            <a:solidFill>
              <a:srgbClr val="FFFFFF"/>
            </a:solidFill>
            <a:prstDash val="solid"/>
          </a:ln>
        </p:spPr>
        <p:txBody>
          <a:bodyPr/>
          <a:lstStyle/>
          <a:p>
            <a:endParaRPr lang="ja-JP" altLang="en-US" sz="4000"/>
          </a:p>
        </p:txBody>
      </p:sp>
      <p:sp>
        <p:nvSpPr>
          <p:cNvPr id="13" name="正方形/長方形 12">
            <a:extLst>
              <a:ext uri="{FF2B5EF4-FFF2-40B4-BE49-F238E27FC236}">
                <a16:creationId xmlns:a16="http://schemas.microsoft.com/office/drawing/2014/main" id="{69CF2A2C-03B4-4434-B7D4-614272DD2A94}"/>
              </a:ext>
            </a:extLst>
          </p:cNvPr>
          <p:cNvSpPr>
            <a:spLocks noGrp="1"/>
          </p:cNvSpPr>
          <p:nvPr/>
        </p:nvSpPr>
        <p:spPr>
          <a:xfrm>
            <a:off x="952500" y="2495550"/>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200" b="1">
                <a:solidFill>
                  <a:srgbClr val="344054"/>
                </a:solidFill>
                <a:latin typeface="Yu Gothic UI"/>
                <a:ea typeface="Yu Gothic UI"/>
                <a:cs typeface="Yu Gothic UI"/>
              </a:rPr>
              <a:t>サイズが選べない</a:t>
            </a:r>
          </a:p>
        </p:txBody>
      </p:sp>
      <p:sp>
        <p:nvSpPr>
          <p:cNvPr id="14" name="正方形/長方形 13">
            <a:extLst>
              <a:ext uri="{FF2B5EF4-FFF2-40B4-BE49-F238E27FC236}">
                <a16:creationId xmlns:a16="http://schemas.microsoft.com/office/drawing/2014/main" id="{6CA303FE-F592-4020-8C35-AB8FCA1CA406}"/>
              </a:ext>
            </a:extLst>
          </p:cNvPr>
          <p:cNvSpPr>
            <a:spLocks noGrp="1"/>
          </p:cNvSpPr>
          <p:nvPr/>
        </p:nvSpPr>
        <p:spPr>
          <a:xfrm>
            <a:off x="4356100" y="2447925"/>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15" name="正方形/長方形 14">
            <a:extLst>
              <a:ext uri="{FF2B5EF4-FFF2-40B4-BE49-F238E27FC236}">
                <a16:creationId xmlns:a16="http://schemas.microsoft.com/office/drawing/2014/main" id="{5994F763-B28C-41DA-8EF0-67E319421078}"/>
              </a:ext>
            </a:extLst>
          </p:cNvPr>
          <p:cNvSpPr>
            <a:spLocks noGrp="1"/>
          </p:cNvSpPr>
          <p:nvPr/>
        </p:nvSpPr>
        <p:spPr>
          <a:xfrm>
            <a:off x="4432300" y="2495550"/>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リージョン制約またはクォータ不足</a:t>
            </a:r>
          </a:p>
        </p:txBody>
      </p:sp>
      <p:sp>
        <p:nvSpPr>
          <p:cNvPr id="16" name="正方形/長方形 15">
            <a:extLst>
              <a:ext uri="{FF2B5EF4-FFF2-40B4-BE49-F238E27FC236}">
                <a16:creationId xmlns:a16="http://schemas.microsoft.com/office/drawing/2014/main" id="{33282060-63D0-4448-B1F2-64AFB486AC32}"/>
              </a:ext>
            </a:extLst>
          </p:cNvPr>
          <p:cNvSpPr>
            <a:spLocks noGrp="1"/>
          </p:cNvSpPr>
          <p:nvPr/>
        </p:nvSpPr>
        <p:spPr>
          <a:xfrm>
            <a:off x="7835900" y="2447925"/>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17" name="正方形/長方形 16">
            <a:extLst>
              <a:ext uri="{FF2B5EF4-FFF2-40B4-BE49-F238E27FC236}">
                <a16:creationId xmlns:a16="http://schemas.microsoft.com/office/drawing/2014/main" id="{B4E1213B-B0E1-4BB6-8DF0-CF8957A98186}"/>
              </a:ext>
            </a:extLst>
          </p:cNvPr>
          <p:cNvSpPr>
            <a:spLocks noGrp="1"/>
          </p:cNvSpPr>
          <p:nvPr/>
        </p:nvSpPr>
        <p:spPr>
          <a:xfrm>
            <a:off x="7912100" y="2495550"/>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講師指定の SKU と代替リージョン</a:t>
            </a:r>
          </a:p>
        </p:txBody>
      </p:sp>
      <p:sp>
        <p:nvSpPr>
          <p:cNvPr id="18" name="正方形/長方形 17">
            <a:extLst>
              <a:ext uri="{FF2B5EF4-FFF2-40B4-BE49-F238E27FC236}">
                <a16:creationId xmlns:a16="http://schemas.microsoft.com/office/drawing/2014/main" id="{EC4871A5-95D8-4641-B046-C7E88EAB879D}"/>
              </a:ext>
            </a:extLst>
          </p:cNvPr>
          <p:cNvSpPr>
            <a:spLocks noGrp="1"/>
          </p:cNvSpPr>
          <p:nvPr/>
        </p:nvSpPr>
        <p:spPr>
          <a:xfrm>
            <a:off x="876300" y="3202781"/>
            <a:ext cx="3479800" cy="754856"/>
          </a:xfrm>
          <a:prstGeom prst="rect">
            <a:avLst/>
          </a:prstGeom>
          <a:solidFill>
            <a:srgbClr val="EAF1FB"/>
          </a:solidFill>
          <a:ln w="11430">
            <a:solidFill>
              <a:srgbClr val="FFFFFF"/>
            </a:solidFill>
            <a:prstDash val="solid"/>
          </a:ln>
        </p:spPr>
        <p:txBody>
          <a:bodyPr/>
          <a:lstStyle/>
          <a:p>
            <a:endParaRPr lang="ja-JP" altLang="en-US" sz="4000"/>
          </a:p>
        </p:txBody>
      </p:sp>
      <p:sp>
        <p:nvSpPr>
          <p:cNvPr id="19" name="正方形/長方形 18">
            <a:extLst>
              <a:ext uri="{FF2B5EF4-FFF2-40B4-BE49-F238E27FC236}">
                <a16:creationId xmlns:a16="http://schemas.microsoft.com/office/drawing/2014/main" id="{BBA85386-E52C-4232-9BD3-0E224ED46553}"/>
              </a:ext>
            </a:extLst>
          </p:cNvPr>
          <p:cNvSpPr>
            <a:spLocks noGrp="1"/>
          </p:cNvSpPr>
          <p:nvPr/>
        </p:nvSpPr>
        <p:spPr>
          <a:xfrm>
            <a:off x="952500" y="3250406"/>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200" b="1">
                <a:solidFill>
                  <a:srgbClr val="344054"/>
                </a:solidFill>
                <a:latin typeface="Yu Gothic UI"/>
                <a:ea typeface="Yu Gothic UI"/>
                <a:cs typeface="Yu Gothic UI"/>
              </a:rPr>
              <a:t>VM 作成で失敗</a:t>
            </a:r>
          </a:p>
        </p:txBody>
      </p:sp>
      <p:sp>
        <p:nvSpPr>
          <p:cNvPr id="20" name="正方形/長方形 19">
            <a:extLst>
              <a:ext uri="{FF2B5EF4-FFF2-40B4-BE49-F238E27FC236}">
                <a16:creationId xmlns:a16="http://schemas.microsoft.com/office/drawing/2014/main" id="{0B1B5225-7FBB-4432-9144-73B40B76B69F}"/>
              </a:ext>
            </a:extLst>
          </p:cNvPr>
          <p:cNvSpPr>
            <a:spLocks noGrp="1"/>
          </p:cNvSpPr>
          <p:nvPr/>
        </p:nvSpPr>
        <p:spPr>
          <a:xfrm>
            <a:off x="4356100" y="3202781"/>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21" name="正方形/長方形 20">
            <a:extLst>
              <a:ext uri="{FF2B5EF4-FFF2-40B4-BE49-F238E27FC236}">
                <a16:creationId xmlns:a16="http://schemas.microsoft.com/office/drawing/2014/main" id="{94E3DE2F-175F-4659-813E-DCC098C596B6}"/>
              </a:ext>
            </a:extLst>
          </p:cNvPr>
          <p:cNvSpPr>
            <a:spLocks noGrp="1"/>
          </p:cNvSpPr>
          <p:nvPr/>
        </p:nvSpPr>
        <p:spPr>
          <a:xfrm>
            <a:off x="4432300" y="3250406"/>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名前、権限、必須項目の不足</a:t>
            </a:r>
          </a:p>
        </p:txBody>
      </p:sp>
      <p:sp>
        <p:nvSpPr>
          <p:cNvPr id="22" name="正方形/長方形 21">
            <a:extLst>
              <a:ext uri="{FF2B5EF4-FFF2-40B4-BE49-F238E27FC236}">
                <a16:creationId xmlns:a16="http://schemas.microsoft.com/office/drawing/2014/main" id="{F795DEE9-54BC-430A-8CF2-E9B925E7C303}"/>
              </a:ext>
            </a:extLst>
          </p:cNvPr>
          <p:cNvSpPr>
            <a:spLocks noGrp="1"/>
          </p:cNvSpPr>
          <p:nvPr/>
        </p:nvSpPr>
        <p:spPr>
          <a:xfrm>
            <a:off x="7835900" y="3202781"/>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23" name="正方形/長方形 22">
            <a:extLst>
              <a:ext uri="{FF2B5EF4-FFF2-40B4-BE49-F238E27FC236}">
                <a16:creationId xmlns:a16="http://schemas.microsoft.com/office/drawing/2014/main" id="{911A58DE-D387-454D-A5DE-3F196577FF60}"/>
              </a:ext>
            </a:extLst>
          </p:cNvPr>
          <p:cNvSpPr>
            <a:spLocks noGrp="1"/>
          </p:cNvSpPr>
          <p:nvPr/>
        </p:nvSpPr>
        <p:spPr>
          <a:xfrm>
            <a:off x="7912100" y="3250406"/>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Validation エラーの先頭</a:t>
            </a:r>
          </a:p>
        </p:txBody>
      </p:sp>
      <p:sp>
        <p:nvSpPr>
          <p:cNvPr id="24" name="正方形/長方形 23">
            <a:extLst>
              <a:ext uri="{FF2B5EF4-FFF2-40B4-BE49-F238E27FC236}">
                <a16:creationId xmlns:a16="http://schemas.microsoft.com/office/drawing/2014/main" id="{A660C1F1-DF32-4058-9E73-2F2D70B36CD0}"/>
              </a:ext>
            </a:extLst>
          </p:cNvPr>
          <p:cNvSpPr>
            <a:spLocks noGrp="1"/>
          </p:cNvSpPr>
          <p:nvPr/>
        </p:nvSpPr>
        <p:spPr>
          <a:xfrm>
            <a:off x="876300" y="3957638"/>
            <a:ext cx="3479800" cy="754856"/>
          </a:xfrm>
          <a:prstGeom prst="rect">
            <a:avLst/>
          </a:prstGeom>
          <a:solidFill>
            <a:srgbClr val="EAF1FB"/>
          </a:solidFill>
          <a:ln w="11430">
            <a:solidFill>
              <a:srgbClr val="FFFFFF"/>
            </a:solidFill>
            <a:prstDash val="solid"/>
          </a:ln>
        </p:spPr>
        <p:txBody>
          <a:bodyPr/>
          <a:lstStyle/>
          <a:p>
            <a:endParaRPr lang="ja-JP" altLang="en-US" sz="4000"/>
          </a:p>
        </p:txBody>
      </p:sp>
      <p:sp>
        <p:nvSpPr>
          <p:cNvPr id="25" name="正方形/長方形 24">
            <a:extLst>
              <a:ext uri="{FF2B5EF4-FFF2-40B4-BE49-F238E27FC236}">
                <a16:creationId xmlns:a16="http://schemas.microsoft.com/office/drawing/2014/main" id="{3029F47F-944E-4798-8DBF-3B6CB4CEB9B6}"/>
              </a:ext>
            </a:extLst>
          </p:cNvPr>
          <p:cNvSpPr>
            <a:spLocks noGrp="1"/>
          </p:cNvSpPr>
          <p:nvPr/>
        </p:nvSpPr>
        <p:spPr>
          <a:xfrm>
            <a:off x="952500" y="4005263"/>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200" b="1">
                <a:solidFill>
                  <a:srgbClr val="344054"/>
                </a:solidFill>
                <a:latin typeface="Yu Gothic UI"/>
                <a:ea typeface="Yu Gothic UI"/>
                <a:cs typeface="Yu Gothic UI"/>
              </a:rPr>
              <a:t>NGINX が表示されない</a:t>
            </a:r>
          </a:p>
        </p:txBody>
      </p:sp>
      <p:sp>
        <p:nvSpPr>
          <p:cNvPr id="26" name="正方形/長方形 25">
            <a:extLst>
              <a:ext uri="{FF2B5EF4-FFF2-40B4-BE49-F238E27FC236}">
                <a16:creationId xmlns:a16="http://schemas.microsoft.com/office/drawing/2014/main" id="{3B995656-339E-4C8A-85B9-143BF6C65FD9}"/>
              </a:ext>
            </a:extLst>
          </p:cNvPr>
          <p:cNvSpPr>
            <a:spLocks noGrp="1"/>
          </p:cNvSpPr>
          <p:nvPr/>
        </p:nvSpPr>
        <p:spPr>
          <a:xfrm>
            <a:off x="4356100" y="3957638"/>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27" name="正方形/長方形 26">
            <a:extLst>
              <a:ext uri="{FF2B5EF4-FFF2-40B4-BE49-F238E27FC236}">
                <a16:creationId xmlns:a16="http://schemas.microsoft.com/office/drawing/2014/main" id="{70D458F9-9901-4944-B2F2-34F6A411EB4B}"/>
              </a:ext>
            </a:extLst>
          </p:cNvPr>
          <p:cNvSpPr>
            <a:spLocks noGrp="1"/>
          </p:cNvSpPr>
          <p:nvPr/>
        </p:nvSpPr>
        <p:spPr>
          <a:xfrm>
            <a:off x="4432300" y="4005263"/>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Public IP 誤り、NSG、起動待ち、cloud-init 失敗</a:t>
            </a:r>
          </a:p>
        </p:txBody>
      </p:sp>
      <p:sp>
        <p:nvSpPr>
          <p:cNvPr id="28" name="正方形/長方形 27">
            <a:extLst>
              <a:ext uri="{FF2B5EF4-FFF2-40B4-BE49-F238E27FC236}">
                <a16:creationId xmlns:a16="http://schemas.microsoft.com/office/drawing/2014/main" id="{7D130565-8F31-4B6B-AF2A-5F6C18D7AE33}"/>
              </a:ext>
            </a:extLst>
          </p:cNvPr>
          <p:cNvSpPr>
            <a:spLocks noGrp="1"/>
          </p:cNvSpPr>
          <p:nvPr/>
        </p:nvSpPr>
        <p:spPr>
          <a:xfrm>
            <a:off x="7835900" y="3957638"/>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29" name="正方形/長方形 28">
            <a:extLst>
              <a:ext uri="{FF2B5EF4-FFF2-40B4-BE49-F238E27FC236}">
                <a16:creationId xmlns:a16="http://schemas.microsoft.com/office/drawing/2014/main" id="{31C9E5DF-E6F3-44A4-9B2D-D6525C8779C2}"/>
              </a:ext>
            </a:extLst>
          </p:cNvPr>
          <p:cNvSpPr>
            <a:spLocks noGrp="1"/>
          </p:cNvSpPr>
          <p:nvPr/>
        </p:nvSpPr>
        <p:spPr>
          <a:xfrm>
            <a:off x="7912100" y="4005263"/>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VM Overview、NSG、ブラウザーのアドレス</a:t>
            </a:r>
          </a:p>
        </p:txBody>
      </p:sp>
      <p:sp>
        <p:nvSpPr>
          <p:cNvPr id="30" name="正方形/長方形 29">
            <a:extLst>
              <a:ext uri="{FF2B5EF4-FFF2-40B4-BE49-F238E27FC236}">
                <a16:creationId xmlns:a16="http://schemas.microsoft.com/office/drawing/2014/main" id="{B65C3B34-9C82-4EE0-8148-35860FFD8E39}"/>
              </a:ext>
            </a:extLst>
          </p:cNvPr>
          <p:cNvSpPr>
            <a:spLocks noGrp="1"/>
          </p:cNvSpPr>
          <p:nvPr/>
        </p:nvSpPr>
        <p:spPr>
          <a:xfrm>
            <a:off x="876300" y="4712494"/>
            <a:ext cx="3479800" cy="754856"/>
          </a:xfrm>
          <a:prstGeom prst="rect">
            <a:avLst/>
          </a:prstGeom>
          <a:solidFill>
            <a:srgbClr val="EAF1FB"/>
          </a:solidFill>
          <a:ln w="11430">
            <a:solidFill>
              <a:srgbClr val="FFFFFF"/>
            </a:solidFill>
            <a:prstDash val="solid"/>
          </a:ln>
        </p:spPr>
        <p:txBody>
          <a:bodyPr/>
          <a:lstStyle/>
          <a:p>
            <a:endParaRPr lang="ja-JP" altLang="en-US" sz="4000"/>
          </a:p>
        </p:txBody>
      </p:sp>
      <p:sp>
        <p:nvSpPr>
          <p:cNvPr id="31" name="正方形/長方形 30">
            <a:extLst>
              <a:ext uri="{FF2B5EF4-FFF2-40B4-BE49-F238E27FC236}">
                <a16:creationId xmlns:a16="http://schemas.microsoft.com/office/drawing/2014/main" id="{7BA9AA8F-A4DE-44B8-96FB-B498C2C0325D}"/>
              </a:ext>
            </a:extLst>
          </p:cNvPr>
          <p:cNvSpPr>
            <a:spLocks noGrp="1"/>
          </p:cNvSpPr>
          <p:nvPr/>
        </p:nvSpPr>
        <p:spPr>
          <a:xfrm>
            <a:off x="952500" y="4760119"/>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1">
                <a:solidFill>
                  <a:srgbClr val="344054"/>
                </a:solidFill>
                <a:latin typeface="Yu Gothic UI"/>
                <a:ea typeface="Yu Gothic UI"/>
                <a:cs typeface="Yu Gothic UI"/>
              </a:defRPr>
            </a:pPr>
            <a:r>
              <a:rPr sz="1200" b="1">
                <a:solidFill>
                  <a:srgbClr val="344054"/>
                </a:solidFill>
                <a:latin typeface="Yu Gothic UI"/>
                <a:ea typeface="Yu Gothic UI"/>
                <a:cs typeface="Yu Gothic UI"/>
              </a:rPr>
              <a:t>課金が残る</a:t>
            </a:r>
          </a:p>
        </p:txBody>
      </p:sp>
      <p:sp>
        <p:nvSpPr>
          <p:cNvPr id="32" name="正方形/長方形 31">
            <a:extLst>
              <a:ext uri="{FF2B5EF4-FFF2-40B4-BE49-F238E27FC236}">
                <a16:creationId xmlns:a16="http://schemas.microsoft.com/office/drawing/2014/main" id="{189AFEEB-21FF-466A-B496-A4FE645771AB}"/>
              </a:ext>
            </a:extLst>
          </p:cNvPr>
          <p:cNvSpPr>
            <a:spLocks noGrp="1"/>
          </p:cNvSpPr>
          <p:nvPr/>
        </p:nvSpPr>
        <p:spPr>
          <a:xfrm>
            <a:off x="4356100" y="4712494"/>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33" name="正方形/長方形 32">
            <a:extLst>
              <a:ext uri="{FF2B5EF4-FFF2-40B4-BE49-F238E27FC236}">
                <a16:creationId xmlns:a16="http://schemas.microsoft.com/office/drawing/2014/main" id="{2EB7F428-9FCB-4253-99AF-6C142F775090}"/>
              </a:ext>
            </a:extLst>
          </p:cNvPr>
          <p:cNvSpPr>
            <a:spLocks noGrp="1"/>
          </p:cNvSpPr>
          <p:nvPr/>
        </p:nvSpPr>
        <p:spPr>
          <a:xfrm>
            <a:off x="4432300" y="4760119"/>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VM 停止だけで削除していない</a:t>
            </a:r>
          </a:p>
        </p:txBody>
      </p:sp>
      <p:sp>
        <p:nvSpPr>
          <p:cNvPr id="34" name="正方形/長方形 33">
            <a:extLst>
              <a:ext uri="{FF2B5EF4-FFF2-40B4-BE49-F238E27FC236}">
                <a16:creationId xmlns:a16="http://schemas.microsoft.com/office/drawing/2014/main" id="{088306C4-D472-495C-A0FE-6B54734D2527}"/>
              </a:ext>
            </a:extLst>
          </p:cNvPr>
          <p:cNvSpPr>
            <a:spLocks noGrp="1"/>
          </p:cNvSpPr>
          <p:nvPr/>
        </p:nvSpPr>
        <p:spPr>
          <a:xfrm>
            <a:off x="7835900" y="4712494"/>
            <a:ext cx="3479800" cy="754856"/>
          </a:xfrm>
          <a:prstGeom prst="rect">
            <a:avLst/>
          </a:prstGeom>
          <a:solidFill>
            <a:srgbClr val="FFFFFF"/>
          </a:solidFill>
          <a:ln w="11430">
            <a:solidFill>
              <a:srgbClr val="FFFFFF"/>
            </a:solidFill>
            <a:prstDash val="solid"/>
          </a:ln>
        </p:spPr>
        <p:txBody>
          <a:bodyPr/>
          <a:lstStyle/>
          <a:p>
            <a:endParaRPr lang="ja-JP" altLang="en-US" sz="4000"/>
          </a:p>
        </p:txBody>
      </p:sp>
      <p:sp>
        <p:nvSpPr>
          <p:cNvPr id="35" name="正方形/長方形 34">
            <a:extLst>
              <a:ext uri="{FF2B5EF4-FFF2-40B4-BE49-F238E27FC236}">
                <a16:creationId xmlns:a16="http://schemas.microsoft.com/office/drawing/2014/main" id="{9286323D-FC05-44E7-9B3D-18DBE935F286}"/>
              </a:ext>
            </a:extLst>
          </p:cNvPr>
          <p:cNvSpPr>
            <a:spLocks noGrp="1"/>
          </p:cNvSpPr>
          <p:nvPr/>
        </p:nvSpPr>
        <p:spPr>
          <a:xfrm>
            <a:off x="7912100" y="4760119"/>
            <a:ext cx="3327400" cy="659606"/>
          </a:xfrm>
          <a:prstGeom prst="rect">
            <a:avLst/>
          </a:prstGeom>
          <a:solidFill>
            <a:srgbClr val="000000">
              <a:alpha val="0"/>
            </a:srgbClr>
          </a:solidFill>
          <a:ln w="0">
            <a:solidFill>
              <a:srgbClr val="000000">
                <a:alpha val="0"/>
              </a:srgbClr>
            </a:solidFill>
            <a:prstDash val="solid"/>
          </a:ln>
        </p:spPr>
        <p:txBody>
          <a:bodyPr lIns="38100" tIns="19050" rIns="38100" bIns="19050" anchor="ctr"/>
          <a:lstStyle/>
          <a:p>
            <a:pPr algn="l">
              <a:defRPr sz="795" b="0">
                <a:solidFill>
                  <a:srgbClr val="344054"/>
                </a:solidFill>
                <a:latin typeface="Yu Gothic UI"/>
                <a:ea typeface="Yu Gothic UI"/>
                <a:cs typeface="Yu Gothic UI"/>
              </a:defRPr>
            </a:pPr>
            <a:r>
              <a:rPr sz="1200" b="0">
                <a:solidFill>
                  <a:srgbClr val="344054"/>
                </a:solidFill>
                <a:latin typeface="Yu Gothic UI"/>
                <a:ea typeface="Yu Gothic UI"/>
                <a:cs typeface="Yu Gothic UI"/>
              </a:rPr>
              <a:t>リソースグループ一覧</a:t>
            </a:r>
          </a:p>
        </p:txBody>
      </p:sp>
      <p:sp>
        <p:nvSpPr>
          <p:cNvPr id="36" name="正方形/長方形 35">
            <a:extLst>
              <a:ext uri="{FF2B5EF4-FFF2-40B4-BE49-F238E27FC236}">
                <a16:creationId xmlns:a16="http://schemas.microsoft.com/office/drawing/2014/main" id="{0D714D59-47B3-401A-833F-166548CACFD3}"/>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41 / 46</a:t>
            </a:r>
          </a:p>
        </p:txBody>
      </p:sp>
    </p:spTree>
    <p:extLst>
      <p:ext uri="{BB962C8B-B14F-4D97-AF65-F5344CB8AC3E}">
        <p14:creationId xmlns:p14="http://schemas.microsoft.com/office/powerpoint/2010/main" val="11860771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正方形/長方形 26">
            <a:extLst>
              <a:ext uri="{FF2B5EF4-FFF2-40B4-BE49-F238E27FC236}">
                <a16:creationId xmlns:a16="http://schemas.microsoft.com/office/drawing/2014/main" id="{90FA5419-9E9B-4D91-AD71-793BCAE862E4}"/>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確認クイズ</a:t>
            </a:r>
          </a:p>
        </p:txBody>
      </p:sp>
      <p:sp>
        <p:nvSpPr>
          <p:cNvPr id="2" name="正方形/長方形 1">
            <a:extLst>
              <a:ext uri="{FF2B5EF4-FFF2-40B4-BE49-F238E27FC236}">
                <a16:creationId xmlns:a16="http://schemas.microsoft.com/office/drawing/2014/main" id="{1AE6A02C-11DA-430C-989E-BBF897DA180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0780A6C7-2DBC-441A-9988-9654B25BF2E7}"/>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44</a:t>
            </a:r>
          </a:p>
        </p:txBody>
      </p:sp>
      <p:sp>
        <p:nvSpPr>
          <p:cNvPr id="4" name="正方形/長方形 3">
            <a:extLst>
              <a:ext uri="{FF2B5EF4-FFF2-40B4-BE49-F238E27FC236}">
                <a16:creationId xmlns:a16="http://schemas.microsoft.com/office/drawing/2014/main" id="{0A55E663-28F9-4ECB-943E-EEF10D3EBAB5}"/>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FAC8BEAC-D93B-4E47-BE94-585FA794BF02}"/>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自分の言葉で、VM と周辺リソースの関係、HTTP アクセス、削除方法を説明できるか確認します。</a:t>
            </a:r>
          </a:p>
        </p:txBody>
      </p:sp>
      <p:sp>
        <p:nvSpPr>
          <p:cNvPr id="6" name="正方形/長方形 5">
            <a:extLst>
              <a:ext uri="{FF2B5EF4-FFF2-40B4-BE49-F238E27FC236}">
                <a16:creationId xmlns:a16="http://schemas.microsoft.com/office/drawing/2014/main" id="{1C793B2A-8B5A-4CEC-9CE9-0E5E57307C1D}"/>
              </a:ext>
            </a:extLst>
          </p:cNvPr>
          <p:cNvSpPr>
            <a:spLocks noGrp="1"/>
          </p:cNvSpPr>
          <p:nvPr/>
        </p:nvSpPr>
        <p:spPr>
          <a:xfrm>
            <a:off x="685800" y="2247900"/>
            <a:ext cx="5105400" cy="1619250"/>
          </a:xfrm>
          <a:prstGeom prst="rect">
            <a:avLst/>
          </a:prstGeom>
          <a:solidFill>
            <a:srgbClr val="FFFFFF"/>
          </a:solidFill>
          <a:ln w="9525">
            <a:solidFill>
              <a:srgbClr val="D0D5DD"/>
            </a:solidFill>
            <a:prstDash val="solid"/>
          </a:ln>
        </p:spPr>
        <p:txBody>
          <a:bodyPr/>
          <a:lstStyle/>
          <a:p>
            <a:endParaRPr lang="ja-JP" altLang="en-US" sz="3200"/>
          </a:p>
        </p:txBody>
      </p:sp>
      <p:sp>
        <p:nvSpPr>
          <p:cNvPr id="7" name="正方形/長方形 6">
            <a:extLst>
              <a:ext uri="{FF2B5EF4-FFF2-40B4-BE49-F238E27FC236}">
                <a16:creationId xmlns:a16="http://schemas.microsoft.com/office/drawing/2014/main" id="{8107311C-1B0A-4F3B-B327-77D8B02F262D}"/>
              </a:ext>
            </a:extLst>
          </p:cNvPr>
          <p:cNvSpPr>
            <a:spLocks noGrp="1"/>
          </p:cNvSpPr>
          <p:nvPr/>
        </p:nvSpPr>
        <p:spPr>
          <a:xfrm>
            <a:off x="685800" y="2247900"/>
            <a:ext cx="76200" cy="1619250"/>
          </a:xfrm>
          <a:prstGeom prst="rect">
            <a:avLst/>
          </a:prstGeom>
          <a:solidFill>
            <a:srgbClr val="0F766E"/>
          </a:solidFill>
          <a:ln w="0">
            <a:solidFill>
              <a:srgbClr val="0F766E"/>
            </a:solidFill>
            <a:prstDash val="solid"/>
          </a:ln>
        </p:spPr>
        <p:txBody>
          <a:bodyPr/>
          <a:lstStyle/>
          <a:p>
            <a:endParaRPr lang="ja-JP" altLang="en-US" sz="3200"/>
          </a:p>
        </p:txBody>
      </p:sp>
      <p:sp>
        <p:nvSpPr>
          <p:cNvPr id="8" name="正方形/長方形 7">
            <a:extLst>
              <a:ext uri="{FF2B5EF4-FFF2-40B4-BE49-F238E27FC236}">
                <a16:creationId xmlns:a16="http://schemas.microsoft.com/office/drawing/2014/main" id="{FB523E74-9620-4632-95F2-18482D95DF3F}"/>
              </a:ext>
            </a:extLst>
          </p:cNvPr>
          <p:cNvSpPr>
            <a:spLocks noGrp="1"/>
          </p:cNvSpPr>
          <p:nvPr/>
        </p:nvSpPr>
        <p:spPr>
          <a:xfrm>
            <a:off x="895350" y="2419350"/>
            <a:ext cx="571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0F766E"/>
                </a:solidFill>
                <a:latin typeface="Yu Gothic UI"/>
                <a:ea typeface="Yu Gothic UI"/>
                <a:cs typeface="Yu Gothic UI"/>
              </a:defRPr>
            </a:pPr>
            <a:r>
              <a:rPr sz="1050" b="1">
                <a:solidFill>
                  <a:srgbClr val="0F766E"/>
                </a:solidFill>
                <a:latin typeface="Yu Gothic UI"/>
                <a:ea typeface="Yu Gothic UI"/>
                <a:cs typeface="Yu Gothic UI"/>
              </a:rPr>
              <a:t>問1</a:t>
            </a:r>
          </a:p>
        </p:txBody>
      </p:sp>
      <p:sp>
        <p:nvSpPr>
          <p:cNvPr id="9" name="正方形/長方形 8">
            <a:extLst>
              <a:ext uri="{FF2B5EF4-FFF2-40B4-BE49-F238E27FC236}">
                <a16:creationId xmlns:a16="http://schemas.microsoft.com/office/drawing/2014/main" id="{CAB8EC05-9DB4-4345-860E-1F93F1FEBFDB}"/>
              </a:ext>
            </a:extLst>
          </p:cNvPr>
          <p:cNvSpPr>
            <a:spLocks noGrp="1"/>
          </p:cNvSpPr>
          <p:nvPr/>
        </p:nvSpPr>
        <p:spPr>
          <a:xfrm>
            <a:off x="895350" y="2705100"/>
            <a:ext cx="44767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90" b="1">
                <a:solidFill>
                  <a:srgbClr val="1F2937"/>
                </a:solidFill>
                <a:latin typeface="Yu Gothic UI"/>
                <a:ea typeface="Yu Gothic UI"/>
                <a:cs typeface="Yu Gothic UI"/>
              </a:defRPr>
            </a:pPr>
            <a:r>
              <a:rPr sz="1200" b="1">
                <a:solidFill>
                  <a:srgbClr val="1F2937"/>
                </a:solidFill>
                <a:latin typeface="Yu Gothic UI"/>
                <a:ea typeface="Yu Gothic UI"/>
                <a:cs typeface="Yu Gothic UI"/>
              </a:rPr>
              <a:t>VM がネットワークに接続するために必要な代表的リソースはどれですか。</a:t>
            </a:r>
          </a:p>
        </p:txBody>
      </p:sp>
      <p:sp>
        <p:nvSpPr>
          <p:cNvPr id="10" name="正方形/長方形 9">
            <a:extLst>
              <a:ext uri="{FF2B5EF4-FFF2-40B4-BE49-F238E27FC236}">
                <a16:creationId xmlns:a16="http://schemas.microsoft.com/office/drawing/2014/main" id="{A0622449-E929-4455-8466-C4103AD25903}"/>
              </a:ext>
            </a:extLst>
          </p:cNvPr>
          <p:cNvSpPr>
            <a:spLocks noGrp="1"/>
          </p:cNvSpPr>
          <p:nvPr/>
        </p:nvSpPr>
        <p:spPr>
          <a:xfrm>
            <a:off x="895350" y="3314700"/>
            <a:ext cx="4476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0F766E"/>
                </a:solidFill>
                <a:latin typeface="Yu Gothic UI"/>
                <a:ea typeface="Yu Gothic UI"/>
                <a:cs typeface="Yu Gothic UI"/>
              </a:defRPr>
            </a:pPr>
            <a:r>
              <a:rPr sz="1200" b="1">
                <a:solidFill>
                  <a:srgbClr val="0F766E"/>
                </a:solidFill>
                <a:latin typeface="Yu Gothic UI"/>
                <a:ea typeface="Yu Gothic UI"/>
                <a:cs typeface="Yu Gothic UI"/>
              </a:rPr>
              <a:t>正解: NIC</a:t>
            </a:r>
          </a:p>
        </p:txBody>
      </p:sp>
      <p:sp>
        <p:nvSpPr>
          <p:cNvPr id="11" name="正方形/長方形 10">
            <a:extLst>
              <a:ext uri="{FF2B5EF4-FFF2-40B4-BE49-F238E27FC236}">
                <a16:creationId xmlns:a16="http://schemas.microsoft.com/office/drawing/2014/main" id="{E5BF6935-8C59-4723-A6DF-852AAAA0BD29}"/>
              </a:ext>
            </a:extLst>
          </p:cNvPr>
          <p:cNvSpPr>
            <a:spLocks noGrp="1"/>
          </p:cNvSpPr>
          <p:nvPr/>
        </p:nvSpPr>
        <p:spPr>
          <a:xfrm>
            <a:off x="6210300" y="2247900"/>
            <a:ext cx="5105400" cy="1619250"/>
          </a:xfrm>
          <a:prstGeom prst="rect">
            <a:avLst/>
          </a:prstGeom>
          <a:solidFill>
            <a:srgbClr val="FFFFFF"/>
          </a:solidFill>
          <a:ln w="9525">
            <a:solidFill>
              <a:srgbClr val="D0D5DD"/>
            </a:solidFill>
            <a:prstDash val="solid"/>
          </a:ln>
        </p:spPr>
        <p:txBody>
          <a:bodyPr/>
          <a:lstStyle/>
          <a:p>
            <a:endParaRPr lang="ja-JP" altLang="en-US" sz="3200"/>
          </a:p>
        </p:txBody>
      </p:sp>
      <p:sp>
        <p:nvSpPr>
          <p:cNvPr id="12" name="正方形/長方形 11">
            <a:extLst>
              <a:ext uri="{FF2B5EF4-FFF2-40B4-BE49-F238E27FC236}">
                <a16:creationId xmlns:a16="http://schemas.microsoft.com/office/drawing/2014/main" id="{566D47C2-F4CA-4C1C-903E-6647AD97C084}"/>
              </a:ext>
            </a:extLst>
          </p:cNvPr>
          <p:cNvSpPr>
            <a:spLocks noGrp="1"/>
          </p:cNvSpPr>
          <p:nvPr/>
        </p:nvSpPr>
        <p:spPr>
          <a:xfrm>
            <a:off x="6210300" y="2247900"/>
            <a:ext cx="76200" cy="1619250"/>
          </a:xfrm>
          <a:prstGeom prst="rect">
            <a:avLst/>
          </a:prstGeom>
          <a:solidFill>
            <a:srgbClr val="70AD47"/>
          </a:solidFill>
          <a:ln w="0">
            <a:solidFill>
              <a:srgbClr val="70AD47"/>
            </a:solidFill>
            <a:prstDash val="solid"/>
          </a:ln>
        </p:spPr>
        <p:txBody>
          <a:bodyPr/>
          <a:lstStyle/>
          <a:p>
            <a:endParaRPr lang="ja-JP" altLang="en-US" sz="3200"/>
          </a:p>
        </p:txBody>
      </p:sp>
      <p:sp>
        <p:nvSpPr>
          <p:cNvPr id="13" name="正方形/長方形 12">
            <a:extLst>
              <a:ext uri="{FF2B5EF4-FFF2-40B4-BE49-F238E27FC236}">
                <a16:creationId xmlns:a16="http://schemas.microsoft.com/office/drawing/2014/main" id="{F6173B24-335C-4C64-8739-323BBFA5A725}"/>
              </a:ext>
            </a:extLst>
          </p:cNvPr>
          <p:cNvSpPr>
            <a:spLocks noGrp="1"/>
          </p:cNvSpPr>
          <p:nvPr/>
        </p:nvSpPr>
        <p:spPr>
          <a:xfrm>
            <a:off x="6419850" y="2419350"/>
            <a:ext cx="571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70AD47"/>
                </a:solidFill>
                <a:latin typeface="Yu Gothic UI"/>
                <a:ea typeface="Yu Gothic UI"/>
                <a:cs typeface="Yu Gothic UI"/>
              </a:defRPr>
            </a:pPr>
            <a:r>
              <a:rPr sz="1050" b="1">
                <a:solidFill>
                  <a:srgbClr val="70AD47"/>
                </a:solidFill>
                <a:latin typeface="Yu Gothic UI"/>
                <a:ea typeface="Yu Gothic UI"/>
                <a:cs typeface="Yu Gothic UI"/>
              </a:rPr>
              <a:t>問2</a:t>
            </a:r>
          </a:p>
        </p:txBody>
      </p:sp>
      <p:sp>
        <p:nvSpPr>
          <p:cNvPr id="14" name="正方形/長方形 13">
            <a:extLst>
              <a:ext uri="{FF2B5EF4-FFF2-40B4-BE49-F238E27FC236}">
                <a16:creationId xmlns:a16="http://schemas.microsoft.com/office/drawing/2014/main" id="{B292A65B-87E2-4711-982E-553F52B1AC55}"/>
              </a:ext>
            </a:extLst>
          </p:cNvPr>
          <p:cNvSpPr>
            <a:spLocks noGrp="1"/>
          </p:cNvSpPr>
          <p:nvPr/>
        </p:nvSpPr>
        <p:spPr>
          <a:xfrm>
            <a:off x="6419850" y="2705100"/>
            <a:ext cx="44767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90" b="1">
                <a:solidFill>
                  <a:srgbClr val="1F2937"/>
                </a:solidFill>
                <a:latin typeface="Yu Gothic UI"/>
                <a:ea typeface="Yu Gothic UI"/>
                <a:cs typeface="Yu Gothic UI"/>
              </a:defRPr>
            </a:pPr>
            <a:r>
              <a:rPr sz="1200" b="1">
                <a:solidFill>
                  <a:srgbClr val="1F2937"/>
                </a:solidFill>
                <a:latin typeface="Yu Gothic UI"/>
                <a:ea typeface="Yu Gothic UI"/>
                <a:cs typeface="Yu Gothic UI"/>
              </a:rPr>
              <a:t>ブラウザーから NGINX にアクセスするため、本回で許可した通信はどれですか。</a:t>
            </a:r>
          </a:p>
        </p:txBody>
      </p:sp>
      <p:sp>
        <p:nvSpPr>
          <p:cNvPr id="15" name="正方形/長方形 14">
            <a:extLst>
              <a:ext uri="{FF2B5EF4-FFF2-40B4-BE49-F238E27FC236}">
                <a16:creationId xmlns:a16="http://schemas.microsoft.com/office/drawing/2014/main" id="{C1E32171-128D-4B83-BF11-803BD917E099}"/>
              </a:ext>
            </a:extLst>
          </p:cNvPr>
          <p:cNvSpPr>
            <a:spLocks noGrp="1"/>
          </p:cNvSpPr>
          <p:nvPr/>
        </p:nvSpPr>
        <p:spPr>
          <a:xfrm>
            <a:off x="6419850" y="3314700"/>
            <a:ext cx="4476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70AD47"/>
                </a:solidFill>
                <a:latin typeface="Yu Gothic UI"/>
                <a:ea typeface="Yu Gothic UI"/>
                <a:cs typeface="Yu Gothic UI"/>
              </a:defRPr>
            </a:pPr>
            <a:r>
              <a:rPr sz="1200" b="1">
                <a:solidFill>
                  <a:srgbClr val="70AD47"/>
                </a:solidFill>
                <a:latin typeface="Yu Gothic UI"/>
                <a:ea typeface="Yu Gothic UI"/>
                <a:cs typeface="Yu Gothic UI"/>
              </a:rPr>
              <a:t>正解: HTTP</a:t>
            </a:r>
          </a:p>
        </p:txBody>
      </p:sp>
      <p:sp>
        <p:nvSpPr>
          <p:cNvPr id="16" name="正方形/長方形 15">
            <a:extLst>
              <a:ext uri="{FF2B5EF4-FFF2-40B4-BE49-F238E27FC236}">
                <a16:creationId xmlns:a16="http://schemas.microsoft.com/office/drawing/2014/main" id="{C2F96937-9A39-4291-A263-E552D7DF7A81}"/>
              </a:ext>
            </a:extLst>
          </p:cNvPr>
          <p:cNvSpPr>
            <a:spLocks noGrp="1"/>
          </p:cNvSpPr>
          <p:nvPr/>
        </p:nvSpPr>
        <p:spPr>
          <a:xfrm>
            <a:off x="685800" y="4419600"/>
            <a:ext cx="5105400" cy="1619250"/>
          </a:xfrm>
          <a:prstGeom prst="rect">
            <a:avLst/>
          </a:prstGeom>
          <a:solidFill>
            <a:srgbClr val="FFFFFF"/>
          </a:solidFill>
          <a:ln w="9525">
            <a:solidFill>
              <a:srgbClr val="D0D5DD"/>
            </a:solidFill>
            <a:prstDash val="solid"/>
          </a:ln>
        </p:spPr>
        <p:txBody>
          <a:bodyPr/>
          <a:lstStyle/>
          <a:p>
            <a:endParaRPr lang="ja-JP" altLang="en-US" sz="3200"/>
          </a:p>
        </p:txBody>
      </p:sp>
      <p:sp>
        <p:nvSpPr>
          <p:cNvPr id="17" name="正方形/長方形 16">
            <a:extLst>
              <a:ext uri="{FF2B5EF4-FFF2-40B4-BE49-F238E27FC236}">
                <a16:creationId xmlns:a16="http://schemas.microsoft.com/office/drawing/2014/main" id="{DD03329F-415B-4C7E-BD0C-6A9A392D8FF3}"/>
              </a:ext>
            </a:extLst>
          </p:cNvPr>
          <p:cNvSpPr>
            <a:spLocks noGrp="1"/>
          </p:cNvSpPr>
          <p:nvPr/>
        </p:nvSpPr>
        <p:spPr>
          <a:xfrm>
            <a:off x="685800" y="4419600"/>
            <a:ext cx="76200" cy="1619250"/>
          </a:xfrm>
          <a:prstGeom prst="rect">
            <a:avLst/>
          </a:prstGeom>
          <a:solidFill>
            <a:srgbClr val="ED7D31"/>
          </a:solidFill>
          <a:ln w="0">
            <a:solidFill>
              <a:srgbClr val="ED7D31"/>
            </a:solidFill>
            <a:prstDash val="solid"/>
          </a:ln>
        </p:spPr>
        <p:txBody>
          <a:bodyPr/>
          <a:lstStyle/>
          <a:p>
            <a:endParaRPr lang="ja-JP" altLang="en-US" sz="3200"/>
          </a:p>
        </p:txBody>
      </p:sp>
      <p:sp>
        <p:nvSpPr>
          <p:cNvPr id="18" name="正方形/長方形 17">
            <a:extLst>
              <a:ext uri="{FF2B5EF4-FFF2-40B4-BE49-F238E27FC236}">
                <a16:creationId xmlns:a16="http://schemas.microsoft.com/office/drawing/2014/main" id="{E0E84EAC-2680-4E26-A672-F852F74F8F0C}"/>
              </a:ext>
            </a:extLst>
          </p:cNvPr>
          <p:cNvSpPr>
            <a:spLocks noGrp="1"/>
          </p:cNvSpPr>
          <p:nvPr/>
        </p:nvSpPr>
        <p:spPr>
          <a:xfrm>
            <a:off x="895350" y="4591050"/>
            <a:ext cx="571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ED7D31"/>
                </a:solidFill>
                <a:latin typeface="Yu Gothic UI"/>
                <a:ea typeface="Yu Gothic UI"/>
                <a:cs typeface="Yu Gothic UI"/>
              </a:defRPr>
            </a:pPr>
            <a:r>
              <a:rPr sz="1050" b="1">
                <a:solidFill>
                  <a:srgbClr val="ED7D31"/>
                </a:solidFill>
                <a:latin typeface="Yu Gothic UI"/>
                <a:ea typeface="Yu Gothic UI"/>
                <a:cs typeface="Yu Gothic UI"/>
              </a:rPr>
              <a:t>問3</a:t>
            </a:r>
          </a:p>
        </p:txBody>
      </p:sp>
      <p:sp>
        <p:nvSpPr>
          <p:cNvPr id="19" name="正方形/長方形 18">
            <a:extLst>
              <a:ext uri="{FF2B5EF4-FFF2-40B4-BE49-F238E27FC236}">
                <a16:creationId xmlns:a16="http://schemas.microsoft.com/office/drawing/2014/main" id="{0AA2DE1E-E5D1-40F6-9E00-E30A72F50FC0}"/>
              </a:ext>
            </a:extLst>
          </p:cNvPr>
          <p:cNvSpPr>
            <a:spLocks noGrp="1"/>
          </p:cNvSpPr>
          <p:nvPr/>
        </p:nvSpPr>
        <p:spPr>
          <a:xfrm>
            <a:off x="895350" y="4876800"/>
            <a:ext cx="44767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90" b="1">
                <a:solidFill>
                  <a:srgbClr val="1F2937"/>
                </a:solidFill>
                <a:latin typeface="Yu Gothic UI"/>
                <a:ea typeface="Yu Gothic UI"/>
                <a:cs typeface="Yu Gothic UI"/>
              </a:defRPr>
            </a:pPr>
            <a:r>
              <a:rPr sz="1200" b="1">
                <a:solidFill>
                  <a:srgbClr val="1F2937"/>
                </a:solidFill>
                <a:latin typeface="Yu Gothic UI"/>
                <a:ea typeface="Yu Gothic UI"/>
                <a:cs typeface="Yu Gothic UI"/>
              </a:rPr>
              <a:t>VM を停止すれば、Managed Disk や Public IP も必ず削除されますか。</a:t>
            </a:r>
          </a:p>
        </p:txBody>
      </p:sp>
      <p:sp>
        <p:nvSpPr>
          <p:cNvPr id="20" name="正方形/長方形 19">
            <a:extLst>
              <a:ext uri="{FF2B5EF4-FFF2-40B4-BE49-F238E27FC236}">
                <a16:creationId xmlns:a16="http://schemas.microsoft.com/office/drawing/2014/main" id="{6369F12F-7645-468D-A0BF-49263FE4ABED}"/>
              </a:ext>
            </a:extLst>
          </p:cNvPr>
          <p:cNvSpPr>
            <a:spLocks noGrp="1"/>
          </p:cNvSpPr>
          <p:nvPr/>
        </p:nvSpPr>
        <p:spPr>
          <a:xfrm>
            <a:off x="895350" y="5486400"/>
            <a:ext cx="4476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ED7D31"/>
                </a:solidFill>
                <a:latin typeface="Yu Gothic UI"/>
                <a:ea typeface="Yu Gothic UI"/>
                <a:cs typeface="Yu Gothic UI"/>
              </a:defRPr>
            </a:pPr>
            <a:r>
              <a:rPr sz="1200" b="1">
                <a:solidFill>
                  <a:srgbClr val="ED7D31"/>
                </a:solidFill>
                <a:latin typeface="Yu Gothic UI"/>
                <a:ea typeface="Yu Gothic UI"/>
                <a:cs typeface="Yu Gothic UI"/>
              </a:rPr>
              <a:t>正解: いいえ</a:t>
            </a:r>
          </a:p>
        </p:txBody>
      </p:sp>
      <p:sp>
        <p:nvSpPr>
          <p:cNvPr id="21" name="正方形/長方形 20">
            <a:extLst>
              <a:ext uri="{FF2B5EF4-FFF2-40B4-BE49-F238E27FC236}">
                <a16:creationId xmlns:a16="http://schemas.microsoft.com/office/drawing/2014/main" id="{A23C62EB-EDE2-451A-9EB7-AB4571005F9C}"/>
              </a:ext>
            </a:extLst>
          </p:cNvPr>
          <p:cNvSpPr>
            <a:spLocks noGrp="1"/>
          </p:cNvSpPr>
          <p:nvPr/>
        </p:nvSpPr>
        <p:spPr>
          <a:xfrm>
            <a:off x="6210300" y="4419600"/>
            <a:ext cx="5105400" cy="1619250"/>
          </a:xfrm>
          <a:prstGeom prst="rect">
            <a:avLst/>
          </a:prstGeom>
          <a:solidFill>
            <a:srgbClr val="FFFFFF"/>
          </a:solidFill>
          <a:ln w="9525">
            <a:solidFill>
              <a:srgbClr val="D0D5DD"/>
            </a:solidFill>
            <a:prstDash val="solid"/>
          </a:ln>
        </p:spPr>
        <p:txBody>
          <a:bodyPr/>
          <a:lstStyle/>
          <a:p>
            <a:endParaRPr lang="ja-JP" altLang="en-US" sz="3200"/>
          </a:p>
        </p:txBody>
      </p:sp>
      <p:sp>
        <p:nvSpPr>
          <p:cNvPr id="22" name="正方形/長方形 21">
            <a:extLst>
              <a:ext uri="{FF2B5EF4-FFF2-40B4-BE49-F238E27FC236}">
                <a16:creationId xmlns:a16="http://schemas.microsoft.com/office/drawing/2014/main" id="{520A8E5D-42EE-4435-9F8B-D0DFBD549A34}"/>
              </a:ext>
            </a:extLst>
          </p:cNvPr>
          <p:cNvSpPr>
            <a:spLocks noGrp="1"/>
          </p:cNvSpPr>
          <p:nvPr/>
        </p:nvSpPr>
        <p:spPr>
          <a:xfrm>
            <a:off x="6210300" y="4419600"/>
            <a:ext cx="76200" cy="1619250"/>
          </a:xfrm>
          <a:prstGeom prst="rect">
            <a:avLst/>
          </a:prstGeom>
          <a:solidFill>
            <a:srgbClr val="4472C4"/>
          </a:solidFill>
          <a:ln w="0">
            <a:solidFill>
              <a:srgbClr val="4472C4"/>
            </a:solidFill>
            <a:prstDash val="solid"/>
          </a:ln>
        </p:spPr>
        <p:txBody>
          <a:bodyPr/>
          <a:lstStyle/>
          <a:p>
            <a:endParaRPr lang="ja-JP" altLang="en-US" sz="3200"/>
          </a:p>
        </p:txBody>
      </p:sp>
      <p:sp>
        <p:nvSpPr>
          <p:cNvPr id="23" name="正方形/長方形 22">
            <a:extLst>
              <a:ext uri="{FF2B5EF4-FFF2-40B4-BE49-F238E27FC236}">
                <a16:creationId xmlns:a16="http://schemas.microsoft.com/office/drawing/2014/main" id="{74AD8AB1-D9FC-40A7-8990-573E27894046}"/>
              </a:ext>
            </a:extLst>
          </p:cNvPr>
          <p:cNvSpPr>
            <a:spLocks noGrp="1"/>
          </p:cNvSpPr>
          <p:nvPr/>
        </p:nvSpPr>
        <p:spPr>
          <a:xfrm>
            <a:off x="6419850" y="4591050"/>
            <a:ext cx="571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1">
                <a:solidFill>
                  <a:srgbClr val="4472C4"/>
                </a:solidFill>
                <a:latin typeface="Yu Gothic UI"/>
                <a:ea typeface="Yu Gothic UI"/>
                <a:cs typeface="Yu Gothic UI"/>
              </a:defRPr>
            </a:pPr>
            <a:r>
              <a:rPr sz="1050" b="1">
                <a:solidFill>
                  <a:srgbClr val="4472C4"/>
                </a:solidFill>
                <a:latin typeface="Yu Gothic UI"/>
                <a:ea typeface="Yu Gothic UI"/>
                <a:cs typeface="Yu Gothic UI"/>
              </a:rPr>
              <a:t>問4</a:t>
            </a:r>
          </a:p>
        </p:txBody>
      </p:sp>
      <p:sp>
        <p:nvSpPr>
          <p:cNvPr id="24" name="正方形/長方形 23">
            <a:extLst>
              <a:ext uri="{FF2B5EF4-FFF2-40B4-BE49-F238E27FC236}">
                <a16:creationId xmlns:a16="http://schemas.microsoft.com/office/drawing/2014/main" id="{F4BE6604-D767-40DA-B21F-87BFC471217E}"/>
              </a:ext>
            </a:extLst>
          </p:cNvPr>
          <p:cNvSpPr>
            <a:spLocks noGrp="1"/>
          </p:cNvSpPr>
          <p:nvPr/>
        </p:nvSpPr>
        <p:spPr>
          <a:xfrm>
            <a:off x="6419850" y="4876800"/>
            <a:ext cx="447675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90" b="1">
                <a:solidFill>
                  <a:srgbClr val="1F2937"/>
                </a:solidFill>
                <a:latin typeface="Yu Gothic UI"/>
                <a:ea typeface="Yu Gothic UI"/>
                <a:cs typeface="Yu Gothic UI"/>
              </a:defRPr>
            </a:pPr>
            <a:r>
              <a:rPr sz="1200" b="1">
                <a:solidFill>
                  <a:srgbClr val="1F2937"/>
                </a:solidFill>
                <a:latin typeface="Yu Gothic UI"/>
                <a:ea typeface="Yu Gothic UI"/>
                <a:cs typeface="Yu Gothic UI"/>
              </a:rPr>
              <a:t>本回の最後に推奨するクリーンアップ方法はどれですか。</a:t>
            </a:r>
          </a:p>
        </p:txBody>
      </p:sp>
      <p:sp>
        <p:nvSpPr>
          <p:cNvPr id="25" name="正方形/長方形 24">
            <a:extLst>
              <a:ext uri="{FF2B5EF4-FFF2-40B4-BE49-F238E27FC236}">
                <a16:creationId xmlns:a16="http://schemas.microsoft.com/office/drawing/2014/main" id="{9F159CCC-9F70-42DC-A85E-5928EE65959E}"/>
              </a:ext>
            </a:extLst>
          </p:cNvPr>
          <p:cNvSpPr>
            <a:spLocks noGrp="1"/>
          </p:cNvSpPr>
          <p:nvPr/>
        </p:nvSpPr>
        <p:spPr>
          <a:xfrm>
            <a:off x="6419850" y="5486400"/>
            <a:ext cx="44767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1">
                <a:solidFill>
                  <a:srgbClr val="4472C4"/>
                </a:solidFill>
                <a:latin typeface="Yu Gothic UI"/>
                <a:ea typeface="Yu Gothic UI"/>
                <a:cs typeface="Yu Gothic UI"/>
              </a:defRPr>
            </a:pPr>
            <a:r>
              <a:rPr sz="1200" b="1">
                <a:solidFill>
                  <a:srgbClr val="4472C4"/>
                </a:solidFill>
                <a:latin typeface="Yu Gothic UI"/>
                <a:ea typeface="Yu Gothic UI"/>
                <a:cs typeface="Yu Gothic UI"/>
              </a:rPr>
              <a:t>正解: リソースグループ削除</a:t>
            </a:r>
          </a:p>
        </p:txBody>
      </p:sp>
      <p:sp>
        <p:nvSpPr>
          <p:cNvPr id="26" name="正方形/長方形 25">
            <a:extLst>
              <a:ext uri="{FF2B5EF4-FFF2-40B4-BE49-F238E27FC236}">
                <a16:creationId xmlns:a16="http://schemas.microsoft.com/office/drawing/2014/main" id="{E21FCEFD-7E0F-4CDD-B0E8-380DC836908A}"/>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44 / 46</a:t>
            </a:r>
          </a:p>
        </p:txBody>
      </p:sp>
    </p:spTree>
    <p:extLst>
      <p:ext uri="{BB962C8B-B14F-4D97-AF65-F5344CB8AC3E}">
        <p14:creationId xmlns:p14="http://schemas.microsoft.com/office/powerpoint/2010/main" val="118607714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FCE0E8E3-420D-4B41-AF97-2F500BFF585E}"/>
              </a:ext>
            </a:extLst>
          </p:cNvPr>
          <p:cNvSpPr>
            <a:spLocks noGrp="1"/>
          </p:cNvSpPr>
          <p:nvPr/>
        </p:nvSpPr>
        <p:spPr>
          <a:xfrm>
            <a:off x="685800" y="400050"/>
            <a:ext cx="8572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1F2937"/>
                </a:solidFill>
                <a:latin typeface="Meiryo UI"/>
                <a:ea typeface="Meiryo UI"/>
                <a:cs typeface="Meiryo UI"/>
              </a:defRPr>
            </a:pPr>
            <a:r>
              <a:rPr sz="2100" b="1">
                <a:solidFill>
                  <a:srgbClr val="1F2937"/>
                </a:solidFill>
                <a:latin typeface="Meiryo UI"/>
                <a:ea typeface="Meiryo UI"/>
                <a:cs typeface="Meiryo UI"/>
              </a:rPr>
              <a:t>次回予告</a:t>
            </a:r>
          </a:p>
        </p:txBody>
      </p:sp>
      <p:sp>
        <p:nvSpPr>
          <p:cNvPr id="2" name="正方形/長方形 1">
            <a:extLst>
              <a:ext uri="{FF2B5EF4-FFF2-40B4-BE49-F238E27FC236}">
                <a16:creationId xmlns:a16="http://schemas.microsoft.com/office/drawing/2014/main" id="{23AC654C-5D77-4813-B6C3-B1D8EC8615A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a:solidFill>
                  <a:srgbClr val="667085"/>
                </a:solidFill>
                <a:latin typeface="Yu Gothic UI"/>
                <a:ea typeface="Yu Gothic UI"/>
                <a:cs typeface="Yu Gothic UI"/>
              </a:rPr>
              <a:t>Azure Workshop for Beginners | 第3回</a:t>
            </a:r>
          </a:p>
        </p:txBody>
      </p:sp>
      <p:sp>
        <p:nvSpPr>
          <p:cNvPr id="3" name="正方形/長方形 2">
            <a:extLst>
              <a:ext uri="{FF2B5EF4-FFF2-40B4-BE49-F238E27FC236}">
                <a16:creationId xmlns:a16="http://schemas.microsoft.com/office/drawing/2014/main" id="{99405263-F9B6-449F-8894-2A1D77D5220D}"/>
              </a:ext>
            </a:extLst>
          </p:cNvPr>
          <p:cNvSpPr>
            <a:spLocks noGrp="1"/>
          </p:cNvSpPr>
          <p:nvPr/>
        </p:nvSpPr>
        <p:spPr>
          <a:xfrm>
            <a:off x="11010900" y="457200"/>
            <a:ext cx="4762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900" b="1">
                <a:solidFill>
                  <a:srgbClr val="244A8F"/>
                </a:solidFill>
                <a:latin typeface="Yu Gothic UI"/>
                <a:ea typeface="Yu Gothic UI"/>
                <a:cs typeface="Yu Gothic UI"/>
              </a:defRPr>
            </a:pPr>
            <a:r>
              <a:rPr sz="900" b="1">
                <a:solidFill>
                  <a:srgbClr val="244A8F"/>
                </a:solidFill>
                <a:latin typeface="Yu Gothic UI"/>
                <a:ea typeface="Yu Gothic UI"/>
                <a:cs typeface="Yu Gothic UI"/>
              </a:rPr>
              <a:t>45</a:t>
            </a:r>
          </a:p>
        </p:txBody>
      </p:sp>
      <p:sp>
        <p:nvSpPr>
          <p:cNvPr id="4" name="正方形/長方形 3">
            <a:extLst>
              <a:ext uri="{FF2B5EF4-FFF2-40B4-BE49-F238E27FC236}">
                <a16:creationId xmlns:a16="http://schemas.microsoft.com/office/drawing/2014/main" id="{6416DD3B-6F27-46E3-8C7F-91C2C6BBAD2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5" name="正方形/長方形 4">
            <a:extLst>
              <a:ext uri="{FF2B5EF4-FFF2-40B4-BE49-F238E27FC236}">
                <a16:creationId xmlns:a16="http://schemas.microsoft.com/office/drawing/2014/main" id="{3116679F-E4F5-4BAA-90E9-E27093CE3833}"/>
              </a:ext>
            </a:extLst>
          </p:cNvPr>
          <p:cNvSpPr>
            <a:spLocks noGrp="1"/>
          </p:cNvSpPr>
          <p:nvPr/>
        </p:nvSpPr>
        <p:spPr>
          <a:xfrm>
            <a:off x="685800" y="1352550"/>
            <a:ext cx="10820400" cy="552450"/>
          </a:xfrm>
          <a:prstGeom prst="rect">
            <a:avLst/>
          </a:prstGeom>
          <a:solidFill>
            <a:srgbClr val="000000">
              <a:alpha val="0"/>
            </a:srgbClr>
          </a:solidFill>
          <a:ln w="0">
            <a:solidFill>
              <a:srgbClr val="000000">
                <a:alpha val="0"/>
              </a:srgbClr>
            </a:solidFill>
            <a:prstDash val="solid"/>
          </a:ln>
        </p:spPr>
        <p:txBody>
          <a:bodyPr lIns="0" tIns="19050" rIns="0" bIns="0" anchor="t"/>
          <a:lstStyle/>
          <a:p>
            <a:pPr algn="l">
              <a:defRPr sz="1163" b="0">
                <a:solidFill>
                  <a:srgbClr val="344054"/>
                </a:solidFill>
                <a:latin typeface="Yu Gothic UI"/>
                <a:ea typeface="Yu Gothic UI"/>
                <a:cs typeface="Yu Gothic UI"/>
              </a:defRPr>
            </a:pPr>
            <a:r>
              <a:rPr sz="1163" b="0">
                <a:solidFill>
                  <a:srgbClr val="344054"/>
                </a:solidFill>
                <a:latin typeface="Yu Gothic UI"/>
                <a:ea typeface="Yu Gothic UI"/>
                <a:cs typeface="Yu Gothic UI"/>
              </a:rPr>
              <a:t>次回はコンテナを使い、同じ NGINX を VM ではなく Azure Container Instances で動かすと、管理する範囲がどう変わるかを体験します。</a:t>
            </a:r>
          </a:p>
        </p:txBody>
      </p:sp>
      <p:sp>
        <p:nvSpPr>
          <p:cNvPr id="6" name="正方形/長方形 5">
            <a:extLst>
              <a:ext uri="{FF2B5EF4-FFF2-40B4-BE49-F238E27FC236}">
                <a16:creationId xmlns:a16="http://schemas.microsoft.com/office/drawing/2014/main" id="{BD19655F-3932-4DBA-985D-2FFDB2986FB9}"/>
              </a:ext>
            </a:extLst>
          </p:cNvPr>
          <p:cNvSpPr>
            <a:spLocks noGrp="1"/>
          </p:cNvSpPr>
          <p:nvPr/>
        </p:nvSpPr>
        <p:spPr>
          <a:xfrm>
            <a:off x="685800" y="2038350"/>
            <a:ext cx="10820400" cy="3810000"/>
          </a:xfrm>
          <a:prstGeom prst="rect">
            <a:avLst/>
          </a:prstGeom>
          <a:solidFill>
            <a:srgbClr val="FFFFFF"/>
          </a:solidFill>
          <a:ln w="9525">
            <a:solidFill>
              <a:srgbClr val="D0D5DD"/>
            </a:solidFill>
            <a:prstDash val="solid"/>
          </a:ln>
        </p:spPr>
        <p:txBody>
          <a:bodyPr/>
          <a:lstStyle/>
          <a:p>
            <a:endParaRPr lang="ja-JP" altLang="en-US"/>
          </a:p>
        </p:txBody>
      </p:sp>
      <p:sp>
        <p:nvSpPr>
          <p:cNvPr id="8" name="正方形/長方形 7">
            <a:extLst>
              <a:ext uri="{FF2B5EF4-FFF2-40B4-BE49-F238E27FC236}">
                <a16:creationId xmlns:a16="http://schemas.microsoft.com/office/drawing/2014/main" id="{2F80111E-48FD-49F6-AF5B-A77DB20185E8}"/>
              </a:ext>
            </a:extLst>
          </p:cNvPr>
          <p:cNvSpPr>
            <a:spLocks noGrp="1"/>
          </p:cNvSpPr>
          <p:nvPr/>
        </p:nvSpPr>
        <p:spPr>
          <a:xfrm>
            <a:off x="10744200" y="6362700"/>
            <a:ext cx="7620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638" b="0">
                <a:solidFill>
                  <a:srgbClr val="667085"/>
                </a:solidFill>
                <a:latin typeface="Yu Gothic UI"/>
                <a:ea typeface="Yu Gothic UI"/>
                <a:cs typeface="Yu Gothic UI"/>
              </a:defRPr>
            </a:pPr>
            <a:r>
              <a:rPr sz="638" b="0">
                <a:solidFill>
                  <a:srgbClr val="667085"/>
                </a:solidFill>
                <a:latin typeface="Yu Gothic UI"/>
                <a:ea typeface="Yu Gothic UI"/>
                <a:cs typeface="Yu Gothic UI"/>
              </a:rPr>
              <a:t>45 / 46</a:t>
            </a:r>
          </a:p>
        </p:txBody>
      </p:sp>
      <p:sp>
        <p:nvSpPr>
          <p:cNvPr id="36" name="角丸四角形 35">
            <a:extLst>
              <a:ext uri="{FF2B5EF4-FFF2-40B4-BE49-F238E27FC236}">
                <a16:creationId xmlns:a16="http://schemas.microsoft.com/office/drawing/2014/main" id="{C57AF384-9848-5F22-9F45-EF6BFC6EF30B}"/>
              </a:ext>
            </a:extLst>
          </p:cNvPr>
          <p:cNvSpPr/>
          <p:nvPr/>
        </p:nvSpPr>
        <p:spPr>
          <a:xfrm>
            <a:off x="2781298" y="3533121"/>
            <a:ext cx="1081549"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テキスト ボックス 36">
            <a:extLst>
              <a:ext uri="{FF2B5EF4-FFF2-40B4-BE49-F238E27FC236}">
                <a16:creationId xmlns:a16="http://schemas.microsoft.com/office/drawing/2014/main" id="{7E7DD8DE-ADFC-D628-D735-39FE44CDD520}"/>
              </a:ext>
            </a:extLst>
          </p:cNvPr>
          <p:cNvSpPr txBox="1"/>
          <p:nvPr/>
        </p:nvSpPr>
        <p:spPr>
          <a:xfrm>
            <a:off x="2841455" y="3626546"/>
            <a:ext cx="931729"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38" name="角丸四角形 37">
            <a:extLst>
              <a:ext uri="{FF2B5EF4-FFF2-40B4-BE49-F238E27FC236}">
                <a16:creationId xmlns:a16="http://schemas.microsoft.com/office/drawing/2014/main" id="{00992A24-CA6A-55D1-F4BA-6D98005320FA}"/>
              </a:ext>
            </a:extLst>
          </p:cNvPr>
          <p:cNvSpPr/>
          <p:nvPr/>
        </p:nvSpPr>
        <p:spPr>
          <a:xfrm>
            <a:off x="5034114" y="2403987"/>
            <a:ext cx="2979175" cy="3101463"/>
          </a:xfrm>
          <a:prstGeom prst="roundRect">
            <a:avLst>
              <a:gd name="adj" fmla="val 8334"/>
            </a:avLst>
          </a:prstGeom>
          <a:noFill/>
          <a:ln w="158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角丸四角形 38">
            <a:extLst>
              <a:ext uri="{FF2B5EF4-FFF2-40B4-BE49-F238E27FC236}">
                <a16:creationId xmlns:a16="http://schemas.microsoft.com/office/drawing/2014/main" id="{1E7D0E9A-65BD-3716-B026-932E1BE37F46}"/>
              </a:ext>
            </a:extLst>
          </p:cNvPr>
          <p:cNvSpPr/>
          <p:nvPr/>
        </p:nvSpPr>
        <p:spPr>
          <a:xfrm>
            <a:off x="5653548" y="2780226"/>
            <a:ext cx="2054942" cy="2062162"/>
          </a:xfrm>
          <a:prstGeom prst="roundRect">
            <a:avLst>
              <a:gd name="adj" fmla="val 8334"/>
            </a:avLst>
          </a:prstGeom>
          <a:noFill/>
          <a:ln w="15875">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1" name="グラフィックス 40">
            <a:extLst>
              <a:ext uri="{FF2B5EF4-FFF2-40B4-BE49-F238E27FC236}">
                <a16:creationId xmlns:a16="http://schemas.microsoft.com/office/drawing/2014/main" id="{221BE965-48CE-07A1-8C0D-96AE3B62882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38145" y="4485871"/>
            <a:ext cx="298415" cy="298415"/>
          </a:xfrm>
          <a:prstGeom prst="rect">
            <a:avLst/>
          </a:prstGeom>
        </p:spPr>
      </p:pic>
      <p:pic>
        <p:nvPicPr>
          <p:cNvPr id="42" name="グラフィックス 41">
            <a:extLst>
              <a:ext uri="{FF2B5EF4-FFF2-40B4-BE49-F238E27FC236}">
                <a16:creationId xmlns:a16="http://schemas.microsoft.com/office/drawing/2014/main" id="{BCA262FD-2957-122C-4DE5-B122F4E29D3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68129" y="2662256"/>
            <a:ext cx="298415" cy="298415"/>
          </a:xfrm>
          <a:prstGeom prst="rect">
            <a:avLst/>
          </a:prstGeom>
        </p:spPr>
      </p:pic>
      <p:pic>
        <p:nvPicPr>
          <p:cNvPr id="43" name="グラフィックス 42">
            <a:extLst>
              <a:ext uri="{FF2B5EF4-FFF2-40B4-BE49-F238E27FC236}">
                <a16:creationId xmlns:a16="http://schemas.microsoft.com/office/drawing/2014/main" id="{43D0BA75-6D5F-54E4-8AD9-2828B266575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48765" y="3656865"/>
            <a:ext cx="308694" cy="308694"/>
          </a:xfrm>
          <a:prstGeom prst="rect">
            <a:avLst/>
          </a:prstGeom>
        </p:spPr>
      </p:pic>
      <p:cxnSp>
        <p:nvCxnSpPr>
          <p:cNvPr id="46" name="直線コネクタ 45">
            <a:extLst>
              <a:ext uri="{FF2B5EF4-FFF2-40B4-BE49-F238E27FC236}">
                <a16:creationId xmlns:a16="http://schemas.microsoft.com/office/drawing/2014/main" id="{9A728C50-B85B-026A-91AA-44D2492D36A3}"/>
              </a:ext>
            </a:extLst>
          </p:cNvPr>
          <p:cNvCxnSpPr>
            <a:cxnSpLocks/>
            <a:stCxn id="43" idx="3"/>
          </p:cNvCxnSpPr>
          <p:nvPr/>
        </p:nvCxnSpPr>
        <p:spPr>
          <a:xfrm flipV="1">
            <a:off x="4857459" y="3810875"/>
            <a:ext cx="1482016" cy="337"/>
          </a:xfrm>
          <a:prstGeom prst="line">
            <a:avLst/>
          </a:prstGeom>
        </p:spPr>
        <p:style>
          <a:lnRef idx="1">
            <a:schemeClr val="accent1"/>
          </a:lnRef>
          <a:fillRef idx="0">
            <a:schemeClr val="accent1"/>
          </a:fillRef>
          <a:effectRef idx="0">
            <a:schemeClr val="accent1"/>
          </a:effectRef>
          <a:fontRef idx="minor">
            <a:schemeClr val="tx1"/>
          </a:fontRef>
        </p:style>
      </p:cxnSp>
      <p:sp>
        <p:nvSpPr>
          <p:cNvPr id="47" name="テキスト ボックス 46">
            <a:extLst>
              <a:ext uri="{FF2B5EF4-FFF2-40B4-BE49-F238E27FC236}">
                <a16:creationId xmlns:a16="http://schemas.microsoft.com/office/drawing/2014/main" id="{B1329D75-A40C-1421-6038-0467A701BB46}"/>
              </a:ext>
            </a:extLst>
          </p:cNvPr>
          <p:cNvSpPr txBox="1"/>
          <p:nvPr/>
        </p:nvSpPr>
        <p:spPr>
          <a:xfrm>
            <a:off x="5544949" y="5135969"/>
            <a:ext cx="2054942"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Virtual Network (</a:t>
            </a:r>
            <a:r>
              <a:rPr kumimoji="1" lang="en-US" altLang="ja-JP" sz="1400" dirty="0" err="1">
                <a:solidFill>
                  <a:schemeClr val="tx1">
                    <a:lumMod val="75000"/>
                    <a:lumOff val="25000"/>
                  </a:schemeClr>
                </a:solidFill>
                <a:latin typeface="Yu Gothic UI" panose="020B0500000000000000" pitchFamily="34" charset="-128"/>
                <a:ea typeface="Yu Gothic UI" panose="020B0500000000000000" pitchFamily="34" charset="-128"/>
              </a:rPr>
              <a:t>VNet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48" name="グラフィックス 47">
            <a:extLst>
              <a:ext uri="{FF2B5EF4-FFF2-40B4-BE49-F238E27FC236}">
                <a16:creationId xmlns:a16="http://schemas.microsoft.com/office/drawing/2014/main" id="{32C273C2-62D5-2DDD-F371-3D4DE2750F7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205878" y="5120321"/>
            <a:ext cx="339071" cy="339071"/>
          </a:xfrm>
          <a:prstGeom prst="rect">
            <a:avLst/>
          </a:prstGeom>
        </p:spPr>
      </p:pic>
      <p:cxnSp>
        <p:nvCxnSpPr>
          <p:cNvPr id="49" name="直線コネクタ 48">
            <a:extLst>
              <a:ext uri="{FF2B5EF4-FFF2-40B4-BE49-F238E27FC236}">
                <a16:creationId xmlns:a16="http://schemas.microsoft.com/office/drawing/2014/main" id="{6F9A46EE-C35D-0345-23F0-B7DB12FB4143}"/>
              </a:ext>
            </a:extLst>
          </p:cNvPr>
          <p:cNvCxnSpPr>
            <a:cxnSpLocks/>
          </p:cNvCxnSpPr>
          <p:nvPr/>
        </p:nvCxnSpPr>
        <p:spPr>
          <a:xfrm>
            <a:off x="3948266" y="3599837"/>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2BE8E515-1B7A-0145-08A8-C8F9E8D120F3}"/>
              </a:ext>
            </a:extLst>
          </p:cNvPr>
          <p:cNvSpPr txBox="1"/>
          <p:nvPr/>
        </p:nvSpPr>
        <p:spPr>
          <a:xfrm>
            <a:off x="3868555" y="3100214"/>
            <a:ext cx="780530"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cxnSp>
        <p:nvCxnSpPr>
          <p:cNvPr id="51" name="直線コネクタ 50">
            <a:extLst>
              <a:ext uri="{FF2B5EF4-FFF2-40B4-BE49-F238E27FC236}">
                <a16:creationId xmlns:a16="http://schemas.microsoft.com/office/drawing/2014/main" id="{C3AC6122-30F7-6AD2-EEDD-0AD941C58B15}"/>
              </a:ext>
            </a:extLst>
          </p:cNvPr>
          <p:cNvCxnSpPr>
            <a:cxnSpLocks/>
          </p:cNvCxnSpPr>
          <p:nvPr/>
        </p:nvCxnSpPr>
        <p:spPr>
          <a:xfrm flipH="1">
            <a:off x="3923581" y="4002269"/>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DD7F46A7-B6E5-C4CF-03E4-172CB1167FAE}"/>
              </a:ext>
            </a:extLst>
          </p:cNvPr>
          <p:cNvSpPr txBox="1"/>
          <p:nvPr/>
        </p:nvSpPr>
        <p:spPr>
          <a:xfrm>
            <a:off x="5617289" y="4026221"/>
            <a:ext cx="722186"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HTTP</a:t>
            </a:r>
          </a:p>
          <a:p>
            <a:pPr algn="ct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53" name="テキスト ボックス 52">
            <a:extLst>
              <a:ext uri="{FF2B5EF4-FFF2-40B4-BE49-F238E27FC236}">
                <a16:creationId xmlns:a16="http://schemas.microsoft.com/office/drawing/2014/main" id="{3374FD97-C171-D190-4127-88DDB70A2DDD}"/>
              </a:ext>
            </a:extLst>
          </p:cNvPr>
          <p:cNvSpPr txBox="1"/>
          <p:nvPr/>
        </p:nvSpPr>
        <p:spPr>
          <a:xfrm>
            <a:off x="6043766" y="4454873"/>
            <a:ext cx="868635" cy="307777"/>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サブネット</a:t>
            </a:r>
          </a:p>
        </p:txBody>
      </p:sp>
      <p:sp>
        <p:nvSpPr>
          <p:cNvPr id="56" name="テキスト ボックス 55">
            <a:extLst>
              <a:ext uri="{FF2B5EF4-FFF2-40B4-BE49-F238E27FC236}">
                <a16:creationId xmlns:a16="http://schemas.microsoft.com/office/drawing/2014/main" id="{913C2EBA-B796-31D8-8668-C31AA190B321}"/>
              </a:ext>
            </a:extLst>
          </p:cNvPr>
          <p:cNvSpPr txBox="1"/>
          <p:nvPr/>
        </p:nvSpPr>
        <p:spPr>
          <a:xfrm>
            <a:off x="4263742" y="4077718"/>
            <a:ext cx="914451"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Public IP</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7" name="テキスト ボックス 56">
            <a:extLst>
              <a:ext uri="{FF2B5EF4-FFF2-40B4-BE49-F238E27FC236}">
                <a16:creationId xmlns:a16="http://schemas.microsoft.com/office/drawing/2014/main" id="{423D2CA7-A4E8-D6CA-B0CB-B971E418521A}"/>
              </a:ext>
            </a:extLst>
          </p:cNvPr>
          <p:cNvSpPr txBox="1"/>
          <p:nvPr/>
        </p:nvSpPr>
        <p:spPr>
          <a:xfrm>
            <a:off x="5754295" y="2466473"/>
            <a:ext cx="622054"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NSG</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68" name="グラフィックス 67">
            <a:extLst>
              <a:ext uri="{FF2B5EF4-FFF2-40B4-BE49-F238E27FC236}">
                <a16:creationId xmlns:a16="http://schemas.microsoft.com/office/drawing/2014/main" id="{56AE4039-7B6D-769B-5FD4-8F9A244733F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06734" y="3562271"/>
            <a:ext cx="497208" cy="497208"/>
          </a:xfrm>
          <a:prstGeom prst="rect">
            <a:avLst/>
          </a:prstGeom>
        </p:spPr>
      </p:pic>
      <p:sp>
        <p:nvSpPr>
          <p:cNvPr id="70" name="テキスト ボックス 69">
            <a:extLst>
              <a:ext uri="{FF2B5EF4-FFF2-40B4-BE49-F238E27FC236}">
                <a16:creationId xmlns:a16="http://schemas.microsoft.com/office/drawing/2014/main" id="{5628F7D1-B3FE-9148-A09B-B0D7C718E47E}"/>
              </a:ext>
            </a:extLst>
          </p:cNvPr>
          <p:cNvSpPr txBox="1"/>
          <p:nvPr/>
        </p:nvSpPr>
        <p:spPr>
          <a:xfrm>
            <a:off x="6192591" y="4091285"/>
            <a:ext cx="914451" cy="307777"/>
          </a:xfrm>
          <a:prstGeom prst="rect">
            <a:avLst/>
          </a:prstGeom>
          <a:noFill/>
        </p:spPr>
        <p:txBody>
          <a:bodyPr wrap="square" rtlCol="0">
            <a:spAutoFit/>
          </a:bodyPr>
          <a:lstStyle/>
          <a:p>
            <a:pPr algn="ct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ACI</a:t>
            </a:r>
            <a:endPar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186077149"/>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9fbde396-1a24-4c79-8edf-9254a0f35055}"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7</TotalTime>
  <Words>5134</Words>
  <Application>Microsoft Macintosh PowerPoint</Application>
  <DocSecurity>0</DocSecurity>
  <PresentationFormat>ワイド画面</PresentationFormat>
  <Paragraphs>858</Paragraphs>
  <Slides>50</Slides>
  <Notes>50</Notes>
  <HiddenSlides>0</HiddenSlides>
  <MMClips>0</MMClips>
  <ScaleCrop>false</ScaleCrop>
  <HeadingPairs>
    <vt:vector size="8" baseType="variant">
      <vt:variant>
        <vt:lpstr>使用されているフォント</vt:lpstr>
      </vt:variant>
      <vt:variant>
        <vt:i4>8</vt:i4>
      </vt:variant>
      <vt:variant>
        <vt:lpstr>テーマ</vt:lpstr>
      </vt:variant>
      <vt:variant>
        <vt:i4>1</vt:i4>
      </vt:variant>
      <vt:variant>
        <vt:lpstr>埋め込まれた OLE サーバー</vt:lpstr>
      </vt:variant>
      <vt:variant>
        <vt:i4>1</vt:i4>
      </vt:variant>
      <vt:variant>
        <vt:lpstr>スライド タイトル</vt:lpstr>
      </vt:variant>
      <vt:variant>
        <vt:i4>50</vt:i4>
      </vt:variant>
    </vt:vector>
  </HeadingPairs>
  <TitlesOfParts>
    <vt:vector size="60" baseType="lpstr">
      <vt:lpstr>Arial</vt:lpstr>
      <vt:lpstr>Meiryo UI</vt:lpstr>
      <vt:lpstr>Segoe UI</vt:lpstr>
      <vt:lpstr>Segoe UI Semibold</vt:lpstr>
      <vt:lpstr>Wingdings</vt:lpstr>
      <vt:lpstr>Yu Gothic UI</vt:lpstr>
      <vt:lpstr>Yu Gothic UI Semibold</vt:lpstr>
      <vt:lpstr>游ゴシック</vt:lpstr>
      <vt:lpstr>Office</vt:lpstr>
      <vt:lpstr>Microsoft Word 文書</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hiyam_EX_Tenant_admin</cp:lastModifiedBy>
  <cp:revision>3</cp:revision>
  <dcterms:created xsi:type="dcterms:W3CDTF">2026-05-27T01:08:11Z</dcterms:created>
  <dcterms:modified xsi:type="dcterms:W3CDTF">2026-06-02T00:27:33Z</dcterms:modified>
</cp:coreProperties>
</file>